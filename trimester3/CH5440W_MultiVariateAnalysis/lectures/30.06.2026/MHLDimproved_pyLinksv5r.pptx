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notesSlides/notesSlide18.xml" ContentType="application/vnd.openxmlformats-officedocument.presentationml.notesSlide+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notesSlides/notesSlide19.xml" ContentType="application/vnd.openxmlformats-officedocument.presentationml.notesSlide+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notesSlides/notesSlide20.xml" ContentType="application/vnd.openxmlformats-officedocument.presentationml.notesSlide+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notesSlides/notesSlide21.xml" ContentType="application/vnd.openxmlformats-officedocument.presentationml.notesSlide+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0.xml" ContentType="application/inkml+xml"/>
  <Override PartName="/ppt/ink/ink1171.xml" ContentType="application/inkml+xml"/>
  <Override PartName="/ppt/ink/ink1172.xml" ContentType="application/inkml+xml"/>
  <Override PartName="/ppt/notesSlides/notesSlide28.xml" ContentType="application/vnd.openxmlformats-officedocument.presentationml.notesSlide+xml"/>
  <Override PartName="/ppt/ink/ink1173.xml" ContentType="application/inkml+xml"/>
  <Override PartName="/ppt/ink/ink1174.xml" ContentType="application/inkml+xml"/>
  <Override PartName="/ppt/ink/ink1175.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194.xml" ContentType="application/inkml+xml"/>
  <Override PartName="/ppt/ink/ink1195.xml" ContentType="application/inkml+xml"/>
  <Override PartName="/ppt/ink/ink1196.xml" ContentType="application/inkml+xml"/>
  <Override PartName="/ppt/ink/ink1197.xml" ContentType="application/inkml+xml"/>
  <Override PartName="/ppt/ink/ink1198.xml" ContentType="application/inkml+xml"/>
  <Override PartName="/ppt/ink/ink1199.xml" ContentType="application/inkml+xml"/>
  <Override PartName="/ppt/ink/ink1200.xml" ContentType="application/inkml+xml"/>
  <Override PartName="/ppt/ink/ink1201.xml" ContentType="application/inkml+xml"/>
  <Override PartName="/ppt/ink/ink1202.xml" ContentType="application/inkml+xml"/>
  <Override PartName="/ppt/ink/ink1203.xml" ContentType="application/inkml+xml"/>
  <Override PartName="/ppt/ink/ink1204.xml" ContentType="application/inkml+xml"/>
  <Override PartName="/ppt/ink/ink1205.xml" ContentType="application/inkml+xml"/>
  <Override PartName="/ppt/ink/ink1206.xml" ContentType="application/inkml+xml"/>
  <Override PartName="/ppt/ink/ink1207.xml" ContentType="application/inkml+xml"/>
  <Override PartName="/ppt/ink/ink1208.xml" ContentType="application/inkml+xml"/>
  <Override PartName="/ppt/ink/ink1209.xml" ContentType="application/inkml+xml"/>
  <Override PartName="/ppt/ink/ink1210.xml" ContentType="application/inkml+xml"/>
  <Override PartName="/ppt/ink/ink1211.xml" ContentType="application/inkml+xml"/>
  <Override PartName="/ppt/ink/ink1212.xml" ContentType="application/inkml+xml"/>
  <Override PartName="/ppt/ink/ink1213.xml" ContentType="application/inkml+xml"/>
  <Override PartName="/ppt/ink/ink1214.xml" ContentType="application/inkml+xml"/>
  <Override PartName="/ppt/ink/ink1215.xml" ContentType="application/inkml+xml"/>
  <Override PartName="/ppt/ink/ink1216.xml" ContentType="application/inkml+xml"/>
  <Override PartName="/ppt/ink/ink1217.xml" ContentType="application/inkml+xml"/>
  <Override PartName="/ppt/ink/ink1218.xml" ContentType="application/inkml+xml"/>
  <Override PartName="/ppt/ink/ink1219.xml" ContentType="application/inkml+xml"/>
  <Override PartName="/ppt/ink/ink1220.xml" ContentType="application/inkml+xml"/>
  <Override PartName="/ppt/ink/ink1221.xml" ContentType="application/inkml+xml"/>
  <Override PartName="/ppt/ink/ink1222.xml" ContentType="application/inkml+xml"/>
  <Override PartName="/ppt/ink/ink1223.xml" ContentType="application/inkml+xml"/>
  <Override PartName="/ppt/ink/ink1224.xml" ContentType="application/inkml+xml"/>
  <Override PartName="/ppt/ink/ink1225.xml" ContentType="application/inkml+xml"/>
  <Override PartName="/ppt/ink/ink1226.xml" ContentType="application/inkml+xml"/>
  <Override PartName="/ppt/ink/ink1227.xml" ContentType="application/inkml+xml"/>
  <Override PartName="/ppt/ink/ink1228.xml" ContentType="application/inkml+xml"/>
  <Override PartName="/ppt/ink/ink1229.xml" ContentType="application/inkml+xml"/>
  <Override PartName="/ppt/ink/ink1230.xml" ContentType="application/inkml+xml"/>
  <Override PartName="/ppt/ink/ink1231.xml" ContentType="application/inkml+xml"/>
  <Override PartName="/ppt/ink/ink1232.xml" ContentType="application/inkml+xml"/>
  <Override PartName="/ppt/ink/ink1233.xml" ContentType="application/inkml+xml"/>
  <Override PartName="/ppt/ink/ink1234.xml" ContentType="application/inkml+xml"/>
  <Override PartName="/ppt/ink/ink1235.xml" ContentType="application/inkml+xml"/>
  <Override PartName="/ppt/ink/ink1236.xml" ContentType="application/inkml+xml"/>
  <Override PartName="/ppt/ink/ink1237.xml" ContentType="application/inkml+xml"/>
  <Override PartName="/ppt/ink/ink1238.xml" ContentType="application/inkml+xml"/>
  <Override PartName="/ppt/ink/ink1239.xml" ContentType="application/inkml+xml"/>
  <Override PartName="/ppt/ink/ink1240.xml" ContentType="application/inkml+xml"/>
  <Override PartName="/ppt/ink/ink1241.xml" ContentType="application/inkml+xml"/>
  <Override PartName="/ppt/ink/ink1242.xml" ContentType="application/inkml+xml"/>
  <Override PartName="/ppt/ink/ink1243.xml" ContentType="application/inkml+xml"/>
  <Override PartName="/ppt/ink/ink1244.xml" ContentType="application/inkml+xml"/>
  <Override PartName="/ppt/ink/ink1245.xml" ContentType="application/inkml+xml"/>
  <Override PartName="/ppt/ink/ink1246.xml" ContentType="application/inkml+xml"/>
  <Override PartName="/ppt/ink/ink1247.xml" ContentType="application/inkml+xml"/>
  <Override PartName="/ppt/ink/ink1248.xml" ContentType="application/inkml+xml"/>
  <Override PartName="/ppt/ink/ink1249.xml" ContentType="application/inkml+xml"/>
  <Override PartName="/ppt/ink/ink1250.xml" ContentType="application/inkml+xml"/>
  <Override PartName="/ppt/ink/ink1251.xml" ContentType="application/inkml+xml"/>
  <Override PartName="/ppt/ink/ink1252.xml" ContentType="application/inkml+xml"/>
  <Override PartName="/ppt/ink/ink1253.xml" ContentType="application/inkml+xml"/>
  <Override PartName="/ppt/ink/ink1254.xml" ContentType="application/inkml+xml"/>
  <Override PartName="/ppt/ink/ink1255.xml" ContentType="application/inkml+xml"/>
  <Override PartName="/ppt/ink/ink1256.xml" ContentType="application/inkml+xml"/>
  <Override PartName="/ppt/ink/ink1257.xml" ContentType="application/inkml+xml"/>
  <Override PartName="/ppt/ink/ink1258.xml" ContentType="application/inkml+xml"/>
  <Override PartName="/ppt/ink/ink1259.xml" ContentType="application/inkml+xml"/>
  <Override PartName="/ppt/ink/ink1260.xml" ContentType="application/inkml+xml"/>
  <Override PartName="/ppt/ink/ink1261.xml" ContentType="application/inkml+xml"/>
  <Override PartName="/ppt/ink/ink1262.xml" ContentType="application/inkml+xml"/>
  <Override PartName="/ppt/ink/ink1263.xml" ContentType="application/inkml+xml"/>
  <Override PartName="/ppt/ink/ink1264.xml" ContentType="application/inkml+xml"/>
  <Override PartName="/ppt/ink/ink1265.xml" ContentType="application/inkml+xml"/>
  <Override PartName="/ppt/ink/ink1266.xml" ContentType="application/inkml+xml"/>
  <Override PartName="/ppt/ink/ink1267.xml" ContentType="application/inkml+xml"/>
  <Override PartName="/ppt/ink/ink1268.xml" ContentType="application/inkml+xml"/>
  <Override PartName="/ppt/ink/ink1269.xml" ContentType="application/inkml+xml"/>
  <Override PartName="/ppt/ink/ink1270.xml" ContentType="application/inkml+xml"/>
  <Override PartName="/ppt/ink/ink1271.xml" ContentType="application/inkml+xml"/>
  <Override PartName="/ppt/ink/ink1272.xml" ContentType="application/inkml+xml"/>
  <Override PartName="/ppt/ink/ink1273.xml" ContentType="application/inkml+xml"/>
  <Override PartName="/ppt/ink/ink1274.xml" ContentType="application/inkml+xml"/>
  <Override PartName="/ppt/ink/ink1275.xml" ContentType="application/inkml+xml"/>
  <Override PartName="/ppt/ink/ink1276.xml" ContentType="application/inkml+xml"/>
  <Override PartName="/ppt/ink/ink1277.xml" ContentType="application/inkml+xml"/>
  <Override PartName="/ppt/ink/ink1278.xml" ContentType="application/inkml+xml"/>
  <Override PartName="/ppt/ink/ink1279.xml" ContentType="application/inkml+xml"/>
  <Override PartName="/ppt/ink/ink1280.xml" ContentType="application/inkml+xml"/>
  <Override PartName="/ppt/ink/ink1281.xml" ContentType="application/inkml+xml"/>
  <Override PartName="/ppt/ink/ink1282.xml" ContentType="application/inkml+xml"/>
  <Override PartName="/ppt/ink/ink1283.xml" ContentType="application/inkml+xml"/>
  <Override PartName="/ppt/ink/ink1284.xml" ContentType="application/inkml+xml"/>
  <Override PartName="/ppt/ink/ink1285.xml" ContentType="application/inkml+xml"/>
  <Override PartName="/ppt/ink/ink1286.xml" ContentType="application/inkml+xml"/>
  <Override PartName="/ppt/ink/ink1287.xml" ContentType="application/inkml+xml"/>
  <Override PartName="/ppt/ink/ink1288.xml" ContentType="application/inkml+xml"/>
  <Override PartName="/ppt/ink/ink1289.xml" ContentType="application/inkml+xml"/>
  <Override PartName="/ppt/ink/ink1290.xml" ContentType="application/inkml+xml"/>
  <Override PartName="/ppt/ink/ink1291.xml" ContentType="application/inkml+xml"/>
  <Override PartName="/ppt/ink/ink1292.xml" ContentType="application/inkml+xml"/>
  <Override PartName="/ppt/ink/ink1293.xml" ContentType="application/inkml+xml"/>
  <Override PartName="/ppt/ink/ink1294.xml" ContentType="application/inkml+xml"/>
  <Override PartName="/ppt/ink/ink1295.xml" ContentType="application/inkml+xml"/>
  <Override PartName="/ppt/ink/ink1296.xml" ContentType="application/inkml+xml"/>
  <Override PartName="/ppt/ink/ink1297.xml" ContentType="application/inkml+xml"/>
  <Override PartName="/ppt/ink/ink1298.xml" ContentType="application/inkml+xml"/>
  <Override PartName="/ppt/ink/ink1299.xml" ContentType="application/inkml+xml"/>
  <Override PartName="/ppt/ink/ink1300.xml" ContentType="application/inkml+xml"/>
  <Override PartName="/ppt/ink/ink1301.xml" ContentType="application/inkml+xml"/>
  <Override PartName="/ppt/ink/ink1302.xml" ContentType="application/inkml+xml"/>
  <Override PartName="/ppt/ink/ink1303.xml" ContentType="application/inkml+xml"/>
  <Override PartName="/ppt/ink/ink1304.xml" ContentType="application/inkml+xml"/>
  <Override PartName="/ppt/ink/ink1305.xml" ContentType="application/inkml+xml"/>
  <Override PartName="/ppt/ink/ink1306.xml" ContentType="application/inkml+xml"/>
  <Override PartName="/ppt/ink/ink1307.xml" ContentType="application/inkml+xml"/>
  <Override PartName="/ppt/ink/ink1308.xml" ContentType="application/inkml+xml"/>
  <Override PartName="/ppt/ink/ink1309.xml" ContentType="application/inkml+xml"/>
  <Override PartName="/ppt/ink/ink1310.xml" ContentType="application/inkml+xml"/>
  <Override PartName="/ppt/ink/ink1311.xml" ContentType="application/inkml+xml"/>
  <Override PartName="/ppt/ink/ink1312.xml" ContentType="application/inkml+xml"/>
  <Override PartName="/ppt/ink/ink1313.xml" ContentType="application/inkml+xml"/>
  <Override PartName="/ppt/ink/ink1314.xml" ContentType="application/inkml+xml"/>
  <Override PartName="/ppt/ink/ink1315.xml" ContentType="application/inkml+xml"/>
  <Override PartName="/ppt/ink/ink1316.xml" ContentType="application/inkml+xml"/>
  <Override PartName="/ppt/ink/ink1317.xml" ContentType="application/inkml+xml"/>
  <Override PartName="/ppt/ink/ink1318.xml" ContentType="application/inkml+xml"/>
  <Override PartName="/ppt/ink/ink1319.xml" ContentType="application/inkml+xml"/>
  <Override PartName="/ppt/ink/ink1320.xml" ContentType="application/inkml+xml"/>
  <Override PartName="/ppt/ink/ink1321.xml" ContentType="application/inkml+xml"/>
  <Override PartName="/ppt/ink/ink1322.xml" ContentType="application/inkml+xml"/>
  <Override PartName="/ppt/ink/ink1323.xml" ContentType="application/inkml+xml"/>
  <Override PartName="/ppt/ink/ink1324.xml" ContentType="application/inkml+xml"/>
  <Override PartName="/ppt/ink/ink1325.xml" ContentType="application/inkml+xml"/>
  <Override PartName="/ppt/ink/ink1326.xml" ContentType="application/inkml+xml"/>
  <Override PartName="/ppt/ink/ink1327.xml" ContentType="application/inkml+xml"/>
  <Override PartName="/ppt/ink/ink1328.xml" ContentType="application/inkml+xml"/>
  <Override PartName="/ppt/ink/ink1329.xml" ContentType="application/inkml+xml"/>
  <Override PartName="/ppt/ink/ink1330.xml" ContentType="application/inkml+xml"/>
  <Override PartName="/ppt/ink/ink1331.xml" ContentType="application/inkml+xml"/>
  <Override PartName="/ppt/ink/ink1332.xml" ContentType="application/inkml+xml"/>
  <Override PartName="/ppt/ink/ink1333.xml" ContentType="application/inkml+xml"/>
  <Override PartName="/ppt/ink/ink1334.xml" ContentType="application/inkml+xml"/>
  <Override PartName="/ppt/ink/ink1335.xml" ContentType="application/inkml+xml"/>
  <Override PartName="/ppt/ink/ink1336.xml" ContentType="application/inkml+xml"/>
  <Override PartName="/ppt/ink/ink1337.xml" ContentType="application/inkml+xml"/>
  <Override PartName="/ppt/ink/ink1338.xml" ContentType="application/inkml+xml"/>
  <Override PartName="/ppt/ink/ink1339.xml" ContentType="application/inkml+xml"/>
  <Override PartName="/ppt/ink/ink1340.xml" ContentType="application/inkml+xml"/>
  <Override PartName="/ppt/ink/ink1341.xml" ContentType="application/inkml+xml"/>
  <Override PartName="/ppt/ink/ink1342.xml" ContentType="application/inkml+xml"/>
  <Override PartName="/ppt/ink/ink1343.xml" ContentType="application/inkml+xml"/>
  <Override PartName="/ppt/ink/ink1344.xml" ContentType="application/inkml+xml"/>
  <Override PartName="/ppt/ink/ink1345.xml" ContentType="application/inkml+xml"/>
  <Override PartName="/ppt/ink/ink1346.xml" ContentType="application/inkml+xml"/>
  <Override PartName="/ppt/ink/ink1347.xml" ContentType="application/inkml+xml"/>
  <Override PartName="/ppt/ink/ink1348.xml" ContentType="application/inkml+xml"/>
  <Override PartName="/ppt/ink/ink1349.xml" ContentType="application/inkml+xml"/>
  <Override PartName="/ppt/ink/ink1350.xml" ContentType="application/inkml+xml"/>
  <Override PartName="/ppt/ink/ink1351.xml" ContentType="application/inkml+xml"/>
  <Override PartName="/ppt/ink/ink1352.xml" ContentType="application/inkml+xml"/>
  <Override PartName="/ppt/ink/ink1353.xml" ContentType="application/inkml+xml"/>
  <Override PartName="/ppt/ink/ink1354.xml" ContentType="application/inkml+xml"/>
  <Override PartName="/ppt/ink/ink1355.xml" ContentType="application/inkml+xml"/>
  <Override PartName="/ppt/ink/ink1356.xml" ContentType="application/inkml+xml"/>
  <Override PartName="/ppt/ink/ink1357.xml" ContentType="application/inkml+xml"/>
  <Override PartName="/ppt/ink/ink1358.xml" ContentType="application/inkml+xml"/>
  <Override PartName="/ppt/ink/ink1359.xml" ContentType="application/inkml+xml"/>
  <Override PartName="/ppt/ink/ink1360.xml" ContentType="application/inkml+xml"/>
  <Override PartName="/ppt/ink/ink1361.xml" ContentType="application/inkml+xml"/>
  <Override PartName="/ppt/ink/ink1362.xml" ContentType="application/inkml+xml"/>
  <Override PartName="/ppt/ink/ink1363.xml" ContentType="application/inkml+xml"/>
  <Override PartName="/ppt/ink/ink1364.xml" ContentType="application/inkml+xml"/>
  <Override PartName="/ppt/ink/ink1365.xml" ContentType="application/inkml+xml"/>
  <Override PartName="/ppt/ink/ink1366.xml" ContentType="application/inkml+xml"/>
  <Override PartName="/ppt/ink/ink1367.xml" ContentType="application/inkml+xml"/>
  <Override PartName="/ppt/ink/ink1368.xml" ContentType="application/inkml+xml"/>
  <Override PartName="/ppt/ink/ink1369.xml" ContentType="application/inkml+xml"/>
  <Override PartName="/ppt/ink/ink1370.xml" ContentType="application/inkml+xml"/>
  <Override PartName="/ppt/ink/ink1371.xml" ContentType="application/inkml+xml"/>
  <Override PartName="/ppt/ink/ink1372.xml" ContentType="application/inkml+xml"/>
  <Override PartName="/ppt/ink/ink1373.xml" ContentType="application/inkml+xml"/>
  <Override PartName="/ppt/ink/ink1374.xml" ContentType="application/inkml+xml"/>
  <Override PartName="/ppt/ink/ink1375.xml" ContentType="application/inkml+xml"/>
  <Override PartName="/ppt/ink/ink1376.xml" ContentType="application/inkml+xml"/>
  <Override PartName="/ppt/ink/ink1377.xml" ContentType="application/inkml+xml"/>
  <Override PartName="/ppt/ink/ink1378.xml" ContentType="application/inkml+xml"/>
  <Override PartName="/ppt/ink/ink1379.xml" ContentType="application/inkml+xml"/>
  <Override PartName="/ppt/ink/ink1380.xml" ContentType="application/inkml+xml"/>
  <Override PartName="/ppt/ink/ink1381.xml" ContentType="application/inkml+xml"/>
  <Override PartName="/ppt/ink/ink1382.xml" ContentType="application/inkml+xml"/>
  <Override PartName="/ppt/ink/ink1383.xml" ContentType="application/inkml+xml"/>
  <Override PartName="/ppt/ink/ink1384.xml" ContentType="application/inkml+xml"/>
  <Override PartName="/ppt/ink/ink1385.xml" ContentType="application/inkml+xml"/>
  <Override PartName="/ppt/ink/ink1386.xml" ContentType="application/inkml+xml"/>
  <Override PartName="/ppt/ink/ink1387.xml" ContentType="application/inkml+xml"/>
  <Override PartName="/ppt/ink/ink1388.xml" ContentType="application/inkml+xml"/>
  <Override PartName="/ppt/ink/ink1389.xml" ContentType="application/inkml+xml"/>
  <Override PartName="/ppt/ink/ink1390.xml" ContentType="application/inkml+xml"/>
  <Override PartName="/ppt/ink/ink1391.xml" ContentType="application/inkml+xml"/>
  <Override PartName="/ppt/ink/ink1392.xml" ContentType="application/inkml+xml"/>
  <Override PartName="/ppt/ink/ink1393.xml" ContentType="application/inkml+xml"/>
  <Override PartName="/ppt/ink/ink1394.xml" ContentType="application/inkml+xml"/>
  <Override PartName="/ppt/ink/ink1395.xml" ContentType="application/inkml+xml"/>
  <Override PartName="/ppt/ink/ink1396.xml" ContentType="application/inkml+xml"/>
  <Override PartName="/ppt/ink/ink1397.xml" ContentType="application/inkml+xml"/>
  <Override PartName="/ppt/ink/ink1398.xml" ContentType="application/inkml+xml"/>
  <Override PartName="/ppt/ink/ink1399.xml" ContentType="application/inkml+xml"/>
  <Override PartName="/ppt/ink/ink1400.xml" ContentType="application/inkml+xml"/>
  <Override PartName="/ppt/ink/ink1401.xml" ContentType="application/inkml+xml"/>
  <Override PartName="/ppt/ink/ink1402.xml" ContentType="application/inkml+xml"/>
  <Override PartName="/ppt/ink/ink1403.xml" ContentType="application/inkml+xml"/>
  <Override PartName="/ppt/ink/ink1404.xml" ContentType="application/inkml+xml"/>
  <Override PartName="/ppt/ink/ink1405.xml" ContentType="application/inkml+xml"/>
  <Override PartName="/ppt/ink/ink1406.xml" ContentType="application/inkml+xml"/>
  <Override PartName="/ppt/ink/ink1407.xml" ContentType="application/inkml+xml"/>
  <Override PartName="/ppt/ink/ink1408.xml" ContentType="application/inkml+xml"/>
  <Override PartName="/ppt/ink/ink1409.xml" ContentType="application/inkml+xml"/>
  <Override PartName="/ppt/ink/ink1410.xml" ContentType="application/inkml+xml"/>
  <Override PartName="/ppt/ink/ink1411.xml" ContentType="application/inkml+xml"/>
  <Override PartName="/ppt/ink/ink1412.xml" ContentType="application/inkml+xml"/>
  <Override PartName="/ppt/ink/ink1413.xml" ContentType="application/inkml+xml"/>
  <Override PartName="/ppt/ink/ink1414.xml" ContentType="application/inkml+xml"/>
  <Override PartName="/ppt/ink/ink1415.xml" ContentType="application/inkml+xml"/>
  <Override PartName="/ppt/ink/ink1416.xml" ContentType="application/inkml+xml"/>
  <Override PartName="/ppt/ink/ink1417.xml" ContentType="application/inkml+xml"/>
  <Override PartName="/ppt/ink/ink1418.xml" ContentType="application/inkml+xml"/>
  <Override PartName="/ppt/ink/ink1419.xml" ContentType="application/inkml+xml"/>
  <Override PartName="/ppt/ink/ink1420.xml" ContentType="application/inkml+xml"/>
  <Override PartName="/ppt/ink/ink1421.xml" ContentType="application/inkml+xml"/>
  <Override PartName="/ppt/ink/ink1422.xml" ContentType="application/inkml+xml"/>
  <Override PartName="/ppt/ink/ink1423.xml" ContentType="application/inkml+xml"/>
  <Override PartName="/ppt/ink/ink1424.xml" ContentType="application/inkml+xml"/>
  <Override PartName="/ppt/ink/ink1425.xml" ContentType="application/inkml+xml"/>
  <Override PartName="/ppt/ink/ink1426.xml" ContentType="application/inkml+xml"/>
  <Override PartName="/ppt/ink/ink1427.xml" ContentType="application/inkml+xml"/>
  <Override PartName="/ppt/ink/ink1428.xml" ContentType="application/inkml+xml"/>
  <Override PartName="/ppt/ink/ink1429.xml" ContentType="application/inkml+xml"/>
  <Override PartName="/ppt/ink/ink1430.xml" ContentType="application/inkml+xml"/>
  <Override PartName="/ppt/ink/ink1431.xml" ContentType="application/inkml+xml"/>
  <Override PartName="/ppt/ink/ink1432.xml" ContentType="application/inkml+xml"/>
  <Override PartName="/ppt/ink/ink1433.xml" ContentType="application/inkml+xml"/>
  <Override PartName="/ppt/ink/ink1434.xml" ContentType="application/inkml+xml"/>
  <Override PartName="/ppt/ink/ink1435.xml" ContentType="application/inkml+xml"/>
  <Override PartName="/ppt/ink/ink1436.xml" ContentType="application/inkml+xml"/>
  <Override PartName="/ppt/ink/ink1437.xml" ContentType="application/inkml+xml"/>
  <Override PartName="/ppt/ink/ink1438.xml" ContentType="application/inkml+xml"/>
  <Override PartName="/ppt/ink/ink1439.xml" ContentType="application/inkml+xml"/>
  <Override PartName="/ppt/ink/ink1440.xml" ContentType="application/inkml+xml"/>
  <Override PartName="/ppt/ink/ink1441.xml" ContentType="application/inkml+xml"/>
  <Override PartName="/ppt/ink/ink1442.xml" ContentType="application/inkml+xml"/>
  <Override PartName="/ppt/ink/ink1443.xml" ContentType="application/inkml+xml"/>
  <Override PartName="/ppt/ink/ink1444.xml" ContentType="application/inkml+xml"/>
  <Override PartName="/ppt/ink/ink1445.xml" ContentType="application/inkml+xml"/>
  <Override PartName="/ppt/ink/ink1446.xml" ContentType="application/inkml+xml"/>
  <Override PartName="/ppt/ink/ink1447.xml" ContentType="application/inkml+xml"/>
  <Override PartName="/ppt/ink/ink1448.xml" ContentType="application/inkml+xml"/>
  <Override PartName="/ppt/ink/ink1449.xml" ContentType="application/inkml+xml"/>
  <Override PartName="/ppt/ink/ink1450.xml" ContentType="application/inkml+xml"/>
  <Override PartName="/ppt/ink/ink1451.xml" ContentType="application/inkml+xml"/>
  <Override PartName="/ppt/ink/ink1452.xml" ContentType="application/inkml+xml"/>
  <Override PartName="/ppt/ink/ink1453.xml" ContentType="application/inkml+xml"/>
  <Override PartName="/ppt/ink/ink1454.xml" ContentType="application/inkml+xml"/>
  <Override PartName="/ppt/ink/ink1455.xml" ContentType="application/inkml+xml"/>
  <Override PartName="/ppt/ink/ink1456.xml" ContentType="application/inkml+xml"/>
  <Override PartName="/ppt/ink/ink1457.xml" ContentType="application/inkml+xml"/>
  <Override PartName="/ppt/ink/ink1458.xml" ContentType="application/inkml+xml"/>
  <Override PartName="/ppt/ink/ink1459.xml" ContentType="application/inkml+xml"/>
  <Override PartName="/ppt/ink/ink1460.xml" ContentType="application/inkml+xml"/>
  <Override PartName="/ppt/ink/ink1461.xml" ContentType="application/inkml+xml"/>
  <Override PartName="/ppt/ink/ink1462.xml" ContentType="application/inkml+xml"/>
  <Override PartName="/ppt/ink/ink1463.xml" ContentType="application/inkml+xml"/>
  <Override PartName="/ppt/ink/ink1464.xml" ContentType="application/inkml+xml"/>
  <Override PartName="/ppt/ink/ink1465.xml" ContentType="application/inkml+xml"/>
  <Override PartName="/ppt/ink/ink1466.xml" ContentType="application/inkml+xml"/>
  <Override PartName="/ppt/ink/ink1467.xml" ContentType="application/inkml+xml"/>
  <Override PartName="/ppt/ink/ink1468.xml" ContentType="application/inkml+xml"/>
  <Override PartName="/ppt/ink/ink1469.xml" ContentType="application/inkml+xml"/>
  <Override PartName="/ppt/ink/ink1470.xml" ContentType="application/inkml+xml"/>
  <Override PartName="/ppt/ink/ink1471.xml" ContentType="application/inkml+xml"/>
  <Override PartName="/ppt/ink/ink1472.xml" ContentType="application/inkml+xml"/>
  <Override PartName="/ppt/ink/ink1473.xml" ContentType="application/inkml+xml"/>
  <Override PartName="/ppt/ink/ink1474.xml" ContentType="application/inkml+xml"/>
  <Override PartName="/ppt/ink/ink1475.xml" ContentType="application/inkml+xml"/>
  <Override PartName="/ppt/ink/ink1476.xml" ContentType="application/inkml+xml"/>
  <Override PartName="/ppt/ink/ink1477.xml" ContentType="application/inkml+xml"/>
  <Override PartName="/ppt/ink/ink1478.xml" ContentType="application/inkml+xml"/>
  <Override PartName="/ppt/ink/ink1479.xml" ContentType="application/inkml+xml"/>
  <Override PartName="/ppt/ink/ink1480.xml" ContentType="application/inkml+xml"/>
  <Override PartName="/ppt/ink/ink1481.xml" ContentType="application/inkml+xml"/>
  <Override PartName="/ppt/ink/ink1482.xml" ContentType="application/inkml+xml"/>
  <Override PartName="/ppt/ink/ink1483.xml" ContentType="application/inkml+xml"/>
  <Override PartName="/ppt/ink/ink1484.xml" ContentType="application/inkml+xml"/>
  <Override PartName="/ppt/ink/ink1485.xml" ContentType="application/inkml+xml"/>
  <Override PartName="/ppt/ink/ink1486.xml" ContentType="application/inkml+xml"/>
  <Override PartName="/ppt/ink/ink1487.xml" ContentType="application/inkml+xml"/>
  <Override PartName="/ppt/ink/ink1488.xml" ContentType="application/inkml+xml"/>
  <Override PartName="/ppt/ink/ink1489.xml" ContentType="application/inkml+xml"/>
  <Override PartName="/ppt/ink/ink1490.xml" ContentType="application/inkml+xml"/>
  <Override PartName="/ppt/ink/ink1491.xml" ContentType="application/inkml+xml"/>
  <Override PartName="/ppt/ink/ink1492.xml" ContentType="application/inkml+xml"/>
  <Override PartName="/ppt/ink/ink1493.xml" ContentType="application/inkml+xml"/>
  <Override PartName="/ppt/ink/ink1494.xml" ContentType="application/inkml+xml"/>
  <Override PartName="/ppt/ink/ink1495.xml" ContentType="application/inkml+xml"/>
  <Override PartName="/ppt/ink/ink1496.xml" ContentType="application/inkml+xml"/>
  <Override PartName="/ppt/ink/ink1497.xml" ContentType="application/inkml+xml"/>
  <Override PartName="/ppt/ink/ink1498.xml" ContentType="application/inkml+xml"/>
  <Override PartName="/ppt/ink/ink1499.xml" ContentType="application/inkml+xml"/>
  <Override PartName="/ppt/ink/ink1500.xml" ContentType="application/inkml+xml"/>
  <Override PartName="/ppt/ink/ink1501.xml" ContentType="application/inkml+xml"/>
  <Override PartName="/ppt/ink/ink1502.xml" ContentType="application/inkml+xml"/>
  <Override PartName="/ppt/ink/ink1503.xml" ContentType="application/inkml+xml"/>
  <Override PartName="/ppt/ink/ink1504.xml" ContentType="application/inkml+xml"/>
  <Override PartName="/ppt/ink/ink1505.xml" ContentType="application/inkml+xml"/>
  <Override PartName="/ppt/ink/ink1506.xml" ContentType="application/inkml+xml"/>
  <Override PartName="/ppt/ink/ink1507.xml" ContentType="application/inkml+xml"/>
  <Override PartName="/ppt/ink/ink1508.xml" ContentType="application/inkml+xml"/>
  <Override PartName="/ppt/ink/ink1509.xml" ContentType="application/inkml+xml"/>
  <Override PartName="/ppt/ink/ink1510.xml" ContentType="application/inkml+xml"/>
  <Override PartName="/ppt/ink/ink1511.xml" ContentType="application/inkml+xml"/>
  <Override PartName="/ppt/ink/ink1512.xml" ContentType="application/inkml+xml"/>
  <Override PartName="/ppt/ink/ink1513.xml" ContentType="application/inkml+xml"/>
  <Override PartName="/ppt/ink/ink1514.xml" ContentType="application/inkml+xml"/>
  <Override PartName="/ppt/ink/ink1515.xml" ContentType="application/inkml+xml"/>
  <Override PartName="/ppt/ink/ink1516.xml" ContentType="application/inkml+xml"/>
  <Override PartName="/ppt/ink/ink1517.xml" ContentType="application/inkml+xml"/>
  <Override PartName="/ppt/ink/ink1518.xml" ContentType="application/inkml+xml"/>
  <Override PartName="/ppt/ink/ink1519.xml" ContentType="application/inkml+xml"/>
  <Override PartName="/ppt/ink/ink1520.xml" ContentType="application/inkml+xml"/>
  <Override PartName="/ppt/ink/ink1521.xml" ContentType="application/inkml+xml"/>
  <Override PartName="/ppt/ink/ink1522.xml" ContentType="application/inkml+xml"/>
  <Override PartName="/ppt/ink/ink1523.xml" ContentType="application/inkml+xml"/>
  <Override PartName="/ppt/ink/ink1524.xml" ContentType="application/inkml+xml"/>
  <Override PartName="/ppt/ink/ink1525.xml" ContentType="application/inkml+xml"/>
  <Override PartName="/ppt/ink/ink1526.xml" ContentType="application/inkml+xml"/>
  <Override PartName="/ppt/ink/ink1527.xml" ContentType="application/inkml+xml"/>
  <Override PartName="/ppt/ink/ink1528.xml" ContentType="application/inkml+xml"/>
  <Override PartName="/ppt/ink/ink1529.xml" ContentType="application/inkml+xml"/>
  <Override PartName="/ppt/ink/ink1530.xml" ContentType="application/inkml+xml"/>
  <Override PartName="/ppt/ink/ink1531.xml" ContentType="application/inkml+xml"/>
  <Override PartName="/ppt/ink/ink1532.xml" ContentType="application/inkml+xml"/>
  <Override PartName="/ppt/ink/ink1533.xml" ContentType="application/inkml+xml"/>
  <Override PartName="/ppt/ink/ink1534.xml" ContentType="application/inkml+xml"/>
  <Override PartName="/ppt/ink/ink1535.xml" ContentType="application/inkml+xml"/>
  <Override PartName="/ppt/ink/ink1536.xml" ContentType="application/inkml+xml"/>
  <Override PartName="/ppt/ink/ink1537.xml" ContentType="application/inkml+xml"/>
  <Override PartName="/ppt/ink/ink1538.xml" ContentType="application/inkml+xml"/>
  <Override PartName="/ppt/ink/ink1539.xml" ContentType="application/inkml+xml"/>
  <Override PartName="/ppt/ink/ink1540.xml" ContentType="application/inkml+xml"/>
  <Override PartName="/ppt/ink/ink1541.xml" ContentType="application/inkml+xml"/>
  <Override PartName="/ppt/ink/ink1542.xml" ContentType="application/inkml+xml"/>
  <Override PartName="/ppt/ink/ink1543.xml" ContentType="application/inkml+xml"/>
  <Override PartName="/ppt/ink/ink1544.xml" ContentType="application/inkml+xml"/>
  <Override PartName="/ppt/ink/ink1545.xml" ContentType="application/inkml+xml"/>
  <Override PartName="/ppt/ink/ink1546.xml" ContentType="application/inkml+xml"/>
  <Override PartName="/ppt/ink/ink1547.xml" ContentType="application/inkml+xml"/>
  <Override PartName="/ppt/ink/ink1548.xml" ContentType="application/inkml+xml"/>
  <Override PartName="/ppt/ink/ink1549.xml" ContentType="application/inkml+xml"/>
  <Override PartName="/ppt/ink/ink1550.xml" ContentType="application/inkml+xml"/>
  <Override PartName="/ppt/ink/ink1551.xml" ContentType="application/inkml+xml"/>
  <Override PartName="/ppt/ink/ink1552.xml" ContentType="application/inkml+xml"/>
  <Override PartName="/ppt/ink/ink1553.xml" ContentType="application/inkml+xml"/>
  <Override PartName="/ppt/ink/ink1554.xml" ContentType="application/inkml+xml"/>
  <Override PartName="/ppt/ink/ink1555.xml" ContentType="application/inkml+xml"/>
  <Override PartName="/ppt/ink/ink1556.xml" ContentType="application/inkml+xml"/>
  <Override PartName="/ppt/ink/ink1557.xml" ContentType="application/inkml+xml"/>
  <Override PartName="/ppt/ink/ink1558.xml" ContentType="application/inkml+xml"/>
  <Override PartName="/ppt/ink/ink1559.xml" ContentType="application/inkml+xml"/>
  <Override PartName="/ppt/ink/ink1560.xml" ContentType="application/inkml+xml"/>
  <Override PartName="/ppt/ink/ink1561.xml" ContentType="application/inkml+xml"/>
  <Override PartName="/ppt/ink/ink1562.xml" ContentType="application/inkml+xml"/>
  <Override PartName="/ppt/ink/ink1563.xml" ContentType="application/inkml+xml"/>
  <Override PartName="/ppt/ink/ink1564.xml" ContentType="application/inkml+xml"/>
  <Override PartName="/ppt/ink/ink1565.xml" ContentType="application/inkml+xml"/>
  <Override PartName="/ppt/ink/ink1566.xml" ContentType="application/inkml+xml"/>
  <Override PartName="/ppt/ink/ink1567.xml" ContentType="application/inkml+xml"/>
  <Override PartName="/ppt/ink/ink1568.xml" ContentType="application/inkml+xml"/>
  <Override PartName="/ppt/ink/ink1569.xml" ContentType="application/inkml+xml"/>
  <Override PartName="/ppt/ink/ink1570.xml" ContentType="application/inkml+xml"/>
  <Override PartName="/ppt/ink/ink1571.xml" ContentType="application/inkml+xml"/>
  <Override PartName="/ppt/ink/ink1572.xml" ContentType="application/inkml+xml"/>
  <Override PartName="/ppt/ink/ink1573.xml" ContentType="application/inkml+xml"/>
  <Override PartName="/ppt/ink/ink1574.xml" ContentType="application/inkml+xml"/>
  <Override PartName="/ppt/ink/ink1575.xml" ContentType="application/inkml+xml"/>
  <Override PartName="/ppt/ink/ink1576.xml" ContentType="application/inkml+xml"/>
  <Override PartName="/ppt/ink/ink1577.xml" ContentType="application/inkml+xml"/>
  <Override PartName="/ppt/ink/ink1578.xml" ContentType="application/inkml+xml"/>
  <Override PartName="/ppt/ink/ink1579.xml" ContentType="application/inkml+xml"/>
  <Override PartName="/ppt/ink/ink1580.xml" ContentType="application/inkml+xml"/>
  <Override PartName="/ppt/ink/ink1581.xml" ContentType="application/inkml+xml"/>
  <Override PartName="/ppt/ink/ink1582.xml" ContentType="application/inkml+xml"/>
  <Override PartName="/ppt/ink/ink1583.xml" ContentType="application/inkml+xml"/>
  <Override PartName="/ppt/ink/ink1584.xml" ContentType="application/inkml+xml"/>
  <Override PartName="/ppt/ink/ink1585.xml" ContentType="application/inkml+xml"/>
  <Override PartName="/ppt/ink/ink1586.xml" ContentType="application/inkml+xml"/>
  <Override PartName="/ppt/ink/ink1587.xml" ContentType="application/inkml+xml"/>
  <Override PartName="/ppt/ink/ink1588.xml" ContentType="application/inkml+xml"/>
  <Override PartName="/ppt/ink/ink1589.xml" ContentType="application/inkml+xml"/>
  <Override PartName="/ppt/ink/ink1590.xml" ContentType="application/inkml+xml"/>
  <Override PartName="/ppt/ink/ink1591.xml" ContentType="application/inkml+xml"/>
  <Override PartName="/ppt/ink/ink1592.xml" ContentType="application/inkml+xml"/>
  <Override PartName="/ppt/ink/ink1593.xml" ContentType="application/inkml+xml"/>
  <Override PartName="/ppt/ink/ink1594.xml" ContentType="application/inkml+xml"/>
  <Override PartName="/ppt/ink/ink1595.xml" ContentType="application/inkml+xml"/>
  <Override PartName="/ppt/ink/ink1596.xml" ContentType="application/inkml+xml"/>
  <Override PartName="/ppt/ink/ink1597.xml" ContentType="application/inkml+xml"/>
  <Override PartName="/ppt/ink/ink1598.xml" ContentType="application/inkml+xml"/>
  <Override PartName="/ppt/ink/ink1599.xml" ContentType="application/inkml+xml"/>
  <Override PartName="/ppt/ink/ink1600.xml" ContentType="application/inkml+xml"/>
  <Override PartName="/ppt/ink/ink1601.xml" ContentType="application/inkml+xml"/>
  <Override PartName="/ppt/ink/ink1602.xml" ContentType="application/inkml+xml"/>
  <Override PartName="/ppt/ink/ink1603.xml" ContentType="application/inkml+xml"/>
  <Override PartName="/ppt/ink/ink1604.xml" ContentType="application/inkml+xml"/>
  <Override PartName="/ppt/ink/ink1605.xml" ContentType="application/inkml+xml"/>
  <Override PartName="/ppt/ink/ink1606.xml" ContentType="application/inkml+xml"/>
  <Override PartName="/ppt/ink/ink1607.xml" ContentType="application/inkml+xml"/>
  <Override PartName="/ppt/ink/ink1608.xml" ContentType="application/inkml+xml"/>
  <Override PartName="/ppt/ink/ink1609.xml" ContentType="application/inkml+xml"/>
  <Override PartName="/ppt/ink/ink1610.xml" ContentType="application/inkml+xml"/>
  <Override PartName="/ppt/ink/ink1611.xml" ContentType="application/inkml+xml"/>
  <Override PartName="/ppt/ink/ink1612.xml" ContentType="application/inkml+xml"/>
  <Override PartName="/ppt/ink/ink1613.xml" ContentType="application/inkml+xml"/>
  <Override PartName="/ppt/ink/ink1614.xml" ContentType="application/inkml+xml"/>
  <Override PartName="/ppt/ink/ink1615.xml" ContentType="application/inkml+xml"/>
  <Override PartName="/ppt/ink/ink1616.xml" ContentType="application/inkml+xml"/>
  <Override PartName="/ppt/ink/ink1617.xml" ContentType="application/inkml+xml"/>
  <Override PartName="/ppt/ink/ink1618.xml" ContentType="application/inkml+xml"/>
  <Override PartName="/ppt/ink/ink1619.xml" ContentType="application/inkml+xml"/>
  <Override PartName="/ppt/ink/ink1620.xml" ContentType="application/inkml+xml"/>
  <Override PartName="/ppt/ink/ink1621.xml" ContentType="application/inkml+xml"/>
  <Override PartName="/ppt/ink/ink1622.xml" ContentType="application/inkml+xml"/>
  <Override PartName="/ppt/ink/ink1623.xml" ContentType="application/inkml+xml"/>
  <Override PartName="/ppt/ink/ink1624.xml" ContentType="application/inkml+xml"/>
  <Override PartName="/ppt/ink/ink1625.xml" ContentType="application/inkml+xml"/>
  <Override PartName="/ppt/ink/ink1626.xml" ContentType="application/inkml+xml"/>
  <Override PartName="/ppt/ink/ink1627.xml" ContentType="application/inkml+xml"/>
  <Override PartName="/ppt/ink/ink1628.xml" ContentType="application/inkml+xml"/>
  <Override PartName="/ppt/ink/ink1629.xml" ContentType="application/inkml+xml"/>
  <Override PartName="/ppt/ink/ink1630.xml" ContentType="application/inkml+xml"/>
  <Override PartName="/ppt/ink/ink1631.xml" ContentType="application/inkml+xml"/>
  <Override PartName="/ppt/ink/ink1632.xml" ContentType="application/inkml+xml"/>
  <Override PartName="/ppt/ink/ink1633.xml" ContentType="application/inkml+xml"/>
  <Override PartName="/ppt/ink/ink1634.xml" ContentType="application/inkml+xml"/>
  <Override PartName="/ppt/ink/ink1635.xml" ContentType="application/inkml+xml"/>
  <Override PartName="/ppt/ink/ink1636.xml" ContentType="application/inkml+xml"/>
  <Override PartName="/ppt/ink/ink1637.xml" ContentType="application/inkml+xml"/>
  <Override PartName="/ppt/ink/ink1638.xml" ContentType="application/inkml+xml"/>
  <Override PartName="/ppt/ink/ink1639.xml" ContentType="application/inkml+xml"/>
  <Override PartName="/ppt/ink/ink1640.xml" ContentType="application/inkml+xml"/>
  <Override PartName="/ppt/ink/ink1641.xml" ContentType="application/inkml+xml"/>
  <Override PartName="/ppt/ink/ink1642.xml" ContentType="application/inkml+xml"/>
  <Override PartName="/ppt/ink/ink1643.xml" ContentType="application/inkml+xml"/>
  <Override PartName="/ppt/ink/ink1644.xml" ContentType="application/inkml+xml"/>
  <Override PartName="/ppt/ink/ink1645.xml" ContentType="application/inkml+xml"/>
  <Override PartName="/ppt/ink/ink1646.xml" ContentType="application/inkml+xml"/>
  <Override PartName="/ppt/ink/ink1647.xml" ContentType="application/inkml+xml"/>
  <Override PartName="/ppt/ink/ink1648.xml" ContentType="application/inkml+xml"/>
  <Override PartName="/ppt/ink/ink1649.xml" ContentType="application/inkml+xml"/>
  <Override PartName="/ppt/ink/ink1650.xml" ContentType="application/inkml+xml"/>
  <Override PartName="/ppt/ink/ink1651.xml" ContentType="application/inkml+xml"/>
  <Override PartName="/ppt/ink/ink1652.xml" ContentType="application/inkml+xml"/>
  <Override PartName="/ppt/ink/ink1653.xml" ContentType="application/inkml+xml"/>
  <Override PartName="/ppt/ink/ink1654.xml" ContentType="application/inkml+xml"/>
  <Override PartName="/ppt/ink/ink1655.xml" ContentType="application/inkml+xml"/>
  <Override PartName="/ppt/ink/ink1656.xml" ContentType="application/inkml+xml"/>
  <Override PartName="/ppt/ink/ink1657.xml" ContentType="application/inkml+xml"/>
  <Override PartName="/ppt/ink/ink1658.xml" ContentType="application/inkml+xml"/>
  <Override PartName="/ppt/ink/ink1659.xml" ContentType="application/inkml+xml"/>
  <Override PartName="/ppt/ink/ink1660.xml" ContentType="application/inkml+xml"/>
  <Override PartName="/ppt/ink/ink1661.xml" ContentType="application/inkml+xml"/>
  <Override PartName="/ppt/ink/ink1662.xml" ContentType="application/inkml+xml"/>
  <Override PartName="/ppt/ink/ink1663.xml" ContentType="application/inkml+xml"/>
  <Override PartName="/ppt/ink/ink1664.xml" ContentType="application/inkml+xml"/>
  <Override PartName="/ppt/ink/ink1665.xml" ContentType="application/inkml+xml"/>
  <Override PartName="/ppt/ink/ink1666.xml" ContentType="application/inkml+xml"/>
  <Override PartName="/ppt/ink/ink1667.xml" ContentType="application/inkml+xml"/>
  <Override PartName="/ppt/ink/ink1668.xml" ContentType="application/inkml+xml"/>
  <Override PartName="/ppt/ink/ink1669.xml" ContentType="application/inkml+xml"/>
  <Override PartName="/ppt/ink/ink1670.xml" ContentType="application/inkml+xml"/>
  <Override PartName="/ppt/ink/ink1671.xml" ContentType="application/inkml+xml"/>
  <Override PartName="/ppt/ink/ink1672.xml" ContentType="application/inkml+xml"/>
  <Override PartName="/ppt/ink/ink1673.xml" ContentType="application/inkml+xml"/>
  <Override PartName="/ppt/ink/ink1674.xml" ContentType="application/inkml+xml"/>
  <Override PartName="/ppt/ink/ink1675.xml" ContentType="application/inkml+xml"/>
  <Override PartName="/ppt/ink/ink1676.xml" ContentType="application/inkml+xml"/>
  <Override PartName="/ppt/ink/ink1677.xml" ContentType="application/inkml+xml"/>
  <Override PartName="/ppt/ink/ink1678.xml" ContentType="application/inkml+xml"/>
  <Override PartName="/ppt/ink/ink1679.xml" ContentType="application/inkml+xml"/>
  <Override PartName="/ppt/ink/ink1680.xml" ContentType="application/inkml+xml"/>
  <Override PartName="/ppt/ink/ink1681.xml" ContentType="application/inkml+xml"/>
  <Override PartName="/ppt/ink/ink1682.xml" ContentType="application/inkml+xml"/>
  <Override PartName="/ppt/ink/ink1683.xml" ContentType="application/inkml+xml"/>
  <Override PartName="/ppt/ink/ink1684.xml" ContentType="application/inkml+xml"/>
  <Override PartName="/ppt/ink/ink1685.xml" ContentType="application/inkml+xml"/>
  <Override PartName="/ppt/ink/ink1686.xml" ContentType="application/inkml+xml"/>
  <Override PartName="/ppt/ink/ink1687.xml" ContentType="application/inkml+xml"/>
  <Override PartName="/ppt/ink/ink1688.xml" ContentType="application/inkml+xml"/>
  <Override PartName="/ppt/ink/ink1689.xml" ContentType="application/inkml+xml"/>
  <Override PartName="/ppt/ink/ink1690.xml" ContentType="application/inkml+xml"/>
  <Override PartName="/ppt/ink/ink1691.xml" ContentType="application/inkml+xml"/>
  <Override PartName="/ppt/ink/ink1692.xml" ContentType="application/inkml+xml"/>
  <Override PartName="/ppt/ink/ink1693.xml" ContentType="application/inkml+xml"/>
  <Override PartName="/ppt/ink/ink1694.xml" ContentType="application/inkml+xml"/>
  <Override PartName="/ppt/ink/ink1695.xml" ContentType="application/inkml+xml"/>
  <Override PartName="/ppt/ink/ink1696.xml" ContentType="application/inkml+xml"/>
  <Override PartName="/ppt/ink/ink1697.xml" ContentType="application/inkml+xml"/>
  <Override PartName="/ppt/ink/ink1698.xml" ContentType="application/inkml+xml"/>
  <Override PartName="/ppt/ink/ink1699.xml" ContentType="application/inkml+xml"/>
  <Override PartName="/ppt/ink/ink1700.xml" ContentType="application/inkml+xml"/>
  <Override PartName="/ppt/ink/ink1701.xml" ContentType="application/inkml+xml"/>
  <Override PartName="/ppt/ink/ink1702.xml" ContentType="application/inkml+xml"/>
  <Override PartName="/ppt/ink/ink1703.xml" ContentType="application/inkml+xml"/>
  <Override PartName="/ppt/ink/ink1704.xml" ContentType="application/inkml+xml"/>
  <Override PartName="/ppt/ink/ink1705.xml" ContentType="application/inkml+xml"/>
  <Override PartName="/ppt/ink/ink1706.xml" ContentType="application/inkml+xml"/>
  <Override PartName="/ppt/ink/ink1707.xml" ContentType="application/inkml+xml"/>
  <Override PartName="/ppt/ink/ink1708.xml" ContentType="application/inkml+xml"/>
  <Override PartName="/ppt/ink/ink1709.xml" ContentType="application/inkml+xml"/>
  <Override PartName="/ppt/ink/ink1710.xml" ContentType="application/inkml+xml"/>
  <Override PartName="/ppt/ink/ink1711.xml" ContentType="application/inkml+xml"/>
  <Override PartName="/ppt/ink/ink1712.xml" ContentType="application/inkml+xml"/>
  <Override PartName="/ppt/ink/ink1713.xml" ContentType="application/inkml+xml"/>
  <Override PartName="/ppt/ink/ink1714.xml" ContentType="application/inkml+xml"/>
  <Override PartName="/ppt/ink/ink1715.xml" ContentType="application/inkml+xml"/>
  <Override PartName="/ppt/ink/ink1716.xml" ContentType="application/inkml+xml"/>
  <Override PartName="/ppt/ink/ink1717.xml" ContentType="application/inkml+xml"/>
  <Override PartName="/ppt/ink/ink1718.xml" ContentType="application/inkml+xml"/>
  <Override PartName="/ppt/ink/ink1719.xml" ContentType="application/inkml+xml"/>
  <Override PartName="/ppt/ink/ink1720.xml" ContentType="application/inkml+xml"/>
  <Override PartName="/ppt/ink/ink1721.xml" ContentType="application/inkml+xml"/>
  <Override PartName="/ppt/ink/ink1722.xml" ContentType="application/inkml+xml"/>
  <Override PartName="/ppt/ink/ink1723.xml" ContentType="application/inkml+xml"/>
  <Override PartName="/ppt/ink/ink1724.xml" ContentType="application/inkml+xml"/>
  <Override PartName="/ppt/ink/ink1725.xml" ContentType="application/inkml+xml"/>
  <Override PartName="/ppt/ink/ink1726.xml" ContentType="application/inkml+xml"/>
  <Override PartName="/ppt/ink/ink1727.xml" ContentType="application/inkml+xml"/>
  <Override PartName="/ppt/ink/ink1728.xml" ContentType="application/inkml+xml"/>
  <Override PartName="/ppt/ink/ink1729.xml" ContentType="application/inkml+xml"/>
  <Override PartName="/ppt/ink/ink1730.xml" ContentType="application/inkml+xml"/>
  <Override PartName="/ppt/ink/ink1731.xml" ContentType="application/inkml+xml"/>
  <Override PartName="/ppt/ink/ink1732.xml" ContentType="application/inkml+xml"/>
  <Override PartName="/ppt/ink/ink1733.xml" ContentType="application/inkml+xml"/>
  <Override PartName="/ppt/ink/ink1734.xml" ContentType="application/inkml+xml"/>
  <Override PartName="/ppt/ink/ink1735.xml" ContentType="application/inkml+xml"/>
  <Override PartName="/ppt/ink/ink1736.xml" ContentType="application/inkml+xml"/>
  <Override PartName="/ppt/ink/ink1737.xml" ContentType="application/inkml+xml"/>
  <Override PartName="/ppt/ink/ink1738.xml" ContentType="application/inkml+xml"/>
  <Override PartName="/ppt/ink/ink1739.xml" ContentType="application/inkml+xml"/>
  <Override PartName="/ppt/ink/ink1740.xml" ContentType="application/inkml+xml"/>
  <Override PartName="/ppt/ink/ink1741.xml" ContentType="application/inkml+xml"/>
  <Override PartName="/ppt/ink/ink1742.xml" ContentType="application/inkml+xml"/>
  <Override PartName="/ppt/ink/ink1743.xml" ContentType="application/inkml+xml"/>
  <Override PartName="/ppt/ink/ink1744.xml" ContentType="application/inkml+xml"/>
  <Override PartName="/ppt/ink/ink1745.xml" ContentType="application/inkml+xml"/>
  <Override PartName="/ppt/ink/ink1746.xml" ContentType="application/inkml+xml"/>
  <Override PartName="/ppt/ink/ink1747.xml" ContentType="application/inkml+xml"/>
  <Override PartName="/ppt/ink/ink1748.xml" ContentType="application/inkml+xml"/>
  <Override PartName="/ppt/ink/ink1749.xml" ContentType="application/inkml+xml"/>
  <Override PartName="/ppt/ink/ink1750.xml" ContentType="application/inkml+xml"/>
  <Override PartName="/ppt/ink/ink1751.xml" ContentType="application/inkml+xml"/>
  <Override PartName="/ppt/ink/ink1752.xml" ContentType="application/inkml+xml"/>
  <Override PartName="/ppt/ink/ink1753.xml" ContentType="application/inkml+xml"/>
  <Override PartName="/ppt/ink/ink1754.xml" ContentType="application/inkml+xml"/>
  <Override PartName="/ppt/ink/ink1755.xml" ContentType="application/inkml+xml"/>
  <Override PartName="/ppt/ink/ink1756.xml" ContentType="application/inkml+xml"/>
  <Override PartName="/ppt/ink/ink1757.xml" ContentType="application/inkml+xml"/>
  <Override PartName="/ppt/ink/ink1758.xml" ContentType="application/inkml+xml"/>
  <Override PartName="/ppt/ink/ink1759.xml" ContentType="application/inkml+xml"/>
  <Override PartName="/ppt/ink/ink1760.xml" ContentType="application/inkml+xml"/>
  <Override PartName="/ppt/ink/ink1761.xml" ContentType="application/inkml+xml"/>
  <Override PartName="/ppt/ink/ink1762.xml" ContentType="application/inkml+xml"/>
  <Override PartName="/ppt/ink/ink1763.xml" ContentType="application/inkml+xml"/>
  <Override PartName="/ppt/ink/ink1764.xml" ContentType="application/inkml+xml"/>
  <Override PartName="/ppt/ink/ink1765.xml" ContentType="application/inkml+xml"/>
  <Override PartName="/ppt/ink/ink1766.xml" ContentType="application/inkml+xml"/>
  <Override PartName="/ppt/ink/ink1767.xml" ContentType="application/inkml+xml"/>
  <Override PartName="/ppt/ink/ink1768.xml" ContentType="application/inkml+xml"/>
  <Override PartName="/ppt/ink/ink1769.xml" ContentType="application/inkml+xml"/>
  <Override PartName="/ppt/ink/ink1770.xml" ContentType="application/inkml+xml"/>
  <Override PartName="/ppt/ink/ink1771.xml" ContentType="application/inkml+xml"/>
  <Override PartName="/ppt/ink/ink1772.xml" ContentType="application/inkml+xml"/>
  <Override PartName="/ppt/ink/ink1773.xml" ContentType="application/inkml+xml"/>
  <Override PartName="/ppt/ink/ink1774.xml" ContentType="application/inkml+xml"/>
  <Override PartName="/ppt/ink/ink1775.xml" ContentType="application/inkml+xml"/>
  <Override PartName="/ppt/ink/ink1776.xml" ContentType="application/inkml+xml"/>
  <Override PartName="/ppt/ink/ink1777.xml" ContentType="application/inkml+xml"/>
  <Override PartName="/ppt/ink/ink1778.xml" ContentType="application/inkml+xml"/>
  <Override PartName="/ppt/ink/ink1779.xml" ContentType="application/inkml+xml"/>
  <Override PartName="/ppt/ink/ink1780.xml" ContentType="application/inkml+xml"/>
  <Override PartName="/ppt/ink/ink1781.xml" ContentType="application/inkml+xml"/>
  <Override PartName="/ppt/ink/ink1782.xml" ContentType="application/inkml+xml"/>
  <Override PartName="/ppt/ink/ink1783.xml" ContentType="application/inkml+xml"/>
  <Override PartName="/ppt/ink/ink1784.xml" ContentType="application/inkml+xml"/>
  <Override PartName="/ppt/ink/ink1785.xml" ContentType="application/inkml+xml"/>
  <Override PartName="/ppt/ink/ink1786.xml" ContentType="application/inkml+xml"/>
  <Override PartName="/ppt/ink/ink1787.xml" ContentType="application/inkml+xml"/>
  <Override PartName="/ppt/ink/ink1788.xml" ContentType="application/inkml+xml"/>
  <Override PartName="/ppt/ink/ink1789.xml" ContentType="application/inkml+xml"/>
  <Override PartName="/ppt/ink/ink1790.xml" ContentType="application/inkml+xml"/>
  <Override PartName="/ppt/ink/ink1791.xml" ContentType="application/inkml+xml"/>
  <Override PartName="/ppt/ink/ink1792.xml" ContentType="application/inkml+xml"/>
  <Override PartName="/ppt/ink/ink1793.xml" ContentType="application/inkml+xml"/>
  <Override PartName="/ppt/ink/ink1794.xml" ContentType="application/inkml+xml"/>
  <Override PartName="/ppt/ink/ink1795.xml" ContentType="application/inkml+xml"/>
  <Override PartName="/ppt/ink/ink1796.xml" ContentType="application/inkml+xml"/>
  <Override PartName="/ppt/ink/ink1797.xml" ContentType="application/inkml+xml"/>
  <Override PartName="/ppt/ink/ink1798.xml" ContentType="application/inkml+xml"/>
  <Override PartName="/ppt/ink/ink1799.xml" ContentType="application/inkml+xml"/>
  <Override PartName="/ppt/ink/ink1800.xml" ContentType="application/inkml+xml"/>
  <Override PartName="/ppt/ink/ink1801.xml" ContentType="application/inkml+xml"/>
  <Override PartName="/ppt/ink/ink1802.xml" ContentType="application/inkml+xml"/>
  <Override PartName="/ppt/ink/ink1803.xml" ContentType="application/inkml+xml"/>
  <Override PartName="/ppt/ink/ink1804.xml" ContentType="application/inkml+xml"/>
  <Override PartName="/ppt/ink/ink1805.xml" ContentType="application/inkml+xml"/>
  <Override PartName="/ppt/ink/ink1806.xml" ContentType="application/inkml+xml"/>
  <Override PartName="/ppt/ink/ink1807.xml" ContentType="application/inkml+xml"/>
  <Override PartName="/ppt/ink/ink1808.xml" ContentType="application/inkml+xml"/>
  <Override PartName="/ppt/ink/ink1809.xml" ContentType="application/inkml+xml"/>
  <Override PartName="/ppt/ink/ink1810.xml" ContentType="application/inkml+xml"/>
  <Override PartName="/ppt/ink/ink1811.xml" ContentType="application/inkml+xml"/>
  <Override PartName="/ppt/ink/ink1812.xml" ContentType="application/inkml+xml"/>
  <Override PartName="/ppt/ink/ink1813.xml" ContentType="application/inkml+xml"/>
  <Override PartName="/ppt/ink/ink1814.xml" ContentType="application/inkml+xml"/>
  <Override PartName="/ppt/ink/ink1815.xml" ContentType="application/inkml+xml"/>
  <Override PartName="/ppt/ink/ink1816.xml" ContentType="application/inkml+xml"/>
  <Override PartName="/ppt/ink/ink1817.xml" ContentType="application/inkml+xml"/>
  <Override PartName="/ppt/ink/ink1818.xml" ContentType="application/inkml+xml"/>
  <Override PartName="/ppt/ink/ink1819.xml" ContentType="application/inkml+xml"/>
  <Override PartName="/ppt/ink/ink1820.xml" ContentType="application/inkml+xml"/>
  <Override PartName="/ppt/ink/ink1821.xml" ContentType="application/inkml+xml"/>
  <Override PartName="/ppt/ink/ink1822.xml" ContentType="application/inkml+xml"/>
  <Override PartName="/ppt/ink/ink1823.xml" ContentType="application/inkml+xml"/>
  <Override PartName="/ppt/ink/ink1824.xml" ContentType="application/inkml+xml"/>
  <Override PartName="/ppt/ink/ink1825.xml" ContentType="application/inkml+xml"/>
  <Override PartName="/ppt/ink/ink1826.xml" ContentType="application/inkml+xml"/>
  <Override PartName="/ppt/ink/ink1827.xml" ContentType="application/inkml+xml"/>
  <Override PartName="/ppt/ink/ink1828.xml" ContentType="application/inkml+xml"/>
  <Override PartName="/ppt/ink/ink1829.xml" ContentType="application/inkml+xml"/>
  <Override PartName="/ppt/ink/ink1830.xml" ContentType="application/inkml+xml"/>
  <Override PartName="/ppt/ink/ink1831.xml" ContentType="application/inkml+xml"/>
  <Override PartName="/ppt/ink/ink1832.xml" ContentType="application/inkml+xml"/>
  <Override PartName="/ppt/ink/ink1833.xml" ContentType="application/inkml+xml"/>
  <Override PartName="/ppt/ink/ink1834.xml" ContentType="application/inkml+xml"/>
  <Override PartName="/ppt/ink/ink1835.xml" ContentType="application/inkml+xml"/>
  <Override PartName="/ppt/ink/ink1836.xml" ContentType="application/inkml+xml"/>
  <Override PartName="/ppt/ink/ink1837.xml" ContentType="application/inkml+xml"/>
  <Override PartName="/ppt/ink/ink1838.xml" ContentType="application/inkml+xml"/>
  <Override PartName="/ppt/ink/ink1839.xml" ContentType="application/inkml+xml"/>
  <Override PartName="/ppt/ink/ink1840.xml" ContentType="application/inkml+xml"/>
  <Override PartName="/ppt/ink/ink1841.xml" ContentType="application/inkml+xml"/>
  <Override PartName="/ppt/ink/ink1842.xml" ContentType="application/inkml+xml"/>
  <Override PartName="/ppt/ink/ink1843.xml" ContentType="application/inkml+xml"/>
  <Override PartName="/ppt/ink/ink1844.xml" ContentType="application/inkml+xml"/>
  <Override PartName="/ppt/ink/ink1845.xml" ContentType="application/inkml+xml"/>
  <Override PartName="/ppt/ink/ink1846.xml" ContentType="application/inkml+xml"/>
  <Override PartName="/ppt/ink/ink1847.xml" ContentType="application/inkml+xml"/>
  <Override PartName="/ppt/ink/ink1848.xml" ContentType="application/inkml+xml"/>
  <Override PartName="/ppt/ink/ink1849.xml" ContentType="application/inkml+xml"/>
  <Override PartName="/ppt/ink/ink1850.xml" ContentType="application/inkml+xml"/>
  <Override PartName="/ppt/ink/ink1851.xml" ContentType="application/inkml+xml"/>
  <Override PartName="/ppt/ink/ink1852.xml" ContentType="application/inkml+xml"/>
  <Override PartName="/ppt/ink/ink1853.xml" ContentType="application/inkml+xml"/>
  <Override PartName="/ppt/ink/ink1854.xml" ContentType="application/inkml+xml"/>
  <Override PartName="/ppt/ink/ink1855.xml" ContentType="application/inkml+xml"/>
  <Override PartName="/ppt/ink/ink1856.xml" ContentType="application/inkml+xml"/>
  <Override PartName="/ppt/ink/ink1857.xml" ContentType="application/inkml+xml"/>
  <Override PartName="/ppt/ink/ink1858.xml" ContentType="application/inkml+xml"/>
  <Override PartName="/ppt/ink/ink1859.xml" ContentType="application/inkml+xml"/>
  <Override PartName="/ppt/ink/ink1860.xml" ContentType="application/inkml+xml"/>
  <Override PartName="/ppt/ink/ink1861.xml" ContentType="application/inkml+xml"/>
  <Override PartName="/ppt/ink/ink1862.xml" ContentType="application/inkml+xml"/>
  <Override PartName="/ppt/ink/ink1863.xml" ContentType="application/inkml+xml"/>
  <Override PartName="/ppt/ink/ink1864.xml" ContentType="application/inkml+xml"/>
  <Override PartName="/ppt/ink/ink1865.xml" ContentType="application/inkml+xml"/>
  <Override PartName="/ppt/ink/ink1866.xml" ContentType="application/inkml+xml"/>
  <Override PartName="/ppt/ink/ink1867.xml" ContentType="application/inkml+xml"/>
  <Override PartName="/ppt/ink/ink1868.xml" ContentType="application/inkml+xml"/>
  <Override PartName="/ppt/ink/ink1869.xml" ContentType="application/inkml+xml"/>
  <Override PartName="/ppt/ink/ink1870.xml" ContentType="application/inkml+xml"/>
  <Override PartName="/ppt/ink/ink1871.xml" ContentType="application/inkml+xml"/>
  <Override PartName="/ppt/ink/ink1872.xml" ContentType="application/inkml+xml"/>
  <Override PartName="/ppt/ink/ink1873.xml" ContentType="application/inkml+xml"/>
  <Override PartName="/ppt/ink/ink1874.xml" ContentType="application/inkml+xml"/>
  <Override PartName="/ppt/ink/ink1875.xml" ContentType="application/inkml+xml"/>
  <Override PartName="/ppt/ink/ink1876.xml" ContentType="application/inkml+xml"/>
  <Override PartName="/ppt/ink/ink1877.xml" ContentType="application/inkml+xml"/>
  <Override PartName="/ppt/ink/ink1878.xml" ContentType="application/inkml+xml"/>
  <Override PartName="/ppt/ink/ink1879.xml" ContentType="application/inkml+xml"/>
  <Override PartName="/ppt/ink/ink1880.xml" ContentType="application/inkml+xml"/>
  <Override PartName="/ppt/ink/ink1881.xml" ContentType="application/inkml+xml"/>
  <Override PartName="/ppt/ink/ink1882.xml" ContentType="application/inkml+xml"/>
  <Override PartName="/ppt/ink/ink1883.xml" ContentType="application/inkml+xml"/>
  <Override PartName="/ppt/ink/ink1884.xml" ContentType="application/inkml+xml"/>
  <Override PartName="/ppt/ink/ink1885.xml" ContentType="application/inkml+xml"/>
  <Override PartName="/ppt/ink/ink1886.xml" ContentType="application/inkml+xml"/>
  <Override PartName="/ppt/ink/ink1887.xml" ContentType="application/inkml+xml"/>
  <Override PartName="/ppt/ink/ink1888.xml" ContentType="application/inkml+xml"/>
  <Override PartName="/ppt/ink/ink1889.xml" ContentType="application/inkml+xml"/>
  <Override PartName="/ppt/ink/ink1890.xml" ContentType="application/inkml+xml"/>
  <Override PartName="/ppt/ink/ink1891.xml" ContentType="application/inkml+xml"/>
  <Override PartName="/ppt/ink/ink1892.xml" ContentType="application/inkml+xml"/>
  <Override PartName="/ppt/ink/ink1893.xml" ContentType="application/inkml+xml"/>
  <Override PartName="/ppt/ink/ink1894.xml" ContentType="application/inkml+xml"/>
  <Override PartName="/ppt/ink/ink1895.xml" ContentType="application/inkml+xml"/>
  <Override PartName="/ppt/ink/ink1896.xml" ContentType="application/inkml+xml"/>
  <Override PartName="/ppt/ink/ink1897.xml" ContentType="application/inkml+xml"/>
  <Override PartName="/ppt/ink/ink1898.xml" ContentType="application/inkml+xml"/>
  <Override PartName="/ppt/ink/ink1899.xml" ContentType="application/inkml+xml"/>
  <Override PartName="/ppt/ink/ink1900.xml" ContentType="application/inkml+xml"/>
  <Override PartName="/ppt/ink/ink1901.xml" ContentType="application/inkml+xml"/>
  <Override PartName="/ppt/ink/ink1902.xml" ContentType="application/inkml+xml"/>
  <Override PartName="/ppt/ink/ink1903.xml" ContentType="application/inkml+xml"/>
  <Override PartName="/ppt/ink/ink1904.xml" ContentType="application/inkml+xml"/>
  <Override PartName="/ppt/ink/ink1905.xml" ContentType="application/inkml+xml"/>
  <Override PartName="/ppt/ink/ink1906.xml" ContentType="application/inkml+xml"/>
  <Override PartName="/ppt/ink/ink1907.xml" ContentType="application/inkml+xml"/>
  <Override PartName="/ppt/ink/ink1908.xml" ContentType="application/inkml+xml"/>
  <Override PartName="/ppt/ink/ink1909.xml" ContentType="application/inkml+xml"/>
  <Override PartName="/ppt/ink/ink1910.xml" ContentType="application/inkml+xml"/>
  <Override PartName="/ppt/ink/ink1911.xml" ContentType="application/inkml+xml"/>
  <Override PartName="/ppt/ink/ink1912.xml" ContentType="application/inkml+xml"/>
  <Override PartName="/ppt/ink/ink1913.xml" ContentType="application/inkml+xml"/>
  <Override PartName="/ppt/ink/ink1914.xml" ContentType="application/inkml+xml"/>
  <Override PartName="/ppt/ink/ink1915.xml" ContentType="application/inkml+xml"/>
  <Override PartName="/ppt/ink/ink1916.xml" ContentType="application/inkml+xml"/>
  <Override PartName="/ppt/ink/ink1917.xml" ContentType="application/inkml+xml"/>
  <Override PartName="/ppt/ink/ink1918.xml" ContentType="application/inkml+xml"/>
  <Override PartName="/ppt/ink/ink1919.xml" ContentType="application/inkml+xml"/>
  <Override PartName="/ppt/ink/ink1920.xml" ContentType="application/inkml+xml"/>
  <Override PartName="/ppt/ink/ink1921.xml" ContentType="application/inkml+xml"/>
  <Override PartName="/ppt/ink/ink1922.xml" ContentType="application/inkml+xml"/>
  <Override PartName="/ppt/ink/ink1923.xml" ContentType="application/inkml+xml"/>
  <Override PartName="/ppt/ink/ink1924.xml" ContentType="application/inkml+xml"/>
  <Override PartName="/ppt/ink/ink1925.xml" ContentType="application/inkml+xml"/>
  <Override PartName="/ppt/ink/ink1926.xml" ContentType="application/inkml+xml"/>
  <Override PartName="/ppt/ink/ink1927.xml" ContentType="application/inkml+xml"/>
  <Override PartName="/ppt/ink/ink1928.xml" ContentType="application/inkml+xml"/>
  <Override PartName="/ppt/ink/ink1929.xml" ContentType="application/inkml+xml"/>
  <Override PartName="/ppt/ink/ink1930.xml" ContentType="application/inkml+xml"/>
  <Override PartName="/ppt/ink/ink1931.xml" ContentType="application/inkml+xml"/>
  <Override PartName="/ppt/ink/ink1932.xml" ContentType="application/inkml+xml"/>
  <Override PartName="/ppt/ink/ink1933.xml" ContentType="application/inkml+xml"/>
  <Override PartName="/ppt/ink/ink1934.xml" ContentType="application/inkml+xml"/>
  <Override PartName="/ppt/ink/ink1935.xml" ContentType="application/inkml+xml"/>
  <Override PartName="/ppt/ink/ink1936.xml" ContentType="application/inkml+xml"/>
  <Override PartName="/ppt/ink/ink1937.xml" ContentType="application/inkml+xml"/>
  <Override PartName="/ppt/ink/ink1938.xml" ContentType="application/inkml+xml"/>
  <Override PartName="/ppt/ink/ink1939.xml" ContentType="application/inkml+xml"/>
  <Override PartName="/ppt/ink/ink1940.xml" ContentType="application/inkml+xml"/>
  <Override PartName="/ppt/ink/ink1941.xml" ContentType="application/inkml+xml"/>
  <Override PartName="/ppt/ink/ink1942.xml" ContentType="application/inkml+xml"/>
  <Override PartName="/ppt/ink/ink1943.xml" ContentType="application/inkml+xml"/>
  <Override PartName="/ppt/ink/ink1944.xml" ContentType="application/inkml+xml"/>
  <Override PartName="/ppt/ink/ink1945.xml" ContentType="application/inkml+xml"/>
  <Override PartName="/ppt/ink/ink1946.xml" ContentType="application/inkml+xml"/>
  <Override PartName="/ppt/ink/ink1947.xml" ContentType="application/inkml+xml"/>
  <Override PartName="/ppt/ink/ink1948.xml" ContentType="application/inkml+xml"/>
  <Override PartName="/ppt/ink/ink1949.xml" ContentType="application/inkml+xml"/>
  <Override PartName="/ppt/ink/ink1950.xml" ContentType="application/inkml+xml"/>
  <Override PartName="/ppt/ink/ink1951.xml" ContentType="application/inkml+xml"/>
  <Override PartName="/ppt/ink/ink1952.xml" ContentType="application/inkml+xml"/>
  <Override PartName="/ppt/ink/ink1953.xml" ContentType="application/inkml+xml"/>
  <Override PartName="/ppt/ink/ink1954.xml" ContentType="application/inkml+xml"/>
  <Override PartName="/ppt/ink/ink1955.xml" ContentType="application/inkml+xml"/>
  <Override PartName="/ppt/ink/ink1956.xml" ContentType="application/inkml+xml"/>
  <Override PartName="/ppt/ink/ink1957.xml" ContentType="application/inkml+xml"/>
  <Override PartName="/ppt/ink/ink1958.xml" ContentType="application/inkml+xml"/>
  <Override PartName="/ppt/ink/ink1959.xml" ContentType="application/inkml+xml"/>
  <Override PartName="/ppt/ink/ink1960.xml" ContentType="application/inkml+xml"/>
  <Override PartName="/ppt/ink/ink1961.xml" ContentType="application/inkml+xml"/>
  <Override PartName="/ppt/ink/ink1962.xml" ContentType="application/inkml+xml"/>
  <Override PartName="/ppt/ink/ink1963.xml" ContentType="application/inkml+xml"/>
  <Override PartName="/ppt/ink/ink1964.xml" ContentType="application/inkml+xml"/>
  <Override PartName="/ppt/ink/ink1965.xml" ContentType="application/inkml+xml"/>
  <Override PartName="/ppt/ink/ink1966.xml" ContentType="application/inkml+xml"/>
  <Override PartName="/ppt/ink/ink1967.xml" ContentType="application/inkml+xml"/>
  <Override PartName="/ppt/ink/ink1968.xml" ContentType="application/inkml+xml"/>
  <Override PartName="/ppt/ink/ink1969.xml" ContentType="application/inkml+xml"/>
  <Override PartName="/ppt/ink/ink1970.xml" ContentType="application/inkml+xml"/>
  <Override PartName="/ppt/ink/ink1971.xml" ContentType="application/inkml+xml"/>
  <Override PartName="/ppt/ink/ink1972.xml" ContentType="application/inkml+xml"/>
  <Override PartName="/ppt/ink/ink1973.xml" ContentType="application/inkml+xml"/>
  <Override PartName="/ppt/ink/ink1974.xml" ContentType="application/inkml+xml"/>
  <Override PartName="/ppt/ink/ink1975.xml" ContentType="application/inkml+xml"/>
  <Override PartName="/ppt/ink/ink1976.xml" ContentType="application/inkml+xml"/>
  <Override PartName="/ppt/ink/ink1977.xml" ContentType="application/inkml+xml"/>
  <Override PartName="/ppt/ink/ink1978.xml" ContentType="application/inkml+xml"/>
  <Override PartName="/ppt/ink/ink1979.xml" ContentType="application/inkml+xml"/>
  <Override PartName="/ppt/ink/ink1980.xml" ContentType="application/inkml+xml"/>
  <Override PartName="/ppt/ink/ink1981.xml" ContentType="application/inkml+xml"/>
  <Override PartName="/ppt/ink/ink1982.xml" ContentType="application/inkml+xml"/>
  <Override PartName="/ppt/ink/ink1983.xml" ContentType="application/inkml+xml"/>
  <Override PartName="/ppt/ink/ink1984.xml" ContentType="application/inkml+xml"/>
  <Override PartName="/ppt/ink/ink1985.xml" ContentType="application/inkml+xml"/>
  <Override PartName="/ppt/ink/ink1986.xml" ContentType="application/inkml+xml"/>
  <Override PartName="/ppt/ink/ink1987.xml" ContentType="application/inkml+xml"/>
  <Override PartName="/ppt/ink/ink1988.xml" ContentType="application/inkml+xml"/>
  <Override PartName="/ppt/ink/ink1989.xml" ContentType="application/inkml+xml"/>
  <Override PartName="/ppt/ink/ink1990.xml" ContentType="application/inkml+xml"/>
  <Override PartName="/ppt/ink/ink1991.xml" ContentType="application/inkml+xml"/>
  <Override PartName="/ppt/ink/ink1992.xml" ContentType="application/inkml+xml"/>
  <Override PartName="/ppt/ink/ink1993.xml" ContentType="application/inkml+xml"/>
  <Override PartName="/ppt/ink/ink1994.xml" ContentType="application/inkml+xml"/>
  <Override PartName="/ppt/ink/ink1995.xml" ContentType="application/inkml+xml"/>
  <Override PartName="/ppt/ink/ink1996.xml" ContentType="application/inkml+xml"/>
  <Override PartName="/ppt/ink/ink1997.xml" ContentType="application/inkml+xml"/>
  <Override PartName="/ppt/ink/ink1998.xml" ContentType="application/inkml+xml"/>
  <Override PartName="/ppt/ink/ink1999.xml" ContentType="application/inkml+xml"/>
  <Override PartName="/ppt/ink/ink2000.xml" ContentType="application/inkml+xml"/>
  <Override PartName="/ppt/ink/ink2001.xml" ContentType="application/inkml+xml"/>
  <Override PartName="/ppt/ink/ink2002.xml" ContentType="application/inkml+xml"/>
  <Override PartName="/ppt/ink/ink2003.xml" ContentType="application/inkml+xml"/>
  <Override PartName="/ppt/ink/ink2004.xml" ContentType="application/inkml+xml"/>
  <Override PartName="/ppt/ink/ink2005.xml" ContentType="application/inkml+xml"/>
  <Override PartName="/ppt/ink/ink2006.xml" ContentType="application/inkml+xml"/>
  <Override PartName="/ppt/ink/ink2007.xml" ContentType="application/inkml+xml"/>
  <Override PartName="/ppt/ink/ink2008.xml" ContentType="application/inkml+xml"/>
  <Override PartName="/ppt/ink/ink2009.xml" ContentType="application/inkml+xml"/>
  <Override PartName="/ppt/ink/ink2010.xml" ContentType="application/inkml+xml"/>
  <Override PartName="/ppt/ink/ink2011.xml" ContentType="application/inkml+xml"/>
  <Override PartName="/ppt/ink/ink2012.xml" ContentType="application/inkml+xml"/>
  <Override PartName="/ppt/ink/ink2013.xml" ContentType="application/inkml+xml"/>
  <Override PartName="/ppt/ink/ink2014.xml" ContentType="application/inkml+xml"/>
  <Override PartName="/ppt/ink/ink2015.xml" ContentType="application/inkml+xml"/>
  <Override PartName="/ppt/ink/ink2016.xml" ContentType="application/inkml+xml"/>
  <Override PartName="/ppt/ink/ink2017.xml" ContentType="application/inkml+xml"/>
  <Override PartName="/ppt/ink/ink2018.xml" ContentType="application/inkml+xml"/>
  <Override PartName="/ppt/ink/ink2019.xml" ContentType="application/inkml+xml"/>
  <Override PartName="/ppt/ink/ink2020.xml" ContentType="application/inkml+xml"/>
  <Override PartName="/ppt/ink/ink2021.xml" ContentType="application/inkml+xml"/>
  <Override PartName="/ppt/ink/ink2022.xml" ContentType="application/inkml+xml"/>
  <Override PartName="/ppt/ink/ink2023.xml" ContentType="application/inkml+xml"/>
  <Override PartName="/ppt/ink/ink2024.xml" ContentType="application/inkml+xml"/>
  <Override PartName="/ppt/ink/ink2025.xml" ContentType="application/inkml+xml"/>
  <Override PartName="/ppt/ink/ink2026.xml" ContentType="application/inkml+xml"/>
  <Override PartName="/ppt/ink/ink2027.xml" ContentType="application/inkml+xml"/>
  <Override PartName="/ppt/ink/ink2028.xml" ContentType="application/inkml+xml"/>
  <Override PartName="/ppt/ink/ink2029.xml" ContentType="application/inkml+xml"/>
  <Override PartName="/ppt/ink/ink2030.xml" ContentType="application/inkml+xml"/>
  <Override PartName="/ppt/ink/ink2031.xml" ContentType="application/inkml+xml"/>
  <Override PartName="/ppt/ink/ink2032.xml" ContentType="application/inkml+xml"/>
  <Override PartName="/ppt/ink/ink2033.xml" ContentType="application/inkml+xml"/>
  <Override PartName="/ppt/ink/ink2034.xml" ContentType="application/inkml+xml"/>
  <Override PartName="/ppt/ink/ink2035.xml" ContentType="application/inkml+xml"/>
  <Override PartName="/ppt/ink/ink2036.xml" ContentType="application/inkml+xml"/>
  <Override PartName="/ppt/ink/ink2037.xml" ContentType="application/inkml+xml"/>
  <Override PartName="/ppt/ink/ink2038.xml" ContentType="application/inkml+xml"/>
  <Override PartName="/ppt/ink/ink2039.xml" ContentType="application/inkml+xml"/>
  <Override PartName="/ppt/ink/ink2040.xml" ContentType="application/inkml+xml"/>
  <Override PartName="/ppt/ink/ink2041.xml" ContentType="application/inkml+xml"/>
  <Override PartName="/ppt/ink/ink2042.xml" ContentType="application/inkml+xml"/>
  <Override PartName="/ppt/ink/ink2043.xml" ContentType="application/inkml+xml"/>
  <Override PartName="/ppt/ink/ink2044.xml" ContentType="application/inkml+xml"/>
  <Override PartName="/ppt/ink/ink2045.xml" ContentType="application/inkml+xml"/>
  <Override PartName="/ppt/ink/ink2046.xml" ContentType="application/inkml+xml"/>
  <Override PartName="/ppt/ink/ink2047.xml" ContentType="application/inkml+xml"/>
  <Override PartName="/ppt/ink/ink2048.xml" ContentType="application/inkml+xml"/>
  <Override PartName="/ppt/ink/ink2049.xml" ContentType="application/inkml+xml"/>
  <Override PartName="/ppt/ink/ink2050.xml" ContentType="application/inkml+xml"/>
  <Override PartName="/ppt/ink/ink2051.xml" ContentType="application/inkml+xml"/>
  <Override PartName="/ppt/ink/ink2052.xml" ContentType="application/inkml+xml"/>
  <Override PartName="/ppt/ink/ink2053.xml" ContentType="application/inkml+xml"/>
  <Override PartName="/ppt/ink/ink2054.xml" ContentType="application/inkml+xml"/>
  <Override PartName="/ppt/ink/ink2055.xml" ContentType="application/inkml+xml"/>
  <Override PartName="/ppt/ink/ink2056.xml" ContentType="application/inkml+xml"/>
  <Override PartName="/ppt/ink/ink2057.xml" ContentType="application/inkml+xml"/>
  <Override PartName="/ppt/ink/ink2058.xml" ContentType="application/inkml+xml"/>
  <Override PartName="/ppt/ink/ink2059.xml" ContentType="application/inkml+xml"/>
  <Override PartName="/ppt/ink/ink2060.xml" ContentType="application/inkml+xml"/>
  <Override PartName="/ppt/ink/ink2061.xml" ContentType="application/inkml+xml"/>
  <Override PartName="/ppt/ink/ink2062.xml" ContentType="application/inkml+xml"/>
  <Override PartName="/ppt/ink/ink2063.xml" ContentType="application/inkml+xml"/>
  <Override PartName="/ppt/ink/ink2064.xml" ContentType="application/inkml+xml"/>
  <Override PartName="/ppt/ink/ink2065.xml" ContentType="application/inkml+xml"/>
  <Override PartName="/ppt/ink/ink2066.xml" ContentType="application/inkml+xml"/>
  <Override PartName="/ppt/ink/ink2067.xml" ContentType="application/inkml+xml"/>
  <Override PartName="/ppt/ink/ink2068.xml" ContentType="application/inkml+xml"/>
  <Override PartName="/ppt/ink/ink2069.xml" ContentType="application/inkml+xml"/>
  <Override PartName="/ppt/ink/ink2070.xml" ContentType="application/inkml+xml"/>
  <Override PartName="/ppt/ink/ink2071.xml" ContentType="application/inkml+xml"/>
  <Override PartName="/ppt/ink/ink2072.xml" ContentType="application/inkml+xml"/>
  <Override PartName="/ppt/ink/ink2073.xml" ContentType="application/inkml+xml"/>
  <Override PartName="/ppt/ink/ink2074.xml" ContentType="application/inkml+xml"/>
  <Override PartName="/ppt/ink/ink2075.xml" ContentType="application/inkml+xml"/>
  <Override PartName="/ppt/ink/ink2076.xml" ContentType="application/inkml+xml"/>
  <Override PartName="/ppt/ink/ink2077.xml" ContentType="application/inkml+xml"/>
  <Override PartName="/ppt/ink/ink2078.xml" ContentType="application/inkml+xml"/>
  <Override PartName="/ppt/ink/ink2079.xml" ContentType="application/inkml+xml"/>
  <Override PartName="/ppt/ink/ink2080.xml" ContentType="application/inkml+xml"/>
  <Override PartName="/ppt/ink/ink2081.xml" ContentType="application/inkml+xml"/>
  <Override PartName="/ppt/ink/ink2082.xml" ContentType="application/inkml+xml"/>
  <Override PartName="/ppt/ink/ink2083.xml" ContentType="application/inkml+xml"/>
  <Override PartName="/ppt/ink/ink2084.xml" ContentType="application/inkml+xml"/>
  <Override PartName="/ppt/ink/ink2085.xml" ContentType="application/inkml+xml"/>
  <Override PartName="/ppt/ink/ink2086.xml" ContentType="application/inkml+xml"/>
  <Override PartName="/ppt/ink/ink2087.xml" ContentType="application/inkml+xml"/>
  <Override PartName="/ppt/ink/ink2088.xml" ContentType="application/inkml+xml"/>
  <Override PartName="/ppt/ink/ink2089.xml" ContentType="application/inkml+xml"/>
  <Override PartName="/ppt/ink/ink2090.xml" ContentType="application/inkml+xml"/>
  <Override PartName="/ppt/ink/ink2091.xml" ContentType="application/inkml+xml"/>
  <Override PartName="/ppt/ink/ink2092.xml" ContentType="application/inkml+xml"/>
  <Override PartName="/ppt/ink/ink2093.xml" ContentType="application/inkml+xml"/>
  <Override PartName="/ppt/ink/ink2094.xml" ContentType="application/inkml+xml"/>
  <Override PartName="/ppt/ink/ink2095.xml" ContentType="application/inkml+xml"/>
  <Override PartName="/ppt/ink/ink2096.xml" ContentType="application/inkml+xml"/>
  <Override PartName="/ppt/ink/ink2097.xml" ContentType="application/inkml+xml"/>
  <Override PartName="/ppt/ink/ink2098.xml" ContentType="application/inkml+xml"/>
  <Override PartName="/ppt/ink/ink2099.xml" ContentType="application/inkml+xml"/>
  <Override PartName="/ppt/ink/ink2100.xml" ContentType="application/inkml+xml"/>
  <Override PartName="/ppt/ink/ink2101.xml" ContentType="application/inkml+xml"/>
  <Override PartName="/ppt/ink/ink2102.xml" ContentType="application/inkml+xml"/>
  <Override PartName="/ppt/ink/ink2103.xml" ContentType="application/inkml+xml"/>
  <Override PartName="/ppt/ink/ink2104.xml" ContentType="application/inkml+xml"/>
  <Override PartName="/ppt/ink/ink2105.xml" ContentType="application/inkml+xml"/>
  <Override PartName="/ppt/ink/ink2106.xml" ContentType="application/inkml+xml"/>
  <Override PartName="/ppt/ink/ink2107.xml" ContentType="application/inkml+xml"/>
  <Override PartName="/ppt/ink/ink2108.xml" ContentType="application/inkml+xml"/>
  <Override PartName="/ppt/ink/ink2109.xml" ContentType="application/inkml+xml"/>
  <Override PartName="/ppt/ink/ink2110.xml" ContentType="application/inkml+xml"/>
  <Override PartName="/ppt/ink/ink2111.xml" ContentType="application/inkml+xml"/>
  <Override PartName="/ppt/ink/ink2112.xml" ContentType="application/inkml+xml"/>
  <Override PartName="/ppt/ink/ink2113.xml" ContentType="application/inkml+xml"/>
  <Override PartName="/ppt/ink/ink2114.xml" ContentType="application/inkml+xml"/>
  <Override PartName="/ppt/ink/ink2115.xml" ContentType="application/inkml+xml"/>
  <Override PartName="/ppt/ink/ink2116.xml" ContentType="application/inkml+xml"/>
  <Override PartName="/ppt/ink/ink2117.xml" ContentType="application/inkml+xml"/>
  <Override PartName="/ppt/ink/ink2118.xml" ContentType="application/inkml+xml"/>
  <Override PartName="/ppt/ink/ink2119.xml" ContentType="application/inkml+xml"/>
  <Override PartName="/ppt/ink/ink2120.xml" ContentType="application/inkml+xml"/>
  <Override PartName="/ppt/ink/ink2121.xml" ContentType="application/inkml+xml"/>
  <Override PartName="/ppt/ink/ink2122.xml" ContentType="application/inkml+xml"/>
  <Override PartName="/ppt/ink/ink2123.xml" ContentType="application/inkml+xml"/>
  <Override PartName="/ppt/ink/ink2124.xml" ContentType="application/inkml+xml"/>
  <Override PartName="/ppt/ink/ink2125.xml" ContentType="application/inkml+xml"/>
  <Override PartName="/ppt/ink/ink2126.xml" ContentType="application/inkml+xml"/>
  <Override PartName="/ppt/ink/ink2127.xml" ContentType="application/inkml+xml"/>
  <Override PartName="/ppt/ink/ink2128.xml" ContentType="application/inkml+xml"/>
  <Override PartName="/ppt/ink/ink2129.xml" ContentType="application/inkml+xml"/>
  <Override PartName="/ppt/ink/ink2130.xml" ContentType="application/inkml+xml"/>
  <Override PartName="/ppt/ink/ink2131.xml" ContentType="application/inkml+xml"/>
  <Override PartName="/ppt/ink/ink2132.xml" ContentType="application/inkml+xml"/>
  <Override PartName="/ppt/ink/ink2133.xml" ContentType="application/inkml+xml"/>
  <Override PartName="/ppt/ink/ink2134.xml" ContentType="application/inkml+xml"/>
  <Override PartName="/ppt/ink/ink2135.xml" ContentType="application/inkml+xml"/>
  <Override PartName="/ppt/ink/ink2136.xml" ContentType="application/inkml+xml"/>
  <Override PartName="/ppt/ink/ink2137.xml" ContentType="application/inkml+xml"/>
  <Override PartName="/ppt/ink/ink2138.xml" ContentType="application/inkml+xml"/>
  <Override PartName="/ppt/ink/ink2139.xml" ContentType="application/inkml+xml"/>
  <Override PartName="/ppt/ink/ink2140.xml" ContentType="application/inkml+xml"/>
  <Override PartName="/ppt/ink/ink2141.xml" ContentType="application/inkml+xml"/>
  <Override PartName="/ppt/ink/ink2142.xml" ContentType="application/inkml+xml"/>
  <Override PartName="/ppt/ink/ink2143.xml" ContentType="application/inkml+xml"/>
  <Override PartName="/ppt/ink/ink2144.xml" ContentType="application/inkml+xml"/>
  <Override PartName="/ppt/ink/ink2145.xml" ContentType="application/inkml+xml"/>
  <Override PartName="/ppt/ink/ink2146.xml" ContentType="application/inkml+xml"/>
  <Override PartName="/ppt/ink/ink2147.xml" ContentType="application/inkml+xml"/>
  <Override PartName="/ppt/ink/ink2148.xml" ContentType="application/inkml+xml"/>
  <Override PartName="/ppt/ink/ink2149.xml" ContentType="application/inkml+xml"/>
  <Override PartName="/ppt/ink/ink2150.xml" ContentType="application/inkml+xml"/>
  <Override PartName="/ppt/ink/ink2151.xml" ContentType="application/inkml+xml"/>
  <Override PartName="/ppt/ink/ink2152.xml" ContentType="application/inkml+xml"/>
  <Override PartName="/ppt/ink/ink2153.xml" ContentType="application/inkml+xml"/>
  <Override PartName="/ppt/ink/ink2154.xml" ContentType="application/inkml+xml"/>
  <Override PartName="/ppt/ink/ink2155.xml" ContentType="application/inkml+xml"/>
  <Override PartName="/ppt/ink/ink2156.xml" ContentType="application/inkml+xml"/>
  <Override PartName="/ppt/ink/ink2157.xml" ContentType="application/inkml+xml"/>
  <Override PartName="/ppt/ink/ink2158.xml" ContentType="application/inkml+xml"/>
  <Override PartName="/ppt/ink/ink2159.xml" ContentType="application/inkml+xml"/>
  <Override PartName="/ppt/ink/ink2160.xml" ContentType="application/inkml+xml"/>
  <Override PartName="/ppt/ink/ink2161.xml" ContentType="application/inkml+xml"/>
  <Override PartName="/ppt/ink/ink2162.xml" ContentType="application/inkml+xml"/>
  <Override PartName="/ppt/ink/ink2163.xml" ContentType="application/inkml+xml"/>
  <Override PartName="/ppt/ink/ink2164.xml" ContentType="application/inkml+xml"/>
  <Override PartName="/ppt/ink/ink2165.xml" ContentType="application/inkml+xml"/>
  <Override PartName="/ppt/ink/ink2166.xml" ContentType="application/inkml+xml"/>
  <Override PartName="/ppt/ink/ink2167.xml" ContentType="application/inkml+xml"/>
  <Override PartName="/ppt/ink/ink2168.xml" ContentType="application/inkml+xml"/>
  <Override PartName="/ppt/ink/ink2169.xml" ContentType="application/inkml+xml"/>
  <Override PartName="/ppt/ink/ink2170.xml" ContentType="application/inkml+xml"/>
  <Override PartName="/ppt/ink/ink2171.xml" ContentType="application/inkml+xml"/>
  <Override PartName="/ppt/ink/ink2172.xml" ContentType="application/inkml+xml"/>
  <Override PartName="/ppt/ink/ink2173.xml" ContentType="application/inkml+xml"/>
  <Override PartName="/ppt/ink/ink2174.xml" ContentType="application/inkml+xml"/>
  <Override PartName="/ppt/ink/ink2175.xml" ContentType="application/inkml+xml"/>
  <Override PartName="/ppt/ink/ink2176.xml" ContentType="application/inkml+xml"/>
  <Override PartName="/ppt/ink/ink2177.xml" ContentType="application/inkml+xml"/>
  <Override PartName="/ppt/ink/ink2178.xml" ContentType="application/inkml+xml"/>
  <Override PartName="/ppt/ink/ink2179.xml" ContentType="application/inkml+xml"/>
  <Override PartName="/ppt/ink/ink2180.xml" ContentType="application/inkml+xml"/>
  <Override PartName="/ppt/ink/ink2181.xml" ContentType="application/inkml+xml"/>
  <Override PartName="/ppt/ink/ink2182.xml" ContentType="application/inkml+xml"/>
  <Override PartName="/ppt/ink/ink2183.xml" ContentType="application/inkml+xml"/>
  <Override PartName="/ppt/ink/ink2184.xml" ContentType="application/inkml+xml"/>
  <Override PartName="/ppt/ink/ink2185.xml" ContentType="application/inkml+xml"/>
  <Override PartName="/ppt/ink/ink2186.xml" ContentType="application/inkml+xml"/>
  <Override PartName="/ppt/ink/ink2187.xml" ContentType="application/inkml+xml"/>
  <Override PartName="/ppt/ink/ink2188.xml" ContentType="application/inkml+xml"/>
  <Override PartName="/ppt/ink/ink2189.xml" ContentType="application/inkml+xml"/>
  <Override PartName="/ppt/ink/ink2190.xml" ContentType="application/inkml+xml"/>
  <Override PartName="/ppt/ink/ink2191.xml" ContentType="application/inkml+xml"/>
  <Override PartName="/ppt/ink/ink2192.xml" ContentType="application/inkml+xml"/>
  <Override PartName="/ppt/ink/ink2193.xml" ContentType="application/inkml+xml"/>
  <Override PartName="/ppt/ink/ink2194.xml" ContentType="application/inkml+xml"/>
  <Override PartName="/ppt/ink/ink2195.xml" ContentType="application/inkml+xml"/>
  <Override PartName="/ppt/ink/ink2196.xml" ContentType="application/inkml+xml"/>
  <Override PartName="/ppt/ink/ink2197.xml" ContentType="application/inkml+xml"/>
  <Override PartName="/ppt/ink/ink2198.xml" ContentType="application/inkml+xml"/>
  <Override PartName="/ppt/ink/ink2199.xml" ContentType="application/inkml+xml"/>
  <Override PartName="/ppt/ink/ink2200.xml" ContentType="application/inkml+xml"/>
  <Override PartName="/ppt/ink/ink2201.xml" ContentType="application/inkml+xml"/>
  <Override PartName="/ppt/ink/ink2202.xml" ContentType="application/inkml+xml"/>
  <Override PartName="/ppt/ink/ink2203.xml" ContentType="application/inkml+xml"/>
  <Override PartName="/ppt/ink/ink2204.xml" ContentType="application/inkml+xml"/>
  <Override PartName="/ppt/ink/ink2205.xml" ContentType="application/inkml+xml"/>
  <Override PartName="/ppt/ink/ink2206.xml" ContentType="application/inkml+xml"/>
  <Override PartName="/ppt/ink/ink2207.xml" ContentType="application/inkml+xml"/>
  <Override PartName="/ppt/ink/ink2208.xml" ContentType="application/inkml+xml"/>
  <Override PartName="/ppt/ink/ink2209.xml" ContentType="application/inkml+xml"/>
  <Override PartName="/ppt/ink/ink2210.xml" ContentType="application/inkml+xml"/>
  <Override PartName="/ppt/ink/ink2211.xml" ContentType="application/inkml+xml"/>
  <Override PartName="/ppt/ink/ink2212.xml" ContentType="application/inkml+xml"/>
  <Override PartName="/ppt/ink/ink2213.xml" ContentType="application/inkml+xml"/>
  <Override PartName="/ppt/ink/ink2214.xml" ContentType="application/inkml+xml"/>
  <Override PartName="/ppt/ink/ink2215.xml" ContentType="application/inkml+xml"/>
  <Override PartName="/ppt/ink/ink2216.xml" ContentType="application/inkml+xml"/>
  <Override PartName="/ppt/ink/ink2217.xml" ContentType="application/inkml+xml"/>
  <Override PartName="/ppt/ink/ink2218.xml" ContentType="application/inkml+xml"/>
  <Override PartName="/ppt/ink/ink2219.xml" ContentType="application/inkml+xml"/>
  <Override PartName="/ppt/ink/ink2220.xml" ContentType="application/inkml+xml"/>
  <Override PartName="/ppt/ink/ink2221.xml" ContentType="application/inkml+xml"/>
  <Override PartName="/ppt/ink/ink2222.xml" ContentType="application/inkml+xml"/>
  <Override PartName="/ppt/ink/ink2223.xml" ContentType="application/inkml+xml"/>
  <Override PartName="/ppt/ink/ink2224.xml" ContentType="application/inkml+xml"/>
  <Override PartName="/ppt/ink/ink2225.xml" ContentType="application/inkml+xml"/>
  <Override PartName="/ppt/ink/ink2226.xml" ContentType="application/inkml+xml"/>
  <Override PartName="/ppt/ink/ink2227.xml" ContentType="application/inkml+xml"/>
  <Override PartName="/ppt/notesSlides/notesSlide29.xml" ContentType="application/vnd.openxmlformats-officedocument.presentationml.notesSlide+xml"/>
  <Override PartName="/ppt/ink/ink2228.xml" ContentType="application/inkml+xml"/>
  <Override PartName="/ppt/ink/ink2229.xml" ContentType="application/inkml+xml"/>
  <Override PartName="/ppt/ink/ink2230.xml" ContentType="application/inkml+xml"/>
  <Override PartName="/ppt/ink/ink2231.xml" ContentType="application/inkml+xml"/>
  <Override PartName="/ppt/ink/ink2232.xml" ContentType="application/inkml+xml"/>
  <Override PartName="/ppt/ink/ink2233.xml" ContentType="application/inkml+xml"/>
  <Override PartName="/ppt/ink/ink2234.xml" ContentType="application/inkml+xml"/>
  <Override PartName="/ppt/ink/ink2235.xml" ContentType="application/inkml+xml"/>
  <Override PartName="/ppt/ink/ink2236.xml" ContentType="application/inkml+xml"/>
  <Override PartName="/ppt/ink/ink2237.xml" ContentType="application/inkml+xml"/>
  <Override PartName="/ppt/ink/ink2238.xml" ContentType="application/inkml+xml"/>
  <Override PartName="/ppt/ink/ink2239.xml" ContentType="application/inkml+xml"/>
  <Override PartName="/ppt/ink/ink2240.xml" ContentType="application/inkml+xml"/>
  <Override PartName="/ppt/ink/ink2241.xml" ContentType="application/inkml+xml"/>
  <Override PartName="/ppt/ink/ink2242.xml" ContentType="application/inkml+xml"/>
  <Override PartName="/ppt/ink/ink2243.xml" ContentType="application/inkml+xml"/>
  <Override PartName="/ppt/ink/ink2244.xml" ContentType="application/inkml+xml"/>
  <Override PartName="/ppt/ink/ink2245.xml" ContentType="application/inkml+xml"/>
  <Override PartName="/ppt/ink/ink2246.xml" ContentType="application/inkml+xml"/>
  <Override PartName="/ppt/ink/ink2247.xml" ContentType="application/inkml+xml"/>
  <Override PartName="/ppt/ink/ink2248.xml" ContentType="application/inkml+xml"/>
  <Override PartName="/ppt/ink/ink2249.xml" ContentType="application/inkml+xml"/>
  <Override PartName="/ppt/ink/ink2250.xml" ContentType="application/inkml+xml"/>
  <Override PartName="/ppt/ink/ink2251.xml" ContentType="application/inkml+xml"/>
  <Override PartName="/ppt/ink/ink2252.xml" ContentType="application/inkml+xml"/>
  <Override PartName="/ppt/ink/ink2253.xml" ContentType="application/inkml+xml"/>
  <Override PartName="/ppt/ink/ink2254.xml" ContentType="application/inkml+xml"/>
  <Override PartName="/ppt/ink/ink2255.xml" ContentType="application/inkml+xml"/>
  <Override PartName="/ppt/ink/ink2256.xml" ContentType="application/inkml+xml"/>
  <Override PartName="/ppt/ink/ink2257.xml" ContentType="application/inkml+xml"/>
  <Override PartName="/ppt/ink/ink2258.xml" ContentType="application/inkml+xml"/>
  <Override PartName="/ppt/ink/ink2259.xml" ContentType="application/inkml+xml"/>
  <Override PartName="/ppt/ink/ink2260.xml" ContentType="application/inkml+xml"/>
  <Override PartName="/ppt/ink/ink2261.xml" ContentType="application/inkml+xml"/>
  <Override PartName="/ppt/ink/ink2262.xml" ContentType="application/inkml+xml"/>
  <Override PartName="/ppt/ink/ink2263.xml" ContentType="application/inkml+xml"/>
  <Override PartName="/ppt/ink/ink2264.xml" ContentType="application/inkml+xml"/>
  <Override PartName="/ppt/ink/ink2265.xml" ContentType="application/inkml+xml"/>
  <Override PartName="/ppt/ink/ink2266.xml" ContentType="application/inkml+xml"/>
  <Override PartName="/ppt/ink/ink2267.xml" ContentType="application/inkml+xml"/>
  <Override PartName="/ppt/ink/ink2268.xml" ContentType="application/inkml+xml"/>
  <Override PartName="/ppt/ink/ink2269.xml" ContentType="application/inkml+xml"/>
  <Override PartName="/ppt/ink/ink2270.xml" ContentType="application/inkml+xml"/>
  <Override PartName="/ppt/ink/ink2271.xml" ContentType="application/inkml+xml"/>
  <Override PartName="/ppt/ink/ink2272.xml" ContentType="application/inkml+xml"/>
  <Override PartName="/ppt/ink/ink2273.xml" ContentType="application/inkml+xml"/>
  <Override PartName="/ppt/ink/ink2274.xml" ContentType="application/inkml+xml"/>
  <Override PartName="/ppt/ink/ink2275.xml" ContentType="application/inkml+xml"/>
  <Override PartName="/ppt/ink/ink2276.xml" ContentType="application/inkml+xml"/>
  <Override PartName="/ppt/ink/ink2277.xml" ContentType="application/inkml+xml"/>
  <Override PartName="/ppt/ink/ink2278.xml" ContentType="application/inkml+xml"/>
  <Override PartName="/ppt/ink/ink2279.xml" ContentType="application/inkml+xml"/>
  <Override PartName="/ppt/ink/ink2280.xml" ContentType="application/inkml+xml"/>
  <Override PartName="/ppt/ink/ink2281.xml" ContentType="application/inkml+xml"/>
  <Override PartName="/ppt/ink/ink2282.xml" ContentType="application/inkml+xml"/>
  <Override PartName="/ppt/ink/ink2283.xml" ContentType="application/inkml+xml"/>
  <Override PartName="/ppt/ink/ink2284.xml" ContentType="application/inkml+xml"/>
  <Override PartName="/ppt/ink/ink2285.xml" ContentType="application/inkml+xml"/>
  <Override PartName="/ppt/ink/ink2286.xml" ContentType="application/inkml+xml"/>
  <Override PartName="/ppt/ink/ink2287.xml" ContentType="application/inkml+xml"/>
  <Override PartName="/ppt/ink/ink2288.xml" ContentType="application/inkml+xml"/>
  <Override PartName="/ppt/ink/ink2289.xml" ContentType="application/inkml+xml"/>
  <Override PartName="/ppt/ink/ink2290.xml" ContentType="application/inkml+xml"/>
  <Override PartName="/ppt/ink/ink2291.xml" ContentType="application/inkml+xml"/>
  <Override PartName="/ppt/ink/ink2292.xml" ContentType="application/inkml+xml"/>
  <Override PartName="/ppt/ink/ink2293.xml" ContentType="application/inkml+xml"/>
  <Override PartName="/ppt/ink/ink2294.xml" ContentType="application/inkml+xml"/>
  <Override PartName="/ppt/ink/ink2295.xml" ContentType="application/inkml+xml"/>
  <Override PartName="/ppt/ink/ink2296.xml" ContentType="application/inkml+xml"/>
  <Override PartName="/ppt/ink/ink2297.xml" ContentType="application/inkml+xml"/>
  <Override PartName="/ppt/notesSlides/notesSlide30.xml" ContentType="application/vnd.openxmlformats-officedocument.presentationml.notesSlide+xml"/>
  <Override PartName="/ppt/ink/ink2298.xml" ContentType="application/inkml+xml"/>
  <Override PartName="/ppt/ink/ink2299.xml" ContentType="application/inkml+xml"/>
  <Override PartName="/ppt/ink/ink2300.xml" ContentType="application/inkml+xml"/>
  <Override PartName="/ppt/ink/ink2301.xml" ContentType="application/inkml+xml"/>
  <Override PartName="/ppt/ink/ink2302.xml" ContentType="application/inkml+xml"/>
  <Override PartName="/ppt/ink/ink2303.xml" ContentType="application/inkml+xml"/>
  <Override PartName="/ppt/ink/ink2304.xml" ContentType="application/inkml+xml"/>
  <Override PartName="/ppt/ink/ink2305.xml" ContentType="application/inkml+xml"/>
  <Override PartName="/ppt/ink/ink2306.xml" ContentType="application/inkml+xml"/>
  <Override PartName="/ppt/ink/ink2307.xml" ContentType="application/inkml+xml"/>
  <Override PartName="/ppt/ink/ink2308.xml" ContentType="application/inkml+xml"/>
  <Override PartName="/ppt/ink/ink2309.xml" ContentType="application/inkml+xml"/>
  <Override PartName="/ppt/ink/ink2310.xml" ContentType="application/inkml+xml"/>
  <Override PartName="/ppt/ink/ink2311.xml" ContentType="application/inkml+xml"/>
  <Override PartName="/ppt/ink/ink2312.xml" ContentType="application/inkml+xml"/>
  <Override PartName="/ppt/ink/ink2313.xml" ContentType="application/inkml+xml"/>
  <Override PartName="/ppt/ink/ink2314.xml" ContentType="application/inkml+xml"/>
  <Override PartName="/ppt/ink/ink2315.xml" ContentType="application/inkml+xml"/>
  <Override PartName="/ppt/ink/ink2316.xml" ContentType="application/inkml+xml"/>
  <Override PartName="/ppt/ink/ink2317.xml" ContentType="application/inkml+xml"/>
  <Override PartName="/ppt/ink/ink2318.xml" ContentType="application/inkml+xml"/>
  <Override PartName="/ppt/ink/ink2319.xml" ContentType="application/inkml+xml"/>
  <Override PartName="/ppt/ink/ink2320.xml" ContentType="application/inkml+xml"/>
  <Override PartName="/ppt/ink/ink2321.xml" ContentType="application/inkml+xml"/>
  <Override PartName="/ppt/ink/ink2322.xml" ContentType="application/inkml+xml"/>
  <Override PartName="/ppt/ink/ink2323.xml" ContentType="application/inkml+xml"/>
  <Override PartName="/ppt/ink/ink2324.xml" ContentType="application/inkml+xml"/>
  <Override PartName="/ppt/ink/ink2325.xml" ContentType="application/inkml+xml"/>
  <Override PartName="/ppt/ink/ink2326.xml" ContentType="application/inkml+xml"/>
  <Override PartName="/ppt/ink/ink2327.xml" ContentType="application/inkml+xml"/>
  <Override PartName="/ppt/ink/ink2328.xml" ContentType="application/inkml+xml"/>
  <Override PartName="/ppt/ink/ink2329.xml" ContentType="application/inkml+xml"/>
  <Override PartName="/ppt/ink/ink2330.xml" ContentType="application/inkml+xml"/>
  <Override PartName="/ppt/ink/ink2331.xml" ContentType="application/inkml+xml"/>
  <Override PartName="/ppt/ink/ink2332.xml" ContentType="application/inkml+xml"/>
  <Override PartName="/ppt/ink/ink2333.xml" ContentType="application/inkml+xml"/>
  <Override PartName="/ppt/ink/ink2334.xml" ContentType="application/inkml+xml"/>
  <Override PartName="/ppt/ink/ink2335.xml" ContentType="application/inkml+xml"/>
  <Override PartName="/ppt/ink/ink2336.xml" ContentType="application/inkml+xml"/>
  <Override PartName="/ppt/ink/ink2337.xml" ContentType="application/inkml+xml"/>
  <Override PartName="/ppt/ink/ink2338.xml" ContentType="application/inkml+xml"/>
  <Override PartName="/ppt/ink/ink2339.xml" ContentType="application/inkml+xml"/>
  <Override PartName="/ppt/ink/ink2340.xml" ContentType="application/inkml+xml"/>
  <Override PartName="/ppt/ink/ink2341.xml" ContentType="application/inkml+xml"/>
  <Override PartName="/ppt/ink/ink2342.xml" ContentType="application/inkml+xml"/>
  <Override PartName="/ppt/ink/ink2343.xml" ContentType="application/inkml+xml"/>
  <Override PartName="/ppt/ink/ink2344.xml" ContentType="application/inkml+xml"/>
  <Override PartName="/ppt/ink/ink2345.xml" ContentType="application/inkml+xml"/>
  <Override PartName="/ppt/ink/ink2346.xml" ContentType="application/inkml+xml"/>
  <Override PartName="/ppt/ink/ink2347.xml" ContentType="application/inkml+xml"/>
  <Override PartName="/ppt/ink/ink2348.xml" ContentType="application/inkml+xml"/>
  <Override PartName="/ppt/ink/ink2349.xml" ContentType="application/inkml+xml"/>
  <Override PartName="/ppt/ink/ink2350.xml" ContentType="application/inkml+xml"/>
  <Override PartName="/ppt/ink/ink2351.xml" ContentType="application/inkml+xml"/>
  <Override PartName="/ppt/ink/ink2352.xml" ContentType="application/inkml+xml"/>
  <Override PartName="/ppt/ink/ink2353.xml" ContentType="application/inkml+xml"/>
  <Override PartName="/ppt/ink/ink2354.xml" ContentType="application/inkml+xml"/>
  <Override PartName="/ppt/ink/ink2355.xml" ContentType="application/inkml+xml"/>
  <Override PartName="/ppt/ink/ink2356.xml" ContentType="application/inkml+xml"/>
  <Override PartName="/ppt/ink/ink2357.xml" ContentType="application/inkml+xml"/>
  <Override PartName="/ppt/ink/ink2358.xml" ContentType="application/inkml+xml"/>
  <Override PartName="/ppt/ink/ink2359.xml" ContentType="application/inkml+xml"/>
  <Override PartName="/ppt/ink/ink2360.xml" ContentType="application/inkml+xml"/>
  <Override PartName="/ppt/ink/ink2361.xml" ContentType="application/inkml+xml"/>
  <Override PartName="/ppt/ink/ink2362.xml" ContentType="application/inkml+xml"/>
  <Override PartName="/ppt/ink/ink2363.xml" ContentType="application/inkml+xml"/>
  <Override PartName="/ppt/ink/ink2364.xml" ContentType="application/inkml+xml"/>
  <Override PartName="/ppt/ink/ink2365.xml" ContentType="application/inkml+xml"/>
  <Override PartName="/ppt/ink/ink2366.xml" ContentType="application/inkml+xml"/>
  <Override PartName="/ppt/ink/ink2367.xml" ContentType="application/inkml+xml"/>
  <Override PartName="/ppt/ink/ink2368.xml" ContentType="application/inkml+xml"/>
  <Override PartName="/ppt/ink/ink2369.xml" ContentType="application/inkml+xml"/>
  <Override PartName="/ppt/ink/ink2370.xml" ContentType="application/inkml+xml"/>
  <Override PartName="/ppt/ink/ink2371.xml" ContentType="application/inkml+xml"/>
  <Override PartName="/ppt/ink/ink2372.xml" ContentType="application/inkml+xml"/>
  <Override PartName="/ppt/ink/ink2373.xml" ContentType="application/inkml+xml"/>
  <Override PartName="/ppt/ink/ink2374.xml" ContentType="application/inkml+xml"/>
  <Override PartName="/ppt/ink/ink2375.xml" ContentType="application/inkml+xml"/>
  <Override PartName="/ppt/ink/ink2376.xml" ContentType="application/inkml+xml"/>
  <Override PartName="/ppt/ink/ink2377.xml" ContentType="application/inkml+xml"/>
  <Override PartName="/ppt/ink/ink2378.xml" ContentType="application/inkml+xml"/>
  <Override PartName="/ppt/ink/ink2379.xml" ContentType="application/inkml+xml"/>
  <Override PartName="/ppt/ink/ink2380.xml" ContentType="application/inkml+xml"/>
  <Override PartName="/ppt/ink/ink2381.xml" ContentType="application/inkml+xml"/>
  <Override PartName="/ppt/ink/ink2382.xml" ContentType="application/inkml+xml"/>
  <Override PartName="/ppt/ink/ink2383.xml" ContentType="application/inkml+xml"/>
  <Override PartName="/ppt/ink/ink2384.xml" ContentType="application/inkml+xml"/>
  <Override PartName="/ppt/ink/ink2385.xml" ContentType="application/inkml+xml"/>
  <Override PartName="/ppt/ink/ink2386.xml" ContentType="application/inkml+xml"/>
  <Override PartName="/ppt/ink/ink2387.xml" ContentType="application/inkml+xml"/>
  <Override PartName="/ppt/ink/ink2388.xml" ContentType="application/inkml+xml"/>
  <Override PartName="/ppt/ink/ink2389.xml" ContentType="application/inkml+xml"/>
  <Override PartName="/ppt/ink/ink2390.xml" ContentType="application/inkml+xml"/>
  <Override PartName="/ppt/ink/ink2391.xml" ContentType="application/inkml+xml"/>
  <Override PartName="/ppt/ink/ink2392.xml" ContentType="application/inkml+xml"/>
  <Override PartName="/ppt/ink/ink2393.xml" ContentType="application/inkml+xml"/>
  <Override PartName="/ppt/ink/ink2394.xml" ContentType="application/inkml+xml"/>
  <Override PartName="/ppt/ink/ink2395.xml" ContentType="application/inkml+xml"/>
  <Override PartName="/ppt/ink/ink2396.xml" ContentType="application/inkml+xml"/>
  <Override PartName="/ppt/ink/ink2397.xml" ContentType="application/inkml+xml"/>
  <Override PartName="/ppt/ink/ink2398.xml" ContentType="application/inkml+xml"/>
  <Override PartName="/ppt/ink/ink2399.xml" ContentType="application/inkml+xml"/>
  <Override PartName="/ppt/ink/ink2400.xml" ContentType="application/inkml+xml"/>
  <Override PartName="/ppt/ink/ink2401.xml" ContentType="application/inkml+xml"/>
  <Override PartName="/ppt/ink/ink2402.xml" ContentType="application/inkml+xml"/>
  <Override PartName="/ppt/ink/ink2403.xml" ContentType="application/inkml+xml"/>
  <Override PartName="/ppt/ink/ink2404.xml" ContentType="application/inkml+xml"/>
  <Override PartName="/ppt/ink/ink2405.xml" ContentType="application/inkml+xml"/>
  <Override PartName="/ppt/ink/ink2406.xml" ContentType="application/inkml+xml"/>
  <Override PartName="/ppt/ink/ink2407.xml" ContentType="application/inkml+xml"/>
  <Override PartName="/ppt/ink/ink2408.xml" ContentType="application/inkml+xml"/>
  <Override PartName="/ppt/ink/ink2409.xml" ContentType="application/inkml+xml"/>
  <Override PartName="/ppt/ink/ink2410.xml" ContentType="application/inkml+xml"/>
  <Override PartName="/ppt/ink/ink2411.xml" ContentType="application/inkml+xml"/>
  <Override PartName="/ppt/ink/ink2412.xml" ContentType="application/inkml+xml"/>
  <Override PartName="/ppt/ink/ink2413.xml" ContentType="application/inkml+xml"/>
  <Override PartName="/ppt/ink/ink2414.xml" ContentType="application/inkml+xml"/>
  <Override PartName="/ppt/ink/ink2415.xml" ContentType="application/inkml+xml"/>
  <Override PartName="/ppt/ink/ink2416.xml" ContentType="application/inkml+xml"/>
  <Override PartName="/ppt/ink/ink2417.xml" ContentType="application/inkml+xml"/>
  <Override PartName="/ppt/ink/ink2418.xml" ContentType="application/inkml+xml"/>
  <Override PartName="/ppt/ink/ink2419.xml" ContentType="application/inkml+xml"/>
  <Override PartName="/ppt/ink/ink2420.xml" ContentType="application/inkml+xml"/>
  <Override PartName="/ppt/ink/ink2421.xml" ContentType="application/inkml+xml"/>
  <Override PartName="/ppt/ink/ink2422.xml" ContentType="application/inkml+xml"/>
  <Override PartName="/ppt/ink/ink2423.xml" ContentType="application/inkml+xml"/>
  <Override PartName="/ppt/ink/ink2424.xml" ContentType="application/inkml+xml"/>
  <Override PartName="/ppt/ink/ink2425.xml" ContentType="application/inkml+xml"/>
  <Override PartName="/ppt/ink/ink2426.xml" ContentType="application/inkml+xml"/>
  <Override PartName="/ppt/ink/ink2427.xml" ContentType="application/inkml+xml"/>
  <Override PartName="/ppt/ink/ink2428.xml" ContentType="application/inkml+xml"/>
  <Override PartName="/ppt/ink/ink2429.xml" ContentType="application/inkml+xml"/>
  <Override PartName="/ppt/ink/ink2430.xml" ContentType="application/inkml+xml"/>
  <Override PartName="/ppt/ink/ink2431.xml" ContentType="application/inkml+xml"/>
  <Override PartName="/ppt/ink/ink2432.xml" ContentType="application/inkml+xml"/>
  <Override PartName="/ppt/ink/ink2433.xml" ContentType="application/inkml+xml"/>
  <Override PartName="/ppt/ink/ink2434.xml" ContentType="application/inkml+xml"/>
  <Override PartName="/ppt/ink/ink2435.xml" ContentType="application/inkml+xml"/>
  <Override PartName="/ppt/ink/ink2436.xml" ContentType="application/inkml+xml"/>
  <Override PartName="/ppt/ink/ink2437.xml" ContentType="application/inkml+xml"/>
  <Override PartName="/ppt/ink/ink2438.xml" ContentType="application/inkml+xml"/>
  <Override PartName="/ppt/ink/ink2439.xml" ContentType="application/inkml+xml"/>
  <Override PartName="/ppt/ink/ink2440.xml" ContentType="application/inkml+xml"/>
  <Override PartName="/ppt/ink/ink2441.xml" ContentType="application/inkml+xml"/>
  <Override PartName="/ppt/ink/ink2442.xml" ContentType="application/inkml+xml"/>
  <Override PartName="/ppt/ink/ink2443.xml" ContentType="application/inkml+xml"/>
  <Override PartName="/ppt/ink/ink2444.xml" ContentType="application/inkml+xml"/>
  <Override PartName="/ppt/ink/ink2445.xml" ContentType="application/inkml+xml"/>
  <Override PartName="/ppt/ink/ink2446.xml" ContentType="application/inkml+xml"/>
  <Override PartName="/ppt/ink/ink2447.xml" ContentType="application/inkml+xml"/>
  <Override PartName="/ppt/ink/ink2448.xml" ContentType="application/inkml+xml"/>
  <Override PartName="/ppt/ink/ink2449.xml" ContentType="application/inkml+xml"/>
  <Override PartName="/ppt/ink/ink2450.xml" ContentType="application/inkml+xml"/>
  <Override PartName="/ppt/ink/ink2451.xml" ContentType="application/inkml+xml"/>
  <Override PartName="/ppt/ink/ink2452.xml" ContentType="application/inkml+xml"/>
  <Override PartName="/ppt/ink/ink2453.xml" ContentType="application/inkml+xml"/>
  <Override PartName="/ppt/ink/ink2454.xml" ContentType="application/inkml+xml"/>
  <Override PartName="/ppt/ink/ink2455.xml" ContentType="application/inkml+xml"/>
  <Override PartName="/ppt/ink/ink2456.xml" ContentType="application/inkml+xml"/>
  <Override PartName="/ppt/ink/ink2457.xml" ContentType="application/inkml+xml"/>
  <Override PartName="/ppt/ink/ink2458.xml" ContentType="application/inkml+xml"/>
  <Override PartName="/ppt/ink/ink2459.xml" ContentType="application/inkml+xml"/>
  <Override PartName="/ppt/ink/ink2460.xml" ContentType="application/inkml+xml"/>
  <Override PartName="/ppt/ink/ink2461.xml" ContentType="application/inkml+xml"/>
  <Override PartName="/ppt/ink/ink2462.xml" ContentType="application/inkml+xml"/>
  <Override PartName="/ppt/ink/ink2463.xml" ContentType="application/inkml+xml"/>
  <Override PartName="/ppt/ink/ink2464.xml" ContentType="application/inkml+xml"/>
  <Override PartName="/ppt/ink/ink2465.xml" ContentType="application/inkml+xml"/>
  <Override PartName="/ppt/ink/ink2466.xml" ContentType="application/inkml+xml"/>
  <Override PartName="/ppt/ink/ink2467.xml" ContentType="application/inkml+xml"/>
  <Override PartName="/ppt/ink/ink2468.xml" ContentType="application/inkml+xml"/>
  <Override PartName="/ppt/ink/ink2469.xml" ContentType="application/inkml+xml"/>
  <Override PartName="/ppt/ink/ink2470.xml" ContentType="application/inkml+xml"/>
  <Override PartName="/ppt/ink/ink2471.xml" ContentType="application/inkml+xml"/>
  <Override PartName="/ppt/ink/ink2472.xml" ContentType="application/inkml+xml"/>
  <Override PartName="/ppt/ink/ink2473.xml" ContentType="application/inkml+xml"/>
  <Override PartName="/ppt/ink/ink2474.xml" ContentType="application/inkml+xml"/>
  <Override PartName="/ppt/ink/ink2475.xml" ContentType="application/inkml+xml"/>
  <Override PartName="/ppt/ink/ink2476.xml" ContentType="application/inkml+xml"/>
  <Override PartName="/ppt/ink/ink2477.xml" ContentType="application/inkml+xml"/>
  <Override PartName="/ppt/ink/ink2478.xml" ContentType="application/inkml+xml"/>
  <Override PartName="/ppt/ink/ink2479.xml" ContentType="application/inkml+xml"/>
  <Override PartName="/ppt/ink/ink2480.xml" ContentType="application/inkml+xml"/>
  <Override PartName="/ppt/ink/ink2481.xml" ContentType="application/inkml+xml"/>
  <Override PartName="/ppt/ink/ink2482.xml" ContentType="application/inkml+xml"/>
  <Override PartName="/ppt/ink/ink2483.xml" ContentType="application/inkml+xml"/>
  <Override PartName="/ppt/ink/ink2484.xml" ContentType="application/inkml+xml"/>
  <Override PartName="/ppt/ink/ink2485.xml" ContentType="application/inkml+xml"/>
  <Override PartName="/ppt/ink/ink2486.xml" ContentType="application/inkml+xml"/>
  <Override PartName="/ppt/ink/ink2487.xml" ContentType="application/inkml+xml"/>
  <Override PartName="/ppt/ink/ink2488.xml" ContentType="application/inkml+xml"/>
  <Override PartName="/ppt/ink/ink2489.xml" ContentType="application/inkml+xml"/>
  <Override PartName="/ppt/ink/ink2490.xml" ContentType="application/inkml+xml"/>
  <Override PartName="/ppt/ink/ink2491.xml" ContentType="application/inkml+xml"/>
  <Override PartName="/ppt/ink/ink2492.xml" ContentType="application/inkml+xml"/>
  <Override PartName="/ppt/ink/ink2493.xml" ContentType="application/inkml+xml"/>
  <Override PartName="/ppt/ink/ink2494.xml" ContentType="application/inkml+xml"/>
  <Override PartName="/ppt/ink/ink2495.xml" ContentType="application/inkml+xml"/>
  <Override PartName="/ppt/ink/ink2496.xml" ContentType="application/inkml+xml"/>
  <Override PartName="/ppt/ink/ink2497.xml" ContentType="application/inkml+xml"/>
  <Override PartName="/ppt/ink/ink2498.xml" ContentType="application/inkml+xml"/>
  <Override PartName="/ppt/ink/ink2499.xml" ContentType="application/inkml+xml"/>
  <Override PartName="/ppt/ink/ink2500.xml" ContentType="application/inkml+xml"/>
  <Override PartName="/ppt/ink/ink2501.xml" ContentType="application/inkml+xml"/>
  <Override PartName="/ppt/ink/ink2502.xml" ContentType="application/inkml+xml"/>
  <Override PartName="/ppt/ink/ink2503.xml" ContentType="application/inkml+xml"/>
  <Override PartName="/ppt/ink/ink2504.xml" ContentType="application/inkml+xml"/>
  <Override PartName="/ppt/ink/ink2505.xml" ContentType="application/inkml+xml"/>
  <Override PartName="/ppt/ink/ink2506.xml" ContentType="application/inkml+xml"/>
  <Override PartName="/ppt/ink/ink2507.xml" ContentType="application/inkml+xml"/>
  <Override PartName="/ppt/ink/ink2508.xml" ContentType="application/inkml+xml"/>
  <Override PartName="/ppt/ink/ink2509.xml" ContentType="application/inkml+xml"/>
  <Override PartName="/ppt/ink/ink2510.xml" ContentType="application/inkml+xml"/>
  <Override PartName="/ppt/ink/ink2511.xml" ContentType="application/inkml+xml"/>
  <Override PartName="/ppt/ink/ink2512.xml" ContentType="application/inkml+xml"/>
  <Override PartName="/ppt/ink/ink2513.xml" ContentType="application/inkml+xml"/>
  <Override PartName="/ppt/ink/ink2514.xml" ContentType="application/inkml+xml"/>
  <Override PartName="/ppt/ink/ink2515.xml" ContentType="application/inkml+xml"/>
  <Override PartName="/ppt/ink/ink2516.xml" ContentType="application/inkml+xml"/>
  <Override PartName="/ppt/ink/ink2517.xml" ContentType="application/inkml+xml"/>
  <Override PartName="/ppt/ink/ink2518.xml" ContentType="application/inkml+xml"/>
  <Override PartName="/ppt/ink/ink2519.xml" ContentType="application/inkml+xml"/>
  <Override PartName="/ppt/ink/ink2520.xml" ContentType="application/inkml+xml"/>
  <Override PartName="/ppt/ink/ink2521.xml" ContentType="application/inkml+xml"/>
  <Override PartName="/ppt/ink/ink2522.xml" ContentType="application/inkml+xml"/>
  <Override PartName="/ppt/ink/ink2523.xml" ContentType="application/inkml+xml"/>
  <Override PartName="/ppt/ink/ink2524.xml" ContentType="application/inkml+xml"/>
  <Override PartName="/ppt/ink/ink2525.xml" ContentType="application/inkml+xml"/>
  <Override PartName="/ppt/ink/ink2526.xml" ContentType="application/inkml+xml"/>
  <Override PartName="/ppt/ink/ink2527.xml" ContentType="application/inkml+xml"/>
  <Override PartName="/ppt/ink/ink2528.xml" ContentType="application/inkml+xml"/>
  <Override PartName="/ppt/ink/ink2529.xml" ContentType="application/inkml+xml"/>
  <Override PartName="/ppt/ink/ink2530.xml" ContentType="application/inkml+xml"/>
  <Override PartName="/ppt/ink/ink2531.xml" ContentType="application/inkml+xml"/>
  <Override PartName="/ppt/ink/ink2532.xml" ContentType="application/inkml+xml"/>
  <Override PartName="/ppt/ink/ink2533.xml" ContentType="application/inkml+xml"/>
  <Override PartName="/ppt/ink/ink2534.xml" ContentType="application/inkml+xml"/>
  <Override PartName="/ppt/ink/ink2535.xml" ContentType="application/inkml+xml"/>
  <Override PartName="/ppt/ink/ink2536.xml" ContentType="application/inkml+xml"/>
  <Override PartName="/ppt/ink/ink2537.xml" ContentType="application/inkml+xml"/>
  <Override PartName="/ppt/ink/ink2538.xml" ContentType="application/inkml+xml"/>
  <Override PartName="/ppt/ink/ink2539.xml" ContentType="application/inkml+xml"/>
  <Override PartName="/ppt/ink/ink2540.xml" ContentType="application/inkml+xml"/>
  <Override PartName="/ppt/ink/ink2541.xml" ContentType="application/inkml+xml"/>
  <Override PartName="/ppt/ink/ink2542.xml" ContentType="application/inkml+xml"/>
  <Override PartName="/ppt/ink/ink2543.xml" ContentType="application/inkml+xml"/>
  <Override PartName="/ppt/ink/ink2544.xml" ContentType="application/inkml+xml"/>
  <Override PartName="/ppt/ink/ink2545.xml" ContentType="application/inkml+xml"/>
  <Override PartName="/ppt/ink/ink2546.xml" ContentType="application/inkml+xml"/>
  <Override PartName="/ppt/ink/ink2547.xml" ContentType="application/inkml+xml"/>
  <Override PartName="/ppt/ink/ink2548.xml" ContentType="application/inkml+xml"/>
  <Override PartName="/ppt/ink/ink2549.xml" ContentType="application/inkml+xml"/>
  <Override PartName="/ppt/ink/ink2550.xml" ContentType="application/inkml+xml"/>
  <Override PartName="/ppt/ink/ink2551.xml" ContentType="application/inkml+xml"/>
  <Override PartName="/ppt/ink/ink2552.xml" ContentType="application/inkml+xml"/>
  <Override PartName="/ppt/ink/ink2553.xml" ContentType="application/inkml+xml"/>
  <Override PartName="/ppt/ink/ink2554.xml" ContentType="application/inkml+xml"/>
  <Override PartName="/ppt/ink/ink2555.xml" ContentType="application/inkml+xml"/>
  <Override PartName="/ppt/ink/ink2556.xml" ContentType="application/inkml+xml"/>
  <Override PartName="/ppt/ink/ink2557.xml" ContentType="application/inkml+xml"/>
  <Override PartName="/ppt/ink/ink2558.xml" ContentType="application/inkml+xml"/>
  <Override PartName="/ppt/ink/ink2559.xml" ContentType="application/inkml+xml"/>
  <Override PartName="/ppt/ink/ink2560.xml" ContentType="application/inkml+xml"/>
  <Override PartName="/ppt/ink/ink2561.xml" ContentType="application/inkml+xml"/>
  <Override PartName="/ppt/ink/ink2562.xml" ContentType="application/inkml+xml"/>
  <Override PartName="/ppt/ink/ink2563.xml" ContentType="application/inkml+xml"/>
  <Override PartName="/ppt/ink/ink2564.xml" ContentType="application/inkml+xml"/>
  <Override PartName="/ppt/ink/ink2565.xml" ContentType="application/inkml+xml"/>
  <Override PartName="/ppt/ink/ink2566.xml" ContentType="application/inkml+xml"/>
  <Override PartName="/ppt/ink/ink2567.xml" ContentType="application/inkml+xml"/>
  <Override PartName="/ppt/ink/ink2568.xml" ContentType="application/inkml+xml"/>
  <Override PartName="/ppt/ink/ink2569.xml" ContentType="application/inkml+xml"/>
  <Override PartName="/ppt/ink/ink2570.xml" ContentType="application/inkml+xml"/>
  <Override PartName="/ppt/ink/ink2571.xml" ContentType="application/inkml+xml"/>
  <Override PartName="/ppt/ink/ink2572.xml" ContentType="application/inkml+xml"/>
  <Override PartName="/ppt/ink/ink2573.xml" ContentType="application/inkml+xml"/>
  <Override PartName="/ppt/ink/ink2574.xml" ContentType="application/inkml+xml"/>
  <Override PartName="/ppt/ink/ink2575.xml" ContentType="application/inkml+xml"/>
  <Override PartName="/ppt/ink/ink2576.xml" ContentType="application/inkml+xml"/>
  <Override PartName="/ppt/ink/ink2577.xml" ContentType="application/inkml+xml"/>
  <Override PartName="/ppt/ink/ink2578.xml" ContentType="application/inkml+xml"/>
  <Override PartName="/ppt/ink/ink2579.xml" ContentType="application/inkml+xml"/>
  <Override PartName="/ppt/ink/ink2580.xml" ContentType="application/inkml+xml"/>
  <Override PartName="/ppt/ink/ink2581.xml" ContentType="application/inkml+xml"/>
  <Override PartName="/ppt/ink/ink2582.xml" ContentType="application/inkml+xml"/>
  <Override PartName="/ppt/ink/ink2583.xml" ContentType="application/inkml+xml"/>
  <Override PartName="/ppt/ink/ink2584.xml" ContentType="application/inkml+xml"/>
  <Override PartName="/ppt/ink/ink2585.xml" ContentType="application/inkml+xml"/>
  <Override PartName="/ppt/ink/ink2586.xml" ContentType="application/inkml+xml"/>
  <Override PartName="/ppt/ink/ink2587.xml" ContentType="application/inkml+xml"/>
  <Override PartName="/ppt/ink/ink2588.xml" ContentType="application/inkml+xml"/>
  <Override PartName="/ppt/ink/ink2589.xml" ContentType="application/inkml+xml"/>
  <Override PartName="/ppt/ink/ink2590.xml" ContentType="application/inkml+xml"/>
  <Override PartName="/ppt/ink/ink2591.xml" ContentType="application/inkml+xml"/>
  <Override PartName="/ppt/ink/ink2592.xml" ContentType="application/inkml+xml"/>
  <Override PartName="/ppt/ink/ink2593.xml" ContentType="application/inkml+xml"/>
  <Override PartName="/ppt/ink/ink2594.xml" ContentType="application/inkml+xml"/>
  <Override PartName="/ppt/ink/ink2595.xml" ContentType="application/inkml+xml"/>
  <Override PartName="/ppt/ink/ink2596.xml" ContentType="application/inkml+xml"/>
  <Override PartName="/ppt/ink/ink2597.xml" ContentType="application/inkml+xml"/>
  <Override PartName="/ppt/ink/ink2598.xml" ContentType="application/inkml+xml"/>
  <Override PartName="/ppt/ink/ink2599.xml" ContentType="application/inkml+xml"/>
  <Override PartName="/ppt/ink/ink2600.xml" ContentType="application/inkml+xml"/>
  <Override PartName="/ppt/ink/ink2601.xml" ContentType="application/inkml+xml"/>
  <Override PartName="/ppt/ink/ink2602.xml" ContentType="application/inkml+xml"/>
  <Override PartName="/ppt/ink/ink2603.xml" ContentType="application/inkml+xml"/>
  <Override PartName="/ppt/ink/ink2604.xml" ContentType="application/inkml+xml"/>
  <Override PartName="/ppt/ink/ink2605.xml" ContentType="application/inkml+xml"/>
  <Override PartName="/ppt/ink/ink2606.xml" ContentType="application/inkml+xml"/>
  <Override PartName="/ppt/ink/ink2607.xml" ContentType="application/inkml+xml"/>
  <Override PartName="/ppt/ink/ink2608.xml" ContentType="application/inkml+xml"/>
  <Override PartName="/ppt/ink/ink2609.xml" ContentType="application/inkml+xml"/>
  <Override PartName="/ppt/ink/ink2610.xml" ContentType="application/inkml+xml"/>
  <Override PartName="/ppt/ink/ink2611.xml" ContentType="application/inkml+xml"/>
  <Override PartName="/ppt/ink/ink2612.xml" ContentType="application/inkml+xml"/>
  <Override PartName="/ppt/ink/ink2613.xml" ContentType="application/inkml+xml"/>
  <Override PartName="/ppt/ink/ink2614.xml" ContentType="application/inkml+xml"/>
  <Override PartName="/ppt/ink/ink2615.xml" ContentType="application/inkml+xml"/>
  <Override PartName="/ppt/ink/ink2616.xml" ContentType="application/inkml+xml"/>
  <Override PartName="/ppt/ink/ink2617.xml" ContentType="application/inkml+xml"/>
  <Override PartName="/ppt/ink/ink2618.xml" ContentType="application/inkml+xml"/>
  <Override PartName="/ppt/ink/ink2619.xml" ContentType="application/inkml+xml"/>
  <Override PartName="/ppt/ink/ink2620.xml" ContentType="application/inkml+xml"/>
  <Override PartName="/ppt/ink/ink2621.xml" ContentType="application/inkml+xml"/>
  <Override PartName="/ppt/ink/ink2622.xml" ContentType="application/inkml+xml"/>
  <Override PartName="/ppt/ink/ink2623.xml" ContentType="application/inkml+xml"/>
  <Override PartName="/ppt/ink/ink2624.xml" ContentType="application/inkml+xml"/>
  <Override PartName="/ppt/ink/ink2625.xml" ContentType="application/inkml+xml"/>
  <Override PartName="/ppt/ink/ink2626.xml" ContentType="application/inkml+xml"/>
  <Override PartName="/ppt/ink/ink2627.xml" ContentType="application/inkml+xml"/>
  <Override PartName="/ppt/ink/ink2628.xml" ContentType="application/inkml+xml"/>
  <Override PartName="/ppt/ink/ink2629.xml" ContentType="application/inkml+xml"/>
  <Override PartName="/ppt/ink/ink2630.xml" ContentType="application/inkml+xml"/>
  <Override PartName="/ppt/ink/ink2631.xml" ContentType="application/inkml+xml"/>
  <Override PartName="/ppt/ink/ink2632.xml" ContentType="application/inkml+xml"/>
  <Override PartName="/ppt/ink/ink2633.xml" ContentType="application/inkml+xml"/>
  <Override PartName="/ppt/ink/ink2634.xml" ContentType="application/inkml+xml"/>
  <Override PartName="/ppt/ink/ink2635.xml" ContentType="application/inkml+xml"/>
  <Override PartName="/ppt/ink/ink2636.xml" ContentType="application/inkml+xml"/>
  <Override PartName="/ppt/ink/ink2637.xml" ContentType="application/inkml+xml"/>
  <Override PartName="/ppt/ink/ink2638.xml" ContentType="application/inkml+xml"/>
  <Override PartName="/ppt/ink/ink2639.xml" ContentType="application/inkml+xml"/>
  <Override PartName="/ppt/ink/ink2640.xml" ContentType="application/inkml+xml"/>
  <Override PartName="/ppt/ink/ink2641.xml" ContentType="application/inkml+xml"/>
  <Override PartName="/ppt/ink/ink2642.xml" ContentType="application/inkml+xml"/>
  <Override PartName="/ppt/ink/ink2643.xml" ContentType="application/inkml+xml"/>
  <Override PartName="/ppt/ink/ink2644.xml" ContentType="application/inkml+xml"/>
  <Override PartName="/ppt/ink/ink2645.xml" ContentType="application/inkml+xml"/>
  <Override PartName="/ppt/ink/ink2646.xml" ContentType="application/inkml+xml"/>
  <Override PartName="/ppt/ink/ink2647.xml" ContentType="application/inkml+xml"/>
  <Override PartName="/ppt/ink/ink2648.xml" ContentType="application/inkml+xml"/>
  <Override PartName="/ppt/ink/ink2649.xml" ContentType="application/inkml+xml"/>
  <Override PartName="/ppt/ink/ink2650.xml" ContentType="application/inkml+xml"/>
  <Override PartName="/ppt/ink/ink2651.xml" ContentType="application/inkml+xml"/>
  <Override PartName="/ppt/ink/ink2652.xml" ContentType="application/inkml+xml"/>
  <Override PartName="/ppt/ink/ink2653.xml" ContentType="application/inkml+xml"/>
  <Override PartName="/ppt/ink/ink2654.xml" ContentType="application/inkml+xml"/>
  <Override PartName="/ppt/ink/ink2655.xml" ContentType="application/inkml+xml"/>
  <Override PartName="/ppt/ink/ink2656.xml" ContentType="application/inkml+xml"/>
  <Override PartName="/ppt/ink/ink2657.xml" ContentType="application/inkml+xml"/>
  <Override PartName="/ppt/ink/ink2658.xml" ContentType="application/inkml+xml"/>
  <Override PartName="/ppt/ink/ink2659.xml" ContentType="application/inkml+xml"/>
  <Override PartName="/ppt/ink/ink2660.xml" ContentType="application/inkml+xml"/>
  <Override PartName="/ppt/ink/ink2661.xml" ContentType="application/inkml+xml"/>
  <Override PartName="/ppt/ink/ink2662.xml" ContentType="application/inkml+xml"/>
  <Override PartName="/ppt/ink/ink2663.xml" ContentType="application/inkml+xml"/>
  <Override PartName="/ppt/ink/ink2664.xml" ContentType="application/inkml+xml"/>
  <Override PartName="/ppt/ink/ink2665.xml" ContentType="application/inkml+xml"/>
  <Override PartName="/ppt/ink/ink2666.xml" ContentType="application/inkml+xml"/>
  <Override PartName="/ppt/ink/ink2667.xml" ContentType="application/inkml+xml"/>
  <Override PartName="/ppt/ink/ink2668.xml" ContentType="application/inkml+xml"/>
  <Override PartName="/ppt/ink/ink2669.xml" ContentType="application/inkml+xml"/>
  <Override PartName="/ppt/ink/ink2670.xml" ContentType="application/inkml+xml"/>
  <Override PartName="/ppt/ink/ink2671.xml" ContentType="application/inkml+xml"/>
  <Override PartName="/ppt/ink/ink2672.xml" ContentType="application/inkml+xml"/>
  <Override PartName="/ppt/ink/ink2673.xml" ContentType="application/inkml+xml"/>
  <Override PartName="/ppt/ink/ink2674.xml" ContentType="application/inkml+xml"/>
  <Override PartName="/ppt/ink/ink2675.xml" ContentType="application/inkml+xml"/>
  <Override PartName="/ppt/ink/ink2676.xml" ContentType="application/inkml+xml"/>
  <Override PartName="/ppt/ink/ink2677.xml" ContentType="application/inkml+xml"/>
  <Override PartName="/ppt/ink/ink2678.xml" ContentType="application/inkml+xml"/>
  <Override PartName="/ppt/ink/ink2679.xml" ContentType="application/inkml+xml"/>
  <Override PartName="/ppt/ink/ink2680.xml" ContentType="application/inkml+xml"/>
  <Override PartName="/ppt/ink/ink2681.xml" ContentType="application/inkml+xml"/>
  <Override PartName="/ppt/ink/ink2682.xml" ContentType="application/inkml+xml"/>
  <Override PartName="/ppt/ink/ink2683.xml" ContentType="application/inkml+xml"/>
  <Override PartName="/ppt/ink/ink2684.xml" ContentType="application/inkml+xml"/>
  <Override PartName="/ppt/ink/ink2685.xml" ContentType="application/inkml+xml"/>
  <Override PartName="/ppt/ink/ink2686.xml" ContentType="application/inkml+xml"/>
  <Override PartName="/ppt/ink/ink2687.xml" ContentType="application/inkml+xml"/>
  <Override PartName="/ppt/ink/ink2688.xml" ContentType="application/inkml+xml"/>
  <Override PartName="/ppt/ink/ink2689.xml" ContentType="application/inkml+xml"/>
  <Override PartName="/ppt/ink/ink2690.xml" ContentType="application/inkml+xml"/>
  <Override PartName="/ppt/ink/ink2691.xml" ContentType="application/inkml+xml"/>
  <Override PartName="/ppt/ink/ink2692.xml" ContentType="application/inkml+xml"/>
  <Override PartName="/ppt/ink/ink2693.xml" ContentType="application/inkml+xml"/>
  <Override PartName="/ppt/ink/ink2694.xml" ContentType="application/inkml+xml"/>
  <Override PartName="/ppt/ink/ink2695.xml" ContentType="application/inkml+xml"/>
  <Override PartName="/ppt/ink/ink2696.xml" ContentType="application/inkml+xml"/>
  <Override PartName="/ppt/ink/ink2697.xml" ContentType="application/inkml+xml"/>
  <Override PartName="/ppt/ink/ink2698.xml" ContentType="application/inkml+xml"/>
  <Override PartName="/ppt/ink/ink2699.xml" ContentType="application/inkml+xml"/>
  <Override PartName="/ppt/ink/ink2700.xml" ContentType="application/inkml+xml"/>
  <Override PartName="/ppt/ink/ink2701.xml" ContentType="application/inkml+xml"/>
  <Override PartName="/ppt/ink/ink2702.xml" ContentType="application/inkml+xml"/>
  <Override PartName="/ppt/ink/ink2703.xml" ContentType="application/inkml+xml"/>
  <Override PartName="/ppt/ink/ink2704.xml" ContentType="application/inkml+xml"/>
  <Override PartName="/ppt/ink/ink2705.xml" ContentType="application/inkml+xml"/>
  <Override PartName="/ppt/ink/ink2706.xml" ContentType="application/inkml+xml"/>
  <Override PartName="/ppt/ink/ink2707.xml" ContentType="application/inkml+xml"/>
  <Override PartName="/ppt/ink/ink2708.xml" ContentType="application/inkml+xml"/>
  <Override PartName="/ppt/ink/ink2709.xml" ContentType="application/inkml+xml"/>
  <Override PartName="/ppt/ink/ink2710.xml" ContentType="application/inkml+xml"/>
  <Override PartName="/ppt/ink/ink2711.xml" ContentType="application/inkml+xml"/>
  <Override PartName="/ppt/ink/ink2712.xml" ContentType="application/inkml+xml"/>
  <Override PartName="/ppt/ink/ink2713.xml" ContentType="application/inkml+xml"/>
  <Override PartName="/ppt/ink/ink2714.xml" ContentType="application/inkml+xml"/>
  <Override PartName="/ppt/ink/ink2715.xml" ContentType="application/inkml+xml"/>
  <Override PartName="/ppt/ink/ink2716.xml" ContentType="application/inkml+xml"/>
  <Override PartName="/ppt/ink/ink2717.xml" ContentType="application/inkml+xml"/>
  <Override PartName="/ppt/ink/ink2718.xml" ContentType="application/inkml+xml"/>
  <Override PartName="/ppt/ink/ink2719.xml" ContentType="application/inkml+xml"/>
  <Override PartName="/ppt/ink/ink2720.xml" ContentType="application/inkml+xml"/>
  <Override PartName="/ppt/ink/ink2721.xml" ContentType="application/inkml+xml"/>
  <Override PartName="/ppt/ink/ink2722.xml" ContentType="application/inkml+xml"/>
  <Override PartName="/ppt/ink/ink2723.xml" ContentType="application/inkml+xml"/>
  <Override PartName="/ppt/ink/ink2724.xml" ContentType="application/inkml+xml"/>
  <Override PartName="/ppt/ink/ink2725.xml" ContentType="application/inkml+xml"/>
  <Override PartName="/ppt/ink/ink2726.xml" ContentType="application/inkml+xml"/>
  <Override PartName="/ppt/ink/ink2727.xml" ContentType="application/inkml+xml"/>
  <Override PartName="/ppt/ink/ink2728.xml" ContentType="application/inkml+xml"/>
  <Override PartName="/ppt/ink/ink2729.xml" ContentType="application/inkml+xml"/>
  <Override PartName="/ppt/ink/ink2730.xml" ContentType="application/inkml+xml"/>
  <Override PartName="/ppt/ink/ink2731.xml" ContentType="application/inkml+xml"/>
  <Override PartName="/ppt/ink/ink2732.xml" ContentType="application/inkml+xml"/>
  <Override PartName="/ppt/ink/ink2733.xml" ContentType="application/inkml+xml"/>
  <Override PartName="/ppt/ink/ink2734.xml" ContentType="application/inkml+xml"/>
  <Override PartName="/ppt/ink/ink2735.xml" ContentType="application/inkml+xml"/>
  <Override PartName="/ppt/ink/ink2736.xml" ContentType="application/inkml+xml"/>
  <Override PartName="/ppt/ink/ink2737.xml" ContentType="application/inkml+xml"/>
  <Override PartName="/ppt/ink/ink2738.xml" ContentType="application/inkml+xml"/>
  <Override PartName="/ppt/ink/ink2739.xml" ContentType="application/inkml+xml"/>
  <Override PartName="/ppt/ink/ink2740.xml" ContentType="application/inkml+xml"/>
  <Override PartName="/ppt/ink/ink2741.xml" ContentType="application/inkml+xml"/>
  <Override PartName="/ppt/ink/ink2742.xml" ContentType="application/inkml+xml"/>
  <Override PartName="/ppt/ink/ink2743.xml" ContentType="application/inkml+xml"/>
  <Override PartName="/ppt/ink/ink2744.xml" ContentType="application/inkml+xml"/>
  <Override PartName="/ppt/ink/ink2745.xml" ContentType="application/inkml+xml"/>
  <Override PartName="/ppt/ink/ink2746.xml" ContentType="application/inkml+xml"/>
  <Override PartName="/ppt/ink/ink2747.xml" ContentType="application/inkml+xml"/>
  <Override PartName="/ppt/ink/ink2748.xml" ContentType="application/inkml+xml"/>
  <Override PartName="/ppt/ink/ink2749.xml" ContentType="application/inkml+xml"/>
  <Override PartName="/ppt/ink/ink2750.xml" ContentType="application/inkml+xml"/>
  <Override PartName="/ppt/ink/ink2751.xml" ContentType="application/inkml+xml"/>
  <Override PartName="/ppt/ink/ink2752.xml" ContentType="application/inkml+xml"/>
  <Override PartName="/ppt/ink/ink2753.xml" ContentType="application/inkml+xml"/>
  <Override PartName="/ppt/ink/ink2754.xml" ContentType="application/inkml+xml"/>
  <Override PartName="/ppt/ink/ink2755.xml" ContentType="application/inkml+xml"/>
  <Override PartName="/ppt/ink/ink2756.xml" ContentType="application/inkml+xml"/>
  <Override PartName="/ppt/ink/ink2757.xml" ContentType="application/inkml+xml"/>
  <Override PartName="/ppt/ink/ink2758.xml" ContentType="application/inkml+xml"/>
  <Override PartName="/ppt/ink/ink2759.xml" ContentType="application/inkml+xml"/>
  <Override PartName="/ppt/ink/ink2760.xml" ContentType="application/inkml+xml"/>
  <Override PartName="/ppt/ink/ink2761.xml" ContentType="application/inkml+xml"/>
  <Override PartName="/ppt/ink/ink2762.xml" ContentType="application/inkml+xml"/>
  <Override PartName="/ppt/ink/ink2763.xml" ContentType="application/inkml+xml"/>
  <Override PartName="/ppt/ink/ink2764.xml" ContentType="application/inkml+xml"/>
  <Override PartName="/ppt/ink/ink2765.xml" ContentType="application/inkml+xml"/>
  <Override PartName="/ppt/ink/ink2766.xml" ContentType="application/inkml+xml"/>
  <Override PartName="/ppt/ink/ink2767.xml" ContentType="application/inkml+xml"/>
  <Override PartName="/ppt/ink/ink2768.xml" ContentType="application/inkml+xml"/>
  <Override PartName="/ppt/ink/ink2769.xml" ContentType="application/inkml+xml"/>
  <Override PartName="/ppt/ink/ink2770.xml" ContentType="application/inkml+xml"/>
  <Override PartName="/ppt/ink/ink2771.xml" ContentType="application/inkml+xml"/>
  <Override PartName="/ppt/ink/ink2772.xml" ContentType="application/inkml+xml"/>
  <Override PartName="/ppt/ink/ink2773.xml" ContentType="application/inkml+xml"/>
  <Override PartName="/ppt/ink/ink2774.xml" ContentType="application/inkml+xml"/>
  <Override PartName="/ppt/ink/ink2775.xml" ContentType="application/inkml+xml"/>
  <Override PartName="/ppt/ink/ink2776.xml" ContentType="application/inkml+xml"/>
  <Override PartName="/ppt/ink/ink2777.xml" ContentType="application/inkml+xml"/>
  <Override PartName="/ppt/ink/ink2778.xml" ContentType="application/inkml+xml"/>
  <Override PartName="/ppt/ink/ink2779.xml" ContentType="application/inkml+xml"/>
  <Override PartName="/ppt/ink/ink2780.xml" ContentType="application/inkml+xml"/>
  <Override PartName="/ppt/ink/ink2781.xml" ContentType="application/inkml+xml"/>
  <Override PartName="/ppt/ink/ink2782.xml" ContentType="application/inkml+xml"/>
  <Override PartName="/ppt/ink/ink2783.xml" ContentType="application/inkml+xml"/>
  <Override PartName="/ppt/ink/ink2784.xml" ContentType="application/inkml+xml"/>
  <Override PartName="/ppt/ink/ink2785.xml" ContentType="application/inkml+xml"/>
  <Override PartName="/ppt/ink/ink2786.xml" ContentType="application/inkml+xml"/>
  <Override PartName="/ppt/ink/ink2787.xml" ContentType="application/inkml+xml"/>
  <Override PartName="/ppt/ink/ink2788.xml" ContentType="application/inkml+xml"/>
  <Override PartName="/ppt/ink/ink2789.xml" ContentType="application/inkml+xml"/>
  <Override PartName="/ppt/ink/ink2790.xml" ContentType="application/inkml+xml"/>
  <Override PartName="/ppt/ink/ink2791.xml" ContentType="application/inkml+xml"/>
  <Override PartName="/ppt/ink/ink2792.xml" ContentType="application/inkml+xml"/>
  <Override PartName="/ppt/ink/ink2793.xml" ContentType="application/inkml+xml"/>
  <Override PartName="/ppt/ink/ink2794.xml" ContentType="application/inkml+xml"/>
  <Override PartName="/ppt/ink/ink2795.xml" ContentType="application/inkml+xml"/>
  <Override PartName="/ppt/ink/ink2796.xml" ContentType="application/inkml+xml"/>
  <Override PartName="/ppt/ink/ink2797.xml" ContentType="application/inkml+xml"/>
  <Override PartName="/ppt/ink/ink2798.xml" ContentType="application/inkml+xml"/>
  <Override PartName="/ppt/ink/ink2799.xml" ContentType="application/inkml+xml"/>
  <Override PartName="/ppt/ink/ink2800.xml" ContentType="application/inkml+xml"/>
  <Override PartName="/ppt/ink/ink2801.xml" ContentType="application/inkml+xml"/>
  <Override PartName="/ppt/ink/ink2802.xml" ContentType="application/inkml+xml"/>
  <Override PartName="/ppt/ink/ink2803.xml" ContentType="application/inkml+xml"/>
  <Override PartName="/ppt/ink/ink2804.xml" ContentType="application/inkml+xml"/>
  <Override PartName="/ppt/ink/ink2805.xml" ContentType="application/inkml+xml"/>
  <Override PartName="/ppt/ink/ink2806.xml" ContentType="application/inkml+xml"/>
  <Override PartName="/ppt/ink/ink2807.xml" ContentType="application/inkml+xml"/>
  <Override PartName="/ppt/ink/ink2808.xml" ContentType="application/inkml+xml"/>
  <Override PartName="/ppt/ink/ink2809.xml" ContentType="application/inkml+xml"/>
  <Override PartName="/ppt/ink/ink2810.xml" ContentType="application/inkml+xml"/>
  <Override PartName="/ppt/ink/ink2811.xml" ContentType="application/inkml+xml"/>
  <Override PartName="/ppt/ink/ink2812.xml" ContentType="application/inkml+xml"/>
  <Override PartName="/ppt/ink/ink2813.xml" ContentType="application/inkml+xml"/>
  <Override PartName="/ppt/ink/ink2814.xml" ContentType="application/inkml+xml"/>
  <Override PartName="/ppt/ink/ink2815.xml" ContentType="application/inkml+xml"/>
  <Override PartName="/ppt/ink/ink2816.xml" ContentType="application/inkml+xml"/>
  <Override PartName="/ppt/ink/ink2817.xml" ContentType="application/inkml+xml"/>
  <Override PartName="/ppt/ink/ink2818.xml" ContentType="application/inkml+xml"/>
  <Override PartName="/ppt/ink/ink2819.xml" ContentType="application/inkml+xml"/>
  <Override PartName="/ppt/ink/ink2820.xml" ContentType="application/inkml+xml"/>
  <Override PartName="/ppt/ink/ink2821.xml" ContentType="application/inkml+xml"/>
  <Override PartName="/ppt/ink/ink2822.xml" ContentType="application/inkml+xml"/>
  <Override PartName="/ppt/notesSlides/notesSlide31.xml" ContentType="application/vnd.openxmlformats-officedocument.presentationml.notesSlide+xml"/>
  <Override PartName="/ppt/ink/ink2823.xml" ContentType="application/inkml+xml"/>
  <Override PartName="/ppt/ink/ink2824.xml" ContentType="application/inkml+xml"/>
  <Override PartName="/ppt/ink/ink2825.xml" ContentType="application/inkml+xml"/>
  <Override PartName="/ppt/ink/ink2826.xml" ContentType="application/inkml+xml"/>
  <Override PartName="/ppt/ink/ink2827.xml" ContentType="application/inkml+xml"/>
  <Override PartName="/ppt/ink/ink2828.xml" ContentType="application/inkml+xml"/>
  <Override PartName="/ppt/ink/ink2829.xml" ContentType="application/inkml+xml"/>
  <Override PartName="/ppt/ink/ink2830.xml" ContentType="application/inkml+xml"/>
  <Override PartName="/ppt/ink/ink2831.xml" ContentType="application/inkml+xml"/>
  <Override PartName="/ppt/ink/ink2832.xml" ContentType="application/inkml+xml"/>
  <Override PartName="/ppt/ink/ink2833.xml" ContentType="application/inkml+xml"/>
  <Override PartName="/ppt/ink/ink2834.xml" ContentType="application/inkml+xml"/>
  <Override PartName="/ppt/ink/ink2835.xml" ContentType="application/inkml+xml"/>
  <Override PartName="/ppt/ink/ink2836.xml" ContentType="application/inkml+xml"/>
  <Override PartName="/ppt/ink/ink2837.xml" ContentType="application/inkml+xml"/>
  <Override PartName="/ppt/ink/ink2838.xml" ContentType="application/inkml+xml"/>
  <Override PartName="/ppt/ink/ink2839.xml" ContentType="application/inkml+xml"/>
  <Override PartName="/ppt/ink/ink2840.xml" ContentType="application/inkml+xml"/>
  <Override PartName="/ppt/ink/ink2841.xml" ContentType="application/inkml+xml"/>
  <Override PartName="/ppt/ink/ink2842.xml" ContentType="application/inkml+xml"/>
  <Override PartName="/ppt/ink/ink2843.xml" ContentType="application/inkml+xml"/>
  <Override PartName="/ppt/ink/ink2844.xml" ContentType="application/inkml+xml"/>
  <Override PartName="/ppt/ink/ink2845.xml" ContentType="application/inkml+xml"/>
  <Override PartName="/ppt/ink/ink2846.xml" ContentType="application/inkml+xml"/>
  <Override PartName="/ppt/notesSlides/notesSlide32.xml" ContentType="application/vnd.openxmlformats-officedocument.presentationml.notesSlide+xml"/>
  <Override PartName="/ppt/ink/ink2847.xml" ContentType="application/inkml+xml"/>
  <Override PartName="/ppt/ink/ink2848.xml" ContentType="application/inkml+xml"/>
  <Override PartName="/ppt/ink/ink2849.xml" ContentType="application/inkml+xml"/>
  <Override PartName="/ppt/ink/ink2850.xml" ContentType="application/inkml+xml"/>
  <Override PartName="/ppt/ink/ink2851.xml" ContentType="application/inkml+xml"/>
  <Override PartName="/ppt/ink/ink2852.xml" ContentType="application/inkml+xml"/>
  <Override PartName="/ppt/ink/ink2853.xml" ContentType="application/inkml+xml"/>
  <Override PartName="/ppt/ink/ink2854.xml" ContentType="application/inkml+xml"/>
  <Override PartName="/ppt/ink/ink2855.xml" ContentType="application/inkml+xml"/>
  <Override PartName="/ppt/ink/ink2856.xml" ContentType="application/inkml+xml"/>
  <Override PartName="/ppt/ink/ink2857.xml" ContentType="application/inkml+xml"/>
  <Override PartName="/ppt/ink/ink2858.xml" ContentType="application/inkml+xml"/>
  <Override PartName="/ppt/ink/ink2859.xml" ContentType="application/inkml+xml"/>
  <Override PartName="/ppt/ink/ink2860.xml" ContentType="application/inkml+xml"/>
  <Override PartName="/ppt/ink/ink2861.xml" ContentType="application/inkml+xml"/>
  <Override PartName="/ppt/ink/ink2862.xml" ContentType="application/inkml+xml"/>
  <Override PartName="/ppt/ink/ink2863.xml" ContentType="application/inkml+xml"/>
  <Override PartName="/ppt/ink/ink2864.xml" ContentType="application/inkml+xml"/>
  <Override PartName="/ppt/ink/ink2865.xml" ContentType="application/inkml+xml"/>
  <Override PartName="/ppt/ink/ink2866.xml" ContentType="application/inkml+xml"/>
  <Override PartName="/ppt/ink/ink2867.xml" ContentType="application/inkml+xml"/>
  <Override PartName="/ppt/ink/ink2868.xml" ContentType="application/inkml+xml"/>
  <Override PartName="/ppt/ink/ink2869.xml" ContentType="application/inkml+xml"/>
  <Override PartName="/ppt/ink/ink2870.xml" ContentType="application/inkml+xml"/>
  <Override PartName="/ppt/ink/ink2871.xml" ContentType="application/inkml+xml"/>
  <Override PartName="/ppt/ink/ink2872.xml" ContentType="application/inkml+xml"/>
  <Override PartName="/ppt/ink/ink2873.xml" ContentType="application/inkml+xml"/>
  <Override PartName="/ppt/ink/ink2874.xml" ContentType="application/inkml+xml"/>
  <Override PartName="/ppt/ink/ink2875.xml" ContentType="application/inkml+xml"/>
  <Override PartName="/ppt/ink/ink2876.xml" ContentType="application/inkml+xml"/>
  <Override PartName="/ppt/ink/ink2877.xml" ContentType="application/inkml+xml"/>
  <Override PartName="/ppt/ink/ink2878.xml" ContentType="application/inkml+xml"/>
  <Override PartName="/ppt/ink/ink2879.xml" ContentType="application/inkml+xml"/>
  <Override PartName="/ppt/ink/ink2880.xml" ContentType="application/inkml+xml"/>
  <Override PartName="/ppt/ink/ink2881.xml" ContentType="application/inkml+xml"/>
  <Override PartName="/ppt/ink/ink2882.xml" ContentType="application/inkml+xml"/>
  <Override PartName="/ppt/ink/ink2883.xml" ContentType="application/inkml+xml"/>
  <Override PartName="/ppt/ink/ink2884.xml" ContentType="application/inkml+xml"/>
  <Override PartName="/ppt/ink/ink2885.xml" ContentType="application/inkml+xml"/>
  <Override PartName="/ppt/ink/ink2886.xml" ContentType="application/inkml+xml"/>
  <Override PartName="/ppt/ink/ink2887.xml" ContentType="application/inkml+xml"/>
  <Override PartName="/ppt/ink/ink2888.xml" ContentType="application/inkml+xml"/>
  <Override PartName="/ppt/ink/ink2889.xml" ContentType="application/inkml+xml"/>
  <Override PartName="/ppt/ink/ink2890.xml" ContentType="application/inkml+xml"/>
  <Override PartName="/ppt/ink/ink2891.xml" ContentType="application/inkml+xml"/>
  <Override PartName="/ppt/ink/ink2892.xml" ContentType="application/inkml+xml"/>
  <Override PartName="/ppt/ink/ink2893.xml" ContentType="application/inkml+xml"/>
  <Override PartName="/ppt/ink/ink2894.xml" ContentType="application/inkml+xml"/>
  <Override PartName="/ppt/ink/ink2895.xml" ContentType="application/inkml+xml"/>
  <Override PartName="/ppt/ink/ink2896.xml" ContentType="application/inkml+xml"/>
  <Override PartName="/ppt/ink/ink2897.xml" ContentType="application/inkml+xml"/>
  <Override PartName="/ppt/ink/ink2898.xml" ContentType="application/inkml+xml"/>
  <Override PartName="/ppt/ink/ink2899.xml" ContentType="application/inkml+xml"/>
  <Override PartName="/ppt/ink/ink2900.xml" ContentType="application/inkml+xml"/>
  <Override PartName="/ppt/ink/ink2901.xml" ContentType="application/inkml+xml"/>
  <Override PartName="/ppt/ink/ink2902.xml" ContentType="application/inkml+xml"/>
  <Override PartName="/ppt/ink/ink2903.xml" ContentType="application/inkml+xml"/>
  <Override PartName="/ppt/ink/ink2904.xml" ContentType="application/inkml+xml"/>
  <Override PartName="/ppt/ink/ink2905.xml" ContentType="application/inkml+xml"/>
  <Override PartName="/ppt/ink/ink2906.xml" ContentType="application/inkml+xml"/>
  <Override PartName="/ppt/ink/ink2907.xml" ContentType="application/inkml+xml"/>
  <Override PartName="/ppt/ink/ink2908.xml" ContentType="application/inkml+xml"/>
  <Override PartName="/ppt/ink/ink2909.xml" ContentType="application/inkml+xml"/>
  <Override PartName="/ppt/ink/ink2910.xml" ContentType="application/inkml+xml"/>
  <Override PartName="/ppt/ink/ink2911.xml" ContentType="application/inkml+xml"/>
  <Override PartName="/ppt/ink/ink2912.xml" ContentType="application/inkml+xml"/>
  <Override PartName="/ppt/ink/ink2913.xml" ContentType="application/inkml+xml"/>
  <Override PartName="/ppt/ink/ink2914.xml" ContentType="application/inkml+xml"/>
  <Override PartName="/ppt/ink/ink2915.xml" ContentType="application/inkml+xml"/>
  <Override PartName="/ppt/ink/ink2916.xml" ContentType="application/inkml+xml"/>
  <Override PartName="/ppt/ink/ink2917.xml" ContentType="application/inkml+xml"/>
  <Override PartName="/ppt/ink/ink2918.xml" ContentType="application/inkml+xml"/>
  <Override PartName="/ppt/ink/ink2919.xml" ContentType="application/inkml+xml"/>
  <Override PartName="/ppt/ink/ink2920.xml" ContentType="application/inkml+xml"/>
  <Override PartName="/ppt/ink/ink2921.xml" ContentType="application/inkml+xml"/>
  <Override PartName="/ppt/ink/ink2922.xml" ContentType="application/inkml+xml"/>
  <Override PartName="/ppt/ink/ink2923.xml" ContentType="application/inkml+xml"/>
  <Override PartName="/ppt/ink/ink2924.xml" ContentType="application/inkml+xml"/>
  <Override PartName="/ppt/ink/ink2925.xml" ContentType="application/inkml+xml"/>
  <Override PartName="/ppt/ink/ink2926.xml" ContentType="application/inkml+xml"/>
  <Override PartName="/ppt/ink/ink2927.xml" ContentType="application/inkml+xml"/>
  <Override PartName="/ppt/ink/ink2928.xml" ContentType="application/inkml+xml"/>
  <Override PartName="/ppt/ink/ink2929.xml" ContentType="application/inkml+xml"/>
  <Override PartName="/ppt/ink/ink2930.xml" ContentType="application/inkml+xml"/>
  <Override PartName="/ppt/ink/ink2931.xml" ContentType="application/inkml+xml"/>
  <Override PartName="/ppt/ink/ink2932.xml" ContentType="application/inkml+xml"/>
  <Override PartName="/ppt/ink/ink2933.xml" ContentType="application/inkml+xml"/>
  <Override PartName="/ppt/ink/ink2934.xml" ContentType="application/inkml+xml"/>
  <Override PartName="/ppt/ink/ink2935.xml" ContentType="application/inkml+xml"/>
  <Override PartName="/ppt/ink/ink2936.xml" ContentType="application/inkml+xml"/>
  <Override PartName="/ppt/ink/ink2937.xml" ContentType="application/inkml+xml"/>
  <Override PartName="/ppt/ink/ink2938.xml" ContentType="application/inkml+xml"/>
  <Override PartName="/ppt/ink/ink2939.xml" ContentType="application/inkml+xml"/>
  <Override PartName="/ppt/ink/ink2940.xml" ContentType="application/inkml+xml"/>
  <Override PartName="/ppt/ink/ink2941.xml" ContentType="application/inkml+xml"/>
  <Override PartName="/ppt/ink/ink2942.xml" ContentType="application/inkml+xml"/>
  <Override PartName="/ppt/ink/ink2943.xml" ContentType="application/inkml+xml"/>
  <Override PartName="/ppt/ink/ink2944.xml" ContentType="application/inkml+xml"/>
  <Override PartName="/ppt/ink/ink2945.xml" ContentType="application/inkml+xml"/>
  <Override PartName="/ppt/ink/ink2946.xml" ContentType="application/inkml+xml"/>
  <Override PartName="/ppt/ink/ink2947.xml" ContentType="application/inkml+xml"/>
  <Override PartName="/ppt/ink/ink2948.xml" ContentType="application/inkml+xml"/>
  <Override PartName="/ppt/ink/ink2949.xml" ContentType="application/inkml+xml"/>
  <Override PartName="/ppt/ink/ink2950.xml" ContentType="application/inkml+xml"/>
  <Override PartName="/ppt/ink/ink2951.xml" ContentType="application/inkml+xml"/>
  <Override PartName="/ppt/ink/ink2952.xml" ContentType="application/inkml+xml"/>
  <Override PartName="/ppt/ink/ink2953.xml" ContentType="application/inkml+xml"/>
  <Override PartName="/ppt/ink/ink2954.xml" ContentType="application/inkml+xml"/>
  <Override PartName="/ppt/ink/ink2955.xml" ContentType="application/inkml+xml"/>
  <Override PartName="/ppt/ink/ink2956.xml" ContentType="application/inkml+xml"/>
  <Override PartName="/ppt/ink/ink2957.xml" ContentType="application/inkml+xml"/>
  <Override PartName="/ppt/ink/ink2958.xml" ContentType="application/inkml+xml"/>
  <Override PartName="/ppt/ink/ink2959.xml" ContentType="application/inkml+xml"/>
  <Override PartName="/ppt/ink/ink2960.xml" ContentType="application/inkml+xml"/>
  <Override PartName="/ppt/ink/ink2961.xml" ContentType="application/inkml+xml"/>
  <Override PartName="/ppt/ink/ink2962.xml" ContentType="application/inkml+xml"/>
  <Override PartName="/ppt/ink/ink2963.xml" ContentType="application/inkml+xml"/>
  <Override PartName="/ppt/ink/ink2964.xml" ContentType="application/inkml+xml"/>
  <Override PartName="/ppt/ink/ink2965.xml" ContentType="application/inkml+xml"/>
  <Override PartName="/ppt/ink/ink2966.xml" ContentType="application/inkml+xml"/>
  <Override PartName="/ppt/ink/ink2967.xml" ContentType="application/inkml+xml"/>
  <Override PartName="/ppt/ink/ink2968.xml" ContentType="application/inkml+xml"/>
  <Override PartName="/ppt/ink/ink2969.xml" ContentType="application/inkml+xml"/>
  <Override PartName="/ppt/ink/ink2970.xml" ContentType="application/inkml+xml"/>
  <Override PartName="/ppt/ink/ink2971.xml" ContentType="application/inkml+xml"/>
  <Override PartName="/ppt/ink/ink2972.xml" ContentType="application/inkml+xml"/>
  <Override PartName="/ppt/ink/ink2973.xml" ContentType="application/inkml+xml"/>
  <Override PartName="/ppt/ink/ink2974.xml" ContentType="application/inkml+xml"/>
  <Override PartName="/ppt/ink/ink2975.xml" ContentType="application/inkml+xml"/>
  <Override PartName="/ppt/ink/ink2976.xml" ContentType="application/inkml+xml"/>
  <Override PartName="/ppt/ink/ink2977.xml" ContentType="application/inkml+xml"/>
  <Override PartName="/ppt/ink/ink2978.xml" ContentType="application/inkml+xml"/>
  <Override PartName="/ppt/ink/ink2979.xml" ContentType="application/inkml+xml"/>
  <Override PartName="/ppt/ink/ink2980.xml" ContentType="application/inkml+xml"/>
  <Override PartName="/ppt/ink/ink2981.xml" ContentType="application/inkml+xml"/>
  <Override PartName="/ppt/ink/ink2982.xml" ContentType="application/inkml+xml"/>
  <Override PartName="/ppt/ink/ink2983.xml" ContentType="application/inkml+xml"/>
  <Override PartName="/ppt/ink/ink2984.xml" ContentType="application/inkml+xml"/>
  <Override PartName="/ppt/ink/ink2985.xml" ContentType="application/inkml+xml"/>
  <Override PartName="/ppt/ink/ink2986.xml" ContentType="application/inkml+xml"/>
  <Override PartName="/ppt/ink/ink2987.xml" ContentType="application/inkml+xml"/>
  <Override PartName="/ppt/ink/ink2988.xml" ContentType="application/inkml+xml"/>
  <Override PartName="/ppt/ink/ink2989.xml" ContentType="application/inkml+xml"/>
  <Override PartName="/ppt/ink/ink2990.xml" ContentType="application/inkml+xml"/>
  <Override PartName="/ppt/ink/ink2991.xml" ContentType="application/inkml+xml"/>
  <Override PartName="/ppt/ink/ink2992.xml" ContentType="application/inkml+xml"/>
  <Override PartName="/ppt/ink/ink2993.xml" ContentType="application/inkml+xml"/>
  <Override PartName="/ppt/ink/ink2994.xml" ContentType="application/inkml+xml"/>
  <Override PartName="/ppt/ink/ink2995.xml" ContentType="application/inkml+xml"/>
  <Override PartName="/ppt/ink/ink2996.xml" ContentType="application/inkml+xml"/>
  <Override PartName="/ppt/ink/ink2997.xml" ContentType="application/inkml+xml"/>
  <Override PartName="/ppt/ink/ink2998.xml" ContentType="application/inkml+xml"/>
  <Override PartName="/ppt/ink/ink2999.xml" ContentType="application/inkml+xml"/>
  <Override PartName="/ppt/ink/ink3000.xml" ContentType="application/inkml+xml"/>
  <Override PartName="/ppt/ink/ink3001.xml" ContentType="application/inkml+xml"/>
  <Override PartName="/ppt/ink/ink3002.xml" ContentType="application/inkml+xml"/>
  <Override PartName="/ppt/ink/ink3003.xml" ContentType="application/inkml+xml"/>
  <Override PartName="/ppt/ink/ink3004.xml" ContentType="application/inkml+xml"/>
  <Override PartName="/ppt/ink/ink3005.xml" ContentType="application/inkml+xml"/>
  <Override PartName="/ppt/ink/ink3006.xml" ContentType="application/inkml+xml"/>
  <Override PartName="/ppt/ink/ink3007.xml" ContentType="application/inkml+xml"/>
  <Override PartName="/ppt/ink/ink3008.xml" ContentType="application/inkml+xml"/>
  <Override PartName="/ppt/ink/ink3009.xml" ContentType="application/inkml+xml"/>
  <Override PartName="/ppt/ink/ink3010.xml" ContentType="application/inkml+xml"/>
  <Override PartName="/ppt/ink/ink3011.xml" ContentType="application/inkml+xml"/>
  <Override PartName="/ppt/ink/ink3012.xml" ContentType="application/inkml+xml"/>
  <Override PartName="/ppt/ink/ink3013.xml" ContentType="application/inkml+xml"/>
  <Override PartName="/ppt/ink/ink3014.xml" ContentType="application/inkml+xml"/>
  <Override PartName="/ppt/ink/ink3015.xml" ContentType="application/inkml+xml"/>
  <Override PartName="/ppt/ink/ink3016.xml" ContentType="application/inkml+xml"/>
  <Override PartName="/ppt/ink/ink3017.xml" ContentType="application/inkml+xml"/>
  <Override PartName="/ppt/ink/ink3018.xml" ContentType="application/inkml+xml"/>
  <Override PartName="/ppt/ink/ink3019.xml" ContentType="application/inkml+xml"/>
  <Override PartName="/ppt/ink/ink3020.xml" ContentType="application/inkml+xml"/>
  <Override PartName="/ppt/ink/ink3021.xml" ContentType="application/inkml+xml"/>
  <Override PartName="/ppt/ink/ink3022.xml" ContentType="application/inkml+xml"/>
  <Override PartName="/ppt/ink/ink3023.xml" ContentType="application/inkml+xml"/>
  <Override PartName="/ppt/ink/ink3024.xml" ContentType="application/inkml+xml"/>
  <Override PartName="/ppt/ink/ink3025.xml" ContentType="application/inkml+xml"/>
  <Override PartName="/ppt/ink/ink3026.xml" ContentType="application/inkml+xml"/>
  <Override PartName="/ppt/ink/ink3027.xml" ContentType="application/inkml+xml"/>
  <Override PartName="/ppt/ink/ink3028.xml" ContentType="application/inkml+xml"/>
  <Override PartName="/ppt/ink/ink3029.xml" ContentType="application/inkml+xml"/>
  <Override PartName="/ppt/ink/ink3030.xml" ContentType="application/inkml+xml"/>
  <Override PartName="/ppt/ink/ink3031.xml" ContentType="application/inkml+xml"/>
  <Override PartName="/ppt/ink/ink3032.xml" ContentType="application/inkml+xml"/>
  <Override PartName="/ppt/ink/ink3033.xml" ContentType="application/inkml+xml"/>
  <Override PartName="/ppt/ink/ink3034.xml" ContentType="application/inkml+xml"/>
  <Override PartName="/ppt/ink/ink3035.xml" ContentType="application/inkml+xml"/>
  <Override PartName="/ppt/ink/ink3036.xml" ContentType="application/inkml+xml"/>
  <Override PartName="/ppt/ink/ink3037.xml" ContentType="application/inkml+xml"/>
  <Override PartName="/ppt/ink/ink3038.xml" ContentType="application/inkml+xml"/>
  <Override PartName="/ppt/ink/ink3039.xml" ContentType="application/inkml+xml"/>
  <Override PartName="/ppt/ink/ink3040.xml" ContentType="application/inkml+xml"/>
  <Override PartName="/ppt/ink/ink3041.xml" ContentType="application/inkml+xml"/>
  <Override PartName="/ppt/ink/ink3042.xml" ContentType="application/inkml+xml"/>
  <Override PartName="/ppt/ink/ink3043.xml" ContentType="application/inkml+xml"/>
  <Override PartName="/ppt/ink/ink3044.xml" ContentType="application/inkml+xml"/>
  <Override PartName="/ppt/ink/ink3045.xml" ContentType="application/inkml+xml"/>
  <Override PartName="/ppt/ink/ink3046.xml" ContentType="application/inkml+xml"/>
  <Override PartName="/ppt/ink/ink3047.xml" ContentType="application/inkml+xml"/>
  <Override PartName="/ppt/ink/ink3048.xml" ContentType="application/inkml+xml"/>
  <Override PartName="/ppt/ink/ink3049.xml" ContentType="application/inkml+xml"/>
  <Override PartName="/ppt/ink/ink3050.xml" ContentType="application/inkml+xml"/>
  <Override PartName="/ppt/ink/ink3051.xml" ContentType="application/inkml+xml"/>
  <Override PartName="/ppt/ink/ink3052.xml" ContentType="application/inkml+xml"/>
  <Override PartName="/ppt/ink/ink3053.xml" ContentType="application/inkml+xml"/>
  <Override PartName="/ppt/ink/ink3054.xml" ContentType="application/inkml+xml"/>
  <Override PartName="/ppt/ink/ink3055.xml" ContentType="application/inkml+xml"/>
  <Override PartName="/ppt/ink/ink3056.xml" ContentType="application/inkml+xml"/>
  <Override PartName="/ppt/ink/ink3057.xml" ContentType="application/inkml+xml"/>
  <Override PartName="/ppt/ink/ink3058.xml" ContentType="application/inkml+xml"/>
  <Override PartName="/ppt/ink/ink3059.xml" ContentType="application/inkml+xml"/>
  <Override PartName="/ppt/ink/ink3060.xml" ContentType="application/inkml+xml"/>
  <Override PartName="/ppt/ink/ink3061.xml" ContentType="application/inkml+xml"/>
  <Override PartName="/ppt/ink/ink3062.xml" ContentType="application/inkml+xml"/>
  <Override PartName="/ppt/ink/ink3063.xml" ContentType="application/inkml+xml"/>
  <Override PartName="/ppt/ink/ink3064.xml" ContentType="application/inkml+xml"/>
  <Override PartName="/ppt/ink/ink3065.xml" ContentType="application/inkml+xml"/>
  <Override PartName="/ppt/ink/ink3066.xml" ContentType="application/inkml+xml"/>
  <Override PartName="/ppt/ink/ink3067.xml" ContentType="application/inkml+xml"/>
  <Override PartName="/ppt/ink/ink3068.xml" ContentType="application/inkml+xml"/>
  <Override PartName="/ppt/ink/ink3069.xml" ContentType="application/inkml+xml"/>
  <Override PartName="/ppt/ink/ink3070.xml" ContentType="application/inkml+xml"/>
  <Override PartName="/ppt/ink/ink3071.xml" ContentType="application/inkml+xml"/>
  <Override PartName="/ppt/ink/ink3072.xml" ContentType="application/inkml+xml"/>
  <Override PartName="/ppt/ink/ink3073.xml" ContentType="application/inkml+xml"/>
  <Override PartName="/ppt/ink/ink3074.xml" ContentType="application/inkml+xml"/>
  <Override PartName="/ppt/ink/ink3075.xml" ContentType="application/inkml+xml"/>
  <Override PartName="/ppt/ink/ink3076.xml" ContentType="application/inkml+xml"/>
  <Override PartName="/ppt/ink/ink3077.xml" ContentType="application/inkml+xml"/>
  <Override PartName="/ppt/ink/ink3078.xml" ContentType="application/inkml+xml"/>
  <Override PartName="/ppt/ink/ink3079.xml" ContentType="application/inkml+xml"/>
  <Override PartName="/ppt/ink/ink3080.xml" ContentType="application/inkml+xml"/>
  <Override PartName="/ppt/ink/ink3081.xml" ContentType="application/inkml+xml"/>
  <Override PartName="/ppt/ink/ink3082.xml" ContentType="application/inkml+xml"/>
  <Override PartName="/ppt/ink/ink3083.xml" ContentType="application/inkml+xml"/>
  <Override PartName="/ppt/ink/ink3084.xml" ContentType="application/inkml+xml"/>
  <Override PartName="/ppt/ink/ink3085.xml" ContentType="application/inkml+xml"/>
  <Override PartName="/ppt/ink/ink3086.xml" ContentType="application/inkml+xml"/>
  <Override PartName="/ppt/ink/ink3087.xml" ContentType="application/inkml+xml"/>
  <Override PartName="/ppt/ink/ink3088.xml" ContentType="application/inkml+xml"/>
  <Override PartName="/ppt/ink/ink3089.xml" ContentType="application/inkml+xml"/>
  <Override PartName="/ppt/ink/ink3090.xml" ContentType="application/inkml+xml"/>
  <Override PartName="/ppt/ink/ink3091.xml" ContentType="application/inkml+xml"/>
  <Override PartName="/ppt/ink/ink3092.xml" ContentType="application/inkml+xml"/>
  <Override PartName="/ppt/ink/ink3093.xml" ContentType="application/inkml+xml"/>
  <Override PartName="/ppt/ink/ink3094.xml" ContentType="application/inkml+xml"/>
  <Override PartName="/ppt/ink/ink3095.xml" ContentType="application/inkml+xml"/>
  <Override PartName="/ppt/ink/ink3096.xml" ContentType="application/inkml+xml"/>
  <Override PartName="/ppt/ink/ink3097.xml" ContentType="application/inkml+xml"/>
  <Override PartName="/ppt/ink/ink3098.xml" ContentType="application/inkml+xml"/>
  <Override PartName="/ppt/ink/ink3099.xml" ContentType="application/inkml+xml"/>
  <Override PartName="/ppt/ink/ink3100.xml" ContentType="application/inkml+xml"/>
  <Override PartName="/ppt/ink/ink3101.xml" ContentType="application/inkml+xml"/>
  <Override PartName="/ppt/ink/ink3102.xml" ContentType="application/inkml+xml"/>
  <Override PartName="/ppt/ink/ink3103.xml" ContentType="application/inkml+xml"/>
  <Override PartName="/ppt/ink/ink3104.xml" ContentType="application/inkml+xml"/>
  <Override PartName="/ppt/ink/ink3105.xml" ContentType="application/inkml+xml"/>
  <Override PartName="/ppt/ink/ink3106.xml" ContentType="application/inkml+xml"/>
  <Override PartName="/ppt/ink/ink3107.xml" ContentType="application/inkml+xml"/>
  <Override PartName="/ppt/ink/ink3108.xml" ContentType="application/inkml+xml"/>
  <Override PartName="/ppt/ink/ink3109.xml" ContentType="application/inkml+xml"/>
  <Override PartName="/ppt/ink/ink3110.xml" ContentType="application/inkml+xml"/>
  <Override PartName="/ppt/ink/ink3111.xml" ContentType="application/inkml+xml"/>
  <Override PartName="/ppt/ink/ink3112.xml" ContentType="application/inkml+xml"/>
  <Override PartName="/ppt/ink/ink3113.xml" ContentType="application/inkml+xml"/>
  <Override PartName="/ppt/ink/ink3114.xml" ContentType="application/inkml+xml"/>
  <Override PartName="/ppt/ink/ink3115.xml" ContentType="application/inkml+xml"/>
  <Override PartName="/ppt/ink/ink3116.xml" ContentType="application/inkml+xml"/>
  <Override PartName="/ppt/ink/ink3117.xml" ContentType="application/inkml+xml"/>
  <Override PartName="/ppt/ink/ink3118.xml" ContentType="application/inkml+xml"/>
  <Override PartName="/ppt/ink/ink3119.xml" ContentType="application/inkml+xml"/>
  <Override PartName="/ppt/ink/ink3120.xml" ContentType="application/inkml+xml"/>
  <Override PartName="/ppt/ink/ink3121.xml" ContentType="application/inkml+xml"/>
  <Override PartName="/ppt/ink/ink3122.xml" ContentType="application/inkml+xml"/>
  <Override PartName="/ppt/ink/ink3123.xml" ContentType="application/inkml+xml"/>
  <Override PartName="/ppt/ink/ink3124.xml" ContentType="application/inkml+xml"/>
  <Override PartName="/ppt/ink/ink3125.xml" ContentType="application/inkml+xml"/>
  <Override PartName="/ppt/ink/ink3126.xml" ContentType="application/inkml+xml"/>
  <Override PartName="/ppt/ink/ink3127.xml" ContentType="application/inkml+xml"/>
  <Override PartName="/ppt/ink/ink3128.xml" ContentType="application/inkml+xml"/>
  <Override PartName="/ppt/ink/ink3129.xml" ContentType="application/inkml+xml"/>
  <Override PartName="/ppt/ink/ink3130.xml" ContentType="application/inkml+xml"/>
  <Override PartName="/ppt/ink/ink3131.xml" ContentType="application/inkml+xml"/>
  <Override PartName="/ppt/ink/ink3132.xml" ContentType="application/inkml+xml"/>
  <Override PartName="/ppt/ink/ink3133.xml" ContentType="application/inkml+xml"/>
  <Override PartName="/ppt/ink/ink3134.xml" ContentType="application/inkml+xml"/>
  <Override PartName="/ppt/ink/ink3135.xml" ContentType="application/inkml+xml"/>
  <Override PartName="/ppt/ink/ink3136.xml" ContentType="application/inkml+xml"/>
  <Override PartName="/ppt/ink/ink3137.xml" ContentType="application/inkml+xml"/>
  <Override PartName="/ppt/ink/ink3138.xml" ContentType="application/inkml+xml"/>
  <Override PartName="/ppt/ink/ink3139.xml" ContentType="application/inkml+xml"/>
  <Override PartName="/ppt/ink/ink3140.xml" ContentType="application/inkml+xml"/>
  <Override PartName="/ppt/ink/ink3141.xml" ContentType="application/inkml+xml"/>
  <Override PartName="/ppt/ink/ink3142.xml" ContentType="application/inkml+xml"/>
  <Override PartName="/ppt/ink/ink3143.xml" ContentType="application/inkml+xml"/>
  <Override PartName="/ppt/ink/ink3144.xml" ContentType="application/inkml+xml"/>
  <Override PartName="/ppt/ink/ink3145.xml" ContentType="application/inkml+xml"/>
  <Override PartName="/ppt/ink/ink3146.xml" ContentType="application/inkml+xml"/>
  <Override PartName="/ppt/ink/ink3147.xml" ContentType="application/inkml+xml"/>
  <Override PartName="/ppt/ink/ink3148.xml" ContentType="application/inkml+xml"/>
  <Override PartName="/ppt/ink/ink3149.xml" ContentType="application/inkml+xml"/>
  <Override PartName="/ppt/ink/ink3150.xml" ContentType="application/inkml+xml"/>
  <Override PartName="/ppt/ink/ink3151.xml" ContentType="application/inkml+xml"/>
  <Override PartName="/ppt/ink/ink3152.xml" ContentType="application/inkml+xml"/>
  <Override PartName="/ppt/ink/ink3153.xml" ContentType="application/inkml+xml"/>
  <Override PartName="/ppt/ink/ink3154.xml" ContentType="application/inkml+xml"/>
  <Override PartName="/ppt/ink/ink3155.xml" ContentType="application/inkml+xml"/>
  <Override PartName="/ppt/ink/ink3156.xml" ContentType="application/inkml+xml"/>
  <Override PartName="/ppt/ink/ink3157.xml" ContentType="application/inkml+xml"/>
  <Override PartName="/ppt/ink/ink3158.xml" ContentType="application/inkml+xml"/>
  <Override PartName="/ppt/ink/ink3159.xml" ContentType="application/inkml+xml"/>
  <Override PartName="/ppt/ink/ink3160.xml" ContentType="application/inkml+xml"/>
  <Override PartName="/ppt/ink/ink3161.xml" ContentType="application/inkml+xml"/>
  <Override PartName="/ppt/ink/ink3162.xml" ContentType="application/inkml+xml"/>
  <Override PartName="/ppt/ink/ink3163.xml" ContentType="application/inkml+xml"/>
  <Override PartName="/ppt/ink/ink3164.xml" ContentType="application/inkml+xml"/>
  <Override PartName="/ppt/ink/ink3165.xml" ContentType="application/inkml+xml"/>
  <Override PartName="/ppt/ink/ink3166.xml" ContentType="application/inkml+xml"/>
  <Override PartName="/ppt/ink/ink3167.xml" ContentType="application/inkml+xml"/>
  <Override PartName="/ppt/ink/ink3168.xml" ContentType="application/inkml+xml"/>
  <Override PartName="/ppt/ink/ink3169.xml" ContentType="application/inkml+xml"/>
  <Override PartName="/ppt/ink/ink3170.xml" ContentType="application/inkml+xml"/>
  <Override PartName="/ppt/ink/ink3171.xml" ContentType="application/inkml+xml"/>
  <Override PartName="/ppt/ink/ink3172.xml" ContentType="application/inkml+xml"/>
  <Override PartName="/ppt/ink/ink3173.xml" ContentType="application/inkml+xml"/>
  <Override PartName="/ppt/ink/ink3174.xml" ContentType="application/inkml+xml"/>
  <Override PartName="/ppt/ink/ink3175.xml" ContentType="application/inkml+xml"/>
  <Override PartName="/ppt/ink/ink3176.xml" ContentType="application/inkml+xml"/>
  <Override PartName="/ppt/ink/ink3177.xml" ContentType="application/inkml+xml"/>
  <Override PartName="/ppt/ink/ink3178.xml" ContentType="application/inkml+xml"/>
  <Override PartName="/ppt/ink/ink3179.xml" ContentType="application/inkml+xml"/>
  <Override PartName="/ppt/ink/ink3180.xml" ContentType="application/inkml+xml"/>
  <Override PartName="/ppt/ink/ink3181.xml" ContentType="application/inkml+xml"/>
  <Override PartName="/ppt/ink/ink3182.xml" ContentType="application/inkml+xml"/>
  <Override PartName="/ppt/ink/ink3183.xml" ContentType="application/inkml+xml"/>
  <Override PartName="/ppt/ink/ink3184.xml" ContentType="application/inkml+xml"/>
  <Override PartName="/ppt/ink/ink3185.xml" ContentType="application/inkml+xml"/>
  <Override PartName="/ppt/ink/ink3186.xml" ContentType="application/inkml+xml"/>
  <Override PartName="/ppt/ink/ink3187.xml" ContentType="application/inkml+xml"/>
  <Override PartName="/ppt/ink/ink3188.xml" ContentType="application/inkml+xml"/>
  <Override PartName="/ppt/ink/ink3189.xml" ContentType="application/inkml+xml"/>
  <Override PartName="/ppt/ink/ink3190.xml" ContentType="application/inkml+xml"/>
  <Override PartName="/ppt/ink/ink3191.xml" ContentType="application/inkml+xml"/>
  <Override PartName="/ppt/ink/ink3192.xml" ContentType="application/inkml+xml"/>
  <Override PartName="/ppt/ink/ink3193.xml" ContentType="application/inkml+xml"/>
  <Override PartName="/ppt/ink/ink3194.xml" ContentType="application/inkml+xml"/>
  <Override PartName="/ppt/ink/ink3195.xml" ContentType="application/inkml+xml"/>
  <Override PartName="/ppt/ink/ink3196.xml" ContentType="application/inkml+xml"/>
  <Override PartName="/ppt/ink/ink3197.xml" ContentType="application/inkml+xml"/>
  <Override PartName="/ppt/ink/ink3198.xml" ContentType="application/inkml+xml"/>
  <Override PartName="/ppt/ink/ink3199.xml" ContentType="application/inkml+xml"/>
  <Override PartName="/ppt/ink/ink3200.xml" ContentType="application/inkml+xml"/>
  <Override PartName="/ppt/ink/ink3201.xml" ContentType="application/inkml+xml"/>
  <Override PartName="/ppt/ink/ink3202.xml" ContentType="application/inkml+xml"/>
  <Override PartName="/ppt/ink/ink3203.xml" ContentType="application/inkml+xml"/>
  <Override PartName="/ppt/ink/ink3204.xml" ContentType="application/inkml+xml"/>
  <Override PartName="/ppt/ink/ink3205.xml" ContentType="application/inkml+xml"/>
  <Override PartName="/ppt/ink/ink3206.xml" ContentType="application/inkml+xml"/>
  <Override PartName="/ppt/ink/ink3207.xml" ContentType="application/inkml+xml"/>
  <Override PartName="/ppt/ink/ink3208.xml" ContentType="application/inkml+xml"/>
  <Override PartName="/ppt/ink/ink3209.xml" ContentType="application/inkml+xml"/>
  <Override PartName="/ppt/ink/ink3210.xml" ContentType="application/inkml+xml"/>
  <Override PartName="/ppt/ink/ink3211.xml" ContentType="application/inkml+xml"/>
  <Override PartName="/ppt/ink/ink3212.xml" ContentType="application/inkml+xml"/>
  <Override PartName="/ppt/ink/ink3213.xml" ContentType="application/inkml+xml"/>
  <Override PartName="/ppt/ink/ink3214.xml" ContentType="application/inkml+xml"/>
  <Override PartName="/ppt/ink/ink3215.xml" ContentType="application/inkml+xml"/>
  <Override PartName="/ppt/ink/ink3216.xml" ContentType="application/inkml+xml"/>
  <Override PartName="/ppt/ink/ink3217.xml" ContentType="application/inkml+xml"/>
  <Override PartName="/ppt/ink/ink3218.xml" ContentType="application/inkml+xml"/>
  <Override PartName="/ppt/ink/ink3219.xml" ContentType="application/inkml+xml"/>
  <Override PartName="/ppt/ink/ink3220.xml" ContentType="application/inkml+xml"/>
  <Override PartName="/ppt/ink/ink3221.xml" ContentType="application/inkml+xml"/>
  <Override PartName="/ppt/ink/ink3222.xml" ContentType="application/inkml+xml"/>
  <Override PartName="/ppt/ink/ink3223.xml" ContentType="application/inkml+xml"/>
  <Override PartName="/ppt/ink/ink3224.xml" ContentType="application/inkml+xml"/>
  <Override PartName="/ppt/ink/ink3225.xml" ContentType="application/inkml+xml"/>
  <Override PartName="/ppt/ink/ink3226.xml" ContentType="application/inkml+xml"/>
  <Override PartName="/ppt/ink/ink3227.xml" ContentType="application/inkml+xml"/>
  <Override PartName="/ppt/ink/ink3228.xml" ContentType="application/inkml+xml"/>
  <Override PartName="/ppt/ink/ink3229.xml" ContentType="application/inkml+xml"/>
  <Override PartName="/ppt/ink/ink3230.xml" ContentType="application/inkml+xml"/>
  <Override PartName="/ppt/ink/ink3231.xml" ContentType="application/inkml+xml"/>
  <Override PartName="/ppt/ink/ink3232.xml" ContentType="application/inkml+xml"/>
  <Override PartName="/ppt/ink/ink3233.xml" ContentType="application/inkml+xml"/>
  <Override PartName="/ppt/ink/ink3234.xml" ContentType="application/inkml+xml"/>
  <Override PartName="/ppt/ink/ink3235.xml" ContentType="application/inkml+xml"/>
  <Override PartName="/ppt/ink/ink3236.xml" ContentType="application/inkml+xml"/>
  <Override PartName="/ppt/ink/ink3237.xml" ContentType="application/inkml+xml"/>
  <Override PartName="/ppt/ink/ink3238.xml" ContentType="application/inkml+xml"/>
  <Override PartName="/ppt/ink/ink3239.xml" ContentType="application/inkml+xml"/>
  <Override PartName="/ppt/ink/ink3240.xml" ContentType="application/inkml+xml"/>
  <Override PartName="/ppt/ink/ink3241.xml" ContentType="application/inkml+xml"/>
  <Override PartName="/ppt/ink/ink3242.xml" ContentType="application/inkml+xml"/>
  <Override PartName="/ppt/ink/ink3243.xml" ContentType="application/inkml+xml"/>
  <Override PartName="/ppt/ink/ink3244.xml" ContentType="application/inkml+xml"/>
  <Override PartName="/ppt/ink/ink3245.xml" ContentType="application/inkml+xml"/>
  <Override PartName="/ppt/ink/ink3246.xml" ContentType="application/inkml+xml"/>
  <Override PartName="/ppt/ink/ink3247.xml" ContentType="application/inkml+xml"/>
  <Override PartName="/ppt/ink/ink3248.xml" ContentType="application/inkml+xml"/>
  <Override PartName="/ppt/ink/ink3249.xml" ContentType="application/inkml+xml"/>
  <Override PartName="/ppt/ink/ink3250.xml" ContentType="application/inkml+xml"/>
  <Override PartName="/ppt/ink/ink3251.xml" ContentType="application/inkml+xml"/>
  <Override PartName="/ppt/ink/ink3252.xml" ContentType="application/inkml+xml"/>
  <Override PartName="/ppt/ink/ink3253.xml" ContentType="application/inkml+xml"/>
  <Override PartName="/ppt/ink/ink3254.xml" ContentType="application/inkml+xml"/>
  <Override PartName="/ppt/ink/ink3255.xml" ContentType="application/inkml+xml"/>
  <Override PartName="/ppt/ink/ink3256.xml" ContentType="application/inkml+xml"/>
  <Override PartName="/ppt/ink/ink3257.xml" ContentType="application/inkml+xml"/>
  <Override PartName="/ppt/ink/ink3258.xml" ContentType="application/inkml+xml"/>
  <Override PartName="/ppt/ink/ink3259.xml" ContentType="application/inkml+xml"/>
  <Override PartName="/ppt/ink/ink3260.xml" ContentType="application/inkml+xml"/>
  <Override PartName="/ppt/ink/ink3261.xml" ContentType="application/inkml+xml"/>
  <Override PartName="/ppt/ink/ink3262.xml" ContentType="application/inkml+xml"/>
  <Override PartName="/ppt/ink/ink3263.xml" ContentType="application/inkml+xml"/>
  <Override PartName="/ppt/ink/ink3264.xml" ContentType="application/inkml+xml"/>
  <Override PartName="/ppt/ink/ink3265.xml" ContentType="application/inkml+xml"/>
  <Override PartName="/ppt/ink/ink3266.xml" ContentType="application/inkml+xml"/>
  <Override PartName="/ppt/ink/ink3267.xml" ContentType="application/inkml+xml"/>
  <Override PartName="/ppt/ink/ink3268.xml" ContentType="application/inkml+xml"/>
  <Override PartName="/ppt/ink/ink3269.xml" ContentType="application/inkml+xml"/>
  <Override PartName="/ppt/ink/ink3270.xml" ContentType="application/inkml+xml"/>
  <Override PartName="/ppt/ink/ink3271.xml" ContentType="application/inkml+xml"/>
  <Override PartName="/ppt/ink/ink3272.xml" ContentType="application/inkml+xml"/>
  <Override PartName="/ppt/ink/ink3273.xml" ContentType="application/inkml+xml"/>
  <Override PartName="/ppt/ink/ink3274.xml" ContentType="application/inkml+xml"/>
  <Override PartName="/ppt/ink/ink3275.xml" ContentType="application/inkml+xml"/>
  <Override PartName="/ppt/ink/ink3276.xml" ContentType="application/inkml+xml"/>
  <Override PartName="/ppt/ink/ink3277.xml" ContentType="application/inkml+xml"/>
  <Override PartName="/ppt/ink/ink3278.xml" ContentType="application/inkml+xml"/>
  <Override PartName="/ppt/ink/ink3279.xml" ContentType="application/inkml+xml"/>
  <Override PartName="/ppt/ink/ink3280.xml" ContentType="application/inkml+xml"/>
  <Override PartName="/ppt/ink/ink3281.xml" ContentType="application/inkml+xml"/>
  <Override PartName="/ppt/ink/ink3282.xml" ContentType="application/inkml+xml"/>
  <Override PartName="/ppt/ink/ink3283.xml" ContentType="application/inkml+xml"/>
  <Override PartName="/ppt/ink/ink3284.xml" ContentType="application/inkml+xml"/>
  <Override PartName="/ppt/ink/ink3285.xml" ContentType="application/inkml+xml"/>
  <Override PartName="/ppt/ink/ink3286.xml" ContentType="application/inkml+xml"/>
  <Override PartName="/ppt/ink/ink3287.xml" ContentType="application/inkml+xml"/>
  <Override PartName="/ppt/ink/ink3288.xml" ContentType="application/inkml+xml"/>
  <Override PartName="/ppt/ink/ink3289.xml" ContentType="application/inkml+xml"/>
  <Override PartName="/ppt/ink/ink3290.xml" ContentType="application/inkml+xml"/>
  <Override PartName="/ppt/ink/ink3291.xml" ContentType="application/inkml+xml"/>
  <Override PartName="/ppt/ink/ink3292.xml" ContentType="application/inkml+xml"/>
  <Override PartName="/ppt/ink/ink3293.xml" ContentType="application/inkml+xml"/>
  <Override PartName="/ppt/ink/ink3294.xml" ContentType="application/inkml+xml"/>
  <Override PartName="/ppt/ink/ink3295.xml" ContentType="application/inkml+xml"/>
  <Override PartName="/ppt/ink/ink3296.xml" ContentType="application/inkml+xml"/>
  <Override PartName="/ppt/ink/ink3297.xml" ContentType="application/inkml+xml"/>
  <Override PartName="/ppt/ink/ink3298.xml" ContentType="application/inkml+xml"/>
  <Override PartName="/ppt/ink/ink3299.xml" ContentType="application/inkml+xml"/>
  <Override PartName="/ppt/ink/ink3300.xml" ContentType="application/inkml+xml"/>
  <Override PartName="/ppt/ink/ink3301.xml" ContentType="application/inkml+xml"/>
  <Override PartName="/ppt/ink/ink3302.xml" ContentType="application/inkml+xml"/>
  <Override PartName="/ppt/ink/ink3303.xml" ContentType="application/inkml+xml"/>
  <Override PartName="/ppt/ink/ink3304.xml" ContentType="application/inkml+xml"/>
  <Override PartName="/ppt/ink/ink3305.xml" ContentType="application/inkml+xml"/>
  <Override PartName="/ppt/ink/ink3306.xml" ContentType="application/inkml+xml"/>
  <Override PartName="/ppt/ink/ink3307.xml" ContentType="application/inkml+xml"/>
  <Override PartName="/ppt/ink/ink3308.xml" ContentType="application/inkml+xml"/>
  <Override PartName="/ppt/ink/ink3309.xml" ContentType="application/inkml+xml"/>
  <Override PartName="/ppt/ink/ink3310.xml" ContentType="application/inkml+xml"/>
  <Override PartName="/ppt/ink/ink3311.xml" ContentType="application/inkml+xml"/>
  <Override PartName="/ppt/ink/ink3312.xml" ContentType="application/inkml+xml"/>
  <Override PartName="/ppt/ink/ink3313.xml" ContentType="application/inkml+xml"/>
  <Override PartName="/ppt/ink/ink3314.xml" ContentType="application/inkml+xml"/>
  <Override PartName="/ppt/ink/ink3315.xml" ContentType="application/inkml+xml"/>
  <Override PartName="/ppt/ink/ink3316.xml" ContentType="application/inkml+xml"/>
  <Override PartName="/ppt/ink/ink3317.xml" ContentType="application/inkml+xml"/>
  <Override PartName="/ppt/ink/ink3318.xml" ContentType="application/inkml+xml"/>
  <Override PartName="/ppt/ink/ink3319.xml" ContentType="application/inkml+xml"/>
  <Override PartName="/ppt/ink/ink3320.xml" ContentType="application/inkml+xml"/>
  <Override PartName="/ppt/ink/ink3321.xml" ContentType="application/inkml+xml"/>
  <Override PartName="/ppt/ink/ink3322.xml" ContentType="application/inkml+xml"/>
  <Override PartName="/ppt/ink/ink3323.xml" ContentType="application/inkml+xml"/>
  <Override PartName="/ppt/ink/ink3324.xml" ContentType="application/inkml+xml"/>
  <Override PartName="/ppt/ink/ink3325.xml" ContentType="application/inkml+xml"/>
  <Override PartName="/ppt/ink/ink3326.xml" ContentType="application/inkml+xml"/>
  <Override PartName="/ppt/ink/ink3327.xml" ContentType="application/inkml+xml"/>
  <Override PartName="/ppt/ink/ink3328.xml" ContentType="application/inkml+xml"/>
  <Override PartName="/ppt/ink/ink3329.xml" ContentType="application/inkml+xml"/>
  <Override PartName="/ppt/ink/ink3330.xml" ContentType="application/inkml+xml"/>
  <Override PartName="/ppt/ink/ink3331.xml" ContentType="application/inkml+xml"/>
  <Override PartName="/ppt/ink/ink3332.xml" ContentType="application/inkml+xml"/>
  <Override PartName="/ppt/ink/ink3333.xml" ContentType="application/inkml+xml"/>
  <Override PartName="/ppt/ink/ink3334.xml" ContentType="application/inkml+xml"/>
  <Override PartName="/ppt/ink/ink3335.xml" ContentType="application/inkml+xml"/>
  <Override PartName="/ppt/ink/ink3336.xml" ContentType="application/inkml+xml"/>
  <Override PartName="/ppt/ink/ink3337.xml" ContentType="application/inkml+xml"/>
  <Override PartName="/ppt/ink/ink3338.xml" ContentType="application/inkml+xml"/>
  <Override PartName="/ppt/ink/ink3339.xml" ContentType="application/inkml+xml"/>
  <Override PartName="/ppt/ink/ink3340.xml" ContentType="application/inkml+xml"/>
  <Override PartName="/ppt/ink/ink3341.xml" ContentType="application/inkml+xml"/>
  <Override PartName="/ppt/ink/ink3342.xml" ContentType="application/inkml+xml"/>
  <Override PartName="/ppt/ink/ink3343.xml" ContentType="application/inkml+xml"/>
  <Override PartName="/ppt/ink/ink3344.xml" ContentType="application/inkml+xml"/>
  <Override PartName="/ppt/ink/ink3345.xml" ContentType="application/inkml+xml"/>
  <Override PartName="/ppt/ink/ink3346.xml" ContentType="application/inkml+xml"/>
  <Override PartName="/ppt/ink/ink3347.xml" ContentType="application/inkml+xml"/>
  <Override PartName="/ppt/ink/ink3348.xml" ContentType="application/inkml+xml"/>
  <Override PartName="/ppt/ink/ink3349.xml" ContentType="application/inkml+xml"/>
  <Override PartName="/ppt/ink/ink3350.xml" ContentType="application/inkml+xml"/>
  <Override PartName="/ppt/ink/ink3351.xml" ContentType="application/inkml+xml"/>
  <Override PartName="/ppt/ink/ink3352.xml" ContentType="application/inkml+xml"/>
  <Override PartName="/ppt/ink/ink3353.xml" ContentType="application/inkml+xml"/>
  <Override PartName="/ppt/ink/ink3354.xml" ContentType="application/inkml+xml"/>
  <Override PartName="/ppt/ink/ink3355.xml" ContentType="application/inkml+xml"/>
  <Override PartName="/ppt/ink/ink3356.xml" ContentType="application/inkml+xml"/>
  <Override PartName="/ppt/ink/ink3357.xml" ContentType="application/inkml+xml"/>
  <Override PartName="/ppt/ink/ink3358.xml" ContentType="application/inkml+xml"/>
  <Override PartName="/ppt/ink/ink3359.xml" ContentType="application/inkml+xml"/>
  <Override PartName="/ppt/ink/ink3360.xml" ContentType="application/inkml+xml"/>
  <Override PartName="/ppt/ink/ink3361.xml" ContentType="application/inkml+xml"/>
  <Override PartName="/ppt/ink/ink3362.xml" ContentType="application/inkml+xml"/>
  <Override PartName="/ppt/ink/ink3363.xml" ContentType="application/inkml+xml"/>
  <Override PartName="/ppt/ink/ink3364.xml" ContentType="application/inkml+xml"/>
  <Override PartName="/ppt/ink/ink3365.xml" ContentType="application/inkml+xml"/>
  <Override PartName="/ppt/ink/ink3366.xml" ContentType="application/inkml+xml"/>
  <Override PartName="/ppt/ink/ink3367.xml" ContentType="application/inkml+xml"/>
  <Override PartName="/ppt/ink/ink3368.xml" ContentType="application/inkml+xml"/>
  <Override PartName="/ppt/ink/ink3369.xml" ContentType="application/inkml+xml"/>
  <Override PartName="/ppt/ink/ink3370.xml" ContentType="application/inkml+xml"/>
  <Override PartName="/ppt/ink/ink3371.xml" ContentType="application/inkml+xml"/>
  <Override PartName="/ppt/ink/ink3372.xml" ContentType="application/inkml+xml"/>
  <Override PartName="/ppt/ink/ink3373.xml" ContentType="application/inkml+xml"/>
  <Override PartName="/ppt/ink/ink3374.xml" ContentType="application/inkml+xml"/>
  <Override PartName="/ppt/ink/ink3375.xml" ContentType="application/inkml+xml"/>
  <Override PartName="/ppt/ink/ink3376.xml" ContentType="application/inkml+xml"/>
  <Override PartName="/ppt/ink/ink3377.xml" ContentType="application/inkml+xml"/>
  <Override PartName="/ppt/ink/ink3378.xml" ContentType="application/inkml+xml"/>
  <Override PartName="/ppt/ink/ink3379.xml" ContentType="application/inkml+xml"/>
  <Override PartName="/ppt/ink/ink3380.xml" ContentType="application/inkml+xml"/>
  <Override PartName="/ppt/ink/ink3381.xml" ContentType="application/inkml+xml"/>
  <Override PartName="/ppt/ink/ink3382.xml" ContentType="application/inkml+xml"/>
  <Override PartName="/ppt/ink/ink3383.xml" ContentType="application/inkml+xml"/>
  <Override PartName="/ppt/ink/ink3384.xml" ContentType="application/inkml+xml"/>
  <Override PartName="/ppt/ink/ink3385.xml" ContentType="application/inkml+xml"/>
  <Override PartName="/ppt/ink/ink3386.xml" ContentType="application/inkml+xml"/>
  <Override PartName="/ppt/ink/ink3387.xml" ContentType="application/inkml+xml"/>
  <Override PartName="/ppt/ink/ink3388.xml" ContentType="application/inkml+xml"/>
  <Override PartName="/ppt/ink/ink3389.xml" ContentType="application/inkml+xml"/>
  <Override PartName="/ppt/ink/ink3390.xml" ContentType="application/inkml+xml"/>
  <Override PartName="/ppt/ink/ink3391.xml" ContentType="application/inkml+xml"/>
  <Override PartName="/ppt/ink/ink3392.xml" ContentType="application/inkml+xml"/>
  <Override PartName="/ppt/ink/ink3393.xml" ContentType="application/inkml+xml"/>
  <Override PartName="/ppt/ink/ink3394.xml" ContentType="application/inkml+xml"/>
  <Override PartName="/ppt/ink/ink3395.xml" ContentType="application/inkml+xml"/>
  <Override PartName="/ppt/ink/ink3396.xml" ContentType="application/inkml+xml"/>
  <Override PartName="/ppt/ink/ink3397.xml" ContentType="application/inkml+xml"/>
  <Override PartName="/ppt/ink/ink3398.xml" ContentType="application/inkml+xml"/>
  <Override PartName="/ppt/ink/ink3399.xml" ContentType="application/inkml+xml"/>
  <Override PartName="/ppt/ink/ink3400.xml" ContentType="application/inkml+xml"/>
  <Override PartName="/ppt/ink/ink3401.xml" ContentType="application/inkml+xml"/>
  <Override PartName="/ppt/ink/ink3402.xml" ContentType="application/inkml+xml"/>
  <Override PartName="/ppt/ink/ink3403.xml" ContentType="application/inkml+xml"/>
  <Override PartName="/ppt/ink/ink3404.xml" ContentType="application/inkml+xml"/>
  <Override PartName="/ppt/ink/ink3405.xml" ContentType="application/inkml+xml"/>
  <Override PartName="/ppt/ink/ink3406.xml" ContentType="application/inkml+xml"/>
  <Override PartName="/ppt/ink/ink3407.xml" ContentType="application/inkml+xml"/>
  <Override PartName="/ppt/ink/ink3408.xml" ContentType="application/inkml+xml"/>
  <Override PartName="/ppt/ink/ink3409.xml" ContentType="application/inkml+xml"/>
  <Override PartName="/ppt/ink/ink3410.xml" ContentType="application/inkml+xml"/>
  <Override PartName="/ppt/ink/ink3411.xml" ContentType="application/inkml+xml"/>
  <Override PartName="/ppt/ink/ink3412.xml" ContentType="application/inkml+xml"/>
  <Override PartName="/ppt/ink/ink3413.xml" ContentType="application/inkml+xml"/>
  <Override PartName="/ppt/ink/ink3414.xml" ContentType="application/inkml+xml"/>
  <Override PartName="/ppt/ink/ink3415.xml" ContentType="application/inkml+xml"/>
  <Override PartName="/ppt/ink/ink3416.xml" ContentType="application/inkml+xml"/>
  <Override PartName="/ppt/ink/ink3417.xml" ContentType="application/inkml+xml"/>
  <Override PartName="/ppt/ink/ink3418.xml" ContentType="application/inkml+xml"/>
  <Override PartName="/ppt/ink/ink3419.xml" ContentType="application/inkml+xml"/>
  <Override PartName="/ppt/ink/ink3420.xml" ContentType="application/inkml+xml"/>
  <Override PartName="/ppt/ink/ink3421.xml" ContentType="application/inkml+xml"/>
  <Override PartName="/ppt/ink/ink3422.xml" ContentType="application/inkml+xml"/>
  <Override PartName="/ppt/ink/ink3423.xml" ContentType="application/inkml+xml"/>
  <Override PartName="/ppt/ink/ink3424.xml" ContentType="application/inkml+xml"/>
  <Override PartName="/ppt/ink/ink3425.xml" ContentType="application/inkml+xml"/>
  <Override PartName="/ppt/ink/ink3426.xml" ContentType="application/inkml+xml"/>
  <Override PartName="/ppt/ink/ink3427.xml" ContentType="application/inkml+xml"/>
  <Override PartName="/ppt/ink/ink3428.xml" ContentType="application/inkml+xml"/>
  <Override PartName="/ppt/ink/ink3429.xml" ContentType="application/inkml+xml"/>
  <Override PartName="/ppt/ink/ink3430.xml" ContentType="application/inkml+xml"/>
  <Override PartName="/ppt/ink/ink3431.xml" ContentType="application/inkml+xml"/>
  <Override PartName="/ppt/ink/ink3432.xml" ContentType="application/inkml+xml"/>
  <Override PartName="/ppt/ink/ink3433.xml" ContentType="application/inkml+xml"/>
  <Override PartName="/ppt/ink/ink3434.xml" ContentType="application/inkml+xml"/>
  <Override PartName="/ppt/ink/ink3435.xml" ContentType="application/inkml+xml"/>
  <Override PartName="/ppt/ink/ink3436.xml" ContentType="application/inkml+xml"/>
  <Override PartName="/ppt/ink/ink3437.xml" ContentType="application/inkml+xml"/>
  <Override PartName="/ppt/ink/ink3438.xml" ContentType="application/inkml+xml"/>
  <Override PartName="/ppt/ink/ink3439.xml" ContentType="application/inkml+xml"/>
  <Override PartName="/ppt/ink/ink3440.xml" ContentType="application/inkml+xml"/>
  <Override PartName="/ppt/ink/ink3441.xml" ContentType="application/inkml+xml"/>
  <Override PartName="/ppt/ink/ink3442.xml" ContentType="application/inkml+xml"/>
  <Override PartName="/ppt/ink/ink3443.xml" ContentType="application/inkml+xml"/>
  <Override PartName="/ppt/ink/ink3444.xml" ContentType="application/inkml+xml"/>
  <Override PartName="/ppt/ink/ink3445.xml" ContentType="application/inkml+xml"/>
  <Override PartName="/ppt/ink/ink3446.xml" ContentType="application/inkml+xml"/>
  <Override PartName="/ppt/ink/ink3447.xml" ContentType="application/inkml+xml"/>
  <Override PartName="/ppt/ink/ink3448.xml" ContentType="application/inkml+xml"/>
  <Override PartName="/ppt/ink/ink3449.xml" ContentType="application/inkml+xml"/>
  <Override PartName="/ppt/ink/ink3450.xml" ContentType="application/inkml+xml"/>
  <Override PartName="/ppt/ink/ink3451.xml" ContentType="application/inkml+xml"/>
  <Override PartName="/ppt/ink/ink3452.xml" ContentType="application/inkml+xml"/>
  <Override PartName="/ppt/ink/ink3453.xml" ContentType="application/inkml+xml"/>
  <Override PartName="/ppt/ink/ink3454.xml" ContentType="application/inkml+xml"/>
  <Override PartName="/ppt/ink/ink3455.xml" ContentType="application/inkml+xml"/>
  <Override PartName="/ppt/ink/ink3456.xml" ContentType="application/inkml+xml"/>
  <Override PartName="/ppt/ink/ink3457.xml" ContentType="application/inkml+xml"/>
  <Override PartName="/ppt/ink/ink3458.xml" ContentType="application/inkml+xml"/>
  <Override PartName="/ppt/ink/ink3459.xml" ContentType="application/inkml+xml"/>
  <Override PartName="/ppt/ink/ink3460.xml" ContentType="application/inkml+xml"/>
  <Override PartName="/ppt/ink/ink3461.xml" ContentType="application/inkml+xml"/>
  <Override PartName="/ppt/ink/ink3462.xml" ContentType="application/inkml+xml"/>
  <Override PartName="/ppt/ink/ink3463.xml" ContentType="application/inkml+xml"/>
  <Override PartName="/ppt/ink/ink3464.xml" ContentType="application/inkml+xml"/>
  <Override PartName="/ppt/ink/ink3465.xml" ContentType="application/inkml+xml"/>
  <Override PartName="/ppt/ink/ink3466.xml" ContentType="application/inkml+xml"/>
  <Override PartName="/ppt/ink/ink3467.xml" ContentType="application/inkml+xml"/>
  <Override PartName="/ppt/ink/ink3468.xml" ContentType="application/inkml+xml"/>
  <Override PartName="/ppt/ink/ink3469.xml" ContentType="application/inkml+xml"/>
  <Override PartName="/ppt/ink/ink3470.xml" ContentType="application/inkml+xml"/>
  <Override PartName="/ppt/ink/ink3471.xml" ContentType="application/inkml+xml"/>
  <Override PartName="/ppt/ink/ink3472.xml" ContentType="application/inkml+xml"/>
  <Override PartName="/ppt/ink/ink3473.xml" ContentType="application/inkml+xml"/>
  <Override PartName="/ppt/ink/ink3474.xml" ContentType="application/inkml+xml"/>
  <Override PartName="/ppt/ink/ink3475.xml" ContentType="application/inkml+xml"/>
  <Override PartName="/ppt/ink/ink3476.xml" ContentType="application/inkml+xml"/>
  <Override PartName="/ppt/ink/ink3477.xml" ContentType="application/inkml+xml"/>
  <Override PartName="/ppt/ink/ink3478.xml" ContentType="application/inkml+xml"/>
  <Override PartName="/ppt/ink/ink3479.xml" ContentType="application/inkml+xml"/>
  <Override PartName="/ppt/ink/ink3480.xml" ContentType="application/inkml+xml"/>
  <Override PartName="/ppt/ink/ink3481.xml" ContentType="application/inkml+xml"/>
  <Override PartName="/ppt/ink/ink3482.xml" ContentType="application/inkml+xml"/>
  <Override PartName="/ppt/ink/ink3483.xml" ContentType="application/inkml+xml"/>
  <Override PartName="/ppt/ink/ink3484.xml" ContentType="application/inkml+xml"/>
  <Override PartName="/ppt/ink/ink3485.xml" ContentType="application/inkml+xml"/>
  <Override PartName="/ppt/ink/ink3486.xml" ContentType="application/inkml+xml"/>
  <Override PartName="/ppt/ink/ink3487.xml" ContentType="application/inkml+xml"/>
  <Override PartName="/ppt/ink/ink3488.xml" ContentType="application/inkml+xml"/>
  <Override PartName="/ppt/ink/ink3489.xml" ContentType="application/inkml+xml"/>
  <Override PartName="/ppt/ink/ink3490.xml" ContentType="application/inkml+xml"/>
  <Override PartName="/ppt/ink/ink3491.xml" ContentType="application/inkml+xml"/>
  <Override PartName="/ppt/ink/ink3492.xml" ContentType="application/inkml+xml"/>
  <Override PartName="/ppt/ink/ink3493.xml" ContentType="application/inkml+xml"/>
  <Override PartName="/ppt/ink/ink3494.xml" ContentType="application/inkml+xml"/>
  <Override PartName="/ppt/ink/ink3495.xml" ContentType="application/inkml+xml"/>
  <Override PartName="/ppt/ink/ink3496.xml" ContentType="application/inkml+xml"/>
  <Override PartName="/ppt/ink/ink3497.xml" ContentType="application/inkml+xml"/>
  <Override PartName="/ppt/ink/ink3498.xml" ContentType="application/inkml+xml"/>
  <Override PartName="/ppt/ink/ink3499.xml" ContentType="application/inkml+xml"/>
  <Override PartName="/ppt/ink/ink3500.xml" ContentType="application/inkml+xml"/>
  <Override PartName="/ppt/ink/ink3501.xml" ContentType="application/inkml+xml"/>
  <Override PartName="/ppt/ink/ink3502.xml" ContentType="application/inkml+xml"/>
  <Override PartName="/ppt/ink/ink3503.xml" ContentType="application/inkml+xml"/>
  <Override PartName="/ppt/ink/ink3504.xml" ContentType="application/inkml+xml"/>
  <Override PartName="/ppt/ink/ink3505.xml" ContentType="application/inkml+xml"/>
  <Override PartName="/ppt/ink/ink3506.xml" ContentType="application/inkml+xml"/>
  <Override PartName="/ppt/ink/ink3507.xml" ContentType="application/inkml+xml"/>
  <Override PartName="/ppt/ink/ink3508.xml" ContentType="application/inkml+xml"/>
  <Override PartName="/ppt/ink/ink3509.xml" ContentType="application/inkml+xml"/>
  <Override PartName="/ppt/ink/ink3510.xml" ContentType="application/inkml+xml"/>
  <Override PartName="/ppt/ink/ink3511.xml" ContentType="application/inkml+xml"/>
  <Override PartName="/ppt/ink/ink3512.xml" ContentType="application/inkml+xml"/>
  <Override PartName="/ppt/ink/ink3513.xml" ContentType="application/inkml+xml"/>
  <Override PartName="/ppt/ink/ink3514.xml" ContentType="application/inkml+xml"/>
  <Override PartName="/ppt/ink/ink3515.xml" ContentType="application/inkml+xml"/>
  <Override PartName="/ppt/ink/ink3516.xml" ContentType="application/inkml+xml"/>
  <Override PartName="/ppt/ink/ink3517.xml" ContentType="application/inkml+xml"/>
  <Override PartName="/ppt/ink/ink3518.xml" ContentType="application/inkml+xml"/>
  <Override PartName="/ppt/ink/ink3519.xml" ContentType="application/inkml+xml"/>
  <Override PartName="/ppt/ink/ink3520.xml" ContentType="application/inkml+xml"/>
  <Override PartName="/ppt/ink/ink3521.xml" ContentType="application/inkml+xml"/>
  <Override PartName="/ppt/ink/ink3522.xml" ContentType="application/inkml+xml"/>
  <Override PartName="/ppt/ink/ink3523.xml" ContentType="application/inkml+xml"/>
  <Override PartName="/ppt/ink/ink3524.xml" ContentType="application/inkml+xml"/>
  <Override PartName="/ppt/ink/ink3525.xml" ContentType="application/inkml+xml"/>
  <Override PartName="/ppt/ink/ink3526.xml" ContentType="application/inkml+xml"/>
  <Override PartName="/ppt/ink/ink3527.xml" ContentType="application/inkml+xml"/>
  <Override PartName="/ppt/ink/ink3528.xml" ContentType="application/inkml+xml"/>
  <Override PartName="/ppt/ink/ink3529.xml" ContentType="application/inkml+xml"/>
  <Override PartName="/ppt/ink/ink3530.xml" ContentType="application/inkml+xml"/>
  <Override PartName="/ppt/ink/ink3531.xml" ContentType="application/inkml+xml"/>
  <Override PartName="/ppt/ink/ink3532.xml" ContentType="application/inkml+xml"/>
  <Override PartName="/ppt/ink/ink3533.xml" ContentType="application/inkml+xml"/>
  <Override PartName="/ppt/ink/ink3534.xml" ContentType="application/inkml+xml"/>
  <Override PartName="/ppt/ink/ink3535.xml" ContentType="application/inkml+xml"/>
  <Override PartName="/ppt/ink/ink3536.xml" ContentType="application/inkml+xml"/>
  <Override PartName="/ppt/ink/ink3537.xml" ContentType="application/inkml+xml"/>
  <Override PartName="/ppt/ink/ink3538.xml" ContentType="application/inkml+xml"/>
  <Override PartName="/ppt/ink/ink3539.xml" ContentType="application/inkml+xml"/>
  <Override PartName="/ppt/ink/ink3540.xml" ContentType="application/inkml+xml"/>
  <Override PartName="/ppt/ink/ink3541.xml" ContentType="application/inkml+xml"/>
  <Override PartName="/ppt/ink/ink3542.xml" ContentType="application/inkml+xml"/>
  <Override PartName="/ppt/ink/ink3543.xml" ContentType="application/inkml+xml"/>
  <Override PartName="/ppt/ink/ink3544.xml" ContentType="application/inkml+xml"/>
  <Override PartName="/ppt/ink/ink3545.xml" ContentType="application/inkml+xml"/>
  <Override PartName="/ppt/ink/ink3546.xml" ContentType="application/inkml+xml"/>
  <Override PartName="/ppt/ink/ink3547.xml" ContentType="application/inkml+xml"/>
  <Override PartName="/ppt/ink/ink3548.xml" ContentType="application/inkml+xml"/>
  <Override PartName="/ppt/ink/ink3549.xml" ContentType="application/inkml+xml"/>
  <Override PartName="/ppt/ink/ink3550.xml" ContentType="application/inkml+xml"/>
  <Override PartName="/ppt/ink/ink3551.xml" ContentType="application/inkml+xml"/>
  <Override PartName="/ppt/ink/ink3552.xml" ContentType="application/inkml+xml"/>
  <Override PartName="/ppt/ink/ink3553.xml" ContentType="application/inkml+xml"/>
  <Override PartName="/ppt/ink/ink3554.xml" ContentType="application/inkml+xml"/>
  <Override PartName="/ppt/ink/ink3555.xml" ContentType="application/inkml+xml"/>
  <Override PartName="/ppt/ink/ink3556.xml" ContentType="application/inkml+xml"/>
  <Override PartName="/ppt/ink/ink3557.xml" ContentType="application/inkml+xml"/>
  <Override PartName="/ppt/ink/ink3558.xml" ContentType="application/inkml+xml"/>
  <Override PartName="/ppt/ink/ink3559.xml" ContentType="application/inkml+xml"/>
  <Override PartName="/ppt/ink/ink3560.xml" ContentType="application/inkml+xml"/>
  <Override PartName="/ppt/ink/ink3561.xml" ContentType="application/inkml+xml"/>
  <Override PartName="/ppt/ink/ink3562.xml" ContentType="application/inkml+xml"/>
  <Override PartName="/ppt/ink/ink3563.xml" ContentType="application/inkml+xml"/>
  <Override PartName="/ppt/ink/ink3564.xml" ContentType="application/inkml+xml"/>
  <Override PartName="/ppt/ink/ink3565.xml" ContentType="application/inkml+xml"/>
  <Override PartName="/ppt/ink/ink3566.xml" ContentType="application/inkml+xml"/>
  <Override PartName="/ppt/ink/ink3567.xml" ContentType="application/inkml+xml"/>
  <Override PartName="/ppt/ink/ink3568.xml" ContentType="application/inkml+xml"/>
  <Override PartName="/ppt/ink/ink3569.xml" ContentType="application/inkml+xml"/>
  <Override PartName="/ppt/ink/ink3570.xml" ContentType="application/inkml+xml"/>
  <Override PartName="/ppt/ink/ink3571.xml" ContentType="application/inkml+xml"/>
  <Override PartName="/ppt/ink/ink3572.xml" ContentType="application/inkml+xml"/>
  <Override PartName="/ppt/ink/ink3573.xml" ContentType="application/inkml+xml"/>
  <Override PartName="/ppt/ink/ink3574.xml" ContentType="application/inkml+xml"/>
  <Override PartName="/ppt/ink/ink3575.xml" ContentType="application/inkml+xml"/>
  <Override PartName="/ppt/ink/ink3576.xml" ContentType="application/inkml+xml"/>
  <Override PartName="/ppt/ink/ink3577.xml" ContentType="application/inkml+xml"/>
  <Override PartName="/ppt/ink/ink3578.xml" ContentType="application/inkml+xml"/>
  <Override PartName="/ppt/ink/ink3579.xml" ContentType="application/inkml+xml"/>
  <Override PartName="/ppt/ink/ink3580.xml" ContentType="application/inkml+xml"/>
  <Override PartName="/ppt/ink/ink3581.xml" ContentType="application/inkml+xml"/>
  <Override PartName="/ppt/ink/ink3582.xml" ContentType="application/inkml+xml"/>
  <Override PartName="/ppt/ink/ink3583.xml" ContentType="application/inkml+xml"/>
  <Override PartName="/ppt/ink/ink3584.xml" ContentType="application/inkml+xml"/>
  <Override PartName="/ppt/ink/ink3585.xml" ContentType="application/inkml+xml"/>
  <Override PartName="/ppt/ink/ink3586.xml" ContentType="application/inkml+xml"/>
  <Override PartName="/ppt/ink/ink3587.xml" ContentType="application/inkml+xml"/>
  <Override PartName="/ppt/ink/ink3588.xml" ContentType="application/inkml+xml"/>
  <Override PartName="/ppt/ink/ink3589.xml" ContentType="application/inkml+xml"/>
  <Override PartName="/ppt/ink/ink3590.xml" ContentType="application/inkml+xml"/>
  <Override PartName="/ppt/ink/ink3591.xml" ContentType="application/inkml+xml"/>
  <Override PartName="/ppt/ink/ink3592.xml" ContentType="application/inkml+xml"/>
  <Override PartName="/ppt/ink/ink3593.xml" ContentType="application/inkml+xml"/>
  <Override PartName="/ppt/ink/ink3594.xml" ContentType="application/inkml+xml"/>
  <Override PartName="/ppt/ink/ink3595.xml" ContentType="application/inkml+xml"/>
  <Override PartName="/ppt/ink/ink3596.xml" ContentType="application/inkml+xml"/>
  <Override PartName="/ppt/ink/ink3597.xml" ContentType="application/inkml+xml"/>
  <Override PartName="/ppt/ink/ink3598.xml" ContentType="application/inkml+xml"/>
  <Override PartName="/ppt/ink/ink3599.xml" ContentType="application/inkml+xml"/>
  <Override PartName="/ppt/ink/ink3600.xml" ContentType="application/inkml+xml"/>
  <Override PartName="/ppt/ink/ink3601.xml" ContentType="application/inkml+xml"/>
  <Override PartName="/ppt/ink/ink3602.xml" ContentType="application/inkml+xml"/>
  <Override PartName="/ppt/ink/ink3603.xml" ContentType="application/inkml+xml"/>
  <Override PartName="/ppt/ink/ink3604.xml" ContentType="application/inkml+xml"/>
  <Override PartName="/ppt/ink/ink3605.xml" ContentType="application/inkml+xml"/>
  <Override PartName="/ppt/ink/ink3606.xml" ContentType="application/inkml+xml"/>
  <Override PartName="/ppt/ink/ink3607.xml" ContentType="application/inkml+xml"/>
  <Override PartName="/ppt/ink/ink3608.xml" ContentType="application/inkml+xml"/>
  <Override PartName="/ppt/ink/ink3609.xml" ContentType="application/inkml+xml"/>
  <Override PartName="/ppt/ink/ink3610.xml" ContentType="application/inkml+xml"/>
  <Override PartName="/ppt/ink/ink3611.xml" ContentType="application/inkml+xml"/>
  <Override PartName="/ppt/ink/ink3612.xml" ContentType="application/inkml+xml"/>
  <Override PartName="/ppt/ink/ink3613.xml" ContentType="application/inkml+xml"/>
  <Override PartName="/ppt/ink/ink3614.xml" ContentType="application/inkml+xml"/>
  <Override PartName="/ppt/ink/ink3615.xml" ContentType="application/inkml+xml"/>
  <Override PartName="/ppt/ink/ink3616.xml" ContentType="application/inkml+xml"/>
  <Override PartName="/ppt/ink/ink3617.xml" ContentType="application/inkml+xml"/>
  <Override PartName="/ppt/ink/ink3618.xml" ContentType="application/inkml+xml"/>
  <Override PartName="/ppt/ink/ink3619.xml" ContentType="application/inkml+xml"/>
  <Override PartName="/ppt/ink/ink3620.xml" ContentType="application/inkml+xml"/>
  <Override PartName="/ppt/ink/ink3621.xml" ContentType="application/inkml+xml"/>
  <Override PartName="/ppt/ink/ink3622.xml" ContentType="application/inkml+xml"/>
  <Override PartName="/ppt/ink/ink3623.xml" ContentType="application/inkml+xml"/>
  <Override PartName="/ppt/ink/ink3624.xml" ContentType="application/inkml+xml"/>
  <Override PartName="/ppt/ink/ink3625.xml" ContentType="application/inkml+xml"/>
  <Override PartName="/ppt/ink/ink3626.xml" ContentType="application/inkml+xml"/>
  <Override PartName="/ppt/ink/ink3627.xml" ContentType="application/inkml+xml"/>
  <Override PartName="/ppt/ink/ink3628.xml" ContentType="application/inkml+xml"/>
  <Override PartName="/ppt/ink/ink3629.xml" ContentType="application/inkml+xml"/>
  <Override PartName="/ppt/ink/ink3630.xml" ContentType="application/inkml+xml"/>
  <Override PartName="/ppt/ink/ink3631.xml" ContentType="application/inkml+xml"/>
  <Override PartName="/ppt/ink/ink3632.xml" ContentType="application/inkml+xml"/>
  <Override PartName="/ppt/ink/ink3633.xml" ContentType="application/inkml+xml"/>
  <Override PartName="/ppt/ink/ink3634.xml" ContentType="application/inkml+xml"/>
  <Override PartName="/ppt/ink/ink3635.xml" ContentType="application/inkml+xml"/>
  <Override PartName="/ppt/ink/ink3636.xml" ContentType="application/inkml+xml"/>
  <Override PartName="/ppt/ink/ink3637.xml" ContentType="application/inkml+xml"/>
  <Override PartName="/ppt/ink/ink3638.xml" ContentType="application/inkml+xml"/>
  <Override PartName="/ppt/ink/ink3639.xml" ContentType="application/inkml+xml"/>
  <Override PartName="/ppt/ink/ink3640.xml" ContentType="application/inkml+xml"/>
  <Override PartName="/ppt/ink/ink3641.xml" ContentType="application/inkml+xml"/>
  <Override PartName="/ppt/ink/ink3642.xml" ContentType="application/inkml+xml"/>
  <Override PartName="/ppt/ink/ink3643.xml" ContentType="application/inkml+xml"/>
  <Override PartName="/ppt/ink/ink3644.xml" ContentType="application/inkml+xml"/>
  <Override PartName="/ppt/ink/ink3645.xml" ContentType="application/inkml+xml"/>
  <Override PartName="/ppt/ink/ink3646.xml" ContentType="application/inkml+xml"/>
  <Override PartName="/ppt/ink/ink3647.xml" ContentType="application/inkml+xml"/>
  <Override PartName="/ppt/ink/ink3648.xml" ContentType="application/inkml+xml"/>
  <Override PartName="/ppt/ink/ink3649.xml" ContentType="application/inkml+xml"/>
  <Override PartName="/ppt/ink/ink3650.xml" ContentType="application/inkml+xml"/>
  <Override PartName="/ppt/ink/ink3651.xml" ContentType="application/inkml+xml"/>
  <Override PartName="/ppt/ink/ink3652.xml" ContentType="application/inkml+xml"/>
  <Override PartName="/ppt/ink/ink3653.xml" ContentType="application/inkml+xml"/>
  <Override PartName="/ppt/ink/ink3654.xml" ContentType="application/inkml+xml"/>
  <Override PartName="/ppt/ink/ink3655.xml" ContentType="application/inkml+xml"/>
  <Override PartName="/ppt/ink/ink3656.xml" ContentType="application/inkml+xml"/>
  <Override PartName="/ppt/ink/ink3657.xml" ContentType="application/inkml+xml"/>
  <Override PartName="/ppt/ink/ink3658.xml" ContentType="application/inkml+xml"/>
  <Override PartName="/ppt/ink/ink3659.xml" ContentType="application/inkml+xml"/>
  <Override PartName="/ppt/ink/ink3660.xml" ContentType="application/inkml+xml"/>
  <Override PartName="/ppt/ink/ink3661.xml" ContentType="application/inkml+xml"/>
  <Override PartName="/ppt/ink/ink3662.xml" ContentType="application/inkml+xml"/>
  <Override PartName="/ppt/ink/ink3663.xml" ContentType="application/inkml+xml"/>
  <Override PartName="/ppt/ink/ink3664.xml" ContentType="application/inkml+xml"/>
  <Override PartName="/ppt/ink/ink3665.xml" ContentType="application/inkml+xml"/>
  <Override PartName="/ppt/ink/ink3666.xml" ContentType="application/inkml+xml"/>
  <Override PartName="/ppt/ink/ink3667.xml" ContentType="application/inkml+xml"/>
  <Override PartName="/ppt/ink/ink3668.xml" ContentType="application/inkml+xml"/>
  <Override PartName="/ppt/ink/ink3669.xml" ContentType="application/inkml+xml"/>
  <Override PartName="/ppt/ink/ink3670.xml" ContentType="application/inkml+xml"/>
  <Override PartName="/ppt/ink/ink3671.xml" ContentType="application/inkml+xml"/>
  <Override PartName="/ppt/ink/ink3672.xml" ContentType="application/inkml+xml"/>
  <Override PartName="/ppt/ink/ink3673.xml" ContentType="application/inkml+xml"/>
  <Override PartName="/ppt/ink/ink3674.xml" ContentType="application/inkml+xml"/>
  <Override PartName="/ppt/ink/ink3675.xml" ContentType="application/inkml+xml"/>
  <Override PartName="/ppt/ink/ink3676.xml" ContentType="application/inkml+xml"/>
  <Override PartName="/ppt/ink/ink3677.xml" ContentType="application/inkml+xml"/>
  <Override PartName="/ppt/ink/ink3678.xml" ContentType="application/inkml+xml"/>
  <Override PartName="/ppt/ink/ink3679.xml" ContentType="application/inkml+xml"/>
  <Override PartName="/ppt/ink/ink3680.xml" ContentType="application/inkml+xml"/>
  <Override PartName="/ppt/ink/ink3681.xml" ContentType="application/inkml+xml"/>
  <Override PartName="/ppt/ink/ink3682.xml" ContentType="application/inkml+xml"/>
  <Override PartName="/ppt/ink/ink3683.xml" ContentType="application/inkml+xml"/>
  <Override PartName="/ppt/ink/ink3684.xml" ContentType="application/inkml+xml"/>
  <Override PartName="/ppt/ink/ink3685.xml" ContentType="application/inkml+xml"/>
  <Override PartName="/ppt/ink/ink3686.xml" ContentType="application/inkml+xml"/>
  <Override PartName="/ppt/ink/ink3687.xml" ContentType="application/inkml+xml"/>
  <Override PartName="/ppt/ink/ink3688.xml" ContentType="application/inkml+xml"/>
  <Override PartName="/ppt/ink/ink3689.xml" ContentType="application/inkml+xml"/>
  <Override PartName="/ppt/ink/ink3690.xml" ContentType="application/inkml+xml"/>
  <Override PartName="/ppt/ink/ink3691.xml" ContentType="application/inkml+xml"/>
  <Override PartName="/ppt/ink/ink3692.xml" ContentType="application/inkml+xml"/>
  <Override PartName="/ppt/ink/ink3693.xml" ContentType="application/inkml+xml"/>
  <Override PartName="/ppt/ink/ink3694.xml" ContentType="application/inkml+xml"/>
  <Override PartName="/ppt/ink/ink3695.xml" ContentType="application/inkml+xml"/>
  <Override PartName="/ppt/ink/ink3696.xml" ContentType="application/inkml+xml"/>
  <Override PartName="/ppt/ink/ink3697.xml" ContentType="application/inkml+xml"/>
  <Override PartName="/ppt/ink/ink3698.xml" ContentType="application/inkml+xml"/>
  <Override PartName="/ppt/ink/ink3699.xml" ContentType="application/inkml+xml"/>
  <Override PartName="/ppt/ink/ink3700.xml" ContentType="application/inkml+xml"/>
  <Override PartName="/ppt/ink/ink3701.xml" ContentType="application/inkml+xml"/>
  <Override PartName="/ppt/ink/ink3702.xml" ContentType="application/inkml+xml"/>
  <Override PartName="/ppt/ink/ink3703.xml" ContentType="application/inkml+xml"/>
  <Override PartName="/ppt/ink/ink3704.xml" ContentType="application/inkml+xml"/>
  <Override PartName="/ppt/ink/ink3705.xml" ContentType="application/inkml+xml"/>
  <Override PartName="/ppt/ink/ink3706.xml" ContentType="application/inkml+xml"/>
  <Override PartName="/ppt/ink/ink3707.xml" ContentType="application/inkml+xml"/>
  <Override PartName="/ppt/ink/ink3708.xml" ContentType="application/inkml+xml"/>
  <Override PartName="/ppt/ink/ink3709.xml" ContentType="application/inkml+xml"/>
  <Override PartName="/ppt/ink/ink3710.xml" ContentType="application/inkml+xml"/>
  <Override PartName="/ppt/ink/ink3711.xml" ContentType="application/inkml+xml"/>
  <Override PartName="/ppt/ink/ink3712.xml" ContentType="application/inkml+xml"/>
  <Override PartName="/ppt/ink/ink3713.xml" ContentType="application/inkml+xml"/>
  <Override PartName="/ppt/ink/ink3714.xml" ContentType="application/inkml+xml"/>
  <Override PartName="/ppt/ink/ink3715.xml" ContentType="application/inkml+xml"/>
  <Override PartName="/ppt/ink/ink3716.xml" ContentType="application/inkml+xml"/>
  <Override PartName="/ppt/ink/ink3717.xml" ContentType="application/inkml+xml"/>
  <Override PartName="/ppt/ink/ink3718.xml" ContentType="application/inkml+xml"/>
  <Override PartName="/ppt/ink/ink3719.xml" ContentType="application/inkml+xml"/>
  <Override PartName="/ppt/ink/ink3720.xml" ContentType="application/inkml+xml"/>
  <Override PartName="/ppt/ink/ink3721.xml" ContentType="application/inkml+xml"/>
  <Override PartName="/ppt/ink/ink3722.xml" ContentType="application/inkml+xml"/>
  <Override PartName="/ppt/ink/ink3723.xml" ContentType="application/inkml+xml"/>
  <Override PartName="/ppt/ink/ink3724.xml" ContentType="application/inkml+xml"/>
  <Override PartName="/ppt/ink/ink3725.xml" ContentType="application/inkml+xml"/>
  <Override PartName="/ppt/ink/ink3726.xml" ContentType="application/inkml+xml"/>
  <Override PartName="/ppt/ink/ink3727.xml" ContentType="application/inkml+xml"/>
  <Override PartName="/ppt/ink/ink3728.xml" ContentType="application/inkml+xml"/>
  <Override PartName="/ppt/ink/ink3729.xml" ContentType="application/inkml+xml"/>
  <Override PartName="/ppt/ink/ink3730.xml" ContentType="application/inkml+xml"/>
  <Override PartName="/ppt/ink/ink3731.xml" ContentType="application/inkml+xml"/>
  <Override PartName="/ppt/ink/ink3732.xml" ContentType="application/inkml+xml"/>
  <Override PartName="/ppt/ink/ink3733.xml" ContentType="application/inkml+xml"/>
  <Override PartName="/ppt/ink/ink3734.xml" ContentType="application/inkml+xml"/>
  <Override PartName="/ppt/ink/ink3735.xml" ContentType="application/inkml+xml"/>
  <Override PartName="/ppt/ink/ink3736.xml" ContentType="application/inkml+xml"/>
  <Override PartName="/ppt/ink/ink3737.xml" ContentType="application/inkml+xml"/>
  <Override PartName="/ppt/ink/ink3738.xml" ContentType="application/inkml+xml"/>
  <Override PartName="/ppt/ink/ink3739.xml" ContentType="application/inkml+xml"/>
  <Override PartName="/ppt/ink/ink3740.xml" ContentType="application/inkml+xml"/>
  <Override PartName="/ppt/ink/ink3741.xml" ContentType="application/inkml+xml"/>
  <Override PartName="/ppt/ink/ink3742.xml" ContentType="application/inkml+xml"/>
  <Override PartName="/ppt/ink/ink3743.xml" ContentType="application/inkml+xml"/>
  <Override PartName="/ppt/ink/ink3744.xml" ContentType="application/inkml+xml"/>
  <Override PartName="/ppt/ink/ink3745.xml" ContentType="application/inkml+xml"/>
  <Override PartName="/ppt/ink/ink3746.xml" ContentType="application/inkml+xml"/>
  <Override PartName="/ppt/ink/ink3747.xml" ContentType="application/inkml+xml"/>
  <Override PartName="/ppt/ink/ink3748.xml" ContentType="application/inkml+xml"/>
  <Override PartName="/ppt/ink/ink3749.xml" ContentType="application/inkml+xml"/>
  <Override PartName="/ppt/ink/ink3750.xml" ContentType="application/inkml+xml"/>
  <Override PartName="/ppt/ink/ink3751.xml" ContentType="application/inkml+xml"/>
  <Override PartName="/ppt/ink/ink3752.xml" ContentType="application/inkml+xml"/>
  <Override PartName="/ppt/ink/ink3753.xml" ContentType="application/inkml+xml"/>
  <Override PartName="/ppt/ink/ink3754.xml" ContentType="application/inkml+xml"/>
  <Override PartName="/ppt/ink/ink3755.xml" ContentType="application/inkml+xml"/>
  <Override PartName="/ppt/ink/ink3756.xml" ContentType="application/inkml+xml"/>
  <Override PartName="/ppt/ink/ink3757.xml" ContentType="application/inkml+xml"/>
  <Override PartName="/ppt/ink/ink3758.xml" ContentType="application/inkml+xml"/>
  <Override PartName="/ppt/ink/ink3759.xml" ContentType="application/inkml+xml"/>
  <Override PartName="/ppt/ink/ink3760.xml" ContentType="application/inkml+xml"/>
  <Override PartName="/ppt/ink/ink3761.xml" ContentType="application/inkml+xml"/>
  <Override PartName="/ppt/ink/ink3762.xml" ContentType="application/inkml+xml"/>
  <Override PartName="/ppt/ink/ink3763.xml" ContentType="application/inkml+xml"/>
  <Override PartName="/ppt/ink/ink3764.xml" ContentType="application/inkml+xml"/>
  <Override PartName="/ppt/ink/ink3765.xml" ContentType="application/inkml+xml"/>
  <Override PartName="/ppt/ink/ink3766.xml" ContentType="application/inkml+xml"/>
  <Override PartName="/ppt/ink/ink3767.xml" ContentType="application/inkml+xml"/>
  <Override PartName="/ppt/ink/ink3768.xml" ContentType="application/inkml+xml"/>
  <Override PartName="/ppt/ink/ink3769.xml" ContentType="application/inkml+xml"/>
  <Override PartName="/ppt/ink/ink3770.xml" ContentType="application/inkml+xml"/>
  <Override PartName="/ppt/ink/ink3771.xml" ContentType="application/inkml+xml"/>
  <Override PartName="/ppt/ink/ink3772.xml" ContentType="application/inkml+xml"/>
  <Override PartName="/ppt/ink/ink3773.xml" ContentType="application/inkml+xml"/>
  <Override PartName="/ppt/ink/ink3774.xml" ContentType="application/inkml+xml"/>
  <Override PartName="/ppt/ink/ink3775.xml" ContentType="application/inkml+xml"/>
  <Override PartName="/ppt/ink/ink3776.xml" ContentType="application/inkml+xml"/>
  <Override PartName="/ppt/ink/ink3777.xml" ContentType="application/inkml+xml"/>
  <Override PartName="/ppt/ink/ink3778.xml" ContentType="application/inkml+xml"/>
  <Override PartName="/ppt/ink/ink3779.xml" ContentType="application/inkml+xml"/>
  <Override PartName="/ppt/ink/ink3780.xml" ContentType="application/inkml+xml"/>
  <Override PartName="/ppt/ink/ink3781.xml" ContentType="application/inkml+xml"/>
  <Override PartName="/ppt/ink/ink3782.xml" ContentType="application/inkml+xml"/>
  <Override PartName="/ppt/ink/ink3783.xml" ContentType="application/inkml+xml"/>
  <Override PartName="/ppt/ink/ink3784.xml" ContentType="application/inkml+xml"/>
  <Override PartName="/ppt/ink/ink3785.xml" ContentType="application/inkml+xml"/>
  <Override PartName="/ppt/ink/ink3786.xml" ContentType="application/inkml+xml"/>
  <Override PartName="/ppt/ink/ink3787.xml" ContentType="application/inkml+xml"/>
  <Override PartName="/ppt/ink/ink3788.xml" ContentType="application/inkml+xml"/>
  <Override PartName="/ppt/ink/ink3789.xml" ContentType="application/inkml+xml"/>
  <Override PartName="/ppt/ink/ink3790.xml" ContentType="application/inkml+xml"/>
  <Override PartName="/ppt/ink/ink3791.xml" ContentType="application/inkml+xml"/>
  <Override PartName="/ppt/ink/ink3792.xml" ContentType="application/inkml+xml"/>
  <Override PartName="/ppt/ink/ink3793.xml" ContentType="application/inkml+xml"/>
  <Override PartName="/ppt/ink/ink3794.xml" ContentType="application/inkml+xml"/>
  <Override PartName="/ppt/ink/ink3795.xml" ContentType="application/inkml+xml"/>
  <Override PartName="/ppt/ink/ink3796.xml" ContentType="application/inkml+xml"/>
  <Override PartName="/ppt/ink/ink3797.xml" ContentType="application/inkml+xml"/>
  <Override PartName="/ppt/ink/ink3798.xml" ContentType="application/inkml+xml"/>
  <Override PartName="/ppt/ink/ink3799.xml" ContentType="application/inkml+xml"/>
  <Override PartName="/ppt/ink/ink3800.xml" ContentType="application/inkml+xml"/>
  <Override PartName="/ppt/ink/ink3801.xml" ContentType="application/inkml+xml"/>
  <Override PartName="/ppt/ink/ink3802.xml" ContentType="application/inkml+xml"/>
  <Override PartName="/ppt/ink/ink3803.xml" ContentType="application/inkml+xml"/>
  <Override PartName="/ppt/ink/ink3804.xml" ContentType="application/inkml+xml"/>
  <Override PartName="/ppt/ink/ink3805.xml" ContentType="application/inkml+xml"/>
  <Override PartName="/ppt/ink/ink3806.xml" ContentType="application/inkml+xml"/>
  <Override PartName="/ppt/ink/ink3807.xml" ContentType="application/inkml+xml"/>
  <Override PartName="/ppt/ink/ink3808.xml" ContentType="application/inkml+xml"/>
  <Override PartName="/ppt/ink/ink3809.xml" ContentType="application/inkml+xml"/>
  <Override PartName="/ppt/ink/ink3810.xml" ContentType="application/inkml+xml"/>
  <Override PartName="/ppt/ink/ink3811.xml" ContentType="application/inkml+xml"/>
  <Override PartName="/ppt/ink/ink3812.xml" ContentType="application/inkml+xml"/>
  <Override PartName="/ppt/ink/ink3813.xml" ContentType="application/inkml+xml"/>
  <Override PartName="/ppt/ink/ink3814.xml" ContentType="application/inkml+xml"/>
  <Override PartName="/ppt/ink/ink3815.xml" ContentType="application/inkml+xml"/>
  <Override PartName="/ppt/ink/ink3816.xml" ContentType="application/inkml+xml"/>
  <Override PartName="/ppt/ink/ink3817.xml" ContentType="application/inkml+xml"/>
  <Override PartName="/ppt/ink/ink3818.xml" ContentType="application/inkml+xml"/>
  <Override PartName="/ppt/ink/ink3819.xml" ContentType="application/inkml+xml"/>
  <Override PartName="/ppt/ink/ink3820.xml" ContentType="application/inkml+xml"/>
  <Override PartName="/ppt/ink/ink3821.xml" ContentType="application/inkml+xml"/>
  <Override PartName="/ppt/ink/ink3822.xml" ContentType="application/inkml+xml"/>
  <Override PartName="/ppt/ink/ink3823.xml" ContentType="application/inkml+xml"/>
  <Override PartName="/ppt/ink/ink3824.xml" ContentType="application/inkml+xml"/>
  <Override PartName="/ppt/ink/ink3825.xml" ContentType="application/inkml+xml"/>
  <Override PartName="/ppt/ink/ink3826.xml" ContentType="application/inkml+xml"/>
  <Override PartName="/ppt/ink/ink3827.xml" ContentType="application/inkml+xml"/>
  <Override PartName="/ppt/ink/ink3828.xml" ContentType="application/inkml+xml"/>
  <Override PartName="/ppt/ink/ink3829.xml" ContentType="application/inkml+xml"/>
  <Override PartName="/ppt/ink/ink3830.xml" ContentType="application/inkml+xml"/>
  <Override PartName="/ppt/ink/ink3831.xml" ContentType="application/inkml+xml"/>
  <Override PartName="/ppt/ink/ink3832.xml" ContentType="application/inkml+xml"/>
  <Override PartName="/ppt/ink/ink3833.xml" ContentType="application/inkml+xml"/>
  <Override PartName="/ppt/ink/ink3834.xml" ContentType="application/inkml+xml"/>
  <Override PartName="/ppt/ink/ink3835.xml" ContentType="application/inkml+xml"/>
  <Override PartName="/ppt/ink/ink3836.xml" ContentType="application/inkml+xml"/>
  <Override PartName="/ppt/ink/ink3837.xml" ContentType="application/inkml+xml"/>
  <Override PartName="/ppt/ink/ink3838.xml" ContentType="application/inkml+xml"/>
  <Override PartName="/ppt/ink/ink3839.xml" ContentType="application/inkml+xml"/>
  <Override PartName="/ppt/ink/ink3840.xml" ContentType="application/inkml+xml"/>
  <Override PartName="/ppt/ink/ink3841.xml" ContentType="application/inkml+xml"/>
  <Override PartName="/ppt/ink/ink3842.xml" ContentType="application/inkml+xml"/>
  <Override PartName="/ppt/ink/ink3843.xml" ContentType="application/inkml+xml"/>
  <Override PartName="/ppt/ink/ink3844.xml" ContentType="application/inkml+xml"/>
  <Override PartName="/ppt/ink/ink3845.xml" ContentType="application/inkml+xml"/>
  <Override PartName="/ppt/ink/ink3846.xml" ContentType="application/inkml+xml"/>
  <Override PartName="/ppt/ink/ink3847.xml" ContentType="application/inkml+xml"/>
  <Override PartName="/ppt/ink/ink3848.xml" ContentType="application/inkml+xml"/>
  <Override PartName="/ppt/ink/ink3849.xml" ContentType="application/inkml+xml"/>
  <Override PartName="/ppt/ink/ink3850.xml" ContentType="application/inkml+xml"/>
  <Override PartName="/ppt/ink/ink3851.xml" ContentType="application/inkml+xml"/>
  <Override PartName="/ppt/ink/ink3852.xml" ContentType="application/inkml+xml"/>
  <Override PartName="/ppt/ink/ink3853.xml" ContentType="application/inkml+xml"/>
  <Override PartName="/ppt/ink/ink3854.xml" ContentType="application/inkml+xml"/>
  <Override PartName="/ppt/ink/ink3855.xml" ContentType="application/inkml+xml"/>
  <Override PartName="/ppt/ink/ink3856.xml" ContentType="application/inkml+xml"/>
  <Override PartName="/ppt/ink/ink3857.xml" ContentType="application/inkml+xml"/>
  <Override PartName="/ppt/ink/ink3858.xml" ContentType="application/inkml+xml"/>
  <Override PartName="/ppt/ink/ink3859.xml" ContentType="application/inkml+xml"/>
  <Override PartName="/ppt/ink/ink3860.xml" ContentType="application/inkml+xml"/>
  <Override PartName="/ppt/ink/ink3861.xml" ContentType="application/inkml+xml"/>
  <Override PartName="/ppt/ink/ink3862.xml" ContentType="application/inkml+xml"/>
  <Override PartName="/ppt/ink/ink3863.xml" ContentType="application/inkml+xml"/>
  <Override PartName="/ppt/ink/ink3864.xml" ContentType="application/inkml+xml"/>
  <Override PartName="/ppt/ink/ink3865.xml" ContentType="application/inkml+xml"/>
  <Override PartName="/ppt/ink/ink3866.xml" ContentType="application/inkml+xml"/>
  <Override PartName="/ppt/ink/ink3867.xml" ContentType="application/inkml+xml"/>
  <Override PartName="/ppt/ink/ink3868.xml" ContentType="application/inkml+xml"/>
  <Override PartName="/ppt/ink/ink3869.xml" ContentType="application/inkml+xml"/>
  <Override PartName="/ppt/ink/ink3870.xml" ContentType="application/inkml+xml"/>
  <Override PartName="/ppt/ink/ink3871.xml" ContentType="application/inkml+xml"/>
  <Override PartName="/ppt/ink/ink3872.xml" ContentType="application/inkml+xml"/>
  <Override PartName="/ppt/ink/ink3873.xml" ContentType="application/inkml+xml"/>
  <Override PartName="/ppt/ink/ink3874.xml" ContentType="application/inkml+xml"/>
  <Override PartName="/ppt/ink/ink3875.xml" ContentType="application/inkml+xml"/>
  <Override PartName="/ppt/ink/ink3876.xml" ContentType="application/inkml+xml"/>
  <Override PartName="/ppt/ink/ink3877.xml" ContentType="application/inkml+xml"/>
  <Override PartName="/ppt/ink/ink3878.xml" ContentType="application/inkml+xml"/>
  <Override PartName="/ppt/ink/ink3879.xml" ContentType="application/inkml+xml"/>
  <Override PartName="/ppt/ink/ink3880.xml" ContentType="application/inkml+xml"/>
  <Override PartName="/ppt/ink/ink3881.xml" ContentType="application/inkml+xml"/>
  <Override PartName="/ppt/ink/ink3882.xml" ContentType="application/inkml+xml"/>
  <Override PartName="/ppt/ink/ink3883.xml" ContentType="application/inkml+xml"/>
  <Override PartName="/ppt/ink/ink3884.xml" ContentType="application/inkml+xml"/>
  <Override PartName="/ppt/ink/ink3885.xml" ContentType="application/inkml+xml"/>
  <Override PartName="/ppt/ink/ink3886.xml" ContentType="application/inkml+xml"/>
  <Override PartName="/ppt/ink/ink3887.xml" ContentType="application/inkml+xml"/>
  <Override PartName="/ppt/ink/ink3888.xml" ContentType="application/inkml+xml"/>
  <Override PartName="/ppt/ink/ink3889.xml" ContentType="application/inkml+xml"/>
  <Override PartName="/ppt/ink/ink3890.xml" ContentType="application/inkml+xml"/>
  <Override PartName="/ppt/ink/ink3891.xml" ContentType="application/inkml+xml"/>
  <Override PartName="/ppt/ink/ink3892.xml" ContentType="application/inkml+xml"/>
  <Override PartName="/ppt/ink/ink3893.xml" ContentType="application/inkml+xml"/>
  <Override PartName="/ppt/ink/ink3894.xml" ContentType="application/inkml+xml"/>
  <Override PartName="/ppt/ink/ink3895.xml" ContentType="application/inkml+xml"/>
  <Override PartName="/ppt/ink/ink3896.xml" ContentType="application/inkml+xml"/>
  <Override PartName="/ppt/ink/ink3897.xml" ContentType="application/inkml+xml"/>
  <Override PartName="/ppt/ink/ink3898.xml" ContentType="application/inkml+xml"/>
  <Override PartName="/ppt/ink/ink3899.xml" ContentType="application/inkml+xml"/>
  <Override PartName="/ppt/ink/ink3900.xml" ContentType="application/inkml+xml"/>
  <Override PartName="/ppt/ink/ink3901.xml" ContentType="application/inkml+xml"/>
  <Override PartName="/ppt/ink/ink3902.xml" ContentType="application/inkml+xml"/>
  <Override PartName="/ppt/ink/ink3903.xml" ContentType="application/inkml+xml"/>
  <Override PartName="/ppt/ink/ink3904.xml" ContentType="application/inkml+xml"/>
  <Override PartName="/ppt/ink/ink3905.xml" ContentType="application/inkml+xml"/>
  <Override PartName="/ppt/ink/ink3906.xml" ContentType="application/inkml+xml"/>
  <Override PartName="/ppt/ink/ink3907.xml" ContentType="application/inkml+xml"/>
  <Override PartName="/ppt/ink/ink3908.xml" ContentType="application/inkml+xml"/>
  <Override PartName="/ppt/ink/ink3909.xml" ContentType="application/inkml+xml"/>
  <Override PartName="/ppt/ink/ink3910.xml" ContentType="application/inkml+xml"/>
  <Override PartName="/ppt/ink/ink3911.xml" ContentType="application/inkml+xml"/>
  <Override PartName="/ppt/ink/ink3912.xml" ContentType="application/inkml+xml"/>
  <Override PartName="/ppt/ink/ink3913.xml" ContentType="application/inkml+xml"/>
  <Override PartName="/ppt/ink/ink3914.xml" ContentType="application/inkml+xml"/>
  <Override PartName="/ppt/ink/ink3915.xml" ContentType="application/inkml+xml"/>
  <Override PartName="/ppt/ink/ink3916.xml" ContentType="application/inkml+xml"/>
  <Override PartName="/ppt/ink/ink3917.xml" ContentType="application/inkml+xml"/>
  <Override PartName="/ppt/ink/ink3918.xml" ContentType="application/inkml+xml"/>
  <Override PartName="/ppt/ink/ink3919.xml" ContentType="application/inkml+xml"/>
  <Override PartName="/ppt/ink/ink3920.xml" ContentType="application/inkml+xml"/>
  <Override PartName="/ppt/ink/ink3921.xml" ContentType="application/inkml+xml"/>
  <Override PartName="/ppt/ink/ink3922.xml" ContentType="application/inkml+xml"/>
  <Override PartName="/ppt/ink/ink3923.xml" ContentType="application/inkml+xml"/>
  <Override PartName="/ppt/ink/ink3924.xml" ContentType="application/inkml+xml"/>
  <Override PartName="/ppt/ink/ink3925.xml" ContentType="application/inkml+xml"/>
  <Override PartName="/ppt/ink/ink3926.xml" ContentType="application/inkml+xml"/>
  <Override PartName="/ppt/ink/ink3927.xml" ContentType="application/inkml+xml"/>
  <Override PartName="/ppt/ink/ink3928.xml" ContentType="application/inkml+xml"/>
  <Override PartName="/ppt/ink/ink3929.xml" ContentType="application/inkml+xml"/>
  <Override PartName="/ppt/ink/ink3930.xml" ContentType="application/inkml+xml"/>
  <Override PartName="/ppt/ink/ink3931.xml" ContentType="application/inkml+xml"/>
  <Override PartName="/ppt/ink/ink3932.xml" ContentType="application/inkml+xml"/>
  <Override PartName="/ppt/ink/ink3933.xml" ContentType="application/inkml+xml"/>
  <Override PartName="/ppt/ink/ink3934.xml" ContentType="application/inkml+xml"/>
  <Override PartName="/ppt/ink/ink3935.xml" ContentType="application/inkml+xml"/>
  <Override PartName="/ppt/ink/ink3936.xml" ContentType="application/inkml+xml"/>
  <Override PartName="/ppt/ink/ink3937.xml" ContentType="application/inkml+xml"/>
  <Override PartName="/ppt/ink/ink3938.xml" ContentType="application/inkml+xml"/>
  <Override PartName="/ppt/ink/ink3939.xml" ContentType="application/inkml+xml"/>
  <Override PartName="/ppt/ink/ink3940.xml" ContentType="application/inkml+xml"/>
  <Override PartName="/ppt/ink/ink3941.xml" ContentType="application/inkml+xml"/>
  <Override PartName="/ppt/ink/ink3942.xml" ContentType="application/inkml+xml"/>
  <Override PartName="/ppt/ink/ink3943.xml" ContentType="application/inkml+xml"/>
  <Override PartName="/ppt/ink/ink3944.xml" ContentType="application/inkml+xml"/>
  <Override PartName="/ppt/ink/ink3945.xml" ContentType="application/inkml+xml"/>
  <Override PartName="/ppt/ink/ink3946.xml" ContentType="application/inkml+xml"/>
  <Override PartName="/ppt/ink/ink3947.xml" ContentType="application/inkml+xml"/>
  <Override PartName="/ppt/ink/ink3948.xml" ContentType="application/inkml+xml"/>
  <Override PartName="/ppt/ink/ink3949.xml" ContentType="application/inkml+xml"/>
  <Override PartName="/ppt/ink/ink3950.xml" ContentType="application/inkml+xml"/>
  <Override PartName="/ppt/ink/ink3951.xml" ContentType="application/inkml+xml"/>
  <Override PartName="/ppt/ink/ink3952.xml" ContentType="application/inkml+xml"/>
  <Override PartName="/ppt/ink/ink3953.xml" ContentType="application/inkml+xml"/>
  <Override PartName="/ppt/ink/ink3954.xml" ContentType="application/inkml+xml"/>
  <Override PartName="/ppt/ink/ink3955.xml" ContentType="application/inkml+xml"/>
  <Override PartName="/ppt/ink/ink3956.xml" ContentType="application/inkml+xml"/>
  <Override PartName="/ppt/ink/ink3957.xml" ContentType="application/inkml+xml"/>
  <Override PartName="/ppt/ink/ink3958.xml" ContentType="application/inkml+xml"/>
  <Override PartName="/ppt/ink/ink3959.xml" ContentType="application/inkml+xml"/>
  <Override PartName="/ppt/ink/ink3960.xml" ContentType="application/inkml+xml"/>
  <Override PartName="/ppt/ink/ink3961.xml" ContentType="application/inkml+xml"/>
  <Override PartName="/ppt/ink/ink3962.xml" ContentType="application/inkml+xml"/>
  <Override PartName="/ppt/ink/ink3963.xml" ContentType="application/inkml+xml"/>
  <Override PartName="/ppt/ink/ink3964.xml" ContentType="application/inkml+xml"/>
  <Override PartName="/ppt/ink/ink3965.xml" ContentType="application/inkml+xml"/>
  <Override PartName="/ppt/ink/ink3966.xml" ContentType="application/inkml+xml"/>
  <Override PartName="/ppt/ink/ink3967.xml" ContentType="application/inkml+xml"/>
  <Override PartName="/ppt/ink/ink3968.xml" ContentType="application/inkml+xml"/>
  <Override PartName="/ppt/ink/ink3969.xml" ContentType="application/inkml+xml"/>
  <Override PartName="/ppt/ink/ink3970.xml" ContentType="application/inkml+xml"/>
  <Override PartName="/ppt/ink/ink3971.xml" ContentType="application/inkml+xml"/>
  <Override PartName="/ppt/ink/ink3972.xml" ContentType="application/inkml+xml"/>
  <Override PartName="/ppt/ink/ink3973.xml" ContentType="application/inkml+xml"/>
  <Override PartName="/ppt/ink/ink3974.xml" ContentType="application/inkml+xml"/>
  <Override PartName="/ppt/ink/ink3975.xml" ContentType="application/inkml+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0"/>
  </p:notesMasterIdLst>
  <p:sldIdLst>
    <p:sldId id="917" r:id="rId2"/>
    <p:sldId id="918" r:id="rId3"/>
    <p:sldId id="802" r:id="rId4"/>
    <p:sldId id="913" r:id="rId5"/>
    <p:sldId id="919" r:id="rId6"/>
    <p:sldId id="920" r:id="rId7"/>
    <p:sldId id="914" r:id="rId8"/>
    <p:sldId id="915" r:id="rId9"/>
    <p:sldId id="818" r:id="rId10"/>
    <p:sldId id="819" r:id="rId11"/>
    <p:sldId id="820" r:id="rId12"/>
    <p:sldId id="821" r:id="rId13"/>
    <p:sldId id="921" r:id="rId14"/>
    <p:sldId id="922" r:id="rId15"/>
    <p:sldId id="923" r:id="rId16"/>
    <p:sldId id="924" r:id="rId17"/>
    <p:sldId id="925" r:id="rId18"/>
    <p:sldId id="824" r:id="rId19"/>
    <p:sldId id="825" r:id="rId20"/>
    <p:sldId id="826" r:id="rId21"/>
    <p:sldId id="827" r:id="rId22"/>
    <p:sldId id="828" r:id="rId23"/>
    <p:sldId id="949" r:id="rId24"/>
    <p:sldId id="829" r:id="rId25"/>
    <p:sldId id="950" r:id="rId26"/>
    <p:sldId id="835" r:id="rId27"/>
    <p:sldId id="946" r:id="rId28"/>
    <p:sldId id="830" r:id="rId29"/>
    <p:sldId id="951" r:id="rId30"/>
    <p:sldId id="927" r:id="rId31"/>
    <p:sldId id="954" r:id="rId32"/>
    <p:sldId id="929" r:id="rId33"/>
    <p:sldId id="930" r:id="rId34"/>
    <p:sldId id="931" r:id="rId35"/>
    <p:sldId id="932" r:id="rId36"/>
    <p:sldId id="933" r:id="rId37"/>
    <p:sldId id="834" r:id="rId38"/>
    <p:sldId id="836" r:id="rId39"/>
    <p:sldId id="953" r:id="rId40"/>
    <p:sldId id="952" r:id="rId41"/>
    <p:sldId id="955" r:id="rId42"/>
    <p:sldId id="880" r:id="rId43"/>
    <p:sldId id="947" r:id="rId44"/>
    <p:sldId id="898" r:id="rId45"/>
    <p:sldId id="899" r:id="rId46"/>
    <p:sldId id="900" r:id="rId47"/>
    <p:sldId id="935" r:id="rId48"/>
    <p:sldId id="936" r:id="rId49"/>
    <p:sldId id="937" r:id="rId50"/>
    <p:sldId id="956" r:id="rId51"/>
    <p:sldId id="938" r:id="rId52"/>
    <p:sldId id="957" r:id="rId53"/>
    <p:sldId id="939" r:id="rId54"/>
    <p:sldId id="909" r:id="rId55"/>
    <p:sldId id="910" r:id="rId56"/>
    <p:sldId id="958" r:id="rId57"/>
    <p:sldId id="959" r:id="rId58"/>
    <p:sldId id="960" r:id="rId59"/>
    <p:sldId id="889" r:id="rId60"/>
    <p:sldId id="911" r:id="rId61"/>
    <p:sldId id="844" r:id="rId62"/>
    <p:sldId id="845" r:id="rId63"/>
    <p:sldId id="940" r:id="rId64"/>
    <p:sldId id="941" r:id="rId65"/>
    <p:sldId id="942" r:id="rId66"/>
    <p:sldId id="944" r:id="rId67"/>
    <p:sldId id="853" r:id="rId68"/>
    <p:sldId id="854" r:id="rId69"/>
    <p:sldId id="855" r:id="rId70"/>
    <p:sldId id="856" r:id="rId71"/>
    <p:sldId id="857" r:id="rId72"/>
    <p:sldId id="886" r:id="rId73"/>
    <p:sldId id="858" r:id="rId74"/>
    <p:sldId id="860" r:id="rId75"/>
    <p:sldId id="861" r:id="rId76"/>
    <p:sldId id="862" r:id="rId77"/>
    <p:sldId id="948" r:id="rId78"/>
    <p:sldId id="945"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CC00FF"/>
    <a:srgbClr val="0000FF"/>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210" autoAdjust="0"/>
    <p:restoredTop sz="95033" autoAdjust="0"/>
  </p:normalViewPr>
  <p:slideViewPr>
    <p:cSldViewPr snapToGrid="0">
      <p:cViewPr varScale="1">
        <p:scale>
          <a:sx n="107" d="100"/>
          <a:sy n="107" d="100"/>
        </p:scale>
        <p:origin x="1116" y="102"/>
      </p:cViewPr>
      <p:guideLst/>
    </p:cSldViewPr>
  </p:slideViewPr>
  <p:notesTextViewPr>
    <p:cViewPr>
      <p:scale>
        <a:sx n="1" d="1"/>
        <a:sy n="1" d="1"/>
      </p:scale>
      <p:origin x="0" y="0"/>
    </p:cViewPr>
  </p:notesTextViewPr>
  <p:sorterViewPr>
    <p:cViewPr varScale="1">
      <p:scale>
        <a:sx n="100" d="100"/>
        <a:sy n="100" d="100"/>
      </p:scale>
      <p:origin x="0" y="-559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3:54.046"/>
    </inkml:context>
    <inkml:brush xml:id="br0">
      <inkml:brushProperty name="width" value="0.025" units="cm"/>
      <inkml:brushProperty name="height" value="0.025" units="cm"/>
    </inkml:brush>
  </inkml:definitions>
  <inkml:trace contextRef="#ctx0" brushRef="#br0">1269 348 5189,'0'0'4180,"-3"-8"-3390,-5-12-107,0 1 0,-2 0-1,0 0 1,-1 1 0,-1 0 0,-19-20 0,25 30-570,-1 2 0,0-1 0,-1 1 0,0 0 1,0 0-1,0 1 0,0 0 0,-1 1 0,0 0 1,0 0-1,0 1 0,0 0 0,-1 1 0,1 0 0,-1 0 1,1 1-1,-12 0 0,6 0-99,0 2 0,1 0 0,-1 1 0,0 0 0,0 1 0,1 1 0,0 0 0,-1 1 0,2 1 0,-1 0 0,1 0 0,-1 2 0,2 0 0,-1 0 0,-15 14 0,-47 40 9,2 3 0,3 4-1,3 2 1,3 3 0,-93 143-1,118-155-5,3 3 0,3 0 0,3 3 0,3 0 0,3 2 0,2 0 0,4 1 0,-11 93 0,23-88 50,3 0 0,4 1 1,2-1-1,15 78 1,5-30 83,62 198 1,21-50 92,-82-221-105,3-2 1,2 0-1,41 52 0,-17-42 32,113 100-1,-145-141-159,0-1 28,2-1 0,0-1 0,0-1 0,1 0 0,1-2 0,0-2 1,1 0-1,0-1 0,1-1 0,-1-2 0,1-1 0,1-1 0,-1-1 0,0-1 0,36-3 0,-47-1 76,1 0-1,0-1 1,-1-1 0,1 0-1,-1-1 1,22-10 0,94-55 486,-54 28-340,-29 18-138,-16 8-121,0-1 1,33-24-1,-55 33 66,0 0 0,-1-2 1,0 1-1,0-1 0,-1-1 0,-1 1 0,0-2 0,0 1 1,7-16-1,8-19 51,-2 0 0,-2-1 0,-2-1 0,-2-1 0,-2-1 0,-3 0 0,-1 0 0,-3-1 0,0-51 0,-13-29 235,-40-227-1,1 39-35,37 227-266,-3 1-1,-5 0 0,-4 1 1,-4 1-1,-3 1 1,-4 2-1,-72-136 0,74 165-12,-2 2-1,-3 1 0,-2 1 0,-3 2 1,-48-49-1,59 70-10,-38-53 1,47 57-35,-1 0-1,-1 1 1,-35-31 0,47 48-120,-1 2 0,1-1 0,-1 1 1,0 1-1,-1 0 0,-21-6 0,33 11 34,0 0-1,-1 0 1,1 0-1,0 0 1,0 0 0,-1 0-1,1 0 1,0-1-1,0 1 1,0 0-1,0 0 1,-1 0 0,1 0-1,0 0 1,0-1-1,0 1 1,0 0-1,-1 0 1,1 0 0,0-1-1,0 1 1,0 0-1,0 0 1,0-1 0,0 1-1,0 0 1,0 0-1,0 0 1,0-1-1,0 1 1,0 0 0,0 0-1,0-1 1,0 1-1,0 0 1,0 0-1,0-1 1,0 1 0,0 0-1,0 0 1,0 0-1,0-1 1,1 1-1,-1 0 1,0 0 0,0 0-1,0-1 1,0 1-1,0 0 1,1 0 0,-1 0-1,0 0 1,0 0-1,0-1 1,1 1-1,-1 0 1,0 0 0,0 0-1,1 0 1,-1 0-1,17-13-5415,-13 10 3431,22-17-8867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3:54.934"/>
    </inkml:context>
    <inkml:brush xml:id="br0">
      <inkml:brushProperty name="width" value="0.025" units="cm"/>
      <inkml:brushProperty name="height" value="0.025" units="cm"/>
    </inkml:brush>
  </inkml:definitions>
  <inkml:trace contextRef="#ctx0" brushRef="#br0">6 148 6822,'0'0'556,"-2"-11"5772,-1-14-4814,4 22-1477,0 0 1,1 0 0,0 0-1,-1 0 1,1 0 0,0 1 0,1-1-1,-1 0 1,0 1 0,1 0-1,-1 0 1,1 0 0,0 0-1,0 0 1,0 0 0,0 1-1,0-1 1,0 1 0,0 0 0,0 0-1,1 0 1,-1 0 0,7 0-1,-7 0-35,1 1-1,0-1 0,0 1 1,-1 0-1,1 0 1,0 0-1,0 1 1,0-1-1,-1 1 0,1 0 1,0 0-1,-1 0 1,1 1-1,-1-1 0,1 1 1,-1 0-1,0 0 1,0 0-1,0 0 1,6 5-1,-4 2 9,1 0 0,-2 0 0,1 0 0,-1 0 0,-1 1 0,1-1 0,-2 1 1,1 0-1,-1 0 0,-1 0 0,0 0 0,0 0 0,-2 14 0,1-14 10,-1 1 1,0-1-1,0 0 0,-1 1 1,0-1-1,-1 0 1,-1 0-1,1 0 0,-1-1 1,-1 1-1,0-1 0,-10 15 1,14-23-7,0 1-4,0-1 1,0 0-1,0 0 1,0 1-1,0-1 1,0 0-1,0 0 1,-1 0-1,1 0 1,0 0-1,0-1 1,-1 1-1,1 0 1,-1-1-1,1 1 1,-1-1-1,1 1 1,-1-1-1,1 1 1,-3-1 0,11-35 138,13-5-563,3 0-1,49-66 1,-41 64 518,41-75-1,-68 101 1911,-14 16-540,-15 18-1001,19-10-445,0 1 0,0-1 0,1 1 0,1 0 0,-1 1-1,2-1 1,-1 1 0,1 0 0,-3 19 0,3-3 34,1 0 0,1 44 0,2-64-43,-1-1 0,1 0 0,0 1 1,0-1-1,0 0 0,1 0 0,0 0 0,0 0 0,0 0 0,0 0 1,1 0-1,0-1 0,0 1 0,0-1 0,1 0 0,-1 0 1,1 0-1,0-1 0,0 1 0,0-1 0,1 0 0,-1 0 1,1 0-1,0-1 0,0 1 0,8 2 0,-4-2-194,-1-1 0,1 0 0,-1-1-1,1 1 1,0-1 0,17-1 0,-17-1-697,0 0 0,0 0 0,-1-1 0,1 0 1,0 0-1,14-7 0,8-8-5924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3:55.154"/>
    </inkml:context>
    <inkml:brush xml:id="br0">
      <inkml:brushProperty name="width" value="0.025" units="cm"/>
      <inkml:brushProperty name="height" value="0.025" units="cm"/>
    </inkml:brush>
  </inkml:definitions>
  <inkml:trace contextRef="#ctx0" brushRef="#br0">1 1 6182,'0'0'9385,"11"54"-8552,-8-30 416,1 4-737,0 5-256,-2 3-159,0 3-65,3-2 0,-3-3-32,0-10 0,5-6-289,-2-13-1376,-1-21-8137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3:56.010"/>
    </inkml:context>
    <inkml:brush xml:id="br0">
      <inkml:brushProperty name="width" value="0.025" units="cm"/>
      <inkml:brushProperty name="height" value="0.025" units="cm"/>
    </inkml:brush>
  </inkml:definitions>
  <inkml:trace contextRef="#ctx0" brushRef="#br0">0 1 5349,'1'3'14662,"6"-3"-14131,17 18-571,-1 1 0,0 1 0,-1 0 0,-1 2 0,25 35 0,-46-56-61,9 13-1720,-6-4-3010,-2-6-262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3:56.244"/>
    </inkml:context>
    <inkml:brush xml:id="br0">
      <inkml:brushProperty name="width" value="0.025" units="cm"/>
      <inkml:brushProperty name="height" value="0.025" units="cm"/>
    </inkml:brush>
  </inkml:definitions>
  <inkml:trace contextRef="#ctx0" brushRef="#br0">109 1 10794,'0'0'5638,"-31"56"-5606,24-31-32,1 1 0,-3 0 0,2-1 0,-3 0-801,-2-5-1089,1-4-1697,-5-2-1250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3:56.430"/>
    </inkml:context>
    <inkml:brush xml:id="br0">
      <inkml:brushProperty name="width" value="0.025" units="cm"/>
      <inkml:brushProperty name="height" value="0.025" units="cm"/>
    </inkml:brush>
  </inkml:definitions>
  <inkml:trace contextRef="#ctx0" brushRef="#br0">1 87 8072,'0'0'3363,"47"-37"-1986,-21 25-32,5 1-192,0 1-256,2 1-448,-3 4-321,-3 4-128,-6-1 0,-3 2-737,-7 0-864,-5 0-962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3:56.633"/>
    </inkml:context>
    <inkml:brush xml:id="br0">
      <inkml:brushProperty name="width" value="0.025" units="cm"/>
      <inkml:brushProperty name="height" value="0.025" units="cm"/>
    </inkml:brush>
  </inkml:definitions>
  <inkml:trace contextRef="#ctx0" brushRef="#br0">1 0 8456,'0'0'8040,"9"56"-7848,4-22-64,2 4 32,-2-2-128,1 3 0,-2-9-1217,0-5-1794,-5-9-4035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3:59.093"/>
    </inkml:context>
    <inkml:brush xml:id="br0">
      <inkml:brushProperty name="width" value="0.025" units="cm"/>
      <inkml:brushProperty name="height" value="0.025" units="cm"/>
    </inkml:brush>
  </inkml:definitions>
  <inkml:trace contextRef="#ctx0" brushRef="#br0">4 118 9577,'0'0'4121,"-1"-7"606,-2-24-3523,4 27-1191,-1 0 0,1 1 0,0-1 0,0 1 0,0 0 0,1-1 0,-1 1 0,1 0 0,-1-1 0,1 1 0,0 0-1,0 0 1,1 1 0,-1-1 0,1 0 0,-1 1 0,1-1 0,0 1 0,0 0 0,0 0 0,0 0 0,0 0 0,0 1 0,1-1 0,-1 1 0,0 0 0,8-2-1,-8 2-15,0 1 0,0-1 0,1 0-1,-1 1 1,0-1 0,0 1 0,1 0 0,-1 0-1,0 0 1,1 1 0,-1-1 0,0 1-1,0 0 1,1 0 0,-1 0 0,0 0-1,0 0 1,0 1 0,0-1 0,0 1-1,-1 0 1,1 0 0,0 0 0,-1 0-1,1 1 1,-1-1 0,0 0 0,0 1-1,0 0 1,3 4 0,-2 1-3,0 0 0,-1-1 0,0 1 1,0 0-1,-1 0 0,0 0 0,0 0 0,-1 0 0,0 0 1,0 0-1,-1 0 0,0 0 0,0 0 0,-3 9 0,0-4 13,-1 0-1,0 0 0,-1 0 0,0-1 1,-1 0-1,-1 0 0,-10 14 0,17-26-5,1 0 0,0 0 0,0 0 0,0 0 0,-1 0 0,1 0-1,0 1 1,0-1 0,0 0 0,0 0 0,0 0 0,-1 1 0,1-1-1,0 0 1,0 0 0,0 0 0,0 1 0,0-1 0,0 0 0,0 0-1,0 0 1,0 1 0,0-1 0,0 0 0,0 0 0,0 1 0,0-1-1,0 0 1,0 0 0,0 0 0,0 1 0,0-1 0,0 0 0,0 0-1,0 1 1,0-1 0,1 0 0,-1 0 0,0 0 0,0 0 0,0 1-1,0-1 1,0 0 0,1 0 0,-1 0 0,0 0 0,0 0 0,0 1-1,1-1 1,-1 0 0,18 1 32,22-8 19,225-47-1520,-243 50-4138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00.257"/>
    </inkml:context>
    <inkml:brush xml:id="br0">
      <inkml:brushProperty name="width" value="0.025" units="cm"/>
      <inkml:brushProperty name="height" value="0.025" units="cm"/>
    </inkml:brush>
  </inkml:definitions>
  <inkml:trace contextRef="#ctx0" brushRef="#br0">0 231 8104,'0'0'3448,"0"-10"-2156,0 2-1056,1 0 0,0 0 0,0 0 0,1 0 0,0 0 0,0 0 0,1 1 0,4-10 0,-6 15-197,1-1 1,-1 1-1,0 0 0,1-1 0,0 1 0,-1 0 1,1 0-1,0 0 0,0 0 0,0 0 1,0 1-1,1-1 0,-1 1 0,0-1 0,1 1 1,-1 0-1,1 0 0,-1 0 0,1 0 1,-1 0-1,1 1 0,0-1 0,-1 1 0,1 0 1,0 0-1,-1 0 0,1 0 0,0 0 1,0 0-1,-1 1 0,1-1 0,0 1 0,-1 0 1,4 1-1,-2 0-36,-1 0 1,1 1-1,0 0 1,-1-1-1,1 1 0,-1 0 1,0 1-1,0-1 1,0 1-1,0-1 1,-1 1-1,1 0 1,-1 0-1,0 0 0,0 0 1,-1 0-1,1 1 1,-1-1-1,0 1 1,0-1-1,1 9 1,0-1-2,-1 0 1,0-1-1,-1 1 1,0 0-1,-1 0 1,0-1-1,-4 17 1,-5 0 12,9-26-8,1-1 1,-1 0-1,1 0 0,-1 1 1,1-1-1,-1 0 0,0 0 1,1 0-1,-1 0 0,0 0 1,0 0-1,0 0 1,0 0-1,0 0 0,0 0 1,0 0-1,0-1 0,-2 2 1,7-33 248,8 5-184,0 0 1,2 0-1,17-22 1,15-27 213,-36 58 26,-6 11-77,1-1 0,-1 0-1,-1 0 1,1 0 0,-1-1 0,0 1-1,-1-1 1,0 1 0,0-1 0,-1 0-1,0 0 1,0-9 0,-24 46 501,16-15-711,2 0 0,-1 0-1,2 1 1,0 0 0,1 0-1,0 0 1,1 0-1,1 0 1,0 0 0,1 0-1,1 0 1,3 23 0,-3-34-120,0-1 1,1 1 0,0-1 0,-1 1 0,1-1 0,0 1-1,1-1 1,-1 0 0,0 0 0,1 0 0,0 0 0,0-1-1,0 1 1,0-1 0,0 1 0,0-1 0,1 0 0,-1 0-1,1-1 1,-1 1 0,1-1 0,6 2 0,1 0-565,1-1 1,-1-1 0,1 1-1,0-2 1,-1 0 0,17-1-1,6-5-4962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00.600"/>
    </inkml:context>
    <inkml:brush xml:id="br0">
      <inkml:brushProperty name="width" value="0.025" units="cm"/>
      <inkml:brushProperty name="height" value="0.025" units="cm"/>
    </inkml:brush>
  </inkml:definitions>
  <inkml:trace contextRef="#ctx0" brushRef="#br0">1 78 11915,'0'0'2782,"4"-8"-1437,-2 5-1294,2-5 435,1 0 1,0 0-1,0 1 0,10-11 0,-14 17-446,0-1-1,1 1 1,-1-1 0,0 1-1,1 0 1,-1 0 0,1 0-1,-1 0 1,1 0-1,0 0 1,0 0 0,-1 0-1,1 1 1,0-1 0,0 0-1,0 1 1,0 0 0,-1-1-1,1 1 1,0 0-1,0 0 1,0 0 0,0 0-1,0 1 1,0-1 0,0 0-1,0 1 1,-1-1 0,1 1-1,0 0 1,0 0-1,3 1 1,-3 1-39,0 0-1,0 0 1,0-1 0,0 1-1,0 0 1,0 1-1,-1-1 1,1 0 0,-1 0-1,0 1 1,0-1-1,-1 0 1,1 1 0,0-1-1,-1 1 1,0-1 0,0 5-1,-5 63-347,2-56-119,-1-1 0,-1 0 0,0 0 0,-1 0 0,-11 19 0,-7 17-593,24-50 1059,0 0 0,0 0-1,0 0 1,0 1-1,0-1 1,0 0 0,0 0-1,0 0 1,0 0 0,-1 0-1,1 1 1,0-1-1,0 0 1,0 0 0,0 0-1,0 1 1,0-1-1,0 0 1,0 0 0,0 0-1,1 0 1,-1 1-1,0-1 1,0 0 0,0 0-1,0 0 1,0 0-1,0 0 1,0 1 0,0-1-1,0 0 1,0 0-1,1 0 1,-1 0 0,0 0-1,0 0 1,0 1-1,0-1 1,0 0 0,1 0-1,-1 0 1,0 0-1,0 0 1,0 0 0,0 0-1,0 0 1,1 0 0,-1 0-1,0 0 1,0 0-1,15-2 5,12-9 7,32-24-288,-23 9-3188,-15 8-1991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01.281"/>
    </inkml:context>
    <inkml:brush xml:id="br0">
      <inkml:brushProperty name="width" value="0.025" units="cm"/>
      <inkml:brushProperty name="height" value="0.025" units="cm"/>
    </inkml:brush>
  </inkml:definitions>
  <inkml:trace contextRef="#ctx0" brushRef="#br0">45 39 3171,'0'0'8985,"-7"-6"-8131,0 2-523,4 2-215,1 1 0,-1-1-1,1 1 1,-1-1 0,1 0 0,0 0 0,0 0-1,0 0 1,0 0 0,0 0 0,0-1-1,-1-2 1,2 5 76,16 13-160,15 4 210,0-2-1,1-1 0,46 14 1,-63-25-1011,0 0 1,0 0-1,18 0 1,-23-3-2937,-3-2-876</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01.474"/>
    </inkml:context>
    <inkml:brush xml:id="br0">
      <inkml:brushProperty name="width" value="0.025" units="cm"/>
      <inkml:brushProperty name="height" value="0.025" units="cm"/>
    </inkml:brush>
  </inkml:definitions>
  <inkml:trace contextRef="#ctx0" brushRef="#br0">89 1 8104,'0'0'7046,"-42"46"-6821,39-22-129,1-1-64,-1 1-32,-1 1 32,0-3-96,-5-5-1089,0-1-1890,-4-6-1538</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01.640"/>
    </inkml:context>
    <inkml:brush xml:id="br0">
      <inkml:brushProperty name="width" value="0.025" units="cm"/>
      <inkml:brushProperty name="height" value="0.025" units="cm"/>
    </inkml:brush>
  </inkml:definitions>
  <inkml:trace contextRef="#ctx0" brushRef="#br0">0 103 7015,'0'0'3363,"51"-31"-2466,-27 22-129,2-2-127,3 0-289,-5 2-224,-1 2-63,-7-1-65,-4 4-545,-3-1-1729,-7 1-993,-2 0-160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01.782"/>
    </inkml:context>
    <inkml:brush xml:id="br0">
      <inkml:brushProperty name="width" value="0.025" units="cm"/>
      <inkml:brushProperty name="height" value="0.025" units="cm"/>
    </inkml:brush>
  </inkml:definitions>
  <inkml:trace contextRef="#ctx0" brushRef="#br0">73 3 1057,'0'0'4484,"-51"-2"-2498,40 2 384,3 0-288,6 4-1281,2 7-224,0 3 319,6 2-479,7 2-161,3 1-160,0 0-96,0 0 64,-2-2-160,-1-4-2755,-6-5-3715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02.015"/>
    </inkml:context>
    <inkml:brush xml:id="br0">
      <inkml:brushProperty name="width" value="0.025" units="cm"/>
      <inkml:brushProperty name="height" value="0.025" units="cm"/>
    </inkml:brush>
  </inkml:definitions>
  <inkml:trace contextRef="#ctx0" brushRef="#br0">1 1 13229,'0'0'384,"58"19"353,-28 15-225,-5 11-256,-4 10-128,-6 10 65,-11 9-129,-4 7 0,-14 7-32,-11 0-64,-6-1-545,-8-7-2017,-2-14-4037</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02.388"/>
    </inkml:context>
    <inkml:brush xml:id="br0">
      <inkml:brushProperty name="width" value="0.025" units="cm"/>
      <inkml:brushProperty name="height" value="0.025" units="cm"/>
    </inkml:brush>
  </inkml:definitions>
  <inkml:trace contextRef="#ctx0" brushRef="#br0">103 1 9321,'0'0'672,"-42"8"1795,20 20-1474,4 18-257,5 15 161,6 10 288,7 8-320,0 3-288,19-1-417,10-4-64,8-13-160,9-12-128,8-17-1954,5-21-1442,5-14-4259</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02.824"/>
    </inkml:context>
    <inkml:brush xml:id="br0">
      <inkml:brushProperty name="width" value="0.025" units="cm"/>
      <inkml:brushProperty name="height" value="0.025" units="cm"/>
    </inkml:brush>
  </inkml:definitions>
  <inkml:trace contextRef="#ctx0" brushRef="#br0">1 128 10730,'0'0'1831,"1"-10"273,1-2-1579,0 1 0,0 0 0,2 0 0,-1 0 0,6-11 0,-9 20-482,1 0-1,0-1 0,0 1 0,0 0 1,1 0-1,-1 0 0,0 0 0,1 0 1,-1 0-1,1 0 0,0 1 0,0-1 1,-1 0-1,1 1 0,0-1 0,0 1 1,1 0-1,-1 0 0,0 0 0,0 0 1,0 0-1,1 0 0,-1 1 0,1-1 0,-1 1 1,0 0-1,1-1 0,-1 1 0,1 0 1,-1 0-1,1 1 0,-1-1 0,0 0 1,1 1-1,-1 0 0,3 0 0,-2 1-41,0 0-1,-1-1 1,1 1-1,-1 0 0,1 0 1,-1 1-1,0-1 1,0 0-1,0 1 0,0 0 1,0-1-1,0 1 1,-1 0-1,1 0 0,-1 0 1,0 0-1,0 0 1,0 0-1,0 0 0,0 6 1,2 8-4,-2 0 0,1 26 0,-2-37 3,-18 120-90,18-125 89,0-1 1,0 0-1,0 0 0,0 1 1,0-1-1,0 0 1,0 1-1,0-1 1,0 0-1,0 0 1,0 1-1,1-1 1,-1 0-1,0 0 1,0 1-1,0-1 1,0 0-1,1 0 1,-1 0-1,0 1 1,0-1-1,0 0 1,1 0-1,-1 0 1,0 1-1,0-1 1,1 0-1,-1 0 0,0 0 1,1 0-1,-1 0 1,0 0-1,0 0 1,1 0-1,-1 0 1,0 0-1,1 0 1,-1 0-1,0 0 1,19-3 6,15-11 3,148-85-1103,-101 44-2456</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07.055"/>
    </inkml:context>
    <inkml:brush xml:id="br0">
      <inkml:brushProperty name="width" value="0.025" units="cm"/>
      <inkml:brushProperty name="height" value="0.025" units="cm"/>
    </inkml:brush>
  </inkml:definitions>
  <inkml:trace contextRef="#ctx0" brushRef="#br0">1399 248 2146,'0'0'9235,"-4"-6"-8775,-5-5-108,-1 2 1,0-1 0,0 1 0,-1 0 0,0 1 0,0 1 0,-1-1-1,0 2 1,-21-9 0,-16 0-9,0 2 1,-2 2-1,-51-5 0,-25-4-370,96 15-7,1 2 0,-1 1 0,0 1 0,0 2 0,0 1 0,1 1 0,-1 2 0,-35 10 0,32-5 19,0 1 1,1 1 0,1 2 0,0 1 0,1 2-1,-55 39 1,67-41 32,2 2-1,0 0 1,1 1 0,1 0-1,1 1 1,0 1 0,2 1-1,0 0 1,1 0 0,-10 28-1,-4 23 251,-30 139-1,37-114-151,5 1-1,4 0 1,4 1-1,5 0 1,21 173 0,14-49 283,89 304 0,-96-427-381,5-2 0,3-2-1,93 173 1,-118-250 21,1-2 1,1 1-1,1-2 1,1 1-1,0-2 0,1 0 1,0-1-1,1-1 0,1 0 1,0-1-1,1-1 1,0-1-1,0-1 0,1 0 1,0-2-1,1 0 1,0-1-1,0-1 0,0-1 1,1-1-1,-1-1 0,32-1 1,-19-3 144,1-1 1,-1-2-1,-1-2 1,1 0-1,-1-3 1,-1 0-1,1-2 0,-2-2 1,0-1-1,51-32 1,-24 7 174,-2-2 1,-1-2 0,-2-3 0,59-68-1,-93 93-318,-1 0-1,-2-1 1,0-1-1,-2 0 0,0-2 1,-2 1-1,-1-1 0,-1-1 1,-1 0-1,-1-1 1,-1 1-1,-2-1 0,-1-1 1,-1 1-1,-2-50 0,-6-141-86,-36-238 0,9 273 34,-8 2 0,-69-190 1,95 307 18,13 52-15,-1 1 0,-1-1 0,-1 0 0,-6-16 0,3 10 6,1 0 0,1 0 0,0-1 0,2 0 1,-3-37-1,-3-19 1,8 71-6,-1 1 0,0-1 0,0 1 0,0 0 0,0 0 0,-1 0 1,0 0-1,1 0 0,-2 1 0,1-1 0,0 1 0,-1 0 1,1 0-1,-1 0 0,0 0 0,0 1 0,0-1 0,-8-2 0,6 1 24,-1 1-1,1-1 0,0-1 0,0 1 1,1-1-1,-1 0 0,-7-9 0,7 4-128,0 1-1,0-1 0,1 0 0,0-1 1,1 1-1,0-1 0,1 0 1,0 0-1,0 0 0,2-1 0,-1 1 1,1-1-1,1-21 0,0-11-3779,-3-16-5574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33.857"/>
    </inkml:context>
    <inkml:brush xml:id="br0">
      <inkml:brushProperty name="width" value="0.025" units="cm"/>
      <inkml:brushProperty name="height" value="0.025" units="cm"/>
    </inkml:brush>
  </inkml:definitions>
  <inkml:trace contextRef="#ctx0" brushRef="#br0">0 6 0,'0'0'64,"1"0"320,1 0-416,-2 0 0,2-1 0,-1-2 0,0 3-192,-1-1 128</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37.081"/>
    </inkml:context>
    <inkml:brush xml:id="br0">
      <inkml:brushProperty name="width" value="0.025" units="cm"/>
      <inkml:brushProperty name="height" value="0.025" units="cm"/>
    </inkml:brush>
  </inkml:definitions>
  <inkml:trace contextRef="#ctx0" brushRef="#br0">0 0 1121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42.906"/>
    </inkml:context>
    <inkml:brush xml:id="br0">
      <inkml:brushProperty name="width" value="0.025" units="cm"/>
      <inkml:brushProperty name="height" value="0.025" units="cm"/>
    </inkml:brush>
  </inkml:definitions>
  <inkml:trace contextRef="#ctx0" brushRef="#br0">1 132 5381,'0'0'6908,"3"9"-6171,7 35 64,-1 1-1,4 63 1,-3 102-258,-10-203-536,3 45 29,-1-28-15,0 0-1,-2-1 1,-1 1 0,0 0-1,-7 31 1,-2-38 34,0-22 264,-3-31 124,7-38-495,3 1 1,3-1-1,4 0 0,3 0 1,17-78-1,-24 151 72,0 0 1,0 0-1,0 0 0,0 0 0,0 0 0,1 0 1,-1 0-1,0 0 0,1 0 0,-1 0 0,1 0 1,-1 0-1,1 0 0,0 0 0,-1 0 0,1 0 1,0 0-1,-1 1 0,1-1 0,0 0 1,0 1-1,0-1 0,1 0 0,-1 1-11,0 0 0,0 0 0,0 0-1,0 1 1,0-1 0,0 0 0,0 1 0,0-1-1,0 1 1,0-1 0,0 1 0,-1-1-1,1 1 1,0 0 0,0-1 0,-1 1 0,1 0-1,0 0 1,-1 0 0,1 0 0,34 62 102,-27-46 53,42 68 292,3-3 1,3-1-1,81 86 1,-132-162-453,0 0 0,0 1 0,1-2 0,0 1 1,6 3-1,-10-7-1,-1 0-1,0 0 1,0-1 0,1 1-1,-1 0 1,0-1 0,1 1 0,-1-1-1,1 0 1,-1 1 0,0-1-1,1 0 1,-1 0 0,1 0 0,-1 0-1,1 0 1,-1 0 0,0-1-1,1 1 1,-1 0 0,1-1 0,-1 1-1,0-1 1,1 1 0,-1-1-1,0 0 1,0 1 0,1-1 0,-1 0-1,0 0 1,0 0 0,0 0-1,1-1 1,2-4 4,0 0-1,-1-1 1,0 1 0,0 0-1,0-1 1,-1 0-1,0 1 1,0-1 0,1-14-1,2-70 16,-4 74-14,-5-255 9,1 235-23,-2 1-1,-1 0 1,-2 0 0,-1 0-1,-20-47 1,29 81-40,0 1-1,0-1 1,-1 1 0,1 0 0,-1-1-1,0 1 1,1 0 0,-1-1-1,0 1 1,0 0 0,1 0 0,-1-1-1,0 1 1,0 0 0,0 0-1,-1 0 1,1 0 0,-2-1 0,-1 23-3274,11 44-4375,3-33 2031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43.324"/>
    </inkml:context>
    <inkml:brush xml:id="br0">
      <inkml:brushProperty name="width" value="0.025" units="cm"/>
      <inkml:brushProperty name="height" value="0.025" units="cm"/>
    </inkml:brush>
  </inkml:definitions>
  <inkml:trace contextRef="#ctx0" brushRef="#br0">90 1 12716,'0'0'587,"-9"9"-282,1-2-66,1 1 1,-1 1 0,1-1 0,1 1 0,0 1 0,0-1 0,1 1 0,0 0-1,1 0 1,0 0 0,0 1 0,1 0 0,1-1 0,-2 13 0,3-15-143,1 0 0,0 0 0,0 0 0,1-1 0,0 1 0,0 0 0,1 0 0,0-1 0,0 1 0,1-1 0,0 0 0,0 0 0,1 0 0,0 0 0,9 12 0,-9-15-86,0 0 0,0 0 1,0 0-1,1-1 0,-1 0 0,1 1 0,0-2 0,0 1 1,0-1-1,0 0 0,1 0 0,-1 0 0,0 0 0,1-1 1,-1 0-1,1 0 0,0-1 0,-1 0 0,1 0 0,0 0 1,-1 0-1,1-1 0,6-1 0,-5-1-8,0 1 1,0-1-1,-1 0 0,1-1 0,0 1 1,-1-1-1,0-1 0,0 1 0,0-1 1,-1 0-1,1 0 0,-1-1 0,-1 1 1,1-1-1,-1 0 0,0 0 1,0-1-1,3-7 0,-3 7-21,0-1-1,-1 1 1,0-1-1,-1 0 1,0 1 0,0-1-1,0 0 1,-1 0-1,0 0 1,-1 0 0,0-1-1,0 1 1,-1 0-1,0 0 1,0 0-1,-4-14 1,2 17 13,0 0 1,0 0-1,-1 0 0,1 0 0,-1 1 1,0-1-1,-1 1 0,1 0 0,-1 0 1,1 0-1,-1 1 0,0 0 0,0 0 1,-1 0-1,1 0 0,-1 1 1,1 0-1,-1 0 0,0 1 0,-9-2 1,-10-2-65,-1 2 0,1 1 1,-36 2-1,59 0-48,0 0 0,0 0-1,1 1 1,-1-1-1,0 0 1,1 1-1,-1-1 1,0 1-1,1 0 1,-1-1 0,1 1-1,-1 0 1,1 0-1,0 0 1,-1 0-1,1 0 1,0 1-1,0-1 1,-3 3 0,4-4-1,0 1-1,0-1 1,0 0 0,-1 1 0,1-1 0,0 1 0,0-1 0,0 1 0,0-1 0,0 0 0,0 1 0,0-1 0,0 1 0,0-1 0,0 1 0,0-1 0,0 1-1,0-1 1,0 1 0,0-1 0,0 0 0,1 1 0,-1-1 0,0 1 0,0-1 0,0 0 0,1 1 0,19 7-3287,2-7 181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43.542"/>
    </inkml:context>
    <inkml:brush xml:id="br0">
      <inkml:brushProperty name="width" value="0.025" units="cm"/>
      <inkml:brushProperty name="height" value="0.025" units="cm"/>
    </inkml:brush>
  </inkml:definitions>
  <inkml:trace contextRef="#ctx0" brushRef="#br0">0 0 13677,'0'0'448,"2"72"161,7-26 192,2 4 160,0 5-417,4 3-192,-1 0-223,1 0-65,0 2-32,-4-5-64,-1-4-353,-2-12-1440,-4-16-2307,-1-18-1762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43.732"/>
    </inkml:context>
    <inkml:brush xml:id="br0">
      <inkml:brushProperty name="width" value="0.025" units="cm"/>
      <inkml:brushProperty name="height" value="0.025" units="cm"/>
    </inkml:brush>
  </inkml:definitions>
  <inkml:trace contextRef="#ctx0" brushRef="#br0">0 130 14830,'0'0'673,"60"-30"-673,-17 14 64,6-2-128,2-9-2371,-1-11-2401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44.754"/>
    </inkml:context>
    <inkml:brush xml:id="br0">
      <inkml:brushProperty name="width" value="0.025" units="cm"/>
      <inkml:brushProperty name="height" value="0.025" units="cm"/>
    </inkml:brush>
  </inkml:definitions>
  <inkml:trace contextRef="#ctx0" brushRef="#br0">46 459 7751,'0'0'1837,"-7"-1"-321,-32-3 379,72 26-347,-20-18-1483,0 1 1,1-1-1,-1-1 0,1-1 0,-1 0 1,1 0-1,0-1 0,0-1 1,0-1-1,18-2 0,-12-1-31,-1 0-1,1-2 1,-1 0-1,1-1 1,-2-1-1,25-14 1,-6-1-18,-2-2 1,-1 0-1,-1-3 1,-1-1-1,55-65 1,-71 75-21,-1 0 1,17-32-1,-28 45 60,-1 1 1,0-1-1,-1 0 0,1 0 0,-1 0 0,0 0 1,-1 0-1,1-1 0,-1 1 0,-1-1 1,1 1-1,-1 0 0,0-1 0,-1-9 1,0 15-18,0-1 0,0 1 0,0-1 1,0 1-1,-1-1 0,1 1 1,0 0-1,0 0 0,-1-1 0,1 1 1,-1 0-1,1 0 0,-1 1 0,0-1 1,1 0-1,-1 0 0,0 1 1,1-1-1,-1 1 0,0-1 0,0 1 1,0 0-1,1 0 0,-1 0 1,0 0-1,-2 0 0,-51 4 54,38 1-78,1 0-1,-1 1 1,1 0 0,1 1 0,-1 1 0,1 1 0,-20 15 0,-4 5 21,-49 48 1,65-55-9,2 1 1,0 1 0,-28 40-1,43-55-22,1 1 0,-1-1 0,2 1 0,-1 0 0,1 0 0,1 1 0,0-1 0,0 1 0,1 0 0,0 0 0,1-1-1,0 1 1,2 21 0,0-27-1,0-1 0,0 1 0,0-1 0,0 0-1,1 1 1,0-1 0,0 0 0,0 0 0,0 0-1,1 0 1,0 0 0,-1-1 0,1 1 0,1-1-1,5 6 1,-2-4 9,0 0 1,1 0-1,0-1 0,0 0 0,0 0 0,0-1 0,14 4 0,7-1 10,0 0-1,1-3 0,52 1 0,-68-4-21,20 1-11,-28 7-8,-17 7-12,-71 59 111,-37 38 371,108-100-374,1 1 0,0 0 1,1 1-1,0 0 0,1 0 0,0 1 1,-9 25-1,16-37-71,0 0 0,0 0 0,0 0 0,0 0 0,0 0 0,1 0 0,-1 0 0,1 0 0,0 0 0,0 0 0,0 1 0,1-1 0,-1 0 0,1 0 0,-1 0 0,1 0 0,0 0 0,0 0 0,0 0 0,1 0 0,-1 0 1,1-1-1,3 6 0,-1-5 2,0 0 1,0-1 0,0 1-1,0-1 1,1 0-1,-1 0 1,1 0 0,0 0-1,-1-1 1,1 0 0,0 0-1,0 0 1,0-1 0,8 1-1,132 2-158,-73-13-1953,-59 7 561,-1 0 1,1-1-1,16-8 0,8-9-5549</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45.221"/>
    </inkml:context>
    <inkml:brush xml:id="br0">
      <inkml:brushProperty name="width" value="0.025" units="cm"/>
      <inkml:brushProperty name="height" value="0.025" units="cm"/>
    </inkml:brush>
  </inkml:definitions>
  <inkml:trace contextRef="#ctx0" brushRef="#br0">1 50 12268,'0'0'6443,"1"9"-6358,5 5-72,-1 0 0,2-1-1,-1 0 1,2 0 0,0-1 0,0 0-1,15 16 1,-21-27-9,0 0-1,0 0 1,-1-1-1,1 1 1,0 0 0,0-1-1,0 1 1,0-1 0,0 0-1,0 1 1,0-1-1,0 0 1,0 0 0,0-1-1,0 1 1,0 0 0,0-1-1,0 1 1,0-1-1,0 1 1,0-1 0,0 0-1,-1 0 1,1 0 0,0 0-1,-1 0 1,1 0-1,0-1 1,-1 1 0,0 0-1,3-3 1,6-6-16,-1 0-1,0-1 1,10-15-1,-16 21-16,3-3 14,-1 2 30,0-1 1,0 0-1,0 0 1,-1-1-1,0 1 1,0-1-1,-1 0 1,0 0-1,-1-1 1,3-12-1,4 44 2409,36 45-2248,-35-57-227,0 0 0,0-1 0,1 0 0,0-1 0,15 10 1,-20-15-535,1-1 0,-1 1 1,1-1-1,-1-1 0,1 1 0,0-1 1,0 0-1,0-1 0,0 1 1,1-2-1,-1 1 0,11-1 1,11-3-4199</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45.907"/>
    </inkml:context>
    <inkml:brush xml:id="br0">
      <inkml:brushProperty name="width" value="0.025" units="cm"/>
      <inkml:brushProperty name="height" value="0.025" units="cm"/>
    </inkml:brush>
  </inkml:definitions>
  <inkml:trace contextRef="#ctx0" brushRef="#br0">176 513 12236,'-8'-4'389,"1"1"-27,0 0-1,-1 1 1,1-1-1,0 1 1,-1 1-1,0-1 1,-9 0-1,13 2-215,0 0 1,1 1-1,-1-1 0,0 1 0,0-1 1,1 1-1,-1 0 0,1 1 0,-1-1 1,1 0-1,0 1 0,-1 0 0,1 0 1,0 0-1,0 0 0,0 0 0,0 1 1,1-1-1,-1 1 0,-2 4 0,1-3-78,1 1-1,0 1 0,1-1 1,-1 0-1,1 1 1,0 0-1,0-1 1,1 1-1,-1 0 0,1 0 1,1 0-1,-1 0 1,1 0-1,0 0 0,0 0 1,1 0-1,-1-1 1,2 1-1,-1 0 0,0 0 1,1 0-1,0-1 1,1 1-1,5 9 1,-5-9-75,1 0 1,-1 0-1,1 0 1,1-1-1,-1 1 1,1-1-1,0-1 1,0 1-1,0 0 1,1-1-1,-1 0 1,1-1-1,0 1 1,0-1-1,1 0 1,-1-1-1,1 1 1,-1-1-1,1-1 1,0 1 0,9 0-1,-10-2-71,1 0 1,0 0-1,0-1 1,-1 0-1,1 0 0,0-1 1,-1 0-1,1 0 1,-1-1-1,0 1 0,0-1 1,0-1-1,0 1 1,7-7-1,-3 2-55,-1 0-1,-1-1 1,0 0-1,0 0 1,-1-1-1,0 0 1,8-16-1,1-9-380,-1 0-1,-2-1 1,-2 0-1,9-46 0,-13 45 570,0 1-1,-3-1 0,0-1 0,-3 1 0,-1 0 0,-8-59 1,6 88 200,-1-1 0,0 1 0,0-1 0,-1 1 0,0 0 1,0 0-1,-10-13 0,14 20-234,-1 0 1,0-1 0,0 1-1,0 0 1,0 0 0,0-1-1,0 1 1,0 0-1,0 0 1,0 0 0,-1 1-1,1-1 1,0 0-1,-1 0 1,1 1 0,0-1-1,-1 0 1,1 1 0,-1 0-1,1-1 1,-1 1-1,1 0 1,-1 0 0,1 0-1,-1 0 1,1 0-1,-1 0 1,1 0 0,-1 0-1,1 1 1,-1-1 0,1 0-1,-1 1 1,1-1-1,-1 1 1,1 0 0,0 0-1,-1-1 1,1 1-1,0 0 1,0 0 0,0 0-1,0 0 1,-1 0 0,2 1-1,-1-1 1,0 0-1,0 0 1,0 1 0,0-1-1,1 0 1,-2 3 0,-5 10 61,-1 1 0,2 1 0,0-1 1,1 1-1,0 0 0,2 0 1,-1 0-1,2 1 0,0-1 0,2 1 1,1 27-1,1-11 33,2 0 0,1 1 0,2-2 1,19 59-1,28 41 12,-47-117-129,0-1 0,2 0 0,0 0 1,0-1-1,1 0 0,20 19 0,-28-30-12,0 1-1,1-1 1,-1 0-1,1 0 1,-1-1-1,1 1 1,0-1-1,0 1 0,0-1 1,0 0-1,-1 0 1,2 0-1,-1 0 1,0 0-1,0-1 1,0 0-1,0 1 0,0-1 1,0 0-1,1-1 1,2 1-1,-2-2-30,0 1 0,0-1 1,0 0-1,0 0 0,-1-1 0,1 1 0,-1-1 0,1 1 0,-1-1 0,0 0 0,0 0 0,0-1 1,3-5-1,4-6-103,0-2 0,-2 1 0,0-2 0,-1 1 1,10-33-1,-13 32 295,0 0 0,-1 0 0,2-36 0,-5 52 226,0 28 149,0-9-369,2-1 0,0 1 0,0 0 0,2-1 1,0 0-1,1 0 0,12 28 0,-12-34-589,0 0 1,1 0 0,0 0-1,1 0 1,0-1 0,1-1-1,12 13 1,-11-15-2139,-3-8-2242,-3-10-1202</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46.047"/>
    </inkml:context>
    <inkml:brush xml:id="br0">
      <inkml:brushProperty name="width" value="0.025" units="cm"/>
      <inkml:brushProperty name="height" value="0.025" units="cm"/>
    </inkml:brush>
  </inkml:definitions>
  <inkml:trace contextRef="#ctx0" brushRef="#br0">17 45 13933,'0'0'288,"-16"-44"-320,27 46-736,2 12-1506,4 2 928,1 0-736,3 0-2210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46.764"/>
    </inkml:context>
    <inkml:brush xml:id="br0">
      <inkml:brushProperty name="width" value="0.025" units="cm"/>
      <inkml:brushProperty name="height" value="0.025" units="cm"/>
    </inkml:brush>
  </inkml:definitions>
  <inkml:trace contextRef="#ctx0" brushRef="#br0">176 329 12844,'0'0'-192,"-8"0"1228,7 0-1032,-11 0 460,0 0 0,0 0-1,0 2 1,-17 3 0,25-4-276,-1 0-1,1 1 1,-1 0 0,1 0 0,0 0-1,-1 0 1,1 1 0,0 0-1,0 0 1,1 0 0,-1 0 0,1 0-1,0 1 1,-1 0 0,2 0-1,-5 6 1,3-1-111,0 0-1,1 1 1,1-1-1,-1 1 0,2-1 1,-1 1-1,1 0 1,1 0-1,0 0 1,0 0-1,2 11 1,-1-16-73,0 1-1,0-1 1,0 0 0,1 0 0,0 0-1,0 0 1,0 0 0,0 0 0,7 9 0,-7-12 1,-1 0 1,1 0-1,0-1 1,0 1-1,0 0 1,0-1 0,0 1-1,0-1 1,1 0-1,-1 0 1,0 0 0,1 0-1,-1 0 1,1 0-1,-1-1 1,1 1 0,-1-1-1,1 0 1,-1 1-1,1-1 1,3-1 0,-3 0 1,1 0-1,-1 0 1,0 0 0,1-1 0,-1 0 0,0 1 0,0-1 0,0 0 0,0-1 0,-1 1 0,1 0 0,0-1 0,-1 0 0,0 1 0,0-1 0,0 0 0,0 0 0,0 0 0,0-1 0,-1 1 0,2-4 0,6-14-30,-1 0 0,6-24 0,-12 38 3,14-60-206,-2 0 1,-4 0 0,-2-1-1,-2-94 1,-10 145 421,-3 29-135,-6 32-56,7-9 56,1 1 0,2-1 0,2 1 0,5 55 0,-2-69-28,2 0 1,0 0-1,2-1 0,0 1 0,2-1 0,0-1 0,1 0 0,17 29 0,-23-44-47,0-1 0,0 0-1,0 1 1,0-1 0,1-1 0,0 1 0,0 0 0,0-1-1,0 0 1,0 0 0,1 0 0,-1 0 0,1-1-1,0 0 1,0 0 0,0 0 0,9 2 0,-6-3-34,-1-1 1,0 0-1,1 0 1,-1-1-1,0 1 1,0-2 0,0 1-1,1-1 1,-1 0-1,-1 0 1,11-6-1,4-3-81,-1-1 0,-1 0-1,0-2 1,0 0 0,-2-1 0,32-35-1,-39 39 97,0-1-1,16-25 0,-24 33 38,0 0 1,0 1-1,-1-1 0,1 0 1,-1 0-1,1 0 0,-1 0 1,-1-1-1,1 1 0,-1 0 1,1 0-1,-1 0 0,0-1 1,-1 1-1,0-8 0,0 10 8,-1 0-1,1 0 0,0 1 1,0-1-1,-1 0 0,1 0 1,-1 1-1,0-1 0,1 1 1,-1-1-1,0 1 0,0 0 1,0 0-1,0 0 0,0 0 1,0 0-1,0 0 0,0 0 1,0 1-1,-1-1 0,1 1 1,0 0-1,0-1 0,-1 1 1,1 0-1,-2 0 1,-4 0 92,1 0 1,0 0 0,-1 1 0,1 0 0,0 0 0,-14 5 0,15-4-56,0 1-1,1 0 1,0 1-1,0-1 1,0 1-1,0 0 0,0 0 1,1 0-1,0 1 1,-1 0-1,2 0 1,-1 0-1,1 0 1,0 0-1,0 1 0,0 0 1,1-1-1,-3 10 1,3-10-24,1 0-1,0 0 1,0 0 0,0 0 0,1 0 0,0 0-1,0 0 1,0 0 0,0 0 0,1 0 0,0 0 0,0 0-1,0 0 1,1-1 0,0 1 0,0 0 0,0-1 0,0 1-1,1-1 1,-1 0 0,1 0 0,0 0 0,6 6-1,0-3-6,1 1 0,-1-1 0,1-1 0,1 0 0,-1 0 0,1-1 0,0 0 0,1-1 0,-1 0-1,22 4 1,-6-4-730,-1-1-1,1-1 1,48-3-1,-67 1 188,0-1 0,0 0-1,0-1 1,-1 0 0,1 0-1,-1 0 1,1-1 0,-1 0 0,9-6-1,26-17-3638</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47.199"/>
    </inkml:context>
    <inkml:brush xml:id="br0">
      <inkml:brushProperty name="width" value="0.025" units="cm"/>
      <inkml:brushProperty name="height" value="0.025" units="cm"/>
    </inkml:brush>
  </inkml:definitions>
  <inkml:trace contextRef="#ctx0" brushRef="#br0">207 22 10826,'0'0'465,"-8"-4"1270,4 1-1512,-1 1 0,1 0-1,-1 0 1,0 0 0,0 0 0,0 1 0,0 0 0,0 0 0,0 0 0,0 1 0,0-1 0,0 1 0,0 1 0,-1-1 0,1 1-1,0 0 1,0 0 0,0 0 0,0 1 0,1-1 0,-1 1 0,0 0 0,1 1 0,-1-1 0,1 1 0,0 0 0,0 0 0,-5 5-1,2-1-149,2 1 1,-1 0-1,1 0 0,0 0 0,1 0 0,-1 1 0,2 0 0,-1 0 0,1 0 0,1 0 0,0 0 0,0 0 0,1 1 0,0-1 0,0 1 0,1-1 0,1 1 0,1 10 0,-2-20-72,0 1 0,0 0 0,0 0 0,0 0 0,1 0 0,-1-1 0,0 1 0,1 0 0,-1 0 0,0-1 0,1 1 0,-1 0 0,1-1 0,-1 1 0,1 0 0,-1-1 0,1 1 0,0-1 0,-1 1 0,1-1 0,0 1 0,0-1 0,-1 1 0,1-1 0,0 0 0,0 1 0,-1-1 0,1 0 0,0 0 0,1 1 0,1-2-5,-1 1 1,0 0-1,0-1 0,0 0 0,0 1 1,0-1-1,0 0 0,0 0 1,0 0-1,-1 0 0,4-3 0,3-2-105,-1-1 0,0 0-1,0 0 1,6-10 0,2-7-124,-1 0-1,-2-2 1,11-30 0,-17 43 269,-6 13-33,0 0 0,0 0 0,0-1 0,0 1 0,0 0 0,0 0 0,0 0 0,0 0 0,0 0 0,0 0 0,0 0 0,1 0 0,-1 0 0,0 0 0,0-1 0,0 1 0,0 0 0,0 0 0,0 0 0,0 0 0,1 0 0,-1 0-1,0 0 1,0 0 0,0 0 0,0 0 0,0 0 0,0 0 0,0 0 0,1 0 0,-1 0 0,0 0 0,0 0 0,0 0 0,0 0 0,0 0 0,0 0 0,1 0 0,-1 0 0,0 0 0,0 1 0,0-1 0,0 0 0,0 0 0,0 0 0,0 0 0,0 0 0,0 0 0,1 0 0,-1 0 0,0 0 0,0 1 0,0-1 0,0 0 0,0 0 0,0 0 0,0 0 0,0 0 0,0 0 0,0 1 0,7 12 124,4 15 205,23 54 265,-30-75-897,0-1 0,0 1 0,0-1 0,0 0 0,1-1 0,0 1 0,0-1 0,1 0 0,10 8 0,-2-8-3356,1-4-1731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47.513"/>
    </inkml:context>
    <inkml:brush xml:id="br0">
      <inkml:brushProperty name="width" value="0.025" units="cm"/>
      <inkml:brushProperty name="height" value="0.025" units="cm"/>
    </inkml:brush>
  </inkml:definitions>
  <inkml:trace contextRef="#ctx0" brushRef="#br0">0 103 8808,'0'0'6011,"1"7"-5178,1 12-371,-1-8-137,0 1 0,0 0 0,1 0 1,1 0-1,6 16 0,-9-28-319,0 0 1,1 0-1,-1 0 0,0 0 0,0 1 1,1-1-1,-1 0 0,0 0 1,1 0-1,-1 0 0,0 0 0,1 0 1,-1 0-1,0 0 0,0 0 0,1 0 1,-1 0-1,0-1 0,1 1 0,-1 0 1,0 0-1,0 0 0,1 0 1,-1 0-1,0-1 0,0 1 0,1 0 1,-1 0-1,0 0 0,0-1 0,1 1 1,-1 0-1,0 0 0,0-1 1,0 1-1,0 0 0,0 0 0,1-1 1,-1 1-1,0 0 0,0 0 0,0-1 1,0 1-1,0 0 0,0-1 0,10-17 80,-9 16-81,10-19 4,0 0 1,1 1-1,2 0 0,0 1 1,1 0-1,0 1 1,25-21-1,-39 38-10,1 0 0,-1 0 1,1 0-1,-1 0 0,1 0 1,-1 0-1,1 0 0,0 0 0,0 0 1,-1 1-1,1-1 0,0 1 1,0 0-1,0-1 0,0 1 0,-1 0 1,1 0-1,0 0 0,0 0 1,0 0-1,0 1 0,0-1 1,0 1-1,-1-1 0,1 1 0,0-1 1,0 1-1,-1 0 0,1 0 1,0 0-1,-1 0 0,1 0 0,-1 0 1,0 0-1,1 1 0,-1-1 1,0 1-1,0-1 0,2 4 0,5 6-5,-1 2-1,0-1 0,-1 1 0,7 21 0,1 1-122,-4-20-1521,2-9-3656</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48.525"/>
    </inkml:context>
    <inkml:brush xml:id="br0">
      <inkml:brushProperty name="width" value="0.025" units="cm"/>
      <inkml:brushProperty name="height" value="0.025" units="cm"/>
    </inkml:brush>
  </inkml:definitions>
  <inkml:trace contextRef="#ctx0" brushRef="#br0">227 421 6278,'0'0'1964,"-8"-1"-960,-1 0-635,0 0-1,0 0 1,0 1 0,0 0 0,0 1-1,0 0 1,0 0 0,0 1-1,0 0 1,0 1 0,0 0 0,1 0-1,-1 1 1,-10 7 0,12-7-238,0 2 1,0-1 0,1 1 0,-1 0-1,1 1 1,1-1 0,-1 1 0,-7 13-1,12-18-118,0 0-1,0-1 1,-1 1-1,2 0 0,-1 0 1,0 0-1,0-1 1,1 1-1,-1 0 0,1 0 1,-1 0-1,1 0 1,0 0-1,0 0 0,0 0 1,0 0-1,0 0 1,0 0-1,1 0 0,-1 0 1,1 0-1,-1 0 1,1 0-1,0 0 0,-1 0 1,1-1-1,0 1 1,0 0-1,1 0 0,-1-1 1,0 1-1,0-1 1,1 1-1,-1-1 0,1 0 1,-1 0-1,1 1 1,0-1-1,0 0 0,-1 0 1,1 0-1,4 1 1,-4-1-5,1 0 1,0 0-1,0 0 1,-1-1-1,1 1 1,0 0-1,0-1 1,0 0-1,0 0 1,0 0-1,0 0 1,0 0-1,0-1 1,-1 1-1,1-1 1,0 0-1,0 0 1,0 0-1,-1 0 1,1 0-1,0 0 1,-1-1-1,0 1 1,1-1-1,-1 0 1,0 0-1,1 0 1,-1 0-1,0 0 1,-1 0-1,1-1 1,0 1-1,-1-1 1,1 1-1,-1-1 1,0 1-1,2-5 1,4-11-4,-1 0 0,0-1 1,-1 0-1,3-28 0,-5 33-2,9-59-18,-4-1 1,-3 0-1,-4-91 0,-5 138 149,4 27-129,0 0 0,0 0 0,0 1 0,0-1 0,0 0 0,0 0 1,0 0-1,0 0 0,0 0 0,0 0 0,0 0 0,0 0 0,0 0 0,0 1 0,0-1 0,0 0 0,0 0 0,0 0 0,0 0 0,0 0 0,0 0 1,0 0-1,0 0 0,0 0 0,-1 0 0,1 1 0,0-1 0,0 0 0,0 0 0,0 0 0,0 0 0,0 0 0,0 0 0,0 0 0,0 0 1,-1 0-1,1 0 0,0 0 0,0 0 0,0 0 0,0 0 0,0 0 0,0 0 0,0 0 0,0 0 0,-1 0 0,1 0 0,0 0 0,0 0 1,0 0-1,0 0 0,0 0 0,0 0 0,0 0 0,0-1 0,-4 49 405,8-15-375,0 0 0,2 0 0,2-1 1,16 45-1,58 121 141,-78-189-206,1 1-1,0-1 1,1 0 0,0-1-1,11 14 1,-16-21 16,0 0 0,0 0 0,0 0-1,0 0 1,0 0 0,0 0 0,0 0 0,0-1 0,0 1 0,0 0 0,0 0 0,1-1 0,-1 1 0,0-1 0,1 0-1,-1 1 1,0-1 0,1 0 0,-1 1 0,0-1 0,1 0 0,-1 0 0,1 0 0,-1 0 0,0-1 0,1 1-1,-1 0 1,0-1 0,1 1 0,-1 0 0,0-1 0,0 0 0,1 1 0,-1-1 0,0 0 0,0 1 0,0-1-1,0 0 1,0 0 0,0 0 0,0 0 0,0 0 0,0 0 0,0 0 0,0-1 0,-1 1 0,1 0 0,-1 0-1,1 0 1,-1-1 0,1 1 0,0-3 0,5-12 98,0 0 1,-1-1-1,0 0 0,-2 0 0,0-1 0,0 1 1,-2 0-1,-1-27 0,3 54-6,1-1 0,0 0 0,0 0 0,1 0 0,0 0 0,0-1 0,1 0 0,0 0 0,1 0 0,0-1 0,0 0 0,0-1 0,16 12 0,-16-13-295,0-1 0,0 1-1,0-1 1,1-1 0,-1 1 0,1-1 0,0-1-1,0 1 1,0-1 0,11 1 0,-3-5-3504,-2-6-1628</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48.650"/>
    </inkml:context>
    <inkml:brush xml:id="br0">
      <inkml:brushProperty name="width" value="0.025" units="cm"/>
      <inkml:brushProperty name="height" value="0.025" units="cm"/>
    </inkml:brush>
  </inkml:definitions>
  <inkml:trace contextRef="#ctx0" brushRef="#br0">0 45 12011,'0'0'128,"15"-42"-192,7 39-576,4 3-1987,-3 0-1248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48.950"/>
    </inkml:context>
    <inkml:brush xml:id="br0">
      <inkml:brushProperty name="width" value="0.025" units="cm"/>
      <inkml:brushProperty name="height" value="0.025" units="cm"/>
    </inkml:brush>
  </inkml:definitions>
  <inkml:trace contextRef="#ctx0" brushRef="#br0">0 234 10570,'0'0'1778,"3"-8"-422,6-24-149,24-69 1550,-30 93-2649,0 1-1,1 0 1,0 0-1,0 0 0,0 0 1,1 1-1,0-1 1,0 1-1,1 1 0,9-9 1,-13 12-101,0 1 0,0 0 0,-1 0 0,1 0 0,0 0-1,0 0 1,0 0 0,0 0 0,1 1 0,-1-1 0,0 1 0,0 0 0,0 0 0,0-1 0,1 1 0,-1 0 0,0 1 0,0-1 0,0 0 0,0 1 0,1-1-1,-1 1 1,3 1 0,-2 0-5,1 1 0,-1-1 0,1 1 0,-1-1 0,0 1 0,0 1-1,0-1 1,-1 0 0,1 0 0,-1 1 0,3 5 0,1 3 0,0 0-1,-1 0 1,-1 0 0,0 0-1,-1 1 1,0 0 0,1 14 0,-4-23-86,1 6 75,-1 1 1,0-1-1,-1 0 1,-1 11-1,1-19-149,1 0 0,-1 0 0,0 0-1,1 0 1,-1 0 0,0 0-1,0-1 1,0 1 0,0 0-1,0 0 1,-3 2 0,3-3-79,0-1 0,0 1-1,0 0 1,0-1 0,0 1 0,0-1 0,0 1-1,0-1 1,-1 1 0,1-1 0,0 0 0,0 0-1,0 1 1,-1-1 0,1 0 0,0 0-1,0 0 1,-1 0 0,1-1 0,0 1 0,-2 0-1,2-1 55,0 1 0,0-1 0,-1 0 0,1 1 0,0-1 0,0 0 0,0 0 0,0 1 0,0-1 0,0 0 0,0 0 0,0 0 0,0 0 0,0 0 0,1-1 0,-1 1-1,0 0 1,1 0 0,-1 0 0,1-1 0,-1 1 0,1 0 0,-1-3 0,-6-25-3324</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49.145"/>
    </inkml:context>
    <inkml:brush xml:id="br0">
      <inkml:brushProperty name="width" value="0.025" units="cm"/>
      <inkml:brushProperty name="height" value="0.025" units="cm"/>
    </inkml:brush>
  </inkml:definitions>
  <inkml:trace contextRef="#ctx0" brushRef="#br0">0 0 11147,'0'0'1537,"52"53"-640,-35-12-225,-1 6 129,2 4-288,-3 4-289,1 1-160,-6 0-32,0-4 0,-5-6-96,-2-9-1538,-3-10-2337,0-15-1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49.622"/>
    </inkml:context>
    <inkml:brush xml:id="br0">
      <inkml:brushProperty name="width" value="0.025" units="cm"/>
      <inkml:brushProperty name="height" value="0.025" units="cm"/>
    </inkml:brush>
  </inkml:definitions>
  <inkml:trace contextRef="#ctx0" brushRef="#br0">1 160 10218,'13'-10'710,"16"-10"251,1 0 1,1 2 0,1 2 0,0 1 0,45-15-1,-48 22-772,0 1 0,1 1 0,0 2 0,44-2 0,-114 30 132,29-18-297,-3 1 29,0 1 1,1 0-1,-17 14 1,27-20-48,0 1 1,0 0 0,0 0 0,0 0 0,1 0 0,-1 1 0,1-1-1,0 0 1,0 1 0,0 0 0,1 0 0,-1-1 0,1 1 0,0 0 0,0 0-1,0 0 1,1 0 0,-1 5 0,1-8-9,1 1 0,-1-1-1,0 1 1,1-1 0,-1 0 0,1 1 0,-1-1-1,1 0 1,0 0 0,-1 1 0,1-1 0,0 0-1,0 0 1,0 0 0,0 0 0,0 0 0,0 0-1,0 0 1,0-1 0,0 1 0,1 0 0,-1 0-1,0-1 1,1 1 0,-1-1 0,0 1 0,1-1-1,-1 0 1,0 1 0,1-1 0,-1 0 0,1 0-1,-1 0 1,0 0 0,1 0 0,-1 0 0,1-1-1,-1 1 1,3-1 0,1 0-8,0 1-1,0-1 1,0 0-1,0-1 1,0 1-1,0-1 1,0 0 0,0-1-1,8-4 1,-10 4 10,0 1 0,-1-1 0,1 0 0,-1 0 0,0 0 0,1 0 1,-1 0-1,-1 0 0,1-1 0,0 1 0,1-7 0,-3 9 23,0 0 0,1 0 0,-1 0 1,0 0-1,0 0 0,-1 0 0,1 0 0,0 0 0,0 0 1,0 0-1,-1 0 0,1 0 0,0 0 0,-1 0 0,1 0 0,-1 0 1,1 1-1,-1-1 0,1 0 0,-1 0 0,0 0 0,1 1 0,-1-1 1,0 0-1,0 1 0,1-1 0,-1 1 0,0-1 0,0 1 0,0-1 1,0 1-1,0 0 0,0-1 0,0 1 0,0 0 0,0 0 0,0-1 1,0 1-1,0 0 0,0 0 0,0 0 0,0 0 0,0 1 0,1-1 1,-1 0-1,-2 0 0,3 0 23,0 0-1,0 0 1,-1 0-1,1 1 1,0-1 0,-1 0-1,1 0 1,0 0 0,0 0-1,-1 0 1,1 0 0,0 0-1,0 0 1,-1 1 0,1-1-1,0 0 1,0 0 0,-1 0-1,1 0 1,0 1-1,0-1 1,0 0 0,0 0-1,-1 1 1,1-1 0,0 0-1,0 0 1,0 1 0,0-1-1,0 0 1,0 0 0,0 1-1,0-1 1,-1 0 0,1 0-1,0 1 1,0-1-1,0 0 1,1 1 0,3 17 363,13 12-418,-10-23-26,-1-1-1,1 0 1,1 0 0,-1-1-1,1 0 1,0 0 0,0 0-1,0-1 1,0-1 0,15 5-1,-15-6-704,0 0 0,0 0 0,0-1 0,0-1-1,1 1 1,-1-1 0,12-2 0,7-4-4604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49.955"/>
    </inkml:context>
    <inkml:brush xml:id="br0">
      <inkml:brushProperty name="width" value="0.025" units="cm"/>
      <inkml:brushProperty name="height" value="0.025" units="cm"/>
    </inkml:brush>
  </inkml:definitions>
  <inkml:trace contextRef="#ctx0" brushRef="#br0">1 67 11563,'0'0'5349,"7"2"-4255,-2-1-1050,-1 0-1,0 0 1,0 1-1,0 0 1,0 0-1,0 0 1,0 0-1,0 0 1,-1 1-1,1 0 1,-1 0-1,1 0 1,-1 0-1,0 0 1,-1 1-1,1-1 1,0 1-1,-1 0 1,0 0-1,0 0 1,0 0-1,0 0 1,-1 0-1,0 0 1,0 0-1,1 5 1,-2-22-27,0 0 1,1-1 0,1 1-1,0 0 1,1 0 0,6-19 0,-8 30-20,-1-1 1,1 1 0,1-1-1,-1 1 1,0 0 0,1 0-1,-1-1 1,1 1 0,0 0-1,-1 0 1,1 1 0,0-1-1,0 0 1,0 0 0,1 1-1,-1 0 1,0-1 0,1 1-1,-1 0 1,0 0 0,1 0-1,-1 0 1,1 1 0,0-1-1,-1 1 1,1-1 0,0 1-1,-1 0 1,1 0 0,-1 0-1,1 0 1,0 1 0,-1-1-1,1 1 1,0 0 0,-1-1 0,1 1-1,-1 0 1,0 1 0,5 1-1,2 2 45,0 1-1,0 0 1,0 0 0,-1 1-1,14 14 1,23 17-2102,-11-20-3478,-14-14-864</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4:50.359"/>
    </inkml:context>
    <inkml:brush xml:id="br0">
      <inkml:brushProperty name="width" value="0.025" units="cm"/>
      <inkml:brushProperty name="height" value="0.025" units="cm"/>
    </inkml:brush>
  </inkml:definitions>
  <inkml:trace contextRef="#ctx0" brushRef="#br0">98 43 12236,'0'0'3053,"-9"-7"-1088,-27-20-433,36 26-1471,-1 0 1,0 1-1,0-1 1,0 0-1,0 1 1,0-1-1,0 1 1,0-1-1,0 1 1,0-1 0,0 1-1,-1-1 1,1 1-1,0 0 1,0 0-1,0 0 1,0 0-1,0 0 1,-1 0-1,1 0 1,0 0-1,0 0 1,0 0-1,0 1 1,-1-1-1,1 0 1,0 1-1,0-1 1,0 1-1,0-1 1,0 1 0,0 0-1,0-1 1,0 1-1,0 0 1,1 0-1,-1 0 1,0 0-1,0-1 1,1 1-1,-1 0 1,0 0-1,1 0 1,-1 1-1,1-1 1,0 0-1,-1 0 1,1 0-1,-1 2 1,-1 5 26,1 1 0,-1-1 0,1 1 0,1 15 0,0-21-44,0 3-34,0-1 0,0 1-1,1-1 1,0 1-1,0-1 1,0 1-1,1-1 1,-1 1-1,1-1 1,1 0-1,-1 0 1,1 0-1,0 0 1,0-1-1,0 1 1,1-1-1,-1 0 1,1 0-1,0 0 1,0 0 0,1 0-1,-1-1 1,1 0-1,0 0 1,0 0-1,0-1 1,0 0-1,6 2 1,-2-1-15,0-1 0,0 0 0,1 0 0,-1-1 0,0-1 0,0 0 0,1 0 0,-1 0 0,0-1 0,1-1 0,-1 0 0,0 0 0,0 0 1,0-1-1,-1-1 0,12-5 0,-4 0-16,0-1-1,-1 0 1,23-20 0,-35 28 20,1-1 1,-1 0-1,0 0 0,0 0 0,0-1 1,-1 1-1,1-1 0,-1 1 0,0-1 0,0 0 1,0 0-1,0 0 0,-1 0 0,1 0 1,-1 0-1,0 0 0,0-1 0,-1 1 1,0 0-1,1-1 0,-1-4 0,-1 7 0,0 1 0,0-1 0,0 1 0,0-1 0,0 1 0,0-1 1,0 1-1,0 0 0,-1-1 0,1 1 0,-1 0 0,1 0 0,-1 0 0,1 0 0,-1 0 0,1 1 0,-1-1 0,0 0 0,1 1 0,-1-1 0,0 1 0,0-1 0,1 1 0,-1 0 0,0 0 0,0 0 0,0 0 0,1 0 0,-1 0 0,0 0 0,-3 2 1,0-2-4,0 1 0,0-1 1,0 1-1,1 1 1,-1-1-1,0 1 1,1 0-1,-1 0 1,1 0-1,-8 5 1,10-5 7,0-1 0,0 1 0,1 0 0,-1 0 0,0 0 0,1 0 0,-1 0 0,1 0 0,-1 1 0,1-1 0,0 0 1,0 1-1,0-1 0,0 1 0,1-1 0,-1 1 0,1-1 0,-1 1 0,1-1 0,0 1 0,0 0 0,0-1 0,0 1 0,1-1 0,0 5 0,1-4 3,-1 0-1,1-1 0,-1 0 1,1 1-1,0-1 0,0 0 1,0 0-1,0 0 0,0 0 1,1 0-1,-1 0 0,0-1 0,1 1 1,0-1-1,-1 0 0,1 1 1,0-1-1,-1 0 0,1-1 1,0 1-1,0-1 0,3 1 1,21 3-235,-1-2 0,0-1 0,0-1 1,1-1-1,-1-2 0,0 0 0,0-2 1,38-12-1,24-17-4198</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00.181"/>
    </inkml:context>
    <inkml:brush xml:id="br0">
      <inkml:brushProperty name="width" value="0.025" units="cm"/>
      <inkml:brushProperty name="height" value="0.025" units="cm"/>
    </inkml:brush>
  </inkml:definitions>
  <inkml:trace contextRef="#ctx0" brushRef="#br0">304 327 5125,'-6'-30'2998,"3"0"1,-1-34-1,4 64-2980,0 0 0,0-1 0,0 1 0,0-1-1,0 1 1,0 0 0,1-1 0,-1 1 0,0 0 0,0-1 0,1 1 0,-1 0 0,0-1 0,0 1-1,1 0 1,-1-1 0,0 1 0,1 0 0,-1 0 0,0 0 0,1-1 0,-1 1 0,1 0 0,-1 0-1,0 0 1,1 0 0,-1 0 0,1-1 0,-1 1 0,0 0 0,1 0 0,-1 0 0,1 0-1,-1 0 1,0 0 0,1 1 0,-1-1 0,1 0 0,-1 0 0,0 0 0,1 0 0,-1 0 0,1 0-1,-1 1 1,0-1 0,1 0 0,-1 0 0,0 1 0,1-1 0,-1 0 0,0 1 0,0-1-1,1 0 1,-1 1 0,0-1 0,1 1 0,20 15-29,-12-2 88,-1 1-1,0-1 1,0 1-1,-2 1 1,0-1 0,0 1-1,-2 0 1,0 1-1,3 26 1,-1 18 137,-3 74 0,-3-126-207,0-5 2,0 1 0,0 0-1,-1-1 1,1 1 0,-1-1-1,0 0 1,-1 1 0,1-1 0,-1 0-1,0 0 1,0 1 0,0-1-1,-1-1 1,1 1 0,-1 0-1,0-1 1,0 1 0,0-1 0,0 0-1,-1 0 1,1 0 0,-1-1-1,0 1 1,0-1 0,0 0 0,0 0-1,0 0 1,-1 0 0,1-1-1,0 0 1,-1 0 0,1 0 0,-1 0-1,1-1 1,-8 1 0,1-1 3,0 0-1,0 0 1,1-1 0,-1 0 0,0-1 0,0 0 0,1-1-1,-1 0 1,1 0 0,0-1 0,0-1 0,0 0 0,0 0-1,-9-7 1,7 1 7,0 0 0,0-1 0,1-1 0,1 0 0,0 0 0,0-1-1,-13-28 1,18 32 57,0 0-1,1-1 1,0 0-1,1 0 0,0 0 1,1 0-1,0-1 1,1 1-1,0 0 1,1-1-1,0 1 1,3-17-1,-2 24-58,1 0 0,-1 0 0,1 0 0,0 0 0,0 0 1,1 0-1,-1 1 0,1-1 0,0 1 0,0 0 0,0 0 0,0 0 0,0 0 0,1 1 0,6-5 1,66-32 370,-60 32-223,95-37 722,203-53 0,6-1-1844,-315 97 652,-3 0 41,-1 1-1,1-1 0,0 1 1,-1-1-1,1 0 0,0 0 1,-1 1-1,1-1 0,-1 0 1,1 0-1,-1-1 0,0 1 0,1 0 1,-1 0-1,0-1 0,2-2 1,-1-8-5400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01.659"/>
    </inkml:context>
    <inkml:brush xml:id="br0">
      <inkml:brushProperty name="width" value="0.025" units="cm"/>
      <inkml:brushProperty name="height" value="0.025" units="cm"/>
    </inkml:brush>
  </inkml:definitions>
  <inkml:trace contextRef="#ctx0" brushRef="#br0">27 171 2787,'-1'0'137,"0"0"0,0 0 0,0 0 0,0 0 1,0 0-1,0 0 0,0 0 0,-1 0 0,1-1 0,0 1 1,0 0-1,0-1 0,0 1 0,0-1 0,0 1 1,0-1-1,0 1 0,0-1 0,0 0 0,0 1 0,1-1 1,-1 0-1,0 0 0,0 0 0,1 0 0,-2-1 1,2 1-39,0 0 1,0 0-1,0-1 1,1 1 0,-1 0-1,0 0 1,0 0-1,1-1 1,-1 1 0,1 0-1,-1 0 1,1 0 0,0 0-1,-1 0 1,1 0-1,0 0 1,-1 0 0,1 0-1,0 0 1,0 0 0,0 1-1,0-1 1,0 0-1,0 1 1,2-2 0,14-9 366,0 1 0,1 1 0,0 0 1,0 1-1,29-7 0,101-21 274,-134 33-690,31-7-78,1 3-1,81-5 1,-124 12-98,-3 0 47,1 0 1,-1 0-1,1 0 0,-1 0 1,0 0-1,1 0 0,-1 0 0,1 0 1,-1 0-1,1 0 0,-1 0 1,0 0-1,1 0 0,-1 0 0,1 0 1,-1 0-1,0 0 0,1 1 1,-1-1-1,1 0 0,-1 0 0,0 0 1,1 1-1,-1-1 0,0 0 1,1 1-1,-1-1 0,0 0 1,0 0-1,1 1 0,-1-1 0,0 1 1,0-1-1,0 0 0,1 1 1,-1-1-1,0 0 0,0 1 0,0-1 1,0 1-1,1 8-3033</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01.830"/>
    </inkml:context>
    <inkml:brush xml:id="br0">
      <inkml:brushProperty name="width" value="0.025" units="cm"/>
      <inkml:brushProperty name="height" value="0.025" units="cm"/>
    </inkml:brush>
  </inkml:definitions>
  <inkml:trace contextRef="#ctx0" brushRef="#br0">0 180 10826,'0'0'449,"80"5"127,-23-23-191,7-7-257,10-2-32,1-1-64,0 1-32,-3-1-641,-6-3-3234</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02.407"/>
    </inkml:context>
    <inkml:brush xml:id="br0">
      <inkml:brushProperty name="width" value="0.025" units="cm"/>
      <inkml:brushProperty name="height" value="0.025" units="cm"/>
    </inkml:brush>
  </inkml:definitions>
  <inkml:trace contextRef="#ctx0" brushRef="#br0">368 10 8456,'0'0'2813,"-11"-3"-2781,2 1-1,1 0-1,-1 1 1,0 0-1,1 1 1,-1 0-1,0 0 1,1 0-1,-1 1 1,0 1-1,1 0 1,0 0-1,-1 0 1,-12 7-1,-18 5 176,-53 25 7,82-35-201,1 1 0,0 0 0,0 1 0,1 0-1,0 1 1,-15 14 0,20-18-14,1 1 0,0 0 1,0 0-1,1 0 0,-1 0 0,1 1 0,0-1 0,0 0 0,0 1 0,1-1 1,-1 0-1,1 1 0,0-1 0,2 8 0,10 66 122,-9-66-89,22 104 429,29 163 377,-51-190-3,-4-58 3,5-30-681,0-1-1,1 1 0,-1-1 1,0 0-1,0 0 0,0 0 1,1 0-1,-1-1 0,6-1 1,42-12 173,85-36 1,-71 24-445,-61 24-58,19-9-1308,-15-2-3730,-9 5 1191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02.738"/>
    </inkml:context>
    <inkml:brush xml:id="br0">
      <inkml:brushProperty name="width" value="0.025" units="cm"/>
      <inkml:brushProperty name="height" value="0.025" units="cm"/>
    </inkml:brush>
  </inkml:definitions>
  <inkml:trace contextRef="#ctx0" brushRef="#br0">0 157 4965,'0'0'5957,"9"-9"-5658,9-6-247,1 1-1,0 1 1,1 0 0,0 2-1,24-10 1,-29 14-120,-3 2-416,1-1 1,-1 0-1,20-14 1,-12 4-3409</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03.017"/>
    </inkml:context>
    <inkml:brush xml:id="br0">
      <inkml:brushProperty name="width" value="0.025" units="cm"/>
      <inkml:brushProperty name="height" value="0.025" units="cm"/>
    </inkml:brush>
  </inkml:definitions>
  <inkml:trace contextRef="#ctx0" brushRef="#br0">1 1 11787,'0'0'1986,"41"48"-1602,-29-19-95,0 3-97,-1 4-96,0 0-32,0-1-32,0-3 0,-4-5 32,0-2-64,-3-3-801,-2-8-2145,-2-4-1058</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03.457"/>
    </inkml:context>
    <inkml:brush xml:id="br0">
      <inkml:brushProperty name="width" value="0.025" units="cm"/>
      <inkml:brushProperty name="height" value="0.025" units="cm"/>
    </inkml:brush>
  </inkml:definitions>
  <inkml:trace contextRef="#ctx0" brushRef="#br0">7 160 8968,'0'0'374,"-2"-10"742,2 5-1058,-1 1 66,0 1 0,0-1 0,0 1 0,1-1 0,0 1 0,0-1 0,0 0 0,0 1 0,0-1 0,1 1-1,-1-1 1,1 1 0,0-1 0,0 1 0,0 0 0,1-1 0,-1 1 0,1 0 0,0 0 0,0 0 0,0 0 0,0 0 0,0 0 0,1 1 0,-1-1 0,1 1 0,4-3 0,6-3 82,0 1 0,1 1 1,0 0-1,0 1 0,1 1 1,-1 0-1,1 1 0,30-3 1,-2 4 52,81 5 0,-104-1-185,0 1 0,0 1 0,-1 0 0,1 1 0,-1 2 0,0 0 0,-1 1 0,25 14 0,-36-19-57,0 1 0,-1 0 1,0 1-1,0 0 0,0 0 1,0 0-1,-1 1 1,1-1-1,-1 1 0,-1 1 1,1-1-1,-1 0 0,-1 1 1,1 0-1,-1 0 0,0 0 1,0 1-1,-1-1 1,0 1-1,-1-1 0,1 1 1,-1 0-1,-1-1 0,0 12 1,-1-12-3,-1 0 0,0 1 0,0-2-1,-1 1 1,1 0 0,-2 0 0,1-1 0,-1 0 0,0 0 0,0 0 0,-1 0 0,1-1 0,-1 1-1,0-1 1,-11 8 0,-11 7 20,-1 0-1,-32 17 0,35-23-60,-22 16-116,-39 22-170,27-29-3905,28-19-2002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04.875"/>
    </inkml:context>
    <inkml:brush xml:id="br0">
      <inkml:brushProperty name="width" value="0.025" units="cm"/>
      <inkml:brushProperty name="height" value="0.025" units="cm"/>
    </inkml:brush>
  </inkml:definitions>
  <inkml:trace contextRef="#ctx0" brushRef="#br0">391 0 7207,'-8'1'827,"-10"3"-698,0 1-1,1 1 1,0 0-1,-1 1 0,2 1 1,-1 0-1,1 2 1,1 0-1,0 0 0,0 1 1,1 1-1,1 1 1,0 0-1,0 1 1,-14 20-1,13-16 112,0 2 1,1 0-1,1 0 0,1 1 0,1 1 1,0 0-1,2 0 0,1 1 0,0 0 1,2 0-1,-4 43 0,9-54-238,1 1 0,0 0 0,1-1 0,0 1 0,1-1 0,1 1 0,0-1 0,1 0 0,0-1 0,0 1 0,1-1 0,1 0 0,0-1 0,1 1 0,0-1 0,0-1 0,1 0 0,0 0 0,1 0 0,0-1 0,0-1 0,0 0 0,1 0 0,0-1 0,18 7 0,-18-9-545,0 0 0,0-1 0,0 0 0,0-1 0,1 0 0,-1-1 0,1 0 0,-1-1 0,0 0 0,1-1 0,14-3-1,24-13-4394</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05.358"/>
    </inkml:context>
    <inkml:brush xml:id="br0">
      <inkml:brushProperty name="width" value="0.025" units="cm"/>
      <inkml:brushProperty name="height" value="0.025" units="cm"/>
    </inkml:brush>
  </inkml:definitions>
  <inkml:trace contextRef="#ctx0" brushRef="#br0">354 9 12396,'0'0'443,"-10"-3"-336,10 3-106,-8-1 20,0-1 0,1 1 0,-1 0 1,0 0-1,0 1 0,0 0 0,0 1 1,0 0-1,0 0 0,-8 3 0,-37 12 510,36-12-395,-1 1 1,1 0-1,1 2 1,-1 0 0,1 0-1,0 2 1,-14 10-1,26-15-126,0 0 1,0 1-1,1-1 0,-1 1 0,1 0 0,0 0 0,1 0 0,-1 1 1,1-1-1,0 0 0,1 1 0,-1 0 0,1-1 0,-1 7 0,-1 13 146,0 48 0,3-57-54,-1 29 117,-1-7-24,5 46 1,-2-74-163,0-1 0,1 1 0,0-1 0,0 1 0,1-1 0,1 0 0,-1 0 0,1 0 0,10 15 0,-11-20-6,1-1-1,-1 1 1,1-1 0,0 0 0,0 0-1,0 0 1,0-1 0,0 0 0,1 1 0,-1-2-1,1 1 1,0 0 0,-1-1 0,1 0-1,0 0 1,0 0 0,-1-1 0,1 1 0,0-1-1,0-1 1,0 1 0,6-1 0,13-3 54,1-1 1,-1 0 0,25-10-1,-32 9-73,113-29 215,-86 30-9308,-59 5 3154</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05.546"/>
    </inkml:context>
    <inkml:brush xml:id="br0">
      <inkml:brushProperty name="width" value="0.025" units="cm"/>
      <inkml:brushProperty name="height" value="0.025" units="cm"/>
    </inkml:brush>
  </inkml:definitions>
  <inkml:trace contextRef="#ctx0" brushRef="#br0">1 145 12396,'0'0'96,"44"-34"0,-9 19-64,5 1-32,5 1 0,3-1-481,0 0-479,1-5-1379,-3-3-1440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05.716"/>
    </inkml:context>
    <inkml:brush xml:id="br0">
      <inkml:brushProperty name="width" value="0.025" units="cm"/>
      <inkml:brushProperty name="height" value="0.025" units="cm"/>
    </inkml:brush>
  </inkml:definitions>
  <inkml:trace contextRef="#ctx0" brushRef="#br0">0 0 14189,'0'0'289,"32"48"-289,-15-20 128,2 6-96,-1 2 64,-4 0-96,-2 2 0,-6 0 0,-3-4-96,-2-4-705,-1-10-1986,0-9-2273</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06.074"/>
    </inkml:context>
    <inkml:brush xml:id="br0">
      <inkml:brushProperty name="width" value="0.025" units="cm"/>
      <inkml:brushProperty name="height" value="0.025" units="cm"/>
    </inkml:brush>
  </inkml:definitions>
  <inkml:trace contextRef="#ctx0" brushRef="#br0">0 73 10346,'0'0'304,"11"-9"742,-1 2-758,0-1-1,0 2 0,0-1 1,1 2-1,0-1 0,0 1 1,1 1-1,-1 0 0,1 1 0,12-2 1,-1 3-58,-1 0 0,0 2 0,0 1-1,0 0 1,0 2 0,0 1 0,0 0 0,0 2 0,39 15 0,-49-16-182,0 0-1,-1 1 1,1 1-1,-1 0 1,0 0-1,-1 1 1,0 0 0,0 1-1,-1 0 1,0 1-1,-1 0 1,0 0-1,0 1 1,-1 0 0,0 0-1,-1 0 1,-1 1-1,6 15 1,-9-21-42,0 1 0,-1-1 1,0 0-1,0 1 0,0-1 1,-1 1-1,0-1 0,0 1 1,0-1-1,-1 1 0,0-1 1,-1 1-1,1-1 0,-1 0 1,0 0-1,-4 9 0,1-8 4,0 0 0,0 0-1,0 0 1,-1 0 0,0-1 0,0 0-1,-1 0 1,0-1 0,0 1 0,-15 7-1,-2-1-15,-1-1 0,-1-2 0,1 0-1,-2-2 1,1 0 0,-50 4 0,65-9-54,-81 6-2160,80-8 999,1 0-1,-1-1 0,1 0 1,-1 0-1,-18-6 0,7-5-4196</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06.372"/>
    </inkml:context>
    <inkml:brush xml:id="br0">
      <inkml:brushProperty name="width" value="0.025" units="cm"/>
      <inkml:brushProperty name="height" value="0.025" units="cm"/>
    </inkml:brush>
  </inkml:definitions>
  <inkml:trace contextRef="#ctx0" brushRef="#br0">345 0 16720,'56'0'256,"0"21"769,0 25-448,-8 15-97,-8 14-288,-20 11-64,-18 8-32,-16 4 1,-36 6-33,-24 5-32,-24 1 32,-20-9-769,-11-16-2434,-10-21-5221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08.276"/>
    </inkml:context>
    <inkml:brush xml:id="br0">
      <inkml:brushProperty name="width" value="0.025" units="cm"/>
      <inkml:brushProperty name="height" value="0.025" units="cm"/>
    </inkml:brush>
  </inkml:definitions>
  <inkml:trace contextRef="#ctx0" brushRef="#br0">4 0 7559,'0'0'85,"0"1"-1,0-1 1,0 0-1,0 0 1,0 0 0,0 0-1,0 0 1,0 0-1,0 0 1,0 0-1,0 0 1,0 0-1,-1 0 1,1 0 0,0 0-1,0 0 1,0 0-1,0 0 1,0 0-1,0 1 1,0-1 0,0 0-1,0 0 1,-1 0-1,1 0 1,0 0-1,0-1 1,0 1 0,0 0-1,0 0 1,0 0-1,0 0 1,0 0-1,-1 0 1,1 0-1,0 0 1,0 0 0,0 0-1,0 0 1,0 0-1,0 0 1,0 0-1,0 0 1,0 0 0,0 0-1,0-1 1,0 1-1,-1 0 1,2 19 1108,6 25-684,26 62 112,12 41-3735,-43-138-783</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08.526"/>
    </inkml:context>
    <inkml:brush xml:id="br0">
      <inkml:brushProperty name="width" value="0.025" units="cm"/>
      <inkml:brushProperty name="height" value="0.025" units="cm"/>
    </inkml:brush>
  </inkml:definitions>
  <inkml:trace contextRef="#ctx0" brushRef="#br0">0 0 10314,'0'0'6726,"49"16"-6245,-34 11-129,-1 2-224,1 5-96,1 0 64,-1-2-96,0-2-128,-2-6-1409,-1-11-2659</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09.198"/>
    </inkml:context>
    <inkml:brush xml:id="br0">
      <inkml:brushProperty name="width" value="0.025" units="cm"/>
      <inkml:brushProperty name="height" value="0.025" units="cm"/>
    </inkml:brush>
  </inkml:definitions>
  <inkml:trace contextRef="#ctx0" brushRef="#br0">0 129 10794,'0'0'1217,"41"-43"-864,-9 27-129,5 1-224,1 0 224,2 1-192,-5 3 32,-4 2-32,-2 5-32,-5 3-96,-6 1-192,-5 0-1890,-8 0-1378</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09.340"/>
    </inkml:context>
    <inkml:brush xml:id="br0">
      <inkml:brushProperty name="width" value="0.025" units="cm"/>
      <inkml:brushProperty name="height" value="0.025" units="cm"/>
    </inkml:brush>
  </inkml:definitions>
  <inkml:trace contextRef="#ctx0" brushRef="#br0">1 56 10730,'0'0'1153,"42"6"-993,5-13-64,8-4-31,5-9-1154,5-3-2627</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09.849"/>
    </inkml:context>
    <inkml:brush xml:id="br0">
      <inkml:brushProperty name="width" value="0.025" units="cm"/>
      <inkml:brushProperty name="height" value="0.025" units="cm"/>
    </inkml:brush>
  </inkml:definitions>
  <inkml:trace contextRef="#ctx0" brushRef="#br0">278 337 17809,'0'0'256,"9"-4"209,-6 2-452,1 0 0,0 0 0,0 1 0,0-1 0,0 1 0,0 0 0,0 0 0,0 1 0,0-1 0,0 1 0,1 0 0,-1 0 0,0 0 0,0 0 0,0 1 0,0 0 0,0 0 0,0 0 0,0 0 0,0 1 0,0-1 0,0 1 0,-1 0 0,1 0 0,0 1 0,-1-1 0,0 1 0,0-1 0,0 1 1,0 0-1,0 0 0,0 1 0,4 6 0,-5-6-8,1 0 0,-1 0 0,0 1 0,0-1 0,0 1 0,0-1 1,-1 1-1,0 0 0,0-1 0,0 1 0,-1 0 0,1 0 0,-1 0 0,0 0 1,-1 0-1,1-1 0,-1 1 0,0 0 0,0 0 0,-1-1 0,1 1 0,-1 0 1,0-1-1,0 0 0,0 1 0,-1-1 0,0 0 0,0 0 0,-4 5 0,0-3-1,1 0 1,-1 0-1,1 0 0,-2-1 0,1 0 0,0-1 0,-1 1 0,0-2 0,0 1 0,0-1 0,-1 0 0,1-1 0,-1 1 0,0-2 0,-14 2 0,9-3-30,-1 0 0,0-1 0,1-1 0,-1 0 0,1-1 0,-1 0 0,1-1 0,0-1 0,1 0 0,-21-12 0,27 14 13,1-1 1,0 1 0,0-2-1,1 1 1,-1-1 0,1 1 0,0-1-1,0-1 1,0 1 0,1-1-1,0 0 1,0 0 0,1 0 0,-1 0-1,1-1 1,1 1 0,-1-1-1,1 0 1,0 0 0,1 0-1,0 0 1,0 0 0,0-11 0,1 14 10,1 1 1,0 0 0,0 0 0,0 0 0,1 0-1,-1 0 1,1 0 0,-1 1 0,1-1 0,0 0-1,0 1 1,0-1 0,1 1 0,-1 0 0,1 0-1,-1 0 1,1 0 0,-1 0 0,1 0 0,4-1-1,70-33-33,-57 28 32,480-192 122,-282 129-5363,-173 58 183</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10.255"/>
    </inkml:context>
    <inkml:brush xml:id="br0">
      <inkml:brushProperty name="width" value="0.025" units="cm"/>
      <inkml:brushProperty name="height" value="0.025" units="cm"/>
    </inkml:brush>
  </inkml:definitions>
  <inkml:trace contextRef="#ctx0" brushRef="#br0">34 80 15278,'6'-8'209,"-3"3"-203,32-39 1019,-33 42-983,0 0 0,0 0 0,0 0 0,0 0 0,0 1 0,0-1-1,0 1 1,1 0 0,-1-1 0,1 1 0,-1 0 0,1 1 0,-1-1 0,1 0-1,0 1 1,-1-1 0,1 1 0,0 0 0,-1 0 0,6 0 0,-8 1-40,1 0-1,0 0 1,0-1 0,0 1 0,-1 0 0,1 0-1,0 0 1,-1 0 0,1 0 0,-1 0-1,1 0 1,-1 1 0,0-1 0,1 0 0,-1 0-1,0 0 1,0 0 0,0 0 0,0 1 0,0-1-1,0 0 1,0 0 0,0 0 0,0 0 0,-1 1-1,1-1 1,0 0 0,-1 2 0,-10 35 37,-2-14-14,-1 0 0,-23 32 0,-20 33-42,56-88 9,0 0 0,1 0 0,-1 1 0,0-1 0,1 0 0,-1 0 0,1 1 0,-1-1 0,1 1 0,0-1 0,-1 1 0,1-1 0,0 0 0,0 1 0,0-1 0,0 1 0,0-1 0,0 1 0,1-1 0,-1 1 0,1 2 0,0-4 1,0 1 0,0 0 0,0 0-1,0-1 1,0 1 0,0 0 0,0-1 0,0 1 0,0-1-1,0 0 1,1 1 0,-1-1 0,0 0 0,0 0 0,0 1-1,0-1 1,1 0 0,-1 0 0,0 0 0,2-1 0,9 0-5,-1-1 0,1-1 0,22-8 1,42-16-70,162-63-1958,-197 67-2023,-6 0-2542</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10.625"/>
    </inkml:context>
    <inkml:brush xml:id="br0">
      <inkml:brushProperty name="width" value="0.025" units="cm"/>
      <inkml:brushProperty name="height" value="0.025" units="cm"/>
    </inkml:brush>
  </inkml:definitions>
  <inkml:trace contextRef="#ctx0" brushRef="#br0">0 69 12940,'0'0'1068,"4"-9"283,-4 7-1261,19-36 697,-19 37-771,1-1 0,0 1 0,-1 0 1,1 0-1,0 0 0,0 0 1,0 0-1,0 0 0,0 0 0,0 0 1,0 0-1,0 0 0,0 0 1,1 0-1,-1 1 0,0-1 0,0 1 1,1-1-1,-1 1 0,1-1 1,-1 1-1,0 0 0,1 0 0,-1-1 1,0 1-1,1 0 0,-1 0 1,1 1-1,-1-1 0,0 0 0,1 0 1,-1 1-1,2 0 0,-2 0-14,1 1-1,-1 0 1,0 0 0,0 0-1,-1 0 1,1 0 0,0 0-1,-1 0 1,1 0 0,-1 0-1,0 0 1,1 0-1,-1 0 1,0 0 0,0 0-1,0 0 1,-1 3 0,-4 39 22,-6 4 26,7-37-47,1-1-1,1 1 1,-1 0 0,2 1 0,0-1-1,0 0 1,1 0 0,2 18-1,-2-28-1,0 1 0,1-1 0,-1 0 0,1 1 0,-1-1 0,1 0 0,0 0 0,0 1 0,-1-1 0,1 0 0,0 0 0,0 0 0,0 0 0,0 0 0,0 0 0,1 0 0,-1-1 0,0 1 0,0 0 0,0-1-1,1 1 1,1 0 0,2 1 2,0-1-1,-1 0 0,1-1 0,0 1 0,0-1 1,9 0-1,0-1 10,1-1 0,0-1 0,21-6 0,1-3-63,-9 4-121,1-1 1,-2-2-1,31-16 1,-23 3-3283</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15.254"/>
    </inkml:context>
    <inkml:brush xml:id="br0">
      <inkml:brushProperty name="width" value="0.025" units="cm"/>
      <inkml:brushProperty name="height" value="0.025" units="cm"/>
    </inkml:brush>
  </inkml:definitions>
  <inkml:trace contextRef="#ctx0" brushRef="#br0">236 109 5926,'-2'-12'524,"-1"-1"0,1 1 0,-2 0 0,0-1 0,-6-12 0,9 24-404,1-1 1,-1 1 0,0 0-1,0-1 1,0 1 0,0 0 0,0-1-1,0 1 1,0 0 0,0 0-1,-1 0 1,1 0 0,0 0 0,-1 0-1,1 1 1,-1-1 0,1 0-1,-1 1 1,1-1 0,-3 0 0,2 1-92,0 1 0,-1-1 1,1 1-1,0-1 1,0 1-1,-1 0 1,1 0-1,0 0 0,0 0 1,0 0-1,0 0 1,0 1-1,0-1 0,1 1 1,-1-1-1,0 1 1,1 0-1,-1 0 0,-1 2 1,-14 18 99,1 1-1,1 1 1,1 0 0,1 1 0,1 1 0,1 0-1,1 0 1,2 1 0,0 0 0,2 1 0,1-1-1,2 1 1,0 0 0,2 1 0,2 32-1,0-52-113,1 0-1,-1 0 1,1 0-1,1 0 1,0 0-1,0 0 0,1-1 1,0 1-1,0-1 1,1 0-1,0-1 1,0 1-1,1-1 0,0 0 1,0 0-1,1-1 1,0 1-1,0-2 1,0 1-1,1-1 0,10 6 1,-7-6 11,-1 0 1,2 0 0,-1-1-1,0 0 1,1-1-1,0 0 1,0-1-1,0-1 1,0 0-1,0 0 1,0-1-1,0-1 1,0 0 0,0 0-1,0-1 1,12-4-1,-14 2-15,-1 0 0,0 0 0,-1-1 0,1 0 0,-1 0 0,0-1 0,0 0 0,0-1 0,-1 1 0,0-1 0,-1-1 0,1 1 0,-1-1 0,-1-1 0,7-11 0,-6 9 1,0-1 0,-1 0 0,-1 0 0,0 0 0,0 0 0,-1 0 0,-1-1 0,0 1 0,0-1 0,-2 0 0,0-19 1,0 30 16,0 0 0,-1 0 0,1 0 1,-1 1-1,1-1 0,-1 0 1,0 0-1,1 0 0,-1 0 0,0 1 1,0-1-1,0 0 0,-1 1 1,1-1-1,0 1 0,0-1 1,-1 1-1,1 0 0,-1-1 0,0 1 1,1 0-1,-1 0 0,0 0 1,1 0-1,-1 1 0,0-1 1,0 0-1,0 1 0,0-1 0,0 1 1,0 0-1,0-1 0,0 1 1,0 0-1,0 0 0,0 0 0,0 1 1,1-1-1,-1 0 0,0 1 1,-3 0-1,1 0 2,0 0 1,0 0-1,0 1 0,0-1 1,0 1-1,0 0 1,0 0-1,1 0 0,-1 1 1,1-1-1,0 1 0,0 0 1,0 0-1,0 0 0,0 0 1,0 0-1,1 1 1,-1-1-1,-1 6 0,2-5-26,1 0 0,-1 0-1,1 0 1,0 0 0,1 0-1,-1 0 1,1 0 0,0 0 0,0 0-1,0 1 1,0-1 0,1 0-1,-1 0 1,1 0 0,0 0-1,1 0 1,-1 0 0,1 0-1,3 7 1,-1-6 7,0-1-1,0 1 0,1-1 1,-1 0-1,1 0 1,0-1-1,0 1 0,0-1 1,0 0-1,1 0 1,-1-1-1,8 3 0,12 2-35,0-1 0,1-1-1,-1-1 1,1-1 0,30-1-1,-28 0-503,32-1-2180,-25-8-3158,-20-3 1163</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15.641"/>
    </inkml:context>
    <inkml:brush xml:id="br0">
      <inkml:brushProperty name="width" value="0.025" units="cm"/>
      <inkml:brushProperty name="height" value="0.025" units="cm"/>
    </inkml:brush>
  </inkml:definitions>
  <inkml:trace contextRef="#ctx0" brushRef="#br0">0 39 6406,'0'0'7698,"8"3"-7532,-5-2-162,1 0 1,0 1-1,-1 0 1,1 0-1,-1 0 1,1 0-1,-1 0 1,0 1-1,0-1 1,0 1-1,0 0 1,0 0-1,-1 0 1,1 0-1,-1 1 1,0-1-1,0 1 1,0-1-1,-1 1 1,1 0-1,-1-1 1,0 1-1,0 0 1,0 0-1,0 0 1,-1 0-1,0 0 1,0 0-1,0 0 1,0 0-1,-1 7 1,1-11-5,0-1 1,-1 1-1,1 0 0,0 0 1,0 0-1,0-1 1,0 1-1,0 0 1,0 0-1,0 0 1,0-1-1,-1 1 0,1 0 1,0 0-1,0 0 1,0 0-1,0-1 1,-1 1-1,1 0 1,0 0-1,0 0 0,0 0 1,-1 0-1,1 0 1,0 0-1,0 0 1,0 0-1,-1 0 0,1 0 1,0-1-1,0 1 1,-1 0-1,1 0 1,0 1-1,0-1 1,-1 0-1,1 0 0,0 0 1,0 0-1,0 0 1,-1 0-1,1 0 1,0 0-1,0 0 1,0 0-1,-1 0 0,1 1 1,0-1-1,0 0 1,0 0-1,0 0 1,-1 0-1,1 1 1,0-1-1,0 0 0,0 0 1,0 0-1,0 1 1,0-1-1,0 0 1,-1 0-1,-5-19 31,4 13-24,1-1 0,0 0 0,1 0 1,0 0-1,0 0 0,0 0 0,1 0 0,0 0 0,0 0 0,4-10 0,-4 14 35,1 0-1,0 1 1,0-1 0,-1 1 0,1-1 0,1 1-1,-1 0 1,0-1 0,0 1 0,1 0-1,0 1 1,-1-1 0,1 0 0,0 1 0,0-1-1,-1 1 1,1 0 0,0 0 0,0 0-1,1 0 1,-1 1 0,0-1 0,0 1 0,0 0-1,5 0 1,-3 0-8,-1 0 0,0 0 1,1 0-1,-1 1 0,1 0 0,-1-1 0,0 2 0,1-1 1,-1 0-1,0 1 0,0 0 0,0 0 0,0 0 1,0 0-1,-1 1 0,1-1 0,5 7 0,0 2-588,0-1 0,-1 2-1,0-1 1,8 19 0,-11-22-269,1 3-3442</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16.437"/>
    </inkml:context>
    <inkml:brush xml:id="br0">
      <inkml:brushProperty name="width" value="0.025" units="cm"/>
      <inkml:brushProperty name="height" value="0.025" units="cm"/>
    </inkml:brush>
  </inkml:definitions>
  <inkml:trace contextRef="#ctx0" brushRef="#br0">18 48 11307,'0'0'176,"-3"-8"384,0 1-173,1 5-191,1 0 1,-1 0 0,1-1 0,0 1 0,0-1 0,1 1 0,-1-1 0,0 0 0,1 1 0,-1-1 0,1-2 0,26 20 892,-8 4-1004,-1 2 1,0 0 0,-2 0 0,0 1 0,-2 1-1,0 1 1,-2 0 0,0 0 0,-2 1-1,-1 0 1,-1 1 0,0 0 0,-3 0-1,4 49 1,-8-67-75,0-28 46,-1 7-51,1 0 0,0 0 0,0 0 0,2 0 0,-1 0 0,2 1 0,-1-1 0,2 0 0,0 1 0,8-17 0,-12 27-6,1 1 1,0 0 0,0 0 0,0 0-1,0-1 1,-1 1 0,1 0 0,1 0-1,-1 1 1,0-1 0,0 0 0,0 0 0,0 0-1,1 1 1,-1-1 0,0 1 0,1-1-1,-1 1 1,0-1 0,1 1 0,-1 0-1,1-1 1,-1 1 0,0 0 0,3 0-1,-1 1 0,0 0 1,-1 0-1,1 0 0,0 0 0,0 0 0,0 0 1,0 1-1,-1-1 0,1 1 0,-1 0 0,3 2 0,4 4 1,0 1 0,-1 0 0,-1 0 0,14 20 0,-17-22-1,-1 0 0,1 1 0,-1-1 0,-1 1 0,1 0 0,-1 0 0,0-1 0,-1 1 0,1 12 0,4-39-23,1 2-1,1-1 1,13-22-1,-17 32 22,2-3 1,1 0-1,0 0 1,1 1-1,0-1 1,0 1 0,1 1-1,0 0 1,1 0-1,0 1 1,20-13-1,-13 12 0,0 1 0,1 1-1,-1 0 1,1 1 0,1 1 0,31-4-1,-43 6 3,-21 0 0,10 3 0,1 0 0,-1 0 0,0 0 0,0 0 0,0 1 0,0 0 0,1-1 0,-6 3 0,4 1 3,0 0 0,0 0 1,1 0-1,0 0 0,0 1 0,0 0 0,0 0 0,1 0 0,-1 0 0,1 0 0,1 1 0,-1 0 0,1-1 1,0 1-1,0 0 0,1 0 0,-1 0 0,0 10 0,2-12-1,-1 1 1,0-1-1,1 1 0,0-1 0,0 1 1,1-1-1,-1 1 0,1-1 0,0 1 1,0-1-1,0 1 0,1-1 0,-1 0 1,1 0-1,0 0 0,1 0 0,-1 0 1,1 0-1,-1 0 0,1-1 0,0 0 1,0 1-1,1-1 0,-1 0 0,6 3 1,0-2-408,0-1 1,0 0-1,0 0 1,0-1-1,0-1 1,0 1-1,1-1 1,-1-1-1,0 0 1,1 0-1,-1-1 1,14-2-1,18-11-3807</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16.778"/>
    </inkml:context>
    <inkml:brush xml:id="br0">
      <inkml:brushProperty name="width" value="0.025" units="cm"/>
      <inkml:brushProperty name="height" value="0.025" units="cm"/>
    </inkml:brush>
  </inkml:definitions>
  <inkml:trace contextRef="#ctx0" brushRef="#br0">174 1 352,'-8'0'10437,"4"-1"-10284,0 1 1,0 1-1,0-1 1,1 0-1,-1 1 0,0 0 1,0 0-1,0 0 1,0 1-1,1-1 0,-1 1 1,1 0-1,-1 0 1,1 0-1,0 0 1,0 0-1,0 1 0,0 0 1,0 0-1,0-1 1,1 1-1,-5 7 1,-5 11 52,0 0 1,2 1-1,0 0 1,2 1-1,0 0 1,2 1-1,0 0 1,2-1 0,1 1-1,0 1 1,2-1-1,3 42 1,-1-59-259,0 1 0,1-1 1,0 1-1,0-1 1,1 0-1,0 0 0,0 0 1,1 0-1,-1 0 0,2-1 1,-1 0-1,1 0 0,0 0 1,0 0-1,0-1 0,1 0 1,0 0-1,0 0 1,0-1-1,0 0 0,1 0 1,0 0-1,0-1 0,10 4 1,-10-5-440,0-1-1,-1 1 1,1-1 0,0 0 0,0-1 0,0 0-1,0 0 1,0 0 0,0-1 0,0 0 0,0 0 0,0-1-1,0 0 1,-1 0 0,1 0 0,-1-1 0,10-5 0,25-20-6348</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17.165"/>
    </inkml:context>
    <inkml:brush xml:id="br0">
      <inkml:brushProperty name="width" value="0.025" units="cm"/>
      <inkml:brushProperty name="height" value="0.025" units="cm"/>
    </inkml:brush>
  </inkml:definitions>
  <inkml:trace contextRef="#ctx0" brushRef="#br0">146 8 11082,'-11'6'331,"-2"2"28,0 0-1,1 0 0,0 1 1,-20 21-1,26-24-171,1 0-1,0 0 1,1 0 0,-1 0-1,1 1 1,1 0-1,-1 0 1,1 0 0,0 0-1,1 0 1,0 1-1,0-1 1,-2 13 0,4-16-145,0 0 1,-1 0 0,1 0-1,1 0 1,-1 0-1,1 0 1,-1 0 0,1 0-1,0 0 1,1 0 0,-1 0-1,1 0 1,-1-1-1,1 1 1,0 0 0,0-1-1,1 0 1,-1 0 0,6 6-1,-4-6-26,1 0 0,-1 0-1,1 0 1,0-1 0,0 1 0,0-1 0,0 0-1,1-1 1,-1 1 0,0-1 0,1 0-1,-1-1 1,1 1 0,7-1 0,-4-1-13,0 1 0,0-1 0,0-1 0,0 0 0,0 0 0,-1-1 0,1 0 0,-1 0 0,1-1 0,-1 0 1,0-1-1,-1 0 0,1 0 0,-1-1 0,0 1 0,9-11 0,-11 11-24,1-1 1,-1-1-1,0 1 0,0-1 0,-1 0 1,0 0-1,0 0 0,-1-1 0,0 1 1,0-1-1,-1 0 0,0 1 0,0-1 1,-1 0-1,0-1 0,0 1 0,-1 0 1,-1-13-1,1 18 17,-1 0 0,0 0-1,0 0 1,0 0 0,0 0 0,0 0-1,0 1 1,-1-1 0,1 0 0,-1 1 0,0-1-1,0 1 1,0 0 0,0-1 0,0 1-1,0 0 1,-1 0 0,1 1 0,-4-3 0,0 1-5,0 0 0,0 0 0,0 1 0,-1 0 1,1 0-1,-1 1 0,1 0 0,-12-1 1,8 1-2,0 1 0,0 0 1,1 1-1,-1 0 1,0 0-1,1 1 0,-1 0 1,1 1-1,0 0 1,0 0-1,0 1 0,-12 7 1,18-9-112,1 0 1,-1 1 0,0-1 0,1 1-1,0 0 1,0 0 0,-1 0-1,-1 5 1,-3 16-4013,6-10-522</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17.339"/>
    </inkml:context>
    <inkml:brush xml:id="br0">
      <inkml:brushProperty name="width" value="0.025" units="cm"/>
      <inkml:brushProperty name="height" value="0.025" units="cm"/>
    </inkml:brush>
  </inkml:definitions>
  <inkml:trace contextRef="#ctx0" brushRef="#br0">183 0 12716,'0'0'0,"-12"54"-32,-8-34-32,-7 1-96,-6-3 32,1 1-481,0-7-2113,6-4-1987</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17.773"/>
    </inkml:context>
    <inkml:brush xml:id="br0">
      <inkml:brushProperty name="width" value="0.025" units="cm"/>
      <inkml:brushProperty name="height" value="0.025" units="cm"/>
    </inkml:brush>
  </inkml:definitions>
  <inkml:trace contextRef="#ctx0" brushRef="#br0">75 108 12940,'0'0'2050,"-8"-2"-1751,3 0-264,-22-3 1,26 6-18,0-1 0,0 1 0,0 0 0,0-1 0,0 1 0,0 0 0,0 0 0,0-1 0,0 1 0,1 0 0,-1 0 0,0 0 0,1 0 0,-1 0 0,1 0 0,-1 0 0,1 0 0,-1 0 0,1 0 0,0 1 0,-1-1 0,1 0 0,0 0 0,0 0 0,0 0 0,0 1 0,0-1 0,0 2 0,0 4 21,0-1 0,1 1 0,0-1 0,0 1-1,0 0 1,1-1 0,0 0 0,0 1 0,0-1 0,1 0 0,0 0 0,0 0 0,1-1 0,-1 1 0,1-1 0,1 0 0,-1 0 0,1 0 0,0 0 0,0-1 0,0 0 0,0 0 0,1 0 0,0-1 0,-1 0 0,1 0 0,1 0 0,-1-1 0,0 0-1,0 0 1,1 0 0,0-1 0,-1 0 0,1-1 0,-1 1 0,1-1 0,0 0 0,-1-1 0,1 0 0,0 0 0,-1 0 0,0-1 0,1 0 0,-1 0 0,0 0 0,11-7 0,-7 3-30,0 0-1,0-1 1,-1-1 0,0 0 0,0 0 0,-1-1 0,0 0-1,-1 0 1,9-15 0,-12 19-7,-1-1 1,1 0-1,-1 0 1,-1 0-1,1 0 0,-1 0 1,0 0-1,-1-1 0,1 1 1,-1-1-1,-1 1 1,1-1-1,-1 0 0,0 1 1,-1-1-1,1 1 0,-1-1 1,-3-9-1,3 13-6,-1 0-1,0 1 1,0-1 0,0 1-1,0-1 1,0 1 0,-1-1-1,1 1 1,-1 0 0,1 0-1,-1 1 1,0-1-1,1 0 1,-1 1 0,0 0-1,0-1 1,0 1 0,-1 0-1,1 1 1,0-1-1,0 0 1,0 1 0,-4 0-1,-12-2 8,0 2-1,-31 2 0,42-2-5,-9 2-38,1 0 0,-1 0 0,1 2 1,0 0-1,0 1 0,0 0 0,1 2 1,0-1-1,0 2 0,-15 10 0,29-17-153,0-1-1,0 1 0,0 0 0,0 0 1,0-1-1,0 1 0,0 0 1,0 0-1,0 0 0,1 0 0,-1 0 1,1 0-1,-1 0 0,0 0 0,1 0 1,0 0-1,-1 1 0,1-1 1,0 0-1,-1 1 0,1 3-4108</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5:17.977"/>
    </inkml:context>
    <inkml:brush xml:id="br0">
      <inkml:brushProperty name="width" value="0.025" units="cm"/>
      <inkml:brushProperty name="height" value="0.025" units="cm"/>
    </inkml:brush>
  </inkml:definitions>
  <inkml:trace contextRef="#ctx0" brushRef="#br0">245 3 15054,'0'0'545,"67"-3"1345,-44 24-1154,-3 17-159,-11 17 224,-9 11-33,-13 12-287,-26 10-193,-15 9-256,-19 0 32,-14-14-1089,-10-21-6822</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38.603"/>
    </inkml:context>
    <inkml:brush xml:id="br0">
      <inkml:brushProperty name="width" value="0.035" units="cm"/>
      <inkml:brushProperty name="height" value="0.035" units="cm"/>
    </inkml:brush>
  </inkml:definitions>
  <inkml:trace contextRef="#ctx0" brushRef="#br0">2573 268 6022,'4'-37'4877,"14"-8"-4773,-11 32 109,-7 11-225,1 1 0,-1 0 0,1-1 0,-1 1 0,0 0 0,0-1 0,1 1 0,-1-1 0,0 1 0,0 0-1,-1-1 1,1 1 0,0 0 0,0-1 0,-1 1 0,1-1 0,-1 1 0,1 0 0,-1 0 0,1-1 0,-1 1 0,0 0 0,0 0 0,1 0 0,-1 0 0,0 0 0,0 0 0,0 0 0,0 0 0,-1 0 0,1 0 0,0 0 0,0 1 0,0-1-1,-2 0 1,-57-23 227,38 17 84,-27-13-27,0 2-1,-1 3 1,-1 2-1,0 2 0,-1 2 1,-103-3-1,155 12-271,-403 6 83,325 0 70,1 4 0,-1 3 0,-85 25-1,54 0-78,1 4 0,2 4-1,2 5 1,-166 111 0,206-120-35,-58 51 0,99-73-43,1 1 1,1 1 0,1 2 0,0-1 0,-22 40 0,13-12 3,2 2 0,2 2 0,3 0 0,2 1 0,3 1 0,-18 103 0,26-113-9,-18 143 18,24-161-14,2-1-1,1 0 1,2 0-1,7 48 1,6-22 67,2-1-1,35 75 1,-4-11 4,-18-38-51,68 127 0,-73-165-23,1 0 1,2-2 0,1-1 0,52 51 0,219 171 307,-114-105-178,-137-113-120,1-2 0,2-2 0,61 33 0,-89-57 7,2-2 0,0-1 0,0-1-1,1-1 1,0-1 0,0-2 0,1 0 0,0-2-1,42 1 1,-23-7 205,0-2-1,0-1 0,-1-3 1,0-1-1,0-3 0,-1-2 0,-1-1 1,46-24-1,-12 0 491,-3-5 0,-1-2 0,99-82-1,-151 110-646,176-151 973,-169 141-850,-2-1 0,-1-2-1,-2-1 1,32-52 0,-29 38-13,-2-2 0,-2-1 0,-2 0 0,-2-2-1,-3 0 1,-2-1 0,14-97 0,-14-318 618,-15 355-737,-17-141 316,2 59-355,8 110 21,-32-142-1,7 52-2,30 161-38,1-1 0,-2 1 0,0 1 0,0-1 0,-1 0 0,-1 1 0,0 0 0,-14-19 0,-1 3 10,-2 1 0,-29-26 0,-45-64-1168,94 114 759,-1 0 0,1 0-1,-1 0 1,0 1 0,0 0 0,0 0-1,-1 0 1,1 0 0,0 1 0,-1-1-1,-5 0 1,4 0-438,-33-8-4981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43.854"/>
    </inkml:context>
    <inkml:brush xml:id="br0">
      <inkml:brushProperty name="width" value="0.035" units="cm"/>
      <inkml:brushProperty name="height" value="0.035" units="cm"/>
    </inkml:brush>
  </inkml:definitions>
  <inkml:trace contextRef="#ctx0" brushRef="#br0">79 62 5285,'0'0'5974,"-4"-7"-5547,0 1-259,2 5-97,1-1 0,-1 0-1,1 0 1,-1-1 0,1 1-1,0 0 1,0 0 0,0-1 0,0 1-1,0 0 1,1-1 0,-1 1-1,0-5 1,1 6-47,0 1-1,0-1 0,0 0 1,0 1-1,0-1 1,0 1-1,0-1 1,0 1-1,1-1 0,-1 1 1,0 0-1,0-1 1,0 1-1,1-1 1,-1 1-1,0-1 0,0 1 1,1-1-1,-1 1 1,0 0-1,1-1 1,-1 1-1,0 0 0,1-1 1,-1 1-1,1 0 1,-1-1-1,1 1 1,-1 0-1,1 0 0,-1 0 1,1 0-1,-1-1 1,1 1-1,-1 0 1,1 0-1,-1 0 0,1 0 1,-1 0-1,1 0 1,-1 0-1,1 0 1,-1 0-1,1 0 1,0 1-1,0-1-25,0 0 1,0 1-1,-1-1 0,1 1 0,0-1 1,0 1-1,0-1 0,0 1 1,-1-1-1,1 1 0,0 0 1,-1 0-1,1-1 0,0 1 1,-1 0-1,1 0 0,-1 0 0,1-1 1,-1 1-1,0 0 0,1 0 1,-1 0-1,0 0 0,1 0 1,-1 0-1,0 0 0,0 1 0,0 3 5,0 0-1,0-1 1,0 1-1,-1 0 1,1 0-1,-1 0 1,-1-1-1,1 1 0,-1 0 1,1-1-1,-1 1 1,-3 3-1,3-5 4,0-1-1,0 0 1,0 0 0,0 0-1,0 0 1,0 0-1,-1 0 1,1-1 0,0 1-1,-1-1 1,0 0-1,1 1 1,-1-1 0,0 0-1,0-1 1,1 1-1,-1 0 1,0-1 0,0 0-1,0 1 1,-5-2-1,8 1-1,-1 0 0,1 0 0,-1 0 0,1 0 0,0 0 0,-1 0 0,1 0 0,-1 0 0,1 0 0,-1 0-1,1 0 1,-1-1 0,1 1 0,-1 0 0,1 0 0,0-1 0,-1 1 0,1 0 0,-1-1 0,1 1 0,0 0 0,0-1 0,-1 1 0,1-1-1,0 1 1,-1 0 0,1-1 0,0 1 0,0-1 0,0 1 0,0-1 0,-1 0 0,3-20 56,0 17-65,-1 0 1,0 1-1,1-1 1,0 1 0,0-1-1,0 1 1,0-1-1,5-5 1,13-2-745,-3 2-3350,-9 2-171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44.425"/>
    </inkml:context>
    <inkml:brush xml:id="br0">
      <inkml:brushProperty name="width" value="0.035" units="cm"/>
      <inkml:brushProperty name="height" value="0.035" units="cm"/>
    </inkml:brush>
  </inkml:definitions>
  <inkml:trace contextRef="#ctx0" brushRef="#br0">309 27 8072,'0'0'160,"-10"-5"432,4 2-398,-1 0 0,0 0-1,0 0 1,-1 1 0,1-1-1,0 2 1,-1-1-1,1 1 1,-1 1 0,0-1-1,1 1 1,-1 0 0,1 1-1,-1 0 1,1 0 0,-1 1-1,1-1 1,-1 2-1,1-1 1,0 1 0,-9 5-1,6 0-105,0 0-1,1 0 0,0 1 0,1 0 0,-1 1 0,2 0 0,0 0 0,0 1 1,1 0-1,0 0 0,1 0 0,0 1 0,0 0 0,-2 16 0,1-3-55,1 1-1,2 0 0,0 1 1,2-1-1,4 48 0,-3-66-27,1 0-1,1 0 1,-1 0 0,2 0-1,-1 0 1,1-1 0,0 1-1,0-1 1,1 0 0,0 1 0,6 6-1,-7-10 4,0 0-1,1 0 1,0 0-1,0-1 0,0 1 1,0-1-1,1 0 1,-1-1-1,1 1 1,0-1-1,-1 0 1,1 0-1,0 0 0,1 0 1,-1-1-1,0 0 1,10 1-1,-2-2 6,0 0-1,-1 0 0,1-1 0,0 0 1,-1-2-1,1 1 0,-1-1 0,0-1 1,1 0-1,-2-1 0,1 0 1,-1-1-1,1 0 0,-2-1 0,1 0 1,-1-1-1,0 0 0,0-1 0,-1 1 1,-1-2-1,1 1 0,-1-2 0,-1 1 1,0-1-1,0 0 0,-1 0 1,-1 0-1,0-1 0,0 0 0,-1 0 1,-1-1-1,0 1 0,0-1 0,-2 1 1,1-24-1,-1 27-10,-1 0 0,0 0 0,-1 0 0,0 0 0,0 0 1,-1 1-1,-1-1 0,1 0 0,-1 1 0,0 0 0,-1-1 0,0 1 0,-1 1 0,1-1 0,-1 1 1,-1-1-1,0 1 0,0 1 0,0-1 0,0 1 0,-1 0 0,0 1 0,-1 0 0,1 0 0,-1 0 1,0 1-1,0 0 0,0 0 0,0 1 0,-1 1 0,0-1 0,1 1 0,-11-1 0,17 3-71,-29-2 3,30 2-87,0 0 0,1 0 0,-1 0 0,0 0 0,0 0 0,0 0 1,1 0-1,-1 0 0,0 0 0,0 1 0,1-1 0,-1 0 0,0 1 0,1-1 0,-1 0 0,0 1 0,1-1 0,-1 1 0,0-1 0,1 1 0,-1-1 0,1 1 0,-1-1 0,1 1 0,-1 0 0,1-1 0,-1 1 0,1 0 0,-1 1 0,1 6-3802</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45.318"/>
    </inkml:context>
    <inkml:brush xml:id="br0">
      <inkml:brushProperty name="width" value="0.035" units="cm"/>
      <inkml:brushProperty name="height" value="0.035" units="cm"/>
    </inkml:brush>
  </inkml:definitions>
  <inkml:trace contextRef="#ctx0" brushRef="#br0">13 60 5862,'0'0'6277,"-3"-8"-5855,2 6-416,-8-27 305,10 28-295,-1 0 0,0 0 0,1 0 0,-1 0 0,1 0 0,-1 0-1,1 0 1,0 0 0,-1 0 0,1 0 0,0 0 0,-1 0 0,1 0 0,0 1 0,0-1 0,0 0 0,0 1 0,0-1 0,0 1 0,0-1 0,0 1 0,0-1 0,0 1 0,0-1 0,0 1 0,0 0 0,1 0 0,-1 0 0,0 0 0,0 0 0,0 0 0,0 0 0,2 0 0,0 0-10,1-1 0,0 1 0,-1 0 0,1 0 1,-1 1-1,1-1 0,0 1 0,-1-1 0,1 1 1,-1 0-1,0 1 0,1-1 0,-1 1 0,0-1 1,0 1-1,1 0 0,-2 0 0,1 0 0,0 1 0,0-1 1,4 5-1,-4-2-2,0 0 0,0 0 0,-1 1 0,0-1 0,0 0 0,0 1 0,0 0 0,-1-1 0,0 1 0,0 0 0,0 0 0,-1-1 0,0 7 0,0-3-70,-1 0 0,0-1-1,-1 1 1,0 0 0,0-1 0,-1 1 0,0-1 0,-5 10 0,7-14 23,-1 0 1,-1 0 0,1 0 0,0-1-1,-1 1 1,0-1 0,0 1-1,0-1 1,0 0 0,-1 0 0,1 0-1,-1-1 1,1 1 0,-1-1-1,0 0 1,0 0 0,0 0 0,-6 1-1,10-3 28,0 0 0,0 0 0,0 1 0,0-1 0,-1 0 0,1 0 0,0 0 0,0 0 0,0 0 0,0 0 0,-1 0 0,1 0 0,0 0 0,0 0 0,0 0 0,0 0 0,-1 0 0,1 0 0,0 0 0,0 0 0,0 0 0,-1 0 0,1 0 0,0 0 0,0 0 0,0 0 0,0 0 0,-1 0 0,1-1 0,0 1 0,0 0 0,0 0 0,0 0 0,0 0 0,-1 0 0,1 0 0,0-1 0,0 1 0,0 0-1,0 0 1,0 0 0,0 0 0,0-1 0,0 1 0,0 0 0,0 0 0,0 0 0,-1 0 0,1-1 0,0 1 0,0 0 0,0 0 0,0 0 0,0 0 0,0-1 0,1 1 0,-1 0 0,0 0 0,0-1 0,9-14-860,16-14-472,46-19-1333,-55 39 2460,0-2 0,0 0 0,-1 0 1,20-21-1,-34 31 461,1 0 1,-1 0-1,0-1 1,0 1-1,0-1 1,0 1-1,0-1 1,0 1-1,0-1 0,0 1 1,-1-1-1,1 0 1,-1 0-1,1 1 1,-1-1-1,0 0 1,1 0-1,-1 1 1,0-4-1,-1 4-101,1 0 0,-1 0 0,1 0 0,-1 0 0,1 0 0,-1 0 0,0 0-1,1 0 1,-1 0 0,0 1 0,0-1 0,1 0 0,-1 0 0,0 1 0,0-1 0,0 1-1,0-1 1,0 1 0,0-1 0,0 1 0,0 0 0,0-1 0,-2 1 0,1-1-74,-1 1 0,0 0 0,1 0 0,-1 0 0,0 0 0,1 0 1,-1 0-1,1 1 0,-1-1 0,0 1 0,1 0 0,-1 0 0,1 0 0,0 0 0,-1 0 1,1 0-1,0 1 0,0-1 0,-1 1 0,1-1 0,0 1 0,1 0 0,-1 0 0,0 0 1,0 0-1,-1 4 0,1-3-51,0 1 1,0 0 0,0 0-1,1 0 1,-1 0 0,1 0-1,0 0 1,0 0 0,1 0-1,-1 0 1,1 0 0,0 0-1,0 1 1,0-1 0,1 0-1,-1 0 1,1 0 0,0 0-1,1 0 1,-1 0 0,0 0-1,1 0 1,2 4 0,0-4-142,-1 0 1,1 0 0,-1 0 0,1 0-1,0-1 1,0 0 0,1 1-1,-1-2 1,1 1 0,-1 0 0,1-1-1,0 0 1,0 0 0,0 0-1,0-1 1,0 0 0,10 1 0,37 1-6292,-30-3 614</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45.561"/>
    </inkml:context>
    <inkml:brush xml:id="br0">
      <inkml:brushProperty name="width" value="0.035" units="cm"/>
      <inkml:brushProperty name="height" value="0.035" units="cm"/>
    </inkml:brush>
  </inkml:definitions>
  <inkml:trace contextRef="#ctx0" brushRef="#br0">6 0 12011,'0'0'1869,"-1"9"-1506,-2 32-565,1 0 1,3-1-1,6 46 1,-7-84-436,1 1-706</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45.809"/>
    </inkml:context>
    <inkml:brush xml:id="br0">
      <inkml:brushProperty name="width" value="0.035" units="cm"/>
      <inkml:brushProperty name="height" value="0.035" units="cm"/>
    </inkml:brush>
  </inkml:definitions>
  <inkml:trace contextRef="#ctx0" brushRef="#br0">116 0 10090,'0'0'5247,"5"6"-4975,-2-3-262,-1 1-1,0-1 0,1 1 0,-1-1 0,0 1 0,-1 0 0,1 0 0,-1 0 1,1 0-1,-1 0 0,0 0 0,-1 0 0,1 0 0,-1 0 0,0 1 0,0-1 1,0 0-1,0 0 0,-1 0 0,1 0 0,-1 1 0,0-1 0,-1 0 0,1 0 1,-1-1-1,0 1 0,0 0 0,0 0 0,0-1 0,-3 4 0,-1 1-103,0-1 0,0 0 0,-1 0 0,0-1-1,0 0 1,-11 8 0,13-12-518,1 1 1,-1-1-1,0 1 1,0-1-1,0 0 1,0-1-1,-8 2 0,-6-2-4219</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46.509"/>
    </inkml:context>
    <inkml:brush xml:id="br0">
      <inkml:brushProperty name="width" value="0.035" units="cm"/>
      <inkml:brushProperty name="height" value="0.035" units="cm"/>
    </inkml:brush>
  </inkml:definitions>
  <inkml:trace contextRef="#ctx0" brushRef="#br0">32 37 8136,'0'0'4601,"8"-7"-4222,25-19-245,-32 25-133,-1 1 0,1-1 0,0 1 1,-1 0-1,1-1 0,0 1 0,-1 0 0,1 0 0,0 0 0,0-1 1,-1 1-1,1 0 0,0 0 0,0 0 0,0 0 0,-1 0 1,1 0-1,0 0 0,0 1 0,-1-1 0,1 0 0,0 0 1,-1 1-1,1-1 0,0 0 0,-1 1 0,1-1 0,0 0 0,-1 1 1,1-1-1,0 1 0,-1-1 0,1 1 0,-1 0 0,1-1 1,-1 1-1,0 0 0,1-1 0,-1 1 0,0 0 0,1-1 1,-1 1-1,0 0 0,1-1 0,-1 1 0,0 1 0,7 31 20,-6-28-15,-1 0 0,-1 0 0,1 0 0,-1 0 0,0 0 0,0 0 0,0 0 1,-1-1-1,1 1 0,-1 0 0,0-1 0,-1 1 0,1-1 0,-5 6 0,-4 4-92,0-1 0,-25 21 0,10-9-671,26-25 560,4-1 162,1 0 0,0 0 0,-1-1 0,1 1 1,-1-1-1,1 0 0,-1 0 0,0-1 0,0 1 1,7-7-1,36-34-63,-45 39 136,1 0 1,-1-1-1,0 1 0,-1-1 1,1 0-1,-1 0 0,1 1 1,-2-1-1,2-6 0,-2 10 76,1 0-1,-1 0 0,0-1 1,0 1-1,1 0 0,-1 0 1,0-1-1,0 1 0,0 0 1,0 0-1,-1-1 0,1 1 1,0 0-1,0 0 0,-1-1 1,1 1-1,-1 0 0,1 0 1,-1 0-1,1 0 0,-1 0 1,0 0-1,1 0 0,-1 0 1,0 0-1,0 0 0,0 0 1,0 0-1,0 0 0,0 1 1,0-1-1,0 0 0,0 1 1,0-1-1,-1 1 0,1-1 1,0 1-1,0-1 0,-2 1 1,2 0-112,0 1 0,0-1 0,0 0 1,0 1-1,0-1 0,0 1 0,0 0 0,0-1 1,0 1-1,0 0 0,0 0 0,0-1 0,1 1 1,-1 0-1,0 0 0,1 0 0,-1 0 0,0 0 1,1 0-1,-1 0 0,1 0 0,0 0 0,-1 0 1,1 0-1,0 0 0,-1 1 0,1-1 0,0 0 1,0 0-1,0 2 0,-2 42-20,2-38 16,0-1-93,0-1 0,1 1 1,-1-1-1,1 1 0,0-1 0,0 1 0,1-1 1,-1 0-1,1 0 0,0 0 0,5 9 1,-5-12-8,0 1 1,1-1-1,-1 1 1,1-1 0,-1 0-1,1 0 1,0 0-1,-1 0 1,1-1-1,0 1 1,0-1 0,0 0-1,0 1 1,1-1-1,-1-1 1,0 1-1,0 0 1,1-1 0,-1 0-1,6 0 1,9 1-2552,-1-1-1549</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46.879"/>
    </inkml:context>
    <inkml:brush xml:id="br0">
      <inkml:brushProperty name="width" value="0.035" units="cm"/>
      <inkml:brushProperty name="height" value="0.035" units="cm"/>
    </inkml:brush>
  </inkml:definitions>
  <inkml:trace contextRef="#ctx0" brushRef="#br0">7 49 9001,'0'0'2311,"4"-7"-1702,-3 4-566,1 0 1,-1 1 0,1-1 0,-1 1 0,1 0 0,0-1 0,0 1 0,0 0-1,0 0 1,0 0 0,0 0 0,0 1 0,1-1 0,-1 1 0,1-1 0,-1 1-1,1 0 1,0 0 0,0 0 0,-1 0 0,1 0 0,0 1 0,0-1 0,0 1-1,0 0 1,-1 0 0,1 0 0,0 0 0,0 0 0,0 0 0,5 2 0,-6-1-44,0 1 0,-1-1 0,1 0 1,-1 0-1,1 1 0,-1-1 0,1 1 1,-1-1-1,0 1 0,0 0 0,0-1 1,0 1-1,0 0 0,0 0 0,0 0 1,0-1-1,-1 1 0,1 0 0,-1 0 1,0 0-1,1 0 0,-1 0 0,0 0 1,0 0-1,0 0 0,0 0 0,-1 1 1,1-1-1,0-1 0,-1 1 0,0 0 1,1 0-1,-2 2 0,-1 7-1,-1-1 1,1 0-1,-2 0 1,-9 17-1,-36 33 59,18-24-63,34-35 4,-1 0-1,1 0 0,0 0 0,0 0 1,0-1-1,-1 1 0,1-1 1,0 1-1,0-1 0,0 0 1,0 0-1,0 0 0,0 0 0,0 0 1,2 0-1,44 0-40,14-10-1196,-23-4-3023,-19 1 129</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47.145"/>
    </inkml:context>
    <inkml:brush xml:id="br0">
      <inkml:brushProperty name="width" value="0.035" units="cm"/>
      <inkml:brushProperty name="height" value="0.035" units="cm"/>
    </inkml:brush>
  </inkml:definitions>
  <inkml:trace contextRef="#ctx0" brushRef="#br0">32 20 6854,'0'0'6631,"51"-20"-6247,-26 43 97,-3 6-33,0 8-160,-1 4-96,-9 6-95,-9 3-65,-3 3 0,-10 2-32,-16-2 0,-3-3-833,-8-5-1249,-4-9-1474,-3-10-1248</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47.751"/>
    </inkml:context>
    <inkml:brush xml:id="br0">
      <inkml:brushProperty name="width" value="0.035" units="cm"/>
      <inkml:brushProperty name="height" value="0.035" units="cm"/>
    </inkml:brush>
  </inkml:definitions>
  <inkml:trace contextRef="#ctx0" brushRef="#br0">237 65 4004,'0'0'2712,"1"-8"-1880,1 0-512,-2 6-184,1-1 0,0 0 0,-1 1 0,1-1 0,-1 0 0,0 1 0,0-1 0,0 0 0,0 0 0,0 1 0,-1-1 0,0-3 0,0 5-47,1 0 0,-1 0 1,0 0-1,0 0 0,0 1 0,1-1 1,-1 0-1,0 1 0,0-1 0,0 1 1,0-1-1,0 1 0,0-1 0,0 1 1,-1 0-1,1 0 0,0-1 0,0 1 1,0 0-1,0 0 0,0 0 0,0 0 1,0 0-1,-1 0 0,1 0 0,0 1 1,0-1-1,0 0 0,0 1 0,0-1 1,0 1-1,0-1 0,0 1 0,-1 0 1,-37 19 581,24-8-470,1 0 0,1 1 0,0 1 0,1 0 0,0 0-1,1 2 1,1-1 0,0 1 0,1 1 0,-12 31 0,16-33-174,0 0 0,0 1 0,2-1 0,0 1 0,1 0 0,0 0 1,1-1-1,1 1 0,1 0 0,0 0 0,1 0 0,1 0 0,4 16 0,-3-22-34,0 0 0,0-1 0,1 1 0,0-1 0,1 0 0,0-1 0,0 1 0,1-1 0,0 0 0,0-1 0,1 0 0,0 0 0,1 0 0,14 8 0,-12-9-379,-1-1 0,1 0 0,1 0 0,-1-1 1,1 0-1,-1-1 0,21 2 0,29-2-3666</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48.294"/>
    </inkml:context>
    <inkml:brush xml:id="br0">
      <inkml:brushProperty name="width" value="0.035" units="cm"/>
      <inkml:brushProperty name="height" value="0.035" units="cm"/>
    </inkml:brush>
  </inkml:definitions>
  <inkml:trace contextRef="#ctx0" brushRef="#br0">201 9 2659,'0'0'10281,"-8"-2"-10030,8 2-251,-4-2 31,1 1-1,-1 0 1,1 0-1,-1 1 1,1-1-1,-1 1 1,0 0-1,1 0 1,-1 0-1,1 0 1,-1 0-1,0 1 1,1 0-1,-1 0 1,1 0-1,-1 0 1,1 0-1,0 1 1,0-1-1,-6 5 1,-1 0-111,1 1 1,0 1 0,0-1 0,0 1-1,1 1 1,0 0 0,1 0-1,0 1 1,1-1 0,0 2-1,0-1 1,1 0 0,-5 14-1,6-4-3608</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51.075"/>
    </inkml:context>
    <inkml:brush xml:id="br0">
      <inkml:brushProperty name="width" value="0.035" units="cm"/>
      <inkml:brushProperty name="height" value="0.035" units="cm"/>
    </inkml:brush>
  </inkml:definitions>
  <inkml:trace contextRef="#ctx0" brushRef="#br0">1 1 769,'0'0'470,"0"27"-727,49-29-271,-27-4 586</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51.869"/>
    </inkml:context>
    <inkml:brush xml:id="br0">
      <inkml:brushProperty name="width" value="0.035" units="cm"/>
      <inkml:brushProperty name="height" value="0.035" units="cm"/>
    </inkml:brush>
  </inkml:definitions>
  <inkml:trace contextRef="#ctx0" brushRef="#br0">258 0 5573,'-3'7'171,"-232"410"2456,232-411-2612,-13 27 387,16-32-359,0-1 0,0 1 0,0 0 0,0-1 0,0 1 0,0 0 0,0-1 0,0 1 0,0 0 0,0-1 0,1 1 0,-1 0 0,0-1 0,0 1 0,1-1 1,-1 1-1,0-1 0,1 1 0,-1 0 0,1-1 0,-1 0 0,1 1 0,-1-1 0,1 1 0,-1-1 0,1 1 0,-1-1 0,1 0 0,0 0 0,-1 1 0,1-1 0,-1 0 0,1 0 0,0 1 0,-1-1 0,1 0 0,0 0 0,-1 0 0,1 0 0,0 0 0,-1 0 0,1 0 0,0 0 0,-1-1 0,1 1 0,0 0 0,29-3 684,0-1 0,-1-1 0,0-1 0,45-17 0,11-2-502,-41 14-249,0 2 0,1 2 0,62-3 0,-108 10-42,1 0 0,0 0 1,0 0-1,-1 1 0,1-1 1,0 0-1,0 0 0,0 0 1,-1 0-1,1 0 0,0 0 1,0 1-1,0-1 0,0 0 0,-1 0 1,1 0-1,0 1 0,0-1 1,0 0-1,0 0 0,0 0 1,0 1-1,0-1 0,0 0 1,0 0-1,0 1 0,-1-1 1,1 0-1,0 0 0,0 1 1,0-1-1,0 0 0,0 0 0,1 0 1,-1 1-1,0-1 0,0 0 1,0 0-1,0 1 0,0-1 1,0 0-1,0 0 0,0 0 1,0 1-1,1-1 0,-1 0 1,0 0-1,0 0 0,0 0 0,0 1 1,1-1-1,-1 0 0,0 0 1,0 0-1,0 0 0,1 0 1,-1 0-1,0 1 0,0-1 1,1 0-1,-1 0 0,0 0 1,0 0-1,0 0 0,1 0 0,-19 12-3440,-8-6-1817</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52.196"/>
    </inkml:context>
    <inkml:brush xml:id="br0">
      <inkml:brushProperty name="width" value="0.035" units="cm"/>
      <inkml:brushProperty name="height" value="0.035" units="cm"/>
    </inkml:brush>
  </inkml:definitions>
  <inkml:trace contextRef="#ctx0" brushRef="#br0">0 653 7399,'0'0'619,"2"-8"646,1 0-1060,1 0-1,-1 1 0,1-1 1,0 1-1,1 0 0,0 0 0,0 1 1,1-1-1,-1 1 0,1 0 1,0 1-1,1 0 0,0-1 0,8-3 1,296-192 856,-2 1-2635,-115 59-2184,-229 166 176,-7 9 1938</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52.428"/>
    </inkml:context>
    <inkml:brush xml:id="br0">
      <inkml:brushProperty name="width" value="0.035" units="cm"/>
      <inkml:brushProperty name="height" value="0.035" units="cm"/>
    </inkml:brush>
  </inkml:definitions>
  <inkml:trace contextRef="#ctx0" brushRef="#br0">0 561 3523,'0'0'9129,"3"-8"-8259,1 0-746,0 1-1,1 0 1,0 0-1,0 0 1,0 0 0,1 1-1,0 0 1,0 0-1,12-8 1,77-48 247,-62 42-350,249-141-493,-33 20-663,-180 95 255,-16-2-2014</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59.039"/>
    </inkml:context>
    <inkml:brush xml:id="br0">
      <inkml:brushProperty name="width" value="0.035" units="cm"/>
      <inkml:brushProperty name="height" value="0.035" units="cm"/>
    </inkml:brush>
  </inkml:definitions>
  <inkml:trace contextRef="#ctx0" brushRef="#br0">1 81 3844,'0'0'4345,"7"-6"-4019,-2 2-277,0 1 0,1 0 0,-1 0 0,1 0 0,-1 1 0,1-1 1,0 2-1,0-1 0,0 0 0,0 1 0,0 0 0,0 1 0,0-1 0,0 1 0,1 0 1,-1 1-1,0-1 0,0 1 0,8 3 0,670 99 679,9-65-581,-399-38 1039,463-59-1,530-54 1436,-1233 113-2668,105-6-1561,-66-8-2172</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9:15.087"/>
    </inkml:context>
    <inkml:brush xml:id="br0">
      <inkml:brushProperty name="width" value="0.035" units="cm"/>
      <inkml:brushProperty name="height" value="0.035" units="cm"/>
    </inkml:brush>
  </inkml:definitions>
  <inkml:trace contextRef="#ctx0" brushRef="#br0">1 0 0,'0'0'0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9:54.382"/>
    </inkml:context>
    <inkml:brush xml:id="br0">
      <inkml:brushProperty name="width" value="0.035" units="cm"/>
      <inkml:brushProperty name="height" value="0.035" units="cm"/>
    </inkml:brush>
  </inkml:definitions>
  <inkml:trace contextRef="#ctx0" brushRef="#br0">1 3 32,'6'-1'0,"0"0"0,1 1 0,1 0-32,0 0 32,1 3 0,0 0 0,-1-2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9:55.844"/>
    </inkml:context>
    <inkml:brush xml:id="br0">
      <inkml:brushProperty name="width" value="0.035" units="cm"/>
      <inkml:brushProperty name="height" value="0.035" units="cm"/>
    </inkml:brush>
  </inkml:definitions>
  <inkml:trace contextRef="#ctx0" brushRef="#br0">490 131 1089,'0'0'6011,"-5"-7"-5429,4 4-534,-1 1 0,0-1 0,0 1 0,0-1 0,0 1 0,0 0 0,0 0 0,0 0 0,-1 0 0,1 1 0,-1-1 0,1 1 0,-1-1 0,-4-1 0,3 2 4,0 1 0,0-1 0,0 1 1,0 0-1,0 0 0,0 0 1,0 0-1,0 1 0,0-1 1,0 1-1,0 0 0,1 0 1,-7 3-1,-13 5 127,1 1 1,1 1-1,0 1 1,0 1-1,1 1 1,1 1-1,0 0 1,1 1-1,1 1 0,1 1 1,0 0-1,1 1 1,1 1-1,-17 31 1,15-18-122,2 1 0,1 0 0,1 0 0,2 1 0,1 1 0,2-1 0,2 1 0,1 1 0,1 36 0,3-38-21,1-1-1,1 1 0,2-1 0,1 0 1,2 0-1,2 0 0,14 37 0,-17-57 12,0 1 0,1-1-1,1 0 1,1-1 0,-1 1-1,2-2 1,0 1 0,1-1-1,0-1 1,0 0 0,1-1-1,1 0 1,0-1 0,0 0-1,1-1 1,0 0-1,27 9 1,-28-12-10,1 0 0,0-1 1,1-1-1,-1-1 0,1 0 0,-1-1 0,1 0 0,-1-1 0,1-1 0,0 0 1,-1-1-1,1 0 0,-1-2 0,0 1 0,0-2 0,0 0 0,-1 0 1,1-2-1,-2 1 0,1-2 0,-1 1 0,0-2 0,0 0 0,-1 0 0,0-1 1,-1 0-1,10-13 0,0-2 75,-1-2 1,-1 0-1,-1-1 1,-2 0-1,-1-1 1,-1-1-1,-2 0 1,0-1 0,-3 0-1,0-1 1,5-50-1,-9 39-109,-1 0 0,-3 0 0,-1 0 0,-2 0 0,-2 1 0,-2-1 0,-1 1 0,-19-51 0,19 69 8,-1 2 0,-1-1 0,-2 1 0,0 1 0,-1 0-1,-1 1 1,-1 0 0,0 1 0,-2 0 0,0 2-1,-24-19 1,31 28-55,-1 1 0,0 0 0,0 0 0,0 1 0,-1 1 0,0 0 0,0 0 0,-1 2 0,1-1 0,-1 1-1,0 1 1,0 0 0,0 1 0,0 1 0,0 0 0,0 0 0,1 1 0,-1 1 0,0 0 0,0 1 0,1 0 0,-22 9 0,4 2-1847,0 2 0,-31 21 0,11-4-2647</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9:56.672"/>
    </inkml:context>
    <inkml:brush xml:id="br0">
      <inkml:brushProperty name="width" value="0.035" units="cm"/>
      <inkml:brushProperty name="height" value="0.035" units="cm"/>
    </inkml:brush>
  </inkml:definitions>
  <inkml:trace contextRef="#ctx0" brushRef="#br0">511 155 1121,'0'0'2707,"2"-8"-1453,-1 6-1243,1-10 733,1 1 0,-1-1 0,-1 1 1,0-24-1,-1 32-626,0 0 1,-1 1-1,1-1 0,0 0 1,-1 1-1,0-1 1,1 1-1,-1-1 1,0 1-1,0-1 0,0 1 1,-1 0-1,1-1 1,-1 1-1,1 0 0,-1 0 1,0 0-1,0 0 1,1 0-1,-1 1 0,-1-1 1,1 1-1,0-1 1,0 1-1,-1-1 1,1 1-1,0 0 0,-1 0 1,1 1-1,-1-1 1,1 0-1,-5 0 0,-3 1-63,-1 0-1,1 0 1,0 1 0,-1 0-1,1 1 1,0 0-1,0 1 1,0 0-1,0 0 1,0 1-1,1 1 1,0 0-1,0 0 1,0 0-1,0 1 1,1 1-1,-8 7 1,-9 9 101,1 1 0,2 1 0,0 0 0,-18 30 0,19-23-92,2 1 0,1 1 0,1 0 0,2 2 1,1-1-1,2 2 0,2 0 0,1 0 0,2 1 0,-4 57 0,10-69-47,2 0-1,0 0 1,2 1-1,0-1 1,2-1 0,16 51-1,-14-57 10,1-1 1,1 0-1,1 0 0,0 0 0,1-2 1,1 1-1,1-1 0,0-1 0,28 24 1,-29-29 9,1 0 1,0-1 0,0-1-1,1 0 1,0 0 0,1-2-1,-1 0 1,1-1 0,0 0 0,1-1-1,-1-1 1,1 0 0,0-1-1,0-1 1,0 0 0,-1-1-1,1-1 1,0 0 0,0-2-1,0 0 1,29-9 0,-22 4-13,-1-1 0,0-1 1,0-1-1,-1-1 0,-1 0 1,0-2-1,-1 0 0,0-2 1,-1 0-1,-1-1 0,0 0 1,-2-1-1,27-40 0,-27 31-15,-1 0 0,-1-1-1,-1 0 1,-2-1 0,-1 0-1,-1-1 1,-2 0 0,0 0-1,-3 0 1,0-1-1,-2 0 1,-1 1 0,-1-1-1,-7-35 1,5 46-13,-1 0 0,-1 1-1,0-1 1,-2 1 0,0 1 0,-1-1-1,-1 1 1,0 1 0,-2-1 0,0 2-1,-1 0 1,0 0 0,-1 1 0,-1 0-1,-1 1 1,0 1 0,0 0 0,-2 2-1,1-1 1,-1 2 0,-1 0 0,-27-11 0,29 16-19,0 1 1,0 0 0,0 0-1,0 2 1,-1 0 0,1 1-1,-1 1 1,1 0 0,-1 1-1,1 1 1,0 1 0,-31 8-1,22-3-1262,-47 22-1,2 3-3695</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9:18.757"/>
    </inkml:context>
    <inkml:brush xml:id="br0">
      <inkml:brushProperty name="width" value="0.035" units="cm"/>
      <inkml:brushProperty name="height" value="0.035" units="cm"/>
    </inkml:brush>
  </inkml:definitions>
  <inkml:trace contextRef="#ctx0" brushRef="#br0">1996 142 6887,'-9'-6'2348,"-21"-13"-2002,-1 1-1,-1 1 0,-1 2 0,0 1 0,-59-16 1,52 22-346,-2 2 0,1 1 0,-1 2 0,1 3 0,-1 0 0,1 3 0,-1 2 0,1 1 0,0 2 0,1 2 0,0 2 0,0 1 0,-49 26 0,16-3 13,3 4 1,1 3-1,2 3 1,2 3-1,2 3 1,3 2-1,2 3 1,3 3-1,-59 80 1,61-64 1,3 2 0,3 2 0,4 2 0,4 1 1,3 3-1,4 1 0,-38 167 0,52-166-4,4 0 0,4 1 0,4 1 0,4-1 0,4 1 0,4-1 0,3 0 0,4 0 0,5-1 0,3-1 0,4-1 0,3-1 0,4-1 0,58 106 0,-48-114 126,4-2-1,2-3 0,104 117 0,-119-153-12,2-2 1,1-1 0,1-2-1,2-1 1,1-3-1,1-1 1,1-1-1,62 23 1,-27-21 189,0-3 1,1-3-1,1-4 0,0-4 0,1-3 1,1-3-1,119-7 0,-148-4-225,1-2 0,-2-2 0,1-3 0,-2-1 0,0-3 0,0-2 0,-2-2 0,0-3 0,-1-1 0,-2-2 0,-1-2 0,74-62 0,-60 40 142,-3-3 0,-1-3 0,-4-1 0,-1-3 0,-4-2 0,-2-2 0,-3-2 0,37-81-1,-22 17-125,75-275-1,-8-149-40,-67 194-3,-49 280-60,-3 1 0,-12-125 0,4 168-5,-1 0 0,-2 1 0,-1 0 0,-2 1 0,-2 0 0,0 0 0,-3 1 0,0 1 0,-3 1 0,0 1 0,-44-53 0,33 50-1,-2 1 0,-1 2 0,-1 1 1,-1 2-1,-1 1 0,-2 2 0,-1 2 0,0 1 0,-54-20 1,17 15-32,-1 4 1,-1 2-1,-1 4 1,-122-8 0,-326 11-769,382 14 322,49-3-2443,13-6-3038</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9:20.087"/>
    </inkml:context>
    <inkml:brush xml:id="br0">
      <inkml:brushProperty name="width" value="0.035" units="cm"/>
      <inkml:brushProperty name="height" value="0.035" units="cm"/>
    </inkml:brush>
  </inkml:definitions>
  <inkml:trace contextRef="#ctx0" brushRef="#br0">52 402 7207,'0'0'2568,"8"12"-2398,145 190 936,36 50 47,-158-209-1130,-15-21-19,-1 0 1,15 31 0,-39-58 3818,-18-22-2975,-34-52-764,-80-135 0,98 142-63,-3 1 0,-4 3-1,-59-64 1,102 125-26,35 31-14,1-1 1,55 33 0,-72-49 17,0-1 1,0 0 0,0-1-1,1 0 1,0-1 0,-1 0-1,2-1 1,-1 0 0,0-1-1,27 0 1,-37-2 1,-1-1 0,1 0 0,-1 0 0,1 0 0,-1 0 0,1 0 0,-1 0 0,0-1 0,1 1 0,-1-1-1,0 0 1,0 1 0,0-1 0,-1 0 0,1 0 0,0 0 0,-1 0 0,1-1 0,-1 1 0,0 0 0,0-1 0,1 1 0,-2-1 0,1 1 0,0-1 0,0 1 0,0-5 0,2-10 2,0 0 1,-1 0-1,0-18 0,-2 24-6,1-202 26,-3 97-14,2 116-9,0 0 0,0 0 0,0 0 1,0 0-1,0-1 0,0 1 0,0 0 0,0 0 0,0 0 0,1 0 0,-1 0 0,0-1 0,0 1 0,0 0 0,0 0 0,0 0 0,0 0 1,0 0-1,1 0 0,-1 0 0,0 0 0,0 0 0,0-1 0,0 1 0,0 0 0,1 0 0,-1 0 0,0 0 0,0 0 0,0 0 0,0 0 0,1 0 1,-1 0-1,0 0 0,0 0 0,0 0 0,0 0 0,1 0 0,-1 0 0,0 0 0,0 1 0,0-1 0,0 0 0,0 0 0,1 0 0,-1 0 1,0 0-1,0 0 0,0 0 0,0 0 0,0 0 0,0 1 0,0-1 0,1 0 0,-1 0 0,0 0 0,0 0 0,0 0 0,0 1 0,0-1 1,0 0-1,17 16 10,14 20 13,14 20-35,3-2 0,2-2 0,3-2 1,103 75-1,-146-118-325,-1-2 0,1 1 0,0-1 0,16 5 0,-23-9-97,0 0 0,1 0 0,-1 0-1,0-1 1,1 1 0,-1-1 0,0 0 0,1 0 0,-1 0 0,1 0 0,-1-1 0,0 1 0,1-1-1,-1 0 1,0 0 0,0 0 0,1 0 0,-1-1 0,3-1 0,18-21-5513</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9:20.440"/>
    </inkml:context>
    <inkml:brush xml:id="br0">
      <inkml:brushProperty name="width" value="0.035" units="cm"/>
      <inkml:brushProperty name="height" value="0.035" units="cm"/>
    </inkml:brush>
  </inkml:definitions>
  <inkml:trace contextRef="#ctx0" brushRef="#br0">127 154 10826,'-8'-2'379,"2"0"-251,-47-10 2177,51 12-2253,1 0 0,-1 0 0,0 0 0,1 0 0,-1 0 0,0 0 0,1 0 0,-1 0-1,1 1 1,-1-1 0,0 1 0,1-1 0,-1 1 0,1 0 0,-1-1 0,1 1 0,0 0 0,-1 0 0,1 0 0,0 0 0,-1 0 0,1 0-1,0 1 1,0-1 0,0 0 0,0 1 0,0-1 0,0 0 0,1 1 0,-1-1 0,-1 4 0,1 2-47,0 1 1,0 0-1,0 0 1,1 0-1,0 0 1,1 0-1,0 0 1,0 0-1,0-1 1,1 1-1,1 0 1,-1-1-1,1 1 1,0-1-1,1 0 1,0 0-1,0 0 0,0-1 1,1 1-1,0-1 1,0 0-1,1 0 1,-1-1-1,1 0 1,0 0-1,1 0 1,0-1-1,-1 0 1,1 0-1,0 0 1,1-1-1,-1 0 1,1-1-1,-1 1 1,1-2-1,12 3 1,-17-4-6,0 0-1,0 0 1,0-1 0,0 1 0,0-1 0,0 1 0,0-1 0,0 0 0,0 0 0,0-1 0,0 1 0,0 0 0,-1-1-1,1 0 1,-1 0 0,1 1 0,-1-1 0,3-3 0,-1 0 0,0 0 1,-1 0-1,0 0 1,0-1-1,0 1 1,0-1-1,-1 1 1,3-11-1,0-5-7,-1 1 0,-2-1 0,0 1 1,-1-31-1,-1 39 1,-1 1 0,0-1 1,0 1-1,-1 0 0,-1-1 1,0 1-1,-8-18 0,9 25 1,0 0 0,0 0 0,0 0-1,-1 0 1,0 1 0,0-1 0,0 1-1,0 0 1,0 0 0,0 0 0,-1 0 0,0 1-1,1-1 1,-1 1 0,0 0 0,0 0-1,0 1 1,0-1 0,-1 1 0,1 0 0,0 0-1,-9-1 1,5 1-87,1 1-1,-1 0 0,0 1 1,1 0-1,-1 0 0,1 0 1,-1 1-1,1 0 1,0 1-1,0-1 0,0 1 1,0 1-1,0-1 1,1 1-1,-1 0 0,1 1 1,0 0-1,0 0 1,1 0-1,0 0 0,-1 1 1,-4 7-1,10-11-91,-1-1 0,0 0 0,0 0 1,0 1-1,1-1 0,-1 1 0,1-1 0,-1 0 0,1 1 0,0-1 0,-1 1 0,1-1 1,0 1-1,0 1 0,0-2 67,1 0 0,-1-1 0,0 1 0,0-1 1,1 1-1,-1-1 0,0 1 0,1-1 0,-1 1 0,1-1 0,-1 1 1,0-1-1,1 1 0,-1-1 0,1 0 0,-1 1 0,1-1 1,0 0-1,-1 0 0,1 1 0,-1-1 0,1 0 0,0 0 0,-1 0 1,1 0-1,-1 1 0,1-1 0,0 0 0,-1 0 0,1 0 1,-1 0-1,2-1 0,20 1-2408</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9:21.888"/>
    </inkml:context>
    <inkml:brush xml:id="br0">
      <inkml:brushProperty name="width" value="0.035" units="cm"/>
      <inkml:brushProperty name="height" value="0.035" units="cm"/>
    </inkml:brush>
  </inkml:definitions>
  <inkml:trace contextRef="#ctx0" brushRef="#br0">146 0 13773,'-7'8'235,"-9"11"-110,1 1-1,1 0 1,1 1 0,1 1-1,1 0 1,0 0 0,2 1-1,1 0 1,1 1 0,0 0 0,2 0-1,1 1 1,-2 43 0,6-66-125,0 0 0,0-1 1,0 1-1,0 0 1,0 0-1,0 0 1,1 0-1,-1 0 1,0-1-1,1 1 1,0 0-1,-1 0 1,1-1-1,0 1 0,0 0 1,0-1-1,0 1 1,0-1-1,0 1 1,0-1-1,1 0 1,-1 0-1,1 1 1,-1-1-1,1 0 1,-1 0-1,1 0 0,2 1 1,-2-2-1,0 0-1,0 0 1,0 0 0,0 0-1,0 0 1,0 0 0,0-1-1,1 1 1,-1 0 0,0-1-1,0 0 1,0 0 0,-1 0-1,1 1 1,0-2 0,0 1-1,0 0 1,-1 0 0,1 0 0,0-1-1,-1 1 1,1-1 0,-1 0-1,2-2 1,11-16 0,-1 0 0,0-2 0,-2 1 0,-1-1 0,0-1 0,8-34 0,-7 24 0,2 0 0,17-33 0,-29 64 0,0-1 0,0 1 0,0 0-1,0 0 1,1 0 0,-1 0 0,1 0 0,-1 0 0,1 1 0,0-1 0,0 1 0,0-1-1,-1 1 1,2-1 0,-1 1 0,0 0 0,0 0 0,0 0 0,0 0 0,1 0-1,-1 1 1,0-1 0,4 0 0,-3 2 1,0-1-1,0 1 1,0 0-1,1 0 1,-1 0-1,0 0 0,0 0 1,0 1-1,0-1 1,-1 1-1,1 0 1,0 0-1,-1 0 1,5 5-1,8 9 18,-1 2 0,0-1-1,21 40 1,-29-48-2,70 125 456,92 219 1,-166-349-473,4 9 29,-1 0 0,-1 0 0,0 1 0,4 26 0,-8-38-24,1 1 0,-1-1 0,0 1 0,0 0-1,0-1 1,-1 1 0,1-1 0,-1 1 0,1-1-1,-1 1 1,0-1 0,0 1 0,0-1 0,0 0-1,0 1 1,-1-1 0,1 0 0,-1 0 0,1 0-1,-1 0 1,0 0 0,0 0 0,0-1 0,0 1-1,0 0 1,0-1 0,0 0 0,-1 1 0,1-1-1,0 0 1,-1 0 0,-4 1 0,-1 0-8,-1 1-1,0-2 1,0 1 0,-1-1 0,1 0 0,0-1 0,0 0-1,0 0 1,-1-1 0,1 0 0,0-1 0,0 0 0,0-1-1,1 1 1,-1-2 0,0 1 0,1-1 0,0 0-1,0-1 1,-12-9 0,10 5-2,1 1-1,1-1 1,0 0-1,0-1 1,0 0-1,2 0 0,-1-1 1,1 0-1,1 0 1,0-1-1,0 1 1,1-1-1,1 0 1,-5-24-1,6 17 6,0 0 0,1-1 0,1 0-1,1 1 1,1-1 0,1 1-1,0 0 1,1 0 0,10-28 0,7-4 11,54-95 1,-20 42-33,-50 94 19,-1 4 6,-1 0-1,0 0 0,-1 0 0,1 0 0,-1 0 1,-1-1-1,1 1 0,1-11 0,-5 17-5,0-1 0,0 1 1,0-1-1,0 1 0,1 0 0,-1 0 1,0-1-1,0 1 0,0 0 0,0 1 0,0-1 1,0 0-1,1 1 0,-1-1 0,0 1 1,0-1-1,-2 2 0,-3 2-3,0-1 0,1 1 0,-1 1 0,1-1-1,0 1 1,0 0 0,1 1 0,-1-1 0,1 1 0,0 0 0,1 0 0,-1 1-1,1-1 1,1 1 0,-1 0 0,1 0 0,0 0 0,1 1 0,0-1 0,0 1-1,1-1 1,-1 1 0,2 0 0,-1 8 0,1-15 6,0 1-1,0-1 1,1 1-1,-1-1 1,0 1 0,1-1-1,-1 1 1,1-1 0,0 1-1,0-1 1,-1 0-1,1 1 1,0-1 0,0 0-1,0 0 1,0 0 0,0 0-1,0 0 1,1 0-1,-1 0 1,0 0 0,0 0-1,1 0 1,1 0 0,0 0-2,0 0 1,0 0 0,1-1 0,-1 1 0,0-1-1,1 0 1,-1 0 0,1 0 0,-1 0-1,6-2 1,3-1-59,-1 0 0,1-1 0,-1 0 0,0-1-1,14-8 1,-11 4-1058,0 0 0,-1-1 0,21-20 0,-1-7-3106</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9:22.622"/>
    </inkml:context>
    <inkml:brush xml:id="br0">
      <inkml:brushProperty name="width" value="0.035" units="cm"/>
      <inkml:brushProperty name="height" value="0.035" units="cm"/>
    </inkml:brush>
  </inkml:definitions>
  <inkml:trace contextRef="#ctx0" brushRef="#br0">11 401 11499,'0'0'1516,"-3"7"-1404,2-5-108,-1 1-1,1-1 1,1 1 0,-1-1-1,0 0 1,1 1-1,-1-1 1,1 1 0,-1 0-1,1-1 1,0 1-1,0-1 1,1 1 0,-1-1-1,1 4 1,1-1 11,0 0 1,1 0-1,0 0 1,0-1-1,0 1 1,0-1 0,1 1-1,4 3 1,62 73 80,-77-116 726,0 18-801,0 0-1,2-1 1,0 1 0,1-1 0,1 0 0,1 0 0,0 0-1,1-1 1,3-23 0,-2 41-22,0 1 1,0-1-1,0 1 1,0-1-1,0 1 1,0-1-1,1 1 1,-1 0-1,0-1 0,0 1 1,1-1-1,-1 1 1,0 0-1,1-1 1,-1 1-1,0 0 1,1-1-1,-1 1 1,0 0-1,1-1 0,-1 1 1,1 0-1,-1 0 1,1-1-1,-1 1 1,0 0-1,1 0 1,-1 0-1,1 0 0,-1 0 1,1 0-1,-1 0 1,1 0-1,-1 0 1,1 0-1,-1 0 1,1 0-1,-1 0 0,1 0 1,-1 0-1,1 0 1,-1 1-1,1-1 1,-1 0-1,0 0 1,1 0-1,-1 1 1,1-1-1,-1 0 0,0 1 1,1 0-1,21 16-7,-8 0 14,-3-2 15,2 0 0,0-1 1,0-1-1,22 17 1,-33-28-15,0 0 0,1-1 0,-1 1 0,0 0 0,1-1 1,-1 0-1,1 0 0,-1 0 0,1 0 0,0 0 0,-1 0 0,1-1 1,0 1-1,0-1 0,0 0 0,-1 1 0,1-1 0,0-1 0,0 1 0,0 0 1,-1-1-1,1 1 0,0-1 0,0 0 0,-1 0 0,1 0 0,-1 0 1,1-1-1,-1 1 0,1-1 0,-1 1 0,0-1 0,0 0 0,0 0 1,0 0-1,0 0 0,2-3 0,3-5 6,0 0 0,-1-1-1,0 1 1,-1-1 0,0 0 0,-1-1 0,-1 1-1,1-1 1,2-21 0,-2-7 35,0-63 0,-4 103-50,0-1 0,0 1 1,1-1-1,-1 1 0,0 0 0,0-1 0,0 1 0,0-1 0,0 1 0,0-1 1,0 1-1,0-1 0,0 1 0,0-1 0,0 1 0,0-1 0,0 1 0,0-1 0,0 1 1,0-1-1,-1 1 0,1 0 0,0-1 0,0 1 0,0-1 0,-1 1 0,1 0 1,0-1-1,-1 1 0,1-1 0,0 1 0,-1 0 0,1 0 0,0-1 0,-1 1 0,1 0 1,-1 0-1,0-1 0,-4 22-48,5-12 70,1 1 0,1 0 0,-1 0 0,1-1-1,1 1 1,4 11 0,-6-19-17,-1 0 1,1 1 0,0-1-1,0 0 1,0 0-1,0-1 1,0 1-1,0 0 1,0 0 0,0 0-1,1-1 1,-1 1-1,1-1 1,0 1-1,-1-1 1,1 1 0,0-1-1,0 0 1,0 0-1,0 0 1,0 0-1,0 0 1,0 0 0,0-1-1,0 1 1,0-1-1,0 0 1,0 1-1,0-1 1,1 0 0,-1 0-1,0 0 1,0 0-1,0-1 1,3 0-1,-3 0 8,0 0-1,0 0 1,0 0-1,0-1 1,0 1-1,0-1 1,0 0-1,-1 1 1,1-1-1,0 0 1,-1 0-1,0 0 1,1 0-1,1-4 1,15-37 54,-12 28-47,16-43 11,-15 34-14,2 1 1,1 0-1,25-42 0,-34 64-14,-1 0 1,1 0-1,0 0 0,-1 0 0,1 0 0,0 0 0,0 1 1,0-1-1,0 0 0,0 0 0,0 1 0,0-1 0,0 1 0,0-1 1,0 1-1,0-1 0,0 1 0,0 0 0,0-1 0,0 1 0,0 0 1,1 0-1,-1 0 0,0 0 0,0 0 0,0 0 0,0 0 1,0 0-1,0 1 0,1-1 0,-1 0 0,0 1 0,0-1 0,0 1 1,0-1-1,0 1 0,0-1 0,0 1 0,0 0 0,0-1 0,-1 1 1,2 1-1,6 5 12,-1 1 1,0 0 0,0 0-1,5 9 1,6 6 2,-16-21-212,0 1 0,0-1 0,1 1 0,-1-1 0,1 0 1,0 0-1,0 0 0,0-1 0,0 1 0,0 0 0,0-1 0,0 0 1,0 0-1,0 0 0,1 0 0,-1-1 0,0 1 0,1-1 0,-1 0 1,1 0-1,-1 0 0,0 0 0,1-1 0,-1 1 0,0-1 0,1 0 0,-1 0 1,4-1-1,15-16-3349</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9:23.190"/>
    </inkml:context>
    <inkml:brush xml:id="br0">
      <inkml:brushProperty name="width" value="0.035" units="cm"/>
      <inkml:brushProperty name="height" value="0.035" units="cm"/>
    </inkml:brush>
  </inkml:definitions>
  <inkml:trace contextRef="#ctx0" brushRef="#br0">216 614 6854,'0'0'945,"-7"0"32,-2 0-732,1 1 0,-1 1 1,1 0-1,-1 0 0,1 0 0,0 1 0,0 1 0,0-1 0,0 1 0,1 0 0,0 1 0,0 0 1,-10 8-1,9-6-66,0 0-1,0 0 1,0 1 0,1-1 0,0 2 0,1-1 0,0 1 0,0 0 0,1 0 0,0 1 0,-5 14 0,9-22-178,1 0-1,-1 0 1,1 0 0,-1 1 0,1-1 0,0 0-1,0 0 1,0 1 0,0-1 0,0 0-1,0 1 1,1-1 0,-1 0 0,1 0 0,1 4-1,-1-4-2,0-1-1,0 0 1,0 0-1,0 0 0,0 0 1,0 0-1,0 0 0,0 0 1,0 0-1,0-1 1,0 1-1,1 0 0,-1-1 1,0 1-1,1 0 0,-1-1 1,0 0-1,1 1 1,1-1-1,1 0 3,0 1 0,-1-2 0,1 1 1,0 0-1,0-1 0,0 1 0,-1-1 0,1 0 0,0-1 0,-1 1 1,1 0-1,-1-1 0,1 0 0,-1 0 0,0 0 0,0 0 0,4-4 1,2-4-7,0 0 0,0-1 0,11-18 0,21-26-8,-37 54 16,-1 0 0,1 0 0,-1 0 0,1 0 1,0 1-1,-1 0 0,1 0 0,0 0 0,-1 0 0,1 0 0,-1 1 0,1-1 0,5 3 0,13 0 76,-17-4-40,1 1 0,-1 0 0,0-1-1,1 0 1,-1 0 0,0-1 0,0 0 0,0 1 0,0-2 0,0 1 0,-1-1 0,1 1-1,-1-1 1,1 0 0,4-5 0,-2 1-10,-1 0 0,1 0 1,-1-1-1,-1 0 0,0 0 0,0-1 0,7-16 1,-3 3-6,-2-2 0,0 1 0,-2 0 0,0-1 0,-2 0 0,0-25 0,-2 14-25,-2-1-1,-2 1 1,-11-59 0,10 76 4,-1 0 0,0 0 0,-2 0 1,0 0-1,-1 1 0,0 0 0,-1 1 0,-18-24 1,26 39 22,0 0 0,0-1 0,0 1 0,0 0 1,0 0-1,0 0 0,0 0 0,0 1 0,0-1 1,0 0-1,0 0 0,-1 1 0,1-1 0,0 0 1,0 1-1,-1-1 0,-1 1 0,3 0 1,-1 0 0,1 0 1,-1 0-1,0 1 0,1-1 0,-1 0 0,1 0 0,-1 1 1,1-1-1,-1 1 0,1-1 0,-1 0 0,1 1 0,0-1 0,-1 1 1,1-1-1,-1 1 0,1-1 0,0 1 0,0-1 0,-1 1 0,1-1 1,0 1-1,0-1 0,0 1 0,-1 0 0,-4 49 443,7-21-338,1 0 1,1 1 0,2-1-1,0-1 1,2 1-1,1-1 1,2-1 0,21 41-1,19 25-922,65 88 0,-52-86-3039,-41-60-5534</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9:24.010"/>
    </inkml:context>
    <inkml:brush xml:id="br0">
      <inkml:brushProperty name="width" value="0.035" units="cm"/>
      <inkml:brushProperty name="height" value="0.035" units="cm"/>
    </inkml:brush>
  </inkml:definitions>
  <inkml:trace contextRef="#ctx0" brushRef="#br0">0 471 13164,'0'0'-629,"8"-5"372,3-2 256,-1-1 0,0-1 0,-1 0 0,0 0 0,0 0 0,-1-1 0,0-1 1,-1 0-1,0 0 0,9-20 0,-7 9 17,0-2 0,-1 1 0,-2-1 0,0 0 0,-2 0 0,0 0 0,-2-1 0,-1 1 0,-1-1 0,-3-26 0,3 48 27,0 1 0,0-1 0,-1 0 0,0 1 0,1-1 0,-1 1 0,0-1 0,0 1 0,0 0 0,-1-1 0,1 1 0,-1 0 0,1 0 0,-1 0 0,0 0 0,1 0 0,-1 0 0,0 0 0,0 1 0,-3-3 0,3 4-7,1-1 0,-1 1 0,0 0 0,1-1 0,-1 1 0,0 0 0,1 0 0,-1 0 0,1 0 0,-1 0 0,0 1 0,1-1 0,-1 0 0,1 1 1,-1-1-1,1 1 0,-1 0 0,1 0 0,-1-1 0,1 1 0,0 0 0,-1 0 0,1 0 0,0 0 0,0 0 0,-1 1 0,1-1 0,0 0 0,0 0 0,1 1 0,-1-1 0,-1 4 0,-6 7 3,1 1 0,1 0 0,0 0-1,1 0 1,1 1 0,0 0-1,0 0 1,2 0 0,0 1-1,0-1 1,1 20 0,1-28-22,0 0 0,0 0 0,1-1 0,0 1 0,0 0 0,0 0 0,1-1 0,0 1 0,0 0 0,0-1 0,1 0 0,-1 0 0,1 1 1,1-2-1,-1 1 0,1 0 0,0-1 0,0 1 0,0-1 0,0 0 0,1-1 0,0 1 0,0-1 0,0 0 0,0 0 0,0 0 0,0-1 0,1 0 0,-1 0 0,7 2 0,12 0 65,0-1 0,0 0 0,0-2-1,33-3 1,22-4-1083,-5-4-4167,-41 5-1398</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9:24.149"/>
    </inkml:context>
    <inkml:brush xml:id="br0">
      <inkml:brushProperty name="width" value="0.035" units="cm"/>
      <inkml:brushProperty name="height" value="0.035" units="cm"/>
    </inkml:brush>
  </inkml:definitions>
  <inkml:trace contextRef="#ctx0" brushRef="#br0">50 512 12075,'0'0'0,"-31"-67"641,20 20 672,5-6-320,4-4-737,2-1-63,0 1-129,8 6-64,-1 8 0,1 12-32,-5 4-1218,-3 6-3650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9:24.321"/>
    </inkml:context>
    <inkml:brush xml:id="br0">
      <inkml:brushProperty name="width" value="0.035" units="cm"/>
      <inkml:brushProperty name="height" value="0.035" units="cm"/>
    </inkml:brush>
  </inkml:definitions>
  <inkml:trace contextRef="#ctx0" brushRef="#br0">0 0 12204,'0'0'352,"30"51"-320,1-31-96,8 1-96,7-5 160,0-4 32,1-7 32,-3-5-128,-4-12-513,-6-18-2658,-10-11-1025</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9:24.761"/>
    </inkml:context>
    <inkml:brush xml:id="br0">
      <inkml:brushProperty name="width" value="0.035" units="cm"/>
      <inkml:brushProperty name="height" value="0.035" units="cm"/>
    </inkml:brush>
  </inkml:definitions>
  <inkml:trace contextRef="#ctx0" brushRef="#br0">0 180 11915,'0'0'716,"8"8"-487,54 53 419,84 63 0,32 29 954,-151-127-1442,-1 1 1,-1 2-1,-2 0 0,22 36 1,-33-41-167,-52-88 49,-6-33-52,5-2-1,3-1 1,-33-145 0,66 227 20,3 9 1,-1-1-1,1 0 0,0 1 0,1-1 0,0 0 1,1 0-1,1-13 0,-1 23-10,0-1 0,0 0 0,1 1 0,-1-1-1,0 1 1,1-1 0,-1 0 0,0 1 0,1-1 0,-1 1 0,0-1-1,1 1 1,-1-1 0,1 1 0,-1-1 0,1 1 0,0 0 0,-1-1-1,1 1 1,-1 0 0,1-1 0,0 1 0,-1 0 0,1 0 0,0 0-1,-1-1 1,1 1 0,0 0 0,-1 0 0,1 0 0,0 0 0,-1 0 0,1 0-1,0 0 1,-1 1 0,1-1 0,0 0 0,-1 0 0,1 0 0,-1 1-1,1-1 1,0 0 0,-1 1 0,1-1 0,-1 0 0,1 1 0,0 0-1,27 19 18,-22-14-93,-1 1 1,-1-1-1,1 1 1,-1 1-1,0-1 1,-1 0-1,1 1 1,-1 0-1,-1 0 1,2 8-1,-1 3-342,0 1 0,-1 0 0,-2 20 0,-6-45-4911,-1-13 1229</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9:25.026"/>
    </inkml:context>
    <inkml:brush xml:id="br0">
      <inkml:brushProperty name="width" value="0.035" units="cm"/>
      <inkml:brushProperty name="height" value="0.035" units="cm"/>
    </inkml:brush>
  </inkml:definitions>
  <inkml:trace contextRef="#ctx0" brushRef="#br0">0 298 13164,'0'0'-250,"9"2"282,5 2 26,1 1 1,-1 0-1,22 12 1,-30-14-43,-1-1 1,0 1-1,0 0 1,0 0-1,-1 1 0,1 0 1,-1 0-1,0 0 1,0 0-1,0 0 0,0 1 1,-1 0-1,0 0 1,5 8-1,-29-31 513,11 4-539,1 0 1,0-1 0,1 0-1,0-1 1,1 0-1,1 0 1,1 0 0,0-1-1,1 1 1,1-1 0,0 0-1,1 0 1,1 0 0,1-1-1,2-20 1,-2 34-18,1-1-1,0 1 1,0-1-1,0 1 1,0 0-1,1-1 1,0 1-1,0 0 1,0 0-1,0 0 1,1 0-1,-1 0 1,1 1-1,0-1 1,0 1-1,0 0 1,6-5-1,27-9-3689,-9 10-1007</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9:25.857"/>
    </inkml:context>
    <inkml:brush xml:id="br0">
      <inkml:brushProperty name="width" value="0.035" units="cm"/>
      <inkml:brushProperty name="height" value="0.035" units="cm"/>
    </inkml:brush>
  </inkml:definitions>
  <inkml:trace contextRef="#ctx0" brushRef="#br0">102 720 9865,'0'0'1522,"0"-11"-1405,1-22-32,0-80 223,-1 105-189,-1-1 0,0 1 0,0 0 0,-1-1 0,0 1 1,0 0-1,-1 0 0,0 0 0,-1 0 0,-6-11 0,9 17-80,0 1 1,0-1-1,0 1 0,0-1 1,-1 1-1,1 0 0,0 0 1,0 0-1,-1 0 0,1 0 1,-1 0-1,1 0 0,-1 0 1,1 0-1,-1 1 0,0-1 1,1 1-1,-1-1 0,0 1 1,1 0-1,-1-1 0,0 1 1,1 0-1,-1 0 0,0 0 1,0 0-1,1 1 0,-1-1 1,0 0-1,1 1 0,-1-1 1,0 1-1,1 0 0,-1-1 1,1 1-1,-1 0 0,1 0 1,-1 0-1,1 0 0,0 0 1,-1 0-1,1 1 0,0-1 1,0 0-1,0 1 0,0-1 0,0 1 1,0-1-1,0 1 0,1-1 1,-1 1-1,0-1 0,1 1 1,-1 0-1,1-1 0,0 1 1,0 0-1,-1 0 0,1 3 1,1 1-6,0 1 1,0-1-1,0 1 1,1-1 0,-1 0-1,2 1 1,-1-1-1,1 0 1,0 0 0,0-1-1,0 1 1,1-1-1,0 1 1,0-1-1,0 0 1,1 0 0,0-1-1,9 8 1,-10-9-33,1 0 0,-1 0 0,1 0-1,-1 0 1,1-1 0,0 0 0,0 0 0,0 0 0,0 0 0,1-1 0,-1 0 0,0 0 0,1-1-1,-1 1 1,0-1 0,1 0 0,-1 0 0,1-1 0,-1 0 0,0 0 0,0 0 0,1-1 0,-1 1-1,5-4 1,-5 2-2,0 0 0,-1-1-1,1 1 1,-1-1 0,0-1-1,0 1 1,0 0-1,-1-1 1,0 0 0,1 0-1,-2 0 1,1 0 0,2-8-1,24-76 29,-25 75-24,10-48-27,-9 36 23,1 1 1,1-1-1,18-39 1,-24 63-1,-1 0-1,1 0 1,0 0 0,0 1 0,0-1-1,1 0 1,-1 1 0,0-1 0,1 0 0,-1 1-1,1 0 1,-1-1 0,1 1 0,0 0-1,-1 0 1,1 0 0,0 0 0,0 0 0,3-1-1,-4 2 0,1 0 0,0 0 0,-1 0-1,1 0 1,-1 1 0,1-1 0,0 0-1,-1 1 1,1-1 0,-1 1 0,1 0 0,-1-1-1,0 1 1,1 0 0,-1 0 0,0 0-1,1 0 1,-1 0 0,1 2 0,3 2-9,0 1 0,0 0 0,-1 0 0,0 0 0,-1 0 0,1 1 0,-1 0 0,0-1 1,2 10-1,-1 24-52,-4-34 64,0 0 0,1 1 0,-1-1-1,1 0 1,1 0 0,-1 1 0,1-1 0,0 0 0,3 6 0,9-39-71,20-100 86,13-40 35,-46 164-48,0 0 0,0 0 0,1 1 0,-1-1 0,0 0 0,1 1 0,0-1 0,-1 1 0,1 0-1,0-1 1,0 1 0,1 0 0,-1 0 0,0 0 0,1 1 0,-1-1 0,1 0 0,-1 1 0,1 0 0,0 0 0,0-1 0,-1 2 0,1-1 0,0 0 0,0 0 0,0 1 0,4 0 0,-4 0-1,1 0 1,-1 1 0,1 0 0,-1 0 0,0 0-1,1 0 1,-1 0 0,0 1 0,0 0-1,0-1 1,0 1 0,0 0 0,0 1-1,0-1 1,-1 0 0,1 1 0,-1-1 0,0 1-1,0 0 1,0 0 0,0 0 0,3 5-1,0 5-5,1 1-1,-2-1 0,1 1 1,-2 0-1,0 0 0,-1 0 1,0 1-1,-1-1 0,-1 0 1,0 1-1,-4 26 0,4-40 1,0 0 0,0 1 0,0-1-1,-1 0 1,1 0 0,0 1-1,-1-1 1,1 0 0,-1 0 0,0 0-1,1 0 1,-1 0 0,0 0 0,1 0-1,-1 0 1,0 0 0,0 0-1,0 0 1,0 0 0,0 0 0,0-1-1,0 1 1,0 0 0,-2 0 0,2-1 2,0 0 1,0 0 0,0 0 0,0-1 0,1 1 0,-1 0-1,0 0 1,0-1 0,0 1 0,1 0 0,-1-1 0,0 1-1,1-1 1,-1 1 0,0-1 0,1 0 0,-1 1 0,0-1-1,1 1 1,-1-1 0,1 0 0,-1 0 0,1 1 0,0-1-1,-1 0 1,1 0 0,0 1 0,-1-1 0,1 0 0,0 0 0,0 0-1,0 0 1,0 1 0,0-1 0,0-1 0,-2-12-3,0 0-1,1 0 1,1 0 0,0 0 0,1 0 0,1 0 0,0 1 0,1-1 0,0 0 0,1 1 0,10-23-1,-11 30 6,0 0 0,0 0 0,1 1 0,-1-1 0,1 1 0,0 0 0,1 0 0,-1 1 0,1-1 0,0 1-1,0 0 1,0 0 0,1 0 0,-1 1 0,1 0 0,0 0 0,0 1 0,0-1 0,0 1 0,1 1 0,-1-1 0,0 1-1,1 0 1,-1 0 0,1 1 0,11 1 0,-15-1-13,1 0-1,-1 1 1,0 0 0,0 0-1,0 0 1,0 0 0,-1 0-1,1 1 1,0-1 0,0 1 0,-1 0-1,1 0 1,2 2 0,12 20-4779,-16-17-746</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9:26.015"/>
    </inkml:context>
    <inkml:brush xml:id="br0">
      <inkml:brushProperty name="width" value="0.035" units="cm"/>
      <inkml:brushProperty name="height" value="0.035" units="cm"/>
    </inkml:brush>
  </inkml:definitions>
  <inkml:trace contextRef="#ctx0" brushRef="#br0">0 1 13293,'0'0'32</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9:26.672"/>
    </inkml:context>
    <inkml:brush xml:id="br0">
      <inkml:brushProperty name="width" value="0.035" units="cm"/>
      <inkml:brushProperty name="height" value="0.035" units="cm"/>
    </inkml:brush>
  </inkml:definitions>
  <inkml:trace contextRef="#ctx0" brushRef="#br0">124 369 11627,'0'0'256,"0"9"-154,-1-5-130,0 7 136,0-1 0,1 0 1,0 0-1,3 20 0,-2-28-99,-1 1-1,0-1 0,1 0 1,0 0-1,-1 0 1,1 1-1,0-1 0,0 0 1,0 0-1,0 0 0,1-1 1,-1 1-1,0 0 1,1 0-1,0-1 0,-1 1 1,1-1-1,0 1 0,-1-1 1,1 0-1,0 1 1,0-1-1,0 0 0,0 0 1,1-1-1,-1 1 0,0 0 1,0-1-1,0 1 1,1-1-1,-1 0 0,3 0 1,-2 0-6,-1-1 0,0 0 0,1 0 0,-1 0 0,0 0 0,0 0 0,0-1 0,0 1 1,0-1-1,0 1 0,0-1 0,0 0 0,-1 1 0,1-1 0,-1 0 0,1 0 0,-1 0 0,0 0 1,0-1-1,0 1 0,0 0 0,0-1 0,0 1 0,0 0 0,0-5 0,2-5 12,0 1-1,-1-1 1,2-24 0,-4 33-13,1 0 0,-1 0 0,0 1 0,0-1 0,0 0 1,0 0-1,-1 0 0,1 0 0,-1 1 0,1-1 0,-1 0 0,0 0 1,0 1-1,0-1 0,0 1 0,-1-1 0,1 1 0,-1-1 1,0 1-1,1 0 0,-1 0 0,0 0 0,0 0 0,-1 0 1,1 0-1,0 0 0,-1 1 0,1-1 0,0 1 0,-1 0 1,0 0-1,1 0 0,-1 0 0,0 0 0,0 0 0,1 1 1,-1-1-1,0 1 0,0 0 0,0 0 0,-3 0 0,-2 0 3,0 0 0,0 0 0,0 1 0,-1 0-1,1 0 1,0 1 0,0 0 0,1 0 0,-1 1 0,0 0-1,1 0 1,-1 1 0,1 0 0,0 0 0,1 1 0,-1 0-1,1 0 1,0 1 0,0-1 0,-7 10 0,47-42 183,-9 9-131,-2-3-21,7-6-13,1 1 0,36-24 0,-57 44-14,-1 0 1,1 1 0,1 0-1,-1 1 1,1 0-1,0 0 1,0 1 0,0 1-1,0 0 1,0 0 0,0 1-1,14 0 1,-21 2-4,-1-1-1,0 0 1,0 1 0,0 0-1,0 0 1,0 0 0,0 0-1,0 0 1,0 0 0,0 1-1,0 0 1,-1-1 0,1 1 0,0 0-1,-1 0 1,0 1 0,0-1-1,1 0 1,-1 1 0,0-1-1,-1 1 1,1 0 0,0-1 0,-1 1-1,0 0 1,0 0 0,1 0-1,-2 0 1,2 5 0,-3-8 1,0-1-1,0 1 1,1 0 0,-1-1 0,0 1 0,0 0 0,0-1 0,0 1-1,1-1 1,-1 1 0,0-1 0,0 1 0,1-1 0,-1 0 0,1 1-1,-1-1 1,0 0 0,1 0 0,-1 1 0,0-2 0,-3-10 56,0 1-1,1-1 1,0 1 0,1-1-1,0 0 1,1 0 0,0 0 0,1 0-1,0 0 1,1 0 0,3-16 0,-3 26-20,-1 0 1,1-1 0,0 1-1,1 0 1,-1 0 0,0-1 0,1 1-1,-1 0 1,1 0 0,-1 1-1,1-1 1,0 0 0,0 0 0,0 1-1,0-1 1,0 1 0,0 0 0,3-2-1,1 1-14,0-1 0,1 1-1,-1 0 1,1 1 0,-1 0-1,12-1 1,4 1-34,-1 1-1,1 2 0,27 4 0,-7 3-2,33 3-1783,-49-11-3963</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9:30.456"/>
    </inkml:context>
    <inkml:brush xml:id="br0">
      <inkml:brushProperty name="width" value="0.035" units="cm"/>
      <inkml:brushProperty name="height" value="0.035" units="cm"/>
    </inkml:brush>
  </inkml:definitions>
  <inkml:trace contextRef="#ctx0" brushRef="#br0">5 318 64,'-2'-38'2004,"1"28"-904,0-1 0,1 0 0,0 1 0,0-1 1,1 0-1,1 0 0,4-16 0,-5 26-1059,-1-1 0,1 1 0,0 0-1,0 0 1,0 0 0,0 0 0,0 0 0,1 0 0,-1 0 0,0 0-1,0 0 1,1 1 0,-1-1 0,0 0 0,1 1 0,-1-1 0,1 1-1,-1 0 1,1-1 0,-1 1 0,1 0 0,-1 0 0,1 0 0,-1 0-1,1 0 1,-1 0 0,1 1 0,-1-1 0,0 0 0,1 1 0,2 0-1,3 1-35,0 0-1,0 1 0,0 0 1,13 8-1,-6-3 1,1 1 0,-2 0-1,1 1 1,-1 1 0,-1 0 0,0 1-1,0 0 1,15 23 0,-27-35-1,-1-1 0,1 1 0,0 0 1,-1 0-1,1 0 0,0 0 0,-1 0 0,1 0 0,0 0 0,-1 0 1,1 0-1,-1 0 0,1 0 0,0 0 0,-1 0 0,1 0 1,-1 0-1,1 0 0,0 0 0,-1 0 0,1 0 0,0 1 0,-1-1 1,1 0-1,0 0 0,-1 1 0,1-1 0,0 0 0,-1 0 0,1 1 1,0-1-1,0 0 0,-1 0 0,1 1 0,0-1 0,0 0 1,0 1-1,0-1 0,-1 1 0,1-1 0,0 0 0,0 1 0,0-1 1,0 0-1,0 1 0,0-1 0,0 1 0,0-1 0,0 0 1,0 1-1,0-1 0,0 1 0,0-1 0,0 0 0,0 1 0,1-1 1,-1 0-1,0 1 0,0-1 0,1 1 0,-31-18 101,20 6-59,0 0 1,1-1 0,0 0-1,1 0 1,1-1 0,0 0 0,0 0-1,1-1 1,1 0 0,1 0-1,0-1 1,0 1 0,2-1 0,0 1-1,-1-20 1,3 31-280,1 0-1,-1 0 1,0-1 0,1 1-1,0 0 1,-1 0 0,1 0-1,1 0 1,-1 0 0,0 1-1,1-1 1,-1 0 0,1 0-1,0 1 1,0-1 0,4-3 0,6-8-4695</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9:30.955"/>
    </inkml:context>
    <inkml:brush xml:id="br0">
      <inkml:brushProperty name="width" value="0.035" units="cm"/>
      <inkml:brushProperty name="height" value="0.035" units="cm"/>
    </inkml:brush>
  </inkml:definitions>
  <inkml:trace contextRef="#ctx0" brushRef="#br0">68 233 4132,'0'0'7837,"5"-9"-7426,23-30 93,23-38-159,-49 74-335,-1 0 1,1-1-1,-1 1 1,0-1 0,0 1-1,-1-1 1,1 0 0,-1 1-1,1-1 1,-1 0 0,0 1-1,-1-1 1,1 0 0,-1 1-1,1-1 1,-1 1 0,0-1-1,-2-4 1,2 6 36,-1 0 1,1-1-1,-1 1 1,1 0-1,-1 0 1,0 0-1,1 0 0,-1 0 1,0 0-1,-1 1 1,1-1-1,0 0 1,0 1-1,-1 0 1,1 0-1,0 0 0,-1 0 1,1 0-1,-1 0 1,0 0-1,1 1 1,-1-1-1,0 1 1,1 0-1,-4 0 1,2 0-16,0 0 1,0 0 0,0 1-1,0-1 1,0 1 0,0 0-1,0 0 1,0 1 0,1-1-1,-1 1 1,0 0 0,1 0-1,-1 0 1,1 0 0,0 1-1,0-1 1,0 1 0,0 0-1,0 0 1,0 0 0,1 0-1,-1 0 1,1 1 0,0-1-1,0 1 1,0 0 0,1-1-1,-1 1 1,1 0 0,0 0-1,0 0 1,0 0 0,1 0-1,-1 0 1,1 0 0,0 0 0,0 0-1,1 0 1,-1 0 0,1 0-1,0 0 1,0 0 0,0 0-1,0 0 1,1-1 0,-1 1-1,1 0 1,0-1 0,0 1-1,1-1 1,-1 0 0,1 0-1,-1 0 1,1 0 0,0 0-1,0 0 1,6 3 0,2-1 4,0 0 1,0 0-1,0-2 1,0 1-1,0-1 1,1-1-1,0 0 1,-1-1-1,1 0 1,0-1-1,22-1 1,-24 0-168,1 0 1,0-1 0,-1 0-1,1-1 1,-1 0-1,0 0 1,0-1 0,0 0-1,0-1 1,-1 0 0,1-1-1,-2 0 1,10-8-1,17-28-5619</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00.813"/>
    </inkml:context>
    <inkml:brush xml:id="br0">
      <inkml:brushProperty name="width" value="0.035" units="cm"/>
      <inkml:brushProperty name="height" value="0.035" units="cm"/>
    </inkml:brush>
  </inkml:definitions>
  <inkml:trace contextRef="#ctx0" brushRef="#br0">593 10 3011,'1'0'63,"-1"-1"0,0 1 0,0 0 0,0 0 0,0-1 0,0 1 0,0 0 0,0 0 0,0-1 0,0 1 1,0 0-1,0 0 0,0-1 0,0 1 0,0 0 0,0 0 0,0-1 0,0 1 0,0 0 0,0 0 0,0-1 0,0 1 0,0 0 0,-1 0 0,1-1 0,0 1 1,0 0-1,0 0 0,0 0 0,0-1 0,-1 1 0,1 0 0,0 0 0,0 0 0,-1 0 0,1 0 0,0-1 0,0 1 0,0 0 0,-1 0 0,1 0 0,0 0 1,0 0-1,-1 0 0,1 0 0,0 0 0,0 0 0,-1 0 0,1 0 0,0 0 0,0 0 0,-1 0 0,1 0 0,0 0 0,0 0 0,-1 0 0,1 0 0,-21 14 803,-21 28-686,41-42-105,-229 288 1036,76-88-1144,123-164 71,17-21-23,0 1-1,0 0 0,2 1 1,0 1-1,1 0 0,-13 30 1,23-44-11,0 1 1,0-1-1,0 1 0,0-1 1,1 1-1,0-1 0,0 1 1,0-1-1,1 1 1,-1 0-1,1-1 0,0 0 1,0 1-1,1-1 0,-1 0 1,4 6-1,2 4 53,2 0-1,0 0 1,13 15 0,0-1 21,536 833 4261,-250-369-3292,-86-128-646,-169-264-252,70 184 1,-121-276-137,18 36 39,-20-43-49,0 0-1,1 0 1,-1-1 0,1 1-1,-1 0 1,1 0-1,-1-1 1,1 1-1,0-1 1,-1 1 0,1 0-1,0-1 1,-1 1-1,1-1 1,0 1-1,0-1 1,-1 0 0,1 1-1,0-1 1,0 0-1,0 1 1,0-1 0,0 0-1,-1 0 1,1 0-1,0 0 1,0 0-1,0 0 1,0 0 0,0 0-1,0 0 1,0-1-1,-1 1 1,1 0 0,0 0-1,0-1 1,0 1-1,0-1 1,-1 1-1,1 0 1,0-1 0,-1 0-1,1 1 1,0-1-1,-1 1 1,2-2-1,13-15 40,0-2 0,-1 1 0,21-40 0,-3 6 79,389-518 1123,-416 564-1258,18-20-1017,38-58-1,-32 27-2422</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02.184"/>
    </inkml:context>
    <inkml:brush xml:id="br0">
      <inkml:brushProperty name="width" value="0.035" units="cm"/>
      <inkml:brushProperty name="height" value="0.035" units="cm"/>
    </inkml:brush>
  </inkml:definitions>
  <inkml:trace contextRef="#ctx0" brushRef="#br0">167 437 8712,'11'3'85,"1"0"-1,0 0 0,-1 1 1,0 0-1,0 1 0,0 0 1,-1 1-1,1 0 0,13 11 1,-2-2 43,-8-7-109,6 4 28,36 28-1,-52-37-32,-1-1 0,0 1 0,0 0 0,0 0 0,0 0 0,0 1-1,-1-1 1,1 0 0,-1 1 0,0 0 0,0 0 0,0-1 0,-1 1 0,1 0 0,-1 0 0,0 0 0,1 9 0,-3-12 50,1 0 0,-1 0 1,1 1-1,-1-1 0,0 0 1,0 0-1,0 0 0,0 0 1,0-1-1,0 1 0,0 0 1,0 0-1,0 0 0,0-1 0,0 1 1,0-1-1,0 1 0,-1-1 1,1 1-1,0-1 0,0 0 1,-1 1-1,1-1 0,-2 0 1,-39 5 469,38-4-530,-39 2-27,0-1 1,-47-5-1,77 2 37,0 0 0,0-1 0,1-1 1,-1 0-1,0-1 0,1 0 0,0-1 0,0 0 0,0-1 0,0-1 0,-13-9 0,22 13 65,0 1 0,0-1 0,1 0 0,-1 0 0,1 0 0,0 0 0,0 0 0,0 0 0,0-1 0,0 1 0,1-1 0,-1 1 1,1-1-1,0 0 0,0 1 0,0-6 0,1 2-25,-1 0 0,2 0 1,-1 0-1,1 0 1,0 0-1,0 0 0,1 0 1,3-8-1,6-10-12,1 0-1,0 1 1,26-35-1,-30 46 37,13-18-64,1 0 1,1 1-1,2 2 0,1 0 0,1 2 1,1 0-1,36-23 0,-39 32-1870,2 2-1,54-24 0,-53 29-2318</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02.389"/>
    </inkml:context>
    <inkml:brush xml:id="br0">
      <inkml:brushProperty name="width" value="0.035" units="cm"/>
      <inkml:brushProperty name="height" value="0.035" units="cm"/>
    </inkml:brush>
  </inkml:definitions>
  <inkml:trace contextRef="#ctx0" brushRef="#br0">1 1 10442,'0'0'1730,"57"50"-1538,-33-31-96,0 4 0,2 1-96,0-1 32,-2 3-32,-2-3-32,-2-4-64,-5-3-513,-2-7-2434,-7-9-1025</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02.654"/>
    </inkml:context>
    <inkml:brush xml:id="br0">
      <inkml:brushProperty name="width" value="0.035" units="cm"/>
      <inkml:brushProperty name="height" value="0.035" units="cm"/>
    </inkml:brush>
  </inkml:definitions>
  <inkml:trace contextRef="#ctx0" brushRef="#br0">36 70 10186,'0'0'448,"-5"-9"-234,-25-51 2401,59 79-1606,-21-12-1244,68 51 787,-71-54-1112,1-1 0,0 0 0,0 0 0,0-1 0,0 1 0,12 2 0,-8-5-5633</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03.225"/>
    </inkml:context>
    <inkml:brush xml:id="br0">
      <inkml:brushProperty name="width" value="0.035" units="cm"/>
      <inkml:brushProperty name="height" value="0.035" units="cm"/>
    </inkml:brush>
  </inkml:definitions>
  <inkml:trace contextRef="#ctx0" brushRef="#br0">151 482 13357,'0'0'443,"6"-8"213,-5 5-636,1 1 0,0-1-1,-1 0 1,1 1 0,0 0 0,0-1-1,1 1 1,-1 0 0,0 0-1,1 0 1,-1 0 0,1 1 0,0-1-1,-1 1 1,1-1 0,0 1-1,0 0 1,0 0 0,0 1 0,0-1-1,0 0 1,0 1 0,0 0-1,0 0 1,0 0 0,0 0 0,1 0-1,-1 0 1,0 1 0,0 0-1,0-1 1,0 1 0,0 0 0,-1 1-1,1-1 1,0 0 0,0 1-1,3 2 1,-1-1-14,0 1 0,0-1 1,-1 1-1,1 0 0,-1 0 0,1 1 0,-1-1 1,-1 1-1,1 0 0,-1 0 0,0 0 0,0 0 1,0 1-1,-1-1 0,1 1 0,-1 0 0,-1 0 1,1 0-1,-1-1 0,0 1 0,-1 0 0,1 1 0,-1-1 1,0 0-1,-1 0 0,1 0 0,-1 0 0,0 0 1,-1 0-1,0-1 0,0 1 0,0 0 0,0-1 1,-1 1-1,0-1 0,0 0 0,0 0 0,-1 0 1,0 0-1,0-1 0,0 1 0,0-1 0,-1 0 1,0 0-1,0-1 0,0 1 0,0-1 0,0 0 0,-8 2 1,5-1-8,-1 0 0,0-1 1,0 0-1,0-1 0,0 0 0,-1 0 1,1-1-1,-1 0 0,1-1 1,-1 0-1,1 0 0,-1-1 1,-13-3-1,18 3-3,0-1 1,-1 0-1,1 0 1,0 0-1,0-1 0,0 0 1,1 0-1,-1 0 1,1 0-1,-1-1 0,1 0 1,0 1-1,0-2 1,1 1-1,-1 0 0,1-1 1,0 0-1,0 1 1,1-1-1,-1 0 0,1 0 1,0-1-1,-2-10 1,1 2 23,1-1 0,1 0 0,1 0 0,0 1 1,0-1-1,2 0 0,0 0 0,0 1 0,2-1 1,-1 1-1,2 0 0,0 0 0,1 0 1,0 1-1,16-25 0,9-9 67,3 1 0,66-71 0,-97 114-90,4-5-291,19-21 716,33-27 1,-11 21-1577,-41 31 206,1 1-1,-1 0 1,1 0-1,-1 0 1,9-1 0,-10 3-5288</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03.444"/>
    </inkml:context>
    <inkml:brush xml:id="br0">
      <inkml:brushProperty name="width" value="0.035" units="cm"/>
      <inkml:brushProperty name="height" value="0.035" units="cm"/>
    </inkml:brush>
  </inkml:definitions>
  <inkml:trace contextRef="#ctx0" brushRef="#br0">1 1 13997,'0'0'0,"61"28"32,-38-7 64,0 1-96,-2 4 32,-2-3 0,-2 0-32,-1-2-192,-3-2-1249,-5-7-1666,-3-6-2114</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03.759"/>
    </inkml:context>
    <inkml:brush xml:id="br0">
      <inkml:brushProperty name="width" value="0.035" units="cm"/>
      <inkml:brushProperty name="height" value="0.035" units="cm"/>
    </inkml:brush>
  </inkml:definitions>
  <inkml:trace contextRef="#ctx0" brushRef="#br0">1 125 14253,'0'-11'219,"0"4"-254,2-53 611,-2 58-551,1 0 1,-1 0-1,0 0 1,1-1-1,-1 1 1,1 0-1,0 0 1,0 0-1,0 0 0,0 0 1,0 0-1,0 0 1,1 1-1,-1-1 1,0 0-1,1 0 1,-1 1-1,1-1 1,0 1-1,0 0 0,0-1 1,-1 1-1,1 0 1,0 0-1,0 0 1,3 0-1,-4 1-24,0 0 0,1 0 0,-1 0 0,0 0 0,1 1 0,-1-1 0,0 0 0,0 1 0,1-1 0,-1 1 0,0-1 0,0 1 0,0 0 0,0 0 0,1-1 0,-1 1 0,0 0 0,0 0 0,-1 0 0,1 0 0,0 0 0,0 0 0,0 0 0,-1 0 0,1 1-1,-1-1 1,1 0 0,-1 0 0,1 2 0,14 44-21,-12-37 11,13 73 32,-15-65-123,2-1 1,0 1-1,1-1 1,1 0-1,1 0 0,0 0 1,17 31-1,-22-47 97,-1 0 0,1 0 1,0-1-1,-1 1 0,1 0 0,0 0 0,0-1 0,0 1 0,-1-1 0,1 1 1,0-1-1,0 1 0,0-1 0,0 1 0,0-1 0,0 0 0,0 0 1,0 1-1,0-1 0,0 0 0,0 0 0,0 0 0,0 0 0,0 0 0,1 0 1,-1 0-1,0-1 0,0 1 0,0 0 0,0-1 0,0 1 0,0 0 1,-1-1-1,1 1 0,0-1 0,0 0 0,0 1 0,0-1 0,0 0 0,0-1 1,34-36 107,-28 30-93,30-36-154,3 2-1,50-43 1,-67 65-3024,-11 4-3074</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04.287"/>
    </inkml:context>
    <inkml:brush xml:id="br0">
      <inkml:brushProperty name="width" value="0.035" units="cm"/>
      <inkml:brushProperty name="height" value="0.035" units="cm"/>
    </inkml:brush>
  </inkml:definitions>
  <inkml:trace contextRef="#ctx0" brushRef="#br0">146 513 14638,'0'0'197,"5"-9"172,-3 6-350,-1 0 0,1 0 1,0 0-1,0 0 1,1 0-1,-1 0 0,0 0 1,1 1-1,0-1 0,0 1 1,-1 0-1,1 0 1,1 0-1,-1 0 0,0 1 1,0-1-1,1 1 0,-1-1 1,1 1-1,-1 1 0,1-1 1,-1 0-1,1 1 1,-1-1-1,1 1 0,0 0 1,-1 1-1,1-1 0,0 1 1,-1-1-1,1 1 1,-1 0-1,1 0 0,5 3 1,-2-1-18,1 1 0,-1 0 1,1 1-1,-1 0 0,-1 0 0,1 0 1,-1 1-1,1 0 0,-2 0 1,1 0-1,-1 1 0,0 0 0,0 0 1,-1 0-1,0 0 0,0 1 1,-1 0-1,0 0 0,3 9 0,-5-11 3,1 0-1,-1 1 0,0-1 0,0 0 1,-1 0-1,0 0 0,0 1 0,0-1 1,-1 0-1,0 0 0,0 0 0,-1 1 1,0-1-1,0-1 0,0 1 0,0 0 0,-1 0 1,0-1-1,0 0 0,-1 1 0,0-1 1,0-1-1,0 1 0,0 0 0,-1-1 1,-6 6-1,1-4-7,0 1 0,0-1 0,0-1-1,-1 0 1,0 0 0,0-1 0,0-1 0,0 0 0,-1 0 0,1-1 0,-1-1 0,0 1 0,1-2-1,-1 0 1,-13-2 0,18 1-6,1 0-1,-1 0 0,1-1 0,0 0 1,0 0-1,0-1 0,0 0 1,0 0-1,1 0 0,-1-1 1,1 1-1,0-2 0,0 1 0,0 0 1,1-1-1,-1 0 0,1 0 1,0 0-1,1 0 0,-1-1 0,1 0 1,0 1-1,0-1 0,1 0 1,0-1-1,0 1 0,0 0 1,-1-10-1,1-5 26,1-1 1,0 1-1,2 0 1,0-1-1,2 1 1,0 0-1,1 0 1,1 0-1,1 1 1,1 0-1,1 0 1,13-24-1,2 0 7,2 1 1,2 1-1,2 2 0,39-43 1,-55 69-65,0 1 1,0 0-1,2 1 0,-1 0 1,2 2-1,15-10 0,26-5-3731,-34 18-1038</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04.487"/>
    </inkml:context>
    <inkml:brush xml:id="br0">
      <inkml:brushProperty name="width" value="0.035" units="cm"/>
      <inkml:brushProperty name="height" value="0.035" units="cm"/>
    </inkml:brush>
  </inkml:definitions>
  <inkml:trace contextRef="#ctx0" brushRef="#br0">1 0 11275,'0'0'352,"60"62"-64,-30-35 545,1 3-705,-1-1-64,0-2-64,-3 0 0,-5-6 0,-5-4-128,-4-11-2787,-8-6-576</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04.799"/>
    </inkml:context>
    <inkml:brush xml:id="br0">
      <inkml:brushProperty name="width" value="0.035" units="cm"/>
      <inkml:brushProperty name="height" value="0.035" units="cm"/>
    </inkml:brush>
  </inkml:definitions>
  <inkml:trace contextRef="#ctx0" brushRef="#br0">0 180 11915,'1'-11'395,"0"-1"-41,0-1 0,1 0-1,1 1 1,7-21 0,-9 29-277,1 1 1,-1 0 0,1 0-1,0-1 1,0 1 0,0 0 0,0 1-1,0-1 1,1 0 0,-1 1 0,5-4-1,-5 5-68,-1 0 0,1 0 0,0 0 1,0 0-1,0 1 0,0-1 0,0 1 0,0 0 0,0-1 0,0 1 0,0 0 0,0 0 0,0 0 0,0 0 0,0 0 0,0 1 0,0-1 0,0 1 0,0-1 1,0 1-1,-1 0 0,5 1 0,-3 0-5,0 1-1,-1-1 1,1 1 0,0-1 0,-1 1 0,1 0 0,-1 0 0,0 0-1,0 0 1,0 0 0,0 0 0,0 1 0,-1-1 0,0 1 0,0-1-1,2 7 1,10 63 43,-13-69-47,2 11-16,-1 3-128,1-1-1,1 0 0,0 1 0,2-1 0,11 29 0,-15-43 122,1 1 0,0-1 0,0 0 0,0 1 0,1-1 0,-1 0 0,1-1 0,-1 1 0,1 0 0,0-1 0,0 1 0,0-1 0,1 0 0,-1 0 0,1 0 0,-1-1 0,1 1 0,-1-1 0,1 0 0,0 0 0,-1 0 0,1 0 0,0-1 0,0 1 0,0-1 0,0 0 0,0 0 0,-1-1 0,1 1 0,0-1 0,0 0 0,6-2 0,0 0 19,1-1 1,-1 0 0,0-1 0,0 0 0,-1-1 0,0 0-1,17-14 1,58-60-623,-73 68 397,115-133-3647,-66 60 1607</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05.206"/>
    </inkml:context>
    <inkml:brush xml:id="br0">
      <inkml:brushProperty name="width" value="0.035" units="cm"/>
      <inkml:brushProperty name="height" value="0.035" units="cm"/>
    </inkml:brush>
  </inkml:definitions>
  <inkml:trace contextRef="#ctx0" brushRef="#br0">171 514 14382,'9'-5'1057,"2"-1"-1014,0 1 1,1 0 0,0 1 0,0 1 0,0-1-1,0 2 1,16-2 0,-23 3-48,0 1 0,0 0 0,0 0-1,0 0 1,1 1 0,-2-1 0,1 1 0,0 1 0,0-1 0,0 1-1,0-1 1,-1 1 0,1 0 0,-1 1 0,1-1 0,-1 1 0,0 0-1,0 0 1,0 1 0,-1-1 0,1 1 0,-1-1 0,5 7 0,-6-7 1,0 1 1,0-1-1,0 0 1,-1 1-1,1-1 1,-1 1 0,0 0-1,0 0 1,0-1-1,0 1 1,-1 0-1,0 0 1,0 0 0,0 0-1,0-1 1,0 1-1,-1 0 1,0 4-1,-1-3-2,0 0-1,-1 1 0,1-1 0,-1 0 0,0 0 0,0-1 1,0 1-1,-1-1 0,0 0 0,0 1 0,-5 3 0,-3 2-5,-2-1-1,1 0 1,-1 0-1,-1-2 1,1 0-1,-1 0 1,-24 6-1,26-9 16,0-1 0,0 0 0,0-1-1,0-1 1,-1 0 0,1-1-1,0 0 1,-1-1 0,-15-3 0,24 3-2,1 0 0,-1 0 1,1-1-1,-1 0 1,1 0-1,-1 0 0,1 0 1,0-1-1,0 0 1,0 0-1,1 0 0,-1 0 1,1 0-1,-1-1 1,1 1-1,0-1 0,1 0 1,-1 0-1,1 0 1,-1-1-1,1 1 0,0 0 1,1-1-1,-1 1 1,1-1-1,0 0 0,0 1 1,0-9-1,0 1 35,1 1-1,1-1 0,0 0 1,0 0-1,1 0 1,1 1-1,0-1 1,0 1-1,1 0 0,1 0 1,0 0-1,0 1 1,12-17-1,9-10 112,2 1 0,40-39-1,-48 53-112,43-40-70,89-68 1,-68 61-2780,-49 39-2647</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05.543"/>
    </inkml:context>
    <inkml:brush xml:id="br0">
      <inkml:brushProperty name="width" value="0.035" units="cm"/>
      <inkml:brushProperty name="height" value="0.035" units="cm"/>
    </inkml:brush>
  </inkml:definitions>
  <inkml:trace contextRef="#ctx0" brushRef="#br0">1 92 13933,'4'-8'240,"-4"6"-237,6-8 103,-1 0 0,1 0-1,12-16 1,-16 24-95,-1 0 0,0 0 1,0 1-1,1-1 1,-1 0-1,1 1 0,0-1 1,-1 1-1,1 0 1,0 0-1,0-1 0,0 1 1,0 0-1,0 0 1,0 1-1,0-1 0,0 0 1,0 1-1,0-1 1,0 1-1,1 0 0,-1 0 1,0 0-1,0 0 1,0 0-1,1 0 0,-1 0 1,0 1-1,0-1 1,0 1-1,4 1 0,-5-1-10,1 1 0,0-1 0,-1 1 0,0 0 0,1-1 0,-1 1-1,0 0 1,0 0 0,0 0 0,0 0 0,0 0 0,0 0 0,-1 0-1,1 0 1,0 0 0,-1 0 0,1 4 0,0 43-10,-1-39 8,-1 40 7,0-20-14,4 51-1,-3-80 2,0 0 1,0 0-1,0 0 0,0 0 1,1 0-1,-1-1 0,0 1 1,0 0-1,1 0 0,-1 0 1,0-1-1,1 1 0,-1 0 1,1 0-1,-1-1 0,1 1 1,-1-1-1,1 1 0,0 0 1,-1-1-1,1 1 0,0-1 1,-1 1-1,1-1 0,0 1 1,0-1-1,-1 0 0,1 1 0,0-1 1,0 0-1,0 0 0,-1 0 1,1 1-1,0-1 0,0 0 1,0 0-1,0 0 0,0 0 1,-1 0-1,1-1 0,0 1 1,0 0-1,0 0 0,0-1 1,-1 1-1,1 0 0,0-1 1,0 1-1,-1 0 0,1-1 1,1 0-1,36-27 71,-18 10-186,13-11-517,-1-2 0,36-45 0,-46 42-4086</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05.855"/>
    </inkml:context>
    <inkml:brush xml:id="br0">
      <inkml:brushProperty name="width" value="0.035" units="cm"/>
      <inkml:brushProperty name="height" value="0.035" units="cm"/>
    </inkml:brush>
  </inkml:definitions>
  <inkml:trace contextRef="#ctx0" brushRef="#br0">3 138 2691,'0'0'9539,"-1"-7"-7537,1 6-1977,-2-35 303,2 36-324,0-1 0,0 0 0,0 0 0,0 1 0,0-1 0,1 0 0,-1 1 0,0-1 0,0 0 0,1 0 0,-1 1 0,0-1 0,1 0 0,-1 1 0,0-1 0,1 1 0,-1-1 0,1 0 0,-1 1 0,1-1 0,0 1 0,-1-1 0,1 1 0,-1 0 0,1-1 0,0 1 0,-1 0 0,1-1 0,0 1 0,0 0 0,-1 0 1,1 0-1,0-1 0,0 1 0,-1 0 0,1 0 0,0 0 0,0 0 0,-1 0 0,1 0 0,0 1 0,-1-1 0,1 0 0,0 0 0,0 0 0,-1 1 0,1-1 0,0 0 0,-1 1 0,1-1 0,0 1 0,0 0 0,1 1-2,0 0 0,1 0 0,-1 0-1,-1 0 1,1 1 0,0-1 0,0 1 0,-1-1 0,0 1 0,1 0-1,-1 0 1,0-1 0,0 1 0,-1 0 0,2 4 0,7 49 32,-8-52-34,1 52 11,-2-43-8,0 0-1,0 0 1,2 0 0,0-1-1,4 17 1,-6-29-6,0 1 1,1-1 0,-1 1 0,0 0-1,1-1 1,-1 1 0,1-1 0,-1 1-1,1-1 1,-1 1 0,1-1 0,-1 0-1,1 1 1,-1-1 0,1 1 0,0-1-1,-1 0 1,1 0 0,-1 1-1,1-1 1,0 0 0,-1 0 0,1 0-1,0 0 1,-1 0 0,1 0 0,0 0-1,-1 0 1,1 0 0,0 0 0,-1 0-1,1 0 1,0 0 0,-1 0-1,1-1 1,0 1 0,-1 0 0,1-1-1,0 1 1,-1 0 0,1-1 0,-1 1-1,1-1 1,-1 1 0,1-1 0,-1 1-1,1-1 1,-1 0 0,29-26 26,-27 25-23,71-74 36,-39 42-459,-1-1 1,49-69 0,-48 46-4699</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06.713"/>
    </inkml:context>
    <inkml:brush xml:id="br0">
      <inkml:brushProperty name="width" value="0.035" units="cm"/>
      <inkml:brushProperty name="height" value="0.035" units="cm"/>
    </inkml:brush>
  </inkml:definitions>
  <inkml:trace contextRef="#ctx0" brushRef="#br0">0 301 6983,'0'0'3592,"12"-10"-3405,307-225 1212,-309 228-1361,0 0-1,1 1 1,0 0 0,0 1 0,0 0-1,1 1 1,-1 0 0,1 1 0,0 0-1,0 1 1,1 0 0,-1 1 0,0 0 0,0 1-1,1 1 1,-1 0 0,0 0 0,0 1-1,0 1 1,0 0 0,0 1 0,0 0-1,-1 1 1,0 0 0,0 0 0,19 14-1,33 25 590,-3 3 1,69 67-1,98 124-54,-158-164-508,148 158-34,349 383 728,-489-527-628,-4 5-1,-4 2 0,-4 3 0,57 119 1,-118-210-114,0 1 0,-1-1 0,-1 1 1,1 0-1,-1 0 0,-1 0 0,1 0 1,0 16-1,-3-19 3,1 0-1,-1 0 1,0 0-1,0 0 1,-1 0 0,1 0-1,-1 0 1,0 0 0,0-1-1,-1 1 1,1-1 0,-1 0-1,0 1 1,-1-1 0,-3 4-1,-37 33 162,-2-1 0,-86 55-1,63-46-161,63-45-38,-43 32-519,-62 33 0,27-31-3150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07.883"/>
    </inkml:context>
    <inkml:brush xml:id="br0">
      <inkml:brushProperty name="width" value="0.035" units="cm"/>
      <inkml:brushProperty name="height" value="0.035" units="cm"/>
    </inkml:brush>
  </inkml:definitions>
  <inkml:trace contextRef="#ctx0" brushRef="#br0">200 251 8360,'0'0'155,"0"9"-11,0-2-108,1 0-1,0 1 1,0-1 0,1 0-1,0 0 1,0 0 0,1 0-1,0 0 1,0 0 0,1-1 0,-1 1-1,1-1 1,1 0 0,-1 0-1,6 5 1,24 27 336,2-1-1,2-1 1,0-3-1,63 42 1,-96-72 2167,-8-6-1044,-23-18-675,-39-30-1094,-26-16 227,7 5 97,-92-52 1,137 99 492,24 17-288,15-2-252,0 1 0,0 0-1,0-1 1,0 1 0,-1 0 0,1-1-1,0 1 1,0 0 0,1-1 0,-1 1-1,0 0 1,0 0 0,0-1 0,0 1-1,0 0 1,1-1 0,-1 1 0,0-1-1,1 1 1,-1 0 0,0-1 0,1 1-1,-1-1 1,1 1 0,0 0 0,4 4 7,-1 1 1,2-2-1,-1 1 0,0 0 1,1-1-1,0 0 1,0-1-1,0 1 0,0-1 1,1 0-1,-1-1 1,1 1-1,-1-1 0,10 1 1,-6 0-4,0-1 0,1-1 1,-1 0-1,1 0 1,-1-1-1,1 0 0,0-1 1,-1 0-1,11-3 0,-16 3 4,0-1-1,0 0 0,-1 0 1,1-1-1,-1 1 0,1-1 1,-1 0-1,0 0 0,0 0 1,0-1-1,-1 1 0,1-1 1,-1 0-1,4-5 0,-2 0 1,0 0 1,-1 0-1,0 0 0,0 0 0,-1 0 1,4-19-1,-2-2-16,-2-1 0,-1 1 0,-4-53 0,-2 60-8,3 11 56,17 19-4,8 6-189,1 0 0,0-2 0,0-1 1,1-1-1,1-1 0,-1-2 0,1 0 0,1-2 0,-1-1 0,0-1 0,30-2 0,-51 0-471,-1 0 1,0-1-1,1 0 0,-1 0 0,0 0 0,0-1 1,0 1-1,0-1 0,0-1 0,0 1 1,0-1-1,-1 1 0,6-6 0,10-8-3943</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08.456"/>
    </inkml:context>
    <inkml:brush xml:id="br0">
      <inkml:brushProperty name="width" value="0.035" units="cm"/>
      <inkml:brushProperty name="height" value="0.035" units="cm"/>
    </inkml:brush>
  </inkml:definitions>
  <inkml:trace contextRef="#ctx0" brushRef="#br0">143 445 4644,'0'0'4714,"-8"-4"-2829,-25-6-471,32 10-1366,1 0 0,-1 0 0,0 0 0,1 0 0,-1 1 0,0-1 0,1 0-1,-1 1 1,0-1 0,1 0 0,-1 1 0,1-1 0,-1 1 0,0-1 0,1 1-1,0-1 1,-1 1 0,1-1 0,-1 1 0,1 0 0,-1-1 0,1 1 0,0 0 0,0-1-1,-1 1 1,1 0 0,0-1 0,0 1 0,0 0 0,0-1 0,0 1 0,0 0 0,0 0-1,0-1 1,0 1 0,0 0 0,0 1 0,3 27 609,-2-26-634,1 1-1,0-1 1,0 0-1,0 1 0,0-1 1,1 0-1,-1 0 1,1-1-1,-1 1 0,1 0 1,0-1-1,0 0 1,1 1-1,-1-1 1,0-1-1,1 1 0,-1 0 1,1-1-1,-1 0 1,1 1-1,0-2 0,-1 1 1,1 0-1,0-1 1,0 1-1,0-1 1,4-1-1,-5 1-13,0 0 1,1 0-1,-1 0 1,0-1-1,1 1 0,-1-1 1,0 0-1,0 0 1,1-1-1,-1 1 1,0 0-1,0-1 0,0 0 1,-1 0-1,1 0 1,0 0-1,-1 0 0,1 0 1,-1-1-1,0 1 1,0-1-1,0 0 0,0 0 1,0 0-1,-1 0 1,1 0-1,-1 0 1,1 0-1,-1 0 0,0 0 1,0-4-1,0 2-13,-1 1-1,1 0 1,-1-1 0,0 1-1,0 0 1,-1-1 0,1 1-1,-1 0 1,0-1 0,0 1-1,0 0 1,-1 0-1,1 0 1,-1 0 0,0 0-1,0 0 1,-1 1 0,1-1-1,-4-3 1,3 4-35,0 1 1,0 0-1,0 0 1,0 0-1,0 0 0,0 1 1,-1-1-1,1 1 1,-1 0-1,1 0 1,-1 0-1,1 0 0,-1 1 1,1-1-1,-1 1 1,0 0-1,1 0 1,-1 0-1,0 1 0,1-1 1,-1 1-1,1 0 1,-1 0-1,-3 2 1,-7 2-213,1 1 1,0 1-1,1 1 1,-1-1-1,1 2 1,1 0 0,0 0-1,0 1 1,1 0-1,-12 15 1,18-13-3316,14-15 1601,16-15 460,-6-3 1044,0-2 1,17-25-1,-24 29 1112,0 2-1,1 0 0,1 0 0,1 2 0,22-19 1,-30 29-402,0 1 0,0-1 0,1 2 0,-1-1 0,1 1 0,0 0 1,0 1-1,0 0 0,0 0 0,1 1 0,-1 0 0,0 1 0,0 0 0,1 1 1,-1-1-1,0 2 0,17 3 0,-24-4-240,-1 0 0,1-1 1,-1 1-1,0 0 0,1 0 1,-1 0-1,0 0 0,0 0 0,1 0 1,-1 0-1,0 0 0,0 0 0,0 0 1,0 1-1,-1-1 0,1 0 0,1 3 1,-2-3 15,0-1 0,0 1 0,0 0 0,0 0 0,0-1 0,0 1 0,0 0 0,0 0 0,0-1 0,0 1 0,0 0 0,-1 0 0,1-1 0,0 1 0,0 0 0,-1-1 0,1 1 0,-1 0 1,1-1-1,0 1 0,-1 0 0,1-1 0,-1 1 0,-1 0 0,1 0-4,-1 0 0,1 0 1,-1 0-1,0 0 0,1-1 0,-1 1 1,0-1-1,1 1 0,-1-1 0,0 1 1,0-1-1,0 0 0,1 0 0,-1 0 1,0 0-1,0 0 0,0 0 0,0-1 1,1 1-1,-1-1 0,0 1 1,0-1-1,1 0 0,-1 1 0,0-1 1,1 0-1,-1 0 0,1 0 0,-2-2 1,-2-1-22,1-1 0,0 0 0,0-1 0,0 1 0,1-1 0,0 0 0,0 0 0,0 0 0,1 0 1,0 0-1,0 0 0,0-1 0,1 1 0,0-1 0,0 1 0,1-10 0,-1 3-548,1 0-1,1 1 0,0-1 0,1 1 1,0-1-1,1 1 0,7-21 0,6-1-3145</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08.818"/>
    </inkml:context>
    <inkml:brush xml:id="br0">
      <inkml:brushProperty name="width" value="0.035" units="cm"/>
      <inkml:brushProperty name="height" value="0.035" units="cm"/>
    </inkml:brush>
  </inkml:definitions>
  <inkml:trace contextRef="#ctx0" brushRef="#br0">211 251 9545,'0'0'1628,"0"-9"-1596,0-7-22,1 4-7,-1 1-1,0-1 1,-1 0-1,-5-23 1,6 32-5,-1 0 1,0 1-1,0-1 0,0 0 1,0 1-1,0-1 0,0 1 0,-1 0 1,1-1-1,-1 1 0,0 0 1,0 0-1,0 0 0,0 0 0,0 0 1,0 0-1,0 1 0,-1-1 1,1 1-1,-1 0 0,1-1 1,-1 1-1,1 0 0,-1 0 0,0 1 1,1-1-1,-1 0 0,-5 1 1,2-1 98,0 2 0,0-1 1,0 1-1,0-1 1,0 2-1,0-1 0,0 1 1,1 0-1,-1 0 0,1 0 1,-1 1-1,1 0 1,0 0-1,0 0 0,0 0 1,0 1-1,1 0 1,-1 0-1,1 1 0,0-1 1,0 1-1,1 0 1,-1 0-1,1 0 0,0 0 1,1 0-1,-1 1 0,1-1 1,0 1-1,0 0 1,1 0-1,0-1 0,0 1 1,0 0-1,1 0 1,0 9-1,0-13-81,1 1-1,-1-1 1,1 0 0,-1 0-1,1 0 1,0 0 0,0 1-1,0-1 1,0-1 0,1 1-1,-1 0 1,0 0 0,1 0-1,0-1 1,-1 1 0,1 0-1,0-1 1,0 0 0,3 3-1,0-2 1,1 1-1,-1-1 1,0 0-1,1-1 0,-1 0 1,1 1-1,-1-2 1,7 1-1,0 0 11,-1-1-1,0 0 1,1-1-1,-1-1 1,0 0-1,0 0 1,21-8 0,-15 1-230,0 0 0,0-2 0,-1 1 0,-1-2 0,28-26 0,-20 14-1498,0-2-1,29-42 0,-8 1-2247</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09.473"/>
    </inkml:context>
    <inkml:brush xml:id="br0">
      <inkml:brushProperty name="width" value="0.035" units="cm"/>
      <inkml:brushProperty name="height" value="0.035" units="cm"/>
    </inkml:brush>
  </inkml:definitions>
  <inkml:trace contextRef="#ctx0" brushRef="#br0">143 235 12524,'-8'0'427,"3"0"-317,1 0-1,-1 1 1,0-1 0,1 1-1,-1 0 1,0 0 0,1 0-1,-1 0 1,1 1 0,0 0-1,-1 0 1,1 0-1,0 0 1,0 1 0,0 0-1,1 0 1,-1 0 0,1 0-1,-1 0 1,1 1 0,0-1-1,0 1 1,-2 5 0,-1 1 7,0 0-1,1 0 1,-6 20 0,9-27-99,1 1 0,0 0 0,0 0 0,0 0 1,1 0-1,-1 0 0,1 0 0,0 0 0,0 0 0,0 0 0,1 0 0,-1 0 0,3 8 0,-3-12-15,1 1 1,-1-1-1,1 1 0,0-1 0,-1 1 0,1-1 0,-1 1 0,1-1 0,0 0 0,-1 1 0,1-1 0,0 0 0,0 0 0,-1 1 0,1-1 0,0 0 0,-1 0 1,1 0-1,0 0 0,0 0 0,-1 0 0,1 0 0,0 0 0,0 0 0,-1 0 0,1-1 0,0 1 0,0 0 0,-1 0 0,1-1 0,0 1 0,-1 0 0,1-1 1,-1 1-1,1-1 0,0 1 0,-1-1 0,1 1 0,-1-1 0,1 1 0,-1-1 0,1 0 0,24-24 106,-9 4-80,1 1 1,1 1-1,36-30 1,-45 42-24,0 1 1,0 1-1,0-1 1,1 1-1,0 1 1,0 0-1,0 1 1,1 0-1,-1 0 1,1 1 0,0 0-1,11 0 1,-5 2-5,-1 1 0,1 1 1,-1 0-1,0 1 1,0 1-1,0 0 1,0 1-1,-1 1 1,1 0-1,-1 2 1,-1-1-1,0 2 1,0 0-1,21 17 1,-20-13-9,0 0 0,-1 1 1,-1 1-1,0 0 0,-1 1 0,0 0 0,-2 1 1,0 0-1,-1 1 0,0 0 0,11 36 0,-18-49 8,-1 0-1,0 0 0,1 0 1,-2 0-1,1 0 0,0 0 1,-1 0-1,0 0 0,0 0 1,-1 0-1,0 0 0,0 0 0,0 0 1,0 0-1,-1 0 0,1 0 1,-1 0-1,0-1 0,-5 8 1,2-7 6,0 0 0,0 0 0,-1-1 0,1 0 0,-1 0 0,0 0 0,0-1 0,-1 1 0,1-2 0,0 1 0,-1-1 0,0 0 0,-11 2 0,4 0-7,0-1-1,0-1 1,0 0-1,0-1 1,-1-1 0,1 0-1,-1 0 1,-16-4-1,25 2-6,1 1 0,-1-1 0,1 0 0,0 0 0,-1-1 0,1 0 0,0 1 0,0-2 0,1 1 0,-1-1 0,1 1 0,0-1 0,-1 0 0,2-1 0,-1 1 0,0-1 0,1 0 0,0 1 0,0-1 0,1-1 0,-1 1 0,1 0 0,-1-6 0,-2-3 0,2 0 0,0 1 0,1-1 0,0 0 0,1 0-1,0 0 1,2-1 0,-1 1 0,2 0 0,0 0-1,7-26 1,5 0-13,1 1 0,33-61-1,-28 62 13,-1-2-1,17-54 1,-35 90 8,1 0 1,-1-1 0,0 1 0,-1-1-1,1 1 1,-1-1 0,0 1 0,0-1-1,-1-4 1,1 8-2,0 0 1,-1 0-1,1 0 0,-1 0 0,0 0 0,1 0 1,-1 0-1,0 0 0,1 0 0,-1 0 1,0 1-1,0-1 0,0 0 0,0 1 1,0-1-1,0 0 0,0 1 0,0-1 1,0 1-1,0-1 0,0 1 0,0 0 1,0-1-1,0 1 0,-1 0 0,1 0 1,0 0-1,0 0 0,0 0 0,0 0 1,0 0-1,-1 0 0,1 0 0,0 1 1,0-1-1,0 0 0,-2 2 0,-1-1 8,-1 1-1,1-1 1,0 1-1,-1 0 0,1 1 1,1-1-1,-1 1 1,0 0-1,0 0 0,1 0 1,0 0-1,-1 0 1,1 1-1,1 0 0,-1-1 1,0 1-1,1 0 1,0 0-1,0 1 0,0-1 1,0 0-1,1 1 1,0-1-1,0 1 0,0-1 1,0 1-1,1-1 1,-1 1-1,1 0 0,1 8 1,1-11-1,-1 0-1,0 1 1,0-1 0,1 0 0,-1 0-1,1-1 1,-1 1 0,1 0 0,0 0-1,0-1 1,0 1 0,0-1-1,0 0 1,0 0 0,0 1 0,0-1-1,0 0 1,1-1 0,-1 1 0,0 0-1,1-1 1,-1 1 0,1-1 0,-1 0-1,4 0 1,67 0 66,-65 0-70,9-2-115,1-1 1,0 0-1,-1-1 1,0-1-1,30-12 0,-34 11-1009,0-1-1,0 0 0,-1-1 1,15-12-1,1-7-3581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10.234"/>
    </inkml:context>
    <inkml:brush xml:id="br0">
      <inkml:brushProperty name="width" value="0.035" units="cm"/>
      <inkml:brushProperty name="height" value="0.035" units="cm"/>
    </inkml:brush>
  </inkml:definitions>
  <inkml:trace contextRef="#ctx0" brushRef="#br0">1 516 10602,'0'0'3134,"8"4"-3097,89 62-16,-99-100 134,-5-4-186,3 20 59,0 0 0,0-32 1,4 50-31,0 0 1,0 0 0,0 0-1,1-1 1,-1 1 0,0 0-1,0 0 1,0 0 0,1-1-1,-1 1 1,0 0 0,1 0-1,-1 0 1,0 0 0,0 0-1,1 0 1,-1 0 0,0 0-1,1 0 1,-1 0 0,0 0-1,1 0 1,-1 0 0,0 0-1,0 0 1,1 0 0,-1 0-1,0 0 1,1 0 0,-1 0-1,0 0 1,0 0 0,1 1-1,-1-1 1,0 0 0,0 0 0,1 0-1,-1 1 1,0-1 0,0 0-1,1 0 1,-1 0 0,0 1-1,0-1 1,0 0 0,0 0-1,0 1 1,1-1 0,-1 1-1,13 11 10,-5-5 71,-1 0 1,1-1-1,1 0 0,-1 0 1,1 0-1,18 8 0,-24-13-55,0 0 0,0 1 0,0-1 0,0-1 0,1 1 0,-1 0 0,0-1 0,0 0 0,1 1 0,-1-1 0,0-1 1,1 1-1,-1 0 0,0-1 0,0 0 0,0 1 0,0-1 0,1-1 0,-1 1 0,0 0 0,-1-1 0,1 1 0,0-1 0,0 0 0,4-4 0,1-2-3,-1-1 0,0 1-1,0-2 1,-1 1 0,0-1 0,0 0 0,-1 0 0,-1 0 0,7-21 0,-6 11 7,-1 0-1,-1 0 1,0-1-1,-1-30 1,-2 49-27,0 1-1,0 0 1,0-1 0,0 1 0,0 0 0,0-1 0,-1 1 0,1 0 0,0 0 0,-1-1 0,1 1 0,-1 0 0,1 0-1,-1 0 1,-1-3 0,2 4 1,-1 0-1,1 0 0,-1-1 0,1 1 0,0 0 0,-1 0 1,1 0-1,-1 0 0,1 0 0,-1 0 0,1 0 1,0-1-1,-1 1 0,1 0 0,-1 0 0,1 1 1,-1-1-1,1 0 0,-1 0 0,1 0 0,-1 0 1,1 0-1,0 0 0,-1 1 0,1-1 0,-1 0 1,1 0-1,-1 1 0,-1 1 4,0 0 0,0-1 1,0 1-1,0 0 0,0 1 0,1-1 1,-1 0-1,0 0 0,1 1 0,0-1 1,0 1-1,0-1 0,-1 5 0,0-2 9,1 0-1,0 0 0,1 0 1,-1 0-1,1 0 0,0 0 1,0 0-1,1 0 0,-1 0 0,1 0 1,0 0-1,3 8 0,-3-11-5,1 0-1,-1 0 0,1 1 1,-1-1-1,1 0 0,0 0 1,0-1-1,0 1 0,0 0 0,0-1 1,0 1-1,0-1 0,0 1 1,1-1-1,-1 0 0,1 0 1,-1 0-1,1-1 0,-1 1 1,1 0-1,-1-1 0,1 0 1,-1 1-1,1-1 0,4-1 0,-1 1 11,-1 0-1,1-1 0,-1 0 1,1 0-1,-1 0 0,0 0 1,0-1-1,1 0 0,-1 0 1,0-1-1,-1 1 0,1-1 1,0 0-1,5-6 0,-2 3-2,-2-1 0,1-1 1,-1 1-1,0-1 0,-1 0 0,1 0 0,6-16 0,-4 5-19,-1 0 0,-1 0-1,-1-1 1,0 1 0,-2-1 0,0 0 0,0-29-1,-13-12 43,40 73 47,-8 1-6,0-1 1,1-2-1,28 9 0,-41-16-300,0 0-1,0-1 1,0-1-1,15 1 1,-19-2-331,0 0-1,0-1 1,1 0 0,-1 0 0,0 0 0,0-1-1,0 0 1,7-3 0,16-14-2843</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10.812"/>
    </inkml:context>
    <inkml:brush xml:id="br0">
      <inkml:brushProperty name="width" value="0.035" units="cm"/>
      <inkml:brushProperty name="height" value="0.035" units="cm"/>
    </inkml:brush>
  </inkml:definitions>
  <inkml:trace contextRef="#ctx0" brushRef="#br0">226 657 9865,'-8'-1'518,"1"0"-330,0 1 1,1-1-1,-1 1 0,0 1 1,1-1-1,-1 1 0,0 0 1,1 1-1,-1-1 0,1 1 1,-1 1-1,1-1 0,0 1 1,0 0-1,0 1 0,1-1 1,-11 9-1,5-2 135,0 1-1,1 0 1,1 0-1,0 1 1,-11 19 0,16-25-280,1 0-1,0 0 1,1 1 0,-1-1 0,1 1 0,0-1 0,1 1 0,0 0-1,0 0 1,0-1 0,1 1 0,0 0 0,2 14 0,-2-19-38,1-1 0,-1 1 0,1 0 0,-1 0 0,1 0 0,0 0 0,-1-1 0,1 1 0,0 0 0,0-1 0,0 1 1,1-1-1,-1 1 0,0-1 0,1 1 0,-1-1 0,1 0 0,-1 0 0,1 0 0,-1 0 0,1 0 0,0 0 0,-1 0 0,1 0 0,0-1 0,0 1 1,0-1-1,0 1 0,-1-1 0,1 0 0,0 1 0,0-1 0,0 0 0,0-1 0,0 1 0,0 0 0,0 0 0,0-1 0,0 1 0,-1-1 0,4-1 0,2 0 11,0-1-1,-1 1 0,0-1 0,0 0 0,0-1 0,0 0 0,0 0 0,-1 0 1,1 0-1,6-9 0,1-4-12,-2 0 0,-1-1 0,9-20 0,17-28-79,-35 65 75,0-1-1,0 1 1,1-1 0,-1 1 0,0 0-1,1 0 1,-1 0 0,1 0 0,-1 0 0,1 0-1,0 0 1,-1 0 0,1 0 0,0 1-1,0-1 1,-1 1 0,1-1 0,0 1 0,0 0-1,0 0 1,-1 0 0,4 0 0,48 10-10,-9-2 87,-39-9-67,1 1 1,-1-1-1,0-1 0,0 1 0,0-1 1,0 0-1,0 0 0,0 0 0,-1 0 1,1-1-1,-1 0 0,1 0 0,-1 0 1,0-1-1,0 1 0,0-1 0,-1 0 1,0 0-1,1-1 0,-1 1 0,-1 0 1,1-1-1,2-6 0,2-2-5,-1-1 1,-1 0-1,-1 0 0,1 0 0,-2 0 1,0-1-1,1-20 0,-4 12-21,0 0 1,-2 0-1,-1 0 0,0 1 0,-2-1 0,-1 1 0,0 0 0,-2 0 0,-15-32 0,9 28-9,-1 0 0,-1 0 0,-1 1 0,-2 2-1,0-1 1,-41-36 0,53 53 73,0 2 1,0-1-1,0 1 0,-17-8 1,23 12-36,1 1 1,-1-1-1,0 1 1,0-1-1,0 1 1,0-1 0,0 1-1,-1 0 1,1 0-1,0-1 1,0 1-1,0 0 1,0 0 0,0 0-1,0 0 1,0 0-1,0 0 1,0 1-1,0-1 1,-1 0-1,1 0 1,0 1 0,0-1-1,0 1 1,0-1-1,0 1 1,1-1-1,-1 1 1,0 0 0,0-1-1,0 1 1,0 0-1,1 0 1,-1-1-1,0 1 1,1 0 0,-1 0-1,0 0 1,1 0-1,-1 0 1,1 0-1,0 0 1,-1 0-1,1 0 1,0 0 0,0 0-1,-1 0 1,1 0-1,0 3 1,0 6 5,0 1 0,0 0 0,1 0 0,0 0 0,1-1 0,0 1 0,1-1 0,0 1 0,1-1 0,0 0 0,0 0 0,1-1 0,1 1 0,-1-1 0,1 0 0,15 15 0,-3-3 38,1-1 0,2-1-1,0-1 1,0-1 0,38 22-1,-30-22-91,1-1 0,0-2-1,1-1 1,1-1 0,51 12 0,-59-20-1486,1 0 0,34 0 0,16-6-8210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14.566"/>
    </inkml:context>
    <inkml:brush xml:id="br0">
      <inkml:brushProperty name="width" value="0.035" units="cm"/>
      <inkml:brushProperty name="height" value="0.035" units="cm"/>
    </inkml:brush>
  </inkml:definitions>
  <inkml:trace contextRef="#ctx0" brushRef="#br0">202 411 3459,'0'0'3113,"-10"-8"-2115,-18-15-616,10 6 1152,0 2 0,-1 0 0,-32-18 0,69 44-1199,0 1-1,-1 1 1,-1 0 0,0 1-1,17 20 1,-11-12 22,236 265 413,-10-9-536,-561-639 2819,13 13-3421,287 334 358,-25-24-56,36 36 67,0 0 0,-1 0 1,1 0-1,-1 0 0,1 0 1,-1 1-1,1-1 0,-1 1 1,0 0-1,0 0 0,1 0 1,-6-1-1,8 4 2,-1 0 0,1 0 0,0-1-1,0 1 1,-1 0 0,2 0 0,-1 0 0,0-1 0,0 1-1,0 0 1,1 0 0,-1-1 0,1 1 0,0 2 0,5 8 2,1 0 1,0-1 0,0 0-1,1 0 1,1 0 0,0-1-1,0-1 1,20 17-1,-11-12 9,1 0-1,0-2 0,1 0 1,30 13-1,-42-21-3,1 0 0,0-1 0,0-1-1,0 1 1,0-1 0,1-1 0,-1 0 0,0 0-1,1-1 1,-1 0 0,0 0 0,13-3 0,-18 2 0,0-1 0,0 1 1,0-1-1,0 0 0,0 0 1,-1 0-1,1-1 0,-1 1 1,1-1-1,-1 0 0,0 0 1,0 0-1,0 0 0,-1 0 1,1-1-1,-1 1 0,1-1 1,-1 0-1,0 1 0,-1-1 1,1 0-1,-1 0 0,0 0 1,0-1-1,0 1 0,0 0 1,-1 0-1,1-7 0,0-10-5,0 1 0,-2 0 1,0-1-1,-2 1 0,0 0 0,-9-32 0,-6-3-72,-27-54-1,43 105 66,9 13-37,1-1-1,0 0 1,0-1 0,14 10 0,1 1 85,68 56 237,147 90-1,-89-80-2534,-140-80 1156,0 0-1,0 0 0,0 0 1,0-1-1,0-1 0,12 2 1,3-3-4579</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15.256"/>
    </inkml:context>
    <inkml:brush xml:id="br0">
      <inkml:brushProperty name="width" value="0.035" units="cm"/>
      <inkml:brushProperty name="height" value="0.035" units="cm"/>
    </inkml:brush>
  </inkml:definitions>
  <inkml:trace contextRef="#ctx0" brushRef="#br0">34 438 10314,'0'0'7367,"1"8"-6892,0-3-449,0 0 1,1 0-1,0 0 1,0 0-1,0 0 1,0-1-1,1 1 1,0-1-1,0 0 0,0 1 1,0-2-1,1 1 1,-1 0-1,1-1 1,0 1-1,0-1 1,1 0-1,-1 0 1,1-1-1,-1 1 1,1-1-1,9 3 0,-10-3-12,1 0-1,0 0 1,0-1-1,0 1 1,0-1-1,0 0 0,0-1 1,1 1-1,-1-1 1,0 0-1,0 0 1,0-1-1,1 1 0,-1-1 1,8-3-1,-10 3-1,0-1-1,1 0 0,-1 0 0,-1 0 1,1 0-1,0-1 0,0 1 1,-1-1-1,0 1 0,1-1 0,-1 0 1,0 0-1,0 0 0,-1 0 1,1 0-1,-1-1 0,1 1 0,-1 0 1,0-1-1,0 1 0,-1-1 1,1 1-1,0-6 0,0-1-3,-1-1 0,0 0 0,0 0 1,-1 1-1,-1-1 0,0 0 0,0 1 0,-1-1 0,0 1 0,-1 0 0,0 0 0,0 0 0,-7-9 0,9 16-49,0-1-1,0 1 0,-1 0 1,1 0-1,-1-1 0,0 2 0,0-1 1,0 0-1,0 1 0,-1-1 0,1 1 1,-1 0-1,0 0 0,1 0 1,-1 1-1,0-1 0,0 1 0,0 0 1,0 0-1,0 0 0,0 1 0,0-1 1,0 1-1,0 0 0,0 0 1,-1 1-1,1-1 0,0 1 0,0 0 1,0 0-1,0 0 0,0 0 0,1 1 1,-1 0-1,0 0 0,-4 3 1,-44 32-2085,49-34 1951,1-1 1,-1 1-1,0-1 0,1 1 1,0 0-1,-1 0 0,1 0 0,0 0 1,1 0-1,-1 0 0,0 1 1,1-1-1,0 1 0,-2 6 1,5-10 112,0 0 0,0 0 0,0-1 0,0 1 0,0-1 0,0 1 0,0-1 0,0 0 0,0 1 0,0-1 0,0 0 0,2-2 0,11-8 181,-1-1 0,0 0 1,0-1-1,-1-1 0,-1 0 0,0-1 1,17-29-1,-15 20 184,-1 0 1,-2-1-1,0-1 1,12-45-1,-18 27 497,-11 29-126,5 15-663,0 0-1,0 1 1,0-1 0,0 0-1,1 0 1,-1 0 0,0 1-1,0-1 1,0 0 0,0 1-1,1-1 1,-1 1 0,0-1-1,0 1 1,1-1 0,-1 1-1,0 0 1,1-1 0,-1 1-1,0 0 1,1-1 0,-1 2-1,-2 2-4,0-1 1,0 1-1,0 0 0,1 0 0,-1 0 1,1 0-1,0 0 0,0 1 0,1-1 1,-1 1-1,1-1 0,0 1 0,0-1 0,1 1 1,-1 0-1,1-1 0,0 6 0,1-7-5,-1 1 0,1-1 0,0 0 0,0 0 0,0 0-1,0 1 1,0-1 0,1 0 0,-1-1 0,1 1 0,0 0 0,0 0-1,0-1 1,0 1 0,1-1 0,-1 0 0,1 1 0,-1-1 0,1 0-1,0-1 1,0 1 0,0 0 0,0-1 0,4 2 0,12 3 20,1-1 0,27 4 0,-33-7-11,1 1 0,-1 0 0,0 1 0,0 0 0,26 13-1,-38-17-9,-1 1 0,1 0 0,-1 0 0,0-1 0,0 1 0,1 0 0,-1 0 0,0 0-1,0 0 1,0 1 0,0-1 0,0 0 0,0 0 0,0 1 0,-1-1 0,1 0 0,0 1-1,-1-1 1,1 1 0,-1-1 0,0 1 0,1-1 0,-1 1 0,0-1 0,0 1-1,0 1 1,0 0 1,-1 0 0,0 0 0,0 0-1,0 0 1,-1 0 0,1 0 0,-1-1-1,1 1 1,-1-1 0,0 1 0,0-1-1,-3 3 1,-3 4 9,-1-2-1,0 1 1,-1-1-1,1 0 1,-21 10 0,29-17-54,0 1 0,0 0 0,0-1 0,0 1 0,-1-1 0,1 1 1,0-1-1,0 0 0,0 1 0,-1-1 0,1 0 0,0 0 0,0 0 1,-1 0-1,1 0 0,0 0 0,-1 0 0,1 0 0,0 0 0,0-1 1,-1 1-1,1-1 0,0 1 0,0-1 0,0 1 0,0-1 0,0 1 1,-2-3-1,1 1-490,0-1 1,1 0 0,-1 0 0,1-1 0,0 1 0,0 0-1,0 0 1,0-1 0,0-6 0,-5-28-5158</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15.442"/>
    </inkml:context>
    <inkml:brush xml:id="br0">
      <inkml:brushProperty name="width" value="0.035" units="cm"/>
      <inkml:brushProperty name="height" value="0.035" units="cm"/>
    </inkml:brush>
  </inkml:definitions>
  <inkml:trace contextRef="#ctx0" brushRef="#br0">0 0 12620,'0'0'5349,"46"49"-4164,-16-20-384,6 1-353,4 2-256,5 0-31,2-3-97,-3-2-32,-1-2-96,-3-5-289,-10-7-1376,-6-13-1923,-13 0-1280,-9-17-4934</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15.596"/>
    </inkml:context>
    <inkml:brush xml:id="br0">
      <inkml:brushProperty name="width" value="0.035" units="cm"/>
      <inkml:brushProperty name="height" value="0.035" units="cm"/>
    </inkml:brush>
  </inkml:definitions>
  <inkml:trace contextRef="#ctx0" brushRef="#br0">21 261 12620,'0'0'1345,"-21"-46"-1089,40 16-127,6-7-1,0-6-96,2-6-1089,-7-7-5734</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16.456"/>
    </inkml:context>
    <inkml:brush xml:id="br0">
      <inkml:brushProperty name="width" value="0.035" units="cm"/>
      <inkml:brushProperty name="height" value="0.035" units="cm"/>
    </inkml:brush>
  </inkml:definitions>
  <inkml:trace contextRef="#ctx0" brushRef="#br0">132 272 9257,'-7'-5'2979,"3"2"-2825,-36-21 2261,39 23-2321,0 1 0,-1-1 0,1 0 0,-1 1 0,1 0 0,-1-1 0,1 1 0,-1 0 0,1 0 0,-1 0-1,1 0 1,-1 0 0,1 0 0,-1 1 0,1-1 0,-1 0 0,1 1 0,-1-1 0,1 1 0,-1-1 0,1 1 0,0 0 0,-1 0 0,1 0-1,0 0 1,0-1 0,0 2 0,0-1 0,0 0 0,0 0 0,0 0 0,-1 2 0,-3 6 9,0 1 0,0 0 0,1 0 0,1 1 0,0-1 0,0 1 0,-2 21 0,3-9-36,1-1 0,4 44 0,-3-61-59,1 0 0,0 0 0,1 0 0,-1 0-1,1 0 1,0 0 0,1-1 0,-1 1 0,1-1 0,0 1 0,0-1 0,4 5 0,-6-8-7,0 0 1,0 0 0,-1-1 0,1 1 0,0 0-1,0 0 1,0-1 0,0 1 0,1-1 0,-1 1-1,0-1 1,0 1 0,0-1 0,0 0 0,0 0-1,1 1 1,-1-1 0,0 0 0,0 0 0,0 0-1,3-1 1,-2 1 1,-1-1-1,1 0 1,0 0 0,-1 0-1,1-1 1,0 1 0,-1 0-1,1-1 1,-1 1-1,0-1 1,0 1 0,1-1-1,-1 0 1,0 1 0,0-1-1,-1 0 1,1 0-1,1-1 1,19-51 46,-15 37-46,0 0 0,1 0 0,1 1 0,1 0 0,20-28 0,-25 40-3,-1 0 0,1 1 0,0-1 0,0 1 0,0 0 0,0 1 0,1-1 0,-1 1 1,1-1-1,-1 2 0,1-1 0,0 0 0,0 1 0,0 0 0,0 0 0,0 0 0,0 1 1,0-1-1,0 1 0,0 0 0,0 1 0,0-1 0,0 1 0,0 0 0,0 1 0,6 1 0,4 3 4,1 0-1,-2 1 0,1 1 0,-1 0 0,0 1 1,-1 1-1,0 0 0,14 13 0,10 14 103,41 51 0,-51-55-46,-2 1 1,-1 1-1,22 44 1,-37-60-49,0 1 1,-1-1 0,-1 1 0,-1 1 0,-1-1 0,-1 1 0,-1 0 0,2 27-1,-6-39-1,0 1 1,-1-1-1,0 0 0,0 0 0,-1 0 0,0-1 0,-1 1 0,0 0 0,0-1 0,0 0 0,-1 0 1,-1-1-1,1 1 0,-1-1 0,0 0 0,-1-1 0,0 1 0,0-1 0,0-1 0,-1 1 0,0-1 0,0 0 1,-10 3-1,7-1-13,0-2 1,-1 0-1,0 0 1,0-1-1,-1 0 0,1-1 1,-1-1-1,0 0 1,0-1-1,1 0 1,-1-1-1,0 0 1,0-1-1,0 0 1,0-1-1,-17-6 1,22 5-4,1 0 0,-1-1 0,1 0 0,0-1 0,1 0 0,-1 0 0,1 0 0,0 0 0,0-1 0,1 0 0,0-1 0,0 1 0,0-1 1,1 0-1,0 0 0,0 0 0,1-1 0,0 1 0,0-1 0,1 0 0,0 0 0,0 0 0,0 0 0,1-15 0,-1-1 3,2 0 0,1 0 0,1 1 1,1-1-1,1 1 0,1 0 0,12-34 0,80-178 43,-7 21-22,-75 171-18,-1-2 0,15-86 1,-29 129 0,1 0 1,-1 0-1,0 0 1,1 0-1,-1 0 1,0 0-1,0 0 1,0 0-1,-1 0 1,1 0-1,0 0 0,-1 1 1,1-1-1,-1 0 1,0 0-1,1 0 1,-1 1-1,0-1 1,0 0-1,0 1 1,0-1-1,-1 0 1,1 1-1,0 0 0,-3-3 1,2 4-1,1-1 0,-1 1 1,0 0-1,1 0 0,-1 0 0,0 0 0,1 0 1,-1 0-1,0 0 0,1 1 0,-1-1 0,0 0 1,1 1-1,-1 0 0,1-1 0,-1 1 0,1 0 1,-1 0-1,1 0 0,-1 0 0,1 0 1,0 0-1,-1 0 0,1 0 0,0 0 0,0 1 1,0-1-1,-1 3 0,-4 5-3,0 0 0,1 1-1,0 0 1,1 0 0,0 0 0,1 0 0,0 1-1,1-1 1,0 1 0,0 0 0,1-1 0,1 1-1,-1 0 1,2 0 0,0 0 0,0 0 0,1-1 0,4 16-1,-4-19-4,0-1 0,0 1 0,1-1 0,0 0 0,0 0 0,0 0 0,1 0 0,0 0-1,0-1 1,0 0 0,1 0 0,0 0 0,7 5 0,-8-7-3,0 0-1,1-1 1,0 1 0,0-1 0,0-1-1,0 1 1,0-1 0,0 1-1,0-2 1,0 1 0,0 0 0,0-1-1,1 0 1,-1 0 0,0-1-1,0 1 1,0-1 0,1 0 0,5-3-1,-5 2-203,-1 0 0,0 0-1,1-1 1,-1 0 0,0 0 0,0 0-1,-1-1 1,1 1 0,-1-1-1,8-9 1,-5 5-747,-1 0-1,0-1 1,0 0-1,-1 0 1,6-12-1,3-20-4281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17.142"/>
    </inkml:context>
    <inkml:brush xml:id="br0">
      <inkml:brushProperty name="width" value="0.035" units="cm"/>
      <inkml:brushProperty name="height" value="0.035" units="cm"/>
    </inkml:brush>
  </inkml:definitions>
  <inkml:trace contextRef="#ctx0" brushRef="#br0">1 375 12172,'0'0'3763,"7"6"-3533,23 16 82,90 78 668,-131-140-666,4 21-299,2-1-1,1 0 0,0 0 0,1 0 1,0-24-1,3 43-14,0 0 0,0 1 0,0-1 0,0 0 0,0 0 0,0 0 0,0 1 0,0-1 0,0 0 0,0 0 1,1 1-1,-1-1 0,0 0 0,1 1 0,-1-1 0,0 0 0,1 1 0,-1-1 0,1 0 0,-1 1 0,1-1 0,-1 1 0,1-1 0,-1 1 0,1-1 0,-1 1 0,1-1 0,0 1 1,-1 0-1,1-1 0,0 1 0,0 0 0,0-1 0,2 1-4,-1 0-1,1 0 1,-1 0 0,1 1 0,-1-1 0,1 1-1,-1-1 1,0 1 0,1 0 0,3 2 0,56 35-94,-58-35 96,4 2 14,-1 1 1,1-2-1,1 1 1,-1-1-1,1 0 0,-1-1 1,1 0-1,11 2 1,-17-4-9,0-1 1,-1 0-1,1 1 1,0-1-1,0 0 1,-1-1-1,1 1 1,0 0-1,-1-1 1,1 0-1,0 0 1,-1 1-1,1-1 1,-1-1-1,1 1 1,-1 0-1,0-1 1,1 1-1,-1-1 1,0 1-1,0-1 1,0 0-1,0 0 1,0 0-1,-1 0 1,1-1-1,-1 1 1,1 0-1,-1-1 1,0 1-1,2-5 1,1-4 28,-1 0-1,0-1 0,0 1 1,-1-1-1,0 0 1,-1 1-1,-1-1 1,-1-13-1,1 18-15,0 1-1,-1 0 1,0 0-1,0-1 0,-1 1 1,0 0-1,0 0 1,0 0-1,-1 1 0,1-1 1,-1 0-1,-1 1 1,1 0-1,-1 0 0,0 0 1,-7-6-1,10 10-8,1 0-1,-1 0 1,0 0-1,0 0 1,0 0-1,-1 0 1,1 1-1,0-1 1,0 0 0,0 1-1,0-1 1,-1 1-1,1-1 1,0 1-1,-1 0 1,1 0-1,0-1 1,0 1-1,-1 0 1,1 0-1,0 0 1,-1 0-1,1 1 1,-3-1-1,3 1-2,0 0 0,0 0 0,0 0 0,0 0-1,0 1 1,0-1 0,1 0 0,-1 0-1,0 0 1,1 1 0,-1-1 0,1 0-1,-1 1 1,1-1 0,0 0 0,-1 1-1,1-1 1,0 3 0,0 2 1,-1-1 0,1 1 0,1-1 0,-1 1 1,1-1-1,0 0 0,0 1 0,1-1 0,-1 0 0,1 0 0,3 7 1,-1-8-6,1 1 0,-1 0 1,0-1-1,1 0 1,0 0-1,0-1 0,0 1 1,0-1-1,1 0 1,-1 0-1,1-1 1,0 1-1,0-1 0,0-1 1,8 2-1,-11-2 0,0-1-1,1 1 1,-1-1-1,1 0 1,-1 0-1,0 0 1,1-1-1,-1 1 1,1-1-1,-1 0 1,0 1-1,0-2 1,1 1-1,-1 0 1,0-1-1,0 1 1,0-1-1,0 0 1,-1 0-1,1 0 1,0 0-1,-1-1 1,0 1-1,1-1 1,-1 0-1,0 1 1,0-1-1,3-6 1,-1-4 10,1 1 0,-2-1 0,0-1 0,0 1 0,-1 0 0,-1-1 0,0 1 0,-2-19 0,3-29 23,-2 60-36,0 0-1,0 0 0,0 1 1,0-1-1,0 0 1,1 0-1,-1 0 0,0 1 1,0-1-1,0 0 0,1 0 1,-1 1-1,0-1 0,1 0 1,-1 1-1,0-1 1,1 0-1,-1 1 0,1-1 1,-1 1-1,1-1 0,0 1 1,-1-1-1,1 1 1,0-1-1,-1 1 0,1-1 1,0 1-1,-1 0 0,1-1 1,0 1-1,0 0 0,-1 0 1,1 0-1,0-1 1,0 1-1,-1 0 0,1 0 1,0 0-1,0 0 0,0 0 1,-1 1-1,1-1 0,0 0 1,0 0-1,-1 0 1,1 1-1,0-1 0,-1 0 1,1 1-1,0-1 0,1 1 1,43 31-30,-30-21 38,-8-8-30,-1 1 0,1-1 0,1 0 1,-1 0-1,14 2 0,11-2-2318,-5-12-4606,-14-4 590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17.688"/>
    </inkml:context>
    <inkml:brush xml:id="br0">
      <inkml:brushProperty name="width" value="0.035" units="cm"/>
      <inkml:brushProperty name="height" value="0.035" units="cm"/>
    </inkml:brush>
  </inkml:definitions>
  <inkml:trace contextRef="#ctx0" brushRef="#br0">155 472 8232,'0'0'1025,"-10"-2"726,6 0-1532,0 1 0,1 0 0,-1 0 1,0 1-1,0-1 0,0 1 0,0 0 1,0 0-1,0 0 0,0 0 0,0 1 1,0-1-1,0 1 0,0 0 0,0 0 1,0 1-1,0-1 0,1 1 0,-1 0 1,1 0-1,-1 0 0,1 1 0,0-1 1,0 1-1,0-1 0,0 1 0,0 0 1,-3 5-1,1-1-91,1 0-1,0-1 1,0 1 0,1 1 0,0-1 0,0 0 0,1 1-1,0 0 1,0-1 0,0 1 0,1 0 0,1 0 0,-1 0 0,1 0-1,1 0 1,-1 0 0,1-1 0,2 9 0,-2-14-122,-1-1 1,1 1 0,0-1-1,0 1 1,-1-1 0,1 0-1,0 1 1,0-1-1,0 0 1,0 0 0,0 0-1,0 0 1,1 0 0,-1 0-1,0 0 1,1 0 0,-1 0-1,0-1 1,1 1-1,-1-1 1,1 1 0,-1-1-1,1 1 1,-1-1 0,1 0-1,-1 1 1,1-1 0,0 0-1,-1 0 1,1 0-1,-1-1 1,1 1 0,-1 0-1,1 0 1,-1-1 0,1 1-1,-1-1 1,1 0 0,-1 1-1,1-1 1,-1 0-1,0 0 1,2-1 0,2-1 13,0 0 0,-1-1 0,1 1 0,-1-1 0,0 0 0,0 0 0,0-1 0,-1 1 0,1-1 0,3-8 0,-1-6-7,-1 0 0,-1-1 0,0 0-1,0-26 1,-3 48-11,0 1 0,1-1 0,-1 1 0,1-1 0,-1 0 0,1 1 0,0-1 0,0 0 0,0 0 0,0 0 0,0 0 0,1-1 0,-1 1 0,1-1 0,-1 1 0,1-1 0,-1 0 0,1 0 0,0 0-1,-1 0 1,1 0 0,0-1 0,0 1 0,-1-1 0,1 0 0,0 0 0,0 0 0,0 0 0,0 0 0,-1-1 0,1 1 0,0-1 0,0 0 0,0 0 0,-1 0 0,1 0 0,-1 0 0,1 0 0,-1-1 0,1 1 0,-1-1 0,0 0 0,0 0 0,0 0 0,0 0-1,0 0 1,0 0 0,2-4 0,0-4 7,0 0-1,-1-1 1,0 1-1,0-1 1,-2 1-1,1-1 0,-1 0 1,-1 0-1,0 1 1,0-1-1,-1 0 1,0 0-1,-1 1 0,-4-15 1,-2 2-10,0 0 1,-1 1-1,-1 0 0,-1 1 1,-18-28-1,24 40 0,-62-83-39,61 84 41,0 1 1,-1 0-1,0 0 1,0 1-1,0 0 1,-1 0-1,0 1 1,0-1-1,-12-4 0,20 10 3,0 0 0,-1 0-1,1 0 1,0-1-1,0 1 1,-1 0-1,1 0 1,0 0 0,-1 0-1,1 0 1,0 0-1,-1 0 1,1 0-1,0 0 1,-1 0-1,1 0 1,0 0 0,-1 0-1,1 0 1,0 0-1,-1 0 1,1 0-1,0 0 1,0 0 0,-1 0-1,1 1 1,0-1-1,-1 0 1,1 0-1,0 0 1,0 1 0,-1-1-1,1 0 1,0 0-1,0 1 1,-1-1-1,1 0 1,0 0-1,0 1 1,0-1 0,0 0-1,0 1 1,-1-1-1,1 0 1,0 1-1,0-1 1,0 0 0,0 0-1,0 1 1,0-1-1,0 0 1,0 1-1,0-1 1,0 0 0,0 1-1,0-1 1,0 0-1,0 1 1,1-1-1,-1 0 1,0 1-1,0-1 1,0 0 0,0 1-1,1-1 1,-1 0-1,10 25-23,3-5 78,0 0 0,1-1 0,1 0 0,1-1 0,1-1 0,0 0 0,1-1 0,1-1 0,0-1 0,1-1 0,0-1 0,1 0 0,39 15 0,13-10-396,-34-15-2503,-7-11-5799,-18-4-430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18.340"/>
    </inkml:context>
    <inkml:brush xml:id="br0">
      <inkml:brushProperty name="width" value="0.035" units="cm"/>
      <inkml:brushProperty name="height" value="0.035" units="cm"/>
    </inkml:brush>
  </inkml:definitions>
  <inkml:trace contextRef="#ctx0" brushRef="#br0">74 713 8680,'0'0'2221,"-3"-9"-1281,-2-4-403,1-1 1,0 0-1,2-1 1,-1 1-1,2 0 1,0-1 0,1 1-1,0 0 1,4-26-1,2 3-294,2-1-125,-2 0 0,-2 0 0,-2 0 0,-3-65 0,1 100-87,-1 1 1,1-1-1,-1 1 1,1-1-1,-1 1 0,0-1 1,0 1-1,0 0 0,0-1 1,-1 1-1,-1-3 0,3 5-5,-1-1-1,1 0 1,-1 1-1,0-1 1,1 1-1,-1-1 1,0 1-1,0-1 1,1 1-1,-1-1 1,0 1-1,0 0 1,0-1-1,0 1 1,0 0-1,1 0 1,-1 0-1,0 0 1,0 0-1,0 0 0,-1 0 1,-1 0-12,1 1 1,0 0-1,0 0 0,0 0 0,0 0 1,1 1-1,-1-1 0,0 0 0,0 1 1,1-1-1,-1 1 0,1 0 1,-1-1-1,1 1 0,0 0 0,0 0 1,0 0-1,0 0 0,0 0 0,0 0 1,0 0-1,0 5 0,-3 5 20,1 0 0,0 1-1,1 0 1,1-1-1,0 1 1,1 0 0,0 0-1,1-1 1,0 1-1,1 0 1,0-1 0,9 25-1,-8-30-28,0-1-1,0 1 1,1 0-1,0-1 1,1 0-1,-1 1 1,1-2-1,0 1 1,1-1-1,-1 0 1,1 0-1,0 0 1,0-1-1,1 0 1,-1 0-1,1 0 0,0-1 1,0 0-1,0 0 1,0-1-1,1 0 1,-1-1-1,8 2 1,25 1-776,72-3-1,-62-2-1935,-49 1 2668,0 0-1,0 0 0,0 0 0,0-1 1,0 1-1,0 0 0,0-1 0,0 1 0,-1-1 1,1 1-1,0-1 0,0 1 0,0-1 1,-1 0-1,1 0 0,0 1 0,0-1 1,-1 0-1,1 0 0,-1 0 0,1 1 0,-1-1 1,1 0-1,-1 0 0,0 0 0,1 0 1,-1 0-1,0 0 0,0 0 0,1 0 0,-1 0 1,0 0-1,0-2 0,-1-43 216,0 31-265,-3-71 279,0-80 728,5 142-817,1-1 0,1 2 0,2-1 0,12-42-1,-6 28-2427,-11 28-4095</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18.529"/>
    </inkml:context>
    <inkml:brush xml:id="br0">
      <inkml:brushProperty name="width" value="0.035" units="cm"/>
      <inkml:brushProperty name="height" value="0.035" units="cm"/>
    </inkml:brush>
  </inkml:definitions>
  <inkml:trace contextRef="#ctx0" brushRef="#br0">0 154 15695,'0'0'576,"69"12"-480,-22-12 33,3 0-1,2-12-32,-4 0-32,-4-1 160,-4-2-160,-9-2-320,-8-3-1730,-9-1-1505,-9-5-641,-7-3-1986</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18.961"/>
    </inkml:context>
    <inkml:brush xml:id="br0">
      <inkml:brushProperty name="width" value="0.035" units="cm"/>
      <inkml:brushProperty name="height" value="0.035" units="cm"/>
    </inkml:brush>
  </inkml:definitions>
  <inkml:trace contextRef="#ctx0" brushRef="#br0">13 188 4837,'0'0'8093,"13"12"-6775,135 98 1372,22 16-1507,-151-110-1109,-2 1 0,1 0 1,-2 2-1,0 0 1,-2 1-1,19 31 1,-31-48-59,0 1 0,0 0 0,0-1 0,-1 1-1,0 0 1,1 0 0,-1 0 0,-1 0 0,1 1 0,-1-1 0,1 6 0,-1-9-11,0-1 1,-1 1-1,1 0 0,0-1 0,0 1 0,-1-1 0,1 1 0,0-1 1,0 1-1,-1 0 0,1-1 0,-1 1 0,1-1 0,0 1 1,-1-1-1,1 0 0,-1 1 0,1-1 0,-1 1 0,0-1 0,1 0 1,-1 0-1,1 1 0,-1-1 0,0 0 0,0 1 0,-2-1 6,1 0-1,-1 0 0,1 0 0,-1-1 0,1 1 1,-1 0-1,1-1 0,-1 0 0,1 1 1,-5-3-1,-10-6-2,1 1 1,0-2 0,0 0 0,1-1-1,-22-21 1,-66-72-71,102 103 61,-40-44-91,-56-80 0,85 107 86,0-1-1,1-1 1,1 0 0,1 0-1,1-1 1,0 0 0,-7-39-1,14 57 15,0-1-1,0 1 0,1-1 1,0 1-1,0-1 0,0 1 1,0-1-1,0 1 1,0-1-1,1 1 0,0-1 1,0 1-1,0 0 1,0-1-1,0 1 0,1 0 1,0 0-1,-1 0 0,1 0 1,0 0-1,3-3 1,-1 3-5,0 0 1,1 1 0,-1-1-1,1 1 1,-1 0 0,1 0-1,0 1 1,0-1-1,0 1 1,0 0 0,0 1-1,0-1 1,9 1 0,-9-1-3,0 1-1,0-1 1,0 1 0,0 0 0,0 1 0,0-1 0,0 1 0,0 0 0,0 0 0,0 1-1,0-1 1,-1 1 0,1 0 0,0 0 0,-1 1 0,0-1 0,0 1 0,0 0 0,0 0-1,0 1 1,0-1 0,-1 1 0,0 0 0,1-1 0,-1 2 0,-1-1 0,1 0 0,-1 0 0,1 1-1,-1 0 1,-1-1 0,1 1 0,-1 0 0,1 0 0,-1 0 0,-1 0 0,1 0 0,-1 0-1,0 0 1,0 0 0,-1 8 0,0-8 6,1 1-1,-1-1 1,-1 1-1,1-1 1,-1 0 0,0 0-1,0 0 1,0 0 0,0 0-1,-1 0 1,0 0-1,0-1 1,-1 0 0,1 1-1,-1-1 1,0-1-1,0 1 1,0 0 0,-8 4-1,6-4-120,0 0-1,-1 0 0,0-1 0,0 0 1,0 0-1,0-1 0,-1 0 1,1 0-1,-1-1 0,1 0 1,-1 0-1,1-1 0,-14 0 1,19 0 44,1-1 1,-1 1 0,1 0-1,-1-1 1,1 1 0,0-1-1,-1 0 1,1 1 0,-1-1-1,1 0 1,0 0 0,0 0-1,-1 0 1,1 0 0,0 0-1,0 0 1,0-1 0,0 1-1,0 0 1,0 0 0,1-1-1,-1 1 1,0-1 0,1 1-1,-1-1 1,1 1 0,-1-1-1,1 1 1,0-1 0,0 1-1,-1-1 1,1 1 0,0-1 0,1 1-1,-1-3 1,0-3-702,1 0 1,0 0 0,0 1-1,1-1 1,0 0 0,0 1-1,3-7 1,14-24-5081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19.241"/>
    </inkml:context>
    <inkml:brush xml:id="br0">
      <inkml:brushProperty name="width" value="0.035" units="cm"/>
      <inkml:brushProperty name="height" value="0.035" units="cm"/>
    </inkml:brush>
  </inkml:definitions>
  <inkml:trace contextRef="#ctx0" brushRef="#br0">1 260 9993,'0'0'5419,"10"1"-4127,29-2-597,-16 0-483,0 0 0,0 2 1,0 1-1,28 5 0,-55-9-175,0-1-1,0 1 0,1-1 1,0 0-1,-1 0 1,1 0-1,0-1 1,0 1-1,1-1 1,-1 0-1,1 1 1,-1-1-1,1 0 0,1-1 1,-1 1-1,0 0 1,1 0-1,0-1 1,0 1-1,0-7 1,-4-11-252,2-1 1,-1-43 0,4 61-53,0 0 0,1 1 0,-1-1 0,1 0 0,0 1 0,2-9 0,14-11-4927,-3 15-1393</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20.050"/>
    </inkml:context>
    <inkml:brush xml:id="br0">
      <inkml:brushProperty name="width" value="0.035" units="cm"/>
      <inkml:brushProperty name="height" value="0.035" units="cm"/>
    </inkml:brush>
  </inkml:definitions>
  <inkml:trace contextRef="#ctx0" brushRef="#br0">76 485 10025,'0'0'3753,"1"-7"-2877,2-16-119,1-3-180,-2 0 0,0-33 0,-2 57-577,0 1 0,0 0 0,0-1 0,-1 1 0,1 0 0,0 0 1,-1 0-1,1-1 0,-1 1 0,1 0 0,-1 0 0,1 0 0,-1 0 0,0 0 1,0 0-1,1 0 0,-1 0 0,0 0 0,0 0 0,0 1 0,0-1 1,0 0-1,0 0 0,0 1 0,0-1 0,-1 1 0,1-1 0,0 1 0,0-1 1,0 1-1,-1 0 0,1 0 0,0 0 0,0-1 0,-1 1 0,1 0 1,0 1-1,0-1 0,-3 0 0,1 1-4,1-1 0,-1 1 0,1-1 0,0 1 0,-1 0 0,1 0 0,0 0 0,-1 1 0,1-1 0,0 0 0,0 1 0,0-1 0,0 1 0,0 0 0,0 0 0,1 0 0,-1 0 0,0 0 0,0 2 0,0 2 13,0-1 1,1 1-1,0-1 0,0 1 1,0-1-1,1 1 1,0 0-1,0-1 0,0 1 1,1 0-1,0-1 1,0 1-1,0-1 0,1 1 1,3 8-1,-4-11-1,0-1 0,0 1-1,0-1 1,0 1 0,1-1-1,-1 0 1,1 0 0,-1 0-1,1 0 1,0 0 0,-1 0-1,1 0 1,0 0 0,0-1 0,1 1-1,-1-1 1,0 0 0,0 1-1,1-1 1,-1 0 0,1 0-1,-1-1 1,1 1 0,-1 0-1,1-1 1,-1 0 0,1 1-1,0-1 1,-1 0 0,1 0-1,0-1 1,-1 1 0,1 0 0,-1-1-1,6-1 1,-4 0-6,0-1 0,0 0 0,0 0 0,0 0 0,-1 0 0,1 0 0,-1-1 0,0 1 0,0-1 0,0 0 1,0 0-1,-1 0 0,1 0 0,-1-1 0,0 1 0,2-8 0,4-13-80,10-44 0,-16 58 60,1-7-50,-3 14 9,1 0 1,-1-1 0,1 1-1,0 0 1,0 0-1,0 0 1,1 0 0,-1 0-1,1 0 1,0 0-1,0 0 1,4-4 0,-5 7 50,0 1 0,1-1 1,-1 1-1,0-1 1,0 1-1,1 0 0,-1 0 1,0 0-1,1 0 1,-1 0-1,0 0 0,1 0 1,-1 0-1,0 0 1,1 1-1,-1-1 0,0 0 1,0 1-1,1-1 0,-1 1 1,0-1-1,0 1 1,0 0-1,0 0 0,2 1 1,-2-2 13,0 1 1,0 0-1,0 0 0,0-1 1,0 1-1,0-1 0,0 1 1,0-1-1,1 1 1,-1-1-1,0 0 0,0 0 1,1 1-1,-1-1 0,0 0 1,0 0-1,1 0 0,-1 0 1,0-1-1,2 1 1,-2-3-1,0 1 0,0-1 0,0 0 0,-1 0 0,1 1 0,-1-1 0,0 0 0,0 1 0,0-1 0,0 0 0,-1-3 0,0-6 12,10-67-292,-8 75 221,0-1 0,0 1 0,0-1-1,1 1 1,-1-1 0,1 1 0,0 0-1,1 0 1,-1 0 0,1 0-1,0 0 1,-1 1 0,2-1 0,6-5-1,-9 8 61,0 0 0,0 0 0,0 1 0,0-1 0,0 1 0,1-1 0,-1 1 0,0-1 0,0 1 0,0 0 0,1-1 0,-1 1-1,0 0 1,1 0 0,-1 0 0,0 0 0,0 0 0,1 0 0,-1 1 0,0-1 0,1 0 0,-1 1 0,0-1 0,0 0 0,0 1 0,3 1 0,-2 0 1,1 0 1,-1 1-1,1-1 0,-1 1 1,0-1-1,0 1 1,0 0-1,-1 0 1,1 0-1,1 4 1,1 3 45,0 0-1,-1 0 1,-1 0 0,1 0-1,-2 0 1,1 11 0,-2-43-67,-1 9 139,0-1 0,2 0 0,3-24 0,-3 33-626,0 0 0,1-1 0,0 1 0,0 0 0,0 0 0,0 0 0,1 1 0,5-8 0,0 3-4742</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20.256"/>
    </inkml:context>
    <inkml:brush xml:id="br0">
      <inkml:brushProperty name="width" value="0.035" units="cm"/>
      <inkml:brushProperty name="height" value="0.035" units="cm"/>
    </inkml:brush>
  </inkml:definitions>
  <inkml:trace contextRef="#ctx0" brushRef="#br0">1 1 11723,'0'0'5766</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20.877"/>
    </inkml:context>
    <inkml:brush xml:id="br0">
      <inkml:brushProperty name="width" value="0.035" units="cm"/>
      <inkml:brushProperty name="height" value="0.035" units="cm"/>
    </inkml:brush>
  </inkml:definitions>
  <inkml:trace contextRef="#ctx0" brushRef="#br0">1 409 10602,'0'0'972,"1"7"-705,-1-3-156,1 0 1,0-1 0,0 1-1,0 0 1,1 0 0,-1-1 0,1 1-1,0-1 1,-1 0 0,2 1-1,-1-1 1,0 0 0,1 0-1,-1 0 1,1-1 0,0 1 0,0-1-1,0 1 1,0-1 0,1 0-1,-1 0 1,0 0 0,1-1 0,-1 1-1,1-1 1,7 2 0,-6-1-32,1 0 0,0-1 0,0 1 0,0-1 0,0-1 0,0 1-1,0-1 1,1 0 0,-1 0 0,9-2 0,-13 1-69,0 0-1,0 0 0,0 0 1,0 0-1,0 0 1,0 0-1,-1-1 0,1 1 1,0-1-1,-1 1 0,1-1 1,-1 0-1,0 0 1,1 0-1,-1 0 0,0 0 1,0 0-1,0 0 0,0 0 1,-1 0-1,1 0 1,0 0-1,-1 0 0,0-1 1,1 1-1,-1 0 0,0 0 1,0-1-1,0 1 0,-1-3 1,1 1-19,-1 1-1,1-1 1,-1 0 0,0 1 0,0-1 0,0 1-1,0-1 1,-1 1 0,0-1 0,1 1 0,-1 0-1,0 0 1,-1-1 0,1 2 0,0-1 0,-1 0-1,0 0 1,1 1 0,-1 0 0,0-1 0,-1 1-1,1 0 1,0 0 0,0 1 0,-1-1 0,-4-1-1,4 2-1,0-1 0,-1 1-1,1 0 1,0 0 0,-1 0-1,1 1 1,0 0 0,-1 0-1,1 0 1,-1 0 0,1 1-1,-1-1 1,1 1 0,0 0-1,-1 0 1,1 1 0,0-1-1,0 1 1,0 0 0,0 0-1,0 1 1,-4 3 0,3 1 17,12-7 11,13-7 15,-5-7-22,0 0 0,-1-1 0,0-1 0,-1 0 0,15-25 0,-12 17-30,32-36-1,-47 59 23,-1 0 1,1 0-1,0-1 0,0 1 0,0 0 0,0 0 1,0 0-1,0 0 0,0 1 0,0-1 0,0 0 0,0 0 1,0 1-1,1-1 0,-1 0 0,0 1 0,0-1 1,1 1-1,-1 0 0,0 0 0,1-1 0,-1 1 1,0 0-1,1 0 0,-1 0 0,1 0 0,-1 0 0,0 0 1,1 1-1,-1-1 0,3 1 0,-1 2 11,-1 0-1,1-1 0,-1 1 0,0 0 1,0 0-1,0 0 0,0 1 0,0-1 1,1 5-1,16 23 83,-19-31-87,1 0-1,-1 0 1,0 0 0,1 0-1,-1 0 1,1-1-1,-1 1 1,0 0 0,1 0-1,-1 0 1,0-1-1,0 1 1,1 0 0,-1 0-1,0-1 1,0 1-1,1 0 1,-1-1-1,0 1 1,0 0 0,0-1-1,1 1 1,-1 0-1,0-1 1,0 1 0,0 0-1,0-1 1,0 1-1,0 0 1,0-1 0,0 1-1,0-1 1,0 1-1,0 0 1,0-1 0,0 1-1,0 0 1,0-1-1,0 1 1,0 0 0,0-1-1,-1 1 1,1-1-1,1-28 26,-1 26-3,0 2-22,-1-18 139,2-1 0,0 1 0,8-36 0,-8 51-146,-1 1 0,1-1 1,0 1-1,0 0 0,0 0 1,0 0-1,1-1 0,-1 1 1,1 0-1,0 1 0,0-1 1,0 0-1,0 1 0,1-1 1,-1 1-1,1-1 0,-1 1 1,1 0-1,0 0 0,0 0 1,0 1-1,0-1 0,0 1 1,0-1-1,0 1 0,0 0 1,1 0-1,-1 1 0,0-1 1,5 0-1,-4 2-2,-1 0 0,0-1 0,1 1 0,-1 1 0,0-1 0,1 0 0,-1 1 0,0 0 0,0-1 0,-1 1-1,1 1 1,0-1 0,0 0 0,-1 1 0,0-1 0,1 1 0,-1-1 0,0 1 0,2 4 0,5 4-405,1 0-1458</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35.990"/>
    </inkml:context>
    <inkml:brush xml:id="br0">
      <inkml:brushProperty name="width" value="0.035" units="cm"/>
      <inkml:brushProperty name="height" value="0.035" units="cm"/>
    </inkml:brush>
  </inkml:definitions>
  <inkml:trace contextRef="#ctx0" brushRef="#br0">61 942 10410,'0'0'53,"-7"-4"171,-23-10 213,28 13-339,1 1 1,0 0-1,0-1 0,0 1 1,-1-1-1,1 1 1,0-1-1,0 0 0,0 0 1,0 1-1,0-1 0,0 0 1,0 0-1,0 0 1,1 0-1,-1 0 0,0 0 1,0 0-1,1 0 0,-1 0 1,1 0-1,-1 0 0,1-1 1,-1 1-1,1 0 1,0 0-1,0-1 0,-1 1 1,1 0-1,0-2 0,2 1-63,0 1 0,-1 0-1,1-1 1,0 1 0,0 0-1,0 0 1,0 0 0,0 1-1,0-1 1,0 0 0,0 1-1,0-1 1,0 1 0,0 0-1,1-1 1,2 2 0,43-1 363,-35 1-350,51 10 94,-54-8-119,1-1-1,-1 0 0,1 0 1,-1-1-1,1 0 1,18-2-1,-27 0-13,0 1-1,0-1 1,0 0-1,-1 0 1,1 0-1,0 0 1,0 0 0,-1-1-1,1 1 1,-1 0-1,1-1 1,-1 1-1,1-1 1,-1 1 0,0-1-1,0 0 1,0 0-1,0 1 1,0-1-1,0 0 1,-1 0 0,1 0-1,0-3 1,11-54 209,-11 48-156,32-349 1594,-7 41-3947,-18 255-1879,-5 12-3464</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36.751"/>
    </inkml:context>
    <inkml:brush xml:id="br0">
      <inkml:brushProperty name="width" value="0.035" units="cm"/>
      <inkml:brushProperty name="height" value="0.035" units="cm"/>
    </inkml:brush>
  </inkml:definitions>
  <inkml:trace contextRef="#ctx0" brushRef="#br0">0 518 9801,'0'0'1164,"10"2"-988,14 2-86,-3 1 343,0-2 0,41 3-1,-60-7-377,0 1-1,-1-1 1,1 0 0,0 1-1,-1-1 1,1 0-1,0 0 1,-1 0 0,1 0-1,-1 0 1,1 0-1,-1-1 1,1 1 0,-1 0-1,0-1 1,0 1 0,0-1-1,0 1 1,0-1-1,0 0 1,0 1 0,0-1-1,-1 0 1,1 0-1,-1 1 1,1-1 0,-1-4-1,8-60 1279,-7 50-1179,5-35 32,1 1 0,18-62 0,22-27-4256,-23 76-2518</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52.990"/>
    </inkml:context>
    <inkml:brush xml:id="br0">
      <inkml:brushProperty name="width" value="0.035" units="cm"/>
      <inkml:brushProperty name="height" value="0.035" units="cm"/>
    </inkml:brush>
  </inkml:definitions>
  <inkml:trace contextRef="#ctx0" brushRef="#br0">1 575 4740,'-1'6'2746,"12"-6"-2301,18-9-657,-22 2 340,-1 1 1,1-1-1,-1 0 0,0-1 0,-1 0 0,1 0 0,7-16 1,25-69 701,-23 53-732,45-131 460,-54 150-482,-1-1 1,-1 0 0,-1-1-1,-1 1 1,0-1 0,-3-23 0,1 46-79,0-1 1,0 1 0,0-1 0,0 1 0,0-1 0,0 1 0,0-1 0,-1 1 0,1-1 0,0 1 0,0-1 0,0 1 0,-1-1 0,1 1 0,0-1 0,0 1 0,-1-1-1,1 1 1,0-1 0,-1 1 0,1 0 0,-1-1 0,1 1 0,-1 0 0,1-1 0,0 1 0,-1 0 0,1 0 0,-1-1 0,1 1 0,-2 0 0,-17 5-301,-14 20-580,16-3 829,0 1 0,2 1 0,1 0 0,1 1 0,1 0 0,1 1 0,1 1 0,2-1 0,0 1 0,2 1 0,1 0 0,1-1 0,0 57 0,4-81 96,0 1 0,0 0 0,0-1 0,0 1-1,1-1 1,0 1 0,0-1 0,0 1 0,0-1-1,0 0 1,1 1 0,-1-1 0,1 0 0,0 0 0,0 0-1,0 0 1,0 0 0,5 4 0,-3-5 50,0 0 0,1 1 1,-1-1-1,1-1 0,-1 1 0,1-1 1,-1 1-1,1-1 0,0-1 1,0 1-1,0-1 0,-1 1 0,7-2 1,45-3 290,-54 8-347,0 0-1,-1 0 1,1 0 0,-1 1 0,0-1-1,0 0 1,-1 0 0,1 1 0,-1 8-1,1-6 29,1 9-17,1 1 0,1-1 0,0 0 0,1-1 0,1 1-1,14 28 1,-18-41-38,0 0 0,0 0 0,0 0 0,0 0 0,0 0 0,0-1 0,1 1 0,0 0 0,-1-1 0,1 0 0,0 0 0,0 0 0,0 0 0,0 0 0,1 0 1,-1-1-1,0 0 0,1 0 0,-1 0 0,1 0 0,-1 0 0,1 0 0,-1-1 0,1 0 0,0 0 0,-1 0 0,1 0 0,0-1 0,-1 1 0,1-1 0,-1 0 0,1 0 0,-1 0 0,0 0 0,1-1 0,-1 1 0,6-5 0,4-2 13,0 0 0,0-2 0,-1 1 0,0-2 0,-1 1 0,20-25 0,-24 25-639,1-1-1,-2 0 0,1 0 0,-1 0 0,5-15 0,0-13-2698</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53.549"/>
    </inkml:context>
    <inkml:brush xml:id="br0">
      <inkml:brushProperty name="width" value="0.035" units="cm"/>
      <inkml:brushProperty name="height" value="0.035" units="cm"/>
    </inkml:brush>
  </inkml:definitions>
  <inkml:trace contextRef="#ctx0" brushRef="#br0">1 368 10570,'0'0'1954,"9"-4"-1927,31-8-18,-21 7-8,0-1 1,0-1 0,25-12 0,-43 18 0,0 0 0,0 0 1,0 0-1,-1 0 1,1 0-1,0 0 0,0 0 1,-1 0-1,1-1 0,-1 1 1,1 0-1,-1 0 1,1-1-1,-1 1 0,0 0 1,0-1-1,0 1 1,0 0-1,0-1 0,0 1 1,0 0-1,0-1 0,0 1 1,0 0-1,-1 0 1,1-1-1,-1 1 0,1 0 1,-2-3-1,-22-45 111,12 27-89,10 17-10,0-1 0,0 1 0,1-1 0,-1 0 1,1 1-1,1-1 0,-1 0 0,1 0 0,0 1 0,0-1 1,1 0-1,0 0 0,0 1 0,0-1 0,1 1 0,-1-1 0,5-7 1,0 1 22,1 1 1,0 0-1,1 0 1,0 0-1,0 1 1,14-12 0,-16 14-36,-13 10 4,-13 14 18,16-12-29,1 1-1,0 0 1,0 0 0,1 0 0,-1 0 0,1 0 0,0 1 0,1-1 0,-1 1 0,1-1-1,0 1 1,1-1 0,-1 1 0,1 0 0,0-1 0,1 1 0,0 7 0,0-10 1,0 0 0,0 0-1,0 0 1,1 0 0,-1 0 0,1 0 0,0 0 0,-1 0 0,1 0 0,1-1 0,-1 1 0,0-1 0,1 0 0,-1 1 0,1-1 0,0 0 0,-1-1 0,1 1 0,0 0 0,0-1 0,0 1-1,0-1 1,1 0 0,-1 0 0,0-1 0,0 1 0,1 0 0,-1-1 0,6 0 0,-3 0-16,0 0 0,0 0 0,1 0 1,-1-1-1,0 0 0,0 0 0,0-1 0,0 0 0,-1 0 0,1 0 1,0-1-1,-1 0 0,0 0 0,9-6 0,-8 4-482,0 0 0,-1-1 0,1 0 0,-1 0 0,0 0 0,7-12 0,4-12-1910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53.906"/>
    </inkml:context>
    <inkml:brush xml:id="br0">
      <inkml:brushProperty name="width" value="0.035" units="cm"/>
      <inkml:brushProperty name="height" value="0.035" units="cm"/>
    </inkml:brush>
  </inkml:definitions>
  <inkml:trace contextRef="#ctx0" brushRef="#br0">0 239 9737,'0'0'3299,"30"-8"-3229,-29 8-64,0 0 0,0 0 0,0 0 0,0 0 0,0 0 0,1 0 0,-1 0 0,0 0 0,0 0 0,0-1 0,0 1 0,0 0 0,0-1 0,0 1 0,0-1 0,0 1 0,0-1 0,0 0 0,0 1 0,0-1 0,-1 0 0,1 0 0,0 0 0,0 1 0,-1-1 0,1 0 0,0 0 0,0-1 0,0-33 243,-2 25-240,1 7-3,0 0 0,-1 1-1,1-1 1,0 0 0,0 1-1,0-1 1,1 0 0,-1 0-1,1 1 1,0-1 0,-1 1-1,1-1 1,0 0 0,0 1 0,1 0-1,-1-1 1,0 1 0,1 0-1,2-3 1,1 1 49,1 1 0,0-1 0,-1 1 1,1 1-1,0-1 0,1 1 0,8-2 0,21-6-44,-26 8-181,0 0 0,0-1 0,0 0 0,-1 0 1,1-1-1,-1 0 0,0-1 0,0 0 0,0 0 0,15-14 1,-5-9-5084</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55.490"/>
    </inkml:context>
    <inkml:brush xml:id="br0">
      <inkml:brushProperty name="width" value="0.035" units="cm"/>
      <inkml:brushProperty name="height" value="0.035" units="cm"/>
    </inkml:brush>
  </inkml:definitions>
  <inkml:trace contextRef="#ctx0" brushRef="#br0">0 440 6150,'0'0'2471,"9"7"-2588,137 104 53,15 9 240,9 42 267,-167-155 4120,-17-11-2668,-18-13-1327,-3-12-498,1-1 1,2-2 0,-53-66 0,54 60-50,-1 1 0,-2 2 1,-40-33-1,55 57-225,12 6-787,17 8 259,7 4 726,1-1-1,-1-1 1,1 0 0,0-1 0,0-1-1,32 1 1,-46-4 28,0 0 1,0-1-1,0 1 0,0-1 0,0 1 1,0-1-1,0 0 0,0-1 0,0 1 1,0-1-1,-1 1 0,1-1 0,0 0 1,-1-1-1,0 1 0,1-1 0,-1 1 1,0-1-1,0 0 0,-1 0 0,1 0 1,-1 0-1,1-1 0,-1 1 0,0-1 0,0 0 1,-1 1-1,1-1 0,-1 0 0,0 0 1,0 0-1,0 0 0,0 0 0,-1 0 1,1 0-1,-1-4 0,2-6 37,-1 1 0,0 0-1,-1 0 1,-1 0 0,0 0-1,-1 0 1,0 0 0,0 0 0,-2 0-1,0 1 1,-7-17 0,11 29-79,0 0 1,0 0 0,0-1-1,0 1 1,0 0 0,0 0-1,0 0 1,0 0-1,0 0 1,0 0 0,0-1-1,0 1 1,0 0-1,0 0 1,0 0 0,0 0-1,0 0 1,0 0 0,0-1-1,0 1 1,0 0-1,0 0 1,0 0 0,0 0-1,0 0 1,0 0-1,0-1 1,0 1 0,0 0-1,0 0 1,0 0 0,0 0-1,0 0 1,1 0-1,-1 0 1,0 0 0,0-1-1,0 1 1,0 0 0,0 0-1,0 0 1,0 0-1,1 0 1,-1 0 0,0 0-1,0 0 1,0 0-1,0 0 1,0 0 0,1 0-1,-1 0 1,0 0 0,0 0-1,0 0 1,0 0-1,0 0 1,0 0 0,1 0-1,-1 0 1,0 0-1,16 3-223,16 7 270,23 10 309,-24-7-204,1-2 0,1-1 1,51 9-1,-83-18-129,0-1 1,-1 0-1,1 0 1,0 0-1,0-1 1,-1 1-1,1 0 1,0 0-1,0 0 1,-1-1 0,1 1-1,0 0 1,-1 0-1,1-1 1,0 1-1,-1-1 1,1 1-1,-1-1 1,1 1-1,0-1 1,-1 1-1,1-1 1,-1 1-1,1-1 1,-1 0-1,0 1 1,1-1-1,-1 0 1,0 1-1,1-1 1,-1 0-1,0 0 1,0 1-1,0-1 1,0 0-1,1-1 1,-1-34 181,0 24 135,34 24-416,-28-8 104,1-1-1,-1 0 1,0 0-1,1-1 1,0 0-1,-1 0 1,1 0-1,0-1 1,0 0-1,0-1 1,0 1-1,0-1 1,0-1-1,0 1 1,12-3-1,-14 1-4,0 0 0,0 0 0,0 0 0,-1-1 0,1 0 0,-1 0 0,0 0 1,0 0-1,0 0 0,0-1 0,0 0 0,-1 0 0,1 0 0,-1 0 0,0-1 0,-1 1 0,1-1 0,-1 0 0,0 1 0,0-1 0,2-7 0,-1 2-28,-1 1 0,0-1 0,0 0 0,-1 1 0,0-1 0,-1 0 1,0 0-1,-2-18 0,1 25 20,1 0 0,-1 0 1,0 0-1,0-1 1,0 1-1,0 0 0,0 0 1,-1 1-1,1-1 0,-1 0 1,0 0-1,0 1 1,0-1-1,0 1 0,0 0 1,-1-1-1,1 1 0,-1 0 1,1 0-1,-1 1 1,0-1-1,1 1 0,-1-1 1,0 1-1,0 0 0,0 0 1,-1 0-1,1 0 1,-6 0-1,-1 1-6,0 0 0,1 0 1,-1 1-1,0 1 0,1-1 0,-1 2 1,1-1-1,0 1 0,0 1 0,0 0 1,0 0-1,1 0 0,-1 1 0,1 1 1,-12 9-1,15-10-443,-1 0-1,1 0 1,1 1 0,-1-1-1,1 1 1,0 0 0,-6 12 0,9-12-2995</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55.835"/>
    </inkml:context>
    <inkml:brush xml:id="br0">
      <inkml:brushProperty name="width" value="0.035" units="cm"/>
      <inkml:brushProperty name="height" value="0.035" units="cm"/>
    </inkml:brush>
  </inkml:definitions>
  <inkml:trace contextRef="#ctx0" brushRef="#br0">116 11 13421,'0'0'1436,"-7"-3"-961,4 2-465,0-1 1,0 1-1,0 0 1,0 1 0,0-1-1,-1 0 1,1 1-1,0 0 1,0-1-1,-1 1 1,1 1-1,0-1 1,0 0-1,-1 1 1,1 0 0,0-1-1,0 1 1,0 0-1,0 1 1,0-1-1,0 1 1,0-1-1,1 1 1,-1 0-1,0 0 1,1 0 0,0 0-1,-1 0 1,1 1-1,0-1 1,0 1-1,0-1 1,0 1-1,1 0 1,-1 0-1,1 0 1,0 0-1,-1 0 1,0 6 0,1-8-20,1 1 1,0 0 0,-1-1 0,1 1 0,0 0 0,0 0-1,-1-1 1,1 1 0,1 0 0,-1-1 0,0 1-1,0 0 1,1 0 0,-1-1 0,1 1 0,-1-1 0,1 1-1,0 0 1,-1-1 0,1 1 0,0-1 0,0 1-1,0-1 1,0 0 0,1 0 0,-1 1 0,0-1 0,1 0-1,-1 0 1,0 0 0,1 0 0,-1 0 0,1 0 0,-1-1-1,1 1 1,0-1 0,-1 1 0,3 0 0,7 1-35,1 0 0,-1-1 1,0-1-1,23-1 0,-12 0 68,173-11 34,-194 11-71,1 1 0,0 0 0,-1 0 0,1 0 0,-1 0 0,1 0 0,0 0 0,-1 1 0,1-1 0,-1 0 0,1 1 0,-1-1-1,1 1 1,-1 0 0,1-1 0,-1 1 0,0 0 0,1 0 0,-1 0 0,0 0 0,1 0 0,-1 0 0,0 0 0,0 1 0,0-1 0,0 0 0,0 1 0,-1-1 0,1 0 0,0 1 0,-1-1 0,1 1-1,-1-1 1,1 1 0,-1-1 0,1 1 0,-1 0 0,0-1 0,0 1 0,0-1 0,0 1 0,0 0 0,0-1 0,-1 1 0,1-1 0,0 1 0,-1 0 0,-1 1 0,0 6-3,-1-1 1,-1 0 0,1 0 0,-1-1-1,-1 1 1,0-1 0,-10 13-1,4-8 66,0-1-1,-2 0 1,1-1-1,-20 13 0,27-20-89,0 1 0,-1-1 0,1-1-1,-1 1 1,0-1 0,0 0 0,0 0 0,0-1-1,0 1 1,0-1 0,-1-1 0,1 1 0,0-1-1,-10-1 1,14 0-137,0 1-1,0-1 1,0 0 0,1 0-1,-1 0 1,0 0-1,0 0 1,1 0 0,-1 0-1,1 0 1,-1-1-1,1 1 1,-1-1 0,1 1-1,0-1 1,0 0 0,0 1-1,0-1 1,0 0-1,0 0 1,0 0 0,0 1-1,0-5 1,-10-31-3097</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56.038"/>
    </inkml:context>
    <inkml:brush xml:id="br0">
      <inkml:brushProperty name="width" value="0.035" units="cm"/>
      <inkml:brushProperty name="height" value="0.035" units="cm"/>
    </inkml:brush>
  </inkml:definitions>
  <inkml:trace contextRef="#ctx0" brushRef="#br0">0 1 11275,'0'0'1345,"56"49"-1569,-30-22 224,3 1 0,3 4 64,3 1-64,0-1-64,-1 0-1121,-4-5-1122,-6-8-832</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56.224"/>
    </inkml:context>
    <inkml:brush xml:id="br0">
      <inkml:brushProperty name="width" value="0.035" units="cm"/>
      <inkml:brushProperty name="height" value="0.035" units="cm"/>
    </inkml:brush>
  </inkml:definitions>
  <inkml:trace contextRef="#ctx0" brushRef="#br0">19 285 12204,'0'0'1377,"-19"-59"-1377,38 27 0,8-6-96,8-8-833,5-6-1249,1-5-801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56.932"/>
    </inkml:context>
    <inkml:brush xml:id="br0">
      <inkml:brushProperty name="width" value="0.035" units="cm"/>
      <inkml:brushProperty name="height" value="0.035" units="cm"/>
    </inkml:brush>
  </inkml:definitions>
  <inkml:trace contextRef="#ctx0" brushRef="#br0">115 90 13741,'0'0'-64,"-9"6"117,1-1-50,0 1 0,1 0-1,-1 1 1,1 0 0,0 0-1,1 0 1,0 1 0,0 0-1,0 0 1,1 1 0,0-1-1,1 1 1,0 0 0,1 1-1,-4 10 1,-1 41-47,8-57 33,0-1 1,0 1-1,0 0 1,0 0-1,0-1 0,1 1 1,-1 0-1,1-1 1,0 1-1,0-1 1,1 1-1,-1-1 0,4 6 1,-4-8 9,-1 0 0,1 0 0,0-1-1,0 1 1,0 0 0,0-1 0,-1 1 0,1-1 0,0 1 0,0-1 0,0 0 0,0 1 0,0-1 0,0 0 0,0 0-1,0 1 1,1-1 0,-1 0 0,0 0 0,0 0 0,0 0 0,0-1 0,0 1 0,0 0 0,0 0 0,0-1-1,0 1 1,0 0 0,0-1 0,0 1 0,0-1 0,0 1 0,-1-1 0,1 0 0,0 1 0,0-1 0,1-1-1,28-36 222,-24 29-217,3-6 12,2 0 1,0 1-1,1 1 0,0 0 0,1 0 0,15-10 0,-23 19-26,1 1 1,0-1-1,0 1 0,0 1 1,1-1-1,-1 1 1,1 0-1,-1 1 0,1-1 1,0 1-1,0 0 1,-1 1-1,1 0 0,0 0 1,0 1-1,-1-1 0,1 1 1,0 1-1,8 2 1,0 1-11,0 1 1,-1 1 0,1 1-1,-1 0 1,-1 0 0,0 1-1,0 1 1,-1 0 0,0 1-1,11 13 1,8 12 16,-1 1 0,27 46 1,-38-53 3,-1 1 1,17 41-1,-29-57 3,0 0 0,-1 1 1,-1 0-1,-1 1 0,0-1 0,-1 0 0,0 20 0,-2-32 11,0 0-1,-1 0 1,1 0 0,-1 0-1,0 0 1,0 0-1,0-1 1,-1 1-1,1 0 1,-1-1-1,0 1 1,0-1-1,-1 1 1,1-1-1,0 0 1,-1 0-1,-5 5 1,3-4 6,-1 0 0,0 0 0,1-1 0,-1 0 0,-1 0 0,1 0 0,0 0-1,-1-1 1,1 0 0,-8 1 0,6-2-1,1 1 1,-1-1-1,1-1 0,-1 1 0,1-1 0,-1-1 0,1 1 0,-1-1 1,1-1-1,0 1 0,0-1 0,-1-1 0,1 1 0,0-1 0,1 0 1,-1-1-1,0 1 0,1-2 0,0 1 0,-6-6 0,5 1 6,0 0-1,1-1 1,1 0-1,0 0 1,0-1-1,1 1 1,0-1-1,1 0 1,0 0-1,1-1 1,0 1-1,1 0 1,0-1-1,1 1 1,0 0-1,3-22 1,3-10 39,2 0 0,27-82 0,13-6 9,-25 73 136,23-89 0,-44 119 135,-2 27-332,-1 1 1,1 0-1,0 0 1,0 0-1,0 0 1,-1-1-1,1 1 1,0 0-1,0 0 1,0 0-1,-1 0 1,1 0-1,0 0 1,0 0-1,-1-1 1,1 1-1,0 0 1,0 0-1,-1 0 1,1 0-1,0 0 1,0 0-1,-1 0 1,1 0-1,0 0 1,0 1-1,-1-1 1,1 0-1,0 0 1,0 0-1,-1 0 0,1 0 1,0 0-1,0 0 1,0 1-1,-1-1 1,1 0-1,0 0 1,0 0-1,0 0 1,0 1-1,-1-1 1,1 0-1,0 0 1,0 0-1,0 1 1,0-1-1,-4 5 106,0-1 0,0 1-1,1 0 1,0 0 0,0 1-1,-3 8 1,3-7-131,1 0 0,0 0 0,0 0 0,0 0-1,1 1 1,1-1 0,-1 1 0,1-1 0,0 1 0,2 11 0,-1-16 4,0 0 0,-1-1 0,1 1-1,0 0 1,0-1 0,1 1 0,-1-1 0,1 1 0,-1-1 0,1 1 0,0-1 0,0 0 0,0 0 0,0 0 0,0 0 0,0 0-1,0-1 1,1 1 0,-1 0 0,1-1 0,-1 0 0,1 0 0,-1 0 0,1 0 0,0 0 0,0 0 0,-1-1 0,1 1 0,6-1 0,0 1-358,0-1 1,1 0 0,-1 0 0,1-1 0,16-4 0,-20 3-326,0 1-1,0-2 1,-1 1 0,1-1 0,-1 0 0,1 0 0,-1 0 0,0-1 0,9-8 0,5-11-5127</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57.643"/>
    </inkml:context>
    <inkml:brush xml:id="br0">
      <inkml:brushProperty name="width" value="0.035" units="cm"/>
      <inkml:brushProperty name="height" value="0.035" units="cm"/>
    </inkml:brush>
  </inkml:definitions>
  <inkml:trace contextRef="#ctx0" brushRef="#br0">0 164 11082,'0'0'486,"0"8"-550,1-1 76,-1-1 0,1 1 0,1 0 0,-1-1 0,1 1 0,0-1 0,1 0 0,-1 0 0,1 0 0,0 0 0,1 0 0,0 0 0,0-1 0,0 0 0,0 0 0,1 0 0,0 0 0,0-1 0,8 7 0,-12-48 410,-1 33-415,0-7 2,1-1-1,0 1 1,1 0-1,2-13 1,-3 22-7,-1 0-1,1 0 1,-1 0 0,1 0-1,0 0 1,0 0 0,0 0 0,0 1-1,0-1 1,0 0 0,1 1 0,-1-1-1,0 1 1,1-1 0,-1 1-1,1-1 1,0 1 0,-1 0 0,1 0-1,0 0 1,0 0 0,0 0 0,0 0-1,-1 1 1,1-1 0,0 1-1,1-1 1,-1 1 0,3-1 0,121 17 1412,-118-17-1396,0 1-1,-1-1 1,1-1-1,-1 1 0,0-1 1,1-1-1,-1 1 1,0-1-1,0 0 0,-1-1 1,9-5-1,-11 6 2,0 0 0,-1 1 0,1-1-1,-1 0 1,1-1 0,-1 1 0,0-1-1,-1 1 1,1-1 0,-1 0 0,1 0 0,-1 0-1,0 0 1,-1 0 0,1-1 0,-1 1-1,0 0 1,0-1 0,0 1 0,0-7 0,-1 10-15,-1 0 1,1 0 0,0-1 0,-1 1 0,1 0 0,-1 0 0,0 1 0,1-1 0,-1 0 0,0 0 0,1 0 0,-1 0 0,0 0 0,0 1 0,0-1 0,0 0 0,0 1 0,0-1 0,0 1 0,0-1 0,0 1 0,0-1 0,0 1 0,0 0 0,0 0 0,0-1 0,0 1 0,0 0 0,-1 0 0,1 0 0,0 0 0,0 0 0,0 0 0,0 1 0,0-1 0,-2 1 0,1-1 3,0 0 0,0 0 0,0 0 0,-1 1 0,1-1 0,0 1 0,0-1 0,0 1 0,0 0 0,0 0 0,0 0 0,1 0 0,-1 0 0,0 1 0,0-1 0,1 0 0,-1 1 0,1-1 0,-1 1 0,-1 2 0,3-2-8,-1-1-1,0 1 1,1 0 0,-1 0-1,1 0 1,0 0 0,-1 0-1,1 0 1,0 0 0,0 0-1,1 0 1,-1 0 0,0 0-1,0 0 1,1 0 0,0 0-1,-1-1 1,1 1 0,0 0-1,0 0 1,0 0 0,0-1-1,0 1 1,2 2 0,0-1-1,0 0-1,1 0 1,-1-1 0,1 0-1,0 1 1,-1-1 0,1 0-1,0-1 1,0 1 0,0-1-1,6 2 1,-4-1 0,-1-1 1,1 0 0,0 0-1,-1 0 1,1-1-1,0 0 1,0 0-1,-1 0 1,1-1 0,0 0-1,-1 0 1,1 0-1,0-1 1,-1 0 0,0 0-1,1 0 1,-1-1-1,6-3 1,-4-2 24,0 0-1,-1-1 1,0 1 0,8-17 0,9-13 28,-23 37-102,1 0 0,0 1 0,0-1 0,0 0 0,0 0 0,0 0-1,0 1 1,0-1 0,0 0 0,0 1 0,0-1 0,0 1 0,0-1 0,1 1 0,-1 0 0,0-1 0,0 1 0,0 0 0,1 0 0,-1 0 0,0 0 0,0 0 0,3 0 0,29 10-2472,-14-4 928,-4-4-1108</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0:58.236"/>
    </inkml:context>
    <inkml:brush xml:id="br0">
      <inkml:brushProperty name="width" value="0.035" units="cm"/>
      <inkml:brushProperty name="height" value="0.035" units="cm"/>
    </inkml:brush>
  </inkml:definitions>
  <inkml:trace contextRef="#ctx0" brushRef="#br0">167 226 8296,'0'0'240,"-10"0"262,-2 1-232,0 0 1,0 1-1,0 0 1,0 1 0,-21 8-1,30-10-197,-1 1 0,0-1 0,1 1 0,0 0-1,-1 0 1,1 0 0,0 0 0,0 0 0,0 1 0,0-1 0,0 1 0,0 0-1,1 0 1,0 0 0,-1 0 0,1 0 0,0 1 0,0-1 0,1 1 0,-1-1-1,1 1 1,0 0 0,0-1 0,0 1 0,0 7 0,1-9-71,1 0-1,0 0 1,-1 0 0,1 0-1,0 0 1,1 0 0,-1 0-1,0 0 1,0 0 0,1 0-1,-1-1 1,1 1 0,0-1-1,-1 1 1,1-1 0,0 1-1,0-1 1,0 0 0,0 0-1,0 0 1,0 0 0,0 0-1,0-1 1,1 1 0,-1-1-1,0 1 1,0-1 0,1 0-1,2 1 1,3 0-105,-1 0 0,1 0 0,0-1 0,0 0 0,0 0 0,0-1 0,12-2 0,-12 1 169,0 0 0,0 1 1,0 0-1,0 1 0,9 0 1,-10 0-26,-1 0 1,1 0 0,0 0 0,0-1 0,0 0-1,0-1 1,0 1 0,8-5 0,-6 2 150,-1-1 1,1 0-1,-1 0 0,-1-1 1,1 0-1,-1-1 0,0 1 1,-1-1-1,1-1 1,-1 1-1,-1-1 0,1 0 1,-1 0-1,-1-1 0,0 0 1,0 1-1,-1-1 0,1-1 1,-2 1-1,2-11 1,-3 13-157,0-1 1,0 1 0,-1 0 0,0-1 0,-1 1 0,1 0-1,-2-1 1,1 1 0,-1 0 0,0 0 0,0 0 0,-1 0-1,0 0 1,0 1 0,0-1 0,-1 1 0,0 0-1,-1 0 1,1 0 0,-1 1 0,0-1 0,-1 1 0,1 0-1,-1 1 1,0-1 0,-11-5 0,16 9-37,1 1 1,0 0-1,-1-1 0,1 1 0,0 0 1,-1-1-1,1 1 0,-1 0 1,1 0-1,0 0 0,-1-1 1,1 1-1,-1 0 0,1 0 1,-1 0-1,1 0 0,-1 0 0,1 0 1,-1 0-1,1 0 0,-1 0 1,1 0-1,-1 0 0,1 0 1,-1 0-1,1 0 0,0 0 0,-1 0 1,1 1-1,-1-1 0,1 0 1,-1 1-1,2 14-30,19 22-30,-5-22-189,1 0 1,1-1-1,0-1 0,0 0 1,1-1-1,28 12 0,120 49-4386,-162-72 4493,32 12-7295</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06.306"/>
    </inkml:context>
    <inkml:brush xml:id="br0">
      <inkml:brushProperty name="width" value="0.035" units="cm"/>
      <inkml:brushProperty name="height" value="0.035" units="cm"/>
    </inkml:brush>
  </inkml:definitions>
  <inkml:trace contextRef="#ctx0" brushRef="#br0">1 1 12684,'0'0'-117,"0"11"-60,2 44 218,2-1 0,18 78 0,38 120 778,-29-128-693,-22-88-140,12 41-103,-4 2 1,-4 0-1,6 117 1,-18-187-332,-1-7 158,0 0-1,0 0 0,1 0 0,-1 0 0,-1 0 0,1 0 0,0 0 1,0 0-1,-1 0 0,1 0 0,-1 0 0,0 0 0,1 0 0,-1 0 1,0 0-1,-2 2 0,-9-1-4925</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06.691"/>
    </inkml:context>
    <inkml:brush xml:id="br0">
      <inkml:brushProperty name="width" value="0.035" units="cm"/>
      <inkml:brushProperty name="height" value="0.035" units="cm"/>
    </inkml:brush>
  </inkml:definitions>
  <inkml:trace contextRef="#ctx0" brushRef="#br0">6 127 9129,'0'0'213,"-2"-10"545,-2-37 465,4 45-1135,1-1 1,-1 0-1,1 1 1,-1-1 0,1 1-1,0-1 1,0 1-1,0-1 1,0 1 0,0 0-1,1-1 1,-1 1-1,1 0 1,-1 0 0,1 0-1,0 0 1,0 0-1,0 0 1,0 1-1,0-1 1,0 1 0,1-1-1,-1 1 1,0 0-1,1 0 1,-1 0 0,6-1-1,3-1-28,0 0 0,1 0 1,-1 1-1,18 0 0,-21 1-47,1 1 1,-1 0-1,1 1 1,0 0-1,-1 0 1,1 1-1,-1 0 1,0 0-1,1 1 0,-1 0 1,14 8-1,-18-9-9,-1 1-1,1 0 0,-1 0 1,1 0-1,-1 0 1,0 1-1,0-1 0,-1 1 1,1-1-1,-1 1 0,0 0 1,0 0-1,0 1 1,0-1-1,-1 0 0,1 0 1,-1 1-1,0-1 0,-1 1 1,1-1-1,-1 1 0,0-1 1,0 1-1,-1 6 1,0-6 0,0 1 1,0-1 0,-1 1-1,0-1 1,0 1-1,-1-1 1,1 0 0,-1 0-1,0 0 1,-1 0 0,1 0-1,-1-1 1,0 0 0,0 0-1,-8 7 1,-9 6-13,-1-2-1,-28 16 1,9-6-84,29-17-79,9-7-136,0 1 1,-1 0 0,1 0 0,1 0 0,-1 0-1,0 0 1,0 1 0,1-1 0,0 1 0,-5 6 0,7-5-2177,4-3-869</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06.913"/>
    </inkml:context>
    <inkml:brush xml:id="br0">
      <inkml:brushProperty name="width" value="0.035" units="cm"/>
      <inkml:brushProperty name="height" value="0.035" units="cm"/>
    </inkml:brush>
  </inkml:definitions>
  <inkml:trace contextRef="#ctx0" brushRef="#br0">0 41 12908,'0'0'1506,"47"-33"-1410,-23 28-96,5 4 32,1 0-32,0 1 0,-3 0-1249,-6 0-2627,-6 0-1409</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07.055"/>
    </inkml:context>
    <inkml:brush xml:id="br0">
      <inkml:brushProperty name="width" value="0.035" units="cm"/>
      <inkml:brushProperty name="height" value="0.035" units="cm"/>
    </inkml:brush>
  </inkml:definitions>
  <inkml:trace contextRef="#ctx0" brushRef="#br0">1 125 10762,'0'0'96,"49"-6"225,-8-7-193,15-1-96,6-4 0,4-3-96,-1-4-1506,-5-2-2145</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07.430"/>
    </inkml:context>
    <inkml:brush xml:id="br0">
      <inkml:brushProperty name="width" value="0.035" units="cm"/>
      <inkml:brushProperty name="height" value="0.035" units="cm"/>
    </inkml:brush>
  </inkml:definitions>
  <inkml:trace contextRef="#ctx0" brushRef="#br0">1 55 14029,'8'-6'678,"0"0"-492,1 0-1,0 0 1,0 1 0,0 0-1,1 1 1,19-6 0,-25 8-176,0 1 1,0 0-1,0 0 1,0 1-1,0-1 1,0 1 0,0 0-1,0 0 1,0 0-1,0 0 1,0 1 0,0 0-1,0 0 1,0 0-1,0 0 1,-1 0 0,1 1-1,0 0 1,-1 0-1,1 0 1,-1 0 0,0 0-1,1 1 1,3 4-1,-3-3-8,-1 0 0,1 1 0,-1-1 0,0 1 0,0 0 0,-1 0 0,0 0 0,0 0 0,0 1 0,0-1 0,-1 0 0,0 1 0,0-1 0,0 1 0,-1 9 1,-1-6-1,0 0 0,0-1 0,-1 1 0,0-1 0,-1 1 0,0-1 0,0 0 0,-1 0 0,-5 8 0,-8 10 12,-2-1 0,0-1 0,-1-1 0,-35 30 0,55-53-11,0 0 0,0 0-1,0 0 1,0 1 0,0-1-1,0 0 1,0 0 0,0 0-1,0 0 1,0 0 0,0 1-1,0-1 1,0 0 0,0 0-1,0 0 1,0 0 0,0 0 0,0 1-1,0-1 1,0 0 0,0 0-1,0 0 1,0 0 0,0 0-1,0 1 1,0-1 0,0 0-1,0 0 1,0 0 0,0 0-1,0 0 1,1 0 0,-1 1 0,0-1-1,0 0 1,0 0 0,0 0-1,0 0 1,0 0 0,1 0-1,-1 0 1,0 0 0,0 0-1,0 0 1,0 0 0,0 0-1,1 0 1,-1 1 0,0-1 0,0 0-1,0 0 1,0 0 0,0 0-1,1 0 1,-1-1 0,0 1-1,0 0 1,0 0 0,0 0-1,0 0 1,1 0 0,-1 0-1,0 0 1,0 0 0,0 0 0,0 0-1,13-1 165,58-13 206,0-3-1,67-27 1,-79 25-482,38-16-1327,-2-7-2803</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0.012"/>
    </inkml:context>
    <inkml:brush xml:id="br0">
      <inkml:brushProperty name="width" value="0.035" units="cm"/>
      <inkml:brushProperty name="height" value="0.035" units="cm"/>
    </inkml:brush>
  </inkml:definitions>
  <inkml:trace contextRef="#ctx0" brushRef="#br0">1 148 9033,'0'0'2690,"9"9"-2738,4 3 61,-1 1-1,0 1 1,-1 0 0,0 1-1,-2 0 1,1 0-1,-2 1 1,0 0 0,-1 1-1,10 33 1,-11 9 414,-30-99 2055,16 19-2348,1-2 0,0 1 0,2-1 0,0 0 1,2 0-1,0 0 0,2 0 0,2-38 0,-2 60-105,2-1 1,-1 1 0,0 0-1,0-1 1,0 1-1,0 0 1,1-1-1,-1 1 1,1 0 0,-1-1-1,1 1 1,0 0-1,-1 0 1,1 0 0,0 0-1,0 0 1,-1-1-1,1 2 1,0-1 0,0 0-1,0 0 1,1 0-1,-1 0 1,0 1-1,0-1 1,2-1 0,1 1-18,0 0 0,-1 0 0,1 1 0,0-1 0,0 1 0,0-1 0,0 1 0,0 1 0,5 0 1,7 1-37,-1 1 1,0 1 0,26 10 0,-25-8-3,0 0 0,0 1 0,-1 1 0,0 1 0,0 0 0,-1 1-1,0 1 1,22 21 0,-36-32 2,0 1-1,1-1 1,-1 0 0,0 0-1,0 1 1,1-1-1,-1 0 1,0 0-1,1 1 1,-1-1 0,0 0-1,0 1 1,0-1-1,0 0 1,1 1 0,-1-1-1,0 1 1,0-1-1,0 0 1,0 1-1,0-1 1,0 1 0,0-1-1,0 0 1,0 1-1,0-1 1,0 0-1,0 1 1,0-1 0,0 1-1,0-1 1,0 0-1,-1 1 1,1-1-1,0 0 1,0 1 0,0-1-1,-1 1 1,-17 1-98,-23-10 246,33 4-74,1-1 0,-1 0 1,1 0-1,0 0 0,0-1 0,1 0 0,-1 0 1,1-1-1,1 0 0,-10-14 0,13 19 9,0-1 1,0 1-1,1-1 0,-1 1 0,1-1 1,0 0-1,0 0 0,0 1 1,0-1-1,0 0 0,0 0 0,1 0 1,0 0-1,-1 0 0,1 0 0,0 0 1,0 0-1,1 0 0,-1 0 1,1 0-1,-1 0 0,1 0 0,0 0 1,0 0-1,1 0 0,-1 1 0,0-1 1,1 0-1,-1 1 0,1-1 0,0 1 1,0 0-1,0-1 0,4-1 1,3-3-55,2 1 1,-1 0-1,1 1 1,0 0 0,0 1-1,0 0 1,1 0 0,0 2-1,-1-1 1,1 1 0,21 0-1,-23 2-15,-1 0 0,0 0 1,1 1-1,-1 0 0,0 0 0,0 1 0,0 1 0,0-1 0,0 2 0,0-1 0,-1 1 0,1 0 1,-1 1-1,0 0 0,10 8 0,4 11-765,1 1-1921,-6-12-2487,-6-8-1773</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0.574"/>
    </inkml:context>
    <inkml:brush xml:id="br0">
      <inkml:brushProperty name="width" value="0.035" units="cm"/>
      <inkml:brushProperty name="height" value="0.035" units="cm"/>
    </inkml:brush>
  </inkml:definitions>
  <inkml:trace contextRef="#ctx0" brushRef="#br0">151 464 11627,'0'0'1255,"-5"9"-1127,5-9-128,-2 2 15,0 1 0,1 0-1,-1-1 1,1 1 0,0 0 0,0 0 0,0 0 0,0 0-1,0 0 1,1 0 0,-1 5 0,2-6-5,-1-1-1,1 1 1,0 0-1,0 0 1,0-1 0,0 1-1,0 0 1,0-1-1,1 1 1,-1-1 0,1 1-1,-1-1 1,0 0 0,1 0-1,0 1 1,-1-1-1,1 0 1,0 0 0,0-1-1,0 1 1,-1 0-1,1-1 1,0 1 0,0-1-1,0 1 1,4-1-1,3 2 0,1 0 0,-1-1 0,0 0 0,1 0 0,-1-1 0,1-1 0,16-2 0,-24 3-3,0 0 1,1-1-1,-1 1 0,0-1 0,0 1 0,0-1 0,0 0 0,0 0 0,0 0 0,0 0 0,0 0 1,0 0-1,0-1 0,-1 1 0,1 0 0,0-1 0,-1 0 0,1 1 0,-1-1 0,0 0 0,1 0 0,-1 0 1,0 0-1,0 0 0,0 0 0,-1 0 0,1 0 0,0 0 0,-1 0 0,1 0 0,-1-1 0,0 1 0,0 0 1,0 0-1,0 0 0,0-1 0,0 1 0,-1-3 0,0 3-5,0-1 0,-1 0-1,1 1 1,-1-1 0,1 1 0,-1 0-1,0-1 1,0 1 0,0 0 0,0 0-1,0 0 1,0 0 0,-1 1 0,1-1 0,0 1-1,-1-1 1,0 1 0,1 0 0,-1 0-1,0 0 1,1 0 0,-6 0 0,-69-12-24,69 12 17,-167-8 28,203-4-944,25-5 66,20-7-230,94-26 400,-149 47 945,-1 1 1,1 1-1,0 0 1,-1 2 0,1 0-1,0 0 1,29 6-1,-37-3-77,0-1-1,0 1 1,-1 1-1,1 0 1,-1 0-1,0 1 1,0 0-1,12 10 1,-20-14 15,-17-32 2457,7 13-2603,0 0 1,1-1-1,1 0 1,-10-39 0,15 45-49,-1-1 0,2 1 1,-1 0-1,2-1 0,0 1 1,1-1-1,0 1 0,4-21 1,-4 32-63,0 0 1,0-1-1,0 1 1,0-1 0,0 1-1,0 0 1,1 0-1,-1 0 1,1 0-1,-1 0 1,1 0-1,0 0 1,0 0 0,0 1-1,0-1 1,0 1-1,0-1 1,0 1-1,0 0 1,1 0-1,-1 0 1,3-1 0,3 0-871,1 0 1,0 1 0,-1 0 0,1 0 0,10 1 0,17 0-2660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0.901"/>
    </inkml:context>
    <inkml:brush xml:id="br0">
      <inkml:brushProperty name="width" value="0.035" units="cm"/>
      <inkml:brushProperty name="height" value="0.035" units="cm"/>
    </inkml:brush>
  </inkml:definitions>
  <inkml:trace contextRef="#ctx0" brushRef="#br0">116 174 10186,'0'0'3149,"0"-8"-1921,1-5-950,1-1 1,1 0-1,0 0 1,1 1-1,1 0 0,9-21 1,-13 32-272,0 1 0,0-1 1,0 1-1,0-1 0,-1 1 1,1-1-1,-1 0 0,1 1 1,-1-1-1,0 0 0,0 0 1,0 1-1,0-1 0,0 0 1,0 1-1,0-1 0,0 0 1,-1 0-1,1 1 1,-1-1-1,1 0 0,-1 1 1,-1-3-1,1 3 8,-1 0 0,1 0 0,-1 0-1,1 0 1,-1 0 0,1 1 0,-1-1 0,1 1 0,-1-1 0,0 1 0,1 0-1,-1-1 1,1 1 0,-1 0 0,0 0 0,0 0 0,1 0 0,-1 1 0,-2 0 0,-3 0 14,0 1 0,-1 0 0,1 0 0,1 0 1,-1 1-1,0 1 0,0-1 0,1 1 1,0 0-1,-6 5 0,8-6-20,1 0 1,0 0-1,0 0 1,1 1-1,-1-1 0,1 1 1,-1 0-1,1 0 0,1 0 1,-1 0-1,0 0 1,1 0-1,0 0 0,0 0 1,0 1-1,0-1 1,1 0-1,0 1 0,0-1 1,0 1-1,0-1 0,1 0 1,-1 1-1,1-1 1,0 0-1,3 8 0,-1-7-11,0 1 0,1-1-1,-1 0 1,1 0-1,0 0 1,1 0 0,-1-1-1,1 1 1,0-1 0,0-1-1,0 1 1,0-1-1,1 1 1,0-1 0,-1-1-1,1 1 1,0-1 0,6 1-1,-1 0-227,0-1 0,-1 0 0,1-1 0,0 0 0,0 0 0,0-1 0,0-1 0,0 0 0,-1 0 1,1-1-1,0-1 0,13-5 0,-15 5-261,-1 0 0,0-1 0,0-1 0,0 1 1,-1-1-1,0-1 0,0 1 0,0-1 1,0-1-1,-1 1 0,0-1 0,-1 0 0,1 0 1,-1-1-1,5-11 0,10-30-5477</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1.074"/>
    </inkml:context>
    <inkml:brush xml:id="br0">
      <inkml:brushProperty name="width" value="0.035" units="cm"/>
      <inkml:brushProperty name="height" value="0.035" units="cm"/>
    </inkml:brush>
  </inkml:definitions>
  <inkml:trace contextRef="#ctx0" brushRef="#br0">1 1 15439,'0'0'-225,"28"58"193,-6-18 160,2 6 33,2 2-33,-1 1-64,-1 2-64,-3-3 0,-3-5-32,-3-6-1858,-3-12-2338,-6-13-673</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1.273"/>
    </inkml:context>
    <inkml:brush xml:id="br0">
      <inkml:brushProperty name="width" value="0.035" units="cm"/>
      <inkml:brushProperty name="height" value="0.035" units="cm"/>
    </inkml:brush>
  </inkml:definitions>
  <inkml:trace contextRef="#ctx0" brushRef="#br0">1 1 12204,'0'0'3651,"43"78"-3587,-12-32 0,5 2 0,3-1 0,1-1-32,-2-4-32,-4-5-128,-6-8-2498,-9-11-1602,-11-9-64</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1.443"/>
    </inkml:context>
    <inkml:brush xml:id="br0">
      <inkml:brushProperty name="width" value="0.035" units="cm"/>
      <inkml:brushProperty name="height" value="0.035" units="cm"/>
    </inkml:brush>
  </inkml:definitions>
  <inkml:trace contextRef="#ctx0" brushRef="#br0">39 335 5830,'0'0'5285,"-38"-43"-4837,40 15 1378,10 0-417,20 0-1057,14-2-256,15-1-32,10-1 1,6 3-33,2 3-32,-4 5-32,-11 4-2179,-14 4-1568,-20 4-1987</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1.600"/>
    </inkml:context>
    <inkml:brush xml:id="br0">
      <inkml:brushProperty name="width" value="0.035" units="cm"/>
      <inkml:brushProperty name="height" value="0.035" units="cm"/>
    </inkml:brush>
  </inkml:definitions>
  <inkml:trace contextRef="#ctx0" brushRef="#br0">1 211 11147,'0'0'1793,"75"-17"-1056,-14-9-385,15-4-224,6-9-256,3-8-2947,-4-4-2146</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2.109"/>
    </inkml:context>
    <inkml:brush xml:id="br0">
      <inkml:brushProperty name="width" value="0.035" units="cm"/>
      <inkml:brushProperty name="height" value="0.035" units="cm"/>
    </inkml:brush>
  </inkml:definitions>
  <inkml:trace contextRef="#ctx0" brushRef="#br0">138 238 6054,'-7'5'5899,"1"-2"-5643,0 1 1,1 0-1,0 1 1,-1-1 0,2 1-1,-7 8 1,10-12-224,0 0 1,0 0-1,1 0 1,-1 0 0,1 0-1,-1 0 1,1 0-1,-1 0 1,1 0-1,0 1 1,-1-1-1,1 0 1,0 0-1,0 0 1,0 1-1,0-1 1,0 0-1,0 0 1,0 1-1,1 0 1,0 0 26,0-1 1,0 1 0,0-1-1,0 1 1,1-1-1,-1 1 1,0-1 0,1 0-1,-1 0 1,1 0-1,0 0 1,-1 0 0,1 0-1,0 0 1,-1 0-1,1-1 1,0 1-1,3 0 1,14 4 228,0-1 1,0 0-1,22 0 1,-32-3-276,-1 0 1,1-1-1,0-1 1,-1 1-1,1-1 1,-1-1-1,1 0 1,-1 0-1,12-5 1,-18 7-11,0-1 0,0 0 0,-1 0 0,1 0 0,0-1 0,-1 1 0,1 0 0,-1-1 0,1 1 0,-1-1 1,0 1-1,0-1 0,0 1 0,0-1 0,0 0 0,0 0 0,0 1 0,0-1 0,-1 0 0,1 0 0,-1 0 0,1 0 1,-1 0-1,0 0 0,0 0 0,0 0 0,0 0 0,0 0 0,0 0 0,0 0 0,-1 0 0,1 0 0,-1 0 0,0-2 0,-1 0 4,0 1-1,0-1 1,0 0-1,0 0 1,-1 1-1,1-1 0,-1 1 1,0 0-1,0 0 1,0 0-1,0 0 1,-1 0-1,1 1 0,-1 0 1,-3-3-1,-8 0-88,0-1 1,0 2-1,-1 0 0,1 1 0,-1 0 1,-16 0-1,-94 1-1092,91 3 760,71-3-549,-1-1 1,0-1 0,0-3-1,-1 0 1,0-2 0,0-2-1,-1-1 1,-1-2-1,0-1 1,58-36 0,-60 24 1305,-19 12 2589,-8 2 6100,15 57-8879,3-2 1,1 0-1,52 72 1,-48-78-940,-1 2 1,-2 1-1,-2 1 1,25 66-1,-43-99-207,-2 0 0,1 0 0,0 1 0,-1-1 0,-1 0-1,1 9 1,-3-4-5510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2.262"/>
    </inkml:context>
    <inkml:brush xml:id="br0">
      <inkml:brushProperty name="width" value="0.035" units="cm"/>
      <inkml:brushProperty name="height" value="0.035" units="cm"/>
    </inkml:brush>
  </inkml:definitions>
  <inkml:trace contextRef="#ctx0" brushRef="#br0">1 288 13933,'0'0'2402,"7"-57"-1825,21 39-353,13-3-64,11 0-32,5-3-95,4 1-1,-2-1-193,-9-3-1632,-12-5-2627,-11-8-2787</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2.528"/>
    </inkml:context>
    <inkml:brush xml:id="br0">
      <inkml:brushProperty name="width" value="0.035" units="cm"/>
      <inkml:brushProperty name="height" value="0.035" units="cm"/>
    </inkml:brush>
  </inkml:definitions>
  <inkml:trace contextRef="#ctx0" brushRef="#br0">0 114 15567,'0'0'827,"11"4"-789,227 104 570,-238-108-606,0 0 0,1 0 0,-1 0 0,0 0 0,0 1 0,1-1 0,-1 0 0,0 0 0,1 0 0,-1 0 0,0 0 0,1 0 0,-1 0-1,0 0 1,1 0 0,-1 0 0,0 0 0,1 0 0,-1 0 0,0 0 0,0 0 0,1 0 0,-1 0 0,0 0 0,1-1 0,-1 1 0,0 0 0,1 0 0,-1 0 0,0 0 0,0-1 0,1 1 0,-1 0 0,0 0 0,0-1 0,0 1-1,1 0 1,-1 0 0,0-1 0,0 1 0,0-1 0,1-18 173,-13-34 181,8 40-307,2 7-301,1 1 1,0-1-1,1 1 1,-1-1-1,1 1 0,0-1 1,0 1-1,0-1 0,1 1 1,1-7-1,0 9 15,-1 0-1,1 0 0,-1 1 1,1-1-1,0 0 1,0 1-1,0-1 1,0 1-1,1-1 1,-1 1-1,1 0 0,-1 0 1,1 0-1,0 1 1,-1-1-1,1 1 1,0-1-1,4 0 1,32-12-3655,4 2-2125</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3.002"/>
    </inkml:context>
    <inkml:brush xml:id="br0">
      <inkml:brushProperty name="width" value="0.035" units="cm"/>
      <inkml:brushProperty name="height" value="0.035" units="cm"/>
    </inkml:brush>
  </inkml:definitions>
  <inkml:trace contextRef="#ctx0" brushRef="#br0">213 2 7719,'0'0'4709,"-10"-1"-3551,-4 1-719,-1 0 0,1 1 0,0 1 0,-1 0 0,1 1 0,-26 9 0,35-9-325,-1-1 1,0 1 0,1 0 0,-1 0-1,1 0 1,0 1 0,0 0 0,0 0-1,-4 5 1,7-6-120,0-1 0,0 1 0,0 0-1,0 0 1,1-1 0,-1 1 0,1 0 0,0 1-1,0-1 1,0 0 0,0 0 0,1 0 0,-1 1-1,1-1 1,0 0 0,0 1 0,0-1 0,1 5-1,0-5-7,-1-1-1,1 0 1,0 1-1,0-1 1,0 0-1,0 1 1,0-1-1,1 0 1,-1 0-1,1 0 1,-1 0-1,1 0 1,0 0-1,0 0 1,0-1-1,0 1 0,0-1 1,0 1-1,0-1 1,0 0-1,1 0 1,-1 0-1,0 0 1,1 0-1,-1-1 1,1 1-1,-1-1 1,1 1-1,-1-1 1,1 0-1,-1 0 1,1 0-1,-1 0 1,1 0-1,2-2 0,1 2-45,-1-1-1,0 1 0,0-2 0,0 1 0,0 0 0,0-1 0,0 0 0,0 0 0,0-1 0,-1 1 0,1-1 1,-1 0-1,0 0 0,1 0 0,-1-1 0,4-5 0,-5 5 87,-1 0 0,0 0 0,0-1 0,0 1 0,0-1 0,-1 1 0,1-1 0,-1 0 0,0 0 0,-1 1 0,1-1 0,-1 0 0,0 0 0,0 0 0,-1 0 0,0-6 0,0 11-24,1 0-1,0 0 1,0 1-1,0-1 1,0 0-1,0 0 1,0 0-1,0 0 1,0 0-1,0 0 1,0 1-1,0-1 1,-1 0-1,1 0 1,0 0-1,0 0 1,0 0-1,0 0 1,0 0-1,0 0 1,-1 0-1,1 0 1,0 0-1,0 0 1,0 0-1,0 0 1,0 0-1,-1 0 1,1 0-1,0 0 1,0 0-1,0 0 1,0 0-1,0 0 1,-1 0-1,1 0 1,0 0-1,0 0 1,0 0-1,0 0 1,0 0-1,-1 0 1,1 0-1,0 0 1,0 0-1,0 0 1,0-1-1,0 1 1,0 0-1,0 0 1,-1 0-1,1 16-100,1-12 99,1-1 0,0 1 0,0-1 0,0 0 0,1 1-1,-1-1 1,1-1 0,0 1 0,0 0 0,0-1 0,0 1 0,0-1 0,0 0 0,1 0 0,-1 0-1,1 0 1,-1-1 0,1 0 0,0 1 0,0-1 0,6 0 0,-7 0 9,0 0 1,0 0-1,0-1 1,0 0 0,0 1-1,0-1 1,0-1-1,0 1 1,1 0-1,-1-1 1,0 1-1,0-1 1,0 0-1,0 0 1,-1 0 0,1 0-1,0-1 1,0 1-1,-1-1 1,1 0-1,0 0 1,-1 0-1,0 0 1,0 0-1,1 0 1,-1 0 0,1-4-1,13-49 535,-15 55-542,0-1 1,-1 0 0,1 1-1,0 0 1,0-1-1,0 1 1,-1-1 0,1 1-1,0 0 1,0 0 0,0-1-1,0 1 1,-1 0-1,1 0 1,0 0 0,0 0-1,0 0 1,0 0 0,0 0-1,0 0 1,-1 0 0,1 1-1,0-1 1,0 0-1,0 0 1,0 1 0,-1-1-1,1 1 1,0-1 0,0 1-1,-1-1 1,2 2-1,29 16-25,-30-17 21,18 11-323,-9-4-441,1-1 0,-1 0 0,2 0 0,-1-1 0,1-1 0,-1 0 0,19 4 0,-21-9-2048,-4-3-358</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3.157"/>
    </inkml:context>
    <inkml:brush xml:id="br0">
      <inkml:brushProperty name="width" value="0.035" units="cm"/>
      <inkml:brushProperty name="height" value="0.035" units="cm"/>
    </inkml:brush>
  </inkml:definitions>
  <inkml:trace contextRef="#ctx0" brushRef="#br0">0 1 9641,'0'0'4196,"49"16"-4228,-38-7 64,-4-2-128,-3-3-1441,-13-6-3268,-7-13-64</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3.255"/>
    </inkml:context>
    <inkml:brush xml:id="br0">
      <inkml:brushProperty name="width" value="0.035" units="cm"/>
      <inkml:brushProperty name="height" value="0.035" units="cm"/>
    </inkml:brush>
  </inkml:definitions>
  <inkml:trace contextRef="#ctx0" brushRef="#br0">1 0 5990,'0'0'32</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3.565"/>
    </inkml:context>
    <inkml:brush xml:id="br0">
      <inkml:brushProperty name="width" value="0.035" units="cm"/>
      <inkml:brushProperty name="height" value="0.035" units="cm"/>
    </inkml:brush>
  </inkml:definitions>
  <inkml:trace contextRef="#ctx0" brushRef="#br0">143 2 10922,'-8'0'694,"-3"0"-448,-3-1 571,1 1 1,-1 0 0,-20 4 0,32-4-772,0 0 1,0 1-1,0-1 1,0 0 0,-1 1-1,1 0 1,0-1-1,0 1 1,0 0 0,1 0-1,-1 0 1,0 0-1,0 1 1,0-1 0,1 0-1,-1 1 1,1-1-1,-1 1 1,1-1 0,-1 1-1,1 0 1,0 0-1,0-1 1,0 1 0,0 0-1,0 0 1,0 0-1,1 0 1,-1 0 0,1 1-1,-1 2 1,1-4-49,1 1 1,-1-1-1,1 1 1,-1-1-1,1 1 1,0-1-1,0 1 1,0-1 0,0 0-1,0 1 1,0-1-1,0 0 1,0 0-1,0 0 1,0 0-1,1 0 1,-1 0-1,0 0 1,1 0-1,-1 0 1,1-1-1,-1 1 1,1-1 0,-1 1-1,1-1 1,-1 1-1,1-1 1,0 0-1,-1 0 1,1 0-1,0 0 1,-1 0-1,1 0 1,-1 0-1,3-1 1,-1 1-3,0 0 1,0 0-1,0 0 0,0-1 1,0 1-1,0-1 0,0 0 0,0 1 1,0-2-1,0 1 0,-1 0 1,1 0-1,0-1 0,-1 0 1,1 1-1,-1-1 0,1 0 1,2-4-1,7-10 79,0 23 24,-2 1-86,-5-4-503,1 0 1,0 0-1,0-1 0,0 1 1,0-1-1,1-1 1,-1 1-1,1-1 0,-1-1 1,1 1-1,0-1 1,0 0-1,11 0 0,-2-2-3802</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3.939"/>
    </inkml:context>
    <inkml:brush xml:id="br0">
      <inkml:brushProperty name="width" value="0.035" units="cm"/>
      <inkml:brushProperty name="height" value="0.035" units="cm"/>
    </inkml:brush>
  </inkml:definitions>
  <inkml:trace contextRef="#ctx0" brushRef="#br0">1 1 8456,'0'0'6470,"11"10"-6438,10 7-14,64 61 79,-78-71-84,-1-1 0,0 1 0,0 1-1,-1-1 1,0 1 0,0 0 0,-1 0 0,0 0 0,0 1 0,3 13-1,-31-67 431,23 43-408,0 0 0,1 0-1,-1 0 1,0-1-1,1 1 1,0 0 0,0-1-1,0 1 1,0 0-1,0 0 1,0-1-1,0 1 1,1 0 0,-1-1-1,3-3 1,-3 5-27,1 1 1,-1-1-1,1 0 1,0 1-1,-1-1 1,1 0-1,0 1 1,0-1-1,0 1 0,-1 0 1,1-1-1,0 1 1,0-1-1,0 1 1,0 0-1,0 0 1,0 0-1,0-1 1,-1 1-1,1 0 1,0 0-1,0 0 1,0 1-1,0-1 1,0 0-1,1 0 1,4 2-8,-1 0 1,0 0 0,1 0-1,-1 0 1,0 1 0,0 0-1,0 0 1,-1 1 0,1-1 0,7 9-1,20 32 15,-30-41-44,0-1 1,-1 1 0,0 0-1,0 0 1,0-1 0,0 1-1,0 0 1,0 0 0,-1 0-1,1 0 1,-1 1 0,0-1-1,0 0 1,0 0 0,-1 4 0,0-6-197,1-1 0,-1 1 0,0-1 0,1 1 0,-1-1 1,0 1-1,1-1 0,-1 1 0,0-1 0,0 0 0,1 1 1,-1-1-1,0 0 0,0 0 0,0 0 0,1 0 0,-1 0 1,0 0-1,0 0 0,0 0 0,0 0 0,1 0 0,-1 0 1,0 0-1,0 0 0,0-1 0,-1 0 0,-12-5-2979</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4.125"/>
    </inkml:context>
    <inkml:brush xml:id="br0">
      <inkml:brushProperty name="width" value="0.035" units="cm"/>
      <inkml:brushProperty name="height" value="0.035" units="cm"/>
    </inkml:brush>
  </inkml:definitions>
  <inkml:trace contextRef="#ctx0" brushRef="#br0">0 0 13549,'0'0'2018,"64"28"-1890,-27-3 32,3 4-128,-1 0 0,-1-2 0,-6 1-32,-6-5-993,-11-7-3395,-8-11-1089</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4.487"/>
    </inkml:context>
    <inkml:brush xml:id="br0">
      <inkml:brushProperty name="width" value="0.035" units="cm"/>
      <inkml:brushProperty name="height" value="0.035" units="cm"/>
    </inkml:brush>
  </inkml:definitions>
  <inkml:trace contextRef="#ctx0" brushRef="#br0">1 120 10250,'0'0'635,"8"-8"609,-2 2-1026,-1 2 45,0 0 0,-1 0 0,0 0 1,0-1-1,0 1 0,0-1 0,-1 0 0,0 0 1,0 0-1,0-1 0,0 1 0,-1-1 0,0 1 1,0-1-1,-1 0 0,2-6 0,-4 11-248,1 0 0,0 1-1,0-1 1,-1 0 0,1 1 0,0-1-1,-1 0 1,1 1 0,-1-1 0,1 0-1,-1 1 1,1-1 0,-1 1 0,1-1-1,-1 1 1,0-1 0,1 1 0,-1-1-1,0 1 1,1 0 0,-1-1 0,0 1-1,0 0 1,1-1 0,-1 1 0,0 0-1,0 0 1,0 0 0,1 0 0,-1 0-1,0 0 1,0 0 0,0 0 0,1 0-1,-1 0 1,0 1 0,0-1 0,1 0-1,-1 0 1,0 1 0,-1 0-1,0-1-19,0 1-1,-1-1 0,1 1 1,0 0-1,-1 0 0,1 0 0,0 0 1,0 1-1,0-1 0,0 0 1,0 1-1,0 0 0,-2 1 0,3-1 2,0 1-1,0-1 0,0 0 0,0 0 0,0 0 1,0 0-1,1 1 0,-1-1 0,1 0 0,-1 1 1,1-1-1,0 0 0,0 1 0,0-1 0,0 1 1,0-1-1,1 0 0,-1 1 0,1-1 0,-1 0 1,1 0-1,0 1 0,0-1 0,2 3 0,-1-2 3,1 0-1,0 0 0,0 0 0,0 0 0,0-1 0,1 1 0,-1-1 1,1 0-1,0 0 0,-1 0 0,1 0 0,8 2 0,-4-1 13,-1-1 1,1 0-1,0-1 0,0 0 0,0 0 0,0 0 0,0-1 0,0 0 0,0-1 1,0 0-1,0 0 0,0-1 0,0 0 0,11-4 0,4-13 37,10-8 17,-31 26-61,-1 0-1,0 0 0,0 0 1,0 0-1,0 1 0,1-1 1,-1 0-1,0 1 0,1 0 1,-1-1-1,1 1 0,-1 0 1,0-1-1,1 1 0,-1 0 1,1 0-1,-1 0 0,0 0 1,1 0-1,2 1 0,-3 2-87,1-1 0,-1 1 0,1 0-1,-1-1 1,0 1 0,0 0 0,0 0 0,0 0 0,0 0-1,-1 0 1,0 0 0,1 0 0,-1 0 0,0 0-1,-1 0 1,1 1 0,0-1 0,-1 0 0,0 0-1,1 0 1,-1-1 0,0 1 0,-3 5 0,-15-2-5040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6.206"/>
    </inkml:context>
    <inkml:brush xml:id="br0">
      <inkml:brushProperty name="width" value="0.035" units="cm"/>
      <inkml:brushProperty name="height" value="0.035" units="cm"/>
    </inkml:brush>
  </inkml:definitions>
  <inkml:trace contextRef="#ctx0" brushRef="#br0">38 135 6598,'0'0'2798,"-5"-9"-1085,2 4-1656,-2-2 542,0-1 1,1 0 0,0 0-1,1 0 1,-3-9-1,6 15-549,-1 1 0,1 0 0,-1 0-1,1-1 1,0 1 0,0 0-1,0-1 1,0 1 0,0 0-1,0-1 1,0 1 0,0 0-1,0-1 1,1 1 0,-1 0 0,1-1-1,-1 1 1,1 0 0,-1 0-1,1 0 1,0-1 0,-1 1-1,1 0 1,0 0 0,0 0-1,0 0 1,0 0 0,0 0-1,0 1 1,0-1 0,0 0 0,0 0-1,0 1 1,0-1 0,1 1-1,-1-1 1,0 1 0,0-1-1,1 1 1,-1 0 0,0 0-1,1-1 1,-1 1 0,0 0-1,1 0 1,1 1 0,0-2-47,1 1 0,-1 0 0,0 0 0,1 1 0,-1-1 0,0 1 0,1-1 0,-1 1 0,0 0 0,0 1 0,0-1 0,1 0 0,-1 1 0,-1 0 0,1-1 0,0 1 0,0 0 0,-1 1 0,1-1 0,2 3 0,-1 0-1,-1 0-1,0 1 0,0-1 1,0 1-1,0-1 0,-1 1 1,0 0-1,0 0 0,-1 0 1,2 9-1,-2-3-4,0 0-1,0 0 1,-1 0-1,-1 0 1,0 0 0,0 0-1,-1 0 1,-1-1-1,0 1 1,-1-1 0,-5 14-1,3-14-75,3-5-81,1-1 1,-1 1 0,0-1 0,-1 0 0,1 0 0,-1 0 0,0-1 0,0 1-1,-9 6 1,27-35-278,31-30 355,-24 32 234,-2-1 0,0-1 0,-2-1 0,0 0 0,-2-1 0,14-33 0,-27 55 97,-1-1-1,0 1 1,0 0 0,0-1-1,0 1 1,-1-1 0,0-7-1,0 11-199,0 1 0,0-1 0,0 0 0,-1 0 0,1 0 0,0 1 0,0-1 0,-1 0 0,1 1 0,0-1 0,-1 0 0,1 0 0,-1 1 0,1-1 0,-1 1 0,1-1 0,-1 0 0,1 1 0,-1-1-1,1 1 1,-1-1 0,0 1 0,1 0 0,-1-1 0,0 1 0,0 0 0,1-1 0,-1 1 0,0 0 0,0 0 0,1-1 0,-1 1 0,0 0 0,0 0 0,0 0 0,1 0 0,-1 0 0,0 0-1,0 1 1,0-1 0,1 0 0,-1 0 0,0 0 0,0 1 0,1-1 0,-1 0 0,0 1 0,0 0 0,-1 0-36,0 0 1,1 0 0,0 0-1,-1 1 1,1-1-1,0 0 1,0 1-1,-1-1 1,1 0-1,0 1 1,0 0-1,1-1 1,-1 1-1,0 0 1,1-1-1,-1 1 1,0 0-1,1 0 1,0-1 0,-1 1-1,1 0 1,0 3-1,1 45-53,-1-43 52,0-1-4,1 0 0,0-1 0,0 1 0,1-1-1,-1 1 1,1-1 0,0 0 0,1 0 0,-1 0 0,1 0 0,0 0 0,0 0 0,1-1 0,-1 1-1,1-1 1,0 0 0,0 0 0,0-1 0,1 1 0,-1-1 0,1 0 0,7 4 0,-2-2-361,0-1 0,0 0-1,0 0 1,17 3 0,42 0-6514,-47-7 2036</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6.783"/>
    </inkml:context>
    <inkml:brush xml:id="br0">
      <inkml:brushProperty name="width" value="0.035" units="cm"/>
      <inkml:brushProperty name="height" value="0.035" units="cm"/>
    </inkml:brush>
  </inkml:definitions>
  <inkml:trace contextRef="#ctx0" brushRef="#br0">15 91 6887,'0'0'3784,"-2"-8"-1531,1 3-2105,-7-40 2447,8 43-2539,0 1 0,0 0-1,0 0 1,0-1 0,0 1 0,0 0-1,0 0 1,1-1 0,-1 1-1,0 0 1,1 0 0,-1 0 0,1 0-1,-1 0 1,1 0 0,0 0-1,0-1 1,-1 2 0,1-1 0,0 0-1,0 0 1,0 0 0,0 0-1,0 1 1,0-1 0,0 0 0,0 1-1,0-1 1,0 1 0,0-1-1,1 1 1,-1-1 0,0 1 0,0 0-1,0 0 1,3-1 0,0 2-51,-1-1 0,1 0 0,-1 1 0,1 0 0,-1 0 0,1 0 0,-1 0 1,0 1-1,1-1 0,-1 1 0,0 0 0,0 0 0,0 0 0,0 0 0,-1 0 0,1 1 0,0-1 0,-1 1 1,0 0-1,0 0 0,0 0 0,0 0 0,0 0 0,0 0 0,-1 0 0,1 1 0,-1-1 0,0 0 1,0 1-1,0-1 0,-1 1 0,1 0 0,-1-1 0,0 1 0,0-1 0,0 1 0,-1 0 0,1-1 1,-1 1-1,0-1 0,1 1 0,-2-1 0,-1 5 0,-9 9-90,11-16 72,0 0 1,0 0-1,0 0 0,0 1 0,0-1 0,0 0 1,0 1-1,0-1 0,0 1 0,0-1 1,1 1-1,-1-1 0,1 1 0,-1 0 0,1-1 1,0 1-1,-1 3 0,5-4-9,-1 0 1,0 1-1,1-2 0,-1 1 1,1 0-1,-1-1 0,1 1 0,-1-1 1,8-1-1,-4 2 4,1-1 9,-1 1 0,0 0 0,1 1 1,-1 0-1,14 5 0,-20-6 7,0-1-1,0 1 1,0-1 0,-1 1 0,1-1 0,0 1 0,0 0-1,0-1 1,-1 1 0,1 0 0,0-1 0,-1 1-1,1 0 1,-1 0 0,1 0 0,-1 0 0,1 0 0,-1 0-1,1 0 1,-1 1 0,0 0 0,0 0 0,0-1 0,-1 1 0,1-1 0,0 1-1,-1-1 1,0 0 0,1 1 0,-1-1 0,0 0 0,0 1 0,0-1 0,0 0 0,0 0 0,0 0 0,0 1 0,0-1-1,-3 1 1,-90 72-3060,41-34-2759,18-12-1311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7.126"/>
    </inkml:context>
    <inkml:brush xml:id="br0">
      <inkml:brushProperty name="width" value="0.035" units="cm"/>
      <inkml:brushProperty name="height" value="0.035" units="cm"/>
    </inkml:brush>
  </inkml:definitions>
  <inkml:trace contextRef="#ctx0" brushRef="#br0">1 3 14189,'0'0'5958,"20"-2"-17072</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7.281"/>
    </inkml:context>
    <inkml:brush xml:id="br0">
      <inkml:brushProperty name="width" value="0.035" units="cm"/>
      <inkml:brushProperty name="height" value="0.035" units="cm"/>
    </inkml:brush>
  </inkml:definitions>
  <inkml:trace contextRef="#ctx0" brushRef="#br0">0 0 14574,'0'0'-64</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7.451"/>
    </inkml:context>
    <inkml:brush xml:id="br0">
      <inkml:brushProperty name="width" value="0.035" units="cm"/>
      <inkml:brushProperty name="height" value="0.035" units="cm"/>
    </inkml:brush>
  </inkml:definitions>
  <inkml:trace contextRef="#ctx0" brushRef="#br0">0 1 15919,'0'0'705</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8.128"/>
    </inkml:context>
    <inkml:brush xml:id="br0">
      <inkml:brushProperty name="width" value="0.035" units="cm"/>
      <inkml:brushProperty name="height" value="0.035" units="cm"/>
    </inkml:brush>
  </inkml:definitions>
  <inkml:trace contextRef="#ctx0" brushRef="#br0">2 96 8552,'0'0'2958,"0"-10"-1005,0 6-1810,-1 1-74,1 0 0,0 0-1,-1 1 1,1-1 0,1 0 0,-1 0 0,0 0 0,1 0-1,-1 0 1,1 1 0,0-1 0,0 0 0,0 0-1,0 1 1,0-1 0,1 1 0,-1-1 0,1 1 0,-1 0-1,1-1 1,0 1 0,0 0 0,0 0 0,0 0-1,1 0 1,-1 1 0,0-1 0,1 1 0,-1-1 0,1 1-1,0 0 1,-1 0 0,5-1 0,-3 1-62,0 0-1,0 1 1,0-1 0,0 1 0,0 0 0,0 0-1,0 0 1,0 0 0,0 1 0,0 0-1,0 0 1,-1 0 0,1 0 0,0 1 0,0-1-1,-1 1 1,1 0 0,-1 0 0,1 0 0,-1 1-1,0-1 1,0 1 0,0-1 0,0 1 0,0 0-1,-1 1 1,1-1 0,-1 0 0,0 1 0,0-1-1,0 1 1,-1-1 0,1 1 0,-1 0-1,0 0 1,2 7 0,-2-1-4,1-1 0,-1 1 1,-1 0-1,0 0 0,0 0 0,-1 0 0,0-1 0,-1 1 1,0 0-1,0-1 0,-1 1 0,-1-1 0,1 0 1,-8 12-1,-10 8 149,-40 45 0,37-48-3475,22-24 1324,22-25-1930,7-9-1960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8.377"/>
    </inkml:context>
    <inkml:brush xml:id="br0">
      <inkml:brushProperty name="width" value="0.035" units="cm"/>
      <inkml:brushProperty name="height" value="0.035" units="cm"/>
    </inkml:brush>
  </inkml:definitions>
  <inkml:trace contextRef="#ctx0" brushRef="#br0">173 28 8392,'0'0'945,"-8"-4"1260,1 0-1711,0 0 0,0 1 0,-1 0 1,1 1-1,-1 0 0,-13-2 0,18 3-345,0 1-1,0 0 1,0 0-1,-1 0 1,1 0 0,0 0-1,0 1 1,0 0-1,0-1 1,0 1-1,0 0 1,0 1 0,0-1-1,0 0 1,0 1-1,1 0 1,-1-1-1,0 1 1,1 0 0,-1 1-1,1-1 1,0 0-1,-2 4 1,0-1-92,0 1 1,1-1-1,0 1 1,0 0-1,1 0 0,-1 0 1,1 0-1,1 1 1,-1-1-1,1 1 1,0-1-1,1 1 0,-1-1 1,1 1-1,1-1 1,-1 1-1,1-1 0,0 1 1,0-1-1,1 1 1,0-1-1,0 0 1,1 0-1,0 0 0,0 0 1,4 7-1,-2-6-82,1 1-1,-1-1 1,1 0 0,0-1-1,1 1 1,-1-1-1,1-1 1,1 1 0,-1-1-1,1 0 1,0-1-1,0 0 1,0 0 0,0-1-1,1 0 1,0 0-1,-1-1 1,17 2 0,-12-2-1573,0-2 1,1 1-1,25-4 1,-18-5-3064</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8.626"/>
    </inkml:context>
    <inkml:brush xml:id="br0">
      <inkml:brushProperty name="width" value="0.035" units="cm"/>
      <inkml:brushProperty name="height" value="0.035" units="cm"/>
    </inkml:brush>
  </inkml:definitions>
  <inkml:trace contextRef="#ctx0" brushRef="#br0">0 1 12556,'0'0'4500,"2"7"-3971,86 260 2060,-49-80-2312,-21-93-5546</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18.872"/>
    </inkml:context>
    <inkml:brush xml:id="br0">
      <inkml:brushProperty name="width" value="0.035" units="cm"/>
      <inkml:brushProperty name="height" value="0.035" units="cm"/>
    </inkml:brush>
  </inkml:definitions>
  <inkml:trace contextRef="#ctx0" brushRef="#br0">0 67 10122,'0'0'3523,"31"-56"-1858,-2 46-768,2 9-608,2 1-65,-4 2 0,-6 11-32,-7 4-32,-8 4-96,-8 0 0,-3 3 1,-11-1-33,-8-3-32,-1-1-64,-4-7-1506,-2-10-2882,3-2-4645</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34.873"/>
    </inkml:context>
    <inkml:brush xml:id="br0">
      <inkml:brushProperty name="width" value="0.035" units="cm"/>
      <inkml:brushProperty name="height" value="0.035" units="cm"/>
    </inkml:brush>
  </inkml:definitions>
  <inkml:trace contextRef="#ctx0" brushRef="#br0">79 56 2274,'0'0'4645,"-8"0"-4619,-1 2-13,7-2 0,-1 1-1,0-1 0,0 1 1,1-1-1,-1 0 1,0 0-1,0 0 1,0 0-1,1-1 0,-1 1 1,0-1-1,1 0 1,-5-1-1,6 1 143,0 0-1,0 0 1,0 1 0,0-1 0,1 0-1,-1 0 1,0 0 0,1 0-1,-1 0 1,0 0 0,1 0-1,-1-1 1,1 1 0,-1 0-1,1 0 1,0 0 0,0-1-1,-1 1 1,1 0 0,0 0-1,0 0 1,0-1 0,0 1 0,0 0-1,1 0 1,-1-1 0,0 1-1,1 0 1,-1 0 0,0 0-1,1 0 1,-1-1 0,1 1-1,0 0 1,-1 0 0,1 0-1,0 0 1,1-1 0,-2 2-126,1-1 1,-1 0-1,1 0 0,-1 1 1,1-1-1,-1 0 0,1 1 1,-1-1-1,1 1 0,0-1 1,0 1-1,-1-1 0,1 1 1,0-1-1,0 1 0,-1 0 1,1-1-1,0 1 1,0 0-1,0 0 0,0-1 1,-1 1-1,1 0 0,0 0 1,0 0-1,0 0 0,0 0 1,0 0-1,0 1 0,-1-1 1,1 0-1,0 0 1,0 1-1,0-1 0,-1 0 1,1 1-1,0-1 0,0 1 1,-1-1-1,1 1 0,0-1 1,-1 1-1,1-1 0,0 1 1,-1 0-1,1-1 1,-1 1-1,1 0 0,-1 0 1,1-1-1,-1 1 0,0 0 1,1 0-1,-1 0 0,0-1 1,0 1-1,0 0 0,0 0 1,1 1-1,-1 0-8,1 0 0,0 0 0,-1 0 0,1 0 0,-1 0 0,1 1 0,-1-1 0,0 0 0,0 0 0,0 0 0,0 0 0,0 1 0,-1-1 0,1 0 0,-1 0 0,1 0 0,-1 0 0,0 0 0,0 0 0,0 0 0,0 0 0,0 0 0,0 0 0,-1-1 0,1 1 0,0 0 0,-1-1 0,0 1 0,1-1 0,-1 0 0,0 1 0,1-1 0,-1 0 0,0 0 0,0 0 0,0 0 0,0 0 0,0-1 0,0 1 0,-1-1 0,1 1 0,0-1 0,0 0 0,0 0 0,-3 0 737,34-8 203,-25 7-951,-1 1 0,0-1-1,1 0 1,-1 1 0,1-1 0,-1 1 0,0 0-1,1 0 1,-1 1 0,1-1 0,-1 1 0,0 0-1,1-1 1,3 3 0,-6-2-5,1 0-1,-1 0 1,1 0 0,-1 1-1,1-1 1,-1 0 0,0 1-1,0-1 1,0 1-1,0 0 1,0-1 0,0 1-1,0 0 1,0 0 0,-1-1-1,1 1 1,0 0-1,-1 0 1,0 0 0,1 0-1,-1 0 1,0 0 0,0 0-1,0 0 1,0-1 0,-1 3-1,0-2 3,0-1 1,0 0-1,0 0 0,0 1 0,0-1 0,0 0 1,0 0-1,-1 0 0,1 0 0,0-1 0,-1 1 1,1 0-1,0 0 0,-1-1 0,1 1 0,-1-1 1,1 0-1,-1 1 0,1-1 0,-1 0 0,0 0 1,1 0-1,-1 0 0,1 0 0,-1 0 0,-1 0 1,-45-3 155,46 2-141,0 1 1,0 0 0,1-1-1,-1 0 1,0 1-1,0-1 1,1 0-1,-1 0 1,1 0-1,-1 0 1,1 0-1,-3-2 1,6-3-369,14 3-1491,-1 1-2642</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35.307"/>
    </inkml:context>
    <inkml:brush xml:id="br0">
      <inkml:brushProperty name="width" value="0.035" units="cm"/>
      <inkml:brushProperty name="height" value="0.035" units="cm"/>
    </inkml:brush>
  </inkml:definitions>
  <inkml:trace contextRef="#ctx0" brushRef="#br0">277 23 7399,'-8'-4'512,"2"1"-174,0 0 0,0 1-1,0 0 1,0 0-1,-1 0 1,1 0 0,0 1-1,-1 0 1,1 1-1,-1-1 1,0 1 0,1 0-1,-1 1 1,1 0-1,-1 0 1,1 0 0,0 1-1,-1 0 1,1 0-1,-8 4 1,4 1-132,1 0 0,0 0 0,1 1 1,0 0-1,0 1 0,1 0 0,0 0 0,0 1 1,1-1-1,0 1 0,1 1 0,0-1 0,1 1 1,-4 12-1,3-3-64,0 0 1,1 0-1,1 0 1,1 1 0,1-1-1,1 1 1,3 23-1,-2-35-117,1 0 0,0 0 0,0 0-1,1 0 1,0-1 0,1 0 0,0 1 0,0-1 0,1-1-1,0 1 1,0-1 0,1 0 0,0 0 0,0 0-1,0-1 1,1 0 0,0 0 0,0 0 0,1-1-1,0-1 1,0 1 0,12 4 0,-9-4-155,1-1 1,-1 0-1,1-1 1,-1-1-1,1 1 0,0-2 1,17 1-1,-19-2-471,1-1 0,0 0-1,-1 0 1,1-1 0,-1-1 0,0 0-1,1 0 1,14-7 0,11-10-4812</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35.684"/>
    </inkml:context>
    <inkml:brush xml:id="br0">
      <inkml:brushProperty name="width" value="0.035" units="cm"/>
      <inkml:brushProperty name="height" value="0.035" units="cm"/>
    </inkml:brush>
  </inkml:definitions>
  <inkml:trace contextRef="#ctx0" brushRef="#br0">103 65 9513,'0'0'753,"-8"-3"1788,3 1-2143,-1-1 0,1 2-1,-1-1 1,1 1 0,-1 0 0,0 0 0,1 0 0,-7 1 0,10 0-308,0 1-1,0-1 1,0 0 0,1 1 0,-1 0 0,0-1 0,1 1 0,-1 0 0,0 0-1,1 0 1,-1 0 0,1 0 0,-1 0 0,1 1 0,0-1 0,-1 0-1,1 1 1,0-1 0,0 1 0,0-1 0,0 1 0,0 0 0,0-1 0,1 1-1,-1 0 1,0 0 0,1-1 0,0 1 0,-1 0 0,1 0 0,0 0 0,0 0-1,0 0 1,0 3 0,0-1-71,0 0 0,0 0 0,0 1-1,0-1 1,1 0 0,0 0 0,-1 0 0,2 0-1,-1 1 1,0-1 0,1-1 0,0 1 0,0 0-1,0 0 1,0-1 0,1 1 0,-1-1 0,1 0 0,3 4-1,-1-4-12,-1 1-1,1-1 0,0 0 0,0 0 0,1 0 0,-1-1 0,0 0 1,1 0-1,0-1 0,-1 1 0,1-1 0,0 0 0,10 0 1,-9-1 0,1 1 0,0-1 0,0-1 1,-1 0-1,1 0 0,0 0 0,-1-1 1,1 0-1,-1 0 0,0-1 0,0 0 1,12-7-1,-16 7-3,0 1-1,0-1 1,0 0 0,0 0 0,-1 0-1,1 0 1,-1 0 0,0 0-1,0-1 1,0 1 0,0-1 0,-1 0-1,1 0 1,-1 1 0,0-1-1,0 0 1,0 0 0,-1 0 0,1 0-1,-1 0 1,0 0 0,0 0 0,-1 0-1,1 0 1,-1 0 0,-1-6-1,0 5-5,0 1 0,0 0-1,0-1 1,0 1-1,-1 0 1,1 0-1,-1 0 1,0 1 0,0-1-1,0 1 1,-1 0-1,1-1 1,-1 1-1,0 1 1,0-1 0,0 1-1,0-1 1,0 1-1,-1 0 1,1 1-1,-1-1 1,-6-1 0,1 0-8,1 1 0,-1 0 0,0 1 0,1 0 1,-1 0-1,0 1 0,0 0 0,0 1 0,1 0 1,-12 3-1,19-4-77,0 1 0,0-1 0,0 1 0,0 0 0,0 0 1,0 0-1,0 0 0,0 0 0,1 0 0,-1 0 0,0 1 0,1-1 0,-1 1 1,1-1-1,-1 1 0,1-1 0,0 1 0,0 0 0,0 0 0,0 0 0,0 0 1,0 0-1,0 0 0,0 0 0,1 0 0,-1 0 0,1 0 0,0 0 0,-1 0 1,1 0-1,1 4 0,-1-2-364,1-1 1,-1 1-1,1-1 0,0 1 1,1-1-1,-1 0 1,1 0-1,-1 1 1,1-1-1,0 0 0,0 0 1,0-1-1,0 1 1,1 0-1,-1-1 1,1 1-1,0-1 0,4 3 1,25 12-3057,4-2-666</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35.826"/>
    </inkml:context>
    <inkml:brush xml:id="br0">
      <inkml:brushProperty name="width" value="0.035" units="cm"/>
      <inkml:brushProperty name="height" value="0.035" units="cm"/>
    </inkml:brush>
  </inkml:definitions>
  <inkml:trace contextRef="#ctx0" brushRef="#br0">0 0 993,'9'2'745,"5"1"1047,1 0 0,-1 0 1,0 2-1,25 11 0,-35-15-1528,-1 1 0,1 1 0,-1-1 0,0 0 0,0 1 0,0 0 0,-1-1 0,1 1 0,0 0 0,-1 1 0,0-1 0,0 0 0,0 1 0,0-1 0,0 1 0,-1-1 0,0 1 0,0 0 0,0 0 0,0 0 0,0-1 0,-1 1 0,1 5 0,-1 5-106,0 0 0,-1 0-1,-4 23 1,-10 1-903,13-36 466,1 0 0,0-1 0,0 1 1,-1-1-1,1 1 0,-1-1 0,1 1 0,-1-1 0,0 0 1,1 0-1,-1 0 0,0 0 0,0 0 0,0 0 1,-3 0-1,-6 0-3650,4-2-1399</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36.168"/>
    </inkml:context>
    <inkml:brush xml:id="br0">
      <inkml:brushProperty name="width" value="0.035" units="cm"/>
      <inkml:brushProperty name="height" value="0.035" units="cm"/>
    </inkml:brush>
  </inkml:definitions>
  <inkml:trace contextRef="#ctx0" brushRef="#br0">65 107 12620,'0'0'3272,"-8"-2"-2183,-23-7-80,30 8-966,0 1 1,0 0-1,0 0 0,0 1 0,0-1 0,0 0 0,0 0 0,0 0 1,0 1-1,0-1 0,0 0 0,1 1 0,-1-1 0,0 1 0,0-1 1,0 1-1,0 0 0,1-1 0,-1 1 0,0 0 0,0-1 0,1 1 1,-1 0-1,1 0 0,-1 0 0,1 0 0,-1 0 0,1-1 0,-1 1 0,1 0 1,0 0-1,-1 0 0,1 0 0,0 0 0,0 0 0,0 0 0,0 0 1,0 0-1,0 0 0,0 0 0,0 0 0,0 0 0,1 2 0,-1 0-25,0 0-1,0 0 1,1 0-1,-1 0 1,1 0-1,-1 0 0,1-1 1,0 1-1,0 0 1,1 0-1,-1 0 1,4 4-1,-1-4-13,1 0 0,0-1 0,0 1 0,0-1 0,1 0-1,-1 0 1,1-1 0,-1 0 0,1 0 0,-1 0 0,1 0 0,-1-1 0,1 0 0,0 0-1,-1-1 1,1 1 0,-1-1 0,1-1 0,-1 1 0,1-1 0,-1 0 0,0 0 0,6-3 0,-7 4-5,-1-1 0,0 1 0,0-1 1,0 0-1,0 0 0,0 0 0,-1 0 1,1-1-1,-1 1 0,1-1 0,-1 1 0,0-1 1,0 0-1,0 0 0,0 0 0,-1 0 1,1 0-1,-1-1 0,1 1 0,-1 0 1,-1-1-1,1 1 0,0 0 0,-1-1 1,1 1-1,-1-1 0,0 1 0,0-1 1,-1 1-1,1-1 0,-1 1 0,1-1 1,-1 1-1,0 0 0,0-1 0,-1 1 1,1 0-1,-3-3 0,2 2 31,-1 0-1,0 0 1,1 1-1,-2-1 1,1 1 0,0 0-1,-1 0 1,1 0-1,-1 0 1,0 1-1,0 0 1,0-1-1,0 1 1,0 1 0,-1-1-1,1 1 1,-1-1-1,-5 0 1,-48-4-1605,20 5-4227,29 1 3163</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36.341"/>
    </inkml:context>
    <inkml:brush xml:id="br0">
      <inkml:brushProperty name="width" value="0.035" units="cm"/>
      <inkml:brushProperty name="height" value="0.035" units="cm"/>
    </inkml:brush>
  </inkml:definitions>
  <inkml:trace contextRef="#ctx0" brushRef="#br0">1 2 7687,'0'0'3972,"57"-1"-897,-29 3-1602,3 17-576,0 9-224,-4 8-1,-5 5-63,-7 4-289,-6 3-288,-8 1-32,-1-2 32,-12-5-64,-12-2-160,-5-8-2370,-6-8-3044</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37.306"/>
    </inkml:context>
    <inkml:brush xml:id="br0">
      <inkml:brushProperty name="width" value="0.035" units="cm"/>
      <inkml:brushProperty name="height" value="0.035" units="cm"/>
    </inkml:brush>
  </inkml:definitions>
  <inkml:trace contextRef="#ctx0" brushRef="#br0">142 1 12460,'0'0'3187,"-3"10"-2723,1 4-118,0 0 0,1 0 0,1 0 0,1-1 0,0 1 0,0 0 0,2 0 0,-1-1 0,8 21 0,9 42-52,-4 0 1,-3 1 0,-4 1-1,-1 79 1,-7-155-292,1-1 0,-1 0 0,0 0 0,0 0 0,0 1 0,0-1 0,0 0-1,0 0 1,-1 0 0,1 1 0,0-1 0,-1 0 0,1 0 0,0 0 0,-1 0 0,0 0 0,1 0 0,-1 0 0,0 0 0,1 0 0,-1 0 0,-1 1 0,1-1 2,0-1 1,0 0-1,0 0 0,0 0 1,0-1-1,0 1 1,0 0-1,0 0 0,1 0 1,-1-1-1,0 1 1,0 0-1,0-1 1,0 1-1,0-1 0,1 1 1,-1-1-1,0 1 1,1-1-1,-1 0 1,-1-1-1,-4-4 15,0-1 1,0 0-1,1 0 0,-8-13 0,-6-21-19,3-2 0,1 0 0,2 0-1,-11-63 1,13 50 10,-3 0 0,-22-55 1,41 119-12,0 0 0,1 0 0,0 0 0,0-1 0,1 0 0,0 0 1,0 0-1,13 7 0,2 3-3,50 27-1,-67-41 4,-1-1-1,1 1 0,0-1 1,0 0-1,0 0 1,0-1-1,0 0 1,0 0-1,0 0 0,1 0 1,-1-1-1,0 0 1,0 0-1,1 0 0,7-2 1,-9 0-1,-1 1 0,0-1 1,0 0-1,0 0 0,0 0 0,0-1 1,-1 1-1,1-1 0,0 0 0,-1 1 1,0-1-1,0 0 0,0-1 0,0 1 1,0 0-1,-1 0 0,1-1 0,-1 1 1,0-1-1,0 1 0,0-1 0,0-6 1,2-5 4,-1-1 0,0 0 1,-1 1-1,-1-1 1,-2-27-1,-2 34-2,2 20 14,3 22 121,3-23-49,0 1 0,1 0 0,1-1 0,-1 0 0,1 0 0,1-1 0,0 0 0,0 0 0,1 0 0,9 7 0,-2-2-261,2 0 0,0-1-1,0-1 1,30 16-1,-12-17-5911,-23-10-546</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37.521"/>
    </inkml:context>
    <inkml:brush xml:id="br0">
      <inkml:brushProperty name="width" value="0.035" units="cm"/>
      <inkml:brushProperty name="height" value="0.035" units="cm"/>
    </inkml:brush>
  </inkml:definitions>
  <inkml:trace contextRef="#ctx0" brushRef="#br0">0 0 10442,'0'0'9641,"48"34"-9289,-38-22-224,0 3-96,-2 0 1,2 2 31,-4-1-64,0 0-97,-3-1-159,0-1-2274,-3-5-1090,0-4-2209</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38.296"/>
    </inkml:context>
    <inkml:brush xml:id="br0">
      <inkml:brushProperty name="width" value="0.035" units="cm"/>
      <inkml:brushProperty name="height" value="0.035" units="cm"/>
    </inkml:brush>
  </inkml:definitions>
  <inkml:trace contextRef="#ctx0" brushRef="#br0">57 1 10378,'0'0'3422,"3"8"-2878,12 36 1004,-3 2 0,-1-1 1,4 52-1,-4-32-1153,34 240 5,-59-376-349,-2 0 0,-46-117 0,30 94-38,26 73-1,3 11-9,0 0-1,0 0 0,-1 0 1,0 0-1,-1 1 1,0 0-1,-6-9 1,16 53-131,1-23 130,1-1 1,1 0 0,0 0-1,0-1 1,1 1 0,0-2 0,1 1-1,15 10 1,-20-16-4,0 0-1,0-1 1,1 1-1,0-1 1,0 0-1,0 0 1,0-1-1,0 0 1,0 0-1,1 0 1,-1-1-1,1 0 1,-1 0-1,1 0 1,-1-1-1,1 0 1,-1-1-1,1 1 1,8-3-1,-12 1-39,1 0 0,-1 0 0,0 0 0,1 0 0,-1-1 0,0 1 0,0-1 0,-1 0 0,1 0 0,-1 0 1,1-1-1,-1 1 0,0 0 0,0-1 0,0 0 0,-1 1 0,1-1 0,-1 0 0,0 0 0,0 1 0,1-9 0,1-8-244,0 0 0,-1-37 0,-3 37 258,0-6 31,2 23 68,2 13 76,4 6 19,0-1 0,1 1-1,0-2 1,1 1 0,1-1-1,0 0 1,1-1 0,0-1-1,1 1 1,17 12-1,20 23-1985,-8 4-3730,-35-43-1066</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38.576"/>
    </inkml:context>
    <inkml:brush xml:id="br0">
      <inkml:brushProperty name="width" value="0.035" units="cm"/>
      <inkml:brushProperty name="height" value="0.035" units="cm"/>
    </inkml:brush>
  </inkml:definitions>
  <inkml:trace contextRef="#ctx0" brushRef="#br0">0 66 10410,'0'0'1318,"11"-8"1037,-8 6-2278,61-38 2089,-58 37-1973,0 1 0,-1 0 1,1 0-1,0 0 0,0 1 1,0-1-1,0 1 0,0 1 1,1-1-1,-1 1 0,0 0 1,12 2-1,-17-1-180,0-1 0,1 0 0,-1 1 0,0-1-1,0 1 1,0-1 0,1 1 0,-1 0 0,0 0 0,0-1 0,0 1-1,0 0 1,0 0 0,0 0 0,0 0 0,-1 0 0,1 0 0,0 0-1,0 0 1,-1 1 0,1-1 0,-1 0 0,1 2 0,0 0-4,0 1 1,-1-1-1,1 1 0,-1-1 1,0 1-1,0-1 1,0 1-1,-2 5 0,0 2-6,-1-1-1,0 1 1,0-1-1,-10 18 1,-7 3-32,15-24-152,0 0 1,0 0 0,1 0 0,0 1 0,0-1-1,1 1 1,0 0 0,1 0 0,-4 16 0,9-23 146,1 0 1,-1 0-1,1-1 0,0 1 1,-1-1-1,1 0 0,0 0 1,-1 0-1,7-1 0,26-5 74,0-1 0,38-14-1,14-2-862,-63 17-1750,-8 2-2515</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38.936"/>
    </inkml:context>
    <inkml:brush xml:id="br0">
      <inkml:brushProperty name="width" value="0.035" units="cm"/>
      <inkml:brushProperty name="height" value="0.035" units="cm"/>
    </inkml:brush>
  </inkml:definitions>
  <inkml:trace contextRef="#ctx0" brushRef="#br0">0 1 9065,'0'0'11498,"52"10"-11241,-36 23-97,-5 9-96,-5 1-64,-6 6 0,-5-4 0,-15-6-2274,-4-10-7367</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39.374"/>
    </inkml:context>
    <inkml:brush xml:id="br0">
      <inkml:brushProperty name="width" value="0.035" units="cm"/>
      <inkml:brushProperty name="height" value="0.035" units="cm"/>
    </inkml:brush>
  </inkml:definitions>
  <inkml:trace contextRef="#ctx0" brushRef="#br0">122 1 11018,'0'0'-128,"-65"17"2178,38 14-833,8 12 289,8 16-449,11 11 32,3 6-192,21 6-481,16 5-256,12 2-128,11 1-32,8-6 0,4-12-448,8-15-4293,2-21-5636</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1:39.727"/>
    </inkml:context>
    <inkml:brush xml:id="br0">
      <inkml:brushProperty name="width" value="0.035" units="cm"/>
      <inkml:brushProperty name="height" value="0.035" units="cm"/>
    </inkml:brush>
  </inkml:definitions>
  <inkml:trace contextRef="#ctx0" brushRef="#br0">0 20 6854,'0'0'7784,"60"-19"-6022,-25 29-545,5 25-481,0 15-31,-1 14-192,-11 14-129,-16 10-192,-12 7-128,-23 2-32,-22-3-64,-17-9-3940,-9-11-11979</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26.627"/>
    </inkml:context>
    <inkml:brush xml:id="br0">
      <inkml:brushProperty name="width" value="0.035" units="cm"/>
      <inkml:brushProperty name="height" value="0.035" units="cm"/>
    </inkml:brush>
  </inkml:definitions>
  <inkml:trace contextRef="#ctx0" brushRef="#br0">195 66 5093,'0'0'811,"-1"-7"1138,1 6-1737,-7-32 1283,7 32-1359,0 0 1,-1 0 0,1-1-1,-1 1 1,1 0 0,-1 0-1,1-1 1,-1 1 0,0 0-1,1 0 1,-1 0 0,0 0-1,0 0 1,0 0 0,0 0-1,0 0 1,0 0 0,0 1 0,0-1-1,0 0 1,0 1 0,-1-1-1,1 1 1,0-1 0,0 1-1,-2-1 1,2 2-108,-1 1 0,1-1 0,-1 1-1,1 0 1,0-1 0,0 1 0,0 0 0,0-1 0,0 1 0,0 0 0,0 0-1,1 0 1,-1 0 0,1 0 0,-1 0 0,1 0 0,0 0 0,0 4 0,-2 2 25,-130 696 1718,129-689-1750,1-4 96,-1 0 0,1 0 0,1 0 0,0 0 0,0 0 0,1 0 1,2 15-1,-1-26-112,-1 1 1,0 0-1,1-1 1,-1 1 0,1-1-1,-1 1 1,1 0-1,-1-1 1,1 0-1,-1 1 1,1-1 0,-1 1-1,1-1 1,0 0-1,-1 1 1,1-1-1,-1 0 1,1 1-1,0-1 1,0 0 0,-1 0-1,1 0 1,0 0-1,-1 0 1,1 0-1,0 0 1,0 0 0,-1 0-1,1 0 1,0 0-1,-1 0 1,1 0-1,1-1 1,-1 1-213,1 0 0,-1-1 1,0 1-1,1-1 0,-1 1 0,1-1 0,-1 1 1,0-1-1,1 0 0,-1 0 0,0 1 0,0-1 1,0 0-1,0 0 0,2-2 0,1-10-4700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27.307"/>
    </inkml:context>
    <inkml:brush xml:id="br0">
      <inkml:brushProperty name="width" value="0.035" units="cm"/>
      <inkml:brushProperty name="height" value="0.035" units="cm"/>
    </inkml:brush>
  </inkml:definitions>
  <inkml:trace contextRef="#ctx0" brushRef="#br0">1 0 5349,'0'0'5899,"0"9"-5258,4 18-132,1-1 0,1 1 1,2-1-1,13 31 1,17 67-143,-27-60-215,-9-35-4777</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28.503"/>
    </inkml:context>
    <inkml:brush xml:id="br0">
      <inkml:brushProperty name="width" value="0.035" units="cm"/>
      <inkml:brushProperty name="height" value="0.035" units="cm"/>
    </inkml:brush>
  </inkml:definitions>
  <inkml:trace contextRef="#ctx0" brushRef="#br0">402 20 5541,'0'0'5760,"-12"-19"-3512,7 19-1289,3-1-884,1 1 1,-1 0-1,1 0 0,-1 0 0,0 0 0,1 1 0,-1-1 0,1 0 0,-1 1 0,1-1 0,-1 1 0,1 0 0,-1-1 0,1 1 0,-1 0 0,1 0 0,0 0 0,0 0 0,-1 0 0,1 0 0,0 0 0,0 0 0,-2 3 0,-17 17-45,-270 286 735,290-307-765,-6 7-1,0 0-1,0 1 1,0 0 0,-4 9-1,10-17 2,-1 1 0,1 0 1,-1 0-1,1-1 0,-1 1 0,1 0 0,0 0 0,-1 0 0,1 0 0,0 0 0,0-1 0,0 1 0,0 0 0,0 0 0,0 0 0,0 0 0,0 0 0,0 0 0,0 0 0,0 0 0,0-1 0,1 1 0,-1 0 0,0 0 0,1 0 0,-1 0 0,1-1 0,-1 1 0,1 0 0,-1 0 0,1-1 0,-1 1 0,1 0 0,0-1 0,-1 1 0,1-1 0,0 1 0,0-1 0,-1 1 0,1-1 0,0 0 1,0 1-1,0-1 0,0 0 0,0 1 0,-1-1 0,1 0 0,0 0 0,0 0 0,0 0 0,0 0 0,0 0 0,0 0 0,0 0 0,0 0 0,119 2 17,-86-3-13,0 2 0,1 1 1,-1 1-1,0 2 0,47 13 1,-70-14-4,4 0 3,-1 1 0,1 0 1,-1 1-1,-1 1 0,23 14 1,-34-19-3,0-1 1,0 1-1,0 0 0,0 0 1,0 0-1,0 0 0,-1 0 1,1 1-1,-1-1 1,0 0-1,1 1 0,-1-1 1,0 1-1,0-1 1,-1 1-1,1 0 0,-1-1 1,1 1-1,-1 0 1,0-1-1,0 1 0,0 0 1,0 0-1,0-1 0,-1 1 1,1 0-1,-1-1 1,0 1-1,1-1 0,-1 1 1,0-1-1,-1 1 1,1-1-1,0 1 0,-1-1 1,1 0-1,-1 0 1,0 0-1,-2 2 0,-18 22 20,-1-2-1,-1 0 1,-50 37-1,51-45-15,1 2 0,1 0 0,1 2 0,0 0 0,2 1 0,-24 34 0,40-52-6,0-1 0,1 1 0,-1-1 0,1 1 0,0 0 0,-1-1 0,1 1 0,1 0 0,-1 0 0,0 0 0,1 0 0,-1 0 0,1 0 0,0 0 0,0 0 0,0 0 0,1-1 0,0 6-1,0-7 1,0 1 0,1 0 0,-1-1 0,0 1 0,1-1-1,0 1 1,-1-1 0,1 0 0,0 1 0,-1-1 0,1 0-1,0 0 1,0 0 0,0-1 0,0 1 0,0 0 0,0-1-1,0 1 1,0-1 0,0 0 0,0 0 0,0 0 0,0 0-1,1 0 1,1 0 0,69-5 40,-1-3 0,-1-2 0,77-23 0,-138 30-34,29-6 12,48-18 1,-77 24-13,0-1-1,-1-1 1,0 0 0,0 0 0,0-1 0,0 0 0,-1 0-1,0-1 1,0 0 0,8-10 0,-15 16 2,0 0-1,0-1 1,-1 1 0,1 0-1,0 0 1,-1-1-1,1 1 1,-1-1 0,1 1-1,-1 0 1,1-1-1,-1 1 1,0-1 0,0 1-1,0-1 1,0 1 0,0-1-1,0 1 1,0-1-1,-1 1 1,1 0 0,0-1-1,-1 1 1,1-1-1,-1 1 1,0 0 0,0-2-1,-2-1 16,0 0-1,0 0 1,-1 0 0,1 1-1,-1 0 1,1-1-1,-1 1 1,-5-2-1,8 4 411,18 54 512,17 36-198,-25-62-1464,1 0 1,1-1-1,25 44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29.532"/>
    </inkml:context>
    <inkml:brush xml:id="br0">
      <inkml:brushProperty name="width" value="0.035" units="cm"/>
      <inkml:brushProperty name="height" value="0.035" units="cm"/>
    </inkml:brush>
  </inkml:definitions>
  <inkml:trace contextRef="#ctx0" brushRef="#br0">406 42 4965,'0'0'1697,"1"-7"-255,-1 3-1917,4-22 3916,-6 21-944,-4 17-823,-136 307 2306,-53 132-2803,183-423-1322,2-1 0,0 1 0,3 0 0,0 1 0,-3 32 0,6-56-5343,-2-5-32</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30.123"/>
    </inkml:context>
    <inkml:brush xml:id="br0">
      <inkml:brushProperty name="width" value="0.035" units="cm"/>
      <inkml:brushProperty name="height" value="0.035" units="cm"/>
    </inkml:brush>
  </inkml:definitions>
  <inkml:trace contextRef="#ctx0" brushRef="#br0">0 0 6534,'0'0'7575,"1"8"-6907,1 12-335,0 0 0,2 0 0,1 0 0,9 25 1,36 85 71,-41-108-346,5-3 533,-9-13-2976</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30.996"/>
    </inkml:context>
    <inkml:brush xml:id="br0">
      <inkml:brushProperty name="width" value="0.035" units="cm"/>
      <inkml:brushProperty name="height" value="0.035" units="cm"/>
    </inkml:brush>
  </inkml:definitions>
  <inkml:trace contextRef="#ctx0" brushRef="#br0">370 0 5605,'0'0'6930,"-3"2"-6637,-1 0-221,1 1 0,-1-1 0,1 1 0,0 0 0,0 0 0,0 1 1,1-1-1,-1 0 0,1 1 0,0 0 0,0-1 0,0 1 0,0 0 0,-1 5 0,-17 28 256,-3-9-207,-1-1 0,-1-1 0,-1-2-1,-55 39 1,-34 33 546,104-81-594,14-6-18,0-8-47,0 0-1,-1 0 0,1 0 0,0-1 0,0 1 1,0-1-1,0 0 0,0 0 0,0 0 1,3 0-1,76-12 164,-17-5 86,-28 6 26,0 2 0,0 1-1,1 2 1,43-1 0,-79 7-279,0 0 0,1 0 0,-1 1 1,0-1-1,1 0 0,-1 1 0,0 0 0,0 0 0,0 0 0,1 0 1,-1 0-1,0 0 0,0 0 0,0 1 0,-1-1 0,1 1 0,0-1 1,-1 1-1,1 0 0,0-1 0,-1 1 0,0 0 0,1 0 1,-1 0-1,0 0 0,0 0 0,0 1 0,-1-1 0,1 0 0,0 0 1,-1 1-1,0-1 0,1 0 0,-1 1 0,0-1 0,0 0 1,-1 4-1,1 5 14,0 0 0,-2 0 1,1-1-1,-1 1 0,-1-1 1,0 1-1,-5 11 0,-106 197 69,75-152-50,-54 128-1,91-192-36,1 1 0,0-1 0,0 1-1,0-1 1,0 1 0,1-1 0,-1 1-1,1-1 1,0 1 0,0 4 0,0-7 0,1 0 1,-1 0-1,1 0 0,0 0 1,-1 0-1,1 0 1,0 0-1,0 0 0,0-1 1,-1 1-1,1 0 1,0 0-1,0-1 1,0 1-1,0 0 0,0-1 1,0 1-1,1-1 1,-1 0-1,0 1 0,0-1 1,0 0-1,0 0 1,0 1-1,1-1 1,-1 0-1,0 0 0,0 0 1,0-1-1,1 1 1,1 0-1,9-1 14,1-1 0,-1 0 0,0-1 0,1 0 0,-1-1 0,20-9 0,72-42 0,-42 20 8,43-15 15,-60 30-23,-1-1 1,-1-2 0,61-45 0,-100 66-13,-1-1 1,1 0 0,-1 0 0,0 0 0,0-1 0,0 1 0,0-1-1,0 1 1,-1-1 0,1 0 0,-1 0 0,0 0 0,-1 0 0,1-1-1,-1 1 1,1 0 0,-1-1 0,-1 1 0,1-7 0,-1 5-11,-1 1 0,0 0 0,0-1 0,-1 1 0,0 0 0,0 0 0,0 0 0,0 0 1,-1 0-1,0 1 0,0-1 0,0 1 0,0 0 0,-1-1 0,-7-5 0,1 0 228,-1 1 1,-1 0-1,-18-11 0,29 19 394,50 51 334,46 61-1,-74-82-1253,-2 0-1,0 1 1,-2 0-1,14 36 1,-22-38-2897,-5-11-2595</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00.317"/>
    </inkml:context>
    <inkml:brush xml:id="br0">
      <inkml:brushProperty name="width" value="0.035" units="cm"/>
      <inkml:brushProperty name="height" value="0.035" units="cm"/>
    </inkml:brush>
  </inkml:definitions>
  <inkml:trace contextRef="#ctx0" brushRef="#br0">9262 674 13100,'-8'-3'758,"-48"-16"151,20 6-577,-1 1 1,-39-7-1,-419-78-346,0 1-9,-713-84 94,-7 45 23,298 66 1492,-3 38-460,-145 97-1047,811-28-61,1 11 0,-281 93 1,426-105-26,1 5 1,2 5-1,2 4 1,2 5-1,3 4 1,3 4-1,2 4 1,-110 106-1,136-109 2,3 4-1,3 2 1,4 3 0,2 3-1,4 2 1,4 2 0,3 1-1,3 3 1,5 2 0,-42 146-1,53-130-1,5 1 0,4 0 0,5 2 0,4-1 0,10 147 0,5-180 2,3-1 0,3 0 1,4 0-1,2-2 1,3 0-1,36 72 1,-2-26-7,4-3 0,121 167 1,-115-193 23,4-2 1,3-3 0,4-4 0,3-3 0,3-3 0,111 70 0,-65-60 16,4-6 1,3-6-1,269 96 0,728 156 491,-877-271-245,1-10 1,396 8 0,-202-56 392,-2-19 0,730-140 0,110-149-126,-985 216-354,-4-13 0,323-172 1,-481 208-164,-4-7 0,-3-5 0,-5-6 1,145-136-1,-201 160 1,-4-3 1,-3-4 0,-3-2-1,-4-3 1,-3-3 0,-4-2-1,73-166 1,-103 192 34,-2 0 0,-4-2 0,-2-1 0,-3 0 0,-3 0 0,-3-1 0,-2 0 0,-4-1 0,-2 1 0,-4 0 0,-2 0 0,-3 0 0,-3 1 0,-3 1 0,-2 0 0,-4 1 0,-2 1 0,-2 1 0,-4 2 1,-37-58-1,27 57-51,-3 1 1,-2 2 0,-2 2-1,-3 2 1,-2 2 0,-2 2 0,-3 3-1,-1 3 1,-2 2 0,-2 3 0,-2 2-1,-1 4 1,-1 2 0,-72-22 0,-287-51-2430,242 64-2168,11-2-3577</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02.717"/>
    </inkml:context>
    <inkml:brush xml:id="br0">
      <inkml:brushProperty name="width" value="0.035" units="cm"/>
      <inkml:brushProperty name="height" value="0.035" units="cm"/>
    </inkml:brush>
  </inkml:definitions>
  <inkml:trace contextRef="#ctx0" brushRef="#br0">66 202 8232,'0'0'139,"-7"-3"314,1 1-201,0 0 0,0-1-1,1 0 1,-1 0 0,-8-7-1,13 9-179,0 1 0,0-1 0,0 0 0,0 0 1,0 0-1,0 0 0,0 0 0,0 0 0,0 0 0,0 0 0,1 0 0,-1-1 0,0 1 0,1 0 1,-1 0-1,1-1 0,-1 1 0,1 0 0,0-1 0,-1 1 0,1 0 0,0-1 0,0 1 0,0-1 0,0 1 1,0 0-1,1-1 0,-1 1 0,0 0 0,1-1 0,-1 1 0,0 0 0,1-1 0,0 1 0,-1 0 0,1 0 1,0 0-1,0-1 0,-1 1 0,1 0 0,2-1 0,0-1-53,1 1 1,0-1-1,-1 1 0,1 0 1,0 0-1,1 0 0,-1 0 1,0 1-1,0 0 0,1 0 1,-1 0-1,0 0 0,1 1 0,-1 0 1,1 0-1,8 1 0,-6-1-14,0 1 0,0 0-1,0 0 1,0 0-1,0 1 1,-1 0 0,1 1-1,-1 0 1,0 0-1,9 5 1,-6 0-5,-1 0 0,0 1 0,0 0 0,-1 0 0,0 1 0,-1-1 0,0 2 0,-1-1 0,0 1 0,0-1 0,-1 1 0,0 1 0,-1-1 0,-1 0 0,0 1 0,0 0 0,-1-1 0,-1 1 0,-1 21 0,1-19 0,-1 1 0,-1-1 0,0 0 0,-1 0 0,-1 0 0,0 0 0,-1 0 0,0-1 0,-1 0 0,-1 0 0,0-1 0,0 1 0,-1-2 0,-1 1 0,-18 18 0,25-28 2,0 0 0,0 0 0,-1 0 1,1 0-1,-1 0 0,1-1 0,-1 1 0,1-1 0,-1 0 0,0 0 0,0 0 1,0 0-1,0 0 0,-4 0 0,6-1-1,1-1 0,-1 1 0,1-1 0,0 1 0,-1-1 0,1 1 0,0-1 0,0 1 0,-1-1 0,1 0 0,0 1 0,0-1 0,0 1 0,0-1 0,0 0 0,0 1 0,0-1-1,0 0 1,0 1 0,0-1 0,0 1 0,0-1 0,0 0 0,0 1 0,0-1 0,1 1 0,-1-1 0,0 0 0,1 0 0,6-22 2,72-133-3,-58 120 6,-1-1 1,-2-1-1,-1-1 1,21-76-1,-36 101 64,0 1-1,0-1 1,-2 0 0,-1-24-1,1 34 43,-1 1 0,1 0 0,-1-1 0,0 1-1,0 0 1,0 0 0,-1 0 0,1 0 0,-1 0-1,1 0 1,-4-4 0,4 6-22,0 0-1,0 0 1,-1 0-1,1 0 1,0 0-1,-1 0 1,1 1 0,-1-1-1,1 0 1,-1 1-1,1-1 1,-1 1-1,1 0 1,-1-1 0,0 1-1,1 0 1,-1 0-1,1 0 1,-1 0-1,0 0 1,1 0-1,-1 1 1,1-1 0,-3 1-1,1 0-52,1 1 1,0-1-1,0 0 1,0 1-1,0-1 0,0 1 1,0 0-1,1 0 0,-1 0 1,0 0-1,1 0 0,0 0 1,-1 0-1,1 0 0,0 1 1,0-1-1,0 0 1,1 1-1,-1-1 0,0 1 1,1-1-1,0 1 0,-1 2 1,-3 66 288,4-66-262,1 10-65,1-1 1,0 0-1,1 1 1,0-1-1,2-1 1,-1 1-1,2-1 1,0 1-1,0-2 1,1 1-1,1-1 1,0 0-1,1 0 1,0-1-1,0 0 1,2-1-1,-1 0 1,1-1-1,0 0 1,1 0 0,0-1-1,1-1 1,-1 0-1,1-1 1,1 0-1,-1-1 1,1-1-1,0 0 1,0 0-1,0-2 1,0 0-1,21 1 1,-31-3-369,0 0 0,0 0 1,0-1-1,0 1 1,0-1-1,0 0 0,-1 0 1,1 0-1,0-1 0,0 1 1,-1-1-1,1 0 0,-1 0 1,1 0-1,-1-1 1,0 1-1,0-1 0,4-3 1,17-30-7821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03.027"/>
    </inkml:context>
    <inkml:brush xml:id="br0">
      <inkml:brushProperty name="width" value="0.035" units="cm"/>
      <inkml:brushProperty name="height" value="0.035" units="cm"/>
    </inkml:brush>
  </inkml:definitions>
  <inkml:trace contextRef="#ctx0" brushRef="#br0">0 1 8584,'0'0'4260,"3"52"-4004,1-7 65,5 6-161,-3 1-96,3 1-64,0-7-32,0-10-513,-2-16-6758</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03.461"/>
    </inkml:context>
    <inkml:brush xml:id="br0">
      <inkml:brushProperty name="width" value="0.035" units="cm"/>
      <inkml:brushProperty name="height" value="0.035" units="cm"/>
    </inkml:brush>
  </inkml:definitions>
  <inkml:trace contextRef="#ctx0" brushRef="#br0">0 1 9289,'0'0'1345,"51"56"929,-33-22-1569,-2 2-353,2 0-128,-2 2-160,-2-1-64,0-2 33,-4-2-66,-2-6 1,-5-7-352,-1-6-3940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04.173"/>
    </inkml:context>
    <inkml:brush xml:id="br0">
      <inkml:brushProperty name="width" value="0.035" units="cm"/>
      <inkml:brushProperty name="height" value="0.035" units="cm"/>
    </inkml:brush>
  </inkml:definitions>
  <inkml:trace contextRef="#ctx0" brushRef="#br0">409 0 7495,'0'0'2595,"-5"7"-1448,-27 37-824,-2-2-1,-1-2 1,-3-1 0,-1-2-1,-1-2 1,-75 51-1,98-77-296,13-7-24,-1 0 0,1 0 0,0 1 0,0-1 0,0 1 0,1 0 0,-1-1 0,1 2 0,-1-1 0,1 0 0,0 1 0,0 0 0,-3 5 0,31-6 3,27-6 25,90-16 0,-95 11 11,1 1-1,64 1 1,-111 6-40,1-1 1,-1 1 0,0 0 0,1 0-1,-1 0 1,1 0 0,-1 0-1,0 1 1,1-1 0,-1 0 0,1 1-1,-1-1 1,0 1 0,0-1-1,1 1 1,-1-1 0,0 1 0,0 0-1,0 0 1,1 0 0,-1 0-1,0 0 1,0 0 0,0 0 0,-1 0-1,1 0 1,0 0 0,0 0-1,-1 1 1,1-1 0,0 0 0,-1 0-1,1 1 1,-1-1 0,0 0-1,1 1 1,-1-1 0,0 1 0,0-1-1,0 0 1,0 1 0,0-1-1,0 1 1,0-1 0,-1 0 0,1 2-1,-2 4 2,-1 0 0,1 0 0,-1-1 0,0 1 0,-1-1 0,1 0 0,-1 0 0,-5 6-1,-31 33 14,-2-3-1,-77 63 0,63-60-9,-61 68 1,78-63-5,38-47-3,-1-1-1,1 1 1,-1-1 0,1 1 0,0 0-1,0-1 1,0 1 0,0 0 0,1 0 0,-1-1-1,1 1 1,-1 0 0,1 0 0,0 0 0,0 0-1,1 0 1,-1 0 0,2 5 0,-1-7 2,0 1 0,0-1 0,0 0 0,0 0 0,1 1 0,-1-1 0,0 0 0,1 0 0,-1 0 0,1-1 0,-1 1 0,1 0 0,-1-1 0,1 1 0,0 0 0,-1-1 0,1 0 0,0 1 0,-1-1 0,1 0 0,2 0 0,42-1-3,-41 0 3,19-2 4,0-1 1,0-1-1,0-2 0,25-9 1,93-46 3,-85 36-2,348-156 2171,-405 181-2105,1 1 1,-1 0-1,1-1 1,-1 1-1,1 0 1,-1-1-1,1 1 0,0 0 1,-1 0-1,1-1 1,-1 1-1,1 0 1,-1 0-1,1 0 0,0 0 1,-1 0-1,1 0 1,-1 0-1,1 0 1,0 0-1,-1 0 0,1 0 1,-1 1-1,1-1 1,-1 0-1,2 1 1,-1 14 2228,-2-1-2754,3 8 453,0-1 0,2 1 0,1 0 0,0-1 0,2 0 0,0 0 0,1-1 0,2 0 0,18 31 1,-20-41-5688</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05.317"/>
    </inkml:context>
    <inkml:brush xml:id="br0">
      <inkml:brushProperty name="width" value="0.035" units="cm"/>
      <inkml:brushProperty name="height" value="0.035" units="cm"/>
    </inkml:brush>
  </inkml:definitions>
  <inkml:trace contextRef="#ctx0" brushRef="#br0">1 187 6406,'0'0'1217,"4"0"-993,2-2 385,7-3-385,5-4 64,4-1 609,6-2-128,4-2-449,3 0-63,-1-1-161,-2 2-64,-1-1 0,-4 2-32,-5 1-96,-2-2-64,-5-6-2083,-4-5-6181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05.518"/>
    </inkml:context>
    <inkml:brush xml:id="br0">
      <inkml:brushProperty name="width" value="0.035" units="cm"/>
      <inkml:brushProperty name="height" value="0.035" units="cm"/>
    </inkml:brush>
  </inkml:definitions>
  <inkml:trace contextRef="#ctx0" brushRef="#br0">0 1 8552,'0'0'4644,"46"18"-3875,-31 6-384,2 5-289,1 2-96,-3 6 0,0 1 0,-1-1-96,-5-5-3332,-2-6-4996</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15.455"/>
    </inkml:context>
    <inkml:brush xml:id="br0">
      <inkml:brushProperty name="width" value="0.035" units="cm"/>
      <inkml:brushProperty name="height" value="0.035" units="cm"/>
    </inkml:brush>
  </inkml:definitions>
  <inkml:trace contextRef="#ctx0" brushRef="#br0">27 160 288,'0'-7'1263,"-1"-1"-1,-1 1 0,1-1 0,-1 1 1,-5-12-1,4 13-976,1 0 1,0 0-1,0 0 1,1 0-1,-1 0 1,1-1-1,1 1 1,-1 0-1,1-1 1,1-8-1,0 13-281,-1 1 0,1-1 0,0 1 0,0-1-1,0 1 1,0 0 0,0 0 0,1-1 0,-1 1 0,0 0 0,1 0-1,-1 0 1,0 0 0,1 1 0,-1-1 0,1 0 0,-1 0 0,1 1 0,0-1-1,-1 1 1,1 0 0,0-1 0,-1 1 0,3 0 0,42-3 127,-45 3-124,9 0 32,0 1 1,0 1-1,-1 0 1,1 0-1,0 1 1,-1 0-1,0 1 1,0 0-1,0 0 1,0 1 0,-1 0-1,0 1 1,0-1-1,0 2 1,-1-1-1,1 1 1,-2 0-1,1 1 1,-1-1-1,0 1 1,5 9-1,-6-9 83,0 0 0,-1 1 0,0-1 0,0 1 0,-1 0 0,0 0 1,0 0-1,-1 0 0,0 1 0,-1-1 0,0 1 0,-1-1 0,0 1 0,0-1 0,-1 1 0,0-1 0,-1 0 0,0 1 0,0-1 0,-1 0 0,-7 17 0,2-14-49,-1 1-1,0-1 1,-1 0 0,0-1 0,-21 18 0,16-15-60,1 0 0,-17 22 1,24-21 109,0 0-1010,4-11-3515</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15.984"/>
    </inkml:context>
    <inkml:brush xml:id="br0">
      <inkml:brushProperty name="width" value="0.035" units="cm"/>
      <inkml:brushProperty name="height" value="0.035" units="cm"/>
    </inkml:brush>
  </inkml:definitions>
  <inkml:trace contextRef="#ctx0" brushRef="#br0">129 49 865,'0'0'7810,"-5"-7"-7431,-20-23-59,22 28-213,0 1 1,0-1-1,0 1 0,0 0 0,0 0 0,0 0 0,-1 0 1,1 0-1,0 1 0,-1-1 0,1 1 0,0 0 1,0 0-1,-1 0 0,1 1 0,0-1 0,-1 1 0,1 0 1,0 0-1,0 0 0,0 0 0,0 0 0,0 1 0,0-1 1,-3 3-1,4 1-72,0-1 0,0 0 0,0 1-1,1 0 1,0-1 0,0 1 0,0 0 0,0 0 0,1-1 0,0 1 0,0 0 0,0 0 0,0 0-1,1 0 1,1 4 0,1 3 88,0 0 1,1 0-1,0-1 0,10 20 0,-8-20-50,0-1-1,0-1 1,1 1 0,0-1-1,1 0 1,0-1 0,0 0-1,1 0 1,0 0-1,0-1 1,1-1 0,0 0-1,0 0 1,0-1-1,1 0 1,0-1 0,0 0-1,0 0 1,0-2-1,1 1 1,-1-1 0,1-1-1,0 0 1,18-1-1,82-7 80,-65 1-2583,-41 5-2240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16.417"/>
    </inkml:context>
    <inkml:brush xml:id="br0">
      <inkml:brushProperty name="width" value="0.035" units="cm"/>
      <inkml:brushProperty name="height" value="0.035" units="cm"/>
    </inkml:brush>
  </inkml:definitions>
  <inkml:trace contextRef="#ctx0" brushRef="#br0">1 57 2434,'0'0'2696,"4"-8"-2189,-3 5-426,1 0 0,0 0 0,0 0 0,0 0 0,0 0 0,1 0 0,-1 0 0,1 1 0,0 0 0,-1-1 0,1 1 0,0 0 0,0 0 0,1 0 0,-1 1 0,0-1 0,1 1 0,-1 0 0,1 0 0,-1 0 0,1 0 0,-1 1 0,1-1 0,-1 1 0,1 0 0,0 0 0,-1 0 0,1 0 0,0 1 0,-1 0 0,1 0 0,-1 0 0,1 0 0,4 2 0,3 2 46,0 1 1,0-1-1,-1 2 0,0-1 1,0 1-1,-1 1 0,1 0 0,-2 0 1,1 1-1,-1 0 0,-1 1 1,1-1-1,8 18 0,-8-13 50,-1 0 0,0 0 0,-1 1-1,-1 0 1,0 0 0,-1 0 0,0 1-1,-2-1 1,2 30 0,-3-37-199,-1 0-1,0 0 1,-1 0 0,0 0-1,0 0 1,-1 0 0,0-1-1,0 1 1,-1-1 0,0 1-1,0-1 1,-1 0 0,0 0-1,0 0 1,-1-1 0,0 1-1,0-1 1,0-1 0,-1 1-1,1 0 1,-2-1 0,1 0-1,0-1 1,-1 0-1,0 0 1,-12 5 0,7-5-2439,2-3-443</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16.840"/>
    </inkml:context>
    <inkml:brush xml:id="br0">
      <inkml:brushProperty name="width" value="0.035" units="cm"/>
      <inkml:brushProperty name="height" value="0.035" units="cm"/>
    </inkml:brush>
  </inkml:definitions>
  <inkml:trace contextRef="#ctx0" brushRef="#br0">105 15 2755,'0'0'4874,"-4"-4"-4559,4 3-286,-1 0 0,0 0 1,0 0-1,0 1 1,0-1-1,-1 0 0,1 0 1,0 1-1,0-1 1,0 1-1,0-1 0,-1 1 1,1 0-1,0-1 1,0 1-1,-1 0 0,1 0 1,0 0-1,-1 0 1,1 0-1,0 0 1,0 0-1,-1 0 0,1 1 1,0-1-1,-1 0 1,1 1-1,0-1 0,0 1 1,0-1-1,-3 2 1,0 2 148,0-1 0,-1 1 1,1 0-1,0 0 0,1 0 1,-1 0-1,1 1 1,-4 6-1,3-6-15,2 1 1,-1-1-1,1 0 1,-1 1-1,1-1 0,1 1 1,-1-1-1,1 1 1,0 0-1,0 0 0,1 0 1,0-1-1,0 1 1,0 0-1,2 10 0,1-7-56,-1-1 0,1 0-1,0 0 1,1 0-1,0 0 1,0-1-1,1 1 1,0-1-1,10 12 1,-3-7-38,1 0-1,0 0 1,0-1 0,1-1 0,0 0-1,1-1 1,0-1 0,1 0 0,0-1-1,19 6 1,-10-7-102,1-1-1,0-2 0,0 0 1,0-2-1,1 0 1,36-5-1,-39-3-2187,-7-5-1857</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17.197"/>
    </inkml:context>
    <inkml:brush xml:id="br0">
      <inkml:brushProperty name="width" value="0.035" units="cm"/>
      <inkml:brushProperty name="height" value="0.035" units="cm"/>
    </inkml:brush>
  </inkml:definitions>
  <inkml:trace contextRef="#ctx0" brushRef="#br0">1 34 5990,'0'0'379,"11"-6"-70,0 1-128,0 1 1,0-1-1,1 2 0,-1 0 0,1 0 0,0 1 0,0 1 0,0 0 0,0 0 1,0 1-1,-1 1 0,1 0 0,23 5 0,-22-1-77,-2 0 0,1 0 0,-1 1 0,1 0 0,-2 1 0,1 0 0,-1 1 0,0 1 0,-1-1-1,0 1 1,0 1 0,-1-1 0,0 2 0,0-1 0,-2 1 0,1 0 0,-1 0 0,-1 1 0,0 0 0,0 0 0,-2 0 0,1 1 0,-1-1 0,-1 1 0,0-1 0,-1 1-1,-1 0 1,0 0 0,0 0 0,-1-1 0,-1 1 0,0 0 0,-5 15 0,3-18-95,0 0 0,-1-1-1,1 0 1,-2 0 0,0 0 0,0 0-1,0-1 1,-1 0 0,0 0 0,-1-1 0,-8 7-1,2-3-873,0-1-1,0-1 1,-1 0-1,0-1 1,-33 12 0,6-7-3497</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17.588"/>
    </inkml:context>
    <inkml:brush xml:id="br0">
      <inkml:brushProperty name="width" value="0.035" units="cm"/>
      <inkml:brushProperty name="height" value="0.035" units="cm"/>
    </inkml:brush>
  </inkml:definitions>
  <inkml:trace contextRef="#ctx0" brushRef="#br0">1 23 4837,'0'0'256,"7"-4"294,0 1-349,1 0-1,-1 0 1,1 1 0,-1 0 0,1 0 0,0 1 0,0 0 0,0 0 0,10 1-1,-13 0-98,0 1 0,0-1-1,0 1 1,0 0 0,0 0-1,-1 1 1,1-1-1,0 1 1,-1 0 0,0 0-1,1 1 1,-1 0 0,0-1-1,0 1 1,0 1 0,0-1-1,-1 0 1,5 7-1,-3-3-16,0 2 0,-1-1-1,0 0 1,0 1-1,-1-1 1,0 1 0,-1 0-1,0 0 1,0 0 0,-1 1-1,0-1 1,-1 0-1,0 0 1,0 1 0,-1-1-1,0 0 1,-1 0 0,0 0-1,0 0 1,-6 12-1,4-9-192,-1 1 0,-1-1 1,0-1-1,-1 1 0,0-1 0,-9 11 0,9-14-355,1-1 1,-2 1 0,1-2 0,-1 1-1,0-1 1,0 0 0,0-1 0,-10 5-1,-7 0-4411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17.933"/>
    </inkml:context>
    <inkml:brush xml:id="br0">
      <inkml:brushProperty name="width" value="0.035" units="cm"/>
      <inkml:brushProperty name="height" value="0.035" units="cm"/>
    </inkml:brush>
  </inkml:definitions>
  <inkml:trace contextRef="#ctx0" brushRef="#br0">50 19 3011,'0'0'5498,"-3"-5"-5295,-8-9-86,2 17 52,-9 38 554,16-34-591,0 1 1,0 0-1,1 0 0,0 0 0,0 0 0,1 0 0,0 0 1,1 0-1,-1 0 0,1 0 0,1 0 0,0-1 1,0 1-1,0 0 0,1-1 0,0 0 0,1 1 0,-1-1 1,1 0-1,1-1 0,-1 1 0,12 11 0,-8-10-124,1 0 0,0 0-1,1 0 1,0-1 0,0-1-1,0 0 1,1 0 0,0-1-1,0-1 1,0 1 0,1-2-1,0 0 1,-1 0 0,21 1-1,-1-2-231,49-3 0,-26-6-1890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21.356"/>
    </inkml:context>
    <inkml:brush xml:id="br0">
      <inkml:brushProperty name="width" value="0.035" units="cm"/>
      <inkml:brushProperty name="height" value="0.035" units="cm"/>
    </inkml:brush>
  </inkml:definitions>
  <inkml:trace contextRef="#ctx0" brushRef="#br0">1 49 320,'0'0'9193,"20"-20"-6828,-9 14-2293,1 1 1,0 1-1,1 1 0,-1-1 1,0 2-1,1 0 0,0 0 1,-1 1-1,26 2 0,-32-2-65,1 2 0,-1-1-1,0 1 1,0 0-1,0 0 1,-1 1 0,1 0-1,0 0 1,0 0-1,-1 1 1,1-1 0,-1 1-1,0 1 1,0-1-1,0 1 1,0 0 0,-1 0-1,0 0 1,1 0 0,-1 1-1,-1 0 1,6 9-1,-8-12-2,1 1-1,-1 0 1,0 0-1,0 0 0,-1 0 1,1 0-1,-1 0 1,1 0-1,-1 0 0,0 0 1,0 0-1,0 0 1,-1 0-1,1 0 0,-1 0 1,0 0-1,0 0 0,-1 4 1,-1-2 6,0-1 1,1 1-1,-2-1 1,1 0-1,0 0 1,-1 0-1,0 0 0,0-1 1,-8 7-1,-5 0-52,0 0 0,-1-1-1,-1-1 1,-28 9 0,47-17-631,19-9-3939,-4-5 1991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21.673"/>
    </inkml:context>
    <inkml:brush xml:id="br0">
      <inkml:brushProperty name="width" value="0.035" units="cm"/>
      <inkml:brushProperty name="height" value="0.035" units="cm"/>
    </inkml:brush>
  </inkml:definitions>
  <inkml:trace contextRef="#ctx0" brushRef="#br0">140 7 3972,'0'0'865,"-8"-1"565,-2-1-831,0 0 1,0 1-1,0 1 0,0 0 0,-15 1 0,22-1-492,0 1 0,1-1 0,-1 1 0,1 0 0,-1-1 0,1 1 0,-1 0 0,1 1 1,0-1-1,-1 0 0,1 1 0,0-1 0,0 1 0,0 0 0,0-1 0,0 1 0,0 0 0,1 0 0,-1 1 0,1-1 0,-1 0 0,1 0 0,0 1 0,0-1 0,0 1 0,0-1 0,0 1 0,1-1 0,-1 1 0,0 3 0,1-2-71,-1 1-1,1-1 1,0 1-1,0-1 1,1 1-1,-1-1 1,1 1-1,0-1 1,0 1-1,1-1 1,-1 0-1,1 1 0,0-1 1,0 0-1,0 0 1,1-1-1,4 8 1,-1-6-5,0 1 0,0-1 1,0 0-1,1 0 0,-1-1 0,1 0 1,0 0-1,0 0 0,13 4 0,-5-4-66,0 1 0,0-2 0,0 0 0,0-1 0,1 0 0,-1-1 0,0-1 0,1-1 0,-1 0 0,22-4 0,0-12-3371,-9-9-5685</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49.943"/>
    </inkml:context>
    <inkml:brush xml:id="br0">
      <inkml:brushProperty name="width" value="0.035" units="cm"/>
      <inkml:brushProperty name="height" value="0.035" units="cm"/>
    </inkml:brush>
  </inkml:definitions>
  <inkml:trace contextRef="#ctx0" brushRef="#br0">14 131 4132,'-11'-6'7926,"10"4"-7748,1 1 0,-1-1-1,1 1 1,0-1 0,0 1 0,0-1 0,0 0 0,0 1-1,0-1 1,0 1 0,0-1 0,1 1 0,0-3 0,17-36-547,-13 35 451,1-1 0,-1 1-1,1 0 1,0 0 0,0 1 0,1 0 0,-1 0 0,1 0 0,0 1 0,0 0 0,0 0 0,1 1 0,-1 0-1,0 0 1,1 1 0,-1 0 0,1 0 0,0 0 0,12 2 0,-15-1-79,1 1 1,-1 0-1,0 0 0,0 1 1,0-1-1,0 1 0,0 0 1,0 1-1,0-1 0,0 1 1,-1 0-1,1 0 0,-1 0 1,0 1-1,0-1 0,0 1 1,-1 0-1,1 0 0,-1 0 1,0 1-1,0-1 0,0 1 1,-1 0-1,1 0 0,-1 0 1,-1 0-1,1 0 0,1 7 1,-1-2-1,0 1 0,-1-1 1,0 1-1,0-1 1,-1 1-1,-1-1 0,0 1 1,0-1-1,-1 1 0,0-1 1,-1 0-1,0 0 0,-1 0 1,0 0-1,-8 13 1,4-11-30,0 0 1,-1 0 0,-1-1-1,0 0 1,0 0 0,-1-1 0,-1-1-1,0 0 1,0 0 0,-19 9 0,5-11-4534,20-7 443</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50.301"/>
    </inkml:context>
    <inkml:brush xml:id="br0">
      <inkml:brushProperty name="width" value="0.035" units="cm"/>
      <inkml:brushProperty name="height" value="0.035" units="cm"/>
    </inkml:brush>
  </inkml:definitions>
  <inkml:trace contextRef="#ctx0" brushRef="#br0">202 7 7751,'0'0'443,"-7"-2"849,3 1-1122,0 0-1,0 0 1,-1 0-1,1 1 1,0-1-1,0 1 1,0 0-1,-1 1 1,1-1-1,0 1 1,0 0-1,0-1 1,0 2-1,0-1 1,0 0-1,0 1 1,0 0-1,0 0 1,1 0-1,-1 0 1,1 1-1,0 0 1,-5 4-1,-2 2-6,1 1 0,0 0-1,1 1 1,0 0 0,0 0-1,1 1 1,1 0 0,0 0 0,1 0-1,0 1 1,-3 14 0,6-22-116,1 0 0,0 1 0,0-1 0,1 0 1,-1 1-1,1-1 0,0 0 0,0 1 0,1-1 1,0 1-1,0-1 0,0 0 0,0 0 0,1 0 1,0 1-1,0-1 0,0-1 0,1 1 0,0 0 1,0-1-1,0 1 0,0-1 0,1 0 0,-1 0 1,1 0-1,0-1 0,0 1 0,1-1 0,8 5 1,-1-2-208,0-1 0,0 0 0,1-1 0,-1 0 1,1-1-1,0-1 0,0 0 0,0-1 1,0 0-1,0-1 0,0 0 0,0-1 0,0-1 1,24-5-1,-12-7-4725</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50.755"/>
    </inkml:context>
    <inkml:brush xml:id="br0">
      <inkml:brushProperty name="width" value="0.035" units="cm"/>
      <inkml:brushProperty name="height" value="0.035" units="cm"/>
    </inkml:brush>
  </inkml:definitions>
  <inkml:trace contextRef="#ctx0" brushRef="#br0">0 243 8936,'0'0'4805,"68"-51"-4260,-36 30-289,5-2-192,1-1-32,2 0 0,-5 1 32,-4-1-192,-4-2-3363,-9 0-2595</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53.304"/>
    </inkml:context>
    <inkml:brush xml:id="br0">
      <inkml:brushProperty name="width" value="0.035" units="cm"/>
      <inkml:brushProperty name="height" value="0.035" units="cm"/>
    </inkml:brush>
  </inkml:definitions>
  <inkml:trace contextRef="#ctx0" brushRef="#br0">59 11 2530,'-16'-10'7253,"17"32"-6322,13 40 1486,36 98-1,-23-79-2087,-15-44 6,128 366 820,-199-532 2324,-28-70-3734,-33-157 260,101 322-10,18 32 2,4 5 2,8 10 0,6 3 5,0 1 1,1-2 0,0-1-1,1 0 1,1-1 0,0-1 0,24 10-1,-43-21-4,0-1 0,0 1 0,0-1-1,0 0 1,0 0 0,0 0 0,0 1-1,0-1 1,1 0 0,-1 0 0,0 0 0,0 0-1,0-1 1,0 1 0,0 0 0,0 0 0,0-1-1,0 1 1,0-1 0,0 1 0,0-1-1,0 1 1,0-1 0,-1 1 0,1-1 0,0 0-1,0 1 1,0-1 0,-1 0 0,1 0 0,0 0-1,-1 0 1,1 1 0,-1-1 0,1 0-1,-1 0 1,1 0 0,-1 0 0,0 0 0,1 0-1,-1 0 1,0 0 0,0-1 0,0 1 0,0 0-1,0 0 1,0-1 0,1-67-14,-2 51 38,1 16-22,0-2-1,1 0 0,-1 0 0,0 0 0,0 0 0,-1 0 0,1 0 0,-1 0 0,0 1 0,0-1-1,-1 0 1,1 0 0,0 1 0,-1-1 0,-3-3 0,5 24 79,4-11-70,-1 1 0,1-1 0,0 0-1,1-1 1,-1 1 0,1-1 0,0 0 0,1 0-1,-1 0 1,1-1 0,0 0 0,0 0 0,0 0-1,1-1 1,-1 0 0,9 2 0,-6-1-11,0-1 1,1 0-1,0-1 1,-1 0-1,1 0 1,0-1-1,0 0 1,0-1-1,0 0 0,0-1 1,12-2-1,-18 2-102,1-1-1,-1 0 0,1 0 0,-1 0 0,0 0 0,0 0 0,0-1 0,0 0 0,3-3 0,16-21-3592,-8 1-1973</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53.606"/>
    </inkml:context>
    <inkml:brush xml:id="br0">
      <inkml:brushProperty name="width" value="0.035" units="cm"/>
      <inkml:brushProperty name="height" value="0.035" units="cm"/>
    </inkml:brush>
  </inkml:definitions>
  <inkml:trace contextRef="#ctx0" brushRef="#br0">0 30 9641,'0'0'5221,"43"-29"-4036,-9 36 0,6 15 32,3 14-256,3 15-288,0 12-385,-6 11-128,-8 11-128,-11 5-32,-9 2-32,-12-5-32,-9-1-512,-18-7-3076,-16-7-4291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54.098"/>
    </inkml:context>
    <inkml:brush xml:id="br0">
      <inkml:brushProperty name="width" value="0.035" units="cm"/>
      <inkml:brushProperty name="height" value="0.035" units="cm"/>
    </inkml:brush>
  </inkml:definitions>
  <inkml:trace contextRef="#ctx0" brushRef="#br0">66 0 8392,'0'0'64,"-34"57"256,19-10 1506,4 17 288,6 14-256,5 13-577,3 5-448,17 5-289,11-2-287,11-13-193,11-18-64,7-19 0,9-24-32,6-25 32,5-10-64,0-27-1282,-5-14-2177</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57.254"/>
    </inkml:context>
    <inkml:brush xml:id="br0">
      <inkml:brushProperty name="width" value="0.035" units="cm"/>
      <inkml:brushProperty name="height" value="0.035" units="cm"/>
    </inkml:brush>
  </inkml:definitions>
  <inkml:trace contextRef="#ctx0" brushRef="#br0">1 94 4965,'0'0'368,"0"-9"785,0 0-1040,0-43 2305,0 32 277,0 17-900,1 6 329,0 13-1751,12 104 679,-11-107-1055,1 0 0,0 0 0,1-1 0,1 1 0,-1-1 0,14 22 0,-17-32-286,10 12 155,-2-10-5646</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57.735"/>
    </inkml:context>
    <inkml:brush xml:id="br0">
      <inkml:brushProperty name="width" value="0.035" units="cm"/>
      <inkml:brushProperty name="height" value="0.035" units="cm"/>
    </inkml:brush>
  </inkml:definitions>
  <inkml:trace contextRef="#ctx0" brushRef="#br0">1 1 8200,'0'0'2210,"31"45"-1409,-16-17 352,1 5-321,1 5-447,2 0-289,0 1-32,-1-4-64,-4-4 32,0-7 0,-3-5-64,-6-6-64,-3-6-3011</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58.422"/>
    </inkml:context>
    <inkml:brush xml:id="br0">
      <inkml:brushProperty name="width" value="0.035" units="cm"/>
      <inkml:brushProperty name="height" value="0.035" units="cm"/>
    </inkml:brush>
  </inkml:definitions>
  <inkml:trace contextRef="#ctx0" brushRef="#br0">256 12 6246,'0'0'7618,"0"-12"-7447,-34 71 80,3-17-206,-41 42 1,40-50-12,-48 69 1,80-102-35,-1-1 0,1 1 0,-1 0 0,1-1 0,-1 1 0,1 0 0,-1 0 0,1 0 0,-1-1 0,1 1 0,0 0 0,0 0 0,-1 0 0,1 0 0,0 0 0,0-1 0,0 1 0,0 0 0,0 0 0,0 0 0,0 0 0,0 0 0,0 0 0,0-1 0,1 1 0,-1 0 0,0 0 0,1 1 0,1-1 0,-1 0 0,0 0 0,1-1 0,-1 1 0,0-1 0,1 1 0,-1-1 0,1 1 0,-1-1 0,1 0 0,-1 0 0,0 1 0,1-1 0,-1 0 0,3-1 0,65-12 0,-64 12 0,28-8 8,0 1 0,1 2 0,66-4 0,-98 10-8,0 0 0,0 0 0,0 1 1,0-1-1,0 0 0,0 1 0,0 0 1,0-1-1,0 1 0,0 0 0,-1 0 1,1 0-1,0 0 0,0 0 0,-1 1 0,1-1 1,-1 0-1,1 1 0,-1-1 0,1 1 1,-1 0-1,0-1 0,0 1 0,0 0 1,0 0-1,0-1 0,0 1 0,-1 0 1,1 0-1,0 0 0,-1 0 0,0 0 0,1 0 1,-1 0-1,0 1 0,0-1 0,0 0 1,0 0-1,-1 2 0,0 6 3,0 1 1,0-1-1,-1 0 0,-1 0 0,0 0 0,-8 18 1,-8 7 2,-1-2 0,-2 0 1,-42 48-1,34-45-2,-46 73-1,75-107-3,0-1 0,0 0 0,0 1 0,0-1 0,0 1 0,0-1 0,1 1 0,-1-1 0,0 1 0,1-1 1,0 1-1,-1 0 0,1-1 0,0 1 0,0 0 0,-1-1 0,1 1 0,1 0 0,-1-1 0,0 1 0,0 0 0,1-1 0,0 3 0,0-4 1,0 1-1,0 0 0,0-1 0,1 1 0,-1-1 0,0 1 1,1-1-1,-1 0 0,0 1 0,1-1 0,-1 0 0,0 0 1,1 0-1,-1 0 0,0 0 0,1 0 0,-1-1 0,0 1 1,1 0-1,-1-1 0,2 0 0,12-3 1,0-2 1,0 0-1,18-10 0,56-40 1927,100-79-1,-99 67-1030,-89 67-859,0 1-1,0 0 1,0-1 0,0 1 0,0-1 0,0 1 0,0 0 0,0 0 0,0-1 0,0 1 0,0 0 0,0 0 0,0 0 0,0 0 0,1 0 0,-1 1 0,0-1 0,0 0-1,0 0 1,0 1 0,0-1 0,0 1 0,0-1 0,-1 1 0,1-1 0,0 1 0,0-1 0,0 1 0,0 0 0,0-1 0,-1 1 0,1 0 0,0 0 0,0 1 0,26 39-110,-19-28 225,5 7-806,29 46 2075,-27-31-3380,-9-2-5015</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59.327"/>
    </inkml:context>
    <inkml:brush xml:id="br0">
      <inkml:brushProperty name="width" value="0.035" units="cm"/>
      <inkml:brushProperty name="height" value="0.035" units="cm"/>
    </inkml:brush>
  </inkml:definitions>
  <inkml:trace contextRef="#ctx0" brushRef="#br0">21 122 5894,'-11'3'960,"4"-2"162,5-1 1248,13-9-1057,6-4-480,2 1-321,2-3-287,1 2-193,1 2 0,-5-1-32,-2 2 0,-3-3-129,-3-4-4483</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2:59.512"/>
    </inkml:context>
    <inkml:brush xml:id="br0">
      <inkml:brushProperty name="width" value="0.035" units="cm"/>
      <inkml:brushProperty name="height" value="0.035" units="cm"/>
    </inkml:brush>
  </inkml:definitions>
  <inkml:trace contextRef="#ctx0" brushRef="#br0">1 0 7944,'0'0'4324,"40"51"-4004,-29-30-160,4 3-96,-2 2-64,-2-2 0,-2-4-1153</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00.389"/>
    </inkml:context>
    <inkml:brush xml:id="br0">
      <inkml:brushProperty name="width" value="0.035" units="cm"/>
      <inkml:brushProperty name="height" value="0.035" units="cm"/>
    </inkml:brush>
  </inkml:definitions>
  <inkml:trace contextRef="#ctx0" brushRef="#br0">18 186 6342,'0'0'2707,"-3"-7"-2318,0 3-422,2 2 140,0 0-1,-1 0 1,1 0-1,0 0 0,0 0 1,0-1-1,0 1 1,1 0-1,-1-1 0,1 1 1,-1 0-1,1-1 1,0 1-1,0-1 1,0 1-1,0 0 0,0-1 1,0 1-1,1-1 1,-1 1-1,1 0 1,0 0-1,0-1 0,0 1 1,0 0-1,0 0 1,1-2-1,1 1 45,-1 0 1,1 0-1,0 1 0,0 0 0,-1-1 1,1 1-1,1 0 0,-1 1 0,0-1 1,0 0-1,1 1 0,-1 0 1,1 0-1,-1 0 0,1 0 0,0 0 1,-1 1-1,1 0 0,6 0 0,-7 1-132,0 0 0,0 0-1,0 0 1,0 1 0,0-1-1,0 1 1,0 0 0,0 0-1,-1 0 1,1 0-1,-1 0 1,0 1 0,1-1-1,-1 1 1,0 0 0,-1-1-1,1 1 1,0 0-1,-1 0 1,1 0 0,-1 0-1,1 4 1,2 5-17,-1 0-1,0 1 1,-1-1-1,0 1 1,-1 0 0,0 0-1,-1 0 1,-1-1-1,-1 16 1,1-29-2,1 1 0,0 0 1,0 0-1,0-1 0,0 1 0,0 0 1,-1 0-1,1 0 0,0-1 0,0 1 1,0 0-1,-1 0 0,1 0 0,0 0 0,0 0 1,0-1-1,-1 1 0,1 0 0,0 0 1,0 0-1,-1 0 0,1 0 0,0 0 0,0 0 1,-1 0-1,1 0 0,0 0 0,-1 0 1,1 0-1,0 0 0,0 0 0,-1 0 1,1 0-1,0 0 0,0 0 0,-1 0 0,1 1 1,0-1-1,0 0 0,0 0 0,-1 0 1,1 0-1,0 0 0,0 1 0,0-1 1,-1 0-1,1 0 0,0 0 0,0 1 0,0-1 1,0 0-1,0 0 0,-1 1 0,1-1 1,0 0-1,0 0 0,0 1 0,0-1 0,0 0 1,0 0-1,0 1 0,0-1 0,0 0 1,0 0-1,0 1 0,0-1 0,0 0 1,0 0-1,0 1 0,-9-19 16,8 0 77,0 0 0,1-1 1,0 1-1,2 0 0,0 0 0,7-24 0,-4 18 226,-1-1-1,1-35 0,-19 84 1705,13-18-1965,0-1 1,0 0-1,1 0 0,-1 1 1,1-1-1,0 0 0,1 1 1,-1-1-1,1 0 0,0 0 1,1 1-1,-1-1 0,1 0 1,0 0-1,0 0 0,1-1 1,-1 1-1,1-1 0,0 1 1,1-1-1,-1 0 0,0 0 0,1 0 1,0 0-1,5 3 0,0-1-338,-1-1-1,1 0 1,0-1-1,0 0 1,1 0 0,-1-1-1,1 0 1,0 0-1,0-1 1,0-1-1,0 0 1,16 0-1,-1-3-4107,-4-8-3326</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00.590"/>
    </inkml:context>
    <inkml:brush xml:id="br0">
      <inkml:brushProperty name="width" value="0.035" units="cm"/>
      <inkml:brushProperty name="height" value="0.035" units="cm"/>
    </inkml:brush>
  </inkml:definitions>
  <inkml:trace contextRef="#ctx0" brushRef="#br0">1 244 10410,'0'0'4324,"44"-53"-3812,-19 33-223,5-3-225,-1 0-32,0-1 0,-1 1-32,-3-1-64,-6-1-1634,-4-4-2786</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01.164"/>
    </inkml:context>
    <inkml:brush xml:id="br0">
      <inkml:brushProperty name="width" value="0.035" units="cm"/>
      <inkml:brushProperty name="height" value="0.035" units="cm"/>
    </inkml:brush>
  </inkml:definitions>
  <inkml:trace contextRef="#ctx0" brushRef="#br0">45 153 11179,'0'0'1660,"7"9"-673,30 36 1179,41 67-1,26 66-1205,-98-170-796,-11-24-83,-12-27-38,2 14-45,-82-147-46,82 153 47,0 0 1,-2 1-1,-1 1 1,0 1-1,-25-22 1,27 30 168,23 19 154,29 20-140,-26-22-173,0-1-1,0 0 0,1 0 0,0-1 1,0 0-1,0-1 0,0 0 0,0-1 1,0 0-1,21-1 0,-30-1-8,0 1-1,0-1 1,-1 1-1,1-1 1,0 0-1,0 1 1,-1-1-1,1 0 1,0 0-1,-1-1 1,1 1-1,-1 0 1,1 0-1,-1-1 1,0 1-1,0-1 1,0 1-1,1-1 1,-1 0-1,-1 1 1,1-1-1,0 0 1,0 0-1,-1 1 1,1-1-1,-1 0 1,1 0-1,-1 0 1,0 0-1,0 0 1,1 0-1,-2 0 1,1 0-1,0 1 1,-1-4-1,1-1-5,-1 0 0,1 0 0,-1 1 0,-1-1 0,1 0-1,-1 1 1,0-1 0,0 1 0,-1 0 0,-5-9 0,-8-3-4,11 18 7,6 1 4,0 0 0,0 0 0,0 1 0,1-1 0,-1 0 0,1 0 0,-1-1 0,1 1 0,0 0 0,0 0 0,0-1 0,3 3 0,5 3 23,1-1 0,-1 0 0,1-1 1,0 0-1,1-1 0,-1 0 0,25 4 0,-6-3-868,61 1 0,-88-6 408,-2 0 170,0 0 0,0 0 0,0 1-1,0-1 1,-1 0 0,1 0 0,0-1 0,0 1 0,0 0 0,0 0-1,0 0 1,0-1 0,0 1 0,0 0 0,0-1 0,0 1 0,0-1-1,0 1 1,-1-1 0,1 1 0,0-1 0,0 1 0,-1-1 0,2-1-1,2-12-6854</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01.355"/>
    </inkml:context>
    <inkml:brush xml:id="br0">
      <inkml:brushProperty name="width" value="0.035" units="cm"/>
      <inkml:brushProperty name="height" value="0.035" units="cm"/>
    </inkml:brush>
  </inkml:definitions>
  <inkml:trace contextRef="#ctx0" brushRef="#br0">1 7 13293,'0'0'832,"66"-7"-127,-35 30-64,0 9 320,-2 10-1,-6 6-223,-5 10-449,-7 5-191,-10 6-65,-1 5 0,-16 0-289,-13-2-4003</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01.805"/>
    </inkml:context>
    <inkml:brush xml:id="br0">
      <inkml:brushProperty name="width" value="0.035" units="cm"/>
      <inkml:brushProperty name="height" value="0.035" units="cm"/>
    </inkml:brush>
  </inkml:definitions>
  <inkml:trace contextRef="#ctx0" brushRef="#br0">106 1 7239,'0'0'2338,"-57"15"-576,37 20 31,3 10-95,5 10 192,12 8 0,1 1-962,23 1-447,9-4-289,13-6-128,10-6-32,1-12 0,3-11-64,2-18-1185,-6-7-3812,-3-17-9032</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05.891"/>
    </inkml:context>
    <inkml:brush xml:id="br0">
      <inkml:brushProperty name="width" value="0.035" units="cm"/>
      <inkml:brushProperty name="height" value="0.035" units="cm"/>
    </inkml:brush>
  </inkml:definitions>
  <inkml:trace contextRef="#ctx0" brushRef="#br0">0 63 8200,'1'-4'87,"0"1"1,1-1-1,-1 1 1,1 0-1,0-1 1,-1 1-1,2 0 0,-1 0 1,0 0-1,0 1 1,1-1-1,0 0 1,-1 1-1,1 0 1,0 0-1,0 0 1,0 0-1,1 0 1,-1 0-1,0 1 1,1-1-1,-1 1 0,1 0 1,-1 0-1,1 1 1,0-1-1,-1 1 1,1 0-1,0 0 1,-1 0-1,1 0 1,0 0-1,5 2 1,-3-1-66,0 0 1,1 0 0,-1 0-1,0 1 1,0 0 0,0 0-1,0 1 1,-1 0 0,1 0-1,-1 0 1,1 1 0,-1-1-1,0 1 1,0 1 0,-1-1-1,0 0 1,1 1 0,-1 0-1,3 6 1,-4-5-20,-1 0 0,0-1 1,0 1-1,-1 0 0,0 1 0,0-1 0,0 0 1,-1 0-1,0 0 0,0 1 0,-1-1 0,1 0 1,-1 0-1,-1 0 0,1 0 0,-1 0 0,0 0 1,0 0-1,-6 9 0,2-4 4,-1 1 0,0-1 0,-1-1 1,-1 1-1,0-1 0,0-1 0,0 1 0,-14 8 0,23-18-30,0 1-1,0-1 1,-1 1-1,1-1 1,0 1 0,-1-1-1,1 1 1,-1-1-1,1 0 1,-1 1-1,1-1 1,0 0 0,-1 1-1,1-1 1,-1 0-1,0 0 1,1 1-1,-1-1 1,1 0 0,-1 0-1,1 0 1,-1 0-1,1 0 1,-1 0-1,0 0 1,1 0 0,-1 0-1,1 0 1,-1 0-1,1 0 1,-1 0-1,0 0 1,1-1 0,-1 1-1,1 0 1,-1 0-1,1-1 1,-1 1-1,1 0 1,-1-1-1,1 1 1,0 0 0,-1-1-1,0 0 1,1-1-220,-1 0 0,1-1 0,0 1 0,0 0 0,0-1 0,0 1 1,0-1-1,0 1 0,0 0 0,2-5 0,8-21-3526</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06.166"/>
    </inkml:context>
    <inkml:brush xml:id="br0">
      <inkml:brushProperty name="width" value="0.035" units="cm"/>
      <inkml:brushProperty name="height" value="0.035" units="cm"/>
    </inkml:brush>
  </inkml:definitions>
  <inkml:trace contextRef="#ctx0" brushRef="#br0">77 32 7271,'0'0'6838,"-7"-6"-5460,-24-17-471,30 23-888,1-1 0,-1 1 0,0 0 0,0-1 0,1 1 0,-1 0 0,0 0 0,0 0 0,0 0 0,1-1 0,-1 1 0,0 0 0,0 0 0,0 1 1,1-1-1,-1 0 0,0 0 0,0 0 0,0 1 0,1-1 0,-1 0 0,0 0 0,1 1 0,-1-1 0,0 1 0,1-1 0,-1 1 0,0-1 0,1 1 0,-1-1 0,1 1 0,-1 0 0,1-1 0,-1 1 0,1 0 0,-1-1 0,1 1 0,0 0 0,-1 0 0,1-1 0,0 1 0,0 0 0,-1 1 0,-7 32 228,7-28-215,0-1 0,1 1-1,0 0 1,0 0 0,0 0 0,1-1 0,0 1 0,0 0 0,0-1-1,1 1 1,-1 0 0,2-1 0,-1 0 0,4 8 0,-3-10-14,0 1 0,1-1 1,-1 0-1,0 0 0,1 0 0,0 0 1,-1-1-1,1 0 0,0 1 0,0-1 1,1-1-1,-1 1 0,0-1 1,1 1-1,-1-1 0,1 0 0,-1-1 1,1 1-1,5-1 0,1 1-456,1-1 0,-1-1-1,1 0 1,-1 0 0,0-1-1,16-5 1,-22 5 34,1 0 1,-1 0-1,0 0 0,0 0 1,0-1-1,0 0 0,0 0 1,-1 0-1,1-1 0,-1 1 1,0-1-1,0 0 0,0-1 1,6-8-1,-4-3-6328</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06.416"/>
    </inkml:context>
    <inkml:brush xml:id="br0">
      <inkml:brushProperty name="width" value="0.035" units="cm"/>
      <inkml:brushProperty name="height" value="0.035" units="cm"/>
    </inkml:brush>
  </inkml:definitions>
  <inkml:trace contextRef="#ctx0" brushRef="#br0">0 402 10570,'0'0'2050,"43"-70"-1441,1 30 351,7-9-351,4-5-385,4 3-160,-3 8-32,-5 7-32,-6 9-96,-12 9-3299,-15 4-2338</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06.979"/>
    </inkml:context>
    <inkml:brush xml:id="br0">
      <inkml:brushProperty name="width" value="0.035" units="cm"/>
      <inkml:brushProperty name="height" value="0.035" units="cm"/>
    </inkml:brush>
  </inkml:definitions>
  <inkml:trace contextRef="#ctx0" brushRef="#br0">86 0 14990,'0'0'32,"11"7"-85,35 23 530,80 70 1,-101-77-408,-1 1 1,-1 0 0,-1 2-1,32 51 1,-54-77-67,1 0 0,-1 0 0,0 1 0,0-1 0,1 0 0,-1 1 1,0-1-1,0 0 0,0 1 0,1-1 0,-1 0 0,0 1 0,0-1 0,0 1 0,0-1 1,0 0-1,0 1 0,0-1 0,0 1 0,0-1 0,0 0 0,0 1 0,0-1 0,0 0 1,0 1-1,0-1 0,0 1 0,0-1 0,-1 0 0,1 1 0,0-1 0,0 0 0,-1 1 1,-14 0 59,-32-17-42,29 10-3,6 3-19,0 0 1,-1 1-1,1 1 0,-1 0 0,1 1 0,-1 0 1,1 1-1,0 0 0,-1 1 0,1 1 0,0 0 1,0 0-1,0 1 0,0 1 0,1 0 0,0 0 0,0 1 1,0 1-1,1 0 0,0 0 0,0 1 0,1 0 1,0 1-1,0 0 0,1 0 0,0 1 0,0 0 0,-9 19 1,15-26-4,0 0 1,1 0 0,0 1 0,-1-1-1,1 0 1,1 1 0,-1-1-1,0 1 1,1-1 0,-1 1 0,1-1-1,1 7 1,-1-9 1,1 1 0,-1-1 0,1 0 0,0 1 0,-1-1 0,1 0 1,0 0-1,0 0 0,0 0 0,0 0 0,0 0 0,0 0 0,0 0 0,0 0 0,0 0 0,1 0 1,-1-1-1,0 1 0,1 0 0,-1-1 0,0 1 0,1-1 0,-1 0 0,0 1 0,1-1 0,-1 0 0,1 0 1,-1 0-1,1 0 0,-1 0 0,3-1 0,6 0 4,0 0 1,0-1 0,0 0-1,-1-1 1,1 0-1,-1-1 1,0 0-1,0 0 1,0-1-1,0 0 1,-1-1 0,15-12-1,10-11 19,46-50 0,-69 69-21,11-12-1128,0-1 1,-1 0-1,-2-2 1,0 0 0,21-41-1,-23 24-6080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07.681"/>
    </inkml:context>
    <inkml:brush xml:id="br0">
      <inkml:brushProperty name="width" value="0.035" units="cm"/>
      <inkml:brushProperty name="height" value="0.035" units="cm"/>
    </inkml:brush>
  </inkml:definitions>
  <inkml:trace contextRef="#ctx0" brushRef="#br0">283 22 7207,'0'0'2920,"-10"-4"-1479,6 2-1348,1-1 34,-1 1 1,1 1 0,-1-1-1,0 0 1,0 1-1,1 0 1,-1 0 0,0 0-1,0 0 1,0 1-1,0-1 1,0 1 0,0 0-1,0 0 1,0 1-1,0-1 1,0 1 0,0 0-1,0 0 1,0 0-1,0 1 1,0-1 0,-4 3-1,-7 7 106,0 1 0,0 0 0,1 1 0,1 0 0,0 1 0,1 1-1,-13 19 1,19-24-126,-1 1-1,1-1 0,1 1 1,0 1-1,1-1 1,0 1-1,0-1 0,2 1 1,-1 0-1,1 0 0,1 1 1,0 13-1,1-24-106,0 0 0,1 0 1,-1 0-1,1-1 0,-1 1 0,1 0 1,-1 0-1,1-1 0,0 1 0,0 0 0,0-1 1,0 1-1,0-1 0,0 1 0,0-1 1,1 0-1,-1 1 0,0-1 0,1 0 0,-1 0 1,1 0-1,-1 0 0,1 0 0,0 0 1,-1-1-1,1 1 0,0 0 0,0-1 0,-1 1 1,1-1-1,0 0 0,0 0 0,0 0 1,-1 1-1,1-2 0,0 1 0,0 0 0,0 0 1,0-1-1,-1 1 0,3-1 0,6-1 3,0 0-1,0-1 1,0 0-1,0 0 1,0-1-1,9-6 1,29-19 1,-23 12 12,2 2 0,28-13 0,-48 25-16,0 0-1,0 1 0,1-1 0,-1 2 1,1-1-1,0 1 0,-1 0 1,1 0-1,0 1 0,-1 0 1,1 1-1,0 0 0,8 1 0,-14-1 2,1 0-1,-1 1 0,1-1 0,-1 0 1,1 1-1,-1 0 0,0-1 0,0 1 1,0 0-1,0 0 0,0 0 0,0 0 1,-1 0-1,1 1 0,0-1 0,-1 1 1,0-1-1,0 1 0,0-1 0,0 1 1,0 0-1,0-1 0,-1 1 0,1 0 1,-1 0-1,1 2 0,-1 0 1,0-1 0,0 1 0,0-1 0,0 1 0,0-1 0,-1 1-1,0-1 1,0 0 0,0 1 0,-1-1 0,1 0 0,-1 0 0,0 0 0,0 0 0,-5 6 0,-8 6 4,0-2 1,-2 0-1,1-1 1,-2 0-1,1-2 1,-26 12-1,-119 47-75,161-69 35,-24 6-659,10-7-2875,2-7-5324</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08.333"/>
    </inkml:context>
    <inkml:brush xml:id="br0">
      <inkml:brushProperty name="width" value="0.035" units="cm"/>
      <inkml:brushProperty name="height" value="0.035" units="cm"/>
    </inkml:brush>
  </inkml:definitions>
  <inkml:trace contextRef="#ctx0" brushRef="#br0">51 0 9353,'0'0'224,"-46"62"417,42-23-65,4 7 193,0 1-160,13 3 95,13-2 161,8-5-353,7-5-287,5-10-129,3-8-64,0-7 0,2-11 0,-4-2-64,-5-9-1538,-7-11-2594</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09.205"/>
    </inkml:context>
    <inkml:brush xml:id="br0">
      <inkml:brushProperty name="width" value="0.035" units="cm"/>
      <inkml:brushProperty name="height" value="0.035" units="cm"/>
    </inkml:brush>
  </inkml:definitions>
  <inkml:trace contextRef="#ctx0" brushRef="#br0">31 179 4805,'0'0'8333,"-6"-8"-7570,-18-23-186,24 30-554,0 0-1,-1 0 1,1 0 0,0 0 0,0 0 0,0 0 0,0 0 0,0 0 0,0 0 0,0 0 0,1 0-1,-1 0 1,0 0 0,1 0 0,-1 0 0,0 0 0,1 0 0,-1 0 0,1 0 0,-1 0 0,1 0-1,0 1 1,-1-1 0,1 0 0,0 0 0,0 1 0,0-1 0,-1 1 0,1-1 0,0 0-1,0 1 1,0 0 0,0-1 0,0 1 0,0-1 0,0 1 0,1 0 0,36-13 249,-30 11-264,1 0-1,0 1 1,0 0 0,0 1-1,-1 0 1,1 0 0,0 1 0,0 0-1,0 1 1,-1 0 0,1 0-1,-1 0 1,13 7 0,-17-7-8,0 0 1,0 0 0,0 1 0,-1-1 0,1 1 0,0 0 0,-1 0 0,0 1 0,0-1 0,0 1 0,0-1 0,-1 1 0,1 0 0,-1 0-1,0 0 1,0 0 0,-1 1 0,1-1 0,-1 0 0,0 1 0,0-1 0,0 1 0,0-1 0,-1 1 0,0-1 0,0 1 0,-1 7 0,1-11-1,0 1 0,-1-1 0,1 0 0,0 0 1,0 0-1,-1-1 0,1 1 0,0 0 1,-1 0-1,1 0 0,-1 0 0,0 0 0,1 0 1,-1 0-1,1-1 0,-1 1 0,0 0 1,0 0-1,1-1 0,-1 1 0,0-1 1,0 1-1,0-1 0,0 1 0,0-1 0,0 1 1,-1-1-1,1 0 2,1 0 0,-1 0 0,0 0 0,1 0 0,-1 0 0,0 0 0,1 0 0,-1-1 0,0 1 0,1 0 1,-1 0-1,1-1 0,-1 1 0,0 0 0,1-1 0,-1 1 0,1-1 0,-1 1 0,1-1 0,-1 1 0,1-1 0,0 1 0,-1-1 0,1 1 0,-1-1 0,1 1 0,0-1 1,0 0-1,-1 1 0,1-1 0,0 0 0,0 1 0,0-1 0,0 0 0,0 1 0,0-1 0,0 0 0,0 1 0,0-1 0,0-1 0,1-20-14,0 1-1,6-26 1,-4 31 180,0 1 0,-1-1 0,-1 0 1,-1 1-1,-2-29 0,1 44-121,1-1 1,0 0-1,0 1 0,0-1 1,-1 1-1,1-1 0,0 0 0,-1 1 1,1-1-1,-1 1 0,1-1 1,0 1-1,-1-1 0,1 1 1,-1 0-1,0-1 0,1 1 1,-1-1-1,1 1 0,-1 0 1,1 0-1,-1-1 0,0 1 1,1 0-1,-1 0 0,0 0 1,1-1-1,-1 1 0,0 0 0,1 0 1,-1 0-1,0 0 0,1 1 1,-1-1-1,0 0 0,1 0 1,-1 0-1,0 0 0,1 1 1,-1-1-1,1 0 0,-1 0 1,0 1-1,1-1 0,-1 1 1,0 0-1,-1 0 35,0 0 0,0 0 1,0 0-1,0 1 0,0-1 1,0 1-1,0-1 0,1 1 1,-1 0-1,1 0 0,-1-1 0,-1 5 1,1-2-57,1 0 0,0 0 0,1 0 0,-1 0 0,1 0 0,-1 0 0,1 0 0,0 0 1,1 0-1,-1 0 0,1 1 0,0-1 0,0 0 0,0 0 0,0-1 0,1 1 0,0 0 0,-1 0 1,1-1-1,3 5 0,-1-3 98,1-1 0,-1 1 1,0-1-1,1 0 0,0-1 0,0 1 1,0-1-1,1 0 0,-1 0 0,1 0 1,-1-1-1,11 3 0,-7-3-285,-1 0 0,1 0 0,-1-1 0,1 0 0,0-1 0,0 0 0,-1 0 0,1-1 0,9-2 0,-12 2-447,-1 0-1,0-1 1,1 0 0,-1 0-1,0 0 1,0-1-1,0 1 1,-1-1-1,1 0 1,-1 0-1,1-1 1,-1 0-1,0 1 1,5-8-1,6-14-7692</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09.519"/>
    </inkml:context>
    <inkml:brush xml:id="br0">
      <inkml:brushProperty name="width" value="0.035" units="cm"/>
      <inkml:brushProperty name="height" value="0.035" units="cm"/>
    </inkml:brush>
  </inkml:definitions>
  <inkml:trace contextRef="#ctx0" brushRef="#br0">1 288 11723,'0'0'3748,"30"-47"-3364,-5 21 0,6-3-159,5-2-161,-1 1-32,0 3-32,-4 2 0,-6 1-1698,-3 1-2786,-9-2-2178</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10.143"/>
    </inkml:context>
    <inkml:brush xml:id="br0">
      <inkml:brushProperty name="width" value="0.035" units="cm"/>
      <inkml:brushProperty name="height" value="0.035" units="cm"/>
    </inkml:brush>
  </inkml:definitions>
  <inkml:trace contextRef="#ctx0" brushRef="#br0">0 66 12139,'0'0'2526,"0"-7"-1197,0 5-1296,0 0 1,1 0-1,-1 0 1,0 0-1,0 0 1,1 0 0,-1 0-1,1 1 1,0-1-1,0 0 1,-1 0-1,1 1 1,0-1-1,0 1 1,1-1-1,-1 1 1,0-1-1,0 1 1,1-1 0,-1 1-1,1 0 1,2-2-1,-1 2-18,-1 0-1,1 0 1,0 1 0,-1-1-1,1 1 1,0-1 0,-1 1-1,1 0 1,0 0-1,0 0 1,-1 0 0,1 1-1,0-1 1,0 1-1,-1-1 1,1 1 0,0 0-1,-1 0 1,1 0 0,3 3-1,-1-1-12,0 1 0,0 0-1,0 0 1,-1 0 0,0 0-1,1 1 1,-1-1 0,-1 1-1,1 0 1,-1 1 0,0-1-1,0 0 1,0 1 0,-1 0-1,0-1 1,0 1 0,0 0-1,0 8 1,1 2 3,-1-1-1,0 0 1,-2 1-1,0-1 1,0 1 0,-4 18-1,4-32-2,0-1-1,0 0 1,0 0 0,0 1-1,-1-1 1,1 0-1,0 0 1,-1 1 0,1-1-1,-1 0 1,1 0-1,-1 0 1,0 0 0,1 0-1,-1 0 1,0 0-1,0 0 1,0 0 0,1 0-1,-1 0 1,0 0-1,0-1 1,-1 1 0,1 0-1,0-1 1,0 1-1,0-1 1,0 1 0,-2 0-1,1-1 1,1-1-1,0 1 0,0-1 1,0 1-1,0-1 1,0 1-1,1-1 1,-1 0-1,0 1 0,0-1 1,0 0-1,0 0 1,1 1-1,-1-1 0,0 0 1,1 0-1,-1 0 1,1 0-1,-1 0 1,1 0-1,-1 0 0,1 0 1,0 0-1,-1 0 1,1 0-1,0 0 0,0 0 1,0-1-1,0 1 1,0 0-1,0 0 1,0 0-1,0-1 0,1-16 3,1 1 0,0 1-1,1-1 1,1 0-1,1 0 1,8-20 0,-5 14 3,-1 1 1,5-31-1,-13 38 1394,-10 22-964,-9 23 282,18-27-644,0 0-1,1 1 0,0-1 0,-1 1 0,1 0 1,1-1-1,-1 1 0,0 0 0,1 0 1,0-1-1,0 1 0,0 0 0,0 0 0,1 0 1,-1-1-1,1 1 0,0 0 0,0-1 0,1 1 1,-1 0-1,1-1 0,1 4 0,0-4-70,0 1 0,0-1 0,0 0 1,1 0-1,-1-1 0,1 1 0,0-1 0,-1 1 0,1-1 0,0-1 0,0 1 0,0 0 0,1-1 0,-1 0 0,0 0 0,0 0 1,1 0-1,-1-1 0,5 0 0,0 1-51,1-1 1,-1 0-1,0-1 0,0 0 1,0-1-1,0 0 1,0 0-1,0-1 0,-1 0 1,10-5-1,-12 5-680,0 0 0,0-1 0,-1 0-1,1 0 1,-1-1 0,0 1 0,-1-1 0,9-11-1,0-8-4519</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10.427"/>
    </inkml:context>
    <inkml:brush xml:id="br0">
      <inkml:brushProperty name="width" value="0.035" units="cm"/>
      <inkml:brushProperty name="height" value="0.035" units="cm"/>
    </inkml:brush>
  </inkml:definitions>
  <inkml:trace contextRef="#ctx0" brushRef="#br0">1 227 7527,'0'0'9609,"31"-42"-9545,4 18 32,5-3-96,4 0 32,-2 1-64,-4 1-1121,-7-2-3747,-9-1-2595</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10.766"/>
    </inkml:context>
    <inkml:brush xml:id="br0">
      <inkml:brushProperty name="width" value="0.035" units="cm"/>
      <inkml:brushProperty name="height" value="0.035" units="cm"/>
    </inkml:brush>
  </inkml:definitions>
  <inkml:trace contextRef="#ctx0" brushRef="#br0">0 7 9833,'0'0'6631,"58"-7"-6023,-29 26-223,4 9 31,3 11-192,-5 10-160,0 12 0,-7 5-32,-6 4-64,-6 2 64,-6-8-128,-6-3-673,0-8-1473,-7-9-1089,-6-11-1537</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11.356"/>
    </inkml:context>
    <inkml:brush xml:id="br0">
      <inkml:brushProperty name="width" value="0.035" units="cm"/>
      <inkml:brushProperty name="height" value="0.035" units="cm"/>
    </inkml:brush>
  </inkml:definitions>
  <inkml:trace contextRef="#ctx0" brushRef="#br0">0 1 11723,'0'0'4196,"8"43"-4004,15-12 0,2 2-160,2-1 0,-4-2-64,-2-5-3235,-8-6-7975</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12.438"/>
    </inkml:context>
    <inkml:brush xml:id="br0">
      <inkml:brushProperty name="width" value="0.035" units="cm"/>
      <inkml:brushProperty name="height" value="0.035" units="cm"/>
    </inkml:brush>
  </inkml:definitions>
  <inkml:trace contextRef="#ctx0" brushRef="#br0">175 59 6022,'0'0'3027,"1"-7"-1084,0-22 160,-1 28-2008,0 0 0,0 0 0,0 0 0,0 0 1,-1 0-1,1 0 0,0 0 0,0 0 0,-1 1 0,1-1 0,0 0 0,-1 0 0,1 0 0,-1 1 0,1-1 1,-1 0-1,1 0 0,-1 1 0,0-1 0,1 0 0,-1 1 0,0-1 0,1 1 0,-1-1 0,0 1 0,0-1 1,0 1-1,1 0 0,-1-1 0,0 1 0,0 0 0,0 0 0,0-1 0,0 1 0,0 0 0,0 0 0,0 0 1,1 0-1,-1 0 0,0 0 0,0 1 0,-1-1 0,-2 0-2,0 1 0,1 0 0,-1 0 1,1 0-1,-1 0 0,1 0 0,-1 1 0,-4 2 0,-2 5 12,0 1 1,0 0-1,1 1 0,0 0 0,1 1 0,0 0 0,1 0 0,0 0 0,1 1 0,1 0 0,0 0 0,1 1 0,0-1 1,1 1-1,0 0 0,1 0 0,1 0 0,0 17 0,1-30-105,0 0 1,0 0-1,0 0 0,0 0 1,0-1-1,1 1 1,-1 0-1,0 0 0,1 0 1,-1 0-1,1 0 0,-1 0 1,1 0-1,-1 0 1,1-1-1,0 1 0,-1 0 1,1-1-1,0 1 0,0 0 1,-1-1-1,1 1 0,0-1 1,0 1-1,0-1 1,1 1-1,0 0 2,1 0 0,-1-1 0,1 0 0,0 1 0,-1-1 0,1 0 0,-1 0 0,1-1 0,0 1 0,2-1 0,4-1 4,0-1 1,0 0-1,-1 0 1,16-8-1,6-8-8,-8 4-5,2 2-1,28-13 1,-47 24 5,1 0 0,0-1 1,0 2-1,-1-1 0,1 1 0,0 0 0,0 0 0,0 1 1,0 0-1,1 0 0,-1 0 0,0 1 0,0-1 0,0 2 0,7 1 1,-10-1 0,-1-1 0,1 1 0,-1 0 0,0 0 0,1 0 0,-1 0 1,0 1-1,0-1 0,0 0 0,-1 1 0,1 0 0,-1-1 0,1 1 1,-1 0-1,0 0 0,0 0 0,0-1 0,0 1 0,-1 0 0,1 0 1,-1 1-1,1-1 0,-1 0 0,0 0 0,-1 0 0,1 0 0,-1 4 1,0 1-1,0 0 0,0 0 0,-1 0 0,0 0 1,0-1-1,-1 1 0,0-1 0,0 1 0,-7 9 1,1-5-3,0-1 1,-2 0-1,1 0 1,-1-1 0,-1 0-1,1-1 1,-2 0 0,1-1-1,-1-1 1,-1 0-1,1 0 1,-1-2 0,0 1-1,0-2 1,-1 0 0,0-1-1,-22 3 1,36-6-109,1 0-1,-1 0 1,0 0 0,1 0 0,-1 0-1,0 0 1,0 0 0,1 0 0,-1 0-1,0-1 1,1 1 0,-1 0 0,0 0 0,1-1-1,-1 1 1,1 0 0,-1-1 0,0 1-1,1-1 1,-1 1 0,1-1 0,-1 1-1,1-1 1,-1 1 0,1-1 0,0 1-1,-1-1 1,1 0 0,0 1 0,-1-1-1,1 1 1,0-1 0,0 0 0,0 0-1,-1 1 1,1-2 0,-2-20-6695</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12.806"/>
    </inkml:context>
    <inkml:brush xml:id="br0">
      <inkml:brushProperty name="width" value="0.035" units="cm"/>
      <inkml:brushProperty name="height" value="0.035" units="cm"/>
    </inkml:brush>
  </inkml:definitions>
  <inkml:trace contextRef="#ctx0" brushRef="#br0">1 231 12075,'0'0'6663,"41"-55"-6375,-17 39-224,0 0-32,1-1 0,-1 0-32,1 2 0,-3 1-64,-1-3-1505,-3 0-1410,-4-5-2306,-7-3-3972</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12.975"/>
    </inkml:context>
    <inkml:brush xml:id="br0">
      <inkml:brushProperty name="width" value="0.035" units="cm"/>
      <inkml:brushProperty name="height" value="0.035" units="cm"/>
    </inkml:brush>
  </inkml:definitions>
  <inkml:trace contextRef="#ctx0" brushRef="#br0">0 0 9833,'0'0'7624,"56"44"-7400,-33-25-192,3 3 0,0 0-32,-8 0-417,-2-2-5893</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13.459"/>
    </inkml:context>
    <inkml:brush xml:id="br0">
      <inkml:brushProperty name="width" value="0.035" units="cm"/>
      <inkml:brushProperty name="height" value="0.035" units="cm"/>
    </inkml:brush>
  </inkml:definitions>
  <inkml:trace contextRef="#ctx0" brushRef="#br0">71 5 10570,'0'0'1148,"-6"-2"699,4 1-1755,0 1-1,0-1 1,0 1 0,0 0 0,0 0 0,0 0 0,0 0-1,0 0 1,0 0 0,0 0 0,0 0 0,0 1-1,0-1 1,0 1 0,0 0 0,0 0 0,1-1-1,-1 1 1,0 0 0,-2 2 0,1 0 23,1 0 0,0-1 0,0 1-1,1 0 1,-1 0 0,0 0 0,1 0 0,0 1 0,0-1 0,0 0 0,0 0 0,0 1 0,1-1-1,-1 6 1,1 4 75,0 1 1,0-1-1,1 1 0,1-1 0,0 0 0,1 1 1,1-1-1,0 0 0,1-1 0,0 1 0,1-1 1,0 0-1,1 0 0,0-1 0,1 0 0,0 0 1,1-1-1,14 14 0,-11-12-443,2 0 0,-1-1 0,2-1 0,-1 0-1,1-1 1,18 8 0,-21-12-975,1 0-1,1 0 1,-1-1-1,1-1 1,-1 0-1,1-1 1,25 1-1,-15-3-7745</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14.206"/>
    </inkml:context>
    <inkml:brush xml:id="br0">
      <inkml:brushProperty name="width" value="0.035" units="cm"/>
      <inkml:brushProperty name="height" value="0.035" units="cm"/>
    </inkml:brush>
  </inkml:definitions>
  <inkml:trace contextRef="#ctx0" brushRef="#br0">29 135 6534,'0'0'11633,"-5"-8"-11222,-17-24-177,22 31-228,0 1-1,0-1 1,-1 1-1,1-1 0,0 0 1,0 1-1,0-1 0,0 0 1,0 1-1,0-1 1,0 0-1,0 1 0,0-1 1,0 0-1,0 1 0,0-1 1,1 1-1,-1-1 1,0 0-1,0 1 0,1-1 1,-1 1-1,0-1 0,1 1 1,-1-1-1,1 1 1,-1-1-1,0 1 0,1-1 1,-1 1-1,1-1 0,-1 1 1,1 0-1,0-1 1,-1 1-1,1 0 0,-1-1 1,1 1-1,0 0 0,0 0 1,26-8 21,-25 7-24,1 1-1,1-1-1,0 0 0,0 1 0,-1 0 1,1 0-1,0 0 0,0 0 1,0 1-1,0-1 0,-1 1 0,1 0 1,0 0-1,-1 1 0,1-1 0,-1 1 1,1-1-1,-1 1 0,0 0 1,0 0-1,0 1 0,0-1 0,0 1 1,0-1-1,0 1 0,-1 0 0,0 0 1,1 0-1,-1 1 0,0-1 1,-1 0-1,4 7 0,0 3-21,-1 0 1,0 0-1,0 0 0,-1 1 0,-1 0 0,0-1 1,-1 24-1,-1-37 20,0 0 0,0-1 1,0 1-1,0 0 0,-1 0 1,1-1-1,0 1 0,0 0 0,0 0 1,-1 0-1,1-1 0,0 1 0,0 0 1,0 0-1,-1 0 0,1 0 0,0 0 1,0-1-1,-1 1 0,1 0 1,0 0-1,0 0 0,-1 0 0,1 0 1,0 0-1,-1 0 0,1 0 0,0 0 1,0 0-1,-1 0 0,1 0 0,0 0 1,0 0-1,-1 0 0,1 0 1,0 0-1,0 1 0,-1-1 0,1 0 1,0 0-1,0 0 0,-1 0 0,1 0 1,0 1-1,0-1 0,0 0 0,-1 0 1,1 0-1,0 1 0,0-1 1,0 0-1,0 0 0,0 1 0,-1-1 1,1 0-1,0 0 0,0 1 0,0-1 1,0 0-1,0 0 0,0 1 1,0-1-1,0 0 0,0 1 0,-14-23 42,8-14-10,2 0 1,1 0-1,5-68 1,-1 85 13,0 27 67,0 0 1,1 0 0,1 0-1,-1 0 1,1-1-1,0 1 1,1-1 0,0 0-1,0 0 1,0 0-1,1 0 1,0-1-1,1 0 1,-1 0 0,10 8-1,-10-10-337,1-1-1,-1 1 0,1-1 1,0 0-1,-1 0 1,1-1-1,1 1 1,-1-2-1,0 1 0,0-1 1,1 1-1,-1-2 1,1 1-1,-1-1 1,1 0-1,-1 0 0,1-1 1,-1 0-1,1 0 1,6-2-1,8-8-5268,-4-6-1965</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14.406"/>
    </inkml:context>
    <inkml:brush xml:id="br0">
      <inkml:brushProperty name="width" value="0.035" units="cm"/>
      <inkml:brushProperty name="height" value="0.035" units="cm"/>
    </inkml:brush>
  </inkml:definitions>
  <inkml:trace contextRef="#ctx0" brushRef="#br0">0 140 10218,'0'0'6438,"54"-42"-6086,-35 29-288,1-2-32,-2 0 0,-1 0-256,-5-3-2146,-5-4-3171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14.905"/>
    </inkml:context>
    <inkml:brush xml:id="br0">
      <inkml:brushProperty name="width" value="0.035" units="cm"/>
      <inkml:brushProperty name="height" value="0.035" units="cm"/>
    </inkml:brush>
  </inkml:definitions>
  <inkml:trace contextRef="#ctx0" brushRef="#br0">1 175 12332,'0'0'2968,"4"-7"-1570,-2 3-1138,1 0-1,0 0 0,0 0 0,0 0 0,0 1 1,0-1-1,1 1 0,7-6 0,-9 8-224,-1 0-1,1 1 1,-1-1 0,1 0-1,-1 1 1,1-1 0,-1 1-1,1 0 1,0-1 0,-1 1-1,1 0 1,-1 0-1,1 0 1,0 0 0,-1 0-1,1 0 1,0 1 0,-1-1-1,1 0 1,0 1-1,-1-1 1,1 1 0,-1 0-1,1 0 1,-1-1 0,0 1-1,1 0 1,-1 0-1,0 0 1,1 0 0,-1 1-1,0-1 1,0 0 0,0 0-1,0 1 1,1 1 0,4 8-32,0 1 1,0 0-1,-1 0 1,-1 0-1,0 0 1,-1 1-1,0-1 1,2 22-1,0-5-72,19-83-59,3-2 129,11-29-4,-35 77 6,-1 1 0,0-1 1,0 0-1,0 0 0,-1 0 0,-1 1 0,1-1 1,-2-15-1,1 22 0,-1-1 1,1 1-1,0 0 1,-1 0-1,1 0 1,-1 0-1,0 0 0,1 0 1,-1 0-1,0 0 1,1 0-1,-1 1 1,0-1-1,0 0 1,0 0-1,0 1 1,0-1-1,0 0 1,0 1-1,0-1 1,0 1-1,0-1 1,0 1-1,0 0 0,0-1 1,0 1-1,0 0 1,0 0-1,-1 0 1,1 0-1,0 0 1,0 0-1,0 0 1,0 0-1,-1 0 1,1 1-1,0-1 1,0 0-1,-1 1 0,-2 0 108,0 0-1,1 0 0,-1 0 1,1 1-1,-1-1 0,1 1 1,0 0-1,0 0 0,0 0 1,0 0-1,-4 4 0,6-5-80,-1 1-1,1-1 0,0 1 0,0 0 1,0-1-1,0 1 0,0 0 0,0 0 0,0 0 1,1 0-1,-1 0 0,0 0 0,1 0 0,0 0 1,-1 0-1,1 0 0,0 0 0,0 0 1,0 0-1,0 0 0,1 0 0,-1 0 0,1 0 1,0 3-1,1-2-17,0 1 0,0-1 0,1-1-1,-1 1 1,1 0 0,-1 0 0,1-1 0,0 0 0,0 1 0,0-1 0,0 0 0,6 2 0,4 2-18,0-1 0,1 0 0,-1-1 0,1 0 0,0-1 0,15 1 0,-18-3-155,48 0-961,-31-6-2149,-7-8-3685,-10-2-1996</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15.173"/>
    </inkml:context>
    <inkml:brush xml:id="br0">
      <inkml:brushProperty name="width" value="0.035" units="cm"/>
      <inkml:brushProperty name="height" value="0.035" units="cm"/>
    </inkml:brush>
  </inkml:definitions>
  <inkml:trace contextRef="#ctx0" brushRef="#br0">20 276 8584,'0'0'8648,"-19"-57"-8135,38 36-193,10-4-224,6 1-64,3-3 0,1 4-32,0 0 0,-4 1-897,-8-3-3138,-5-3-3685</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15.840"/>
    </inkml:context>
    <inkml:brush xml:id="br0">
      <inkml:brushProperty name="width" value="0.035" units="cm"/>
      <inkml:brushProperty name="height" value="0.035" units="cm"/>
    </inkml:brush>
  </inkml:definitions>
  <inkml:trace contextRef="#ctx0" brushRef="#br0">25 8 7976,'0'0'9683,"-8"-7"-8540,2 7-1184,-5 0 762,15 1 611,22 7-723,-9 0-521,0 1 0,-1 1-1,-1 1 1,0 0 0,0 1 0,-1 0 0,-1 1 0,0 1-1,-1 0 1,0 1 0,-1 0 0,-1 1 0,10 18-1,-4-3-78,-1 2 0,-1 0-1,-2 0 1,-2 1 0,13 70-1,-18-75-290,-2 0-1,-1 55 1,-3-71-774,-1 0 1,0 0-1,0 0 1,-1 0-1,-7 15 1,-18 28-9825</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17.954"/>
    </inkml:context>
    <inkml:brush xml:id="br0">
      <inkml:brushProperty name="width" value="0.025" units="cm"/>
      <inkml:brushProperty name="height" value="0.025" units="cm"/>
    </inkml:brush>
  </inkml:definitions>
  <inkml:trace contextRef="#ctx0" brushRef="#br0">1 0 8072,'0'0'2183,"8"8"-2098,220 207 3831,125 121-3374,-347-330-751,15 15 510,-8-15-3057,-12-17-7456</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18.282"/>
    </inkml:context>
    <inkml:brush xml:id="br0">
      <inkml:brushProperty name="width" value="0.025" units="cm"/>
      <inkml:brushProperty name="height" value="0.025" units="cm"/>
    </inkml:brush>
  </inkml:definitions>
  <inkml:trace contextRef="#ctx0" brushRef="#br0">381 10 7399,'0'0'3385,"-9"-3"-2686,7 2-646,-1 0 0,0 0 1,1 0-1,-1 0 0,0 1 1,0-1-1,1 1 0,-1 0 0,0 0 1,0 0-1,0 0 0,-3 1 1,3 0 25,-1 0 0,1 1 0,0 0 0,1 0 0,-1-1 0,0 2 0,1-1 0,-1 0 0,1 1 0,-1-1 1,1 1-1,0 0 0,0-1 0,-2 5 0,-157 286 2083,108-188-1799,45-89-434,-4 7-943,0-1 0,1 2 0,2-1 0,0 1 0,-7 37 0,15-50-4202</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18.593"/>
    </inkml:context>
    <inkml:brush xml:id="br0">
      <inkml:brushProperty name="width" value="0.025" units="cm"/>
      <inkml:brushProperty name="height" value="0.025" units="cm"/>
    </inkml:brush>
  </inkml:definitions>
  <inkml:trace contextRef="#ctx0" brushRef="#br0">169 0 10954,'0'0'1634,"-40"59"-1186,26-24 97,-1 2-289,2 3-160,-3 0-32,2 2-32,0-2-32,2-3 0,1-4-416,1-6-1890,1-7-2243</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18.953"/>
    </inkml:context>
    <inkml:brush xml:id="br0">
      <inkml:brushProperty name="width" value="0.025" units="cm"/>
      <inkml:brushProperty name="height" value="0.025" units="cm"/>
    </inkml:brush>
  </inkml:definitions>
  <inkml:trace contextRef="#ctx0" brushRef="#br0">0 1 5701,'0'0'7036,"10"10"-6635,25 34-5,-1 2 0,-2 1 0,35 70 0,-38-63-402,2-1-1,3-1 1,57 67 0,-88-116-204,29 27 170,-14-20-1594,0-9-3582,-14-3-1260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19.241"/>
    </inkml:context>
    <inkml:brush xml:id="br0">
      <inkml:brushProperty name="width" value="0.025" units="cm"/>
      <inkml:brushProperty name="height" value="0.025" units="cm"/>
    </inkml:brush>
  </inkml:definitions>
  <inkml:trace contextRef="#ctx0" brushRef="#br0">311 1 8840,'0'0'929,"-43"44"-576,24-8 287,-3 7 417,-1 9-160,-3 4-513,-2 6-191,1 1-65,0-2-96,1-3 0,4-7-32,3-7-32,6-12-737,3-10-1217,4-10-2466</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19.570"/>
    </inkml:context>
    <inkml:brush xml:id="br0">
      <inkml:brushProperty name="width" value="0.025" units="cm"/>
      <inkml:brushProperty name="height" value="0.025" units="cm"/>
    </inkml:brush>
  </inkml:definitions>
  <inkml:trace contextRef="#ctx0" brushRef="#br0">170 0 12940,'22'49'130,"-2"1"-1,-1 1 1,-3 0-1,-3 1 1,9 60-1,-8 0 105,-2 157-1,-11-233-264,-2 1 1,-2-1-1,-2 1 0,-1-1 0,-1 0 0,-19 50 1,19-68-333,-1 0 0,0 0 0,-2 0 0,0-1 0,-1-1 0,-1 0 1,0 0-1,-1-1 0,-1-1 0,0 0 0,-1-1 0,0 0 0,-27 15 0,-28 11-5802</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19.925"/>
    </inkml:context>
    <inkml:brush xml:id="br0">
      <inkml:brushProperty name="width" value="0.025" units="cm"/>
      <inkml:brushProperty name="height" value="0.025" units="cm"/>
    </inkml:brush>
  </inkml:definitions>
  <inkml:trace contextRef="#ctx0" brushRef="#br0">187 1 8712,'0'0'224,"-66"46"385,34-6-64,1 17 255,6 15 161,6 12-128,7 8-128,10 5-225,2 7-192,25 1-159,10-5-97,13-13 96,10-10-128,7-18-545,5-21-2306,4-24-800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20.420"/>
    </inkml:context>
    <inkml:brush xml:id="br0">
      <inkml:brushProperty name="width" value="0.025" units="cm"/>
      <inkml:brushProperty name="height" value="0.025" units="cm"/>
    </inkml:brush>
  </inkml:definitions>
  <inkml:trace contextRef="#ctx0" brushRef="#br0">0 16 10570,'0'0'128,"50"-15"-224,-27 15 192,1 0-32,0 0-32,-1 0-32,-6 5-32,-2 1-865,-10-2-2306</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20.594"/>
    </inkml:context>
    <inkml:brush xml:id="br0">
      <inkml:brushProperty name="width" value="0.025" units="cm"/>
      <inkml:brushProperty name="height" value="0.025" units="cm"/>
    </inkml:brush>
  </inkml:definitions>
  <inkml:trace contextRef="#ctx0" brushRef="#br0">0 37 9801,'0'0'385,"65"7"-385,-30-7 128,11-1-96,3-9 0,4-2-705,-2-9-6245</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21.657"/>
    </inkml:context>
    <inkml:brush xml:id="br0">
      <inkml:brushProperty name="width" value="0.025" units="cm"/>
      <inkml:brushProperty name="height" value="0.025" units="cm"/>
    </inkml:brush>
  </inkml:definitions>
  <inkml:trace contextRef="#ctx0" brushRef="#br0">712 0 6374,'0'0'-128,"-9"2"21,-277 76 575,146-34 527,104-34-876,13-5 0,0 2-1,1 1 0,0 0 1,-21 12-1,36-16-99,1 0-1,0 0 1,0 1-1,1-1 1,-1 1 0,1 0-1,0 1 1,1-1 0,-1 1-1,1 0 1,0 0-1,0 1 1,1-1 0,0 1-1,0-1 1,1 1 0,-3 11-1,-7 52 156,4 1-1,3 0 1,8 131-1,-2-162-98,31 431 1030,-4-88 635,-15 210 1343,-67 622 0,42-1057-2747,7 1 1,28 296-1,-5-317-1574,1 229-1,-19-362 1191,0 0 1,-1 0-1,0 0 0,0 0 0,0 0 1,0 0-1,-1 0 0,0-1 0,0 1 1,0 0-1,0-1 0,-1 0 0,0 1 1,0-1-1,0 0 0,0-1 0,-5 5 1,8-8 43,0 1 0,0-1 0,0 1 1,0-1-1,0 0 0,0 1 1,0-1-1,0 0 0,0 1 0,1-1 1,-1 0-1,0 1 0,0-1 1,0 0-1,0 1 0,1-1 0,-1 0 1,0 0-1,0 1 0,0-1 1,1 0-1,-1 0 0,0 1 0,1-1 1,-1 0-1,0 0 0,0 0 1,1 1-1,-1-1 0,0 0 0,1 0 1,-1 0-1,0 0 0,1 0 1,-1 0-1,0 0 0,1 0 0,-1 0 1,0 0-1,1 0 0,-1 0 1,1 0-1,-1 0 0,0 0 0,1 0 1,-1 0-1,22 2 238,-22-2-229,88 3 1534,0-5 0,156-23 0,-151 13-1395,0 1 3,332-53-128,-417 63-500,0-1 0,0 0 0,0-1 0,-1 0 0,1 0 0,0 0 0,-1-1 0,8-5 0,12-18-6289</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23.074"/>
    </inkml:context>
    <inkml:brush xml:id="br0">
      <inkml:brushProperty name="width" value="0.035" units="cm"/>
      <inkml:brushProperty name="height" value="0.035" units="cm"/>
    </inkml:brush>
  </inkml:definitions>
  <inkml:trace contextRef="#ctx0" brushRef="#br0">302 117 3748,'0'0'1051,"11"0"-474,32-4 4,0-1 1,0-2 0,-1-2 0,47-17-1,42-8 248,-81 23-463,0 3 1,92-4-1,-139 12-352,0 1-1,0 0 1,0 0-1,0 0 0,0 0 1,-1 0-1,1 0 1,0 1-1,-1-1 1,1 1-1,0 0 0,-1 0 1,0 0-1,0 0 1,1 0-1,-1 1 1,-1-1-1,1 1 0,0-1 1,0 1-1,-1-1 1,0 1-1,1 0 1,-1 0-1,0 0 0,1 5 1,4 12 70,-1 0-1,4 37 1,-7-44-62,42 449 1184,-14-109 86,1-85-773,93 1115 708,-125-169 2750,0-621-801,3-283-2968,-1-308-197,-1 0 0,0-1 0,0 1 0,0-1-1,0 1 1,-1 0 0,1-1 0,0 1 0,-1-1 0,1 1 0,-1-1-1,1 1 1,-1-1 0,0 0 0,0 1 0,1-1 0,-1 1-1,0-1 1,0 0 0,0 0 0,0 0 0,-1 0 0,1 0 0,0 0-1,0 0 1,-1 0 0,-1 1 0,-2-1 51,0 1-1,0-1 1,-1-1 0,1 1-1,0-1 1,-11 0-1,-6 0 5,-419 50-182,289-27-301,-265 6 0,402-29-126,0-1-1,-1 0 1,-24-6 0,27 2-662,0 0 0,0 0 0,-20-13-1</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25.700"/>
    </inkml:context>
    <inkml:brush xml:id="br0">
      <inkml:brushProperty name="width" value="0.035" units="cm"/>
      <inkml:brushProperty name="height" value="0.035" units="cm"/>
    </inkml:brush>
  </inkml:definitions>
  <inkml:trace contextRef="#ctx0" brushRef="#br0">17 18 4004,'-1'0'212,"1"-1"1,0 0-1,0 0 1,0 0-1,-1 0 1,1 1-1,0-1 1,-1 0-1,1 0 0,0 0 1,-1 1-1,1-1 1,-1 0-1,0 1 1,1-1-1,-1 0 1,1 1-1,-1-1 1,0 1-1,0-1 1,1 1-1,-1-1 0,0 1 1,0 0-1,1-1 1,-1 1-1,-1 0 1,2 24 1198,14 44-1137,31 154 607,-39-127-4047</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26.149"/>
    </inkml:context>
    <inkml:brush xml:id="br0">
      <inkml:brushProperty name="width" value="0.035" units="cm"/>
      <inkml:brushProperty name="height" value="0.035" units="cm"/>
    </inkml:brush>
  </inkml:definitions>
  <inkml:trace contextRef="#ctx0" brushRef="#br0">1 90 5894,'0'0'2140,"3"-9"-1206,-2 5-885,0 0-1,1-1 0,-1 1 0,1 0 0,0 1 0,0-1 0,1 0 0,-1 1 0,1-1 0,-1 1 0,1 0 0,0 0 0,1 0 0,-1 0 0,0 0 0,1 1 0,-1-1 0,1 1 0,0 0 0,0 0 0,0 0 0,0 1 1,0 0-1,6-2 0,-6 2-43,1 0 0,-1 0 0,0 0 0,1 0 0,-1 1 0,1 0 0,-1 0 0,1 0 1,-1 1-1,1-1 0,-1 1 0,0 0 0,1 0 0,-1 1 0,0-1 0,0 1 0,0 0 0,0 0 1,0 0-1,0 1 0,-1-1 0,1 1 0,-1 0 0,1 0 0,-1 0 0,0 0 0,0 1 0,-1-1 1,1 1-1,-1 0 0,0 0 0,0 0 0,0 0 0,0 0 0,-1 0 0,1 0 0,-1 1 0,0-1 1,0 1-1,-1-1 0,1 0 0,-1 1 0,0-1 0,-1 6 0,1-1 43,-1 0 0,0 0 0,0-1 0,-1 1 0,0 0 1,-1-1-1,0 1 0,0-1 0,-7 12 0,-3 1 23,-1 0 1,-16 19 0,18-25-8,0 0 1,1 1 0,1 0-1,0 1 1,-7 18 0,17-34-54,-1-1 1,1 1-1,0-1 0,-1 1 1,1 0-1,0-1 0,0 1 1,0 0-1,-1 0 0,1-1 1,0 1-1,0 0 0,0-1 1,0 1-1,0 0 0,0 0 1,1-1-1,-1 1 0,0 0 1,0-1-1,0 1 0,1 0 1,-1-1-1,0 1 0,1 0 1,-1-1-1,0 1 0,1-1 1,-1 1-1,1-1 0,-1 1 1,1-1-1,-1 1 0,1-1 1,-1 1-1,1-1 0,0 1 1,-1-1-1,1 0 0,0 0 1,-1 1-1,1-1 0,0 0 1,-1 0-1,1 0 0,0 1 1,-1-1-1,1 0 0,0 0 1,0 0-1,-1 0 0,1-1 1,0 1-1,1 0 0,47-9 400,-45 8-367,85-26-498,111-50 1,-149 54-5339</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27.926"/>
    </inkml:context>
    <inkml:brush xml:id="br0">
      <inkml:brushProperty name="width" value="0.035" units="cm"/>
      <inkml:brushProperty name="height" value="0.035" units="cm"/>
    </inkml:brush>
  </inkml:definitions>
  <inkml:trace contextRef="#ctx0" brushRef="#br0">314 236 4004,'13'-62'3139,"-9"47"-2461,0-1 0,-2 1 0,1-1 0,-2 0 0,0 0 0,-3-30 0,1 44-617,0 0 1,0 0-1,0 0 1,-1 0-1,1 0 1,-1 0-1,1 0 0,-1 0 1,0 1-1,0-1 1,0 1-1,0-1 1,0 1-1,0 0 1,0 0-1,0 0 1,0 0-1,-1 0 1,1 0-1,0 1 1,-1-1-1,1 1 1,0-1-1,-1 1 1,1 0-1,-1 0 1,-2 1-1,-10-2 101,0 1 1,0 1-1,-15 2 0,14 0-105,1 0 1,-1 1-1,1 1 0,0 0 1,0 1-1,0 1 1,1 0-1,0 1 0,0 0 1,1 1-1,-20 18 0,32-26-55,0 0-1,0 1 0,-1-1 1,1 1-1,0-1 0,0 1 1,1 0-1,-1-1 0,0 1 0,0 0 1,1-1-1,-1 1 0,1 0 1,0 0-1,-1 0 0,1 0 0,0-1 1,0 1-1,0 0 0,0 0 1,1 0-1,-1 0 0,0-1 1,1 1-1,-1 0 0,1 0 0,0-1 1,-1 1-1,1 0 0,0-1 1,0 1-1,0-1 0,0 1 0,0-1 1,1 1-1,-1-1 0,0 0 1,4 3-1,4 3 23,2 0 0,-1 0 0,1-1 1,19 8-1,-15-7 50,5 3-77,-1 0 0,0 2 0,-1 0 0,0 1 1,23 22-1,-33-28-12,-2 0 1,1 1-1,-1 0 1,0 1-1,-1-1 1,0 1-1,0 0 1,-1 0-1,0 1 1,-1-1-1,0 1 1,0 0-1,-1 0 1,1 11-1,-2-11-4,0 0-1,0 0 1,-1 0 0,0 0 0,-1 0-1,0 0 1,-3 12 0,3-20 45,-1 1 1,1 0 0,0 0-1,-1-1 1,1 1 0,-1-1-1,0 1 1,0-1 0,0 0-1,0 0 1,0 0 0,0 0-1,-1 0 1,1 0 0,-1-1-1,1 1 1,-1-1 0,0 0 0,0 1-1,1-1 1,-1 0 0,0-1-1,0 1 1,0 0 0,0-1-1,0 0 1,0 0 0,-4 0-1,3 1 102,0-1 1,0 0-1,0 0 0,0-1 0,0 1 0,0-1 0,0 0 0,0 0 0,0 0 0,0 0 0,1-1 0,-1 1 0,0-1 0,1 0 0,-1 0 0,1-1 0,0 1 0,0-1 0,-5-4 0,4 2-47,1 0 0,0 0-1,0 0 1,1 0-1,0 0 1,0-1-1,0 1 1,0-1-1,1 0 1,0 1 0,0-1-1,0 0 1,1-9-1,1-2-281,2 1-1,-1 0 1,2 0-1,0 0 1,1 0-1,1 0 1,0 1-1,1 0 1,1 1-1,12-19 1,-3 3-1635,21-39-4313</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28.932"/>
    </inkml:context>
    <inkml:brush xml:id="br0">
      <inkml:brushProperty name="width" value="0.035" units="cm"/>
      <inkml:brushProperty name="height" value="0.035" units="cm"/>
    </inkml:brush>
  </inkml:definitions>
  <inkml:trace contextRef="#ctx0" brushRef="#br0">277 159 1089,'0'0'4031,"7"-9"-2857,-5 6-1217,6-6 535,-2 0 1,1 0-1,-1-1 0,0 0 0,3-11 1,-8 19-391,0 1 0,0-1 0,0 0 0,-1 0 1,1 0-1,-1 0 0,1 0 0,-1 0 0,0 0 0,0 0 1,0 0-1,0 0 0,0 0 0,0 0 0,0-1 1,-1 1-1,1 1 0,-1-1 0,0 0 0,1 0 0,-1 0 1,0 0-1,0 0 0,0 1 0,0-1 0,-1 0 1,1 1-1,0-1 0,-1 1 0,1-1 0,-1 1 0,1 0 1,-1-1-1,0 1 0,0 0 0,1 0 0,-1 0 0,0 1 1,0-1-1,-3-1 0,-8-1-13,-1 1 0,1 0-1,0 0 1,-1 2 0,1-1 0,-1 2 0,1 0-1,-1 0 1,1 2 0,0-1 0,0 2-1,0-1 1,0 2 0,0 0 0,1 0 0,0 1-1,0 1 1,-19 14 0,28-19-87,1 0 1,-1 0-1,1 0 1,0 0-1,0 0 1,0 0-1,0 1 1,0-1-1,1 1 1,-1-1-1,1 1 1,-1 0-1,1 0 1,0 0-1,0 0 1,0-1-1,0 1 0,1 0 1,-1 1-1,1-1 1,0 5-1,1-5 4,0 0-1,0-1 1,0 1-1,0 0 1,0-1 0,1 1-1,-1-1 1,1 0-1,0 1 1,0-1-1,0 0 1,0 0-1,0 0 1,0 0-1,0-1 1,1 1-1,-1 0 1,1-1-1,-1 0 1,1 1-1,-1-1 1,6 1-1,93 26 61,-74-23-31,0 2-1,-1 1 1,0 1 0,46 23-1,-65-28-29,-1 0-1,0 0 0,0 0 0,-1 1 1,1 0-1,-1 0 0,0 1 0,0 0 1,-1-1-1,0 1 0,0 1 0,0-1 0,-1 1 1,1-1-1,-2 1 0,1 0 0,-1 0 1,0 0-1,-1 1 0,1-1 0,-1 0 1,0 15-1,-1-18 3,0 0 1,0 0 0,0 0-1,0 0 1,-1 0-1,1 0 1,-1 0 0,0 0-1,-1 0 1,1 0-1,0-1 1,-1 1 0,0 0-1,0-1 1,0 1-1,0-1 1,-1 0 0,1 0-1,-1 0 1,0 0-1,0 0 1,0 0 0,0-1-1,0 0 1,-1 1-1,1-1 1,-1 0 0,0-1-1,1 1 1,-1-1-1,0 1 1,-6 0 0,2 1 135,0-1 0,-1 0 0,1-1 0,-1 0 0,1 0 0,-1 0 0,1-1 0,-1-1 0,-13-1 0,19 1-77,0 0-1,0 0 1,0 0-1,0 0 1,1 0-1,-1 0 1,0-1-1,0 0 1,1 1-1,-1-1 1,1 0-1,0 0 1,-1-1-1,1 1 1,0 0-1,0-1 1,0 1-1,1-1 1,-1 0-1,1 1 1,-1-1-1,1 0 0,0 0 1,0 0-1,0 0 1,0 0-1,1 0 1,-1 0-1,1-4 1,-1-3-32,1-1 0,1 1 0,0 0 0,0 0 0,1 0-1,0 0 1,0 0 0,1 1 0,1-1 0,-1 1 0,2 0 0,9-16 0,6-5-1039,1 1-1,33-34 1,-21 25-1737,26-31-5324</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30.633"/>
    </inkml:context>
    <inkml:brush xml:id="br0">
      <inkml:brushProperty name="width" value="0.035" units="cm"/>
      <inkml:brushProperty name="height" value="0.035" units="cm"/>
    </inkml:brush>
  </inkml:definitions>
  <inkml:trace contextRef="#ctx0" brushRef="#br0">1 48 1794,'0'0'9561,"4"-4"-9342,13-11 229,-13 12 919,-4 1-1245,9-13 1430,-9 14-1517,0 1-1,0-1 1,1 1 0,-1-1-1,0 1 1,0 0 0,1-1-1,-1 1 1,0-1 0,0 1-1,1 0 1,-1-1 0,0 1-1,1 0 1,-1 0 0,1-1-1,-1 1 1,0 0 0,1 0-1,-1-1 1,1 1 0,-1 0 0,1 0-1,-1 0 1,0 0 0,1 0-1,-1 0 1,1 0 0,-1 0-1,1 0 1,-1 0 0,1 0-1,16 16-4449,-9-14-2637</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31.630"/>
    </inkml:context>
    <inkml:brush xml:id="br0">
      <inkml:brushProperty name="width" value="0.035" units="cm"/>
      <inkml:brushProperty name="height" value="0.035" units="cm"/>
    </inkml:brush>
  </inkml:definitions>
  <inkml:trace contextRef="#ctx0" brushRef="#br0">1 84 4292,'39'-83'5680,"-41"100"-1760,2 28-2897,0-25-435,3 21 326,1-1 0,14 61 0,1 5-69,-10-26-546,-5-38-228,1-1-1,2 1 1,13 41 0,-19-124-8137,-2 11-1714</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32.473"/>
    </inkml:context>
    <inkml:brush xml:id="br0">
      <inkml:brushProperty name="width" value="0.035" units="cm"/>
      <inkml:brushProperty name="height" value="0.035" units="cm"/>
    </inkml:brush>
  </inkml:definitions>
  <inkml:trace contextRef="#ctx0" brushRef="#br0">35 162 5701,'0'0'11211,"-6"-6"-10795,3 3-397,1 2 6,0 0 1,0 0-1,1 0 1,-1 0-1,1-1 1,-1 1-1,1 0 1,-1-1 0,1 0-1,0 1 1,0-1-1,0 0 1,0 1-1,0-1 1,0 0-1,0 0 1,1 0-1,-1 0 1,1 0-1,-1 0 1,1 0 0,0 0-1,0 0 1,-1 0-1,1 0 1,1 0-1,-1 0 1,0 0-1,1 0 1,-1 0-1,1 0 1,-1 0-1,1 0 1,0 1 0,0-1-1,0 0 1,0 0-1,1-1 1,7-6-11,0 1 0,0 1 0,1-1 0,0 2 1,0-1-1,1 1 0,0 1 0,0 0 0,0 0 1,1 1-1,0 1 0,-1 0 0,1 0 0,0 2 1,18-2-1,-24 3-18,1 0-1,-1 0 1,1 1 0,-1-1-1,0 2 1,1-1 0,-1 1 0,0 0-1,0 0 1,0 0 0,0 1-1,0 0 1,6 5 0,-8-5-4,0 1 1,0-1 0,-1 1-1,0 0 1,0 0-1,0 0 1,0 1-1,0-1 1,-1 1-1,0-1 1,0 1 0,0 0-1,0 0 1,-1 0-1,0 0 1,0 0-1,0 0 1,-1 9-1,0-2-12,0 1 0,-1-1 0,0 1 0,-1-1 0,-1 0 0,0 0 0,0 0-1,-11 23 1,-4 1 16,-33 49 1,-3 5 121,54-90-106,-1 1 1,0-1-1,1 1 1,-1 0-1,1-1 1,-1 1-1,1 0 1,0-1 0,-1 1-1,1 0 1,0 0-1,-1-1 1,1 1-1,0 0 1,0 0-1,0 0 1,-1-1-1,1 1 1,0 0-1,0 0 1,0 0-1,1 0 1,-1-1-1,0 1 1,0 0 0,0 0-1,1 0 1,-1-1-1,0 1 1,1 0-1,-1 0 1,0-1-1,1 1 1,-1 0-1,1-1 1,-1 1-1,1-1 1,0 1-1,-1 0 1,1-1 0,-1 1-1,1-1 1,0 0-1,0 1 1,-1-1-1,1 1 1,1-1-1,4 1 61,1 0-1,-1-1 0,1 0 1,-1 0-1,11-2 1,4 1 48,238-30 666,-87 6-685,-92 19-125,-40 4-640,0-2 0,58-14 1,-40-3-5943</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35.161"/>
    </inkml:context>
    <inkml:brush xml:id="br0">
      <inkml:brushProperty name="width" value="0.035" units="cm"/>
      <inkml:brushProperty name="height" value="0.035" units="cm"/>
    </inkml:brush>
  </inkml:definitions>
  <inkml:trace contextRef="#ctx0" brushRef="#br0">487 0 1698,'0'0'2114,"-8"4"-1623,-30 18 74,1 2-1,1 1 1,2 1 0,0 2 0,2 2 0,1 1-1,1 1 1,2 2 0,-36 55 0,47-58-324,1 0 0,1 1 0,2 0 0,1 1 0,1 0 0,2 1 0,2 0 0,1 1 0,1 0 0,3 0 0,0 0 0,2 0 0,2 0 0,11 66 0,-3-55-167,1 0 0,2-1 0,3-1 0,1-1 1,2 0-1,2-1 0,1-1 0,3-1 0,1-1 0,52 59 1,-44-62-24,1-1 0,2-2 1,1-1-1,2-2 0,1-2 1,60 31-1,-74-46-19,0 0-1,0-2 1,1-2-1,1 0 0,0-2 1,0-1-1,0-1 1,1-2-1,-1 0 0,1-3 1,58-5-1,-67 2 50,-1-2 0,1 0-1,-1-1 1,0-1 0,0-1-1,-1-1 1,0-1 0,26-17-1,-20 8 83,0-1-1,-2 0 0,0-2 1,-1 0-1,22-31 0,-9 4 29,-3-1 0,-1-2 0,-3-1 0,-3-1 0,29-87 0,-37 92-116,-3-1 1,-2 0-1,-2-1 1,-2 0-1,-3-1 1,-1-70-1,-5 97-12,-1 0 0,-1 0 0,-1 0 1,-2 1-1,0 0 0,-1 0 0,-2 0 0,0 1 0,-2 0 0,0 0 0,-1 1 0,-2 1 0,0 0 0,-1 1 0,-20-19 0,11 17-110,-1 0 0,-2 2 0,0 1 0,-1 1 1,0 1-1,-2 2 0,0 1 0,-1 1 0,0 2 0,0 1 0,-54-10 0,-10 4-867,-1 5 0,-164 2 1,-139 37-341,353-23 757,-54 4-3475</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36.332"/>
    </inkml:context>
    <inkml:brush xml:id="br0">
      <inkml:brushProperty name="width" value="0.035" units="cm"/>
      <inkml:brushProperty name="height" value="0.035" units="cm"/>
    </inkml:brush>
  </inkml:definitions>
  <inkml:trace contextRef="#ctx0" brushRef="#br0">927 133 6758,'-1'-11'107,"0"5"-171,0-5 259,-1 1-1,0 0 1,-1 0 0,-6-18 0,8 25-157,-1 0 0,1 0 0,-1 0 0,0 1 0,1-1 1,-1 1-1,0-1 0,0 1 0,-1 0 0,1-1 1,0 1-1,-1 0 0,0 1 0,1-1 0,-1 0 0,0 1 1,0 0-1,0-1 0,0 1 0,0 0 0,0 1 1,0-1-1,-4 0 0,-13 0 80,0 2-1,1 0 1,-1 1 0,0 1-1,1 1 1,0 0 0,-1 2 0,2 0-1,-1 1 1,1 1 0,0 1 0,-23 15-1,0 3 279,1 2-1,1 1 1,-65 68-1,68-58-146,1 2-1,2 2 1,2 1-1,3 1 0,1 1 1,2 1-1,2 2 1,-28 91-1,34-80-145,3-1 0,2 2 0,3 0 0,3 0 0,3 1-1,2-1 1,10 86 0,-5-116-62,2 0-1,1-1 1,1 0 0,2 0-1,1-1 1,2 0 0,0-1-1,2 0 1,2-2-1,0 0 1,38 45 0,-39-54-1,1 0 1,1-2 0,1 0 0,0-1-1,1-1 1,0 0 0,1-2-1,1 0 1,-1-2 0,2 0 0,0-2-1,0 0 1,0-2 0,1 0-1,0-2 1,28 2 0,-19-5 14,0-2 0,0-1 0,-1-2 0,1-1-1,-1-1 1,0-2 0,0-2 0,-1 0 0,44-23 0,-25 8 245,-2-2 0,-1-2 0,-2-2 1,78-70-1,-98 78-228,-2-2 0,0-1 0,-2-1 1,-1-1-1,-1 0 0,-2-1 0,0-2 1,-2 1-1,-2-2 0,0 0 0,-2 0 0,-2-1 1,-1 0-1,-1-1 0,-2 0 0,1-45 1,-5 27-45,-1-1 1,-3 0 0,-3 1 0,-1 0 0,-3 0 0,-2 0 0,-36-95-1,36 119-26,-1 1 0,-1 0-1,-1 1 1,-1 1-1,-1 0 1,-2 2 0,0 0-1,-2 0 1,0 2-1,-1 1 1,-1 1-1,-1 0 1,-1 2 0,0 1-1,-39-18 1,30 20-59,-1 2 0,0 1 0,0 2-1,-1 2 1,0 1 0,-55-3 0,2 8-2460,-131 14-1,114-5-2334</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44.872"/>
    </inkml:context>
    <inkml:brush xml:id="br0">
      <inkml:brushProperty name="width" value="0.035" units="cm"/>
      <inkml:brushProperty name="height" value="0.035" units="cm"/>
    </inkml:brush>
  </inkml:definitions>
  <inkml:trace contextRef="#ctx0" brushRef="#br0">42 32 2050,'0'0'5531,"-7"-6"-5072,-23-20-118,26 27 228,4 10-437,6 11 107,15 10 654,1-2 1,2 0 0,0-1-1,40 35 1,3 4-2,366 425 437,-425-483-1346,-6-7-26,1 1 0,0-1 0,0 1 0,0-1 0,1 0 0,-1 0 0,1 0-1,-1-1 1,1 1 0,0-1 0,4 2 0,-7-5-35,-1 1 0,1-1 0,-1 0 0,1 0-1,-1 1 1,1-1 0,-1 0 0,1 0 0,-1 0 0,0 1 0,1-1 0,-1 0-1,0 0 1,0 0 0,0 0 0,0 0 0,0 0 0,0 1 0,0-1 0,0 0 0,0 0-1,0 0 1,-1-1 0,-1-28-2670,-11-12-2211</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45.153"/>
    </inkml:context>
    <inkml:brush xml:id="br0">
      <inkml:brushProperty name="width" value="0.035" units="cm"/>
      <inkml:brushProperty name="height" value="0.035" units="cm"/>
    </inkml:brush>
  </inkml:definitions>
  <inkml:trace contextRef="#ctx0" brushRef="#br0">500 0 5990,'0'0'2082,"-10"10"-1810,-9 9 53,1 1 0,1 1 1,-26 41-1,-44 90 1851,41-69-2007,-54 82 189,-55 103-1357,150-258-2198</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45.401"/>
    </inkml:context>
    <inkml:brush xml:id="br0">
      <inkml:brushProperty name="width" value="0.035" units="cm"/>
      <inkml:brushProperty name="height" value="0.035" units="cm"/>
    </inkml:brush>
  </inkml:definitions>
  <inkml:trace contextRef="#ctx0" brushRef="#br0">197 1 5093,'0'0'5637,"-55"73"-4932,29-29-129,3 5-415,1-1-129,3 2-32,4-3 64,1 0 0,6-7-96,-1-5-929,4-10-3235</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45.711"/>
    </inkml:context>
    <inkml:brush xml:id="br0">
      <inkml:brushProperty name="width" value="0.035" units="cm"/>
      <inkml:brushProperty name="height" value="0.035" units="cm"/>
    </inkml:brush>
  </inkml:definitions>
  <inkml:trace contextRef="#ctx0" brushRef="#br0">1 1 10922,'0'0'-160,"9"0"598,-1 2-264,1-1 0,-1 1 0,0 1 0,0 0 0,0 0 1,0 0-1,0 1 0,0 0 0,-1 1 0,0 0 0,0 0 0,8 7 0,452 413 1561,-459-417-2185,15 14-211,-7-16-4692</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45.945"/>
    </inkml:context>
    <inkml:brush xml:id="br0">
      <inkml:brushProperty name="width" value="0.035" units="cm"/>
      <inkml:brushProperty name="height" value="0.035" units="cm"/>
    </inkml:brush>
  </inkml:definitions>
  <inkml:trace contextRef="#ctx0" brushRef="#br0">317 1 7623,'0'0'353,"-47"15"63,29 21-288,1 14 224,-5 8 898,0 9-129,-5 4-481,1 0-416,-1 0 1,0-4-97,2-2 32,5-6 64,3-8-160,6-12-833,4-12-2530,4-19-1537</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46.193"/>
    </inkml:context>
    <inkml:brush xml:id="br0">
      <inkml:brushProperty name="width" value="0.035" units="cm"/>
      <inkml:brushProperty name="height" value="0.035" units="cm"/>
    </inkml:brush>
  </inkml:definitions>
  <inkml:trace contextRef="#ctx0" brushRef="#br0">222 18 9737,'13'-4'555,"-5"1"-408,-4 1-102,0 0 1,0 1 0,0-1 0,0 1-1,0 0 1,0 1 0,0-1 0,1 1 0,-1-1-1,0 1 1,1 0 0,-1 1 0,0-1-1,0 1 1,0 0 0,1 0 0,-1 0-1,0 0 1,0 1 0,0 0 0,4 2-1,2 5 65,0 1 0,-1-1 0,0 2-1,0-1 1,-1 1 0,-1 0 0,0 1-1,0 0 1,-1 0 0,5 17 0,2 6 172,-2 0 1,10 60 0,-12-40-23,-3 1 0,-3-1 1,-2 1-1,-2-1 0,-12 79 1,5-89-200,-1 0 0,-3 0 1,-1-1-1,-2-1 0,-2 0 1,-45 78-1,50-102-142,-1 0-1,0-1 1,-1-1-1,-1 0 1,-1-1-1,0-1 1,-21 16-1,24-22-690,0-1-1,0 0 1,-1-1-1,0-1 1,-1 0-1,-26 7 1,-44 2-5426</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46.539"/>
    </inkml:context>
    <inkml:brush xml:id="br0">
      <inkml:brushProperty name="width" value="0.035" units="cm"/>
      <inkml:brushProperty name="height" value="0.035" units="cm"/>
    </inkml:brush>
  </inkml:definitions>
  <inkml:trace contextRef="#ctx0" brushRef="#br0">183 0 11147,'-12'16'42,"12"-16"-41,-17 21 171,2 1 1,0 0 0,2 1 0,-20 45 0,15-14 117,2 0 0,3 0 1,2 1-1,3 1 0,2 0 0,2 0 1,3 0-1,2 1 0,3-1 0,15 76 0,-13-107-244,1 0 0,2-1 0,0 0-1,2-1 1,0 0 0,1 0 0,2-2-1,0 1 1,2-2 0,0 0-1,1-1 1,1 0 0,0-2 0,22 16-1,-25-22-105,1 0-1,0-1 0,0-1 0,1 0 1,0-2-1,1 0 0,0-1 1,0 0-1,0-2 0,0 0 0,1-1 1,0 0-1,0-2 0,-1-1 1,1 0-1,0-1 0,0-1 0,-1-1 1,33-8-1,-35 5-686,-1 0-1,1-1 1,-1 0-1,22-15 1,63-53-7575</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46.911"/>
    </inkml:context>
    <inkml:brush xml:id="br0">
      <inkml:brushProperty name="width" value="0.035" units="cm"/>
      <inkml:brushProperty name="height" value="0.035" units="cm"/>
    </inkml:brush>
  </inkml:definitions>
  <inkml:trace contextRef="#ctx0" brushRef="#br0">1 120 9993,'0'0'2691,"57"-7"-2627,-25 7 0,8-7 0,4-2 96,0-2-64,0-2 1,-1-1-33,-7 4 32,-6-2-865,-4-5-2979,-5-3-5124</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47.128"/>
    </inkml:context>
    <inkml:brush xml:id="br0">
      <inkml:brushProperty name="width" value="0.035" units="cm"/>
      <inkml:brushProperty name="height" value="0.035" units="cm"/>
    </inkml:brush>
  </inkml:definitions>
  <inkml:trace contextRef="#ctx0" brushRef="#br0">1 0 11883,'0'0'1474,"22"59"-1186,-12-26 0,2 7 65,-3 4-161,4 4-32,0 2 0,0 2 0,-1-2 32,-4-8-992,-4-12-6023</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47.717"/>
    </inkml:context>
    <inkml:brush xml:id="br0">
      <inkml:brushProperty name="width" value="0.035" units="cm"/>
      <inkml:brushProperty name="height" value="0.035" units="cm"/>
    </inkml:brush>
  </inkml:definitions>
  <inkml:trace contextRef="#ctx0" brushRef="#br0">0 40 12172,'0'0'1505,"53"-28"-1441,-20 23-32,3 2 32,3 0 0,1 2 0,-3 1 32,-4 0 0,-7 1-288,-5 7-1153,-9 0-1442,-10 3-1024,-2 1-1506</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47.874"/>
    </inkml:context>
    <inkml:brush xml:id="br0">
      <inkml:brushProperty name="width" value="0.035" units="cm"/>
      <inkml:brushProperty name="height" value="0.035" units="cm"/>
    </inkml:brush>
  </inkml:definitions>
  <inkml:trace contextRef="#ctx0" brushRef="#br0">1 51 5765,'0'0'4164,"46"15"-3171,-11-15-288,7 0-353,5-9-192,2 1 1,-1 0-1,-4-2 64,-4-2-1473,-9-7-7111</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00.051"/>
    </inkml:context>
    <inkml:brush xml:id="br0">
      <inkml:brushProperty name="width" value="0.035" units="cm"/>
      <inkml:brushProperty name="height" value="0.035" units="cm"/>
    </inkml:brush>
  </inkml:definitions>
  <inkml:trace contextRef="#ctx0" brushRef="#br0">333 120 12300,'-8'-3'277,"4"1"-273,0 0 0,-1 0 0,1 0 0,0 1 0,-1 0 0,0 0 0,1 0 0,-1 0 0,0 1 0,1 0 0,-1 0 0,0 0 0,1 0 0,-1 1 0,0 0-1,1 0 1,-1 0 0,1 1 0,-1-1 0,1 1 0,0 0 0,-1 0 0,1 1 0,0-1 0,0 1 0,-4 4 0,-10 10 72,0 2-1,1 0 1,1 1-1,1 0 1,1 1 0,1 1-1,1 1 1,0-1-1,2 2 1,-13 42-1,14-32 30,1 1 0,2 0 0,1 0 0,2 0 0,2 0 0,1 1 0,5 42 0,-1-56-100,0 0 1,2-1-1,0 0 1,2 0-1,0 0 1,1-1-1,1 0 1,1-1-1,1 0 1,0 0-1,1-2 1,2 1-1,-1-2 0,25 21 1,-28-27 2,0-1 0,0 0-1,1 0 1,1-1 0,-1-1 0,1 0 0,1-1-1,-1-1 1,1 0 0,0 0 0,0-1 0,0-1-1,1-1 1,-1 0 0,1-1 0,-1 0 0,1-1-1,-1-1 1,1 0 0,0-1 0,-1 0 0,26-9-1,-25 4 55,1 0 0,-1-1 0,-1-1 0,0 0 0,0-1 0,-1 0 0,0-1 0,-1-1 0,0 0 0,-1-1 0,13-17 0,-6 5 211,-2-1 0,-1 0 0,-1-1 0,-1 0 0,14-44-1,-19 43-189,-2-2 0,0 1 0,-2-1-1,-1 0 1,-1 0 0,-2 0 0,-1 0-1,-1 0 1,-2 1 0,-1-1 0,-1 1-1,-1 0 1,-22-53 0,21 63-114,-1-1-1,-1 1 1,0 1 0,-2 0 0,0 1-1,-1 0 1,0 0 0,-1 2 0,-1 0-1,-1 0 1,0 1 0,-1 1-1,0 1 1,-1 1 0,-1 0 0,1 1-1,-2 1 1,1 1 0,-1 1 0,-27-7-1,23 10-74,0 0-1,-1 2 1,1 0 0,-36 3-1,-43 14-3322,33 1-1621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04.915"/>
    </inkml:context>
    <inkml:brush xml:id="br0">
      <inkml:brushProperty name="width" value="0.035" units="cm"/>
      <inkml:brushProperty name="height" value="0.035" units="cm"/>
    </inkml:brush>
  </inkml:definitions>
  <inkml:trace contextRef="#ctx0" brushRef="#br0">97 1 9545,'0'0'662,"-9"11"-443,-1 2-124,1 1 1,1 0-1,0 0 1,1 1-1,0 0 1,2 0-1,-1 1 1,-5 31-1,2 31 246,3 0 0,4 0 0,3 1 0,4-1 0,3 0 0,32 133 0,-24-144-200,43 114 1,-50-158-109,2 0 1,0-1 0,1 0 0,2-1 0,0-1-1,1 0 1,1 0 0,23 21 0,-34-37-15,0 1-1,0-1 1,0 0 0,1 0 0,-1-1 0,1 1 0,0-1-1,0-1 1,0 1 0,0-1 0,1 0 0,-1 0 0,1-1-1,-1 0 1,1 0 0,-1 0 0,1-1 0,0 0-1,-1-1 1,1 1 0,-1-1 0,1 0 0,-1-1 0,1 0-1,-1 0 1,0 0 0,0 0 0,0-1 0,0 0 0,0-1-1,0 1 1,-1-1 0,0 0 0,0-1 0,0 1 0,0-1-1,7-9 1,3-6 33,-1-1 0,-1 0 0,-1 0 0,0-2 0,-2 1 0,-1-1 0,0-1 0,-2 0 0,-1 0 0,-1 0 0,0-1 0,-2 0 0,-1 1 0,-3-48 0,-3 45 1263,4 26-1252,0 1 0,0-1 0,0 0 0,0 1 0,-1-1 0,1 0 0,0 1 0,0-1 0,-1 1-1,1-1 1,0 0 0,-1 1 0,1-1 0,0 1 0,-1-1 0,1 1 0,-1-1 0,1 1 0,-1 0 0,1-1 0,-1 1 0,1 0 0,-1-1 0,0 1 0,1 0 0,-1-1 0,1 1 0,-1 0 0,0 0 0,1 0 0,-1 0 0,0 0 0,1-1 0,-1 1 0,-1 1 0,1-1-37,1 1 0,-1-1 0,0 1 1,0 0-1,1-1 0,-1 1 1,0 0-1,1 0 0,-1-1 0,1 1 1,-1 0-1,1 0 0,-1 0 1,1 0-1,0 0 0,-1 0 0,1 0 1,0 0-1,0 0 0,0-1 1,0 1-1,0 0 0,0 2 0,-1 28-51,1-23 71,1 6-32,-1 0 0,2 0 0,0 1 0,1-2 0,0 1 0,1 0 0,1-1 0,0 1 0,0-1 0,2-1 0,-1 1 0,2-1 0,15 20 0,-16-24-400,0 0-1,1 0 1,0-1-1,1-1 1,0 1-1,18 9 1,-1-6-2860,-4-8-1089</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05.100"/>
    </inkml:context>
    <inkml:brush xml:id="br0">
      <inkml:brushProperty name="width" value="0.035" units="cm"/>
      <inkml:brushProperty name="height" value="0.035" units="cm"/>
    </inkml:brush>
  </inkml:definitions>
  <inkml:trace contextRef="#ctx0" brushRef="#br0">1 0 13933,'0'0'-512</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05.507"/>
    </inkml:context>
    <inkml:brush xml:id="br0">
      <inkml:brushProperty name="width" value="0.035" units="cm"/>
      <inkml:brushProperty name="height" value="0.035" units="cm"/>
    </inkml:brush>
  </inkml:definitions>
  <inkml:trace contextRef="#ctx0" brushRef="#br0">1 12 14061,'0'0'235,"5"10"-411,11 21 237,2-1 0,1-1 0,1-1-1,35 37 1,-55-106 276,-7-113-295,8 154-26,-1-1-1,1 0 1,-1 1 0,1-1-1,-1 0 1,1 1-1,0-1 1,-1 1-1,1-1 1,0 1 0,-1-1-1,1 1 1,0-1-1,0 1 1,-1 0-1,1 0 1,0-1-1,0 1 1,0 0 0,0 0-1,-1 0 1,1 0-1,0 0 1,0 0-1,0 0 1,0 0 0,-1 0-1,3 1 1,29 2 98,-14 2-16,0 2 1,-1 0-1,0 0 0,0 2 0,-1 0 0,0 1 0,0 1 0,-1 0 1,21 20-1,-25-20-2052,-1 0 0,0 1 1,15 21-1,-19-23-5365</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05.864"/>
    </inkml:context>
    <inkml:brush xml:id="br0">
      <inkml:brushProperty name="width" value="0.035" units="cm"/>
      <inkml:brushProperty name="height" value="0.035" units="cm"/>
    </inkml:brush>
  </inkml:definitions>
  <inkml:trace contextRef="#ctx0" brushRef="#br0">1 398 10570,'0'0'929,"7"-11"-390,12-13 214,2 1-1,0 0 1,37-30 0,-13 19 82,-25 20-742,0 0-1,-2-1 1,1-1-1,-2-1 0,0-1 1,-1 0-1,15-23 1,-30 39-91,1 0 1,-1 0-1,0 0 1,0 0-1,0 0 0,0-1 1,0 1-1,0 0 1,-1 0-1,1-1 1,-1 1-1,1-1 1,-1 1-1,0 0 0,0-1 1,0 1-1,0 0 1,-1-1-1,1 1 1,-1-1-1,1 1 1,-2-3-1,0 3 19,1 0 1,-1 0-1,0 1 0,0-1 0,0 1 1,1-1-1,-1 1 0,-1 0 1,1 0-1,0 0 0,0 0 0,0 0 1,0 0-1,-1 1 0,1-1 1,0 1-1,-1 0 0,-2-1 0,-5 1 110,0-1 0,0 2-1,0 0 1,1 0 0,-1 0-1,0 1 1,1 1-1,-1-1 1,-14 8 0,15-5-70,0 1 0,1 0 0,0 0 1,0 0-1,1 1 0,0 1 0,0-1 1,0 1-1,1 0 0,-5 9 0,9-14-57,0 0 0,0 0 0,0 1 0,1-1 0,0 0 0,-1 1 0,1-1 0,1 1 0,-1-1 0,0 1 0,1-1 0,0 1 0,0-1 0,0 1 0,0-1 0,0 1 0,1-1 0,-1 1 0,1-1 0,0 1 0,0-1 0,1 1 0,-1-1 0,0 0 0,1 0 0,0 0 0,0 0 0,0 0 0,0 0 0,1 0 0,3 3-1,3 1-28,1 0-1,0 0 0,0-1 0,1 0 1,0-1-1,0-1 0,0 1 0,0-2 1,1 0-1,0 0 0,-1-1 0,1 0 1,0-1-1,17 0 0,-10-1-877,0-1 1,-1-1-1,1 0 1,-1-2-1,1 0 1,-1-1-1,0-1 1,27-12-1,8-11-4494</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06.251"/>
    </inkml:context>
    <inkml:brush xml:id="br0">
      <inkml:brushProperty name="width" value="0.035" units="cm"/>
      <inkml:brushProperty name="height" value="0.035" units="cm"/>
    </inkml:brush>
  </inkml:definitions>
  <inkml:trace contextRef="#ctx0" brushRef="#br0">263 42 9289,'0'0'491,"-9"-6"1004,3 1-1170,0 1 0,0 0 0,-1 1-1,1 0 1,-1 0 0,0 0 0,0 1 0,0 0 0,0 0 0,0 0 0,-1 1 0,1 1 0,0-1 0,0 1 0,-1 0 0,1 1 0,0-1 0,-1 1 0,1 1 0,0 0 0,0 0-1,-11 5 1,12-4-241,0 1 0,0 0 0,1 0 0,-1 1 0,1 0 0,0 0 0,0 0-1,1 0 1,-1 1 0,1 0 0,1 0 0,-1 0 0,1 0 0,0 1 0,0-1 0,1 1-1,0 0 1,0-1 0,-1 9 0,3-11-82,-1 0 0,1 0 1,0 0-1,0 0 0,1 0 0,-1 0 0,1 0 0,0 0 1,0 0-1,0 0 0,1 0 0,-1-1 0,1 1 0,0 0 0,0-1 1,0 1-1,1-1 0,-1 0 0,1 0 0,-1 0 0,1 0 1,0 0-1,1-1 0,-1 1 0,0-1 0,1 0 0,-1 0 0,1 0 1,-1 0-1,1-1 0,0 1 0,0-1 0,7 1 0,-5 0-130,0-1 0,0 0 0,0 0 0,0 0 0,0-1 0,1 0-1,-1 0 1,0 0 0,0-1 0,0 0 0,0 0 0,0-1 0,0 0 0,-1 0-1,1 0 1,0 0 0,-1-1 0,1 0 0,5-5 0,-7 4 61,0 1 0,0-1 0,0-1 0,-1 1 0,0 0 0,1-1 0,-2 0 0,1 0 0,-1 0 0,1 0 0,-1 0 0,-1 0 0,1 0 0,-1-1 0,0 1 0,0-1 0,-1 1 0,1-1 0,-1 1 0,0-1 1,-2-9-1,1 12 134,0 1 0,0-1 0,0 0 0,0 0 0,0 0 0,-1 1 0,1-1 0,-1 0 0,0 1 0,0 0 0,0-1 0,0 1 0,0 0 0,-1 0 0,1 0 0,0 0 0,-1 1 0,0-1 0,-3-1 0,3 1 990,32 22-1035,100 61 609,-108-70-1441,-1-1-1,29 9 1,-14-14-6408,-24-7 1517</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06.548"/>
    </inkml:context>
    <inkml:brush xml:id="br0">
      <inkml:brushProperty name="width" value="0.035" units="cm"/>
      <inkml:brushProperty name="height" value="0.035" units="cm"/>
    </inkml:brush>
  </inkml:definitions>
  <inkml:trace contextRef="#ctx0" brushRef="#br0">5 273 10890,'0'0'678,"-1"-8"833,-2-24-192,3 31-1277,0 0-1,0 0 1,1 1 0,-1-1 0,0 0 0,1 1 0,-1-1 0,0 0 0,1 1 0,-1-1-1,1 0 1,-1 1 0,1-1 0,-1 1 0,1-1 0,-1 1 0,1-1 0,0 1 0,-1 0-1,1-1 1,0 1 0,-1 0 0,1-1 0,0 1 0,-1 0 0,1 0 0,0-1-1,0 1 1,-1 0 0,1 0 0,0 0 0,0 0 0,0 0 0,-1 0 0,1 0 0,0 1-1,0-1 1,-1 0 0,1 0 0,0 0 0,-1 1 0,1-1 0,1 1 0,30 9 602,-19-3-521,0 1-1,0 0 0,-1 1 1,0 0-1,0 1 0,14 16 1,-20-21-101,-1 1-1,0 0 1,-1 0 0,0 0 0,0 1 0,0 0 0,0-1 0,-1 1 0,-1 1 0,1-1 0,-1 0 0,0 1 0,0-1 0,0 11-1,-2-17-16,0-1-1,0 1 0,0-1 1,1 0-1,-1 1 0,0-1 0,0 1 1,0-1-1,0 1 0,0-1 1,0 0-1,-1 1 0,1-1 0,0 1 1,0-1-1,0 1 0,0-1 1,0 0-1,-1 1 0,1-1 0,0 0 1,0 1-1,-1-1 0,1 0 1,0 1-1,0-1 0,-1 0 0,1 1 1,0-1-1,-1 0 0,1 0 1,0 1-1,-1-1 0,1 0 0,-1 0 1,1 0-1,0 0 0,-1 1 1,1-1-1,-1 0 0,1 0 0,-1 0 1,1 0-1,0 0 0,-1 0 1,1 0-1,-1 0 0,1 0 0,-1 0 1,1-1-1,0 1 0,-1 0 1,1 0-1,-1 0 0,1 0 1,0-1-1,-1 1 0,1 0 0,0 0 1,-1-1-1,1 1 0,0 0 1,-1-1-1,1 1 0,0 0 0,0-1 1,-1 1-1,1-1 0,-23-24 111,17 11-95,0 0 0,2 0 0,-1-1 0,1 0 0,1 0 0,1 1 0,0-2 0,1 1-1,1 0 1,0 0 0,3-18 0,-2 21-141,1 0 0,0 0 0,1 0 1,0 0-1,0 1 0,2-1 0,-1 1 0,2 0 0,-1 0 0,1 1 0,1 0 0,0 0 0,1 0 1,11-11-1,-16 18-254,1 0 0,0 0 0,0 0 0,0 1 0,1-1 0,-1 1 0,0 0-1,1 0 1,0 1 0,-1 0 0,8-2 0,13 2-4728</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06.910"/>
    </inkml:context>
    <inkml:brush xml:id="br0">
      <inkml:brushProperty name="width" value="0.035" units="cm"/>
      <inkml:brushProperty name="height" value="0.035" units="cm"/>
    </inkml:brush>
  </inkml:definitions>
  <inkml:trace contextRef="#ctx0" brushRef="#br0">1 130 13837,'10'2'342,"-1"1"-303,-1 0 1,1 1 0,-1 0-1,0 0 1,0 0 0,0 1-1,0 1 1,-1-1 0,0 1-1,0 0 1,0 1 0,-1 0-1,6 8 1,-6-9-6,22 27 172,0 1 0,-2 1-1,-2 2 1,29 55-1,-50-86 144,-4-9-106,-5-20 11,-18-68 32,21 70-198,2 0 0,0 0 0,1 1 1,1-1-1,1 0 0,9-38 0,-8 48-183,1 1 0,0 0-1,0-1 1,1 1 0,1 1 0,7-12-1,-8 14-365,0 1-1,1-1 0,0 1 0,0 1 0,1-1 0,-1 1 0,1 0 0,15-8 0,4 2-5533</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07.764"/>
    </inkml:context>
    <inkml:brush xml:id="br0">
      <inkml:brushProperty name="width" value="0.035" units="cm"/>
      <inkml:brushProperty name="height" value="0.035" units="cm"/>
    </inkml:brush>
  </inkml:definitions>
  <inkml:trace contextRef="#ctx0" brushRef="#br0">1 472 13549,'0'0'75,"8"-3"53,9-4 124,0 0 1,-1-2-1,0 0 0,0 0 1,-1-2-1,0 0 1,25-25-1,-32 28-198,0 1 0,-1-2 0,0 1 0,-1-1 0,0 0 0,0 0 0,-1 0 0,0-1 0,0 0 0,-1 0 0,-1 0 0,0-1 0,0 1 0,-1-1-1,2-17 1,-4 26-9,0 0-1,0 0 0,0 0 0,-1 0 1,1 0-1,-1 0 0,1 0 0,-1 0 1,1 1-1,-1-1 0,0 0 0,0 0 0,0 0 1,0 1-1,0-1 0,0 0 0,-1 1 1,1-1-1,0 1 0,-1 0 0,-2-3 1,1 3-1,0-1 1,-1 1 0,1-1 0,0 1 0,-1 0 0,1 0 0,-1 0 0,1 1 0,-1-1-1,1 1 1,-7 0 0,3 0-8,0 1 0,0 0 0,0 0 0,0 0-1,0 1 1,0 0 0,0 1 0,0-1 0,1 1 0,-1 1-1,-11 7 1,13-7-24,1 0-1,0 0 0,0 0 1,0 1-1,1-1 0,0 1 1,-1 0-1,2 0 1,-1 0-1,1 1 0,-1-1 1,1 1-1,1-1 0,-1 1 1,1 0-1,0-1 0,0 1 1,1 0-1,0 0 1,0 8-1,1-10-6,0 0 0,0 0 0,0 0 0,0 0 1,1-1-1,0 1 0,-1 0 0,1-1 0,1 1 0,-1-1 0,0 1 0,1-1 0,0 0 1,-1 0-1,1 0 0,1-1 0,-1 1 0,0-1 0,1 1 0,-1-1 0,1 0 0,-1-1 1,1 1-1,0-1 0,0 1 0,0-1 0,0 0 0,0 0 0,5 0 0,7 0 31,0 0-1,1-1 1,-1 0 0,0-2-1,1 0 1,-1 0-1,0-2 1,-1 0-1,1-1 1,-1 0 0,1-1-1,-2-1 1,23-14-1,-13 6-38,-1-1 0,0 0 1,-1-2-1,-1-1 0,-1-1 0,-1-1 0,18-24 0,-33 40-17,0-1 1,0 0-1,-1 0 1,0-1-1,0 1 1,0-1-1,-1 1 1,2-10-1,-3 14 15,-1 1 0,0-1 0,0 1-1,0-1 1,0 0 0,0 1-1,0-1 1,0 1 0,0-1 0,-1 0-1,1 1 1,0-1 0,-1 1 0,0-1-1,1 1 1,-1-1 0,0 1-1,0 0 1,0-1 0,1 1 0,-1 0-1,-1-1 1,1 1 0,0 0 0,0 0-1,0 0 1,-1 0 0,1 0-1,0 0 1,-1 1 0,1-1 0,-1 0-1,1 1 1,-1-1 0,1 1 0,-1-1-1,0 1 1,1 0 0,-1 0-1,-1 0 1,-1-1-10,0 0 1,-1 1-1,1-1 0,0 1 1,0 0-1,-1 0 0,1 1 1,0-1-1,0 1 0,0 0 0,-1 0 1,1 1-1,0-1 0,1 1 1,-1 0-1,0 0 0,0 0 1,1 0-1,-1 1 0,1-1 0,0 1 1,0 0-1,0 0 0,0 0 1,0 1-1,1-1 0,-1 0 1,1 1-1,0 0 0,0 0 0,0-1 1,1 1-1,-1 0 0,1 1 1,0-1-1,-1 7 0,0 3 7,0 0 1,1 0-1,1 0 0,0 1 0,1-1 0,0 0 1,1 0-1,1 0 0,0 0 0,6 14 0,73 159 35,4 12 62,-76-171-77,-1 1-1,-2 1 0,-1-1 1,-1 1-1,1 36 0,-6-58-17,1 1 22,-1 0 1,0 0-1,-1 0 1,0 0-1,-3 14 1,4-22-7,0 0 0,-1 0 0,1 0 1,0 0-1,-1 0 0,1 0 1,-1 0-1,1-1 0,-1 1 1,0 0-1,1 0 0,-1 0 1,0-1-1,0 1 0,1-1 0,-1 1 1,0 0-1,0-1 0,0 1 1,0-1-1,0 0 0,0 1 1,-1-1-1,0 0 21,0 0 0,0 0 1,0 0-1,0-1 0,0 1 0,0-1 1,0 1-1,0-1 0,0 0 0,0 0 0,0 0 1,0 0-1,0 0 0,1 0 0,-4-3 1,-3-3-3,0-1 1,0 0 0,0 0 0,1-1-1,0 0 1,1 0 0,0-1 0,1 0-1,0 0 1,0 0 0,1 0 0,0-1-1,-3-17 1,1 2-25,2 0 0,0-1-1,2 1 1,2-46 0,2 47-14,2 0 0,0 1 0,2-1 0,1 1 0,0 0 0,2 0 0,20-37 0,-14 32-12,2 2-1,1 0 1,1 1-1,1 1 0,37-36 1,-51 54 13,1 2 0,0-1 0,0 1 0,0 0 0,1 0 0,0 1 0,0 0 0,0 0 0,0 1 0,13-3 0,-18 5-2,0 0 0,1 1 0,-1 0 0,1 0 0,-1 0 0,0 0 0,1 0 0,-1 1 0,0 0 0,1-1 0,-1 1 0,0 1 0,0-1 0,1 0 0,-1 1 0,0-1 0,0 1 0,-1 0 0,1 0 0,0 0 0,-1 0 0,1 1 0,-1-1 0,0 1 0,0-1 0,1 1 0,-2 0 0,1 0 0,2 4 0,5 13 5,-1 1 0,-1 0 0,-1 0 0,-1 0 0,-1 1 1,-1 0-1,-1 0 0,0 0 0,-2 0 0,-4 43 0,3-63 6,1 1 0,-1-1 0,1 0 1,-1 1-1,0-1 0,0 0 0,0 0 0,0 0 0,0 0 0,0 0 0,-3 3 0,-5-2 60,1-18 17,4-2-58,2 1 0,0-1 1,0 1-1,2-1 1,0 0-1,1 0 0,1 1 1,0-1-1,1 0 1,1 1-1,1 0 0,0 0 1,9-19-1,0 6-457,0 1 0,21-29-1,41-44-4265,-42 59 228</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08.654"/>
    </inkml:context>
    <inkml:brush xml:id="br0">
      <inkml:brushProperty name="width" value="0.035" units="cm"/>
      <inkml:brushProperty name="height" value="0.035" units="cm"/>
    </inkml:brush>
  </inkml:definitions>
  <inkml:trace contextRef="#ctx0" brushRef="#br0">1 414 12300,'0'0'251,"8"-6"192,14-9 8,-2-2 1,0 0 0,-1-1 0,25-31-1,-37 40-330,0-1-1,0 0 1,-1 0-1,0 0 1,-1-1-1,0 0 1,0 0-1,-1 0 0,-1-1 1,0 1-1,-1-1 1,0 0-1,1-13 1,-3 24-98,0 0 0,0 0 0,1 0 1,-1 0-1,0 0 0,0 0 0,0 0 1,0 0-1,0 0 0,-1 0 0,1 0 0,0 1 1,0-1-1,-1 0 0,1 0 0,0 0 1,-1 0-1,1 0 0,-1 0 0,1 0 1,-1 1-1,0-1 0,1 0 0,-1 0 0,0 1 1,1-1-1,-1 0 0,0 1 0,0-1 1,0 1-1,1-1 0,-1 1 0,0-1 1,0 1-1,0 0 0,0-1 0,0 1 1,0 0-1,0 0 0,0 0 0,0 0 0,0 0 1,0 0-1,0 0 0,0 0 0,0 0 1,0 0-1,-1 1 0,-2 0 10,0 1 1,0-1-1,0 1 1,0 0-1,1 0 0,-1 1 1,1-1-1,0 1 0,0-1 1,-6 7-1,2 0-31,0 1 0,0 0 0,1 0 0,0 1 0,0 0-1,2 0 1,-1 0 0,1 0 0,1 1 0,0 0 0,1-1 0,0 1 0,1 0 0,0 0-1,0 0 1,4 23 0,-3-31-1,1 0-1,0-1 0,0 1 1,0 0-1,1-1 0,-1 0 1,1 1-1,0-1 0,-1 0 1,2 0-1,-1 0 1,0 0-1,1 0 0,-1 0 1,1-1-1,0 1 0,0-1 1,0 0-1,0 0 1,0 0-1,0 0 0,1 0 1,-1-1-1,1 0 0,-1 1 1,1-1-1,-1 0 0,1-1 1,0 1-1,-1-1 1,8 0-1,-2 1 25,-1-1-1,0-1 1,0 0 0,0 0-1,1-1 1,-1 1 0,0-2 0,-1 1-1,1-1 1,0-1 0,-1 1-1,0-1 1,12-8 0,-3-4 9,-1 0 0,0-1 0,-1-1 0,-1 0 0,0-1 1,-2 0-1,0-1 0,12-30 0,-8 17-35,39-60-1,-54 92 6,1-1 0,0 1 1,0-1-1,-1 1 0,1 0 0,0-1 0,1 1 0,-1 0 0,0 0 0,0 0 1,0 0-1,1 0 0,-1 0 0,0 0 0,1 0 0,-1 0 0,1 1 1,-1-1-1,1 0 0,0 1 0,-1 0 0,1-1 0,-1 1 0,1 0 0,0 0 1,-1 0-1,3 0 0,-2 1-6,0 0 0,0 0 1,0 1-1,0-1 0,0 1 0,-1 0 1,1-1-1,0 1 0,-1 0 0,0 0 1,1 0-1,-1 0 0,0 0 0,0 0 1,0 0-1,1 4 0,4 11-9,-1 0 0,-1 1 1,4 31-1,-6-25 34,0 1 0,-2-1 0,-4 34-1,2-46-125,0-1-1,0 1 0,-1-1 1,-1 0-1,0 0 1,0 0-1,-1 0 0,-1-1 1,-7 12-1,13-22 95,0 0 1,0 1-1,0-1 0,0 0 1,0 0-1,0 0 1,0 1-1,0-1 0,0 0 1,0 0-1,0 0 1,-1 1-1,1-1 0,0 0 1,0 0-1,0 0 1,0 0-1,0 0 0,0 1 1,0-1-1,-1 0 1,1 0-1,0 0 0,0 0 1,0 0-1,0 0 0,0 1 1,-1-1-1,1 0 1,0 0-1,0 0 0,0 0 1,-1 0-1,1 0 1,0 0-1,0 0 0,0 0 1,0 0-1,-1 0 1,1 0-1,0 0 0,0 0 1,0 0-1,-1 0 1,1 0-1,0 0 0,0 0 1,0 0-1,-1 0 0,1-1 1,0 1-1,0 0 1,0 0-1,0 0 0,0 0 1,-1 0-1,1 0 1,0-1-1,-1-15-60,11-26 128,4 14-59,3 1 1,0 1-1,1 0 0,29-29 1,95-89-5,-107 111 86,-31 29-31,-1 1 0,1 0-1,-1 0 1,1 1 0,0-1 0,0 1-1,0 0 1,0 0 0,6-2 0,-8 3-47,-1 1 0,0 0 0,0 0 1,0 0-1,0 0 0,0 0 0,0 0 0,0 0 1,0 1-1,0-1 0,0 0 0,0 0 1,1 1-1,-1-1 0,0 1 0,-1-1 0,1 1 1,0-1-1,0 1 0,0 0 0,0-1 0,0 1 1,-1 0-1,1 0 0,0 0 0,0 0 0,-1-1 1,1 1-1,-1 0 0,1 0 0,-1 0 1,1 0-1,-1 0 0,0 0 0,1 1 0,-1-1 1,0 0-1,0 0 0,0 0 0,0 0 0,0 0 1,0 1-1,2 21 11,0 0 0,-2 0 0,0 0 0,-2 0 0,0 0 0,-2 0 0,0-1 0,-2 1 0,0-1 1,-2 0-1,0-1 0,-1 0 0,-1 0 0,-2-1 0,0 0 0,-24 30 0,34-47-17,-1 0-1,0 0 1,0-1-1,-1 1 1,1 0-1,-1-1 1,1 0-1,-1 0 1,-4 2-1,7-4 3,0 0-1,1 1 1,-1-1 0,0 0-1,1 0 1,-1 0 0,0 0-1,1 0 1,-1 0 0,0 0-1,1 0 1,-1 0 0,0-1-1,1 1 1,-1 0 0,0 0-1,1 0 1,-1-1-1,1 1 1,-1 0 0,1-1-1,-1 1 1,0-1 0,0 0 2,0-1 0,0 1 0,1 0 1,-1-1-1,0 1 0,1 0 0,-1-1 0,1 1 1,-1-1-1,1 1 0,0-1 0,-1 0 1,1 1-1,0-3 0,1-10 9,0 0 1,1 0-1,0 1 0,1-1 0,0 0 0,2 1 1,-1 0-1,2 0 0,-1 0 0,2 0 0,0 1 1,0 0-1,1 1 0,0 0 0,20-20 1,-21 23 8,1 0 1,0 1 0,0 0-1,0 0 1,1 1 0,0 0 0,0 0-1,1 1 1,0 0 0,-1 1-1,2 0 1,-1 1 0,0 0 0,1 1-1,-1 0 1,1 0 0,0 1-1,-1 0 1,1 1 0,0 0 0,15 3-1,-20-1 7,-1 0 0,1 0 0,-1 0 0,0 0 0,0 1 0,0 0 0,0 0 0,0 1 0,-1-1 0,0 1 0,1 0 0,-1 0 0,-1 0 0,1 1 0,-1-1 0,1 1 0,2 5 0,-2-2-373,0 1-1,0-1 1,-1 1-1,0 0 1,0 0-1,-1 0 1,0 0-1,-1 0 1,1 16 0,-2-6-4843</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08.820"/>
    </inkml:context>
    <inkml:brush xml:id="br0">
      <inkml:brushProperty name="width" value="0.035" units="cm"/>
      <inkml:brushProperty name="height" value="0.035" units="cm"/>
    </inkml:brush>
  </inkml:definitions>
  <inkml:trace contextRef="#ctx0" brushRef="#br0">1 90 14670,'0'0'256,"0"-66"64,4 50-256,4 9-192,0 7-865,2 0-928,0 0-2500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8:09.411"/>
    </inkml:context>
    <inkml:brush xml:id="br0">
      <inkml:brushProperty name="width" value="0.035" units="cm"/>
      <inkml:brushProperty name="height" value="0.035" units="cm"/>
    </inkml:brush>
  </inkml:definitions>
  <inkml:trace contextRef="#ctx0" brushRef="#br0">1 167 14638,'0'7'144,"0"5"-38,0-1 0,1 1 0,1-1 0,0 1 0,0-1 1,1 0-1,1 0 0,7 15 0,-10-22-50,1 0-1,1-1 1,-1 1 0,0-1 0,1 1 0,0-1-1,0 0 1,0 0 0,0 0 0,0 0 0,0-1-1,1 1 1,0-1 0,-1 0 0,1 0 0,0 0-1,0-1 1,0 1 0,0-1 0,0 0 0,0 0-1,1 0 1,-1-1 0,0 0 0,0 1 0,1-1-1,-1-1 1,5 0 0,-6 0-43,-1 0 0,1 0-1,-1 0 1,1-1 0,-1 1-1,0-1 1,1 1 0,-1-1 0,0 0-1,0 0 1,0 0 0,0 0-1,-1 0 1,1 0 0,-1-1 0,1 1-1,-1 0 1,0-1 0,0 0-1,0 1 1,0-1 0,0 1 0,0-1-1,-1 0 1,1 0 0,-1 1-1,0-1 1,0-4 0,1-1 10,-1 1 1,0-1-1,0 0 1,-1 1-1,1-1 1,-2 1-1,1 0 0,-1-1 1,-4-11-1,1 13-22,0-1 0,0 1 0,0 0-1,-1 1 1,0-1 0,0 1-1,-1 0 1,1 1 0,-1-1 0,0 1-1,0 1 1,0-1 0,-1 1 0,1 0-1,-1 1 1,0 0 0,1 0-1,-1 1 1,0 0 0,0 0 0,-14 1-1,33-2-46,-1 0-1,1-1 1,-1-1-1,14-6 1,21-6 102,-25 9-43,1 2 0,0 1-1,1 0 1,38-1 0,-53 5-14,1 1-1,-1-1 1,0 2-1,1-1 1,-1 1-1,0 0 1,0 0-1,0 1 1,-1 0-1,1 0 1,0 0-1,-1 1 1,0 0-1,0 1 1,0-1-1,-1 1 1,8 8 0,0 1 27,-2 1 1,0 0 0,-1 0-1,0 1 1,14 32 0,-25-53 12,0 0 0,0 0 0,1 0 0,0 0 0,0 0 0,0 0 1,1 1-1,0-1 0,-1 0 0,2 0 0,1-7 0,1 0 96,1 0 0,0 0 0,9-15 0,-7 17-70,0 0-1,1 0 1,0 1 0,0 0 0,1 1 0,1 0 0,19-14 0,-25 20-66,0 0 1,0 0-1,0 0 0,0 0 1,0 1-1,0-1 0,0 1 1,1 0-1,-1 0 0,1 1 1,4-1-1,-6 2-4,0-1 0,-1 0 1,1 1-1,-1 0 0,1-1 0,-1 1 1,1 0-1,-1 0 0,0 1 0,1-1 0,-1 0 1,0 1-1,0-1 0,0 1 0,0 0 1,0 0-1,0 0 0,0 0 0,-1 0 0,2 3 1,6 10 2,-2 0 0,0 0 0,0 1 0,-2 0-1,0 0 1,-1 1 0,4 26 0,-2 23-3110,-5-50-3598</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48.748"/>
    </inkml:context>
    <inkml:brush xml:id="br0">
      <inkml:brushProperty name="width" value="0.035" units="cm"/>
      <inkml:brushProperty name="height" value="0.035" units="cm"/>
    </inkml:brush>
  </inkml:definitions>
  <inkml:trace contextRef="#ctx0" brushRef="#br0">773 3 5093,'0'0'64,"-9"-1"107,-11 0 234,1 1-1,-1 0 1,0 2 0,0 0 0,-36 10 0,0 4 49,-144 46-54,167-49-280,1 0 0,0 2 0,-54 36 0,72-40-55,2 1-1,-1 0 1,2 0-1,0 1 1,0 1-1,1 0 1,1 0-1,0 1 1,1 0-1,1 1 1,0-1-1,1 1 1,1 1-1,0-1 1,-3 24-1,-2 27 542,2 1 0,3 99 0,4-154-520,51 785 2514,-10-322-1847,-20 28 221,-87 962 0,61-1414-945,-26 369-31,32-420 2,0 1 0,0 0 1,1-1-1,-1 1 0,0-1 0,1 1 0,-1-1 0,1 1 0,0-1 0,0 0 1,-1 1-1,1-1 0,0 0 0,0 0 0,0 1 0,0-1 0,0 0 1,1 0-1,-1 0 0,0 0 0,0 0 0,1 0 0,-1-1 0,0 1 1,1 0-1,-1-1 0,1 1 0,-1-1 0,1 1 0,-1-1 0,1 0 1,-1 0-1,4 0 0,7 1 58,1 0 1,-1-1-1,19-2 0,-12 0-8,67-6 627,150-36 0,-122 21-424,-34 7-274,7 1-424,0-3 0,165-60 0,-190 45-2614,-10-9-2647</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49.248"/>
    </inkml:context>
    <inkml:brush xml:id="br0">
      <inkml:brushProperty name="width" value="0.035" units="cm"/>
      <inkml:brushProperty name="height" value="0.035" units="cm"/>
    </inkml:brush>
  </inkml:definitions>
  <inkml:trace contextRef="#ctx0" brushRef="#br0">1 1 6470,'0'0'4965,"0"58"-3876,0-17-288,0 8-353,2 7-64,2 8-159,2 1-97,-3-1-32,3-6 96,1-8-64,1-12-64,0-13-1441,2-17-2467,3-8-4996</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49.516"/>
    </inkml:context>
    <inkml:brush xml:id="br0">
      <inkml:brushProperty name="width" value="0.035" units="cm"/>
      <inkml:brushProperty name="height" value="0.035" units="cm"/>
    </inkml:brush>
  </inkml:definitions>
  <inkml:trace contextRef="#ctx0" brushRef="#br0">731 0 10954,'0'0'75,"-4"12"-134,-18 40 930,-1-1-1,-42 65 0,-77 103 1100,89-141-1815,-150 207 204,33-48-147,164-229-283,-1 2-159,0-1 0,1 1 0,1-1-1,0 2 1,-7 17 0,12-28-8,-1 9-1819,17-16-9064</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49.732"/>
    </inkml:context>
    <inkml:brush xml:id="br0">
      <inkml:brushProperty name="width" value="0.035" units="cm"/>
      <inkml:brushProperty name="height" value="0.035" units="cm"/>
    </inkml:brush>
  </inkml:definitions>
  <inkml:trace contextRef="#ctx0" brushRef="#br0">1 0 9033,'0'0'5989,"22"47"-4676,-16-12-352,-1 5-512,-1 5-225,-2 2 0,1 2-32,-1 0 33,-2-6-1,2-4-609,-1-10-640,1-10-1281,1-12-1185</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50.089"/>
    </inkml:context>
    <inkml:brush xml:id="br0">
      <inkml:brushProperty name="width" value="0.035" units="cm"/>
      <inkml:brushProperty name="height" value="0.035" units="cm"/>
    </inkml:brush>
  </inkml:definitions>
  <inkml:trace contextRef="#ctx0" brushRef="#br0">1 109 12396,'4'-10'101,"-3"9"-129,4-11 227,1 1 0,0-1 0,1 2 1,9-13-1,-14 21-152,-1-1 1,1 1-1,-1 0 1,1 0 0,0 1-1,0-1 1,0 0-1,0 0 1,0 1-1,0 0 1,0-1-1,1 1 1,-1 0-1,0 0 1,1 0-1,-1 0 1,1 0-1,-1 1 1,1-1 0,-1 1-1,1 0 1,0 0-1,-1 0 1,1 0-1,-1 0 1,1 0-1,-1 1 1,1-1-1,-1 1 1,1 0-1,-1-1 1,1 1-1,2 2 1,-2-1-38,0 1 0,0 0 0,0 0-1,-1 0 1,1 0 0,-1 0 0,0 0 0,0 1 0,0-1 0,0 1 0,0 0 0,-1-1-1,1 1 1,-1 0 0,0 0 0,-1 0 0,2 7 0,0 10 117,-1 0 0,-2 23 0,1-33-115,-1 1-20,-1 1-1,-1-1 1,0 1-1,0-1 1,-1 0 0,-1 0-1,-11 20 1,9-17 5,0 1-1,1-1 1,-6 22 0,12-36 4,0-1 0,0 1 0,-1 0 0,1 0 0,0-1 0,0 1 0,0 0 0,0-1 0,0 1 0,0 0 0,0 0 0,0-1 0,0 1 0,1 0 0,-1 0 0,0-1 0,0 1 1,1 0-1,-1-1 0,0 1 0,1-1 0,-1 1 0,1 0 0,-1-1 0,1 1 0,-1-1 0,1 1 0,-1-1 0,1 1 0,1 0 0,25 2 39,30-19 38,109-54 29,-99 33-3556,-32 15-5472</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51.161"/>
    </inkml:context>
    <inkml:brush xml:id="br0">
      <inkml:brushProperty name="width" value="0.035" units="cm"/>
      <inkml:brushProperty name="height" value="0.035" units="cm"/>
    </inkml:brush>
  </inkml:definitions>
  <inkml:trace contextRef="#ctx0" brushRef="#br0">193 0 6854,'0'0'4170,"-3"8"-3097,-74 170 1975,-23 61-3849,90-199-1702,7-13-2628,3-16 407</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51.598"/>
    </inkml:context>
    <inkml:brush xml:id="br0">
      <inkml:brushProperty name="width" value="0.035" units="cm"/>
      <inkml:brushProperty name="height" value="0.035" units="cm"/>
    </inkml:brush>
  </inkml:definitions>
  <inkml:trace contextRef="#ctx0" brushRef="#br0">224 105 6758,'5'-8'988,"-4"5"-922,19-45 2413,-19 46-2364,-1 1-1,1 0 1,-1 0 0,0 0-1,1-1 1,-1 1 0,0 0-1,0 0 1,0-1-1,0 1 1,0 0 0,0-1-1,0 1 1,-1 0-1,1 0 1,0-1 0,-1 1-1,1 0 1,-1 0-1,1 0 1,-1 0 0,1 0-1,-1-1 1,0 1-1,0 0 1,1 0 0,-1 0-1,0 1 1,0-1-1,0 0 1,0 0 0,0 0-1,0 1 1,0-1 0,-1 1-1,1-1 1,0 1-1,0-1 1,0 1 0,-3-1-1,-7 0 3,1 0-1,-1 0 0,0 1 1,0 0-1,0 1 0,0 0 1,1 1-1,-1 1 1,0-1-1,1 2 0,0-1 1,0 1-1,0 1 0,0 0 1,1 0-1,-1 1 1,1 0-1,1 1 0,-9 7 1,15-12-112,0 0 0,1 0 0,-1 0 1,1 0-1,0 0 0,0 0 0,-1 0 1,1 0-1,1 0 0,-1 1 0,0-1 1,0 0-1,1 1 0,0-1 0,-1 0 1,1 1-1,0-1 0,0 0 0,0 1 0,0-1 1,1 1-1,-1-1 0,1 0 0,-1 1 1,1-1-1,0 0 0,0 0 0,0 1 1,0-1-1,0 0 0,1 0 0,-1 0 1,0 0-1,1-1 0,2 3 0,7 7 46,0 0-1,1-1 0,1 0 0,19 11 0,0 1 93,-22-15-144,-1 1 1,-1 0-1,1 0 1,-1 1-1,0 0 1,-1 1-1,0-1 1,-1 1-1,0 1 1,0-1 0,-1 1-1,-1 0 1,0 0-1,0 1 1,-1-1-1,0 1 1,-1 0-1,-1-1 1,0 1-1,0 0 1,-1 0-1,-3 21 1,2-29-1,0 0-1,0-1 1,0 1 0,-1 0 0,1-1-1,-1 1 1,0-1 0,0 0 0,0 0 0,-1 1-1,1-2 1,-1 1 0,0 0 0,1 0-1,-1-1 1,0 1 0,-1-1 0,1 0-1,0 0 1,-1 0 0,-6 2 0,4-2 0,0 0 1,-1-1-1,1 1 0,0-1 1,-1-1-1,0 1 1,1-1-1,-1 0 1,1-1-1,-1 1 1,1-1-1,-9-3 0,11 3 3,0 0 0,0 0 0,0-1-1,0 1 1,0-1 0,0 0 0,0 0-1,1-1 1,-1 1 0,1-1 0,-1 0-1,1 0 1,0 0 0,0 0 0,0-1-1,1 1 1,-4-6 0,5 6 1,0-1 1,0 0-1,0 1 1,1-1 0,-1 1-1,1-1 1,0 0-1,0 1 1,0-1-1,0 0 1,1 1-1,-1-1 1,1 0-1,0 1 1,0-1-1,1 1 1,-1 0 0,1-1-1,-1 1 1,1 0-1,0 0 1,1 0-1,-1 0 1,4-3-1,12-14-662,1 2 0,2 1 0,-1 0 0,2 2-1,0 0 1,1 1 0,30-13 0,-40 21-143,55-30-5011</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31.459"/>
    </inkml:context>
    <inkml:brush xml:id="br0">
      <inkml:brushProperty name="width" value="0.035" units="cm"/>
      <inkml:brushProperty name="height" value="0.035" units="cm"/>
    </inkml:brush>
  </inkml:definitions>
  <inkml:trace contextRef="#ctx0" brushRef="#br0">102 75 2050,'-1'-2'437,"1"1"0,-1-1 1,1 0-1,-1 1 0,1-1 0,0 0 1,0 0-1,0 0 0,0 1 0,0-1 1,0 0-1,0 0 0,0 1 0,1-1 0,0-2 1,0-11 652,-6 22 1378,-89 154-269,91-148-2157,12-15 29,11-17-2,-13 8-69,-1 0 0,-1 0 0,0 0 0,-1-1 0,0 0 0,-1 0 0,0 0 0,-1 0 0,0-1 0,-1 1 0,-1 0 0,0-1 0,-2-22 0,-2 53 1120,2 16-473,59 221 1109,-53-233-1705,2 15 119,4 68-1,-6-89 405,-2-9-1810,0 0-5074</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31.990"/>
    </inkml:context>
    <inkml:brush xml:id="br0">
      <inkml:brushProperty name="width" value="0.035" units="cm"/>
      <inkml:brushProperty name="height" value="0.035" units="cm"/>
    </inkml:brush>
  </inkml:definitions>
  <inkml:trace contextRef="#ctx0" brushRef="#br0">1 145 5733,'0'0'6134,"8"-7"-5157,12-4-501,0 1 0,1 1 0,0 0 0,0 2 0,44-10 0,157-45 506,-217 62-1061,-4 0 22,-1 0 0,0 0 0,1 0 0,-1 0 0,0 0 0,1 0 0,-1 0 0,1 0 0,-1 0 0,0 0 0,1-1 0,-1 1 0,1 0 0,-1 0 0,0 0 0,1 0 0,-1 0 0,0-1 0,1 1 0,-1 0 0,0 0 0,0-1 0,1 1 0,-1 0-1,0-1 1,0 1 0,1 0 0,-1-1 0,0 1 0,0-1 0,0-5-3920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54.227"/>
    </inkml:context>
    <inkml:brush xml:id="br0">
      <inkml:brushProperty name="width" value="0.035" units="cm"/>
      <inkml:brushProperty name="height" value="0.035" units="cm"/>
    </inkml:brush>
  </inkml:definitions>
  <inkml:trace contextRef="#ctx0" brushRef="#br0">1 1 10570,'0'0'288,"0"58"-96,0-10 129,0 9 287,0 6 1,0 4-257,2-1-192,2-4-64,5-7 129,0-10-65,2-10-929,0-12-384,0-12-1217,-1-11-1089</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55.094"/>
    </inkml:context>
    <inkml:brush xml:id="br0">
      <inkml:brushProperty name="width" value="0.035" units="cm"/>
      <inkml:brushProperty name="height" value="0.035" units="cm"/>
    </inkml:brush>
  </inkml:definitions>
  <inkml:trace contextRef="#ctx0" brushRef="#br0">0 129 12396,'6'-12'155,"-3"4"-214,3-7 515,1 0 1,15-24-1,-21 36-400,1 0-1,-1 1 0,1-1 0,0 1 0,0-1 1,0 1-1,0 0 0,0 0 0,0 0 0,1 0 0,-1 0 1,1 1-1,-1-1 0,1 1 0,0-1 0,-1 1 1,1 0-1,0 0 0,0 0 0,0 1 0,0-1 1,0 1-1,0-1 0,5 1 0,-7 1-52,0 0 1,1-1-1,-1 1 0,0 0 0,0 0 1,0 0-1,0 0 0,1 0 0,-1 0 1,0 0-1,-1 0 0,1 1 0,0-1 1,0 0-1,0 1 0,-1-1 0,1 0 1,-1 1-1,1-1 0,-1 1 0,0-1 1,1 1-1,-1-1 0,0 1 0,0 1 1,2 44 154,-2-40-129,-1 18-185,0 0-1,-2 0 0,-1 0 0,-1 0 0,-2 0 0,0-1 1,-20 45-1,24-64 151,1 0 0,0 0 0,0 0 0,0 1 0,1-1 0,-1 1 0,1-1 0,1 1 0,-1 11 0,1-16 9,0 0-1,1 0 1,-1 1-1,1-1 1,-1 0-1,1 0 0,-1 0 1,1 1-1,0-1 1,-1 0-1,1 0 0,0 0 1,0 0-1,0 0 1,0-1-1,0 1 0,2 1 1,0 0 13,0 0 0,0-1 0,0 0 0,1 0 0,-1 0 0,1 0 0,-1 0 0,8 0 0,12 0 51,0-1 0,0-2 0,0 0 0,0-1 1,-1-1-1,34-10 0,5-3-30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56.505"/>
    </inkml:context>
    <inkml:brush xml:id="br0">
      <inkml:brushProperty name="width" value="0.035" units="cm"/>
      <inkml:brushProperty name="height" value="0.035" units="cm"/>
    </inkml:brush>
  </inkml:definitions>
  <inkml:trace contextRef="#ctx0" brushRef="#br0">492 260 1185,'0'0'1137,"-2"-8"-774,-1-3-301,-4-32 2008,6 41-1998,2 1 1,-1-1-1,0 0 1,0 1 0,0-1-1,1 1 1,-1-1-1,1 1 1,-1-1 0,1 1-1,0 0 1,0-1-1,-1 1 1,1 0-1,0-1 1,0 1 0,0 0-1,0 0 1,1 0-1,-1 0 1,0 0 0,0 0-1,1 0 1,-1 0-1,0 1 1,1-1 0,1-1-1,117-35 630,131-25 0,-117 32-45,-90 18-340,-29 7-223,0 0 1,1 2 0,-1 0-1,23-2 1,-40 31-79,-8 8 713,-21 40 0,3-4-52,-18 70 79,6 1-1,6 1 0,-24 229 1,11 446 632,44-16-213,-2 82 180,-79 68-864,75-893-453,2-18 23,-3 72 0,10-111 46,0-41 1473,-1 22-1289,-5 26 30,-4 9-217,-16 20-407,-1-1 1,-2-1 0,-1-1-1,-2-2 1,-1-1-1,-45 33 1,31-31-797,-2-1 0,-1-3-1,-1-2 1,-80 30 0,-7-12-7047</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58.855"/>
    </inkml:context>
    <inkml:brush xml:id="br0">
      <inkml:brushProperty name="width" value="0.035" units="cm"/>
      <inkml:brushProperty name="height" value="0.035" units="cm"/>
    </inkml:brush>
  </inkml:definitions>
  <inkml:trace contextRef="#ctx0" brushRef="#br0">1 19 4068,'5'-8'-641,"-1"-2"-768</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37:59.239"/>
    </inkml:context>
    <inkml:brush xml:id="br0">
      <inkml:brushProperty name="width" value="0.035" units="cm"/>
      <inkml:brushProperty name="height" value="0.035" units="cm"/>
    </inkml:brush>
  </inkml:definitions>
  <inkml:trace contextRef="#ctx0" brushRef="#br0">674 98 2787,'7'-50'1505,"-7"48"-1372,0 0 0,-1 0 1,0 1-1,1-1 0,-1 1 0,0-1 0,0 0 1,0 1-1,0-1 0,0 1 0,0 0 0,0-1 1,0 1-1,-1 0 0,1 0 0,0 0 0,-1 0 1,1 0-1,-1 0 0,1 0 0,-1 0 0,0 0 1,1 1-1,-1-1 0,-2 0 0,-41-10 2245,44 11-2283,-11-1 85,0-1 0,0 2 0,-1 0 0,1 0 0,0 1 0,0 1 0,0 0 0,0 1 0,0 0-1,0 1 1,-13 5 0,8-1-118,1 1-1,1 0 0,0 1 0,0 1 1,1 0-1,0 1 0,-12 14 1,5-2 86,0 1 1,2 1 0,1 1-1,2 0 1,0 2 0,2-1 0,1 2-1,-12 38 1,16-39-44,2 2-1,0-1 1,2 1 0,2-1-1,1 1 1,1 0-1,5 57 1,-2-74-100,1 0 1,0 0-1,0 0 1,1 0-1,1-1 0,1 0 1,-1 1-1,2-2 1,0 1-1,1-1 0,0 0 1,0-1-1,2 0 1,-1 0-1,1-1 0,1 0 1,0-1-1,0 0 1,13 7-1,-5-6 55,1 0-1,0-2 1,1 0 0,-1-2 0,1 0-1,1-1 1,-1-1 0,1-1-1,-1-1 1,1-1 0,0-1 0,0-1-1,0 0 1,21-6 0,-15 2 29,0-1-1,0-2 1,-1-1 0,0-1 0,-1-1 0,0-1 0,-1-2 0,0 0 0,-1-2 0,26-22 0,-35 25-24,-1 0 1,-1-2-1,0 1 1,-1-1-1,0-1 1,-1 0-1,-1-1 1,-1 0-1,-1-1 0,13-33 1,-18 40-60,0-1-1,-1 1 1,0 0-1,0-1 1,-1 0 0,-1 1-1,0-1 1,-1 0 0,0 1-1,0-1 1,-2 0 0,1 1-1,-1 0 1,-1 0-1,0 0 1,-1 0 0,0 0-1,0 1 1,-9-12 0,-1 3 15,-1 0 0,-1 2 1,-1-1-1,0 2 0,-1 1 1,-1 0-1,0 1 0,-1 2 1,-1 0-1,0 1 0,0 1 1,-1 1-1,-30-8 0,-7 2 7,-2 1 0,0 4 1,-125-5-1,-106 26-3760,233-8-790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36.206"/>
    </inkml:context>
    <inkml:brush xml:id="br0">
      <inkml:brushProperty name="width" value="0.035" units="cm"/>
      <inkml:brushProperty name="height" value="0.035" units="cm"/>
    </inkml:brush>
  </inkml:definitions>
  <inkml:trace contextRef="#ctx0" brushRef="#br0">4 0 3075,'-4'32'10020,"7"23"-7405,13 58-2139,21 87-1672,-37-196-2146</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36.656"/>
    </inkml:context>
    <inkml:brush xml:id="br0">
      <inkml:brushProperty name="width" value="0.035" units="cm"/>
      <inkml:brushProperty name="height" value="0.035" units="cm"/>
    </inkml:brush>
  </inkml:definitions>
  <inkml:trace contextRef="#ctx0" brushRef="#br0">0 218 6887,'0'0'4404,"13"-7"-3374,37-19-157,1 2 0,1 2 0,108-28 0,185-27 157,-323 73-1016,1 1 0,36-1 0,-59 4-105,0 0 0,0 0-1,1 0 1,-1 0 0,0 0-1,0 1 1,1-1 0,-1 0-1,0 0 1,0 0 0,1 1-1,-1-1 1,0 0 0,0 0-1,0 0 1,1 1 0,-1-1-1,0 0 1,0 0 0,0 1-1,0-1 1,0 0 0,0 1 0,0-1-1,0 0 1,0 0 0,1 1-1,-1-1 1,0 0 0,0 1-1,0-1 1,-1 0 0,1 0-1,0 1 1,0-1 0,0 0-1,0 1 1,0-1 0,0 0-1,0 0 1,0 1 0,-1-1-1,1 0 1,0 0 0,0 1-1,0-1 1,0 0 0,-1 0-1,1 0 1,0 1 0,0-1-1,-1 0 1,1 0 0,0 0-1,-1 0 1,-10 8-4826</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37.498"/>
    </inkml:context>
    <inkml:brush xml:id="br0">
      <inkml:brushProperty name="width" value="0.035" units="cm"/>
      <inkml:brushProperty name="height" value="0.035" units="cm"/>
    </inkml:brush>
  </inkml:definitions>
  <inkml:trace contextRef="#ctx0" brushRef="#br0">351 2 7591,'0'0'91,"-7"0"-6,-24-1 1181,0 0-44,0 2 1,0 1-1,-47 8 0,70-8-1136,0 0-1,1 0 1,-1 0-1,0 1 0,1 1 1,0-1-1,0 1 1,0 0-1,0 0 1,0 1-1,1 0 0,0 0 1,0 1-1,1 0 1,-1 0-1,1 0 1,0 0-1,1 1 0,-6 10 1,9-16-81,0 1 1,0-1-1,0 1 1,1 0-1,-1 0 0,0-1 1,1 1-1,-1 0 1,1 0-1,0 0 1,-1 0-1,1-1 1,0 1-1,0 0 1,0 0-1,1 0 0,-1 0 1,0 0-1,1-1 1,-1 1-1,1 0 1,-1 0-1,1-1 1,0 1-1,0 0 0,0-1 1,0 1-1,0-1 1,0 1-1,0-1 1,1 1-1,-1-1 1,1 0-1,-1 0 0,0 1 1,1-1-1,0 0 1,-1 0-1,1-1 1,0 1-1,-1 0 1,4 0-1,8 3 29,0-1 0,1 0 1,-1-1-1,26 1 0,-14-1 31,-11 0-49,1 0 1,0 1-1,0 1 1,-1 0-1,0 1 1,0 0 0,20 11-1,-29-13 33,0 0-1,-1 0 0,1 0 0,-1 1 1,0 0-1,0 0 0,0 0 1,0 0-1,-1 0 0,1 1 1,-1-1-1,-1 1 0,1 0 1,0 0-1,-1 0 0,0 1 1,-1-1-1,1 0 0,-1 1 0,0-1 1,0 1-1,0 10 0,-2-7 56,0 0 0,0-1 0,-1 1 0,-1-1 0,1 0-1,-1 1 1,-1-1 0,0 0 0,0-1 0,0 1 0,-1-1-1,0 0 1,0 0 0,-8 8 0,11-13-69,0 1 0,-1-1 1,1 1-1,-1-1 0,1 0 0,-1 0 0,0 0 1,0 0-1,0 0 0,0-1 0,0 0 0,0 1 1,0-1-1,0 0 0,-1 0 0,1-1 0,0 1 1,-1-1-1,1 1 0,0-1 0,-1 0 1,1 0-1,-1-1 0,1 1 0,0-1 0,-1 0 1,1 0-1,0 0 0,0 0 0,0 0 0,-1-1 1,1 1-1,1-1 0,-1 0 0,0 0 1,0 0-1,1 0 0,-4-4 0,3 3-36,0 0 0,1 0 0,-1 0 0,1 0 0,0-1 0,0 1-1,0-1 1,1 1 0,-1-1 0,1 0 0,0 0 0,0 1 0,0-1 0,0 0 0,1 0 0,-1 0-1,1 0 1,0 0 0,0 0 0,1 0 0,-1 0 0,1 0 0,0 0 0,0 0 0,0 1 0,1-1-1,2-5 1,4-7-5,1 0-1,1 0 0,1 1 1,18-21-1,-26 32 7,12-13-683,-1-1 0,17-29 1,-26 39 159,-2 0 0,1 0 0,-1 0 0,0 0 1,-1-1-1,0 1 0,0-1 0,-1 0 1,1-15-1,-2-20-7704</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46.342"/>
    </inkml:context>
    <inkml:brush xml:id="br0">
      <inkml:brushProperty name="width" value="0.035" units="cm"/>
      <inkml:brushProperty name="height" value="0.035" units="cm"/>
    </inkml:brush>
  </inkml:definitions>
  <inkml:trace contextRef="#ctx0" brushRef="#br0">0 0 5157,'1'6'7261,"9"87"-4299,66 209-1398,-67-280-1362,-9-22-252,0 1 0,0-1-1,0 1 1,0-1 0,0 1-1,0-1 1,1 0 0,-1 1-1,0-1 1,0 1 0,0-1-1,1 0 1,-1 1 0,0-1 0,0 1-1,1-1 1,-1 0 0,0 1-1,1-1 1,-1 0 0,0 0-1,1 1 1,-1-1 0,0 0-1,1 0 1,-1 1 0,1-1-1,-1 0 1,1 0 0,-1 0-1,1 0 1,-1 0 0,0 0-1,1 0 1,-1 0 0,1 0-1,-1 0 1,1 0 0,-1 0 0,1 0-1,0 0 1,-1-4-4285</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3:46.871"/>
    </inkml:context>
    <inkml:brush xml:id="br0">
      <inkml:brushProperty name="width" value="0.035" units="cm"/>
      <inkml:brushProperty name="height" value="0.035" units="cm"/>
    </inkml:brush>
  </inkml:definitions>
  <inkml:trace contextRef="#ctx0" brushRef="#br0">0 490 10122,'0'0'186,"8"-2"87,141-47 1705,-2-7 0,139-76 1,-84 38-1482,-119 56-334,147-60-43,-219 95-176,-8 3-85,-1 0 0,0-1 0,0 1 0,1-1 0,-1 1 0,0-1 0,0 0 0,0 0 0,0 0 0,0 0 0,0 0 0,2-2 0,-3-4-3479</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4:02.066"/>
    </inkml:context>
    <inkml:brush xml:id="br0">
      <inkml:brushProperty name="width" value="0.035" units="cm"/>
      <inkml:brushProperty name="height" value="0.035" units="cm"/>
    </inkml:brush>
  </inkml:definitions>
  <inkml:trace contextRef="#ctx0" brushRef="#br0">44 60 2947,'0'0'8632,"-7"-6"-8397,0 2-187,5 3-34,-1 0-1,1-1 1,-1 1-1,1-1 1,0 0 0,0 1-1,-1-1 1,1 0-1,1 0 1,-1-1-1,0 1 1,-2-4-1,5-4-75,0 5-4846,-1-2-494</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4:21.342"/>
    </inkml:context>
    <inkml:brush xml:id="br0">
      <inkml:brushProperty name="width" value="0.035" units="cm"/>
      <inkml:brushProperty name="height" value="0.035" units="cm"/>
    </inkml:brush>
  </inkml:definitions>
  <inkml:trace contextRef="#ctx0" brushRef="#br0">1 23 6470,'0'0'2728,"0"-5"-2296,1-13-382,1 22 46,2 35 321,-3-17-35,6 24 130,1 0-1,20 60 0,-7-27-502,-19-67-293,-2-3-3286</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4:21.991"/>
    </inkml:context>
    <inkml:brush xml:id="br0">
      <inkml:brushProperty name="width" value="0.035" units="cm"/>
      <inkml:brushProperty name="height" value="0.035" units="cm"/>
    </inkml:brush>
  </inkml:definitions>
  <inkml:trace contextRef="#ctx0" brushRef="#br0">385 0 5285,'0'0'2349,"-9"7"-1943,-258 216 645,267-223-1051,-35 36 9,35-36-6,-1 1 0,1-1 0,-1 1 0,0-1 1,1 1-1,-1-1 0,1 1 0,-1-1 0,1 1 1,0 0-1,-1-1 0,1 1 0,0 0 0,-1-1 1,1 1-1,0 0 0,0 0 0,-1-1 0,1 1 1,0 0-1,0 0 0,0-1 0,0 1 1,0 0-1,0 0 0,0-1 0,1 1 0,-1 0 1,0 0-1,0-1 0,0 1 0,1 0 0,-1-1 1,0 1-1,1 0 0,-1-1 0,1 1 0,-1-1 1,1 1-1,-1 0 0,1-1 0,-1 1 0,1-1 1,-1 1-1,1-1 0,0 0 0,-1 1 0,1-1 1,0 0-1,-1 1 0,1-1 0,0 0 1,-1 0-1,1 0 0,0 1 0,0-1 0,-1 0 1,2 0-1,18 1 118,0 0 1,31-3-1,-34 1-53,1 0 0,-1 1 0,0 1 0,19 3 0,-35-4-66,0 1-1,0-1 1,1 0-1,-1 1 1,0 0-1,0-1 1,0 1-1,0 0 1,0-1-1,0 1 1,0 0-1,0 0 1,0 0-1,0 0 1,0 0-1,0 0 0,-1 0 1,1 0-1,0 0 1,-1 0-1,1 0 1,-1 1-1,1-1 1,-1 0-1,1 0 1,-1 1-1,0-1 1,0 0-1,0 0 1,0 1-1,0-1 1,0 0-1,0 1 1,0-1-1,0 0 0,-1 0 1,1 1-1,0-1 1,-2 2-1,0 4 19,0-1 0,0 0 0,-1 0 0,0 0-1,0 0 1,-6 7 0,-19 20 90,0-2 1,-35 29-1,37-37-59,0 2-1,2 1 1,-37 50 0,58-72-39,1 0-1,-1 0 1,1 0 0,0 0-1,1 0 1,-1 1 0,1-1 0,0 0-1,-1 8 1,2-11-1,0 0 0,0 0-1,0 1 1,0-1 0,0 0 0,1 0 0,-1 0 0,1 0-1,-1 1 1,1-1 0,-1 0 0,1 0 0,0 0-1,-1 0 1,1 0 0,0 0 0,0-1 0,0 1 0,-1 0-1,1 0 1,0-1 0,0 1 0,0 0 0,0-1-1,1 1 1,-1-1 0,0 1 0,0-1 0,0 1 0,0-1-1,0 0 1,1 0 0,-1 0 0,0 0 0,0 0-1,0 0 1,1 0 0,-1 0 0,1 0 0,12-1 81,0 0 0,0 0 0,-1-1 0,1-1 0,-1 0 0,0-1 0,20-9 0,91-50 475,-72 35 148,-28 14-278,36-17 713,-57 29-1049,1 0 0,-1 1 0,1 0-1,0 0 1,-1 0 0,1 0 0,0 0 0,0 1 0,0 0 0,0 0 0,-1 0 0,1 0 0,5 1 0,-7 0-63,-1 0 0,0 0 1,1 0-1,-1 0 0,0 0 1,0 0-1,1 0 0,-1 0 0,0 0 1,0 1-1,0-1 0,-1 0 1,1 1-1,0-1 0,0 1 1,-1-1-1,1 1 0,0 2 1,8 36 567,-7-25-360,23 141 315,-22-90-3327,-3-43-4126</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4:23.046"/>
    </inkml:context>
    <inkml:brush xml:id="br0">
      <inkml:brushProperty name="width" value="0.035" units="cm"/>
      <inkml:brushProperty name="height" value="0.035" units="cm"/>
    </inkml:brush>
  </inkml:definitions>
  <inkml:trace contextRef="#ctx0" brushRef="#br0">1 161 4708,'0'0'1122,"-1"-49"-450,13 35 65,5 0 32,4 1 31,5 0-287,4 1-161,1 1-160,5 4-96,-3 2-64,-1 2-32,-2 0 32,-4 1-64,-3-5-1025,-9-1-2690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4:23.201"/>
    </inkml:context>
    <inkml:brush xml:id="br0">
      <inkml:brushProperty name="width" value="0.035" units="cm"/>
      <inkml:brushProperty name="height" value="0.035" units="cm"/>
    </inkml:brush>
  </inkml:definitions>
  <inkml:trace contextRef="#ctx0" brushRef="#br0">1 0 9257,'0'0'1313,"27"72"-1249,-10-28 32,5 5 0,0 1-32,1-9 0,-6-16-5124</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4:29.645"/>
    </inkml:context>
    <inkml:brush xml:id="br0">
      <inkml:brushProperty name="width" value="0.035" units="cm"/>
      <inkml:brushProperty name="height" value="0.035" units="cm"/>
    </inkml:brush>
  </inkml:definitions>
  <inkml:trace contextRef="#ctx0" brushRef="#br0">150 0 6887,'0'0'5792,"-9"7"-4960,-29 32-332,-59 75-1,92-102-359,5-12-182,0 0 0,0-1 0,0 1-1,0 0 1,1 0 0,-1 0-1,0 0 1,0 0 0,0 0 0,0 0-1,0 0 1,0 0 0,1 1-1,-1-1 1,0 0 0,0 0-1,0 0 1,0 0 0,0 0 0,0 0-1,0 0 1,0 0 0,1 0-1,-1 0 1,0 0 0,0 0 0,0 0-1,0 0 1,0 1 0,0-1-1,0 0 1,0 0 0,0 0-1,12-18-3528</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4:30.489"/>
    </inkml:context>
    <inkml:brush xml:id="br0">
      <inkml:brushProperty name="width" value="0.035" units="cm"/>
      <inkml:brushProperty name="height" value="0.035" units="cm"/>
    </inkml:brush>
  </inkml:definitions>
  <inkml:trace contextRef="#ctx0" brushRef="#br0">0 0 4644,'0'0'225,"0"46"-1,0-21 64,5 1 801,2 4-672,2-1-193,0-2-32,0-3 256,-3-3 65,3-5-225,-3 1-128,-1-4-96,-1 0 0,-1-3-32,-3-3 0,0-3-544</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4:31.356"/>
    </inkml:context>
    <inkml:brush xml:id="br0">
      <inkml:brushProperty name="width" value="0.035" units="cm"/>
      <inkml:brushProperty name="height" value="0.035" units="cm"/>
    </inkml:brush>
  </inkml:definitions>
  <inkml:trace contextRef="#ctx0" brushRef="#br0">224 0 5605,'0'0'4901,"-4"0"-3615,2 1-1192,-1 0 0,1 0-1,-1 0 1,1 0-1,0 0 1,-1 0 0,1 1-1,0-1 1,0 1-1,0 0 1,0-1 0,0 1-1,1 0 1,-1 0 0,0 0-1,1 0 1,0 1-1,-1-1 1,0 3 0,-32 63 91,19-34 106,-34 48-70,27-47-38,-26 57 1,48-91-179,-1-1 0,1 1 0,-1 0 1,1 0-1,-1-1 0,1 1 1,-1 0-1,1 0 0,0 0 0,-1 0 1,1 0-1,0-1 0,0 1 1,0 0-1,0 0 0,-1 0 0,1 0 1,1 0-1,-1 0 0,0 0 1,0 0-1,0 0 0,0-1 0,1 1 1,-1 0-1,0 0 0,1 0 1,-1 0-1,1 0 0,-1-1 0,1 1 1,-1 0-1,1 0 0,-1-1 0,1 1 1,0-1-1,-1 1 0,1 0 1,0-1-1,0 1 0,-1-1 0,1 1 1,0-1-1,0 0 0,0 1 1,0-1-1,0 0 0,0 0 0,-1 0 1,1 1-1,0-1 0,0 0 1,0 0-1,0 0 0,0 0 0,0-1 1,0 1-1,0 0 0,1-1 1,12-1 59,0 0 0,-1-1 0,19-7 0,-9 3 9,-22 6-72,1 0 0,0 1 1,0-1-1,0 1 0,0-1 0,0 1 1,0 0-1,0 0 0,0 0 0,0 0 1,0 0-1,0 0 0,0 0 0,0 1 1,0-1-1,0 1 0,-1-1 0,1 1 1,0 0-1,0 0 0,0 0 0,-1 0 1,1 0-1,0 0 0,-1 1 0,1-1 1,-1 0-1,0 1 0,1-1 0,1 3 1,-2 0 3,-1-1 0,1 0 0,-1 1 0,0-1 0,1 0 1,-1 1-1,-1-1 0,1 0 0,0 1 0,-1-1 0,0 0 1,0 1-1,0-1 0,0 0 0,0 0 0,-1 0 0,1 0 1,-3 3-1,-16 26 35,-1-2-1,-2 0 1,-45 47 0,30-35-12,37-42-29,1 0 0,0 0 0,0 0-1,-1 0 1,1 0 0,0 0 0,0 0 0,-1 0 0,1 0 0,0 1-1,0-1 1,-1 0 0,1 0 0,0 0 0,0 0 0,0 1 0,-1-1-1,1 0 1,0 0 0,0 0 0,0 1 0,0-1 0,0 0 0,-1 0 0,1 1-1,0-1 1,0 0 0,0 0 0,0 1 0,0-1 0,0 0 0,0 1-1,0-1 1,0 0 0,0 0 0,0 1 0,0-1 0,0 0 0,0 0 0,0 1-1,0-1 1,0 0 0,1 0 0,-1 1 0,0-1 0,0 0 0,0 0-1,0 1 1,0-1 0,1 0 0,-1 0 0,0 0 0,0 1 0,0-1-1,1 0 1,20-4 18,27-16 63,-11 2-59,-18 7 7,1 1 0,0 0 0,1 2 0,0 0 0,1 2 0,0 0 0,0 1 0,29-2 0,-52 9 124,1 1 1,-1 0 0,1 0 0,-1-1 0,0 1 0,0-1-1,0 1 1,0-1 0,-1 1 0,-2 4 0,-1-1-83,0 0 0,1 1 0,0 0 0,0 0-1,1 0 1,-4 12 0,6-17-61,1 0-1,-1 0 1,1 0-1,0 0 0,0 0 1,0 0-1,0 0 1,0 0-1,0 0 1,0 0-1,1 0 1,-1 0-1,1 0 0,-1 0 1,1 0-1,0 0 1,0 0-1,0 0 1,0-1-1,0 1 0,0 0 1,1-1-1,-1 1 1,0-1-1,1 1 1,-1-1-1,1 0 0,0 1 1,2 0-1,7 5 67,-8-5-82,1-1 0,-1 1 0,0 0-1,0 0 1,0 0 0,0 0 0,0 0 0,0 1 0,-1-1 0,1 1 0,-1 0 0,0-1 0,1 1-1,-1 0 1,-1 1 0,1-1 0,0 0 0,-1 0 0,1 1 0,-1-1 0,0 1 0,-1-1-1,1 1 1,0 0 0,-1-1 0,0 1 0,0 0 0,0 5 0,2 6-98,-1-8-1244,0 0-3692</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4:31.810"/>
    </inkml:context>
    <inkml:brush xml:id="br0">
      <inkml:brushProperty name="width" value="0.035" units="cm"/>
      <inkml:brushProperty name="height" value="0.035" units="cm"/>
    </inkml:brush>
  </inkml:definitions>
  <inkml:trace contextRef="#ctx0" brushRef="#br0">1 135 7783,'0'0'3107,"25"-43"-3043,-7 40 161,3-1 351,4-2-63,1-1-257,2-1-160,-1 1-32,-2-1-32,-1 0-32,-4 2 0,-3-2-448,-8-3-3556,-4-5-3171</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4:32.027"/>
    </inkml:context>
    <inkml:brush xml:id="br0">
      <inkml:brushProperty name="width" value="0.035" units="cm"/>
      <inkml:brushProperty name="height" value="0.035" units="cm"/>
    </inkml:brush>
  </inkml:definitions>
  <inkml:trace contextRef="#ctx0" brushRef="#br0">1 1 6502,'0'0'4580,"5"50"-3587,3-21-480,1 7-257,3 5-192,1 2 32,-1-2 0,-4-12-384,-4-13-8841</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4:35.415"/>
    </inkml:context>
    <inkml:brush xml:id="br0">
      <inkml:brushProperty name="width" value="0.035" units="cm"/>
      <inkml:brushProperty name="height" value="0.035" units="cm"/>
    </inkml:brush>
  </inkml:definitions>
  <inkml:trace contextRef="#ctx0" brushRef="#br0">198 112 929,'0'0'870,"2"-9"-197,2-5-749,-1-4 1480,2 0 1,10-25-1,-15 42-1358,0 1 1,0-1 0,0 1-1,0 0 1,0-1-1,1 1 1,-1-1-1,0 1 1,0-1 0,1 1-1,-1 0 1,0-1-1,1 1 1,-1 0-1,0-1 1,1 1 0,-1 0-1,0-1 1,1 1-1,-1 0 1,1 0-1,-1-1 1,0 1 0,1 0-1,-1 0 1,1 0-1,-1 0 1,1 0-1,-1-1 1,1 1 0,-1 0-1,1 0 1,0 0-1,10 13 265,3 25-273,-11-12 260,-1 1 0,0-1-1,-3 1 1,0-1 0,-1 1-1,-9 36 1,-48 156 377,48-184-535,-79 214 1279,4-15-857,77-185-246,9-48-315,0 0 0,0-1 0,0 1 0,0 0 0,0-1 1,0 1-1,0 0 0,0-1 0,1 1 0,-1-1 0,0 1 0,0 0 0,0-1 1,1 1-1,-1-1 0,0 1 0,1-1 0,-1 1 0,1-1 0,-1 1 0,1-1 1,-1 1-1,1-1 0,0 1 0,0-1-56,0 0 0,1 0-1,-1 0 1,0 0 0,0 0 0,1 0 0,-1-1-1,0 1 1,0 0 0,0-1 0,1 1-1,-1-1 1,0 1 0,0-1 0,0 0 0,0 0-1,0 1 1,1-3 0,22-24-3132,-1-16-2691</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4:35.995"/>
    </inkml:context>
    <inkml:brush xml:id="br0">
      <inkml:brushProperty name="width" value="0.035" units="cm"/>
      <inkml:brushProperty name="height" value="0.035" units="cm"/>
    </inkml:brush>
  </inkml:definitions>
  <inkml:trace contextRef="#ctx0" brushRef="#br0">0 0 4901,'0'0'870,"0"7"-625,13 130 1424,1 7-279,-12-125-1013,0 18 237,-5-19-4018,-3-14 393</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4:36.667"/>
    </inkml:context>
    <inkml:brush xml:id="br0">
      <inkml:brushProperty name="width" value="0.035" units="cm"/>
      <inkml:brushProperty name="height" value="0.035" units="cm"/>
    </inkml:brush>
  </inkml:definitions>
  <inkml:trace contextRef="#ctx0" brushRef="#br0">300 1 4452,'0'0'4378,"-10"4"-3871,-17 12-262,0 2 1,2 1 0,0 1-1,-27 28 1,-4-3-58,38-31-103,0 0 0,-21 22 0,39-36-85,0 0 1,0 1-1,0-1 1,-1 0-1,1 0 1,0 0 0,0 0-1,0 1 1,0-1-1,-1 0 1,1 0-1,0 0 1,0 1-1,0-1 1,0 0 0,0 0-1,0 0 1,0 1-1,0-1 1,0 0-1,0 0 1,0 1-1,0-1 1,0 0-1,0 0 1,0 0 0,0 1-1,0-1 1,0 0-1,0 0 1,0 1-1,0-1 1,0 0-1,0 0 1,0 0-1,1 1 1,-1-1 0,0 0-1,0 0 1,0 0-1,0 1 1,0-1-1,1 0 1,-1 0-1,0 0 1,16 5 6,28-5-1,-36 0 4,50-2-25,-32 1-31,1 0 0,-1 2 1,32 4-1,-56-5 47,1 1 1,-1-1-1,1 1 0,-1 0 0,1-1 0,-1 1 0,0 0 0,0 0 0,1 1 1,-1-1-1,0 0 0,0 1 0,0-1 0,0 1 0,-1 0 0,1-1 0,0 1 1,-1 0-1,1 0 0,-1 0 0,2 4 0,-2-2 0,0-1 0,0 1 0,0-1-1,-1 1 1,0-1 0,0 1 0,0 0 0,0-1 0,0 1 0,-1-1-1,1 1 1,-1 0 0,-2 3 0,-3 10 28,-1 0 0,-1 0 0,-1-1 0,-15 22 0,-26 29 61,35-50-60,1 1 0,0 1-1,2 0 1,0 1 0,2 0 0,-10 23 0,20-42-29,-1 0 0,1 0-1,-1 1 1,1-1 0,-1 0 0,1 0 0,0 0 0,0 1 0,0-1 0,0 0-1,0 0 1,0 1 0,0-1 0,0 0 0,0 0 0,0 1 0,1-1 0,-1 0 0,1 0-1,-1 0 1,1 1 0,-1-1 0,1 0 0,-1 0 0,1 0 0,0 0 0,0 0 0,0 0-1,0 0 1,-1 0 0,3 1 0,0-1 5,0 0-1,0 0 1,1 0-1,-1-1 1,0 1-1,0-1 1,1 0-1,-1 1 1,0-2-1,1 1 1,5-1-1,9-2 29,0-2 0,-1 1 0,26-12-1,20-10 76,-31 15-65,-1-2-1,-1-1 0,0-1 1,47-34-1,-75 48-30,0-1 0,-1 1 0,1-1 0,-1 0 1,1 0-1,-1 1 0,1-1 0,-1 0 0,0 0 0,0 0 0,0 0 1,0-1-1,0 1 0,0 0 0,-1 0 0,1 0 0,-1-1 0,0 1 1,1-3-1,2-15 1470,10 56-768,2 55-557,-11-62-406,0 0 0,2 0 0,1-1 0,1 1 1,18 38-1,-16-53-7621</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4:49.270"/>
    </inkml:context>
    <inkml:brush xml:id="br0">
      <inkml:brushProperty name="width" value="0.035" units="cm"/>
      <inkml:brushProperty name="height" value="0.035" units="cm"/>
    </inkml:brush>
  </inkml:definitions>
  <inkml:trace contextRef="#ctx0" brushRef="#br0">7712 686 128,'1'0'241,"0"0"0,0 0 0,0 0 0,-1 0 0,1 0 0,0 0 0,0 0 0,-1-1 0,1 1 0,0 0 0,0-1 0,-1 1 0,1 0 0,0-1 0,-1 1 0,1-1 0,0 1-1,-1-1 1,1 0 0,-1 1 0,1-1 0,-1 1 0,1-1 0,-1 0 0,1 1 0,0-2 0,1-26 2579,-2 22-2552,-1 1 0,0-1 1,-1 1-1,0-1 0,1 1 1,-2 0-1,-4-10 0,-5 0-125,-1 1-1,0 1 1,-1 0 0,0 1-1,-1 0 1,0 1-1,-1 1 1,0 0-1,-28-11 1,-6 0 249,-107-29 0,39 22-225,-152-15 0,-126 8-129,106 12 1,-865-124 575,352 64-247,-3 56-166,771 26-192,-165-4 21,0 9 0,-275 41 1,-407 151 17,661-129-24,-402 182 0,547-211-40,1 3 0,-106 79 0,134-83 6,2 1 1,1 3-1,3 1 0,-54 72 1,59-65 7,2 3-1,2 0 1,2 2 0,-23 62 0,37-75 0,3 1 1,1 1-1,2-1 1,1 2-1,3-1 1,-1 66-1,6-84 14,2 0 0,1 0 0,1 0 0,0 0 0,10 29 0,-8-40-1,0 0 0,1-1 0,0 0 0,2 0 0,-1 0 0,1-1 0,1 0 0,0-1 0,1 0 0,15 14 0,8 3 100,2-1 0,0-2 0,2-2 0,66 32 0,-34-24-63,135 40 0,273 24 184,-304-66-224,-12-6 102,-85-13 139,144 35 0,-195-37-217,0 1-1,-1 1 1,0 1-1,-1 1 1,0 1-1,-1 1 1,0 1 0,-1 1-1,29 29 1,7 15-5,-25-25 26,1-2 0,71 56 0,-65-62 13,0-2-1,2-2 0,1-1 0,0-2 1,1-2-1,1-2 0,1-2 0,54 10 1,493 40 751,3-53-577,67-60-40,-371 19-91,145-5-26,588-69 37,-848 75-107,-1-9 0,-2-6 1,292-118-1,-331 101 6,-2-5-1,152-105 0,-198 111 30,-2-4 0,-3-3-1,138-150 1,-182 173 25,-3-2 0,-1 0-1,-3-3 1,26-54 0,-19 22 103,48-160-1,-62 166-151,36-141 84,-54 190-99,-1 1 1,-2-1-1,0 0 1,-1 0-1,-2 1 0,-5-39 1,4 55-10,0 0 0,0 1 0,-1 0 0,0-1 0,-1 1 0,0 0 0,0 1 0,-1-1 0,1 1 0,-2 0 0,1 0 1,-11-10-1,5 8 0,1 0 0,-2 1 0,1 0 0,-1 1 0,-1 0 0,1 1 0,-18-6 0,-10-1-1,0 3 0,-1 1-1,0 2 1,-57-2 0,-389 8-4043,352 6 731,-27-4-3450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10.245"/>
    </inkml:context>
    <inkml:brush xml:id="br0">
      <inkml:brushProperty name="width" value="0.035" units="cm"/>
      <inkml:brushProperty name="height" value="0.035" units="cm"/>
    </inkml:brush>
  </inkml:definitions>
  <inkml:trace contextRef="#ctx0" brushRef="#br0">352 1 32,'-9'5'80,"-34"21"-321,-72 32-2,23-27 1048,76-27 427,-1-1-1,1-1 1,-27 1 0,48-7 1539,15-1-2046,-12 6-539,1 0-1,0 1 1,0 0-1,-1 0 1,1 1-1,-1 0 1,1 0-1,-1 1 1,0 0-1,-1 0 1,1 1-1,-1 0 1,0 1-1,7 6 1,14 14-886,48 59 0,-52-58-725,-20-23-1506,-1-3-1254</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10.620"/>
    </inkml:context>
    <inkml:brush xml:id="br0">
      <inkml:brushProperty name="width" value="0.035" units="cm"/>
      <inkml:brushProperty name="height" value="0.035" units="cm"/>
    </inkml:brush>
  </inkml:definitions>
  <inkml:trace contextRef="#ctx0" brushRef="#br0">0 48 6342,'0'0'2605,"7"-7"-1569,-5 3-966,1 1 1,0 0 0,0 0-1,0 0 1,1 0 0,-1 0-1,1 1 1,0-1 0,-1 1-1,1 0 1,0 0 0,0 1-1,1-1 1,-1 1 0,0 0-1,0 0 1,1 0 0,-1 1 0,0-1-1,7 1 1,26 2-101,-1 1 1,0 2-1,0 1 1,39 13-1,139 53 761,-206-69-652,89 36 213,-2 4-1,155 96 1,-246-136-955,0-1 0,1 1 0,-1-1 0,1 0 0,-1 0-1,1 0 1,0-1 0,6 2 0,6-3-2145</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11.183"/>
    </inkml:context>
    <inkml:brush xml:id="br0">
      <inkml:brushProperty name="width" value="0.035" units="cm"/>
      <inkml:brushProperty name="height" value="0.035" units="cm"/>
    </inkml:brush>
  </inkml:definitions>
  <inkml:trace contextRef="#ctx0" brushRef="#br0">15 0 4676,'0'0'6684,"8"8"-6449,57 55 244,-3 4-1,101 141 1,-162-206-478,1 0 1,-1 0-1,0 0 0,1 0 1,-1 0-1,0 0 0,0 1 1,-1-1-1,1 0 1,0 1-1,-1-1 0,1 1 1,-1 3-1,0-4 3,0-1 0,-1 0 0,1 1 0,0-1 0,-1 0 0,1 1 0,-1-1 0,0 0 0,1 0 0,-1 0 0,0 1 0,0-1 0,1 0 0,-1 0 0,0 0 0,0 0 1,0-1-1,-2 2 0,-4 2 37,-1 0 1,0 0 0,1-1 0,-1-1-1,0 1 1,-13 1 0,10-2 18,-37 9-738,-95 8 0,100-18-2925</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11.537"/>
    </inkml:context>
    <inkml:brush xml:id="br0">
      <inkml:brushProperty name="width" value="0.035" units="cm"/>
      <inkml:brushProperty name="height" value="0.035" units="cm"/>
    </inkml:brush>
  </inkml:definitions>
  <inkml:trace contextRef="#ctx0" brushRef="#br0">0 1 545</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11.683"/>
    </inkml:context>
    <inkml:brush xml:id="br0">
      <inkml:brushProperty name="width" value="0.035" units="cm"/>
      <inkml:brushProperty name="height" value="0.035" units="cm"/>
    </inkml:brush>
  </inkml:definitions>
  <inkml:trace contextRef="#ctx0" brushRef="#br0">434 1 256,'-52'21'737,"-4"2"320,2 1-192,4 1-32,0 2-225,7-1 1,5 2-97,5 1 1,9-2-65,4-3-192,7-5-768</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12.364"/>
    </inkml:context>
    <inkml:brush xml:id="br0">
      <inkml:brushProperty name="width" value="0.035" units="cm"/>
      <inkml:brushProperty name="height" value="0.035" units="cm"/>
    </inkml:brush>
  </inkml:definitions>
  <inkml:trace contextRef="#ctx0" brushRef="#br0">1 8 3812,'0'0'64,"66"20"-1185,-15-20 736,11 0 33,6-7 288,1-14 64</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6:06.466"/>
    </inkml:context>
    <inkml:brush xml:id="br0">
      <inkml:brushProperty name="width" value="0.035" units="cm"/>
      <inkml:brushProperty name="height" value="0.035" units="cm"/>
    </inkml:brush>
  </inkml:definitions>
  <inkml:trace contextRef="#ctx0" brushRef="#br0">1919 31 1666,'0'0'2637,"-2"-10"1172,-4-8-2253,-3 17-1109,0 0-1,0 1 1,-1 0 0,1 0 0,0 1-1,-15 3 1,-27 1 915,26-4-1213,0 1 0,1 2-1,-1 0 1,0 1-1,-29 12 1,-120 53-93,102-39 27,-258 116 35,233-98-62,-119 81-1,27-13 130,112-73 0,-132 101 0,190-128-125,2 1-1,0 1 0,1 1 0,1 0 0,0 0 0,2 2 0,-17 37 0,7-8 54,3 2 0,-19 72 0,33-92 27,2 1 1,1-1-1,2 1 0,1 0 1,1 0-1,2 0 1,2 0-1,1-1 0,13 43 1,-10-46-30,1 0-1,1 0 1,30 53 0,-32-69 17,0 0 1,2 0 0,-1-1-1,2 0 1,-1-1 0,2 0-1,0-1 1,0-1 0,15 10 0,37 18 159,1-2 0,2-3 0,1-4 1,2-2-1,129 31 0,18 0-75,91 19-116,-232-68-72,1-3 0,-1-3 1,97-9-1,-27-9 203,-1-6-1,-1-6 0,-1-7 1,183-67-1,-268 83 6,1 3 1,92-12-1,-13 4-164,-78 6 158,-1-2-1,0-2 1,94-50 0,-11 5-104,-41 20 463,-3-4-1,181-124 1,-275 171-552,-1 0 0,1-1 1,-1 1-1,0-1 1,-1 0-1,1 0 0,0 0 1,-1 0-1,0-1 0,0 0 1,-1 1-1,1-1 1,2-8-1,-2 1 152,-1 0-1,0 0 1,-1-1-1,-1-22 1,0 6-166,-1 0 1,-2 0-1,0 0 1,-2 1-1,-1-1 0,-2 1 1,0 0-1,-2 1 0,-1 0 1,-29-49-1,-7-5 13,-2-6-1,-93-123 0,123 186-27,-1 1 1,-1 1 0,-1 1 0,-1 0 0,-1 2 0,0 1-1,-2 0 1,0 2 0,-38-17 0,7 11-6,0 2 0,-92-18 0,-123-6 0,-65-16 0,300 49 2,1-2 1,-52-26-1,53 22-4,-1 2-1,-45-13 1,66 24 1,0 2-1,0 0 1,0 0-1,-1 2 1,1-1 0,0 2-1,-1 0 1,-22 6-1,-8 4-25,-64 25 0,82-24 16,-1-2 0,-1-1 0,1-1 0,-1-2 0,-60 6 0,89-12-34,-1 0 0,1 0 0,-1-1 0,1 1 0,-1 0 0,1-1 0,0 1 0,-1-1 0,1 1 0,0-1 0,-1 1 0,1-1 0,0 0 0,0 0 0,-1 0 0,1 0 0,0 0 0,0 0 0,0 0 0,0 0 0,0 0 0,1 0 0,-1 0 0,0-1 0,0 1 0,1 0 0,-1-1 0,1 1 0,-1 0 0,1-1 0,0 1 0,-1-1 0,1 1 0,0-3 0,-1-7-1273,1 0 0,0-1 1,4-20-1,-2 12-1403,6-52-10833</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6:17.948"/>
    </inkml:context>
    <inkml:brush xml:id="br0">
      <inkml:brushProperty name="width" value="0.035" units="cm"/>
      <inkml:brushProperty name="height" value="0.035" units="cm"/>
    </inkml:brush>
  </inkml:definitions>
  <inkml:trace contextRef="#ctx0" brushRef="#br0">1 0 1057,'1'1'568,"0"0"0,0-1 0,0 1 0,0 0 0,0 0 1,-1 0-1,1 0 0,0 0 0,-1 0 0,1 0 0,0 0 0,-1 0 0,1 0 0,-1 0 0,1 0 0,-1 3 1,-1 6-2871</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25.511"/>
    </inkml:context>
    <inkml:brush xml:id="br0">
      <inkml:brushProperty name="width" value="0.035" units="cm"/>
      <inkml:brushProperty name="height" value="0.035" units="cm"/>
    </inkml:brush>
  </inkml:definitions>
  <inkml:trace contextRef="#ctx0" brushRef="#br0">63 187 865,'-2'-13'7205,"-4"2"-5152,-2-18-1451,8 29-601,0 0 1,0-1-1,-1 1 1,1-1-1,1 1 1,-1-1-1,0 1 1,0-1-1,0 1 1,0 0-1,0-1 1,0 1-1,0-1 1,1 1-1,-1 0 1,0-1-1,0 1 1,0-1-1,1 1 1,-1 0-1,0-1 1,1 1-1,-1 0 1,0-1-1,1 1 1,-1 0-1,0 0 1,1 0-1,-1-1 1,1 1-1,-1 0 1,0 0-1,1 0 1,-1 0-1,1-1 1,-1 1-1,0 0 1,1 0-1,-1 0 1,1 0-1,-1 0 1,1 0-1,-1 0 1,1 0-1,-1 1 0,0-1 1,1 0-1,-1 0 1,1 0-1,-1 0 1,0 0-1,1 1 1,1 0-5,-1-1 1,0 1-1,0-1 0,0 1 1,1 0-1,-1 0 1,0 0-1,0 0 0,0 0 1,0 0-1,0 0 1,-1 0-1,1 0 0,0 0 1,0 0-1,-1 0 0,2 3 1,-2-2 22,1 0 0,-1 1 1,1-1-1,-1 1 0,0 0 1,0-1-1,0 1 0,0-1 0,0 1 1,-1-1-1,1 1 0,-1-1 1,0 0-1,0 1 0,0-1 0,0 0 1,0 1-1,0-1 0,0 0 1,-1 0-1,1 0 0,-1 0 0,0 0 1,1 0-1,-1-1 0,0 1 1,0 0-1,0-1 0,0 0 0,-1 1 1,1-1-1,0 0 0,0 0 1,-1 0-1,1-1 0,-1 1 0,1 0 1,-1-1-1,1 0 0,-1 1 1,1-1-1,-1 0 0,1 0 0,-4-1 1,5 1 23,0-1 1,0 1 0,0-1 0,0 0 0,0 1-1,0-1 1,0 0 0,1 0 0,-1 1 0,0-1-1,1 0 1,-1 0 0,0 0 0,1 0-1,-1 0 1,1 0 0,-1 0 0,1 0 0,0 0-1,-1 0 1,1 0 0,0 0 0,0 0-1,0 0 1,0-1 0,0 1 0,0 0 0,0 0-1,0 0 1,1-2 0,4-37 254,-2 34-300,0 1 1,0 0 0,0 0 0,1 0 0,0 1-1,-1-1 1,2 1 0,-1 0 0,9-7 0,-10 9-6,-1 0 0,1 0 0,0 1 1,0-1-1,0 1 0,-1 0 0,1 0 1,0 0-1,1 0 0,-1 0 0,0 1 1,0-1-1,0 1 0,0 0 0,0 0 1,1 0-1,-1 0 0,0 0 0,0 1 1,5 1-1,-6-1 6,0 0 1,0 1-1,-1-1 0,1 0 0,0 1 1,-1 0-1,1-1 0,0 1 1,-1 0-1,0 0 0,0 0 1,1 0-1,-1 0 0,0 0 1,0 0-1,1 4 0,-2-5 13,1 0 0,-1 1-1,1-1 1,-1 0 0,0 1 0,0-1-1,1 0 1,-1 1 0,0-1-1,0 0 1,0 1 0,0-1-1,-1 0 1,1 1 0,0-1 0,0 0-1,-1 1 1,1-1 0,-1 0-1,1 0 1,-1 1 0,0-1-1,1 0 1,-1 0 0,0 0-1,0 0 1,0 0 0,-1 1 0,-3 2 8,0-2 1,0 1 0,0 0-1,0-1 1,-1 0 0,1-1 0,0 1-1,-1-1 1,1 0 0,-1 0-1,0 0 1,1-1 0,-1 0-1,-9-1 1,15 0-17,-1 1 1,0-1-1,0 1 0,1-1 0,-1 1 0,1-1 1,-1 0-1,1 1 0,-1-1 0,1 0 1,-1 0-1,1 0 0,-1 1 0,1-1 0,0 0 1,0 0-1,-1 0 0,1 0 0,0 1 0,0-1 1,0 0-1,0 0 0,0 0 0,0 0 1,0 0-1,0 0 0,0 1 0,0-1 0,1 0 1,-1 0-1,0 0 0,1 0 0,-1 1 1,0-1-1,2-1 0,14-29-6,-12 25-27,1 1 0,0 0-1,0-1 1,1 2 0,-1-1-1,1 1 1,0 0 0,0 0 0,1 0-1,-1 1 1,1 0 0,-1 0 0,1 1-1,0 0 1,0 0 0,14-2 0,-21 5 25,0-1 1,1 0 0,-1 0-1,0 0 1,0 0 0,1 0-1,-1 1 1,0-1 0,1 0 0,-1 0-1,0 1 1,0-1 0,0 0-1,1 0 1,-1 1 0,0-1-1,0 0 1,0 0 0,0 1-1,1-1 1,-1 0 0,0 1 0,0-1-1,0 0 1,0 1 0,0-1-1,0 0 1,0 1 0,0-1-1,0 0 1,0 1 0,0-1 0,0 0-1,0 1 1,0-1 0,0 0-1,-1 1 1,1-1 0,0 0-1,0 1 1,0-1 0,0 0-1,-1 0 1,1 1 0,0-1 0,0 0-1,-1 0 1,1 1 0,0-1-1,0 0 1,-1 0 0,1 1-1,-14 15 158,4-11-130,1 0 1,-1-1-1,0 0 1,0 0-1,0-1 1,-1-1-1,1 1 1,-11-1-1,21-4-8,1 0 1,0-1-1,0 1 0,0 0 0,0 0 1,0 0-1,0-1 0,1 1 0,-1 0 1,1 1-1,-1-1 0,3-2 0,42-29-186,-44 31 160,0 1 1,1-1 0,-1 1-1,0 0 1,1 0-1,-1 0 1,1 1-1,-1-1 1,1 0-1,-1 1 1,1 0-1,-1-1 1,1 1 0,-1 0-1,1 0 1,-1 0-1,1 1 1,-1-1-1,1 1 1,2 0-1,-4 0 9,0-1 0,-1 1-1,1-1 1,0 1-1,-1 0 1,1-1 0,0 1-1,-1 0 1,1 0 0,-1-1-1,1 1 1,-1 0-1,0 0 1,1 0 0,-1-1-1,0 1 1,0 0-1,1 0 1,-1 0 0,0 0-1,0 0 1,0 0 0,0 0-1,0-1 1,0 1-1,0 0 1,0 0 0,-1 0-1,1 0 1,0 0 0,0 0-1,-1-1 1,1 1-1,-1 0 1,0 1 0,0 1 16,-1-1 1,1 1 0,-1-1 0,1 0 0,-1 1 0,0-1 0,0 0-1,0 0 1,-4 3 0,-2 0 5,1-1-1,-1 1 0,0-2 1,0 1-1,0-1 0,0 0 1,-1-1-1,1 0 0,-1 0 1,-13 0-1,21-2-17,1-1 0,-1 1 0,1 0 0,0 0 0,-1-1-1,1 1 1,-1 0 0,1-1 0,0 1 0,-1-1 0,1 1 0,0-1 0,0 1 0,-1 0-1,1-1 1,0 1 0,0-1 0,-1 1 0,1-1 0,0 1 0,0-1 0,0 1 0,0-1-1,0 1 1,0-1 0,0 0 0,0 1 0,0-1 0,0 1 0,0-1 0,0 1 0,0-1-1,1 1 1,-1-1 0,0 1 0,0-1 0,1 1 0,-1 0 0,1-2 0,8-21 6,-2 13-161,1-1 0,0 2 0,16-16 0,-21 21 162,1 1 0,-1 1 0,1-1 0,-1 0 0,1 1 0,0 0 1,0 0-1,0 0 0,0 0 0,0 1 0,0 0 0,1-1 0,-1 1 0,5 0 0,-8 1-7,0 1 0,-1-1 0,1 0 0,-1 1 0,1-1 0,-1 1 0,1-1 0,-1 1-1,0-1 1,1 1 0,-1-1 0,0 1 0,1-1 0,-1 1 0,0-1 0,1 1 0,-1-1 0,0 1 0,0 0 0,0-1 0,0 1 0,0 0 0,1-1 0,-1 1 0,0-1 0,0 1 0,-1 0 0,1-1 0,0 1 0,0 0 0,0-1 0,0 1 0,0-1 0,-1 1-1,1 0 1,0-1 0,-1 1 0,1 0 0,-11 25 194,-30 11 103,33-31-190,0 1-1,0-1 1,1 2 0,-8 9-1,15-17-152,0 0 0,-1 0 0,1 0 0,0 0 0,0 0 0,0 1 0,-1-1 0,1 0 0,0 0-1,0 0 1,0 1 0,0-1 0,0 0 0,-1 0 0,1 0 0,0 1 0,0-1 0,0 0 0,0 0 0,0 0 0,0 1 0,0-1-1,0 0 1,0 0 0,0 1 0,0-1 0,0 0 0,0 0 0,0 1 0,0-1 0,0 0 0,0 0 0,0 1 0,0-1 0,0 0-1,0 0 1,0 1 0,0-1 0,1 0 0,-1 0 0,0 0 0,0 1 0,0-1 0,0 0 0,1 0 0,-1 0 0,0 0 0,0 0-1,0 1 1,1-1 0,-1 0 0,0 0 0,0 0 0,0 0 0,1 0 0,-1 0 0,0 0 0,0 0 0,1 0 0,-1 0-1,0 0 1,0 0 0,1 0 0,-1 0 0,0 0 0,0 0 0,1 0 0,10 0-2942</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51.467"/>
    </inkml:context>
    <inkml:brush xml:id="br0">
      <inkml:brushProperty name="width" value="0.035" units="cm"/>
      <inkml:brushProperty name="height" value="0.035" units="cm"/>
    </inkml:brush>
  </inkml:definitions>
  <inkml:trace contextRef="#ctx0" brushRef="#br0">1 0 1345,'0'0'5600,"0"11"-5141,35 395 2102,-16-229-2052,16 140 593,22 270 833,-27-146-462,28 546 588,-10-494-2007,-40-456-9,-3-15-2706</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52.656"/>
    </inkml:context>
    <inkml:brush xml:id="br0">
      <inkml:brushProperty name="width" value="0.035" units="cm"/>
      <inkml:brushProperty name="height" value="0.035" units="cm"/>
    </inkml:brush>
  </inkml:definitions>
  <inkml:trace contextRef="#ctx0" brushRef="#br0">0 250 5221,'0'0'2429,"8"-5"-1906,7-1-323,1 1-1,0 0 1,0 0-1,1 2 1,-1 0-1,1 1 1,25 0-1,403 10 172,40-3 1735,543 6 478,-555 11-2321,-343-24 220,212-29-1,-194 7-167,831-101 512,-897 119-817,762-42 204,-838 49-198,15-2-355,-21 1 307,-1 0-1,1 0 0,0-1 1,0 1-1,0 0 0,0 0 1,0 0-1,-1 0 1,1 0-1,0-1 0,0 1 1,0 0-1,0 0 0,0 0 1,0 0-1,0-1 1,0 1-1,0 0 0,0 0 1,0 0-1,0 0 0,0-1 1,0 1-1,0 0 1,0 0-1,0 0 0,0-1 1,0 1-1,0 0 0,0 0 1,0 0-1,0 0 1,0-1-1,0 1 0,0 0 1,0 0-1,1 0 1,-1 0-1,0 0 0,0-1 1,0 1-1,0 0 0,0 0 1,1 0-1,-1 0 1,0 0-1,0 0 0,0 0 1,0 0-1,0-1 0,1 1 1,-1 0-1,0 0 1,0 0-1,0 0 0,1 0 1,-1 0-1,0 0 0,0 0 1,0 0-1,0 0 1,1 0-1,-1 0 0,0 0 1,0 0-1,1 1 0,-24-17-6202</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53.581"/>
    </inkml:context>
    <inkml:brush xml:id="br0">
      <inkml:brushProperty name="width" value="0.035" units="cm"/>
      <inkml:brushProperty name="height" value="0.035" units="cm"/>
    </inkml:brush>
  </inkml:definitions>
  <inkml:trace contextRef="#ctx0" brushRef="#br0">58 37 6790,'0'0'123,"9"-1"-80,-3-1-46,-2 1 25,1 0 1,-1 0-1,0 1 1,1 0-1,-1-1 1,0 1-1,9 1 1,-12 0-1,1 0 1,0-1-1,0 1 1,0 0-1,-1 0 0,1 0 1,-1 0-1,1 0 0,-1 0 1,1 1-1,-1-1 1,1 0-1,-1 1 0,0-1 1,0 1-1,0 0 1,0-1-1,0 1 0,0 0 1,0-1-1,-1 1 0,1 0 1,0 0-1,0 3 1,-1-3 44,1 0 1,-1 0-1,0-1 1,1 1 0,-1 0-1,0 0 1,0 0 0,0 0-1,0 0 1,-1 0-1,1 0 1,0-1 0,-1 1-1,1 0 1,-1 0-1,0 0 1,0-1 0,1 1-1,-1 0 1,0-1 0,0 1-1,-1-1 1,1 1-1,0-1 1,0 1 0,-1-1-1,1 0 1,-1 0-1,1 0 1,-1 0 0,0 0-1,1 0 1,-1 0 0,0 0-1,0 0 1,1-1-1,-4 1 1,-1 1 55,-1-1-1,1 0 1,-1 0-1,0 0 1,0-1 0,1 0-1,-1 0 1,0-1 0,-11-2-1,16 3-114,0-1 0,0 1 1,1-1-1,-1 0 0,0 1 0,1-1 0,-1 0 0,0 0 0,1 0 0,-1 0 1,1 0-1,0 0 0,-1-1 0,1 1 0,0 0 0,0-1 0,0 1 0,0-1 1,0 1-1,0-1 0,0 0 0,0 1 0,1-1 0,-1 0 0,0 0 0,1 1 1,0-1-1,-1 0 0,1 0 0,0 0 0,0 1 0,0-4 0,1 1-155,-1-1-1,1 1 1,0 0-1,0 0 1,0 0-1,1 0 1,-1 0-1,1 0 1,0 0-1,0 0 1,1 0-1,4-5 1,14-14-3702</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53.988"/>
    </inkml:context>
    <inkml:brush xml:id="br0">
      <inkml:brushProperty name="width" value="0.035" units="cm"/>
      <inkml:brushProperty name="height" value="0.035" units="cm"/>
    </inkml:brush>
  </inkml:definitions>
  <inkml:trace contextRef="#ctx0" brushRef="#br0">42 53 11082,'0'0'219,"3"-8"-187,-2 7-30,16-30 3,-16 30-5,0 0 0,0 0 0,0 0 0,-1 0 0,1 0 0,0 0 0,0 1 0,0-1 0,0 0 0,1 1 0,-1-1 0,0 1 0,0-1 0,0 1-1,0 0 1,0-1 0,1 1 0,-1 0 0,0 0 0,0 0 0,1 0 0,-1 0 0,0 0 0,0 0 0,0 0 0,1 1 0,-1-1 0,0 0 0,0 1 0,0-1 0,0 1 0,1-1 0,-1 1 0,2 1 0,-2-1 0,0-1 0,0 1 0,0 0 0,0 0 0,0 0 0,0 0 0,0 0 0,0 0 0,0 0 0,0 1 0,0-1 0,-1 0 0,1 0 0,0 1 0,-1-1 0,1 0 0,-1 1 0,0-1 0,1 1 0,-1-1 0,0 0 0,0 1 0,0-1 0,0 1 0,0-1 0,0 1 0,0-1 0,0 0 0,-1 1 0,1-1 0,-1 1 0,1-1 0,-1 0 0,1 1 0,-1-1 0,0 0 0,-1 2 0,0 1 0,-1 0 0,0-1 0,0 1 0,-1 0 0,1-1 0,-1 0 0,1 0 0,-1 0 0,-8 4 0,6-4-1,0 0 1,-1-1-1,0 0 0,0 0 1,1-1-1,-1 1 1,0-1-1,-12-1 0,25-9-858,10-3-2664</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54.325"/>
    </inkml:context>
    <inkml:brush xml:id="br0">
      <inkml:brushProperty name="width" value="0.035" units="cm"/>
      <inkml:brushProperty name="height" value="0.035" units="cm"/>
    </inkml:brush>
  </inkml:definitions>
  <inkml:trace contextRef="#ctx0" brushRef="#br0">4 105 10730,'0'0'96,"-3"-45"0,8 26 64,11 4-127,2 4-1,1 3 0,-1 4-32,-4 2 0,-2 2 0,-3 0 0,-7 3 0,-2 9 0,0 1-32,-10 3 32,-3-3-65,-1 2 33,0-8-192,1-7-2594</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54.729"/>
    </inkml:context>
    <inkml:brush xml:id="br0">
      <inkml:brushProperty name="width" value="0.035" units="cm"/>
      <inkml:brushProperty name="height" value="0.035" units="cm"/>
    </inkml:brush>
  </inkml:definitions>
  <inkml:trace contextRef="#ctx0" brushRef="#br0">59 15 15887,'0'0'758,"7"0"-779,-5 0 18,1 0 1,-1 0-1,0 0 1,0 0-1,0 1 1,0-1-1,0 1 1,0 0-1,0-1 1,0 1-1,0 0 1,0 0-1,0 0 1,0 0-1,0 1 1,-1-1-1,1 0 1,-1 1-1,1-1 0,-1 1 1,1 0-1,-1-1 1,0 1-1,0 0 1,0 0-1,0 0 1,0 0-1,0 0 1,0 0-1,-1 0 1,1 0-1,-1 0 1,1 0-1,-1 0 1,0 1-1,0-1 1,0 0-1,0 0 1,0 0-1,-1 0 1,1 0-1,0 0 1,-1 1-1,0-1 1,1 0-1,-1 0 1,0 0-1,0-1 1,0 1-1,-2 2 1,0 0-3,1-1 1,-1 1 0,-1-1-1,1 1 1,0-1-1,-1 0 1,0 0 0,1-1-1,-1 1 1,0-1 0,0 0-1,-1 0 1,1 0-1,0 0 1,-1-1 0,1 0-1,-1 0 1,0 0 0,1 0-1,-1-1 1,-8 0 0,12 0-12,0-1 0,0 0 0,0 0 1,0 1-1,1-1 0,-1 0 1,0 0-1,0 0 0,1 0 1,-1 0-1,1 0 0,-1 0 1,1 0-1,-1 0 0,1 0 1,0 0-1,-1 0 0,1-1 1,0 1-1,0 0 0,0 0 0,0 0 1,0 0-1,0 0 0,0 0 1,0-1-1,1 1 0,-1 0 1,1-1-1,10-36-1734,-6 31 1133,1-1 1,0 1-1,0 1 0,1-1 1,8-7-1,13-8-2559</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55.024"/>
    </inkml:context>
    <inkml:brush xml:id="br0">
      <inkml:brushProperty name="width" value="0.035" units="cm"/>
      <inkml:brushProperty name="height" value="0.035" units="cm"/>
    </inkml:brush>
  </inkml:definitions>
  <inkml:trace contextRef="#ctx0" brushRef="#br0">2 127 15278,'0'0'129,"-1"-72"191,7 45-32,12 11-96,0 8-160,0 4-32,0 5 0,-5-1 0,-3 7 0,-2 5 0,-7 1-32,2 3-64,-3 1-32,0-1-96,0-6-2851,-3-6-897,-1-4-640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55.428"/>
    </inkml:context>
    <inkml:brush xml:id="br0">
      <inkml:brushProperty name="width" value="0.035" units="cm"/>
      <inkml:brushProperty name="height" value="0.035" units="cm"/>
    </inkml:brush>
  </inkml:definitions>
  <inkml:trace contextRef="#ctx0" brushRef="#br0">30 134 6182,'0'0'9032,"6"2"-8882,17 5-81,-23-4-4,-9 1-54,-11 0-17,19-4 7,0 0 0,0 0 0,-1 0 0,1 0 0,0 0 0,0-1 0,0 1 0,0 0 0,0-1 1,0 1-1,0 0 0,0-1 0,0 1 0,0-1 0,0 0 0,0 1 0,0-1 0,1 0 0,-1 1 0,0-1 1,0 0-1,1 0 0,-1 0 0,0 0 0,1 0 0,-2-1 0,2-1 0,-1 1-1,0-1 1,1 0-1,-1 1 0,1-1 1,0 0-1,0 1 1,0-1-1,0 0 1,1 1-1,0-4 1,0 1-2,0 0 0,0 0 1,1 0-1,0 0 0,0 0 1,0 1-1,1-1 0,-1 0 0,1 1 1,0 0-1,6-7 0,42-17-2332,-27 16-2151</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56.206"/>
    </inkml:context>
    <inkml:brush xml:id="br0">
      <inkml:brushProperty name="width" value="0.035" units="cm"/>
      <inkml:brushProperty name="height" value="0.035" units="cm"/>
    </inkml:brush>
  </inkml:definitions>
  <inkml:trace contextRef="#ctx0" brushRef="#br0">1 169 16752,'0'0'112,"1"-8"43,-1 7-148,0-1-6,0 1 0,0-1 0,0 1 1,0-1-1,1 0 0,-1 1 0,0-1 0,1 1 0,-1-1 1,1 1-1,-1-1 0,1 1 0,0-1 0,-1 1 0,1 0 1,0-1-1,0 1 0,0 0 0,0 0 0,0 0 0,0 0 1,1-1-1,-1 2 0,0-1 0,0 0 0,1 0 1,-1 0-1,1 1 0,-1-1 0,1 0 0,-1 1 0,1-1 1,-1 1-1,1 0 0,-1 0 0,1-1 0,-1 1 0,1 0 1,0 0-1,-1 1 0,1-1 0,-1 0 0,4 1 0,-3 1 0,0-1-1,0 1 1,0 0-1,0-1 1,0 1-1,0 0 0,-1 0 1,1 0-1,0 1 1,-1-1-1,0 0 1,0 0-1,0 1 0,0-1 1,0 1-1,0-1 1,0 1-1,-1 0 0,1-1 1,-1 1-1,0-1 1,0 1-1,0 0 1,-1 4-1,2-5-23,-1 0 1,0-1-1,0 1 0,0 0 1,0 0-1,0 0 0,-1 0 0,1-1 1,0 1-1,-1 0 0,0 0 1,1-1-1,-1 1 0,0 0 1,0-1-1,0 1 0,0-1 1,0 1-1,0-1 0,0 1 1,0-1-1,-1 0 0,1 1 1,-1-1-1,1 0 0,-1 0 1,1 0-1,-1 0 0,1 0 0,-1-1 1,0 1-1,0 0 0,1-1 1,-1 0-1,-2 1 0,2-2-18,0 1 0,0-1-1,0 0 1,0 0-1,0 0 1,0-1 0,1 1-1,-1 0 1,0-1-1,1 1 1,-1-1-1,1 0 1,0 1 0,-1-1-1,1 0 1,0 0-1,0 0 1,0 1 0,0-1-1,1 0 1,-1-1-1,0 1 1,1 0-1,-1 0 1,1 0 0,0 0-1,0-4 1,-3-63-433,4 60 47,0 0 0,1-1 0,0 1 0,0 0-1,1 0 1,5-10 0,9-20-3406</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56.575"/>
    </inkml:context>
    <inkml:brush xml:id="br0">
      <inkml:brushProperty name="width" value="0.035" units="cm"/>
      <inkml:brushProperty name="height" value="0.035" units="cm"/>
    </inkml:brush>
  </inkml:definitions>
  <inkml:trace contextRef="#ctx0" brushRef="#br0">14 81 12780,'0'0'1281,"7"1"-1227,-6-1-53,26 7 16,-26-7-16,-1 1 0,1-1 0,0 0 1,-1 1-1,1-1 0,0 1 0,-1-1 0,1 0 0,-1 1 0,1 0 0,-1-1 0,1 1 0,-1-1 0,0 1 0,1 0 1,-1-1-1,0 1 0,1-1 0,-1 1 0,0 0 0,0 0 0,1-1 0,-1 1 0,0 0 0,0-1 0,0 1 0,0 0 1,0 0-1,0-1 0,0 1 0,0 0 0,-1-1 0,1 1 0,0 0 0,0 0 0,-1-1 0,1 1 0,0 0 0,-1-1 1,1 1-1,0-1 0,-1 1 0,1 0 0,-1-1 0,1 1 0,-2 0 0,1 0 2,0 0-1,0 0 0,0 0 1,-1 0-1,1 0 1,0 0-1,-1 0 1,1 0-1,-1 0 0,1-1 1,-1 1-1,0 0 1,1-1-1,-1 0 0,0 1 1,1-1-1,-4 0 1,4 0-4,0 0 0,0 0 0,0 0 1,1 0-1,-1 0 0,0 0 0,0 0 0,0 0 1,0-1-1,0 1 0,1 0 0,-1-1 0,0 1 1,0-1-1,0 1 0,1-1 0,-1 1 1,0-1-1,1 1 0,-1-1 0,1 0 0,-1 1 1,0-1-1,1 0 0,-1 0 0,1 1 0,0-1 1,-1 0-1,1 0 0,0 0 0,-1 1 0,1-1 1,0 0-1,0-2 0,-1-60-5284,0 15-2893</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55.832"/>
    </inkml:context>
    <inkml:brush xml:id="br0">
      <inkml:brushProperty name="width" value="0.035" units="cm"/>
      <inkml:brushProperty name="height" value="0.035" units="cm"/>
    </inkml:brush>
  </inkml:definitions>
  <inkml:trace contextRef="#ctx0" brushRef="#br0">15 8 13869,'0'0'64,"9"-3"-42,-6 2-23,-1 0 0,1 0 1,0 1-1,0-1 1,-1 1-1,1-1 0,0 1 1,0 0-1,0 0 0,-1 0 1,1 0-1,0 1 1,0-1-1,0 1 0,-1 0 1,1 0-1,0 0 1,-1 0-1,1 0 0,-1 0 1,1 1-1,-1-1 1,0 1-1,1 0 0,-1 0 1,0-1-1,0 1 1,0 1-1,0-1 0,-1 0 1,1 0-1,-1 1 1,1-1-1,-1 1 0,0-1 1,0 1-1,0 0 0,0-1 1,0 1-1,-1 0 1,1 0-1,-1-1 0,0 5 1,1-5-3,-1 1 0,0-1-1,0 0 1,0 0 0,0 1 0,0-1 0,-1 0 0,1 0-1,-1 0 1,0 0 0,1 1 0,-1-1 0,0 0 0,0 0-1,0 0 1,0 0 0,-1-1 0,1 1 0,0 0 0,-1 0-1,0-1 1,1 1 0,-4 1 0,2-1-5,0 0 1,-1-1-1,0 0 1,1 1-1,-1-1 1,0-1-1,1 1 1,-1 0-1,0-1 1,0 0-1,1 0 0,-1 0 1,-5-1-1,7 1-3,1-1 0,-1 1-1,0 0 1,1-1 0,-1 1-1,1-1 1,0 0 0,-1 1-1,1-1 1,-1 0 0,1 0-1,0 0 1,0 0 0,0 0-1,-1 0 1,1 0-1,0 0 1,0-1 0,0 1-1,1 0 1,-1-1 0,0 1-1,0-1 1,1 1 0,-1 0-1,0-3 1,-4-42-3142,5 15 361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57.001"/>
    </inkml:context>
    <inkml:brush xml:id="br0">
      <inkml:brushProperty name="width" value="0.035" units="cm"/>
      <inkml:brushProperty name="height" value="0.035" units="cm"/>
    </inkml:brush>
  </inkml:definitions>
  <inkml:trace contextRef="#ctx0" brushRef="#br0">124 99 7623,'-1'-7'587,"0"1"-522,0 1 0,0-1 0,1 0-1,0 0 1,0 1 0,0-1-1,2-7 1,-2 11-44,1 0-1,0 0 0,0 0 1,0 0-1,0 0 0,0 0 1,0 0-1,0 1 1,1-1-1,-1 0 0,1 1 1,-1-1-1,1 1 0,-1 0 1,1-1-1,0 1 0,0 0 1,0 0-1,0 0 1,0 0-1,0 0 0,0 1 1,0-1-1,0 1 0,0-1 1,4 0-1,-3 1-18,1-1 0,-1 1 0,1 0 0,-1 0 0,1 0 0,-1 0-1,0 1 1,1-1 0,-1 1 0,0 0 0,1 0 0,-1 0 0,0 1 0,0-1 0,0 1 0,0-1-1,0 1 1,0 0 0,0 0 0,-1 0 0,4 4 0,-4-4-1,-1 0 0,0 0-1,0 0 1,0 0 0,0 0 0,0 0 0,0 1-1,-1-1 1,1 0 0,-1 0 0,1 1 0,-1-1-1,0 0 1,0 0 0,0 1 0,0-1 0,0 0 0,-1 1-1,1-1 1,-1 0 0,1 0 0,-1 1 0,0-1-1,0 0 1,0 0 0,0 0 0,0 0 0,-1 0-1,1 0 1,0 0 0,-1-1 0,0 1 0,-1 1 0,-5 5-6,-1 0 1,1-1-1,-1 0 1,-1-1-1,1 0 1,-1 0-1,0-1 1,0-1-1,-1 1 1,1-2 0,-22 6-1,24-8-427,1 0-1,0 0 1,-1-1-1,1 0 1,-1 0 0,-12-2-1,-10-9-4425</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57.417"/>
    </inkml:context>
    <inkml:brush xml:id="br0">
      <inkml:brushProperty name="width" value="0.035" units="cm"/>
      <inkml:brushProperty name="height" value="0.035" units="cm"/>
    </inkml:brush>
  </inkml:definitions>
  <inkml:trace contextRef="#ctx0" brushRef="#br0">102 122 12492,'-10'-3'-374,"8"2"354,-4 0 49,0-2 1,-1 1-1,1-1 0,0 0 1,-10-7-1,14 9-11,1 0 1,-1 0-1,1 0 0,0 0 1,0-1-1,-1 1 1,1 0-1,0-1 0,0 1 1,0-1-1,0 1 0,1-1 1,-1 1-1,0-1 0,1 0 1,-1 1-1,1-1 0,-1 0 1,1 1-1,0-1 1,0 0-1,0 0 0,0 0 1,0 1-1,0-1 0,0 0 1,0 0-1,1 1 0,-1-1 1,1 0-1,-1 1 0,1-1 1,0 0-1,0 1 1,1-2-1,1-1-14,1 0 0,0 1 1,0 0-1,0 0 0,1 0 0,-1 0 0,1 0 1,-1 1-1,1 0 0,0 0 0,0 1 1,0-1-1,0 1 0,0 0 0,0 0 1,1 1-1,-1-1 0,0 1 0,0 0 0,0 1 1,1-1-1,-1 1 0,5 1 0,-9-1-6,0 0 0,1-1 0,-1 1 0,0 0 0,0 0 0,0 0 0,0 0 0,0 0 0,0 0 0,0 0 0,-1 0 0,1 0 0,0 1 0,-1-1 0,1 0 0,-1 0 0,1 1 0,-1-1 0,1 0 0,-1 1 0,0-1 0,0 0 0,1 1-1,-1-1 1,0 0 0,-1 1 0,1-1 0,0 1 0,0-1 0,0 0 0,-1 1 0,1-1 0,-1 0 0,1 0 0,-1 1 0,1-1 0,-1 0 0,0 0 0,-1 2 0,0 1-8,-1 0 1,1-1-1,-1 1 1,0 0-1,0-1 0,-1 0 1,1 1-1,-1-1 1,0-1-1,-5 4 0,4-3-216,0-1 0,0 1 0,0-1 0,-1 0 0,1-1 0,-1 1 0,1-1 0,-1 0 0,1-1 0,-1 1-1,0-1 1,1 0 0,-1-1 0,1 1 0,-1-1 0,-6-2 0,-8-15-1958</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57.791"/>
    </inkml:context>
    <inkml:brush xml:id="br0">
      <inkml:brushProperty name="width" value="0.035" units="cm"/>
      <inkml:brushProperty name="height" value="0.035" units="cm"/>
    </inkml:brush>
  </inkml:definitions>
  <inkml:trace contextRef="#ctx0" brushRef="#br0">1 50 7751,'0'0'3668,"5"-8"-2889,-3 4-776,1 1-1,-1-1 1,1 1 0,0 0-1,0 0 1,0 0-1,0 0 1,0 0 0,0 1-1,1-1 1,5-2-1,-7 4-2,1 1-1,-1-1 0,0 1 0,1-1 1,-1 1-1,0 0 0,1 0 1,-1 0-1,1 0 0,-1 1 0,0-1 1,1 0-1,-1 1 0,0 0 0,1-1 1,-1 1-1,0 0 0,0 0 0,0 1 1,0-1-1,0 0 0,0 1 1,0-1-1,0 1 0,0-1 0,-1 1 1,2 2-1,0-1-2,-1-1 0,1 1 0,-1 1-1,0-1 1,0 0 0,-1 0 0,1 1 0,-1-1 0,1 1 0,-1-1 0,0 1 0,0 0-1,-1-1 1,1 1 0,-1 0 0,0-1 0,0 1 0,0 4 0,-1-6 0,1-1 1,0 1-1,-1 0 0,1-1 1,-1 1-1,1-1 1,-1 1-1,0-1 0,1 1 1,-1-1-1,0 1 1,0-1-1,0 0 0,0 1 1,-1-1-1,1 0 1,0 0-1,0 0 0,-1 0 1,1 0-1,-1 0 1,1 0-1,-1 0 0,1-1 1,-1 1-1,1 0 1,-1-1-1,0 0 1,1 1-1,-1-1 0,0 0 1,1 0-1,-1 0 1,0 0-1,1 0 0,-1 0 1,0 0-1,1-1 1,-1 1-1,-2-1 0,3 0-27,1 1 0,-1-1 0,0 0 0,0 0-1,1 1 1,-1-1 0,1 0 0,-1 0 0,1 0 0,-1 0-1,1 0 1,-1 0 0,1 0 0,0 0 0,-1 0-1,1 0 1,0 0 0,0 0 0,0 0 0,0 0-1,0 0 1,0 0 0,0 0 0,0 0 0,0-1 0,3-29-2458,7-8-1094</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58.156"/>
    </inkml:context>
    <inkml:brush xml:id="br0">
      <inkml:brushProperty name="width" value="0.035" units="cm"/>
      <inkml:brushProperty name="height" value="0.035" units="cm"/>
    </inkml:brush>
  </inkml:definitions>
  <inkml:trace contextRef="#ctx0" brushRef="#br0">0 35 8104,'0'0'192,"51"-34"-192,-41 38 64,-5 9-128,-5 4 64,0 0 64,-5 0-64,-8 0 0,-1-3 32,-1-4-32,5-4 0,5-6-32,5-2-32,0-18-2178</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58.589"/>
    </inkml:context>
    <inkml:brush xml:id="br0">
      <inkml:brushProperty name="width" value="0.035" units="cm"/>
      <inkml:brushProperty name="height" value="0.035" units="cm"/>
    </inkml:brush>
  </inkml:definitions>
  <inkml:trace contextRef="#ctx0" brushRef="#br0">34 1 13805,'0'0'256,"51"24"-288,-45-4 0,-6 0-32,0 0 64,-9-2-32,-4-3 32,-2-5-32,0-3-64,1-5-192,3-2-2018,3-7 800,3-11 193,5-5-128,0-6-1506</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58.979"/>
    </inkml:context>
    <inkml:brush xml:id="br0">
      <inkml:brushProperty name="width" value="0.035" units="cm"/>
      <inkml:brushProperty name="height" value="0.035" units="cm"/>
    </inkml:brush>
  </inkml:definitions>
  <inkml:trace contextRef="#ctx0" brushRef="#br0">54 73 11851,'0'-9'224,"0"8"-245,-3-37 713,3 37-667,0 0 1,0 0-1,0 1 0,0-1 1,0 0-1,0 0 1,0 0-1,0 1 0,0-1 1,0 0-1,0 0 1,0 0-1,0 1 0,1-1 1,-1 0-1,0 0 1,1 1-1,-1-1 0,0 0 1,1 1-1,-1-1 1,1 0-1,-1 1 0,1-1 1,0 1-1,-1-1 1,1 1-1,-1-1 1,1 1-1,0-1 0,0 1 1,-1-1-1,1 1 1,0 0-1,0 0 0,-1-1 1,1 1-1,0 0 1,0 0-1,-1 0 0,1 0 1,0 0-1,0 0 1,0 0-1,0 0 0,-1 0 1,2 0-1,-1 2-23,1-1-1,-1 0 0,0 0 1,0 1-1,0-1 1,0 0-1,0 1 0,-1-1 1,1 1-1,0-1 1,-1 1-1,1 0 0,-1-1 1,1 1-1,-1 0 0,0-1 1,1 1-1,-1 0 1,0-1-1,0 1 0,-1 0 1,1 1-1,-6 41-27,4-37 55,-1-1 1,0 0 0,-1 0 0,1 0 0,-1-1 0,-6 7 0,9-10-260,-1 0 0,0 1-1,0-1 1,0 0 0,0-1 0,0 1-1,0 0 1,-1-1 0,1 1 0,-1-1 0,1 0-1,-1 0 1,1 0 0,-1 0 0,0 0 0,1 0-1,-6 0 1,4-3-1537,3-8-801</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59.323"/>
    </inkml:context>
    <inkml:brush xml:id="br0">
      <inkml:brushProperty name="width" value="0.035" units="cm"/>
      <inkml:brushProperty name="height" value="0.035" units="cm"/>
    </inkml:brush>
  </inkml:definitions>
  <inkml:trace contextRef="#ctx0" brushRef="#br0">14 74 6566,'0'0'5616,"0"-9"-4094,1-28-807,-2 36-706,1 0-1,0 1 1,0-1 0,1 0-1,-1 0 1,0 0 0,0 1-1,0-1 1,0 0-1,1 0 1,-1 0 0,0 1-1,1-1 1,-1 0 0,1 1-1,-1-1 1,1 0 0,-1 1-1,1-1 1,-1 1 0,1-1-1,-1 0 1,1 1 0,0-1-1,-1 1 1,1 0 0,0-1-1,0 1 1,-1 0 0,1-1-1,0 1 1,0 0-1,-1 0 1,1 0 0,0 0-1,0-1 1,0 1 0,0 0-1,-1 0 1,1 1 0,0-1-1,0 0 1,0 0 0,-1 0-1,1 0 1,1 1 0,0 0-9,0 0 0,0-1 0,0 1 1,0 0-1,0 0 0,-1 0 1,1 1-1,0-1 0,-1 0 0,1 1 1,-1-1-1,1 1 0,-1-1 0,0 1 1,2 2-1,-2-2-10,0-1 0,-1 1 0,1 0 0,-1 0 0,1 0 0,-1-1 0,0 1 0,0 0 0,0 0 0,0 0 0,0 0-1,0 0 1,0-1 0,0 1 0,-1 0 0,1 0 0,-1 0 0,0 0 0,1-1 0,-1 1 0,0 0 0,0-1 0,0 1 0,0-1 0,0 1 0,0-1 0,-1 1 0,1-1 0,0 0 0,-1 0 0,1 1-1,-1-1 1,1 0 0,-1 0 0,0-1 0,1 1 0,-1 0 0,0 0 0,0-1 0,1 1 0,-1-1 0,0 0 0,0 1 0,0-1 0,0 0 0,0 0 0,1 0 0,-1 0 0,0-1 0,-2 1 0,3-1-66,0 1 1,0 0-1,0 0 1,0-1-1,0 1 0,0 0 1,1-1-1,-1 1 1,0-1-1,0 1 1,0-1-1,1 0 1,-1 1-1,0-1 1,0 0-1,1 1 1,-1-1-1,1 0 1,-1 0-1,1 0 1,-1 0-1,1 1 1,-1-1-1,1 0 1,0 0-1,-1 0 1,1 0-1,0 0 1,0 0-1,0 0 1,0 0-1,0 0 1,0-1-1,2-36-3367,6 9 101</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5:59.789"/>
    </inkml:context>
    <inkml:brush xml:id="br0">
      <inkml:brushProperty name="width" value="0.035" units="cm"/>
      <inkml:brushProperty name="height" value="0.035" units="cm"/>
    </inkml:brush>
  </inkml:definitions>
  <inkml:trace contextRef="#ctx0" brushRef="#br0">1 6 13677,'0'0'1719,"8"-2"-1714,-4 1-7,0 0-1,0 0 0,0 1 0,0-1 1,0 1-1,1 0 0,-1 0 1,0 1-1,0-1 0,4 2 1,-6-2-2,-1 1 1,1 0-1,0 0 1,-1-1-1,1 1 1,-1 0-1,0 0 0,1 0 1,-1 1-1,0-1 1,1 0-1,-1 0 1,0 1-1,0-1 1,0 1-1,0-1 1,-1 1-1,1-1 1,0 1-1,0-1 1,-1 1-1,1 0 1,-1-1-1,0 1 1,1 0-1,-1 0 0,0-1 1,0 1-1,0 0 1,0 0-1,-1-1 1,1 1-1,-1 1 1,1-1 2,-1 0-1,1-1 1,-1 1 0,0-1 0,0 1 0,0-1 0,0 1 0,0-1 0,0 1-1,0-1 1,-1 0 0,1 0 0,0 0 0,-1 0 0,1 0 0,-1 0-1,1 0 1,-1 0 0,0 0 0,1-1 0,-1 1 0,0-1 0,1 1 0,-1-1-1,0 0 1,1 0 0,-3 1 0,2-1-4,1 0-1,-1 1 1,1-1 0,-1 0-1,1 0 1,-1 0 0,1 0-1,-1 0 1,0 0 0,1 0-1,-1-1 1,1 1-1,-1-1 1,1 1 0,-1-1-1,1 1 1,0-1 0,-1 0-1,1 0 1,0 1 0,-1-1-1,1 0 1,0 0 0,0-1-1,0 1 1,0 0 0,0 0-1,0 0 1,-2-3 0,2-32-2782,7 14-614</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6:00.179"/>
    </inkml:context>
    <inkml:brush xml:id="br0">
      <inkml:brushProperty name="width" value="0.035" units="cm"/>
      <inkml:brushProperty name="height" value="0.035" units="cm"/>
    </inkml:brush>
  </inkml:definitions>
  <inkml:trace contextRef="#ctx0" brushRef="#br0">63 56 14510,'0'0'1014,"4"-5"-1030,-4 5 13,0-1 0,1 0 1,-1 1-1,1-1 0,-1 1 0,0-1 0,1 1 1,-1-1-1,1 1 0,-1-1 0,1 1 0,0-1 1,-1 1-1,1 0 0,0-1 0,-1 1 0,1 0 1,-1-1-1,1 1 0,0 0 0,0 0 1,-1 0-1,1 0 0,0 0 0,-1-1 0,1 1 1,0 0-1,0 1 0,-1-1 0,1 0 0,0 0 1,-1 0-1,1 0 0,0 1 0,-1-1 0,1 0 1,1 1-1,-1 1-32,0-1 0,-1 1 1,1-1-1,0 1 0,-1-1 0,1 1 1,-1 0-1,1-1 0,-1 1 1,0 0-1,0 0 0,0-1 0,0 1 1,0 0-1,0-1 0,0 1 0,-1 0 1,1-1-1,-1 1 0,1 0 1,-2 2-1,2-2 0,-1-1 1,1 0 0,-1 1-1,1-1 1,-1 1 0,0-1-1,0 0 1,1 0 0,-1 0-1,0 1 1,0-1 0,0 0-1,0 0 1,0 0-1,-1 0 1,1 0 0,0-1-1,0 1 1,-1 0 0,1-1-1,0 1 1,-1 0 0,1-1-1,-1 0 1,1 1 0,0-1-1,-1 0 1,1 0-1,-1 0 1,1 0 0,-1 0-1,1 0 1,-1 0 0,1 0-1,-1 0 1,1-1 0,0 1-1,-3-2 1,1 1-106,1 0 0,-1 0 0,1 0 1,-1 0-1,1-1 0,0 0 0,-1 1 0,1-1 1,0 0-1,0 0 0,0 0 0,1 0 0,-1 0 1,0 0-1,1-1 0,-1 1 0,1-1 0,0 1 0,0-1 1,-1-3-1,-2-23-1915,4-4-1063</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6:00.556"/>
    </inkml:context>
    <inkml:brush xml:id="br0">
      <inkml:brushProperty name="width" value="0.035" units="cm"/>
      <inkml:brushProperty name="height" value="0.035" units="cm"/>
    </inkml:brush>
  </inkml:definitions>
  <inkml:trace contextRef="#ctx0" brushRef="#br0">28 49 17585,'0'0'523,"8"-6"-630,22-21-261,-29 27 358,-1-1 0,0 1 0,1 0 0,-1-1 0,1 1 0,-1-1 0,1 1 0,-1 0 0,0 0 0,1-1 0,0 1 0,-1 0 0,1 0 0,-1 0 0,1-1 0,-1 1-1,1 0 1,-1 0 0,1 0 0,0 0 0,-1 0 0,1 0 0,-1 0 0,1 0 0,-1 1 0,1-1 0,-1 0 0,1 0 0,0 0 0,-1 0 0,1 1 0,-1-1 0,1 0 0,-1 1 0,0-1 0,1 0 0,-1 1 0,1-1 0,-1 0 0,1 1 0,-1-1 0,0 1 0,1-1 0,-1 1 0,0-1 0,0 1 0,1-1 0,-1 1 0,0-1 0,0 1 0,0-1 0,0 1 0,0 0 0,0-1 0,0 1 0,1-1 0,-2 1 0,1-1 0,0 1 0,0 0 0,0-1 0,0 1 0,0 0 0,-4 35 21,1-29-201,-1-1 0,0 1 0,0-1 1,0 0-1,-8 8 0,11-12 102,-1 0 0,1 0 0,-1 0 1,0-1-1,0 1 0,0 0 0,0-1 0,0 0 0,0 1 0,0-1 0,0 0 1,0 0-1,-1 0 0,1 0 0,0-1 0,-1 1 0,1-1 0,-1 1 0,1-1 0,-3 0 1,4 0 39,0-1 1,1 0 0,-1 1 0,1-1-1,-1 0 1,1 1 0,-1-1 0,1 0-1,0 1 1,-1-1 0,1 0 0,0 0 0,-1 0-1,1 1 1,0-1 0,0 0 0,0 0-1,0 0 1,0 0 0,0 0 0,0 1-1,0-1 1,0 0 0,0 0 0,1 0-1,-1-1 1,6-25-1085,9-10-1473,6-11-1628</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6:49.906"/>
    </inkml:context>
    <inkml:brush xml:id="br0">
      <inkml:brushProperty name="width" value="0.035" units="cm"/>
      <inkml:brushProperty name="height" value="0.035" units="cm"/>
    </inkml:brush>
  </inkml:definitions>
  <inkml:trace contextRef="#ctx0" brushRef="#br0">188 64 2018,'0'-3'300,"0"0"-1,0-1 1,0 1 0,-1 0-1,1-1 1,-1 1 0,0 0-1,0-1 1,0 1 0,0 0-1,-1 0 1,1 0 0,-1 0-1,0 0 1,0 1 0,-2-4-1,2 5-173,1 0 0,-1 0 0,1 0 0,-1 1 0,1-1 0,-1 0 0,0 1 0,0-1 0,1 1 0,-1 0 0,0-1 0,0 1 0,0 0 0,1 0 0,-1 0 0,0 0 0,0 1 0,0-1 0,1 0 0,-1 1 0,0-1 0,1 1 0,-1-1 0,0 1 0,1 0 0,-1 0 0,1 0 0,-1 0-1,1 0 1,-1 0 0,1 0 0,-2 3 0,-6 4 121,0 0 0,1 1 0,1 0 0,-1 0 0,1 1-1,1 0 1,0 0 0,0 1 0,1-1 0,-7 22 0,5-10-52,1-1 1,1 2 0,1-1 0,-3 41-1,7-52-129,0 1 0,0 0 0,1 0 0,1 0 0,0-1 0,1 1 0,0-1 0,0 1 0,1-1 0,9 17 0,-8-20-60,0-1-1,0 0 1,1 0 0,-1 0-1,1-1 1,1 0 0,-1 0 0,1 0-1,0-1 1,1 0 0,-1-1-1,1 1 1,0-1 0,0-1 0,9 3-1,23 5-1959,-13-13-4121,-11-8 54</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6:50.471"/>
    </inkml:context>
    <inkml:brush xml:id="br0">
      <inkml:brushProperty name="width" value="0.035" units="cm"/>
      <inkml:brushProperty name="height" value="0.035" units="cm"/>
    </inkml:brush>
  </inkml:definitions>
  <inkml:trace contextRef="#ctx0" brushRef="#br0">1 76 5669,'0'0'545,"0"-8"1190,0 6-1645,0-1 0,0 1 1,0 0-1,0-1 0,0 1 1,0 0-1,1-1 0,0 1 0,-1 0 1,1-1-1,0 1 0,0 0 1,0 0-1,0 0 0,0 0 0,1 0 1,-1 0-1,1 0 0,-1 0 1,1 0-1,0 1 0,-1-1 0,1 1 1,0-1-1,0 1 0,0 0 1,0 0-1,1 0 0,-1 0 1,0 0-1,0 0 0,1 1 0,-1-1 1,0 1-1,1-1 0,-1 1 1,0 0-1,1 0 0,-1 0 0,1 0 1,-1 0-1,0 1 0,1-1 1,-1 1-1,4 1 0,-2-1-84,-1 1-1,1 0 1,-1 0 0,0 0 0,0 0-1,1 1 1,-1-1 0,-1 1-1,1 0 1,0 0 0,-1 0-1,1 0 1,-1 0 0,0 0-1,0 1 1,0-1 0,-1 1-1,1 0 1,-1-1 0,0 1-1,0 0 1,0 0 0,0-1 0,-1 1-1,0 0 1,0 5 0,1-1 2,0 0 0,-1 0 0,0 0 0,-1 0 0,0 0 0,0 0 0,-1 0 1,0 0-1,0 0 0,0 0 0,-8 13 0,-12 4-20,22-24 12,-1-1 0,0 1 0,0 0-1,0 0 1,1 0 0,-1-1 0,0 1 0,0 0 0,0-1-1,0 1 1,0-1 0,0 1 0,0-1 0,-1 1 0,1-1 0,0 0-1,0 0 1,0 0 0,0 1 0,0-1 0,0 0 0,-1 0-1,1 0 1,0-1 0,-1 1 0,1-2 2,1 0-1,0 0 1,0-1-1,0 1 1,0 0-1,0 0 1,1 0 0,-1 0-1,1 0 1,-1 0-1,1 0 1,0 0-1,0 0 1,-1 0 0,2 0-1,1-3 1,8-12 0,2 1 1,19-22 0,-22 29 13,-1 0 0,-1-1 0,0 0 1,0 0-1,-1-1 0,0 0 1,-1 0-1,0-1 0,4-13 1,-10 25-6,0-1 1,0 1 0,0-1-1,0 1 1,0-1 0,0 1 0,0-1-1,0 1 1,0 0 0,0-1-1,0 1 1,0-1 0,0 1 0,-1-1-1,1 1 1,0 0 0,0-1-1,-1 1 1,1-1 0,0 1 0,0 0-1,-1-1 1,1 1 0,0 0-1,-1-1 1,1 1 0,0 0 0,-1-1-1,1 1 1,-1 0 0,1 0-1,-1 0 1,1-1 0,0 1 0,-2 0-1,-24-2 928,21 3-667,-1-1 1,1 1-1,-1 0 1,1 0-1,0 1 0,-1 0 1,-5 2-1,9-2-204,0-1 1,1 0-1,-1 1 1,0-1-1,0 1 1,1 0-1,-1-1 1,1 1-1,-1 0 0,1 0 1,0 0-1,-1 0 1,1 0-1,0 1 1,1-1-1,-1 0 1,0 0-1,1 1 1,-1-1-1,1 0 1,0 1-1,-1-1 0,1 4 1,1-2-33,0 0 1,1 0-1,-1-1 1,1 1-1,0 0 1,-1-1 0,1 1-1,1-1 1,-1 0-1,1 0 1,-1 0-1,6 5 1,7 6-37,2-2 0,0 1 1,0-2-1,20 10 0,-28-16-138,53 27-658,-19-18-5594,-31-13 806</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6:50.640"/>
    </inkml:context>
    <inkml:brush xml:id="br0">
      <inkml:brushProperty name="width" value="0.035" units="cm"/>
      <inkml:brushProperty name="height" value="0.035" units="cm"/>
    </inkml:brush>
  </inkml:definitions>
  <inkml:trace contextRef="#ctx0" brushRef="#br0">1 0 6406,'0'0'9705,"39"51"-9609,-30-31-96,-3-1 32,2-1-64,-2-1-160,-1-7-705,-3-3-2146</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6:50.858"/>
    </inkml:context>
    <inkml:brush xml:id="br0">
      <inkml:brushProperty name="width" value="0.035" units="cm"/>
      <inkml:brushProperty name="height" value="0.035" units="cm"/>
    </inkml:brush>
  </inkml:definitions>
  <inkml:trace contextRef="#ctx0" brushRef="#br0">1 13 5541,'0'0'4677,"43"-12"-3204,-36 16-224,-3 9-128,0 5-448,-3 2-481,-1 2-96,0 2-96,0 0 0,-5 0-32,-3-4-96,-3-1-1698,-1-4-3106</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6:51.388"/>
    </inkml:context>
    <inkml:brush xml:id="br0">
      <inkml:brushProperty name="width" value="0.035" units="cm"/>
      <inkml:brushProperty name="height" value="0.035" units="cm"/>
    </inkml:brush>
  </inkml:definitions>
  <inkml:trace contextRef="#ctx0" brushRef="#br0">1 132 8776,'4'-8'785,"1"0"-278,0 0 0,1 0 1,0 1-1,0 0 0,0 0 0,1 0 0,9-6 0,-14 11-458,1 0-1,0 0 0,0 0 0,-1 0 0,1 1 0,0-1 0,1 1 0,-1 0 0,0 0 0,0 0 0,0 0 0,1 1 0,-1-1 0,0 1 0,1 0 0,-1 0 0,0 0 0,1 0 0,-1 1 0,0-1 0,1 1 0,-1 0 0,0 0 0,0 0 0,0 1 0,0-1 0,0 1 1,4 1-1,-3 1-40,0 0 0,-1 0 0,1 0 0,-1 0 0,1 0 0,-1 0 0,-1 1 0,1 0 1,0-1-1,-1 1 0,0 0 0,2 10 0,-3-12-12,0 0-1,0 1 1,0-1 0,-1 0-1,1 0 1,-1 0 0,0 0-1,0 1 1,0-1 0,0 0-1,-1 0 1,1 0-1,-1 0 1,0 0 0,0 0-1,0 0 1,0 0 0,0 0-1,-1 0 1,0 0 0,1 0-1,-5 4 1,6-7 3,0 1-1,-1-1 1,1 1-1,-1-1 1,1 1 0,-1-1-1,1 1 1,-1-1 0,1 1-1,-1-1 1,1 0 0,-1 1-1,1-1 1,-1 0 0,0 1-1,1-1 1,-1 0 0,0 0-1,1 0 1,-1 0 0,0 0-1,1 1 1,-1-1 0,0 0-1,1 0 1,-1-1 0,0 1-1,0-16-50,15-24-13,23-6 82,-27 35-8,0 0-1,-1-1 1,0 0 0,-1-1 0,10-19-1,-18 31-1,0 1-1,0 0 1,0 0-1,0 0 1,0 0-1,1-1 1,-1 1-1,0 0 1,0 0-1,0 0 1,0-1-1,0 1 1,0 0-1,0 0 1,0 0 0,0-1-1,0 1 1,0 0-1,0 0 1,0-1-1,0 1 1,0 0-1,0 0 1,0 0-1,0-1 1,0 1-1,0 0 1,0 0-1,-1 0 1,1-1-1,0 1 1,0 0-1,0 0 1,0 0-1,0 0 1,-1-1-1,1 1 1,0 0-1,0 0 1,0 0-1,0 0 1,-1 0-1,1 0 1,0 0-1,0 0 1,0-1-1,-1 1 1,1 0-1,0 0 1,-1 0-1,-15 4 282,-15 13 454,28-15-662,0 0 0,0 0 0,1 0 1,-1 1-1,1-1 0,-1 1 0,1 0 1,0 0-1,0 0 0,0 0 0,0 0 0,1 0 1,-1 0-1,1 0 0,0 1 0,0-1 1,0 0-1,0 1 0,1-1 0,0 1 0,-1-1 1,1 1-1,1 4 0,0-4-64,0 0 0,0 0 0,1-1 1,-1 1-1,1 0 0,0 0 0,0-1 0,1 1 0,-1-1 0,1 0 0,0 0 0,0 0 1,0 0-1,0 0 0,0 0 0,0-1 0,1 0 0,-1 1 0,5 1 0,7 3-149,0 0 1,28 8-1,7-5-4236,-32-8-756</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6:51.696"/>
    </inkml:context>
    <inkml:brush xml:id="br0">
      <inkml:brushProperty name="width" value="0.035" units="cm"/>
      <inkml:brushProperty name="height" value="0.035" units="cm"/>
    </inkml:brush>
  </inkml:definitions>
  <inkml:trace contextRef="#ctx0" brushRef="#br0">0 83 7591,'0'0'1490,"3"-9"554,1 0-1531,-1 1 0,1 0-1,0 1 1,8-12 0,-11 17-435,0 1 0,0-1 0,0 1 0,0-1 0,0 1 0,0 0 0,0 0 1,1-1-1,-1 1 0,0 0 0,1 0 0,-1 0 0,1 0 0,-1 0 1,1 1-1,-1-1 0,1 0 0,0 1 0,-1-1 0,1 1 0,0 0 1,0-1-1,-1 1 0,1 0 0,0 0 0,0 0 0,-1 0 0,1 1 0,0-1 1,0 0-1,-1 1 0,1-1 0,0 1 0,-1-1 0,1 1 0,-1 0 1,1 0-1,2 1 0,-2 0-69,-1 1 0,1-1-1,0 0 1,0 0 0,-1 1 0,0-1 0,1 1 0,-1 0 0,0-1 0,0 1 0,0 0-1,-1 0 1,1-1 0,-1 1 0,1 0 0,-1 3 0,0 55 63,-1-39-60,1-15-19,1-1-5,-1 1 0,0-1 0,-1 0 0,1 1 0,-1-1 0,-1 0 1,1 1-1,-1-1 0,0 0 0,0 0 0,-5 7 0,12-19 13,0 1-1,1-1 0,-1 1 1,1 0-1,12-7 0,5-6-103,-10 7-157,-5 5-598,0 0 1,-1-1-1,1 0 1,-1-1 0,-1 0-1,11-16 1,-8 3-3259</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6:51.898"/>
    </inkml:context>
    <inkml:brush xml:id="br0">
      <inkml:brushProperty name="width" value="0.035" units="cm"/>
      <inkml:brushProperty name="height" value="0.035" units="cm"/>
    </inkml:brush>
  </inkml:definitions>
  <inkml:trace contextRef="#ctx0" brushRef="#br0">1 1 10954,'0'0'128,"44"-1"225,-15 13 384,-3 20 191,-2 10 386,-3 9-674,-9 9-384,-9 7-159,-3 6-65,-9 7-64,-15 0-353,-10-6-3555,-5-8-4868</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6:52.321"/>
    </inkml:context>
    <inkml:brush xml:id="br0">
      <inkml:brushProperty name="width" value="0.035" units="cm"/>
      <inkml:brushProperty name="height" value="0.035" units="cm"/>
    </inkml:brush>
  </inkml:definitions>
  <inkml:trace contextRef="#ctx0" brushRef="#br0">125 70 6438,'0'-7'1153,"0"2"-805,-1 0 1,1 0-1,-1 0 0,0 0 0,0 0 0,-1 0 0,-2-6 1,3 10-253,1 0 0,-1 0 0,1 0 0,-1 0 1,0 0-1,0 0 0,1 0 0,-1 0 1,0 0-1,0 1 0,0-1 0,0 0 1,0 0-1,0 1 0,0-1 0,0 1 1,-1-1-1,1 1 0,0-1 0,0 1 0,0 0 1,0 0-1,-1-1 0,1 1 0,0 0 1,0 0-1,-1 0 0,1 0 0,0 1 1,0-1-1,0 0 0,-1 0 0,1 1 1,0-1-1,0 1 0,0-1 0,0 1 0,0-1 1,0 1-1,0 0 0,0-1 0,0 1 1,0 0-1,0 0 0,-1 1 0,-3 3 140,0 0-1,0 0 1,0 0 0,1 1-1,0 0 1,0 0-1,0 0 1,1 0-1,0 0 1,0 1 0,1 0-1,-1-1 1,2 1-1,-3 9 1,0 9 189,0 0 1,1 44-1,3-52-342,1 1 0,1 0 0,0-1 0,2 1-1,0-1 1,1 0 0,7 17 0,-9-26-183,1 0 1,0-1-1,0 0 1,1 1-1,0-2 1,0 1-1,9 8 1,-10-12-235,0 1 0,0-1 1,0 0-1,0 0 0,0-1 1,1 0-1,0 1 1,-1-1-1,1-1 0,0 1 1,0-1-1,0 0 0,6 1 1,7-3-3554,-2-5-1526</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6:52.793"/>
    </inkml:context>
    <inkml:brush xml:id="br0">
      <inkml:brushProperty name="width" value="0.035" units="cm"/>
      <inkml:brushProperty name="height" value="0.035" units="cm"/>
    </inkml:brush>
  </inkml:definitions>
  <inkml:trace contextRef="#ctx0" brushRef="#br0">0 106 7431,'0'0'876,"5"-10"634,-3 6-1313,18-37 1386,-19 39-1451,0 0 0,0 0 0,0 1 0,1-1-1,-1 0 1,0 1 0,1-1 0,-1 1 0,1 0 0,0-1 0,-1 1 0,1 0 0,0 0 0,0 0 0,0 0 0,0 0-1,0 1 1,0-1 0,0 0 0,0 1 0,3-1 0,-4 2-109,0-1 0,0 1 0,0-1 0,0 1 0,0 0-1,-1-1 1,1 1 0,0 0 0,0 0 0,-1-1 0,1 1 0,-1 0 0,1 0 0,-1 0 0,1 0 0,-1 0-1,1 0 1,-1 0 0,0 0 0,1 0 0,-1 0 0,0 0 0,0 0 0,0 0 0,0 0 0,0 0 0,0 2-1,0 37 60,0-32-36,0 0-46,0 1 1,-1-1 0,0 0-1,0 0 1,-1 0 0,0 0-1,-6 14 1,49-85-113,-32 51 116,0 0-1,-1-1 1,-1 0-1,0 0 1,9-23-1,-15 35 0,-1 1 1,0 0-1,0-1 0,1 1 0,-1-1 0,0 1 0,0-1 0,0 1 0,0-1 0,0 1 0,1-1 0,-1 1 1,0-1-1,0 1 0,0-1 0,0 1 0,0 0 0,-1-1 0,1 1 0,0-1 0,0 1 0,0-1 0,0 1 0,0-1 1,-1 1-1,1-1 0,0 1 0,0 0 0,-1-1 0,-11 7 765,-12 22 1281,22-23-1944,0 0 0,1 0 0,-1 0 0,1 1 0,0-1 0,0 1 0,1-1 0,0 1 1,0-1-1,0 1 0,0-1 0,1 1 0,0-1 0,0 1 0,0-1 0,1 0 0,0 1 0,0-1 0,0 0 0,1 0 1,0 0-1,6 8 0,-6-8-571,1-1 1,0 1-1,0-1 1,1 0-1,-1 0 1,1 0-1,0 0 1,0-1-1,0 0 1,0 0-1,1 0 1,-1-1-1,9 3 1,0-3-6769</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6:52.949"/>
    </inkml:context>
    <inkml:brush xml:id="br0">
      <inkml:brushProperty name="width" value="0.035" units="cm"/>
      <inkml:brushProperty name="height" value="0.035" units="cm"/>
    </inkml:brush>
  </inkml:definitions>
  <inkml:trace contextRef="#ctx0" brushRef="#br0">1 1 8840,'0'0'3524,"7"46"-2627,-3-27 896,-1 2-1248,1-1-289,0 2-256,3 2 0,-4-2 0,0-6-545,-3-7-3843</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6:53.151"/>
    </inkml:context>
    <inkml:brush xml:id="br0">
      <inkml:brushProperty name="width" value="0.035" units="cm"/>
      <inkml:brushProperty name="height" value="0.035" units="cm"/>
    </inkml:brush>
  </inkml:definitions>
  <inkml:trace contextRef="#ctx0" brushRef="#br0">22 0 11691,'0'0'1698,"-21"60"-1698,29-40-32,1-4-2082</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6:53.417"/>
    </inkml:context>
    <inkml:brush xml:id="br0">
      <inkml:brushProperty name="width" value="0.035" units="cm"/>
      <inkml:brushProperty name="height" value="0.035" units="cm"/>
    </inkml:brush>
  </inkml:definitions>
  <inkml:trace contextRef="#ctx0" brushRef="#br0">81 1 5894,'0'0'480,"0"58"-192,0-33-96,-4 1-63,-5 0-33,-4-2-32,2 1-32,-4-3-32,1-4-32,0-6-2403</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6:53.948"/>
    </inkml:context>
    <inkml:brush xml:id="br0">
      <inkml:brushProperty name="width" value="0.035" units="cm"/>
      <inkml:brushProperty name="height" value="0.035" units="cm"/>
    </inkml:brush>
  </inkml:definitions>
  <inkml:trace contextRef="#ctx0" brushRef="#br0">1 59 5830,'0'0'5092,"5"-9"-3698,16-26-535,-20 34-846,-1 0 0,1 0-1,-1 1 1,1-1 0,-1 0 0,1 0 0,-1 0-1,1 1 1,0-1 0,-1 0 0,1 1 0,0-1-1,0 0 1,-1 1 0,1-1 0,0 1-1,0-1 1,0 1 0,0 0 0,0-1 0,0 1-1,0 0 1,0 0 0,0 0 0,0-1 0,0 1-1,0 0 1,0 0 0,0 0 0,0 1-1,0-1 1,0 0 0,0 0 0,-1 0 0,1 1-1,0-1 1,0 1 0,0-1 0,0 0 0,0 1-1,0 0 1,-1-1 0,1 1 0,0-1-1,0 1 1,-1 0 0,1 0 0,0-1 0,-1 1-1,1 0 1,-1 0 0,1 0 0,-1 0 0,3 5 13,0-1 0,0 0 1,-1 0-1,0 1 1,0 0-1,1 8 1,3 46 172,-6-56-206,0 0-1,0-1 0,0 1 0,0 0 0,0 0 1,-1-1-1,0 1 0,0 0 0,0-1 1,0 1-1,0-1 0,-1 1 0,-2 3 0,4-7 9,0 1-1,0-1 0,0 0 1,-1 1-1,1-1 0,0 0 0,0 0 1,0 1-1,-1-1 0,1 0 1,0 0-1,0 0 0,0 1 0,-1-1 1,1 0-1,0 0 0,-1 0 1,1 0-1,0 1 0,0-1 1,-1 0-1,1 0 0,0 0 0,-1 0 1,1 0-1,0 0 0,-1 0 1,1 0-1,0 0 0,-1 0 0,1 0 1,0 0-1,0 0 0,-1 0 1,1 0-1,0 0 0,-1-1 1,1 1-1,0 0 0,-1 0 0,-1-15 16,10-20 4,47-54 71,-56 86 439,-8 7-6,-7 11 979,14-12-1448,1-1 0,0 1-1,-1-1 1,1 1 0,1 0-1,-1 0 1,0-1 0,1 1 0,-1 0-1,1 0 1,0 0 0,0 0-1,0-1 1,0 1 0,1 0-1,-1 0 1,1 0 0,-1 0 0,1-1-1,0 1 1,0 0 0,0-1-1,1 1 1,-1-1 0,1 1 0,-1-1-1,1 0 1,4 5 0,-2-3-376,1 0 0,-1-1 0,1 1 1,0-1-1,0 0 0,0-1 0,0 1 1,1-1-1,-1 0 0,1 0 0,0 0 1,-1-1-1,10 1 0,5-1-4483</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6:54.230"/>
    </inkml:context>
    <inkml:brush xml:id="br0">
      <inkml:brushProperty name="width" value="0.035" units="cm"/>
      <inkml:brushProperty name="height" value="0.035" units="cm"/>
    </inkml:brush>
  </inkml:definitions>
  <inkml:trace contextRef="#ctx0" brushRef="#br0">0 1 9897,'0'0'7175,"2"4"-7089,10 23-76,-10-21-15,0-1 0,0 1 0,1-1 0,0 0 0,0 0 0,4 5 0,-6-8 4,1 0-1,0-1 0,0 1 1,0-1-1,0 1 1,0-1-1,0 0 1,1 0-1,-1 1 1,0-2-1,1 1 1,-1 0-1,1 0 1,-1-1-1,1 1 1,-1-1-1,1 0 1,3 0-1,-2 0-209,-1 1 0,0-1 1,1 0-1,-1-1 0,0 1 0,1-1 0,-1 1 0,0-1 0,0 0 1,1 0-1,-1 0 0,0 0 0,0-1 0,0 0 0,0 1 0,-1-1 0,6-4 1,-4-2-4835</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6:54.433"/>
    </inkml:context>
    <inkml:brush xml:id="br0">
      <inkml:brushProperty name="width" value="0.035" units="cm"/>
      <inkml:brushProperty name="height" value="0.035" units="cm"/>
    </inkml:brush>
  </inkml:definitions>
  <inkml:trace contextRef="#ctx0" brushRef="#br0">3 1 9801,'0'0'4132,"-2"54"-4132,12-31 0,1-2-64,-1-5-3235,0-9-4645</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6:54.606"/>
    </inkml:context>
    <inkml:brush xml:id="br0">
      <inkml:brushProperty name="width" value="0.035" units="cm"/>
      <inkml:brushProperty name="height" value="0.035" units="cm"/>
    </inkml:brush>
  </inkml:definitions>
  <inkml:trace contextRef="#ctx0" brushRef="#br0">1 0 12812,'0'0'192,"50"41"193,-23-4 479,-5 10-383,-6 11-321,-12 12-96,-4 7 64,-24 2-320,-12-7-11595</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08.621"/>
    </inkml:context>
    <inkml:brush xml:id="br0">
      <inkml:brushProperty name="width" value="0.035" units="cm"/>
      <inkml:brushProperty name="height" value="0.035" units="cm"/>
    </inkml:brush>
  </inkml:definitions>
  <inkml:trace contextRef="#ctx0" brushRef="#br0">1 127 1217,'0'0'8862,"34"-19"-5761,-32 18-3052,-1 1-1,1-1 0,-1 1 0,1-1 0,-1 1 1,1-1-1,-1 0 0,0 1 0,1-1 0,-1 0 1,0 0-1,0 0 0,0 0 0,1 0 0,-1 0 1,0-1-1,0 1 0,-1 0 0,1-1 0,0 1 0,0 0 1,-1-1-1,1 1 0,0-1 0,-1 1 0,0-1 1,1 1-1,-1-1 0,0 1 0,0-1 0,0 0 1,0 1-1,0-1 0,0 1 0,0-1 0,-1-2 0,1 4-40,-1 0 0,1-1 0,-1 1-1,1 0 1,0 0 0,-1 0 0,1 0-1,0 0 1,-1 0 0,1 0 0,-1 0-1,1 0 1,0 1 0,-1-1 0,1 0-1,-1 0 1,1 0 0,0 0 0,-1 0-1,1 1 1,0-1 0,-1 0 0,1 0-1,0 1 1,-1-1 0,1 0 0,0 0-1,0 1 1,-1-1 0,1 0 0,0 1-1,0-1 1,0 0 0,0 1 0,-1-1-1,1 1 1,-13 16-47,12-16 80,1 1-26,-1-1 0,0 0 0,0 0 0,1 1 0,-1-1 0,0 0 0,0 0-1,0 0 1,0 0 0,0 0 0,-1-1 0,1 1 0,0 0 0,0 0 0,-1-1 0,1 1 0,0-1 0,-1 1 0,1-1 0,-2 1 0,3-2 14,-1 0-1,0 0 1,1 0 0,-1 0-1,1 0 1,-1 0-1,1 0 1,0 0 0,-1 0-1,1 0 1,0 0 0,0 0-1,0 0 1,0 0-1,0 0 1,0 0 0,0 0-1,0 0 1,0 0-1,0 0 1,1 0 0,-1-1-1,0 1 1,1 0 0,-1 0-1,1 1 1,0-3-1,1-1-18,-1 0 0,0 1 0,1-1 0,0 1 0,0-1 0,0 1 0,1-1 0,-1 1 0,1 0 0,-1 0 0,1 1 0,0-1 0,0 0 0,1 1 0,2-3 0,-4 5-10,-1-1 0,0 1 0,1-1 0,-1 1 0,0-1 0,1 1-1,-1-1 1,0 1 0,1 0 0,-1 0 0,1 0 0,-1 0 0,1 0 0,-1 0 0,1 0-1,-1 0 1,0 1 0,1-1 0,-1 1 0,0-1 0,1 1 0,-1-1 0,0 1-1,1 0 1,-1-1 0,0 1 0,0 0 0,0 0 0,0 0 0,0 0 0,0 0 0,0 0-1,0 0 1,0 1 0,0-1 0,-1 0 0,1 0 0,0 1 0,-1-1 0,1 0 0,-1 1-1,1 1 1,1 1 7,-1 1-1,1-1 1,-1 1-1,1-1 1,-1 1-1,-1-1 1,1 1 0,-1 0-1,1 0 1,-1-1-1,-1 1 1,1 0-1,-2 4 1,2-7 8,-1 0 0,0 0 0,0 0 1,0 0-1,-1-1 0,1 1 1,0 0-1,0-1 0,-1 1 0,1-1 1,-1 0-1,0 1 0,1-1 1,-1 0-1,0 0 0,0 0 0,0 0 1,1 0-1,-1 0 0,0-1 1,0 1-1,0-1 0,0 1 0,0-1 1,-1 0-1,1 0 0,0 0 1,0 0-1,-3 0 0,5 0-10,0 0-1,-1 0 1,1 0 0,0-1-1,-1 1 1,1 0 0,0 0-1,-1 0 1,1 0 0,0-1-1,-1 1 1,1 0 0,0 0-1,0-1 1,-1 1 0,1 0-1,0 0 1,0-1 0,-1 1-1,1 0 1,0-1-1,0 1 1,0 0 0,0-1-1,-1 1 1,1 0 0,0-1-1,0 1 1,0 0 0,0-1-1,0 1 1,0 0 0,0-1-1,0 1 1,0-1 0,0 1-1,0 0 1,0-1 0,1 1-1,-1 0 1,0-1-1,0 1 1,0 0 0,0-1-1,0 1 1,1 0 0,-1-1-1,0 1 1,0 0 0,1 0-1,-1-1 1,0 1 0,0 0-1,1 0 1,-1-1 0,1 1-1,15-19 83,-9 14-79,1 1-1,0 0 0,1 1 0,-1 0 0,10-3 0,-15 5-7,-1 1-1,0-1 1,1 0-1,-1 1 1,0-1 0,1 1-1,-1 0 1,1 0-1,-1 0 1,1 0-1,-1 0 1,0 1-1,1-1 1,-1 1 0,1-1-1,-1 1 1,0 0-1,0 0 1,0 0-1,1 0 1,-1 1-1,0-1 1,3 3 0,-5-3 2,1-1 1,0 1-1,0 0 1,-1 0-1,1-1 1,-1 1 0,1 0-1,-1 0 1,1 0-1,-1 0 1,0 0-1,1 0 1,-1 0 0,0 0-1,0 0 1,0 0-1,1 0 1,-1 0-1,0 0 1,0 0-1,-1 0 1,1 0 0,0 0-1,0 0 1,0 0-1,-1 0 1,1 0-1,0 0 1,-1 0 0,1 0-1,-2 1 1,0 0 7,0 0 1,0-1-1,0 1 1,-1 0-1,1-1 1,-1 0-1,1 1 1,-1-1 0,0 0-1,1 0 1,-5 0-1,-4 2 20,-1-1 0,0-1 0,0 0-1,-18 0 1,29-1-25,0 0 0,-1 0-1,1 0 1,0-1 0,-1 1 0,1 0-1,0-1 1,0 1 0,-1-1-1,1 1 1,0-1 0,0 1 0,0-1-1,-1 0 1,1 0 0,0 1 0,0-1-1,0 0 1,1 0 0,-1 0-1,0 0 1,0 0 0,0 0 0,1 0-1,-1-1 1,0 1 0,1 0 0,-1 0-1,1-1 1,0 1 0,-1 0-1,1 0 1,0-1 0,0 1 0,0 0-1,0-1 1,0 1 0,0 0 0,0-1-1,0 1 1,0 0 0,1-1 0,-1 1-1,1-2 1,0-1 0,1 1-1,-1-1 1,1 1 0,-1 0 0,1 0-1,0-1 1,0 1 0,0 0-1,1 1 1,-1-1 0,1 0 0,-1 1-1,1-1 1,0 1 0,5-3-1,-4 3-5,0 1 0,0 0 0,0 0 0,0 0 0,1 0-1,-1 1 1,0-1 0,1 1 0,-1 0 0,0 1-1,1-1 1,-1 1 0,0 0 0,6 2 0,-8-3 0,-1 1 0,1-1 0,0 1 0,-1 0 0,0 0 0,1-1 0,-1 1 0,1 0 0,-1 0 0,0 1 0,0-1 0,0 0 0,0 0 0,0 1 0,0-1 0,0 0 0,0 1 0,0-1 0,0 1 0,-1-1 0,1 1 0,-1-1 0,1 1 0,-1 0 0,0-1 0,1 1 0,-1 0 0,0-1 0,0 1 0,0 0 0,0-1 0,-1 1 0,1 0 0,0-1 0,-1 1 0,1-1 0,-1 1 0,1 0 0,-1-1 0,-1 3 0,0-1 3,0-1 1,0 1-1,0-1 0,0 0 1,0 1-1,-1-1 1,1 0-1,-1 0 1,1-1-1,-1 1 0,0 0 1,1-1-1,-1 0 1,0 0-1,0 0 0,0 0 1,0 0-1,0 0 1,-5 0-1,-3 1 4,0-1 1,0 0-1,0-1 0,-14-1 1,25 1-6,-1 0 0,0 0-1,0 0 1,0 0 0,0 0 0,1-1 0,-1 1 0,0 0 0,0-1 0,0 1-1,1 0 1,-1-1 0,0 1 0,0-1 0,1 1 0,-1-1 0,1 1 0,-1-1 0,0 0-1,1 1 1,-1-1 0,1 0 0,-1 1 0,1-1 0,0 0 0,-1 0 0,1 1-1,0-1 1,-1 0 0,1 0 0,0 0 0,0 0 0,0 1 0,0-1 0,0 0-1,0 0 1,0 0 0,0 0 0,0 1 0,0-1 0,0 0 0,0 0 0,1-1 0,0-1 1,0 0 0,0 1 1,0-1-1,0 1 0,0-1 1,1 1-1,-1 0 0,1-1 1,-1 1-1,1 0 0,0 0 1,3-3-1,1 2-6,0-1 0,1 1 0,-1 0 0,1 1 0,0-1 0,0 1 0,14-2 0,-20 4 3,1-1 1,-1 1-1,0 0 0,1-1 0,-1 1 1,1 0-1,-1 0 0,1 0 0,-1 0 1,1 0-1,-1 0 0,1 1 1,-1-1-1,1 0 0,-1 1 0,1-1 1,-1 1-1,0 0 0,1-1 0,-1 1 1,0 0-1,0 0 0,1 0 0,-1 0 1,0 0-1,0 0 0,0 0 0,0 0 1,0 0-1,0 0 0,0 1 0,-1-1 1,1 0-1,0 1 0,-1-1 0,1 0 1,-1 1-1,1-1 0,-1 1 0,0-1 1,0 1-1,0 1 0,0-1 2,-1-1-1,0 1 1,1 0 0,-1-1-1,0 1 1,0-1 0,-1 1-1,1-1 1,0 1 0,0-1-1,-1 0 1,1 0 0,-1 0 0,1 1-1,-1-1 1,1-1 0,-1 1-1,0 0 1,1 0 0,-1-1-1,0 1 1,0 0 0,-3-1-1,-44 11 16,47-11-15,1 0-1,0 1 1,-1-1-1,1 0 0,0 0 1,-1 0-1,1 0 1,-1 0-1,1 0 1,-1 0-1,1 0 1,0 0-1,-1-1 1,1 1-1,0-1 0,-1 1 1,1-1-1,0 1 1,-1-1-1,1 0 1,-2-1-1,3 1 1,1 0 0,-1 0 0,0 0 0,0 0 0,1 0 0,-1 0 1,1 0-1,-1 0 0,1 0 0,-1 0 0,1 0 0,-1 1 0,1-1 0,0 0 0,0 0 0,-1 1 0,1-1 0,0 0 0,0 1 0,1-2 0,58-34 31,-54 33-32,0 1-1,0 0 0,1 0 1,-1 1-1,0 0 1,1 0-1,-1 0 0,8 1 1,-14 0-1,-1 0 1,1 0 0,0 0-1,0 0 1,0 0-1,0 0 1,0 0-1,0 0 1,0 1-1,0-1 1,0 0-1,0 0 1,0 0 0,-1 0-1,1 0 1,0 1-1,0-1 1,0 0-1,0 0 1,0 0-1,0 0 1,0 0 0,0 1-1,0-1 1,0 0-1,0 0 1,0 0-1,1 0 1,-1 0-1,0 1 1,0-1-1,0 0 1,0 0 0,0 0-1,0 0 1,0 0-1,0 0 1,0 0-1,0 1 1,0-1-1,1 0 1,-1 0 0,0 0-1,0 0 1,0 0-1,0 0 1,0 0-1,0 0 1,1 0-1,-1 0 1,0 0-1,0 0 1,0 0 0,0 0-1,0 1 1,1-1-1,-1 0 1,0 0-1,0-1 1,0 1-1,0 0 1,-8 6-20,0-3 26,0-1 0,-1 0 0,0-1 0,1 0 0,-1 0 0,-10-1 1,18 0-7,0 1 1,-1-1 0,1 0 0,0 0 0,-1 0 0,1 0 0,0 0-1,-1 0 1,1-1 0,0 1 0,0 0 0,-1-1 0,1 1 0,0-1-1,0 1 1,0-1 0,0 0 0,-1 1 0,1-1 0,0 0-1,0 0 1,0 0 0,1 0 0,-1 0 0,0 0 0,0 0 0,0 0-1,1 0 1,-1 0 0,0 0 0,1 0 0,-1-1 0,1 1 0,0 0-1,-1 0 1,1-1 0,0 1 0,0 0 0,0 0 0,0-1 0,0 1-1,0 0 1,0-1 0,0 1 0,0 0 0,0-1 0,1 1 0,-1 0-1,1-2 1,1 1-1,-1 0-1,1-1 1,0 1-1,-1 0 1,1 0 0,0 0-1,0 0 1,1 1-1,-1-1 1,0 0-1,0 1 1,1 0-1,-1-1 1,1 1 0,-1 0-1,1 0 1,0 1-1,-1-1 1,1 0-1,4 0 1,0 0-3,0 0 1,0 1-1,1-1 1,-1 1 0,0 0-1,14 3 1,-20-3 1,0 0 0,0 0 1,0 1-1,0-1 0,0 0 1,0 1-1,-1-1 0,1 0 0,0 1 1,0-1-1,0 1 0,0 0 1,-1-1-1,1 1 0,0-1 1,-1 1-1,1 0 0,0 0 1,-1-1-1,1 1 0,-1 0 1,1 0-1,-1 0 0,1 0 1,-1 0-1,0 0 0,0-1 1,1 1-1,-1 0 0,0 0 1,0 0-1,0 0 0,0 0 1,0 0-1,0 0 0,0 0 1,0 0-1,0 0 0,-1 0 0,1 0 1,0 0-1,-1 0 0,0 1 1,0 0 0,0 1-1,0-1 1,0 0 0,0 0 0,-1-1 0,1 1 0,-1 0 0,1 0 0,-1-1 0,0 1-1,0-1 1,0 1 0,0-1 0,0 0 0,0 0 0,0 0 0,-3 1 0,3-1 1,0 0 1,0-1 0,0 1 0,0-1 0,0 0 0,-1 0 0,1 0 0,0 0 0,0 0 0,0 0 0,0 0 0,-1-1 0,-2 0 0,5 0-1,-1 1 0,1 0 0,-1-1 0,1 1 0,0 0 1,-1-1-1,1 1 0,-1-1 0,1 1 0,0-1 0,-1 1 0,1-1 1,0 1-1,0-1 0,0 1 0,-1-1 0,1 1 0,0-1 0,0 1 1,0-1-1,0 1 0,0-1 0,0 0 0,0 1 0,0-1 0,0 1 1,0-1-1,0 1 0,0-1 0,1 1 0,-1-2 0,2-1 1,-1-1 0,1 1 0,0-1 0,0 1 0,1 0 0,-1 0 0,1 0 0,-1 0 0,1 0 0,0 1 0,0-1-1,0 1 1,4-3 0,-4 3-6,1 1-1,-1-1 1,1 1-1,-1 0 1,1 0-1,0 0 1,0 0-1,-1 0 1,1 1-1,0 0 1,0-1-1,4 2 1,-7-1 3,-1 0 0,0 0 1,0 1-1,0-1 1,1 0-1,-1 0 1,0 1-1,0-1 1,0 0-1,1 0 0,-1 1 1,0-1-1,0 0 1,0 0-1,0 1 1,0-1-1,0 0 1,0 1-1,0-1 0,0 0 1,0 1-1,0-1 1,0 0-1,0 0 1,0 1-1,0-1 1,0 0-1,0 1 0,0-1 1,0 0-1,0 0 1,0 1-1,0-1 1,-1 0-1,1 1 1,0-1-1,0 0 1,0 0-1,-1 1 0,1-1 1,0 0-1,0 0 1,-8 13-19,5-8 23,1-1-624,-1 0 1,1 0-1,-1-1 0,0 1 0,0-1 1,0 0-1,-1 1 0,-3 1 1,-7 1-5238</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09.868"/>
    </inkml:context>
    <inkml:brush xml:id="br0">
      <inkml:brushProperty name="width" value="0.035" units="cm"/>
      <inkml:brushProperty name="height" value="0.035" units="cm"/>
    </inkml:brush>
  </inkml:definitions>
  <inkml:trace contextRef="#ctx0" brushRef="#br0">316 195 1313,'0'-14'1916,"1"2"-724,-1-1 1,0 0 0,-1 1-1,-1-1 1,0 0-1,0 1 1,-6-17-1,6 27-1074,0 0 0,1 1-1,-1-1 1,0 0-1,0 1 1,0-1 0,0 1-1,0 0 1,-1 0 0,1 0-1,0 0 1,-1 0-1,1 0 1,-1 0 0,1 1-1,-4-1 1,-48-5 405,37 5 61,9 0-520,-1 0-1,1 1 0,0 0 1,-1 1-1,1 0 0,0 0 1,-1 1-1,1 0 0,0 0 1,0 1-1,0 0 0,1 1 1,-1-1-1,-6 6 0,9-6-40,0 1-1,0 0 0,1 0 1,0 0-1,0 1 1,0-1-1,0 1 0,1 0 1,-1 0-1,1 0 1,1 1-1,-1-1 0,1 1 1,0-1-1,0 1 0,0 0 1,1 0-1,0 0 1,0 0-1,0 8 0,1 10 191,0 0 1,2 0-1,0 0 0,2 0 0,0-1 0,2 1 0,1-1 0,0 0 0,2-1 1,1 0-1,0 0 0,18 25 0,-23-41-94,1 1 1,0-1-1,1-1 1,-1 1-1,1-1 0,0 0 1,0-1-1,1 1 1,0-1-1,-1-1 1,1 0-1,0 0 0,1 0 1,14 2-1,-2-2 15,1 0 0,0-1 0,0-2 0,36-3 0,-53 2-122,1 0-1,-1 0 1,0-1-1,0 0 1,-1 0-1,1-1 1,0 1 0,-1-1-1,1 0 1,-1 0-1,0 0 1,0-1 0,0 0-1,-1 1 1,1-1-1,-1-1 1,0 1-1,0 0 1,0-1 0,-1 1-1,3-7 1,1-2 18,0 0 1,-1-1 0,0 0 0,-1 0-1,-1 0 1,2-22 0,-3 17-20,-1-1 0,0 0 0,-2 1 1,-4-31-1,3 42-8,0-1 0,-1 1 0,0-1 0,0 1 0,-1 0 0,0 1 0,0-1 0,-1 1 1,0-1-1,0 1 0,-1 1 0,-10-11 0,3 6-51,-1 1 0,-1 0-1,0 1 1,0 0 0,-1 2 0,1-1 0,-2 2 0,1 0 0,-22-4 0,-30-12-469,67 22 256,0 0 0,0-1 1,0 1-1,0-1 1,1 0-1,-1 1 0,0-1 1,0 0-1,0 1 0,1-1 1,-1 0-1,0 0 1,1 0-1,-1 0 0,0 0 1,1 0-1,-1 0 1,1 0-1,0 0 0,-1 0 1,1-2-1,-5-19-6844</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11"/>
    </inkml:context>
    <inkml:brush xml:id="br0">
      <inkml:brushProperty name="width" value="0.035" units="cm"/>
      <inkml:brushProperty name="height" value="0.035" units="cm"/>
    </inkml:brush>
  </inkml:definitions>
  <inkml:trace contextRef="#ctx0" brushRef="#br0">86 132 801,'1'-20'2475,"0"11"-1518,-1-1 1,0 1-1,0-1 1,-3-12-1,3 21-818,0-1 0,-1 1 0,1-1 0,-1 1 0,1 0 0,-1-1-1,1 1 1,-1 0 0,1 0 0,-1-1 0,0 1 0,0 0 0,0 0 0,0 0 0,0 0-1,0 0 1,0 0 0,0 0 0,0 0 0,0 0 0,-1 1 0,1-1 0,0 0-1,0 1 1,-1-1 0,1 1 0,0 0 0,-1-1 0,1 1 0,-1 0 0,1 0 0,-1 0-1,1 0 1,-3 0 0,2 1-45,0 0-1,0 0 1,0 0-1,0 0 1,0 1-1,0-1 1,0 1-1,0-1 1,0 1-1,1 0 0,-1-1 1,0 1-1,1 0 1,0 0-1,-1 0 1,1 1-1,0-1 1,0 0-1,0 0 1,1 0-1,-1 1 1,0-1-1,0 4 1,-9 60 1372,9-60-1409,1-1 0,0 1 0,0-1 0,1 1 0,-1-1 0,1 1 0,1-1 0,-1 0 0,1 1 0,0-1-1,0 0 1,0 0 0,1 0 0,-1-1 0,6 7 0,-5-7-29,1-1 1,0 1-1,0-1 0,0 0 1,0-1-1,1 1 0,-1-1 0,1 0 1,0 0-1,-1 0 0,1 0 1,0-1-1,0 0 0,0 0 1,0 0-1,0-1 0,6 0 0,4 1 0,-1-1-1,1-1 0,0 0 1,-1-1-1,1 0 0,-1-1 0,1-1 1,13-6-1,-24 9-22,-1-1 0,0 1-1,1-1 1,-1 0 0,0 0 0,0 0-1,0 0 1,0 0 0,0-1 0,-1 1 0,1-1-1,-1 0 1,0 0 0,0 0 0,0 0-1,0 0 1,0 0 0,-1-1 0,1 1 0,-1 0-1,0-1 1,0 0 0,0 1 0,0-1-1,-1 1 1,0-1 0,1 0 0,-1 1 0,0-1-1,-1 0 1,1 1 0,-1-1 0,0 0-1,0 1 1,0-1 0,0 1 0,-3-6-1,0 1-12,0 1-1,-1-1 0,0 1 0,0 0 0,0 1 0,-1-1 0,0 1 0,0 0 0,-1 1 1,0-1-1,0 1 0,0 1 0,0-1 0,-14-5 0,13 6-2,0 1 0,1 0 0,-2 0 0,1 0 0,0 1 0,0 1 0,-1-1 0,1 1 0,-1 1 0,1-1 0,-1 1 0,1 1 0,-1 0 0,-15 3 0,21-2-93,0-1 1,0 1 0,0-1 0,0 1 0,1 0 0,-1 0-1,1 0 1,-1 1 0,1-1 0,0 0 0,0 1-1,0 0 1,0-1 0,0 1 0,1 0 0,-1 0 0,1 0-1,0 0 1,0 0 0,-1 4 0,1-3-794,0 1 0,0 0 0,0-1 0,1 1 0,0 0 0,0 0 0,0-1 0,2 7 1,2 1-3653</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11.109"/>
    </inkml:context>
    <inkml:brush xml:id="br0">
      <inkml:brushProperty name="width" value="0.035" units="cm"/>
      <inkml:brushProperty name="height" value="0.035" units="cm"/>
    </inkml:brush>
  </inkml:definitions>
  <inkml:trace contextRef="#ctx0" brushRef="#br0">1 1 6470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11.218"/>
    </inkml:context>
    <inkml:brush xml:id="br0">
      <inkml:brushProperty name="width" value="0.035" units="cm"/>
      <inkml:brushProperty name="height" value="0.035" units="cm"/>
    </inkml:brush>
  </inkml:definitions>
  <inkml:trace contextRef="#ctx0" brushRef="#br0">1 1 6470,'2'51'417,"2"-59"1825,3 3-513,6 1-31,4 4 64,4 0-513,1 7-449,4 6-319,-1 2-97,0 5-256,-1-1-64,-2-1 1,-2-1-33,-2-2-32,-3-3-161,-4-8-1728</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21.690"/>
    </inkml:context>
    <inkml:brush xml:id="br0">
      <inkml:brushProperty name="width" value="0.035" units="cm"/>
      <inkml:brushProperty name="height" value="0.035" units="cm"/>
    </inkml:brush>
  </inkml:definitions>
  <inkml:trace contextRef="#ctx0" brushRef="#br0">1 39 320,'8'-21'3942,"-8"20"-3857,0 1-1,0-1 0,1 1 1,-1-1-1,0 1 1,0-1-1,0 1 0,0-1 1,0 1-1,1-1 1,-1 1-1,0-1 0,0 1 1,0-1-1,-1 1 0,1-1 1,0 1-1,0 0 1,0-1-1,0 1 0,0-1 1,-1 1-1,1-1 1,0 1-1,0-1 0,-1 1 1,1-1-1,0 1 1,0 0-1,-1-1 0,1 1 1,-1 0-1,1-1 1,0 1-1,-1 0 0,1 0 1,-1-1-1,1 1 1,-1 0-1,1 0 0,0 0 1,-1-1-1,0 1 33</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22.155"/>
    </inkml:context>
    <inkml:brush xml:id="br0">
      <inkml:brushProperty name="width" value="0.035" units="cm"/>
      <inkml:brushProperty name="height" value="0.035" units="cm"/>
    </inkml:brush>
  </inkml:definitions>
  <inkml:trace contextRef="#ctx0" brushRef="#br0">149 9 4292,'-71'-8'192,"-7"8"-1473</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30.355"/>
    </inkml:context>
    <inkml:brush xml:id="br0">
      <inkml:brushProperty name="width" value="0.035" units="cm"/>
      <inkml:brushProperty name="height" value="0.035" units="cm"/>
    </inkml:brush>
  </inkml:definitions>
  <inkml:trace contextRef="#ctx0" brushRef="#br0">1 74 865,'8'-15'3193,"5"-13"3589,-7 9-5029,-6 18-1746,0 1 0,1-1 0,-1 1 0,0-1 1,0 1-1,0-1 0,0 1 0,1-1 0,-1 1 0,0-1 0,0 1 0,1-1 0,-1 1 0,0 0 0,1-1 0,-1 1 0,0-1 0,1 1 0,-1 0 0,1-1 0,-1 1 0,1 0 0,-1 0 1,1-1-1,-1 1 0,1 0 0,-1 0 0,1 0 0,-1 0 0,1 0 0,-1-1 0,1 1 0,-1 0 0,1 0 0,-1 0 0,1 0 0,-1 1 0,1-1 0,-1 0 0,1 0 0,0 0 0,-1 0 1,1 0-1,-1 1 0,0-1 0,1 0 0,-1 0 0,2 1 0,-1 0-104,0 0 1,0 0-1,1-1 0,-1 1 1,0 0-1,0 0 1,0 0-1,0 0 0,0 0 1,0 1-1,0-1 1,0 0-1,-1 0 0,1 1 1,0-1-1,-1 0 1,1 3-1,0 2-3832</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30.640"/>
    </inkml:context>
    <inkml:brush xml:id="br0">
      <inkml:brushProperty name="width" value="0.035" units="cm"/>
      <inkml:brushProperty name="height" value="0.035" units="cm"/>
    </inkml:brush>
  </inkml:definitions>
  <inkml:trace contextRef="#ctx0" brushRef="#br0">1 0 7591,'0'0'353</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33.894"/>
    </inkml:context>
    <inkml:brush xml:id="br0">
      <inkml:brushProperty name="width" value="0.035" units="cm"/>
      <inkml:brushProperty name="height" value="0.035" units="cm"/>
    </inkml:brush>
  </inkml:definitions>
  <inkml:trace contextRef="#ctx0" brushRef="#br0">2037 200 320,'0'0'4506,"2"-4"-3876,36-52 5525,-37 55-6013,-1 0-1,1 0 1,0 0-1,-1 0 1,1-1-1,0 1 1,-1 0 0,1 0-1,-1 0 1,0 0-1,1 0 1,-1-1-1,0 1 1,0 0 0,1 0-1,-1-1 1,0 1-1,-1 0 1,1 0-1,0-1 1,0 1 0,0 0-1,-1 0 1,1 0-1,0-1 1,-1 1-1,1 0 1,-1 0 0,0 0-1,0-2 1,-2 2-2,0-1-1,0 1 1,0 0 0,0 0 0,0 0-1,0 1 1,-1-1 0,1 1 0,-6-1-1,5 1-88,-1 0 0,1-1 0,0 1-1,-1-1 1,1 0 0,-1 0 0,1-1-1,0 0 1,-6-3 0,-6-5 42,-1 1 1,1 0-1,-2 1 0,1 1 1,-1 1-1,0 0 1,-1 1-1,1 1 0,-22-2 1,-27 0 364,-79 2 0,130 4-450,-95 4 9,-136 21 0,-110 37 35,187-30-42,138-27-1,1 1 0,0 2 1,0 2-1,1 0 1,0 2-1,1 2 0,-53 32 1,58-30-10,-44 27 11,2 4-1,-87 80 1,145-119-12,1-1 1,1 1-1,-1 1 1,2-1-1,-1 1 1,1 0 0,0 0-1,1 1 1,0-1-1,0 1 1,1 0 0,1 0-1,-3 12 1,3 7-1,0 0 1,2 0-1,5 38 1,-2-29 2,0 70 168,-3-72-98,1 0-1,1-1 0,2 1 1,2-1-1,11 40 0,-17-75-71,6 20 35,1-1 1,1 0-1,14 24 0,-18-37-14,0 0 1,1 0-1,0 0 0,0 0 0,0-1 0,1 0 0,0 0 1,0-1-1,0 1 0,1-1 0,-1-1 0,10 5 0,4 0 49,1-1 0,0-1 0,1-1 0,-1 0-1,40 2 1,113-6 702,-69-2-510,29 6-175,-75-1 130,1-2 0,0-3 0,65-9 0,96-15 150,4 0-201,-186 18-134,0-2 0,-1-1 1,63-27-1,46-19 3,21-10 280,-143 54-70,0-1 0,-1-2 0,0 0 0,30-26 0,12-6-130,12-9-90,-73 51-5,0 1 0,0-1 0,-1-1-1,1 1 1,-1 0 0,0-1 0,0 0-1,-1 0 1,0 0 0,5-13 0,-7 7 67,0 1 0,0-1 0,-1 0 0,-1 1 1,1-1-1,-2 1 0,0-1 0,-5-16 0,0-6-44,3 20-42,-1 0-1,-1 0 1,0 0 0,-1 1-1,0 0 1,-1 0-1,-1 1 1,0 0 0,-13-13-1,-30-46-1,24 24-10,14 20-19,-2 1 1,-1 0 0,-22-25 0,32 43 22,-1 1 0,0-1 0,0 1 0,-1 1 0,0 0 0,0 0 0,-1 0 0,1 1 0,-1 1 0,0 0 0,0 0 0,-18-3 1,9 4-300,0 1 0,1 1 0,-1 0 0,0 2 0,0 0 0,-35 8 0,-20 0-3644,32-7-950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39.258"/>
    </inkml:context>
    <inkml:brush xml:id="br0">
      <inkml:brushProperty name="width" value="0.035" units="cm"/>
      <inkml:brushProperty name="height" value="0.035" units="cm"/>
    </inkml:brush>
  </inkml:definitions>
  <inkml:trace contextRef="#ctx0" brushRef="#br0">29 1 6534,'0'0'64,"-29"31"-5989</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39.741"/>
    </inkml:context>
    <inkml:brush xml:id="br0">
      <inkml:brushProperty name="width" value="0.035" units="cm"/>
      <inkml:brushProperty name="height" value="0.035" units="cm"/>
    </inkml:brush>
  </inkml:definitions>
  <inkml:trace contextRef="#ctx0" brushRef="#br0">0 641 3812,'0'0'5519,"1"-1"-5491,-1 0 0,0 0 0,0 0 0,0 0 0,1 0 0,-1 0 0,0 1 0,1-1 0,-1 0 0,1 0-1,-1 0 1,1 1 0,-1-1 0,1 0 0,0 0 0,-1 1 0,1-1 0,0 1 0,-1-1 0,1 0 0,2 0-1,28 1 658,148 0 1103,190-24-1,600-126-554,-253 36-581,134-30 1700,-376 59-1928,-262 54-344,310-7 0,-444 37-340,-23 2-860,0-3 0,0-2 0,62-12 0,-67 1-4230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40.381"/>
    </inkml:context>
    <inkml:brush xml:id="br0">
      <inkml:brushProperty name="width" value="0.035" units="cm"/>
      <inkml:brushProperty name="height" value="0.035" units="cm"/>
    </inkml:brush>
  </inkml:definitions>
  <inkml:trace contextRef="#ctx0" brushRef="#br0">1 160 7399,'0'0'710,"8"0"-176,229-15 3368,131-41-3167,-89 11-530,-232 41-280,36-6 6,-38-7-3690,-31 5-1435</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44.885"/>
    </inkml:context>
    <inkml:brush xml:id="br0">
      <inkml:brushProperty name="width" value="0.035" units="cm"/>
      <inkml:brushProperty name="height" value="0.035" units="cm"/>
    </inkml:brush>
  </inkml:definitions>
  <inkml:trace contextRef="#ctx0" brushRef="#br0">1 252 352,'19'-65'3344,"23"-64"-1291,-41 126-1693,0 0 0,0 0 0,-1-1 0,1 1 0,-1 0 0,1-1-1,-1 1 1,-1-6 0,1 8-219,0 0 0,0 0 0,0 0-1,0 0 1,0 0 0,-1 0 0,1 0 0,0 1 0,-1-1-1,1 0 1,-1 0 0,1 0 0,-1 0 0,1 0 0,-1 1-1,1-1 1,-1 0 0,0 1 0,1-1 0,-1 0 0,0 1-1,0-1 1,0 1 0,1-1 0,-1 1 0,0-1 0,0 1-1,0 0 1,0-1 0,0 1 0,0 0 0,0 0 0,0 0-1,-1 0 1,22 25-2,-5-11-103,21 17 22,-1 2-1,-2 2 1,31 41 0,-63-75-56,0-1 0,0 1 0,0 0 1,-1 0-1,1 0 0,0 0 0,-1 1 1,1-1-1,0 0 0,-1 0 0,0 0 0,1 0 1,-1 1-1,0-1 0,1 0 0,-1 0 0,0 1 1,0-1-1,0 0 0,0 0 0,0 1 0,0-1 1,-1 0-1,1 0 0,0 1 0,-1 0 0,0-1 2,-1 0-1,1 0 1,0 0-1,0 0 0,-1 0 1,1-1-1,-1 1 1,1 0-1,0-1 0,-1 1 1,1-1-1,-1 0 1,1 1-1,-1-1 1,0 0-1,1 0 0,-3 0 1,-5-1 10,1 1 0,-1-1 0,1-1 0,-1 1 0,1-2 0,-15-4 0,18 3 2,0 1 1,0 0-1,0-1 1,0 0 0,1 0-1,-1 0 1,1-1-1,0 0 1,0 0-1,1 0 1,-1 0-1,1 0 1,0-1-1,-2-5 1,4 8-11,0 1-1,1 0 1,-1 0 0,1 0-1,-1-1 1,1 1 0,0 0-1,0-1 1,0 1 0,0 0-1,0 0 1,0-1 0,1 1-1,-1 0 1,1 0 0,0 0-1,-1-1 1,1 1 0,0 0-1,0 0 1,1 0 0,-1 0-1,0 0 1,1 1 0,-1-1-1,1 0 1,-1 1 0,1-1-1,0 1 1,0-1 0,-1 1-1,1 0 1,0 0 0,0 0-1,0 0 1,1 0 0,-1 0-1,0 0 1,0 1 0,3-1-1,1-1-5,-1 1 0,1-1 0,0 1 0,0 0 0,0 1 0,0 0-1,0 0 1,0 0 0,0 0 0,-1 1 0,1 0 0,11 4 0,-15-4 0,1 0 0,-1 0 0,0 0 1,0 0-1,0 1 0,0-1 0,0 1 0,0 0 1,0 0-1,0-1 0,-1 1 0,1 0 1,0 0-1,-1 1 0,0-1 0,0 0 0,1 0 1,-1 1-1,-1-1 0,1 1 0,0-1 0,-1 1 1,1-1-1,-1 1 0,1-1 0,-1 1 0,0-1 1,0 1-1,-1-1 0,1 1 0,0-1 0,-1 3 1,0-2 13,-1 0 1,1 0 0,0 0 0,-1 0-1,1 0 1,-1 0 0,0-1 0,0 1-1,0-1 1,0 1 0,0-1 0,0 0-1,-1 0 1,1 0 0,-1 0 0,0 0-1,1-1 1,-1 1 0,0-1 0,0 0-1,0 1 1,0-1 0,0-1 0,-6 2-1,-5 1 101,-1 0 0,1-1-1,-29 0 1,42-2-108,1 0 0,-1 0 0,0 0 0,0 0-1,0 1 1,1-1 0,-1 0 0,0-1 0,0 1 0,0 0 0,1 0 0,-1 0 0,0 0 0,0-1-1,1 1 1,-1 0 0,0-1 0,0 1 0,1 0 0,-1-1 0,0 1 0,1-1 0,-1 1 0,1-1-1,-1 1 1,0-1 0,1 0 0,-1 1 0,1-1 0,0 0 0,-1 1 0,1-1 0,0 0 0,-1 0-1,1 1 1,0-1 0,0 0 0,-1 0 0,1 0 0,0 1 0,0-1 0,0 0 0,0-1 0,1 0 4,-1 0 0,1 0 0,0 1 0,0-1 0,-1 0 0,1 1 0,0-1 0,1 1 0,-1-1 0,0 1 0,0-1 0,1 1 0,-1 0 0,0 0 0,1-1 0,-1 1-1,1 0 1,2-1 0,72-29-1078,-31 8-2702</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46.568"/>
    </inkml:context>
    <inkml:brush xml:id="br0">
      <inkml:brushProperty name="width" value="0.035" units="cm"/>
      <inkml:brushProperty name="height" value="0.035" units="cm"/>
    </inkml:brush>
  </inkml:definitions>
  <inkml:trace contextRef="#ctx0" brushRef="#br0">0 0 9513,'27'29'128,"0"-2"0,36 27 0,-29-23 34,-23-20-208,0-1-1,0 0 0,1-1 1,0-1-1,16 10 1,-25-18-2191</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46.805"/>
    </inkml:context>
    <inkml:brush xml:id="br0">
      <inkml:brushProperty name="width" value="0.035" units="cm"/>
      <inkml:brushProperty name="height" value="0.035" units="cm"/>
    </inkml:brush>
  </inkml:definitions>
  <inkml:trace contextRef="#ctx0" brushRef="#br0">227 38 9161,'0'0'2242,"-46"-38"-1634,30 45 193,-2 10 416,-4 8-384,-1 6-224,-2 6-321,2 4-192,3 0 32,5 0 32,3-4-672,6-14-3460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47.254"/>
    </inkml:context>
    <inkml:brush xml:id="br0">
      <inkml:brushProperty name="width" value="0.035" units="cm"/>
      <inkml:brushProperty name="height" value="0.035" units="cm"/>
    </inkml:brush>
  </inkml:definitions>
  <inkml:trace contextRef="#ctx0" brushRef="#br0">0 1 6566,'0'0'3876,"47"31"-2947,-21-11-513,1 1-288,0 3-32,0-1-32,-2-1 0,-6-4-31,-3-5-1251,-3-6-1120,-4-7-2146</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47.442"/>
    </inkml:context>
    <inkml:brush xml:id="br0">
      <inkml:brushProperty name="width" value="0.035" units="cm"/>
      <inkml:brushProperty name="height" value="0.035" units="cm"/>
    </inkml:brush>
  </inkml:definitions>
  <inkml:trace contextRef="#ctx0" brushRef="#br0">297 11 10570,'0'0'609,"-62"-11"351,38 11 354,-2 9-514,-2 9-319,-1 6-129,1 6-192,0 7-96,4 4 33,-1-4-33,2-3-3620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48.007"/>
    </inkml:context>
    <inkml:brush xml:id="br0">
      <inkml:brushProperty name="width" value="0.035" units="cm"/>
      <inkml:brushProperty name="height" value="0.035" units="cm"/>
    </inkml:brush>
  </inkml:definitions>
  <inkml:trace contextRef="#ctx0" brushRef="#br0">0 0 9641,'0'0'1185,"56"34"-1089,-38-22 64,1 1-95,-3-1 31,2-1-32,-2-3-32,-2 2 0,-2-3-833,-2-3-2050,-5-3-608</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48.206"/>
    </inkml:context>
    <inkml:brush xml:id="br0">
      <inkml:brushProperty name="width" value="0.035" units="cm"/>
      <inkml:brushProperty name="height" value="0.035" units="cm"/>
    </inkml:brush>
  </inkml:definitions>
  <inkml:trace contextRef="#ctx0" brushRef="#br0">102 2 8872,'0'0'2275,"-54"-2"-2019,43 15-32,-2 6-160,2 1 0,4 2-32,2 1 32,4-7-2850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48.626"/>
    </inkml:context>
    <inkml:brush xml:id="br0">
      <inkml:brushProperty name="width" value="0.035" units="cm"/>
      <inkml:brushProperty name="height" value="0.035" units="cm"/>
    </inkml:brush>
  </inkml:definitions>
  <inkml:trace contextRef="#ctx0" brushRef="#br0">0 51 5541,'0'0'2226,"2"-7"-624,4-24-161,-6 30-1414,0 1 0,0-1 0,0 1 0,0-1 0,0 1 0,0-1 0,0 1 0,1-1 0,-1 1 0,0-1 0,0 1 0,1-1 0,-1 1 0,0-1 0,1 1 0,-1 0 0,0-1 0,1 1 0,-1-1 0,1 1 0,-1 0 0,0-1 0,1 1 0,-1 0 0,1 0 0,-1 0 0,1-1 0,-1 1 0,1 0 0,-1 0 0,1 0 0,-1 0 0,1 0 0,-1 0 0,1 0 0,-1 0 0,1 0 0,0 0 0,-1 0 0,1 0 0,-1 0 0,1 0 0,-1 0 0,1 1 0,-1-1 0,1 0 0,-1 0 0,0 1 0,1-1 0,0 1 0,20 16-201,-20-16 242,61 68 532,-20-21-1596,-12-17-3664,-22-25 1511</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48.863"/>
    </inkml:context>
    <inkml:brush xml:id="br0">
      <inkml:brushProperty name="width" value="0.035" units="cm"/>
      <inkml:brushProperty name="height" value="0.035" units="cm"/>
    </inkml:brush>
  </inkml:definitions>
  <inkml:trace contextRef="#ctx0" brushRef="#br0">127 25 11115,'0'0'1057,"-42"-24"-449,28 33-480,3 9-96,-4 7 32,2 2-32,2 5 32,2 1 161,3-6-1186,1-8-6182</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49.450"/>
    </inkml:context>
    <inkml:brush xml:id="br0">
      <inkml:brushProperty name="width" value="0.035" units="cm"/>
      <inkml:brushProperty name="height" value="0.035" units="cm"/>
    </inkml:brush>
  </inkml:definitions>
  <inkml:trace contextRef="#ctx0" brushRef="#br0">8 1 5733,'0'0'705,"-7"49"-641,17-34 32,0 0 0,0-1 0,1-2-32,0-3 1,-2-1-226,-3-4-1696,-1-4-1795</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49.658"/>
    </inkml:context>
    <inkml:brush xml:id="br0">
      <inkml:brushProperty name="width" value="0.035" units="cm"/>
      <inkml:brushProperty name="height" value="0.035" units="cm"/>
    </inkml:brush>
  </inkml:definitions>
  <inkml:trace contextRef="#ctx0" brushRef="#br0">160 1 11115,'0'0'256,"-43"2"-192,29 8 224,0 5-192,-1 3-64,1 6 96,0 2-64,-2 4 0,2-3-2081,-1-6-6375</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0.139"/>
    </inkml:context>
    <inkml:brush xml:id="br0">
      <inkml:brushProperty name="width" value="0.035" units="cm"/>
      <inkml:brushProperty name="height" value="0.035" units="cm"/>
    </inkml:brush>
  </inkml:definitions>
  <inkml:trace contextRef="#ctx0" brushRef="#br0">1 1 8040,'0'0'1793,"56"13"-1761,-32 14 0,1 6 64,1 0 1,0 1-65,-2-4 64,-5-1-32,-4-4-641,-5-4-2017,-4-8-1506</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0.340"/>
    </inkml:context>
    <inkml:brush xml:id="br0">
      <inkml:brushProperty name="width" value="0.035" units="cm"/>
      <inkml:brushProperty name="height" value="0.035" units="cm"/>
    </inkml:brush>
  </inkml:definitions>
  <inkml:trace contextRef="#ctx0" brushRef="#br0">204 10 9385,'0'0'2722,"-47"-10"-2017,27 15-224,-1 16-225,-2 7-160,-1 6 0,0 5 32,2-5-512,0-8-6343</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1.509"/>
    </inkml:context>
    <inkml:brush xml:id="br0">
      <inkml:brushProperty name="width" value="0.035" units="cm"/>
      <inkml:brushProperty name="height" value="0.035" units="cm"/>
    </inkml:brush>
  </inkml:definitions>
  <inkml:trace contextRef="#ctx0" brushRef="#br0">1 1 12492,'0'0'32,"62"9"-32,-23 8 0,4 0 64,1 0-32,-3-4-32,-3 1-993,-4-7-1313,-8-5-1634</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1.650"/>
    </inkml:context>
    <inkml:brush xml:id="br0">
      <inkml:brushProperty name="width" value="0.035" units="cm"/>
      <inkml:brushProperty name="height" value="0.035" units="cm"/>
    </inkml:brush>
  </inkml:definitions>
  <inkml:trace contextRef="#ctx0" brushRef="#br0">76 0 12011,'0'0'64,"-46"25"65,29 1-65,8 8-64,5 6 64,4 2-32,0-6-2819,2-10-6374</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1.975"/>
    </inkml:context>
    <inkml:brush xml:id="br0">
      <inkml:brushProperty name="width" value="0.035" units="cm"/>
      <inkml:brushProperty name="height" value="0.035" units="cm"/>
    </inkml:brush>
  </inkml:definitions>
  <inkml:trace contextRef="#ctx0" brushRef="#br0">1 0 10634,'0'0'1954,"53"18"-1954,-34 1 32,8 0 32,-3 1 32,1-1 32,-6-3-32,-6-4-384,1-2-1313,-6-7-962,-3-3-608</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2.083"/>
    </inkml:context>
    <inkml:brush xml:id="br0">
      <inkml:brushProperty name="width" value="0.035" units="cm"/>
      <inkml:brushProperty name="height" value="0.035" units="cm"/>
    </inkml:brush>
  </inkml:definitions>
  <inkml:trace contextRef="#ctx0" brushRef="#br0">149 0 6854,'0'0'3492,"-56"19"-2403,35 9-705,0 12-224,1 6-64,5 2 129,-1-7-1603</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1.044"/>
    </inkml:context>
    <inkml:brush xml:id="br0">
      <inkml:brushProperty name="width" value="0.035" units="cm"/>
      <inkml:brushProperty name="height" value="0.035" units="cm"/>
    </inkml:brush>
  </inkml:definitions>
  <inkml:trace contextRef="#ctx0" brushRef="#br0">0 5 11179,'0'0'-32,"64"-4"-193,-37 24 257,0 3-32,4 0 64,0 1-32,-1-4 0,0-1 1,-7-6-1219,-2-8-2561,-4-5-2435</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1.199"/>
    </inkml:context>
    <inkml:brush xml:id="br0">
      <inkml:brushProperty name="width" value="0.035" units="cm"/>
      <inkml:brushProperty name="height" value="0.035" units="cm"/>
    </inkml:brush>
  </inkml:definitions>
  <inkml:trace contextRef="#ctx0" brushRef="#br0">101 1 11915,'0'0'385,"-54"63"-353,43-26 0,1 3 64,2 5-32,4 2 0,-2-3-1025,-1-8-4901</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4.862"/>
    </inkml:context>
    <inkml:brush xml:id="br0">
      <inkml:brushProperty name="width" value="0.035" units="cm"/>
      <inkml:brushProperty name="height" value="0.035" units="cm"/>
    </inkml:brush>
  </inkml:definitions>
  <inkml:trace contextRef="#ctx0" brushRef="#br0">8 82 9065,'0'0'9,"0"0"0,0-1 1,1 1-1,-1 0 1,0 0-1,0-1 1,0 1-1,0 0 1,1 0-1,-1-1 1,0 1-1,0 0 0,0-1 1,0 1-1,0 0 1,0 0-1,0-1 1,0 1-1,0 0 1,0-1-1,0 1 1,0 0-1,0-1 0,0 1 1,0 0-1,0 0 1,0-1-1,0 1 1,-1 0-1,1-1 1,0 1-1,0 0 0,0 0 1,0-1-1,-1 1 1,1 0-1,0 0 1,0 0-1,0-1 1,-1 1-1,1 0 1,0 0-1,0 0 0,-1 0 1,1 0-1,0-1 1,-1 1-1,1 0 1,0 0-1,0 0 1,-1 0-1,1 0 1,0 0-1,-1 0 0,1 0 1,0 0-1,0 0 1,-1 0-1,1 0 1,0 0-1,-1 0 1,1 0-1,0 0 0,-1 1 1,23-15 705,-17 13-658,-1 0-1,1 0 1,0 1 0,-1-1-1,1 1 1,0 0 0,0 0-1,-1 1 1,1-1 0,0 1-1,-1 0 1,1 1 0,-1-1-1,1 1 1,-1 0 0,0 0 0,6 3-1,-4-1 7,-1 1 1,1-1-1,-1 1 0,0 0 0,-1 1 1,1-1-1,-1 1 0,0 0 0,0 0 1,4 11-1,-2-4-16,-1-1 1,-1 1-1,0 1 0,-1-1 1,0 0-1,-1 1 1,-1 0-1,0-1 0,-1 1 1,0 0-1,-4 24 1,-1-25 196,3-26-37,5-27-103,11-24-72,-6 36-2,-2-1 0,-1 1 0,-2-2-1,1-29 1,-4 57 69,0 0 0,0 1 0,0-1 0,0 0 0,-1 0 0,1 0 0,0 1 0,-1-1 0,1 0 0,-1 0 0,0 1 0,0-1 0,1 0 0,-1 1 0,0-1 0,0 1 0,-1-1 0,1 1 0,0 0 0,0-1 0,-1 1 0,1 0 0,-1 0 0,1 0 0,-1 0 0,1 0 0,-1 0 0,1 0 0,-1 1 0,0-1 0,0 0 0,-3 0 0,4 5-69,1 0-1,-1-1 1,0 1-1,1 0 0,0 0 1,0 0-1,0-1 0,0 1 1,2 6-1,0-3 7,1 0-1,0-1 1,0 1-1,1-1 1,0 0 0,0 0-1,0 0 1,1-1-1,0 0 1,0 0 0,0 0-1,1 0 1,-1-1-1,1 0 1,8 5 0,3 1 72,0-1 0,1 0 0,0-2 0,27 9 0,34 1-1054,-37-16-2246,-39-1 2545,0-1-1,0 1 1,0-1 0,0 0-1,0 1 1,-1-1 0,1-1 0,0 1-1,0 0 1,2-2 0,6-8-3522</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5.001"/>
    </inkml:context>
    <inkml:brush xml:id="br0">
      <inkml:brushProperty name="width" value="0.035" units="cm"/>
      <inkml:brushProperty name="height" value="0.035" units="cm"/>
    </inkml:brush>
  </inkml:definitions>
  <inkml:trace contextRef="#ctx0" brushRef="#br0">0 0 3171,'0'0'11050,"52"14"-10441,-26 9-289,0 0-95,2 3-65,0-2-32,-5-2 0,-3-2-224,-4-7-1378,-7-9-1440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5.455"/>
    </inkml:context>
    <inkml:brush xml:id="br0">
      <inkml:brushProperty name="width" value="0.035" units="cm"/>
      <inkml:brushProperty name="height" value="0.035" units="cm"/>
    </inkml:brush>
  </inkml:definitions>
  <inkml:trace contextRef="#ctx0" brushRef="#br0">94 122 5765,'-8'-6'2355,"1"2"-2212,-42-36 716,47 37-702,-1 1 0,0-1 1,1 0-1,-1 0 0,1-1 0,0 1 1,0 0-1,0-1 0,1 1 0,-1-1 1,1 1-1,0-1 0,0 0 0,0 1 0,0-7 1,1 10-150,0-1 1,0 0-1,1 1 1,-1-1-1,0 0 1,1 1-1,-1-1 1,0 1-1,1-1 1,-1 1 0,1-1-1,-1 0 1,1 1-1,-1 0 1,1-1-1,-1 1 1,1-1-1,-1 1 1,1 0-1,0-1 1,-1 1-1,1 0 1,0-1-1,-1 1 1,1 0-1,0 0 1,-1 0 0,1 0-1,0 0 1,-1 0-1,1 0 1,0 0-1,-1 0 1,1 0-1,0 0 1,0 0-1,-1 0 1,1 0-1,0 1 1,-1-1-1,1 0 1,-1 1-1,1-1 1,0 0 0,0 2-1,31 14 176,-21-4-150,-2 1-1,0 0 0,0 0 0,-1 0 1,0 1-1,-2 1 0,1-1 1,-2 1-1,0 0 0,-1 0 0,0 1 1,-1-1-1,-1 1 0,-1 0 1,0 0-1,-1 15 0,4-31-21,0 0 0,0 0 1,1-1-1,-1 0 0,0 0 0,8-2 1,153-49-4786,-129 38 1196</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5.660"/>
    </inkml:context>
    <inkml:brush xml:id="br0">
      <inkml:brushProperty name="width" value="0.035" units="cm"/>
      <inkml:brushProperty name="height" value="0.035" units="cm"/>
    </inkml:brush>
  </inkml:definitions>
  <inkml:trace contextRef="#ctx0" brushRef="#br0">25 0 6374,'0'0'3651,"-20"53"-3586,16-16 191,4 10 480,0 8-127,0 7-161,6 7 1,3 3-257,7 4-32,-1-1 161,3 0-321,-3-3-1057,1-9-1634,-3-16-2210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6.135"/>
    </inkml:context>
    <inkml:brush xml:id="br0">
      <inkml:brushProperty name="width" value="0.035" units="cm"/>
      <inkml:brushProperty name="height" value="0.035" units="cm"/>
    </inkml:brush>
  </inkml:definitions>
  <inkml:trace contextRef="#ctx0" brushRef="#br0">87 157 10025,'0'0'2547,"9"1"-2424,-4 0-105,0 0 1,0 1-1,0-1 1,-1 1 0,1 0-1,-1 0 1,1 1-1,-1-1 1,0 1-1,0 0 1,0 0 0,0 0-1,0 1 1,-1-1-1,1 1 1,-1 0-1,0 0 1,0 0 0,-1 0-1,1 1 1,-1-1-1,0 1 1,0-1 0,1 7-1,16 45 138,-18-53-131,0 1-1,0 0 0,-1 0 0,1 0 0,-1 0 0,0 0 0,0 0 0,0 0 0,0 0 1,-1 0-1,1 0 0,-3 5 0,2-8-20,0 0 0,0 0 0,-1 0 0,1 0 0,0 0 0,-1-1 0,1 1 0,0-1 0,-1 1 0,1-1-1,-1 1 1,1-1 0,-1 0 0,1 0 0,-1 1 0,1-1 0,-1 0 0,1-1 0,-1 1 0,1 0 0,0 0 0,-1-1 0,1 1 0,-3-1 0,-34-11 36,28 6-50,-1-1 1,2 0-1,-1 0 1,1 0 0,0-1-1,0-1 1,1 0-1,1 0 1,-1 0-1,1-1 1,1 0 0,-7-13-1,11 19 23,-1-1 0,1 0 0,1 0 0,-1 0 0,0 0 0,1 0 0,0 0 0,1 0 0,-1 0 0,1-1 0,0 1 0,0 0 0,0 0 0,1 0 0,0-1 0,0 1 0,0 0 0,0 0 0,1 0 0,0 1 0,0-1 0,0 0 0,1 1 0,0-1 0,0 1 0,0 0 0,0 0 0,0 0 0,6-5 0,1 1 24,1 0 0,-1 0 0,1 1 0,0 1 0,1 0 0,0 0 0,0 1 0,0 1 0,1 0 0,17-3 0,39-1-2542,-53 8-1451,-3-2-2968</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6.323"/>
    </inkml:context>
    <inkml:brush xml:id="br0">
      <inkml:brushProperty name="width" value="0.035" units="cm"/>
      <inkml:brushProperty name="height" value="0.035" units="cm"/>
    </inkml:brush>
  </inkml:definitions>
  <inkml:trace contextRef="#ctx0" brushRef="#br0">0 0 9737,'0'0'577,"22"49"-513,-17-39 0,3 2 64,-1 1-224,-2-1-1474,-4-1-1665,4-6-2370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6.495"/>
    </inkml:context>
    <inkml:brush xml:id="br0">
      <inkml:brushProperty name="width" value="0.035" units="cm"/>
      <inkml:brushProperty name="height" value="0.035" units="cm"/>
    </inkml:brush>
  </inkml:definitions>
  <inkml:trace contextRef="#ctx0" brushRef="#br0">1 1 10025,'0'0'2915,"18"33"-2851,-13-14-32,1-2-929,1-6-1953,-1-6-3556</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6.856"/>
    </inkml:context>
    <inkml:brush xml:id="br0">
      <inkml:brushProperty name="width" value="0.035" units="cm"/>
      <inkml:brushProperty name="height" value="0.035" units="cm"/>
    </inkml:brush>
  </inkml:definitions>
  <inkml:trace contextRef="#ctx0" brushRef="#br0">1 210 11819,'0'0'224,"6"-43"-95,13 26-33,4 2-64,8-2 32,-1-2-64,2 2 32,-2 2 32,-3 0-64,-2 4-609,-4 0-1056,-8-2-1378,-5-3-1794</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7.045"/>
    </inkml:context>
    <inkml:brush xml:id="br0">
      <inkml:brushProperty name="width" value="0.035" units="cm"/>
      <inkml:brushProperty name="height" value="0.035" units="cm"/>
    </inkml:brush>
  </inkml:definitions>
  <inkml:trace contextRef="#ctx0" brushRef="#br0">0 0 6822,'0'0'3203,"3"47"-3074,8-26-65,1 4 32,2 1 32,-1-1-160,-1-5-2755,0-9-4836</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7.546"/>
    </inkml:context>
    <inkml:brush xml:id="br0">
      <inkml:brushProperty name="width" value="0.035" units="cm"/>
      <inkml:brushProperty name="height" value="0.035" units="cm"/>
    </inkml:brush>
  </inkml:definitions>
  <inkml:trace contextRef="#ctx0" brushRef="#br0">0 82 9769,'0'0'134,"6"-7"-65,21-22 27,-26 29-95,0-1 0,0 0 0,0 0-1,0 1 1,0-1 0,1 1 0,-1-1 0,0 1-1,0-1 1,1 1 0,-1 0 0,0-1 0,1 1-1,-1 0 1,0 0 0,1 0 0,-1 0 0,0 0-1,1 1 1,-1-1 0,0 0 0,1 1 0,-1-1-1,0 0 1,0 1 0,0 0 0,1-1 0,-1 1-1,0 0 1,0-1 0,0 1 0,0 0 0,0 0-1,0 0 1,0 0 0,1 1 0,25 37 58,-27-38-57,38 95 767,-31-138-663,-3 23-85,-1 0 1,-1 0-1,-1 0 1,-1-36-1,0 54 13,0 1 1,0-1-1,0 0 0,-1 1 1,1-1-1,0 1 0,0-1 0,0 0 1,-1 1-1,1-1 0,0 1 0,-1-1 1,1 1-1,0-1 0,-1 1 1,1-1-1,-1 1 0,1-1 0,-1 1 1,1-1-1,-1 1 0,1 0 1,-1-1-1,1 1 0,-1 0 0,1-1 1,-1 1-1,0 0 0,1 0 0,-1 0 1,1 0-1,-1 0 0,0-1 1,1 1-1,-1 0 0,0 0 0,1 0 1,-1 1-1,0-1 0,1 0 0,-1 0 1,0 0-1,1 0 0,-1 1 1,1-1-1,-1 0 0,0 1 0,-1 0 19,-1 0-1,1 0 0,0 0 1,-1 1-1,1-1 0,0 1 1,0-1-1,0 1 0,1 0 1,-4 3-1,2-1 14,1-1 0,0 1 0,-1 0 0,1 1 0,1-1 0,-1 0 0,1 0 0,-1 1 0,1-1 0,0 1 0,1-1 0,-1 1 0,1 0 1,0-1-1,0 1 0,0-1 0,1 1 0,0-1 0,0 1 0,0-1 0,0 1 0,1-1 0,-1 0 0,1 0 0,0 1 0,0-1 0,1-1 0,-1 1 0,1 0 0,5 5 0,-1-3-266,0 0-1,0 0 1,0 0-1,1-1 1,0-1-1,0 1 0,0-1 1,0-1-1,1 1 1,0-2-1,-1 1 1,1-1-1,0 0 1,14 1-1,6-3-3648</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7.875"/>
    </inkml:context>
    <inkml:brush xml:id="br0">
      <inkml:brushProperty name="width" value="0.035" units="cm"/>
      <inkml:brushProperty name="height" value="0.035" units="cm"/>
    </inkml:brush>
  </inkml:definitions>
  <inkml:trace contextRef="#ctx0" brushRef="#br0">1 56 11147,'0'0'282,"0"-8"1,0-24 310,-1 31-574,1 1-1,0-1 1,0 0-1,0 1 1,0-1 0,0 1-1,0-1 1,0 1-1,1-1 1,-1 1 0,0-1-1,0 1 1,0-1-1,0 1 1,1-1 0,-1 1-1,0-1 1,0 1 0,1-1-1,-1 1 1,0 0-1,1-1 1,-1 1 0,0 0-1,1-1 1,-1 1-1,1 0 1,-1-1 0,1 1-1,-1 0 1,1 0-1,-1-1 1,1 1 0,-1 0-1,1 0 1,-1 0-1,1 0 1,-1 0 0,1 0-1,-1 0 1,1 0 0,-1 0-1,1 0 1,-1 0-1,1 0 1,-1 0 0,2 0-1,16 13 77,-15-8-70,-1 0 1,0 0 0,0 1 0,-1-1 0,1 1 0,-1-1-1,0 1 1,-1 0 0,1-1 0,-1 1 0,0 0 0,-2 7-1,-1 5 38,-1 0 0,-10 26 0,0 1-112,64-82-410,-35 23 211,-4 5-801,0-1 0,0 0 0,-1-1 0,13-18-1,-8 1-3562</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8.200"/>
    </inkml:context>
    <inkml:brush xml:id="br0">
      <inkml:brushProperty name="width" value="0.035" units="cm"/>
      <inkml:brushProperty name="height" value="0.035" units="cm"/>
    </inkml:brush>
  </inkml:definitions>
  <inkml:trace contextRef="#ctx0" brushRef="#br0">68 70 8456,'-8'-5'993,"6"4"-904,-34-22 41,35 22-116,-1 0 1,1 0 0,-1 0-1,1-1 1,-1 1 0,1 0-1,0 0 1,0-1-1,0 1 1,0-1 0,0 1-1,0-1 1,0 0 0,0 1-1,0-1 1,1 0-1,-1 0 1,1 1 0,-1-1-1,1 0 1,0 0 0,0-3-1,2 4 15,0 1 0,0-1 0,1 1 0,-1 0 0,0 0 0,1 0 0,-1 0 0,0 0 0,1 0 0,-1 1 0,0-1 0,0 1 0,1-1 1,-1 1-1,2 1 0,1 0-18,-1 1 0,0 0 1,0 0-1,0 0 1,0 0-1,-1 1 1,1-1-1,-1 1 1,0 0-1,0 0 1,0 0-1,3 6 0,21 59 184,-6-12 1,-20-56-310,1 0-1,-1 1 1,0-1 0,1-1 0,-1 1 0,0 0 0,1 0-1,-1 0 1,1-1 0,-1 1 0,1-1 0,0 1 0,-1-1 0,1 0-1,-1 0 1,1 0 0,0 1 0,-1-1 0,1-1 0,0 1-1,-1 0 1,1 0 0,-1-1 0,1 1 0,2-2 0,16-4-2737</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8.545"/>
    </inkml:context>
    <inkml:brush xml:id="br0">
      <inkml:brushProperty name="width" value="0.035" units="cm"/>
      <inkml:brushProperty name="height" value="0.035" units="cm"/>
    </inkml:brush>
  </inkml:definitions>
  <inkml:trace contextRef="#ctx0" brushRef="#br0">26 1 9321,'0'0'352,"-14"55"-384,9-16 64,1 11 192,2 8 289,1 5-65,1 7-191,0 4-129,0 2-32,0-4 0,5-6 32,1-9 32,4-9-352,-4-13-1410,2-11-1633,-1-10-3267</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7:58.967"/>
    </inkml:context>
    <inkml:brush xml:id="br0">
      <inkml:brushProperty name="width" value="0.035" units="cm"/>
      <inkml:brushProperty name="height" value="0.035" units="cm"/>
    </inkml:brush>
  </inkml:definitions>
  <inkml:trace contextRef="#ctx0" brushRef="#br0">86 204 7815,'0'0'1543,"4"-8"-1062,14-23-33,-18 30-435,1 0-1,-1 0 1,1 0 0,-1 1-1,1-1 1,0 0-1,-1 0 1,1 1 0,0-1-1,-1 0 1,1 1 0,0-1-1,0 1 1,0-1-1,-1 1 1,1-1 0,0 1-1,0 0 1,0-1 0,0 1-1,0 0 1,0 0-1,0 0 1,0 0 0,0 0-1,0 0 1,0 0 0,0 0-1,0 0 1,-1 0-1,1 0 1,0 1 0,0-1-1,0 0 1,0 1 0,0-1-1,0 0 1,0 1-1,-1-1 1,1 1 0,0 0-1,0-1 1,-1 1 0,1 0-1,0-1 1,-1 1-1,1 0 1,-1 0 0,1-1-1,-1 1 1,1 0 0,-1 0-1,1 0 1,-1 1-1,4 4 26,-1 1-1,0-1 0,0 0 1,-1 1-1,3 9 0,-4-10-14,0 0-1,0 1 1,-1-1-1,0 1 0,0-1 1,-1 1-1,1-1 1,-1 1-1,-1-1 1,1 0-1,-1 0 0,-5 12 1,6-16-10,-1 0 1,1 1-1,-1-1 1,0 0-1,0 0 1,0-1-1,0 1 1,0 0-1,0-1 1,0 1-1,0-1 1,-1 0-1,1 1 1,0-1-1,-1 0 1,1-1-1,-1 1 0,0 0 1,1-1-1,-1 1 1,1-1-1,-1 0 1,0 0-1,1 0 1,-1 0-1,0-1 1,1 1-1,-1 0 1,1-1-1,-1 0 1,1 0-1,-1 0 1,1 0-1,-4-2 1,1 1-10,1 0 1,-1-1 0,1 0-1,-1 0 1,1 0 0,0 0-1,0 0 1,1-1 0,-1 0-1,1 0 1,0 0 0,0 0-1,0 0 1,0-1 0,1 1-1,0-1 1,-1 1 0,2-1-1,-1 0 1,1 0 0,-1 0-1,0-8 1,2 7-6,-1 0-1,1 0 1,0 0-1,0 0 1,1 0-1,-1 0 1,1 0 0,1 0-1,-1 0 1,1 0-1,0 0 1,0 1-1,1-1 1,0 1-1,0 0 1,0 0 0,0 0-1,8-9 1,6 0-212,1 1 0,0 1 0,1 0 0,0 1 0,0 1 0,1 1 0,1 1 0,37-10 0,-28 9-3481</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00.265"/>
    </inkml:context>
    <inkml:brush xml:id="br0">
      <inkml:brushProperty name="width" value="0.035" units="cm"/>
      <inkml:brushProperty name="height" value="0.035" units="cm"/>
    </inkml:brush>
  </inkml:definitions>
  <inkml:trace contextRef="#ctx0" brushRef="#br0">58 98 3908,'0'0'2477,"-8"-6"-1949,-25-21 1,32 26-477,0 0-1,0 0 1,-1 0 0,1 0 0,0 0 0,0 0-1,0 0 1,0 0 0,0-1 0,1 1 0,-1 0-1,0 0 1,0-1 0,1 1 0,-1 0 0,1-1-1,-1 1 1,1-1 0,0 1 0,-1-1 0,1 1-1,0-1 1,0 1 0,0-1 0,0 1 0,0-1 0,1 1-1,-1-1 1,0 1 0,1-1 0,-1 1 0,1 0-1,-1-1 1,1 1 0,0 0 0,-1-1 0,1 1-1,0 0 1,0 0 0,0 0 0,0-1 0,0 1-1,0 0 1,1 0 0,-1 1 0,0-1 0,0 0 0,1 0-1,-1 1 1,0-1 0,1 0 0,-1 1 0,1 0-1,-1-1 1,0 1 0,1 0 0,-1-1 0,1 1-1,-1 0 1,4 1 0,-2-1 10,1 0 0,0 1 0,-1 0 0,0-1 0,1 2 0,-1-1 0,1 0 0,-1 0 0,0 1 0,0 0 0,0 0 0,0 0 0,0 0 0,0 0 0,0 1 0,-1-1 0,1 1 0,-1-1 0,0 1 0,0 0 0,0 0 0,0 0 0,0 0 0,-1 1 0,1-1 0,0 4 0,0-4-20,-1 1 0,0 0-1,0-1 1,0 1 0,-1 0 0,1-1-1,-1 1 1,0 0 0,0 0 0,0-1-1,0 1 1,-1 0 0,0-1-1,0 1 1,0 0 0,0-1 0,0 1-1,0-1 1,-1 1 0,0-1-1,0 0 1,0 0 0,0 0 0,-5 5-1,29-17-97,0 0 0,1 1 0,40-9 0,-7 2-3985,-27 6 16</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00.575"/>
    </inkml:context>
    <inkml:brush xml:id="br0">
      <inkml:brushProperty name="width" value="0.035" units="cm"/>
      <inkml:brushProperty name="height" value="0.035" units="cm"/>
    </inkml:brush>
  </inkml:definitions>
  <inkml:trace contextRef="#ctx0" brushRef="#br0">1 89 6502,'0'0'182,"2"-9"341,-2 5-488,12-40 775,-11 42-744,0 0-1,0 1 1,-1-1-1,1 0 0,0 0 1,1 1-1,-1-1 1,0 1-1,0-1 1,1 1-1,-1-1 0,1 1 1,-1 0-1,1 0 1,0 0-1,-1 0 0,1 0 1,0 0-1,0 0 1,-1 0-1,1 1 1,0-1-1,0 1 0,0-1 1,3 1-1,-5 0-53,1 1 0,0-1 0,-1 0-1,1 1 1,0-1 0,-1 1 0,1-1 0,0 1-1,-1 0 1,1-1 0,-1 1 0,1 0 0,-1-1 0,0 1-1,1 0 1,-1-1 0,0 1 0,1 0 0,-1 0-1,0 0 1,0-1 0,0 1 0,1 0 0,-1 0-1,0 0 1,0-1 0,0 1 0,-1 0 0,1 0-1,0 1 1,-2 28 156,0-21-69,0 1-1,-1-1 0,0 0 1,-5 10-1,4-13-115,1 1 0,1 0 0,-1-1-1,1 1 1,0 0 0,1 0 0,0 0 0,0 0 0,0 11-1,1-17-32,1 0 0,-1 0-1,1 0 1,0 0-1,0 1 1,-1-1-1,1 0 1,0 0 0,0 0-1,0-1 1,0 1-1,0 0 1,0 0-1,0 0 1,1-1-1,-1 1 1,0-1 0,0 1-1,0-1 1,1 1-1,-1-1 1,0 0-1,1 1 1,-1-1 0,0 0-1,1 0 1,-1 0-1,0 0 1,2 0-1,46-1-1297,-44 0 1102,38-4-1521</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01.948"/>
    </inkml:context>
    <inkml:brush xml:id="br0">
      <inkml:brushProperty name="width" value="0.035" units="cm"/>
      <inkml:brushProperty name="height" value="0.035" units="cm"/>
    </inkml:brush>
  </inkml:definitions>
  <inkml:trace contextRef="#ctx0" brushRef="#br0">4039 91 6502,'0'0'732,"-1"-9"-215,1 6-479,0 0-14,0 1-1,-1 0 1,1 0 0,0 0-1,-1 0 1,1 0-1,-1 0 1,1 0-1,-1 0 1,0 0 0,0 1-1,0-1 1,0 0-1,0 0 1,0 1-1,-1-1 1,1 1 0,0-1-1,-1 1 1,0-1-1,1 1 1,-1 0-1,0 0 1,1 0 0,-1 0-1,0 0 1,0 0-1,0 0 1,0 1-1,-3-2 1,-59-9 913,1 2 1,-1 3-1,-1 3 1,-83 6-1,-256 45-983,317-36 204,-206 34-96,-383 109-1,526-109 6,2 7 1,3 6-1,2 6 0,-175 110 0,211-105-11,2 5 0,5 4 0,2 4 0,5 5 0,3 3-1,4 4 1,5 4 0,4 4 0,4 2 0,6 4 0,4 3 0,-68 164-1,119-246-48,2-1-1,1 1 0,1 1 1,1 0-1,2 0 0,-3 51 1,8-70-6,0 0 1,1-1 0,0 1-1,1 0 1,1-1 0,-1 1 0,2-1-1,0 0 1,0 0 0,1 0-1,0 0 1,1-1 0,0 0-1,0 0 1,2-1 0,-1 0 0,1 0-1,0 0 1,0-1 0,16 11-1,-1-5 74,1 0-1,0-1 0,1-2 0,0 0 0,1-2 1,0-1-1,1-1 0,31 4 0,225 16 834,-249-25-802,1113 7 1079,-798-36-356,-1-15 1,470-120-1,-477 62-75,-269 73-589,-2-3-1,111-64 0,-143 70-122,-1-2-1,-1-1 0,-2-2 1,0-1-1,49-58 0,-61 60-38,-1-1-1,-2-1 0,-1-1 1,-1 0-1,-1-1 0,-3-1 0,0 0 1,8-39-1,-11 28 4,-2-1 1,-2 0-1,-2 0 1,-2 0-1,-2-1 0,-2 1 1,-2 0-1,-2 0 1,-2 0-1,-2 1 0,-1 0 1,-3 1-1,-2 0 1,-36-71-1,25 65-87,-2 1 0,-2 2 0,-3 0 0,-1 3 0,-2 1 0,-1 2 0,-3 1 0,-1 2 0,-2 2 0,-1 2 0,-81-44 0,51 40-357,-1 3 0,-2 4 0,-1 3-1,-1 4 1,-156-24 0,65 27-2948,-312 6 1,305 19-1292</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02.539"/>
    </inkml:context>
    <inkml:brush xml:id="br0">
      <inkml:brushProperty name="width" value="0.035" units="cm"/>
      <inkml:brushProperty name="height" value="0.035" units="cm"/>
    </inkml:brush>
  </inkml:definitions>
  <inkml:trace contextRef="#ctx0" brushRef="#br0">74 46 7719,'0'0'-48,"-6"-7"22,-18-22 309,23 28-270,1 1 0,0-1 1,0 1-1,-1-1 1,1 1-1,0-1 1,-1 1-1,1-1 1,0 1-1,-1-1 1,1 1-1,-1-1 1,1 1-1,-1 0 1,1-1-1,-1 1 1,1 0-1,-1 0 1,0-1-1,1 1 1,-1 0-1,1 0 1,-1 0-1,1-1 1,-1 1-1,0 0 1,1 0-1,-1 0 0,0 0 1,1 0-1,-1 0 1,1 0-1,-1 1 1,0-1-1,1 0 1,-1 0-1,1 0 1,-1 1-1,1-1 1,-1 0-1,1 0 1,-1 1-1,1-1 1,-1 1-1,1-1 1,-1 0-1,1 1 1,-1-1-1,1 1 1,0-1-1,-1 1 1,1-1-1,0 1 1,-1-1-1,1 1 0,0 0 1,0-1-1,0 1 1,-1-1-1,1 2 1,-6 37 597,6-35-502,-8 148 1190,6 1-1,8-1 1,25 156-1,107 449-607,-79-468-399,79 501 1338,-106-530-1799,-1 277 0,-30-448-166,-4 371-4130,0-389 622</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04.016"/>
    </inkml:context>
    <inkml:brush xml:id="br0">
      <inkml:brushProperty name="width" value="0.035" units="cm"/>
      <inkml:brushProperty name="height" value="0.035" units="cm"/>
    </inkml:brush>
  </inkml:definitions>
  <inkml:trace contextRef="#ctx0" brushRef="#br0">13 44 11563,'-7'0'192,"2"0"-160,5-1-32,17-1 0,2 1 32,6-4 0,1-2 0,2-1-32,-2-1 32,-3 3 32,-1 2-480,-8 4-1442,-8 0-1953</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04.167"/>
    </inkml:context>
    <inkml:brush xml:id="br0">
      <inkml:brushProperty name="width" value="0.035" units="cm"/>
      <inkml:brushProperty name="height" value="0.035" units="cm"/>
    </inkml:brush>
  </inkml:definitions>
  <inkml:trace contextRef="#ctx0" brushRef="#br0">0 130 10410,'0'0'160,"50"-25"-160,-13 3 64,5 3-64,0 2 64,-4 1-64,-3 1-1121,-13 0-3171</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04.778"/>
    </inkml:context>
    <inkml:brush xml:id="br0">
      <inkml:brushProperty name="width" value="0.035" units="cm"/>
      <inkml:brushProperty name="height" value="0.035" units="cm"/>
    </inkml:brush>
  </inkml:definitions>
  <inkml:trace contextRef="#ctx0" brushRef="#br0">322 321 7207,'-11'0'1073,"10"0"-1054,-12 0 53,0 0-1,0 1 1,0 0-1,0 1 0,1 0 1,-1 1-1,1 0 0,-20 9 1,14-2 120,1 1 0,0 0 1,1 1-1,1 1 0,0 1 1,-15 17-1,25-27-131,0 1 0,1 1 0,0-1 0,0 0 0,1 1 0,-1 0 0,1 0 0,0 0 0,1 0 0,-1 1 0,1-1 0,1 1 0,-1-1 0,1 1 0,0-1 0,1 1 0,0 0 0,0 0 0,0-1 0,1 1 0,-1 0 0,3 7 0,-1-11-43,0 0 0,0 0 1,0 0-1,0 0 0,0 0 0,1 0 1,-1-1-1,1 0 0,0 1 0,0-1 0,0 0 1,0 0-1,0 0 0,0-1 0,0 1 0,1-1 1,-1 0-1,0 0 0,1 0 0,-1 0 0,1 0 1,0-1-1,-1 1 0,1-1 0,6-1 1,-2 1 30,1 0 0,-1 0 0,1-1 1,0-1-1,-1 1 0,0-1 0,1-1 1,-1 1-1,14-8 0,-14 5-31,-1 1 0,0-2 0,0 1 0,0-1 0,-1 0 0,1 0 0,-1-1 0,-1 1 0,0-1 0,0-1 0,0 1 0,-1-1 0,0 0 0,4-10 0,-4 6-17,-1 1-1,-1-1 1,0 0 0,-1 0-1,0 1 1,-1-1-1,0 0 1,-1 0-1,-3-17 1,-5-10-44,-2 1-1,-1 0 1,-3 1 0,0 0 0,-26-41-1,37 70 36,-31-51-149,32 55 146,1 0-1,-1 0 0,0 0 1,-1 1-1,1-1 1,-1 1-1,0 0 0,1 0 1,-1 0-1,-1 1 1,-4-3-1,9 5 13,0-1 1,-1 1-1,1 0 0,0 0 0,-1 0 0,1 0 1,-1 0-1,1 0 0,0 0 0,-1 0 1,1 0-1,-1 0 0,1 0 0,0 0 1,-1 0-1,1 0 0,-1 0 0,1 0 0,0 0 1,-1 0-1,1 1 0,0-1 0,-1 0 1,1 0-1,-1 0 0,1 1 0,0-1 1,0 0-1,-1 0 0,1 1 0,0-1 1,-1 0-1,1 1 0,0-1 0,0 0 0,0 1 1,-1-1-1,1 0 0,0 1 0,0-1 1,0 1-1,0-1 0,0 0 0,0 1 1,0-1-1,0 1 0,0-1 0,0 23 32,1-21-24,1 12 101,2 0-1,0 0 1,0 0-1,1-1 1,1 0-1,0 0 1,13 19 0,63 83 261,-76-107-353,32 41 111,65 63 1,-35-55-4158,-43-41-3505</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05.156"/>
    </inkml:context>
    <inkml:brush xml:id="br0">
      <inkml:brushProperty name="width" value="0.035" units="cm"/>
      <inkml:brushProperty name="height" value="0.035" units="cm"/>
    </inkml:brush>
  </inkml:definitions>
  <inkml:trace contextRef="#ctx0" brushRef="#br0">1 1 12556,'0'0'21,"5"10"-47,7 15 57,-1 1-1,-2 1 1,0-1 0,6 38 0,-15-64-30,0 1-1,1 0 1,-1-1-1,0 1 0,0-1 1,1 1-1,-1-1 1,0 1-1,1-1 1,-1 1-1,1-1 0,-1 0 1,1 1-1,-1-1 1,1 0-1,-1 1 1,1-1-1,-1 0 0,1 1 1,-1-1-1,1 0 1,-1 0-1,1 0 1,-1 0-1,1 1 0,0-1 1,-1 0-1,1 0 1,-1 0-1,1 0 1,0 0-1,-1 0 0,1-1 1,-1 1-1,1 0 1,0 0-1,-1 0 1,1 0-1,-1-1 0,1 1 1,0-1-1,27-11 28,-26 10-26,94-42 149,-63 30-1018,-1-1 0,33-21 0,-13-1-5720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08.655"/>
    </inkml:context>
    <inkml:brush xml:id="br0">
      <inkml:brushProperty name="width" value="0.035" units="cm"/>
      <inkml:brushProperty name="height" value="0.035" units="cm"/>
    </inkml:brush>
  </inkml:definitions>
  <inkml:trace contextRef="#ctx0" brushRef="#br0">1 304 5285,'0'0'1762,"0"-7"-1367,0 4-346,1-1 0,-1 1 0,1 0 1,0 0-1,0 0 0,0 0 1,0-1-1,1 1 0,-1 1 0,1-1 1,0 0-1,0 0 0,0 1 0,0-1 1,3-2-1,4-4 125,1 1 0,0 0 0,16-9 0,38-23 53,1 3 0,3 3-1,135-49 1,-152 73-72,-53 22-411,-3-8-187,0 0 0,1 0 0,-1-1 1,-1 1-1,-9 4 0,8-4-103,-28 13-2107</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08.873"/>
    </inkml:context>
    <inkml:brush xml:id="br0">
      <inkml:brushProperty name="width" value="0.035" units="cm"/>
      <inkml:brushProperty name="height" value="0.035" units="cm"/>
    </inkml:brush>
  </inkml:definitions>
  <inkml:trace contextRef="#ctx0" brushRef="#br0">0 344 5573,'0'0'5125,"36"-52"-4773,11 24-63,13-6-1,12-2-224,13-2-32,4 2 32,2 5 0,-8 2 96,-7 1-352,-15-3-6182</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14.071"/>
    </inkml:context>
    <inkml:brush xml:id="br0">
      <inkml:brushProperty name="width" value="0.035" units="cm"/>
      <inkml:brushProperty name="height" value="0.035" units="cm"/>
    </inkml:brush>
  </inkml:definitions>
  <inkml:trace contextRef="#ctx0" brushRef="#br0">313 238 5285,'0'0'1084,"0"-9"138,0 6-1430,7-55 3629,-7 57-3349,0 0-1,0 0 1,0 0-1,0 0 1,0 0-1,1 0 1,-1 0 0,0 0-1,1 0 1,-1 0-1,1 0 1,-1 0-1,1 1 1,-1-1-1,1 0 1,0 0-1,-1 1 1,1-1 0,0 0-1,0 1 1,-1-1-1,1 1 1,0-1-1,0 1 1,0-1-1,0 1 1,0-1-1,-1 1 1,1 0 0,0 0-1,0-1 1,0 1-1,0 0 1,0 0-1,0 0 1,0 0-1,0 0 1,0 0-1,0 0 1,0 1 0,0-1-1,0 0 1,0 0-1,0 1 1,0-1-1,0 1 1,-1-1-1,1 1 1,0-1 0,0 1-1,0-1 1,-1 1-1,1 0 1,0-1-1,-1 1 1,1 0-1,0 0 1,-1-1-1,1 2 1,9 9-34,0 0 0,-2 1 0,1 0 0,-1 0-1,-1 1 1,0-1 0,-1 2 0,0-1 0,-1 1 0,-1 0 0,0 0 0,-1 0 0,0 0 0,-1 1-1,-1-1 1,0 1 0,-1-1 0,-1 1 0,-3 22 0,3-34-38,1-1 0,-1 0 1,0 1-1,0-1 0,0 0 0,0 0 1,0 0-1,-1 1 0,1-1 0,-1 0 1,1-1-1,-1 1 0,0 0 0,0 0 1,1-1-1,-1 1 0,0-1 0,-1 1 1,-3 1-1,2-2 1,0 0 0,0 0 0,-1 0 0,1 0 0,0-1 0,-1 1 0,1-1 0,0 0 0,-1-1 0,-5 0 0,-9-3 2,1-1 0,0-1 1,0 0-1,-17-10 0,35 16-3,-128-65-55,112 56 48,0-1-1,2-1 0,-1 0 0,1-1 0,-22-25 1,35 35 8,-1 1 1,1 0 0,-1-1-1,1 1 1,0-1 0,-1 0-1,1 1 1,0-1 0,0 0-1,0 0 1,1 0 0,-1 0-1,0 0 1,1 0 0,-1 0-1,1 0 1,-1 0 0,1 0-1,0 0 1,0 0 0,0 0-1,0 0 1,1 0 0,-1 0-1,0 0 1,1 0 0,-1 0-1,1 0 1,0 0 0,0 0-1,0 0 1,0 0 0,0 1-1,0-1 1,0 0 0,0 1-1,1-1 1,-1 1 0,1-1-1,-1 1 1,1 0 0,0-1-1,2 0 1,9-5 0,0 0 0,1 1 0,0 1 0,0 0 0,16-3-1,-9 2 16,344-96 126,-247 75-145,136-14 0,-216 39 97,-6 1-951,-12-2-3092</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14.414"/>
    </inkml:context>
    <inkml:brush xml:id="br0">
      <inkml:brushProperty name="width" value="0.035" units="cm"/>
      <inkml:brushProperty name="height" value="0.035" units="cm"/>
    </inkml:brush>
  </inkml:definitions>
  <inkml:trace contextRef="#ctx0" brushRef="#br0">0 0 10090,'0'0'3203,"0"50"-2883,4-23 481,-1 9-1,2 1-479,1 3-193,-2 5-96,-1-4 0,1-3-32,1-10-32,-2-4-128,2-10-929,2-13-2723,1-2-288</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14.628"/>
    </inkml:context>
    <inkml:brush xml:id="br0">
      <inkml:brushProperty name="width" value="0.035" units="cm"/>
      <inkml:brushProperty name="height" value="0.035" units="cm"/>
    </inkml:brush>
  </inkml:definitions>
  <inkml:trace contextRef="#ctx0" brushRef="#br0">1 1 9065,'0'0'8904,"48"38"-8039,-34-8-545,1 4-256,-1 4-32,1 4-32,-3 1-96,-4-8-1986,-1-8-5317</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20.219"/>
    </inkml:context>
    <inkml:brush xml:id="br0">
      <inkml:brushProperty name="width" value="0.035" units="cm"/>
      <inkml:brushProperty name="height" value="0.035" units="cm"/>
    </inkml:brush>
  </inkml:definitions>
  <inkml:trace contextRef="#ctx0" brushRef="#br0">390 462 6854,'0'-2'182,"0"1"0,0-1 0,0 0 0,0 1 0,-1-1 0,1 0 0,-1 0 0,1 1 0,-1-1 0,0 1 0,0-1 0,0 1 0,1-1 0,-1 1 0,-1-1 0,1 1 0,0 0 0,0-1 0,0 1 0,-1 0 0,1 0 0,-1 0 0,1 0 0,0 0 0,-3-1 0,-2 0 43,1 0 0,-1 1 1,0-1-1,0 1 0,0 0 0,0 0 0,-11 1 0,-1 0 119,-1 2 1,0 0-1,1 1 0,-24 7 0,22-4-104,0 1 0,1 1 0,0 1 0,0 1 0,-20 13 0,35-20-230,0-1 0,0 1 0,0 0 0,1 0-1,-1 0 1,1 0 0,0 1 0,0-1 0,0 1-1,0 0 1,1 0 0,-1 0 0,1 0 0,0 1-1,0-1 1,1 0 0,-1 1 0,1-1 0,0 1 0,0-1-1,1 1 1,-1 0 0,1 0 0,0-1 0,0 1-1,1 0 1,-1-1 0,1 1 0,2 6 0,-1-6-7,1-1 0,0 1 1,0-1-1,0 0 0,1 0 0,-1 0 1,1-1-1,0 1 0,0-1 1,0 0-1,1 0 0,-1 0 1,1 0-1,-1-1 0,1 0 1,0 0-1,0 0 0,0-1 0,0 1 1,0-1-1,0 0 0,11 0 1,-4 0-21,0 0 1,0-1 0,0 0 0,0-1 0,-1 0 0,1 0 0,0-2-1,0 1 1,14-7 0,-17 4 3,1 0-1,-1-1 1,0-1-1,-1 0 1,1 0-1,-1-1 1,-1 1-1,1-2 1,-1 1-1,-1-1 1,0 0-1,0-1 1,-1 1-1,0-1 1,0 0-1,-1 0 1,0-1-1,2-13 0,4-16-3,-2-1 0,-2-1 0,1-59 0,-4 66 107,-1-86-218,-2 111 306,-1 0-1,0-1 0,-1 1 1,0 0-1,-1 0 0,0 0 1,-1 0-1,-8-18 0,12 28-151,0-1-1,-1 1 0,1-1 0,0 1 1,0-1-1,0 1 0,0-1 0,0 1 1,-1-1-1,1 1 0,0-1 0,-1 1 1,1 0-1,0-1 0,0 1 0,-1-1 1,1 1-1,-1 0 0,1-1 0,0 1 1,-1 0-1,1-1 0,-1 1 0,1 0 0,-1 0 1,1 0-1,-1-1 0,1 1 0,-1 0 1,1 0-1,-1 0 0,1 0 0,-1 0 1,1 0-1,-1 0 0,1 0 0,-1 0 1,1 0-1,-1 0 0,0 1 0,-5 23 152,7 38-246,7-30 136,0 1 0,3-1 0,0-1 0,27 50 0,78 118-1017,-45-82-7265,-63-104 26</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20.597"/>
    </inkml:context>
    <inkml:brush xml:id="br0">
      <inkml:brushProperty name="width" value="0.035" units="cm"/>
      <inkml:brushProperty name="height" value="0.035" units="cm"/>
    </inkml:brush>
  </inkml:definitions>
  <inkml:trace contextRef="#ctx0" brushRef="#br0">0 99 11691,'5'-11'198,"-2"5"-297,0-3 307,0 1-1,1 0 1,1 0 0,-1 0-1,10-11 1,-13 17-162,1 1-1,0-1 1,-1 0 0,1 1 0,0-1-1,0 1 1,0-1 0,0 1 0,0 0-1,0 0 1,0 0 0,0 0-1,0 0 1,0 1 0,1-1 0,-1 1-1,0-1 1,0 1 0,1 0-1,-1 0 1,0 0 0,1 0 0,-1 0-1,0 1 1,1-1 0,-1 1-1,0-1 1,0 1 0,1 0 0,-1 0-1,2 1 1,2 2-41,0 0-1,-1 0 1,0 1-1,0-1 1,0 1-1,-1 0 1,1 1-1,-1-1 1,-1 1 0,1 0-1,-1 0 1,0 0-1,0 0 1,0 0-1,-1 1 1,2 9-1,0-2 1,-1 1-1,-1 0 0,0 0 0,-1 0 0,0 0 1,-3 23-1,1-32 1,0 0 1,-1 0 0,0 0-1,0-1 1,-1 1-1,0 0 1,0-1-1,0 0 1,0 1 0,-1-1-1,0-1 1,0 1-1,0-1 1,-1 1 0,1-1-1,-1 0 1,0-1-1,0 1 1,0-1-1,-1 0 1,-10 4 0,113-16-50,149 5 0,-147 5-1128,-27-1-5218</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22.265"/>
    </inkml:context>
    <inkml:brush xml:id="br0">
      <inkml:brushProperty name="width" value="0.035" units="cm"/>
      <inkml:brushProperty name="height" value="0.035" units="cm"/>
    </inkml:brush>
  </inkml:definitions>
  <inkml:trace contextRef="#ctx0" brushRef="#br0">1 1 6790,'54'3'0,"174"14"-4003</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11.554"/>
    </inkml:context>
    <inkml:brush xml:id="br0">
      <inkml:brushProperty name="width" value="0.035" units="cm"/>
      <inkml:brushProperty name="height" value="0.035" units="cm"/>
    </inkml:brush>
  </inkml:definitions>
  <inkml:trace contextRef="#ctx0" brushRef="#br0">4 54 2338,'0'0'7586,"2"-7"-7143,-2 5-415,1 0 0,-1 0-1,1 0 1,0 0 0,0 0-1,-1 0 1,1 0 0,1 0-1,-1 0 1,0 0 0,0 1 0,1-1-1,-1 0 1,1 1 0,-1-1-1,1 1 1,0 0 0,-1-1 0,1 1-1,3-1 1,1 0 27,0 0 1,0 0-1,0 1 1,1 0-1,-1 0 0,0 1 1,10 0-1,-10 0-44,0 0-1,0 1 1,0 0-1,-1 0 1,1 0-1,-1 1 1,1 0-1,-1 0 1,1 0-1,-1 0 1,0 1-1,0 0 1,0 0-1,-1 1 1,1-1-1,-1 1 1,1 0-1,-1 0 1,-1 0-1,1 1 1,0-1-1,-1 1 1,5 10-1,-5-9-9,0 1 0,-1-1 0,0 0-1,0 1 1,-1 0 0,1-1-1,-1 1 1,-1 0 0,0 0-1,1-1 1,-2 1 0,1 0-1,-1 0 1,0-1 0,-1 1 0,0 0-1,0-1 1,0 1 0,-1-1-1,-4 8 1,-5 5 7,-1-2 0,-1 0 0,0-1 0,-1 0 0,-1-1-1,0-1 1,-30 20 0,-17 16-12,73-47-71,10-5-128,-8-1-508,0-2 0,0 1 0,0-2 0,12-7 0,19-12-3779</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11.862"/>
    </inkml:context>
    <inkml:brush xml:id="br0">
      <inkml:brushProperty name="width" value="0.035" units="cm"/>
      <inkml:brushProperty name="height" value="0.035" units="cm"/>
    </inkml:brush>
  </inkml:definitions>
  <inkml:trace contextRef="#ctx0" brushRef="#br0">146 2 7239,'0'0'763,"-7"-1"566,2 0-1177,0 1-1,0 0 0,0 1 1,1-1-1,-1 1 0,0 0 0,0 0 1,1 0-1,-1 1 0,0-1 0,1 1 1,-1 0-1,1 1 0,0-1 0,0 1 1,0-1-1,0 1 0,0 1 0,1-1 1,-1 0-1,1 1 0,0 0 0,0 0 1,0 0-1,1 0 0,-5 8 0,3-1-58,-1 0-1,2 0 1,-1 0-1,2 0 0,-1 1 1,2 0-1,-1-1 1,2 1-1,-1 0 1,2 0-1,-1-1 0,2 1 1,-1 0-1,2-1 1,0 1-1,0-1 1,8 18-1,-7-21-200,0 0 0,0 0 0,0 0 1,1-1-1,1 1 0,-1-1 0,1-1 0,0 1 0,1-1 1,11 9-1,-13-11-325,1-1 0,0 0 0,0 0 0,0 0 0,0-1 0,1 0 1,-1 0-1,1 0 0,-1-1 0,1 0 0,0 0 0,-1-1 0,1 0 0,0 0 0,8-1 1,6-4-5830</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12.066"/>
    </inkml:context>
    <inkml:brush xml:id="br0">
      <inkml:brushProperty name="width" value="0.035" units="cm"/>
      <inkml:brushProperty name="height" value="0.035" units="cm"/>
    </inkml:brush>
  </inkml:definitions>
  <inkml:trace contextRef="#ctx0" brushRef="#br0">1 0 7527,'0'0'4645,"24"59"-2852,-19-33-672,0 3-512,0 5-417,-3 2-128,-1-1-32,1-4 0,-1-1-64,-1-7-32,0-9-96,1-7-3492</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12.604"/>
    </inkml:context>
    <inkml:brush xml:id="br0">
      <inkml:brushProperty name="width" value="0.035" units="cm"/>
      <inkml:brushProperty name="height" value="0.035" units="cm"/>
    </inkml:brush>
  </inkml:definitions>
  <inkml:trace contextRef="#ctx0" brushRef="#br0">0 120 6598,'0'-8'1436,"0"1"-1020,0 0-1,0 0 0,1 0 1,0 0-1,0 1 0,4-11 1,-4 14-303,1 0 1,-1 0 0,1 0-1,0 1 1,-1-1 0,1 0-1,1 1 1,-1-1-1,0 1 1,1 0 0,-1 0-1,1 0 1,0 0-1,-1 0 1,1 1 0,0-1-1,0 1 1,6-3-1,-5 3-100,0-1-1,0 1 0,0 0 0,0 0 1,0 0-1,0 0 0,0 1 0,1-1 1,-1 1-1,0 0 0,0 0 0,0 1 1,1 0-1,-1-1 0,0 1 1,0 0-1,0 1 0,0-1 0,0 1 1,0 0-1,-1 0 0,1 0 0,-1 0 1,1 1-1,-1-1 0,0 1 0,0 0 1,0 0-1,0 0 0,0 0 0,-1 1 1,4 5-1,-4-4-13,0 0 0,0 0 1,0 0-1,-1 0 0,0 1 0,0-1 0,0 0 1,-1 1-1,1-1 0,-2 1 0,1-1 1,0 0-1,-1 1 0,0-1 0,0 0 0,-1 1 1,1-1-1,-1 0 0,0 0 0,-1 0 1,1 0-1,-1-1 0,0 1 0,0-1 1,-4 5-1,-3 1 1,0 0 0,0-1 0,-1-1 1,0 1-1,-18 9 0,-22 17-33,58-33 32,0-1 0,1 1 0,-1-1 0,1-1 0,12 0 0,276-12-1221,-231 6-3380</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13.421"/>
    </inkml:context>
    <inkml:brush xml:id="br0">
      <inkml:brushProperty name="width" value="0.035" units="cm"/>
      <inkml:brushProperty name="height" value="0.035" units="cm"/>
    </inkml:brush>
  </inkml:definitions>
  <inkml:trace contextRef="#ctx0" brushRef="#br0">107 268 512,'-9'0'550,"0"0"-257,3 1 157,0 0 0,0 0 0,0-1 0,0 0 0,0-1 0,0 1 0,0-1 0,0 0 0,1 0 0,-1-1 0,0 0 0,0 0 0,-5-3 0,11 5-393,0 0 1,0 0-1,0-1 0,0 1 0,0 0 0,-1 0 1,1 0-1,0 0 0,0 0 0,0-1 0,0 1 0,0 0 1,0 0-1,0 0 0,0 0 0,0-1 0,0 1 1,0 0-1,0 0 0,0 0 0,0 0 0,0-1 0,0 1 1,0 0-1,0 0 0,0 0 0,0 0 0,0 0 1,0-1-1,1 1 0,-1 0 0,0 0 0,0 0 0,0 0 1,0 0-1,0 0 0,0-1 0,0 1 0,1 0 1,-1 0-1,0 0 0,0 0 0,0 0 0,0 0 0,0 0 1,1 0-1,-1 0 0,0 0 0,0 0 0,0 0 1,16-5 771,16 0-619,533-46 3592,760-101-3205,-1316 151-715,1 0-570,0-1-1,-1 0 0,1 0 1,-1-1-1,1-1 0,11-5 1,-9-3-5483</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30.189"/>
    </inkml:context>
    <inkml:brush xml:id="br0">
      <inkml:brushProperty name="width" value="0.035" units="cm"/>
      <inkml:brushProperty name="height" value="0.035" units="cm"/>
    </inkml:brush>
  </inkml:definitions>
  <inkml:trace contextRef="#ctx0" brushRef="#br0">19 0 3235,'0'0'6460,"-3"11"-6316,-2 3-67,2 1 1,0-1 0,1 1 0,0 0 0,1 0-1,2 28 1,5 201 1505,-7-173-3401</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30.593"/>
    </inkml:context>
    <inkml:brush xml:id="br0">
      <inkml:brushProperty name="width" value="0.035" units="cm"/>
      <inkml:brushProperty name="height" value="0.035" units="cm"/>
    </inkml:brush>
  </inkml:definitions>
  <inkml:trace contextRef="#ctx0" brushRef="#br0">1 137 5349,'1'-7'416,"0"-5"107,2-1-1,-1 1 0,2 0 0,0 0 0,8-18 0,-11 28-466,0 0-1,0-1 0,0 1 0,0 0 1,1 0-1,-1 0 0,0 0 1,1 0-1,0 0 0,-1 0 0,1 1 1,0-1-1,0 1 0,0-1 0,0 1 1,0 0-1,1-1 0,-1 1 1,0 0-1,0 1 0,1-1 0,-1 0 1,1 1-1,-1-1 0,0 1 0,1 0 1,-1 0-1,1 0 0,-1 0 0,1 0 1,-1 0-1,1 1 0,-1-1 1,0 1-1,1 0 0,-1-1 0,0 1 1,1 0-1,3 3 0,-3-2-52,0 0-1,1 0 0,-1 1 1,-1-1-1,1 1 1,0 0-1,-1 0 1,1 0-1,-1 0 0,0 0 1,0 0-1,0 1 1,0-1-1,-1 1 1,1-1-1,-1 1 0,0 0 1,0-1-1,0 1 1,-1 0-1,1 0 1,-1 0-1,0 0 0,0 0 1,0-1-1,-1 1 1,1 0-1,-1 0 0,-1 5 1,0-1-19,-1-1 1,1 0-1,-1 1 1,0-1-1,0 0 1,-1-1-1,0 1 1,-1-1-1,1 1 1,-1-1 0,0-1-1,-1 1 1,-10 8-1,-23 5-65,27-12 144,37 2 83,-11-4-47,0 1-1,-1 0 0,1 0 1,-2 2-1,1 0 1,-1 0-1,0 1 0,18 18 1,-11-11-599,0-1 0,21 13 0,-17-16-4662</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15.176"/>
    </inkml:context>
    <inkml:brush xml:id="br0">
      <inkml:brushProperty name="width" value="0.035" units="cm"/>
      <inkml:brushProperty name="height" value="0.035" units="cm"/>
    </inkml:brush>
  </inkml:definitions>
  <inkml:trace contextRef="#ctx0" brushRef="#br0">1 55 6342,'0'0'4420,"62"-26"-3971,-28 24-97,7 0-128,8 1-96,0 1-64,4-1-32,-6 1 0,-3 0-64,-6-1 0,-6-2-96,-9 0-288,-8-5-2627,-11 0-1633</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15.360"/>
    </inkml:context>
    <inkml:brush xml:id="br0">
      <inkml:brushProperty name="width" value="0.035" units="cm"/>
      <inkml:brushProperty name="height" value="0.035" units="cm"/>
    </inkml:brush>
  </inkml:definitions>
  <inkml:trace contextRef="#ctx0" brushRef="#br0">12 1 7559,'0'0'6727,"-11"43"-6663,22-5-32,3 4-32,-3 6 0,-1 3-32,-2 0-193,-1-5-3907,0-11-2690</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16.095"/>
    </inkml:context>
    <inkml:brush xml:id="br0">
      <inkml:brushProperty name="width" value="0.035" units="cm"/>
      <inkml:brushProperty name="height" value="0.035" units="cm"/>
    </inkml:brush>
  </inkml:definitions>
  <inkml:trace contextRef="#ctx0" brushRef="#br0">0 89 7431,'0'0'582,"5"-9"1249,-2 3-1696,-1 1-1,1 0 1,1 0-1,-1 1 1,0-1-1,1 1 1,0-1 0,0 1-1,1 0 1,-1 1-1,1-1 1,0 1-1,-1 0 1,2 0 0,-1 0-1,0 1 1,0 0-1,1 0 1,-1 0-1,1 1 1,0-1 0,-1 1-1,10 0 1,-7 0-114,-1 1 1,1 0 0,-1 0 0,1 1 0,-1 0-1,0 0 1,1 1 0,-1 0 0,0 0-1,0 1 1,0-1 0,0 2 0,0-1-1,11 9 1,-13-8-20,0 1-1,-1-1 1,0 1-1,0 0 0,0 0 1,0 0-1,-1 1 1,0 0-1,0-1 1,0 1-1,-1 0 0,0 0 1,0 0-1,-1 1 1,1-1-1,-1 0 1,0 13-1,-2-8-1,0 0 0,-1 1-1,0-1 1,0 0 0,-1 0 0,-1-1-1,0 1 1,0-1 0,-1 0 0,-1 0 0,1 0-1,-2-1 1,1 1 0,-1-2 0,0 1-1,-1-1 1,0 0 0,-1 0 0,1-1 0,-2-1-1,1 1 1,0-1 0,-20 8 0,21-14 27,13-10-21,14-10-7,21-14 30,52-49-56,-82 73 78,0 0 0,-1-1-1,-1-1 1,0 1 0,0-1 0,8-19-1,-15 28 139,0 1 0,0-1 0,0 1 1,-1-1-1,1 0 0,0 1 0,-1-1 0,0 0 0,0 1 0,0-1 0,0 0 0,0 1 0,-1-6 0,0 7-115,1 0 1,-1 0 0,1 0-1,-1 0 1,0 0-1,0 0 1,1 0 0,-1 0-1,0 1 1,0-1 0,0 0-1,0 0 1,0 1-1,0-1 1,0 1 0,0-1-1,0 1 1,0-1-1,0 1 1,-1-1 0,1 1-1,0 0 1,0 0 0,0 0-1,0 0 1,-1 0-1,1 0 1,0 0 0,0 0-1,0 0 1,-3 1 0,3 0-50,-1-1 1,0 1 0,1 0 0,-1 0 0,1 0 0,-1 0 0,1 0-1,-1 1 1,1-1 0,0 0 0,0 1 0,0-1 0,0 1 0,0-1-1,0 1 1,0-1 0,0 1 0,0 0 0,1-1 0,-1 1 0,1 0 0,-1 0-1,1-1 1,0 1 0,-1 0 0,1 0 0,0 0 0,1 2 0,1 56 8,2-46-19,0 0 0,0 0-1,1 0 1,1 0 0,0-1-1,1 0 1,14 19 0,24 26-2463,3-8-6021,-25-30 568</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16.406"/>
    </inkml:context>
    <inkml:brush xml:id="br0">
      <inkml:brushProperty name="width" value="0.035" units="cm"/>
      <inkml:brushProperty name="height" value="0.035" units="cm"/>
    </inkml:brush>
  </inkml:definitions>
  <inkml:trace contextRef="#ctx0" brushRef="#br0">1 96 7559,'0'0'1393,"8"-10"-42,-6 8-1360,10-10 519,0 0 1,1 0-1,17-11 0,-27 20-385,1 0-1,0 1 0,1-1 0,-1 1 0,0 0 1,1 0-1,-1 0 0,1 1 0,0 0 0,-1 0 1,1 0-1,0 0 0,0 1 0,0-1 0,0 1 1,-1 1-1,1-1 0,0 1 0,5 1 0,-8-1-122,0 0-1,-1 0 0,1 0 1,0 1-1,-1-1 0,1 1 1,-1-1-1,0 1 0,1 0 1,-1-1-1,0 1 1,0 0-1,0 0 0,0 0 1,-1 0-1,1 0 0,0 0 1,-1 0-1,1 0 0,-1 0 1,0 0-1,0 0 0,0 0 1,0 0-1,0 0 0,0 0 1,-1 4-1,0 3-10,0 0 0,-1 0 0,0-1 0,0 1 0,-5 11 0,-39 57-1611,2-5-5168,44-71 6762,-1-1-1,1 1 1,0-1-1,-1 1 0,1-1 1,0 1-1,0-1 0,0 1 1,0-1-1,0 1 1,-1-1-1,1 1 0,0-1 1,0 1-1,0-1 1,0 1-1,0-1 0,0 1 1,1-1-1,-1 1 1,0-1-1,0 1 0,0-1 1,0 1-1,1-1 0,-1 1 1,0-1-1,0 1 1,1-1-1,-1 1 0,0-1 1,1 0-1,-1 1 1,1 0-1,22 3 143,30-12 1244,-12-2-706,0-3 1,-1-1-1,0-2 1,45-26-1,-83 41-781,1-1-1,-1 1 0,1-1 0,-1 0 0,1 1 1,-1-1-1,0 0 0,0 0 0,0-1 0,0 1 1,0 0-1,-1-1 0,1 1 0,-1-1 1,2-3-1,3-17-6887</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16.721"/>
    </inkml:context>
    <inkml:brush xml:id="br0">
      <inkml:brushProperty name="width" value="0.035" units="cm"/>
      <inkml:brushProperty name="height" value="0.035" units="cm"/>
    </inkml:brush>
  </inkml:definitions>
  <inkml:trace contextRef="#ctx0" brushRef="#br0">4 145 10922,'-1'-40'154,"0"27"126,0-1 1,1 0-1,0 1 1,2-1-1,2-16 1,1 24 501,-1 16-625,-1 15-210,-11 250 21,8-274 32,0 0-1,0 0 1,0-1 0,0 1 0,1 0 0,-1 0 0,0-1-1,0 1 1,0 0 0,1 0 0,-1-1 0,0 1-1,1 0 1,-1-1 0,1 1 0,-1 0 0,0-1-1,1 1 1,0-1 0,-1 1 0,1-1 0,-1 1-1,1-1 1,0 1 0,-1-1 0,2 1 0,27 7-13,45-9-19,-51 0 23,-3 1-30,-1-1-605,-1 2 0,1 0 0,36 7-1,-19 2-2574</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17.001"/>
    </inkml:context>
    <inkml:brush xml:id="br0">
      <inkml:brushProperty name="width" value="0.035" units="cm"/>
      <inkml:brushProperty name="height" value="0.035" units="cm"/>
    </inkml:brush>
  </inkml:definitions>
  <inkml:trace contextRef="#ctx0" brushRef="#br0">1 176 352,'0'0'15951,"100"-36"-15310,-15 17 288,24-3-128,19 0-129,16-1-351,2 2-225,-10 5-96,-19 4 32,-17 8-32,-25 3-64,-23 1-417,-26 0-3394</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17.406"/>
    </inkml:context>
    <inkml:brush xml:id="br0">
      <inkml:brushProperty name="width" value="0.035" units="cm"/>
      <inkml:brushProperty name="height" value="0.035" units="cm"/>
    </inkml:brush>
  </inkml:definitions>
  <inkml:trace contextRef="#ctx0" brushRef="#br0">234 244 13036,'8'-9'251,"-6"7"-264,5-6 261,1 0-1,0 0 0,0 0 0,0 1 0,12-7 0,-18 12-203,1 1 0,-1 0 0,0-1 0,1 1 0,-1 0 0,1 0 0,-1 1 0,1-1-1,-1 0 1,1 1 0,0-1 0,-1 1 0,1 0 0,0 0 0,-1 0 0,1 0 0,0 1 0,-1-1 0,1 1 0,-1-1 0,1 1 0,-1 0 0,1 0 0,-1 0 0,1 1 0,-1-1 0,0 0 0,0 1 0,1-1-1,-1 1 1,0 0 0,2 2 0,1 2-24,-1 1-1,1-1 1,-1 1-1,0 0 1,0 0-1,-1 1 1,0-1-1,0 1 1,-1-1-1,0 1 1,0 0-1,-1 0 1,0 0-1,0 0 1,-1 0-1,0 0 1,0 0-1,-1 0 1,0 0-1,-1 0 1,1-1-1,-4 10 1,1-6 3,0 0 1,0 0-1,-1 0 1,-1 0-1,1-1 1,-2 0-1,0 0 1,0 0-1,0-1 1,-1 0-1,-1-1 1,1 0-1,-1 0 1,-13 8-1,14-12-28,1 0 0,-1-1 0,0 0-1,-1 0 1,1-1 0,0 0 0,-1 0 0,1-1 0,-1 0 0,1-1-1,-1 0 1,0 0 0,1-1 0,-1 0 0,1 0 0,-1-1 0,1 0-1,0-1 1,0 0 0,0 0 0,0-1 0,0 1 0,1-2 0,-1 1-1,1-1 1,0 0 0,-11-12 0,11 11 0,1 1 0,1-1 0,-1 0 0,1-1 0,0 0 0,0 1 0,0-1 0,1-1 0,1 1 0,-1-1 0,1 0 0,0 1 0,1-1 0,0-1 0,0 1 0,0 0 0,1 0 0,1-1 1,0 1-1,0 0 0,0-1 0,1 1 0,0 0 0,1 0 0,-1-1 0,2 1 0,-1 0 0,7-13 0,-1 8 11,1 1 1,0 0-1,1 0 0,0 1 1,1 0-1,0 1 0,0 0 1,1 1-1,1 0 0,0 1 1,0 1-1,18-9 1,9-1 25,1 1 1,85-20 0,-50 21-45,137-10-1,-88 19-3223,-79 4-1820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17.755"/>
    </inkml:context>
    <inkml:brush xml:id="br0">
      <inkml:brushProperty name="width" value="0.035" units="cm"/>
      <inkml:brushProperty name="height" value="0.035" units="cm"/>
    </inkml:brush>
  </inkml:definitions>
  <inkml:trace contextRef="#ctx0" brushRef="#br0">1 38 10762,'8'-3'470,"0"0"-106,5-3 324,1 0-1,-1 1 1,2 1 0,15-3 0,-28 6-635,0 1 1,0-1-1,0 1 0,0-1 1,0 1-1,0 0 1,0 0-1,0 0 1,0 0-1,0 0 1,0 1-1,0-1 1,0 0-1,0 1 1,0 0-1,0-1 1,0 1-1,0 0 1,0 0-1,0 0 1,-1 0-1,1 1 0,0-1 1,-1 0-1,1 1 1,-1-1-1,1 1 1,-1-1-1,0 1 1,0 0-1,1 0 1,-1-1-1,-1 1 1,1 0-1,0 0 1,0 0-1,-1 0 1,1 0-1,-1 0 0,1 3 1,-1 3-41,1 0-1,-2 0 1,1 0-1,-1 0 1,0-1-1,-1 1 1,0 0 0,0 0-1,0-1 1,-6 12-1,-4 4-20,-30 40 0,29-45-28,1 0 0,1 0 0,-13 30 1,24-47 33,-1-1 0,1 1 1,0 0-1,-1 0 1,1 0-1,0 0 1,0-1-1,0 1 0,-1 0 1,1 0-1,0 0 1,0 0-1,0 0 1,0 0-1,1-1 0,-1 1 1,0 0-1,0 0 1,0 0-1,1 0 1,-1-1-1,0 1 0,1 0 1,-1 0-1,1-1 1,-1 1-1,1 0 1,-1 0-1,2 0 0,0 0 2,-1 0 0,1 0 0,0 0 0,0 0 0,0-1 0,0 1 0,0-1 0,1 1 0,-1-1-1,0 0 1,4 1 0,65-10 19,-67 9-21,120-31-363,-72 11-2927,-14 1-2314</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18.054"/>
    </inkml:context>
    <inkml:brush xml:id="br0">
      <inkml:brushProperty name="width" value="0.035" units="cm"/>
      <inkml:brushProperty name="height" value="0.035" units="cm"/>
    </inkml:brush>
  </inkml:definitions>
  <inkml:trace contextRef="#ctx0" brushRef="#br0">95 13 14862,'0'0'304,"8"-3"-229,26-6-38,-33 9-32,0 0 0,0 0 0,0 1 0,0-1-1,-1 1 1,1-1 0,0 1 0,0-1 0,0 1-1,0-1 1,0 1 0,-1 0 0,1-1 0,0 1 0,-1 0-1,1 0 1,0 0 0,-1-1 0,1 1 0,-1 0-1,1 0 1,-1 0 0,0 0 0,1 0 0,-1 0-1,0 0 1,0 0 0,0 0 0,1 0 0,-1 0-1,0 0 1,0 0 0,0 0 0,-1 0 0,1 2-1,-2 36 101,-2-25-103,-1-1 1,-1 0-1,1-1 0,-2 1 1,0-1-1,0-1 0,-1 1 1,-1-1-1,0-1 0,0 1 1,-12 9-1,-34 43-57,55-63 56,0 0-1,0 1 0,0-1 0,0 0 1,0 0-1,0 1 0,0-1 0,0 0 1,0 1-1,0-1 0,0 0 0,0 1 1,0-1-1,0 0 0,0 0 0,0 1 1,0-1-1,1 0 0,-1 1 0,0-1 1,0 0-1,0 0 0,0 1 0,1-1 1,-1 0-1,0 0 0,0 0 0,0 1 1,1-1-1,-1 0 0,0 0 0,0 0 1,1 0-1,-1 1 0,0-1 0,1 0 1,-1 0-1,0 0 0,0 0 0,1 0 1,-1 0-1,0 0 0,1 0 0,-1 0 1,0 0-1,0 0 0,1 0 0,-1 0 1,0 0-1,1 0 0,-1 0 1,0 0-1,1 0 0,-1-1 0,0 1 1,0 0-1,1 0 0,23-2 23,38-12-10,73-25-1,-52 14-11,53-21-3599,-75 19-3112</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18.687"/>
    </inkml:context>
    <inkml:brush xml:id="br0">
      <inkml:brushProperty name="width" value="0.035" units="cm"/>
      <inkml:brushProperty name="height" value="0.035" units="cm"/>
    </inkml:brush>
  </inkml:definitions>
  <inkml:trace contextRef="#ctx0" brushRef="#br0">0 68 10186,'0'0'4708,"44"-43"-4324,-15 32 65,6 5 63,5 0-255,-2 4-161,0 2-96,-5 0 0,-5 0 0,-6 6-64,-6 4-225,-9-1-2721,-7-1-2179</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18.875"/>
    </inkml:context>
    <inkml:brush xml:id="br0">
      <inkml:brushProperty name="width" value="0.035" units="cm"/>
      <inkml:brushProperty name="height" value="0.035" units="cm"/>
    </inkml:brush>
  </inkml:definitions>
  <inkml:trace contextRef="#ctx0" brushRef="#br0">0 55 9705,'0'0'545,"60"-1"1312,-16-7-31,11-2-641,7 0-96,1 0-608,-2 6-353,-4 0-96,-6 3-64,-11-1-96,-13-3-4805</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31.433"/>
    </inkml:context>
    <inkml:brush xml:id="br0">
      <inkml:brushProperty name="width" value="0.035" units="cm"/>
      <inkml:brushProperty name="height" value="0.035" units="cm"/>
    </inkml:brush>
  </inkml:definitions>
  <inkml:trace contextRef="#ctx0" brushRef="#br0">36 1 4132,'0'0'6796,"-5"7"-6412,2-2-317,1 1-1,-1-1 1,1 1 0,0-1 0,1 1-1,-1 0 1,1 0 0,0 0 0,0 0-1,1 0 1,0 0 0,0 0 0,0 0-1,1 0 1,2 11 0,4 38 77,-1 88 0,-11-128-1085,-11-11-3323,7-5 1574</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31.779"/>
    </inkml:context>
    <inkml:brush xml:id="br0">
      <inkml:brushProperty name="width" value="0.035" units="cm"/>
      <inkml:brushProperty name="height" value="0.035" units="cm"/>
    </inkml:brush>
  </inkml:definitions>
  <inkml:trace contextRef="#ctx0" brushRef="#br0">1 133 3523,'0'0'454,"3"-10"544,0 1-718,1-1 0,0 1 0,0 0 0,1 1 0,0-1 0,10-12-1,-12 17-146,0 0 0,1 0 0,0 1 0,-1-1 0,1 1 0,0 0 0,1 0-1,-1 0 1,0 1 0,1 0 0,0-1 0,-1 2 0,1-1 0,0 0 0,0 1-1,0 0 1,8-1 0,-11 2-122,-1 0-1,1 0 1,0 0 0,0 0 0,-1 0-1,1 0 1,0 0 0,-1 0-1,1 0 1,0 1 0,-1-1-1,1 1 1,-1 0 0,1-1-1,-1 1 1,1 0 0,-1 0-1,1 0 1,-1 0 0,0 0-1,1 0 1,-1 0 0,0 0-1,0 1 1,0-1 0,0 0-1,0 1 1,1 1 0,-1 2-11,1 0 1,-1 0-1,0 0 1,-1 1 0,0-1-1,0 0 1,0 1 0,-1 5-1,1-8-1,0 1 0,-1-1 1,0 0-1,0 1 0,0-1 0,0 0 0,0 1 0,-1-1 0,1 0 1,-1 0-1,0 0 0,0 0 0,0-1 0,-4 5 0,-40 29-86,12-12 0,34-23 87,0-1 0,0 0 0,-1 0 0,1 0 0,0 1 0,0-1 0,0 0 0,-1 0 0,1 1 0,0-1 0,0 0 0,0 0 0,0 1 0,0-1 0,0 0 0,0 0 1,-1 1-1,1-1 0,0 0 0,0 1 0,0-1 0,0 0 0,0 1 0,0-1 0,0 0 0,1 0 0,-1 1 0,0-1 0,0 0 0,0 0 0,0 1 0,0-1 0,0 0 0,0 1 0,1-1 0,-1 0 0,0 0 0,0 0 0,1 1 0,13 9 34,26 5 80,-35-13-87,63 23 129,-26-8-172,0-3-1,56 12 1,-63-21-1169</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34.725"/>
    </inkml:context>
    <inkml:brush xml:id="br0">
      <inkml:brushProperty name="width" value="0.035" units="cm"/>
      <inkml:brushProperty name="height" value="0.035" units="cm"/>
    </inkml:brush>
  </inkml:definitions>
  <inkml:trace contextRef="#ctx0" brushRef="#br0">0 77 288,'75'-11'303,"115"-18"1633,262-7 0,-388 41-1630,-61-4-305,0-1 0,0 1 0,1 1 0,-2-1 1,1 0-1,0 1 0,0-1 0,0 1 0,-1 0 0,1 0 0,-1 0 0,1 0 0,-1 0 0,0 1 0,0-1 0,0 1 0,2 3 1,2 6-115</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38.063"/>
    </inkml:context>
    <inkml:brush xml:id="br0">
      <inkml:brushProperty name="width" value="0.035" units="cm"/>
      <inkml:brushProperty name="height" value="0.035" units="cm"/>
    </inkml:brush>
  </inkml:definitions>
  <inkml:trace contextRef="#ctx0" brushRef="#br0">730 1429 512,'0'0'1698,"-7"-1"-844,-95-3 1372,107-5-2557,8 0 75,419-191-1275,-198 101 2801,539-232 892,-529 235-1382,440-147 1055,-132 99-962,157-43-117,-591 157-703,2 4 0,0 6 1,1 5-1,176 0 1,802 55 1376,331 77 1741,-814-46-1791,162 13 726,-149-18-1753,-435-35-233,231 69 0,-131-12 336,370 165 1,-564-206-340,-3 4 0,-2 4 1,-3 4-1,140 118 1,-197-144-48,-3 1 0,-1 2 1,35 51-1,69 128 14,-53-80 5,-36-62-25,-4 2 0,-3 2 0,-3 2 0,-4 1 0,31 114 0,-60-180-52,0 0 0,0 0-1,-2 0 1,0 0 0,0 0 0,-1 0 0,-4 23 0,2-28-4,0 1 1,-1-1-1,0 0 1,-1 0 0,0 0-1,-1-1 1,0 1-1,0-1 1,0 0-1,-1-1 1,-13 14-1,-93 87 49,-176 132-1,113-115-53,-7-7 1,-318 154-1,308-179-23,-429 192 35,-69-29-16,-18-56 7,-660 45-6,-17-151 0,248-130 60,182 2-13,-786-100 957,1618 117-835,-686-125 260,710 116-390,1-3 1,2-5-1,1-5 1,3-3 0,1-4-1,-88-60 1,129 71 46,2-3-1,1-1 0,2-3 1,1-2-1,3-1 1,2-2-1,2-2 0,2-1 1,2-2-1,2-1 1,3-2-1,2 0 1,3-2-1,-17-63 0,21 53-76,4 0 0,2-1 0,3 0-1,3-1 1,3 0 0,4-1-1,2 1 1,3 0 0,3 1 0,28-110-1,5 37-315,6 1 1,6 2-1,100-185 0,-127 275-71,3 2 1,2 0 0,1 2 0,3 1 0,75-72 0,-79 88 255,1 2 1,0 1-1,2 2 0,1 1 0,1 2 1,0 1-1,1 2 0,64-19 1,-38 18-214,26-7-3980,-32 4-5668</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28.914"/>
    </inkml:context>
    <inkml:brush xml:id="br0">
      <inkml:brushProperty name="width" value="0.035" units="cm"/>
      <inkml:brushProperty name="height" value="0.035" units="cm"/>
    </inkml:brush>
  </inkml:definitions>
  <inkml:trace contextRef="#ctx0" brushRef="#br0">53 1 4805,'0'0'4377,"-1"10"-3838,-6 377 2024,9-225-2307,-22 915 411,-6 71 1950,92-2-621,-12-682-1214,32 325 196,-39 3-117,-45-433-354,-70 556 0,34-670-434,-63 628-1022,93-807-1864,-2-17-2013</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29.858"/>
    </inkml:context>
    <inkml:brush xml:id="br0">
      <inkml:brushProperty name="width" value="0.035" units="cm"/>
      <inkml:brushProperty name="height" value="0.035" units="cm"/>
    </inkml:brush>
  </inkml:definitions>
  <inkml:trace contextRef="#ctx0" brushRef="#br0">188 1351 13741,'-88'-31'-51,"-12"-3"508,179 51-507,1-3 0,133 7 0,511-52 302,-2-58 10,-417 48-146,2550-313 1582,1936-122 1227,-3572 379-2298,273-23 17,-722 57-79,-1 35-580,-767 28 1,19 1-976,0-1 0,1-2-1,-1 0 1,37-9 0,2-13-6916</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0.778"/>
    </inkml:context>
    <inkml:brush xml:id="br0">
      <inkml:brushProperty name="width" value="0.035" units="cm"/>
      <inkml:brushProperty name="height" value="0.035" units="cm"/>
    </inkml:brush>
  </inkml:definitions>
  <inkml:trace contextRef="#ctx0" brushRef="#br0">6 118 5573,'0'0'4250,"-1"-7"-3386,0 1-822,0 4 38,1 0-1,-1-1 0,1 1 0,-1-1 0,1 1 1,0 0-1,0-1 0,0 1 0,0-1 0,0 1 1,0 0-1,1-1 0,-1 1 0,1-1 1,0 1-1,0 0 0,0 0 0,0-1 0,0 1 1,0 0-1,0 0 0,1 0 0,-1 0 0,1 0 1,0 1-1,-1-1 0,1 0 0,0 1 1,3-3-1,2 0-60,1 0 1,0 0-1,0 1 0,0 0 1,1 0-1,-1 1 1,1 0-1,-1 0 0,1 1 1,-1 0-1,1 1 1,0 0-1,0 0 0,8 2 1,-12-1-21,0 0 1,0 0 0,0 0-1,0 1 1,0 0 0,0 0-1,0 0 1,-1 1 0,1-1-1,-1 1 1,0 0 0,0 0 0,0 1-1,0-1 1,0 1 0,-1 0-1,0 0 1,0 0 0,0 0-1,0 1 1,0-1 0,-1 1-1,0 0 1,2 6 0,0 4 3,-1-1-1,-1 1 1,0 0 0,-1 0 0,-1 0 0,0-1 0,-1 1 0,-1 0 0,0 0 0,-1-1-1,-1 1 1,-8 21 0,-3 2-46,-2 0 1,-1-2-1,-31 46 0,41-72-87,8-15 50,11-20-105,67-93-1073,-44 70 1187,-2-2-1,-1-1 1,41-100 0,-69 144 117,-1 3 56,0 0-1,-1 0 0,0 0 0,1 0 0,-1 0 0,-1 0 0,1 0 1,-1-1-1,1 1 0,-1 0 0,-1-6 0,0 10-62,0 0-1,1 0 1,-1 0-1,0 0 0,0 1 1,0-1-1,0 0 1,0 0-1,1 1 1,-1-1-1,0 1 0,0-1 1,0 1-1,1-1 1,-1 1-1,0-1 1,1 1-1,-1 0 1,-1 1-1,-4 5 36,1 1 0,0 0-1,0 0 1,0 1 0,1 0 0,0-1 0,1 1 0,0 1 0,1-1-1,-1 0 1,2 1 0,-1-1 0,2 1 0,-1-1 0,2 18-1,0-11-17,0 0 0,2-1-1,0 1 1,0 0-1,2-1 1,0 0-1,0 0 1,15 26 0,-12-28-49,0 0 0,1 0 0,0-1 0,1-1 0,1 1 1,0-2-1,0 0 0,1 0 0,0-1 0,14 8 0,-16-12-402,0 0-1,1 0 1,-1-1-1,1 0 1,0-1-1,0-1 1,0 0-1,21 2 1,15-3-3817</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0.981"/>
    </inkml:context>
    <inkml:brush xml:id="br0">
      <inkml:brushProperty name="width" value="0.035" units="cm"/>
      <inkml:brushProperty name="height" value="0.035" units="cm"/>
    </inkml:brush>
  </inkml:definitions>
  <inkml:trace contextRef="#ctx0" brushRef="#br0">58 0 13869,'0'0'32,"-1"55"288,1-10-127,0 9 191,0 8-352,-1 8 32,-6 5-32,-5 3-32,-6-6-897,0-12-5317</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2.388"/>
    </inkml:context>
    <inkml:brush xml:id="br0">
      <inkml:brushProperty name="width" value="0.035" units="cm"/>
      <inkml:brushProperty name="height" value="0.035" units="cm"/>
    </inkml:brush>
  </inkml:definitions>
  <inkml:trace contextRef="#ctx0" brushRef="#br0">0 1 13741,'0'0'-128,"10"61"-5381,-10-40 3042,0-3-640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3.025"/>
    </inkml:context>
    <inkml:brush xml:id="br0">
      <inkml:brushProperty name="width" value="0.035" units="cm"/>
      <inkml:brushProperty name="height" value="0.035" units="cm"/>
    </inkml:brush>
  </inkml:definitions>
  <inkml:trace contextRef="#ctx0" brushRef="#br0">42 92 4068,'0'0'2317,"-7"-1"-1186,-22-8 452,23-2-351,7 9-1194,-1 1 0,1 0 0,-1 0 0,1-1 0,0 1 0,0 0 0,-1 0 0,1 0 0,0 0 0,0 0 0,0 0 0,0 0 0,0 1-1,0-1 1,2-1 0,9-5-2,1 0 0,0 0 0,1 1 0,-1 1 1,1 0-1,0 1 0,0 0 0,0 2 0,1-1 0,-1 2 0,1 0 0,23 1 0,-30 0-36,1 0 0,-1 1 0,0 0 0,1 1 0,-1 0 0,0 0 0,0 1 0,0 0 0,0 0 0,0 0 0,-1 1 1,1 1-1,-1-1 0,0 1 0,-1 0 0,1 1 0,-1 0 0,0 0 0,0 0 0,-1 0 0,0 1 0,8 13 0,-11-15 19,0-1-1,0 1 0,-1 0 1,1 0-1,-1-1 0,0 1 1,0 0-1,-1 0 0,0 0 1,0 0-1,0 0 1,0 0-1,-1 0 0,1 0 1,-1 0-1,-1 0 0,1 0 1,-1 0-1,0-1 1,0 1-1,0 0 0,0-1 1,-1 0-1,0 0 0,0 0 1,-5 6-1,-7 5-394,0-1 0,-1 0-1,-1-1 1,-32 19 0,42-27 10,17-16-5640</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3.242"/>
    </inkml:context>
    <inkml:brush xml:id="br0">
      <inkml:brushProperty name="width" value="0.035" units="cm"/>
      <inkml:brushProperty name="height" value="0.035" units="cm"/>
    </inkml:brush>
  </inkml:definitions>
  <inkml:trace contextRef="#ctx0" brushRef="#br0">146 1 8552,'0'0'1602,"-59"4"-866,37 18-415,-1 10-33,4 7-32,5 0 32,5 4-95,9-2-33,0-4-64,17-2-32,12-6-64,9-3 128,7-9-96,8-7-352,0-10-1634,1 0-2018</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3.587"/>
    </inkml:context>
    <inkml:brush xml:id="br0">
      <inkml:brushProperty name="width" value="0.035" units="cm"/>
      <inkml:brushProperty name="height" value="0.035" units="cm"/>
    </inkml:brush>
  </inkml:definitions>
  <inkml:trace contextRef="#ctx0" brushRef="#br0">1 45 12684,'0'0'85,"5"-7"-85,-2 3 11,-1 1 0,1-1 0,0 1 0,0 0-1,1 0 1,-1 0 0,1 0 0,0 0 0,4-2-1,-6 5-9,-1-1 0,1 0 1,-1 1-1,1 0 0,0-1 0,0 1 0,-1 0 0,1 0 0,0 0 0,0 0 0,-1 0 0,1 0 0,0 0 0,-1 1 0,1-1 0,0 1 0,-1-1 1,1 1-1,0 0 0,-1-1 0,1 1 0,-1 0 0,1 0 0,-1 0 0,0 0 0,1 0 0,-1 1 0,0-1 0,0 0 0,0 1 0,0-1 0,0 0 0,1 3 1,1 0 6,0 1 0,0 0 1,0 0-1,-1 0 1,0 0-1,0 1 1,0-1-1,0 0 0,-1 1 1,0 0-1,0-1 1,-1 1-1,1 0 1,-2 8-1,-1 2 15,-1 1 0,0-1 1,-9 24-1,-2 13 8,14-52-27,0 0-1,0-1 0,0 1 0,0 0 1,0-1-1,0 1 0,0 0 0,0-1 0,0 1 1,1 0-1,-1-1 0,0 1 0,1 0 0,-1-1 1,0 1-1,1-1 0,-1 1 0,1-1 0,-1 1 1,1-1-1,-1 1 0,1-1 0,-1 1 1,1-1-1,-1 0 0,1 1 0,0-1 0,-1 0 1,1 1-1,0-1 0,-1 0 0,1 0 0,0 0 1,-1 0-1,1 1 0,0-1 0,-1 0 0,1 0 1,0 0-1,-1 0 0,1-1 0,0 1 1,1 0-1,40-5 470,-36 4-367,74-15-111,110-36-1,-107 20-2241</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5.694"/>
    </inkml:context>
    <inkml:brush xml:id="br0">
      <inkml:brushProperty name="width" value="0.035" units="cm"/>
      <inkml:brushProperty name="height" value="0.035" units="cm"/>
    </inkml:brush>
  </inkml:definitions>
  <inkml:trace contextRef="#ctx0" brushRef="#br0">1 98 16496,'67'-27'-1378,"2"8"161,10 15 1121,4 4 64,-3 10 801,-5 2-673,-11 1 0,-8-2-160,-9-8-385,-8-3-640,-2-8-416,-5-14-481,-8-8-256,-6-7-1249</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5.820"/>
    </inkml:context>
    <inkml:brush xml:id="br0">
      <inkml:brushProperty name="width" value="0.035" units="cm"/>
      <inkml:brushProperty name="height" value="0.035" units="cm"/>
    </inkml:brush>
  </inkml:definitions>
  <inkml:trace contextRef="#ctx0" brushRef="#br0">347 4 7079,'0'0'1505,"-52"-4"161,23 21-1026,-1 18-319,0 10-129,3 10 320,1 8-352,2 8-128,2 2-32,-1-2 32,0-5-480,-6-16-2467,-3-18-2306</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6.097"/>
    </inkml:context>
    <inkml:brush xml:id="br0">
      <inkml:brushProperty name="width" value="0.035" units="cm"/>
      <inkml:brushProperty name="height" value="0.035" units="cm"/>
    </inkml:brush>
  </inkml:definitions>
  <inkml:trace contextRef="#ctx0" brushRef="#br0">0 3 10378,'0'0'480,"65"-3"-320,-26 7-1088,10 16 703,8 10 129,9 6 801,4 1 960,-1 3-63,-4-4-1442,-4-3-128,-6-8-32,-8-6-512,-7-15-1987,-9-4-351,-12-24-2852</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6.244"/>
    </inkml:context>
    <inkml:brush xml:id="br0">
      <inkml:brushProperty name="width" value="0.035" units="cm"/>
      <inkml:brushProperty name="height" value="0.035" units="cm"/>
    </inkml:brush>
  </inkml:definitions>
  <inkml:trace contextRef="#ctx0" brushRef="#br0">521 4 11627,'0'0'-512,"-69"-4"2209,33 24-928,-1 24-673,-2 17-128,0 13 64,-5 15-32,-7 12 0,-6 9-32,-10 0-2178,-15-10-2563</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6.907"/>
    </inkml:context>
    <inkml:brush xml:id="br0">
      <inkml:brushProperty name="width" value="0.035" units="cm"/>
      <inkml:brushProperty name="height" value="0.035" units="cm"/>
    </inkml:brush>
  </inkml:definitions>
  <inkml:trace contextRef="#ctx0" brushRef="#br0">1 1 18706,'0'0'-1057,"43"47"1025,-9-4 64,14 12-32,4 6-32,2 4 0,-5-5-2627,-15-10-3202,-13-18-610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7.080"/>
    </inkml:context>
    <inkml:brush xml:id="br0">
      <inkml:brushProperty name="width" value="0.035" units="cm"/>
      <inkml:brushProperty name="height" value="0.035" units="cm"/>
    </inkml:brush>
  </inkml:definitions>
  <inkml:trace contextRef="#ctx0" brushRef="#br0">243 0 16688,'0'0'256,"-50"37"-224,25 21-96,-1 20 0,-1 14 64,5 9-32,-3-1-32,7-3-96,-5-6-3716,-4-11-1409</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7.453"/>
    </inkml:context>
    <inkml:brush xml:id="br0">
      <inkml:brushProperty name="width" value="0.035" units="cm"/>
      <inkml:brushProperty name="height" value="0.035" units="cm"/>
    </inkml:brush>
  </inkml:definitions>
  <inkml:trace contextRef="#ctx0" brushRef="#br0">0 0 15471,'0'0'640,"76"42"-704,-12-8 64,9 10 0,5 3-32,-6 0-1794,-7-4-2049,-14-9 512,-14-12-1794</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7.621"/>
    </inkml:context>
    <inkml:brush xml:id="br0">
      <inkml:brushProperty name="width" value="0.035" units="cm"/>
      <inkml:brushProperty name="height" value="0.035" units="cm"/>
    </inkml:brush>
  </inkml:definitions>
  <inkml:trace contextRef="#ctx0" brushRef="#br0">473 1 10250,'-57'29'3715,"-7"11"-3555,4 14-96,4 17-64,1 10 0,6 3 0,3 3-64,2-5-192,2-13-4645</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7.889"/>
    </inkml:context>
    <inkml:brush xml:id="br0">
      <inkml:brushProperty name="width" value="0.035" units="cm"/>
      <inkml:brushProperty name="height" value="0.035" units="cm"/>
    </inkml:brush>
  </inkml:definitions>
  <inkml:trace contextRef="#ctx0" brushRef="#br0">0 0 14638,'0'0'576,"53"56"-512,-20-11-64,7 16 97,7 6-65,2 3 0,3-4-32,-1-7-32,-6-9-65,-3-14-1440,-7-18-2691,-4-18 1570,-2-16-1859</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8.040"/>
    </inkml:context>
    <inkml:brush xml:id="br0">
      <inkml:brushProperty name="width" value="0.035" units="cm"/>
      <inkml:brushProperty name="height" value="0.035" units="cm"/>
    </inkml:brush>
  </inkml:definitions>
  <inkml:trace contextRef="#ctx0" brushRef="#br0">1083 1 6342,'0'0'1569,"-87"8"-640,15 42-608,-16 21 383,-13 19 353,-12 15-320,-4 7-577,-3-2-128,1-2-96,13-7-352,15-12-2499,22-25-352</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8.292"/>
    </inkml:context>
    <inkml:brush xml:id="br0">
      <inkml:brushProperty name="width" value="0.035" units="cm"/>
      <inkml:brushProperty name="height" value="0.035" units="cm"/>
    </inkml:brush>
  </inkml:definitions>
  <inkml:trace contextRef="#ctx0" brushRef="#br0">0 13 19987,'48'-12'-2723,"1"11"3140,11 13-289,2 33-32,3 16-96,1 10 0,-9-1 0,-6 1-32,-9-6-96,-7-8-1250,-4-10-1184,-4-13-801,1-18 256,0-16-2178</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8.431"/>
    </inkml:context>
    <inkml:brush xml:id="br0">
      <inkml:brushProperty name="width" value="0.035" units="cm"/>
      <inkml:brushProperty name="height" value="0.035" units="cm"/>
    </inkml:brush>
  </inkml:definitions>
  <inkml:trace contextRef="#ctx0" brushRef="#br0">861 1 14542,'-57'25'128,"-3"12"256,0 22-63,-8 16 159,-4 17-352,0 8-128,-3 7 0,-6-1-64,-14-2-64,-12-9-3748,-7-21-7943</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8.959"/>
    </inkml:context>
    <inkml:brush xml:id="br0">
      <inkml:brushProperty name="width" value="0.035" units="cm"/>
      <inkml:brushProperty name="height" value="0.035" units="cm"/>
    </inkml:brush>
  </inkml:definitions>
  <inkml:trace contextRef="#ctx0" brushRef="#br0">0 1 13773,'0'0'865,"95"85"-865,-23-34-32,8 0 0,2 0-64,-4-2 64,-4-8 0,-10-6-641,-9-12-2274,-6-13 129,-6-10 319,-12-20-2530</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9.100"/>
    </inkml:context>
    <inkml:brush xml:id="br0">
      <inkml:brushProperty name="width" value="0.035" units="cm"/>
      <inkml:brushProperty name="height" value="0.035" units="cm"/>
    </inkml:brush>
  </inkml:definitions>
  <inkml:trace contextRef="#ctx0" brushRef="#br0">421 1 11179,'-53'27'160,"-7"20"32,2 12 192,1 17 385,4 5-513,6 3-128,8-4-128,12-8-64,11-4-32,7-16-288,8-20-4645</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9.304"/>
    </inkml:context>
    <inkml:brush xml:id="br0">
      <inkml:brushProperty name="width" value="0.035" units="cm"/>
      <inkml:brushProperty name="height" value="0.035" units="cm"/>
    </inkml:brush>
  </inkml:definitions>
  <inkml:trace contextRef="#ctx0" brushRef="#br0">1 10 18257,'53'0'160,"3"-9"-160,14 9 0,7 5-32,2 14-96,-7 4-1729,-8-3-1218,-12-4-1282,-13-10 1539</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9.455"/>
    </inkml:context>
    <inkml:brush xml:id="br0">
      <inkml:brushProperty name="width" value="0.035" units="cm"/>
      <inkml:brushProperty name="height" value="0.035" units="cm"/>
    </inkml:brush>
  </inkml:definitions>
  <inkml:trace contextRef="#ctx0" brushRef="#br0">356 0 14894,'-62'47'128,"5"7"-96,7 17-32,2 13-64,5 7 32,7 2-64,5-9-3139,2-8-1505</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9.787"/>
    </inkml:context>
    <inkml:brush xml:id="br0">
      <inkml:brushProperty name="width" value="0.035" units="cm"/>
      <inkml:brushProperty name="height" value="0.035" units="cm"/>
    </inkml:brush>
  </inkml:definitions>
  <inkml:trace contextRef="#ctx0" brushRef="#br0">1 0 16592,'0'0'865,"68"63"-833,-25-19 0,11 10-32,3 3 0,-5 1-97,-3-5-1120,-9-7-1249,-9-11-2242,-12-13 3170,-5-17-3843</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9.941"/>
    </inkml:context>
    <inkml:brush xml:id="br0">
      <inkml:brushProperty name="width" value="0.035" units="cm"/>
      <inkml:brushProperty name="height" value="0.035" units="cm"/>
    </inkml:brush>
  </inkml:definitions>
  <inkml:trace contextRef="#ctx0" brushRef="#br0">353 0 11371,'-47'0'-224,"-7"28"1249,-3 18-65,2 22-415,6 12-353,8 5-160,10 4 0,14-6-96,15-10-256,2-15-3812,19-22-4805</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40.174"/>
    </inkml:context>
    <inkml:brush xml:id="br0">
      <inkml:brushProperty name="width" value="0.035" units="cm"/>
      <inkml:brushProperty name="height" value="0.035" units="cm"/>
    </inkml:brush>
  </inkml:definitions>
  <inkml:trace contextRef="#ctx0" brushRef="#br0">1 1 10442,'0'0'7943,"66"27"-7847,-34 5-128,6 17 64,4 12 1,7 2-33,4-5-33,1-4 33,-4-11 0,-3-11-1825,-5-13-1218,-6-11-1409,-8-8 1377,-6-19-1954</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40.315"/>
    </inkml:context>
    <inkml:brush xml:id="br0">
      <inkml:brushProperty name="width" value="0.035" units="cm"/>
      <inkml:brushProperty name="height" value="0.035" units="cm"/>
    </inkml:brush>
  </inkml:definitions>
  <inkml:trace contextRef="#ctx0" brushRef="#br0">643 0 13741,'-75'61'-416,"-7"5"1633,3 15-769,-1 9 129,3 6-481,5-3-96,10-4-32,10-10-577,14-17-4163,13-20-738</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40.626"/>
    </inkml:context>
    <inkml:brush xml:id="br0">
      <inkml:brushProperty name="width" value="0.035" units="cm"/>
      <inkml:brushProperty name="height" value="0.035" units="cm"/>
    </inkml:brush>
  </inkml:definitions>
  <inkml:trace contextRef="#ctx0" brushRef="#br0">0 1 16592,'0'0'352,"53"48"-320,-14-17 0,4 2-32,2-2-32,0-7 64,-2-5-64,-3-9 32,0-8-192,-4-2-609,-4-4-384,-4-13-1345,-8-6-802,-7-11-1184</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40.751"/>
    </inkml:context>
    <inkml:brush xml:id="br0">
      <inkml:brushProperty name="width" value="0.035" units="cm"/>
      <inkml:brushProperty name="height" value="0.035" units="cm"/>
    </inkml:brush>
  </inkml:definitions>
  <inkml:trace contextRef="#ctx0" brushRef="#br0">574 0 11082,'-51'26'0,"-2"7"2691,1 14-1250,0 11-288,2 14-832,-1 7-225,-4 4-128,-7-2 0,-9-7-2050,-6-20-8136</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41.649"/>
    </inkml:context>
    <inkml:brush xml:id="br0">
      <inkml:brushProperty name="width" value="0.035" units="cm"/>
      <inkml:brushProperty name="height" value="0.035" units="cm"/>
    </inkml:brush>
  </inkml:definitions>
  <inkml:trace contextRef="#ctx0" brushRef="#br0">47 89 3908,'0'0'630,"-5"-8"282,0 0-611,-19-32 1177,11 7 3865,21 48-4233,23 39-660,-3 1 0,-3 2 0,-2 1 0,15 60 0,-27-75-1198,-2 0 0,-2 1 0,2 71 0,-11-96-3795,-6-12-2285</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41.928"/>
    </inkml:context>
    <inkml:brush xml:id="br0">
      <inkml:brushProperty name="width" value="0.035" units="cm"/>
      <inkml:brushProperty name="height" value="0.035" units="cm"/>
    </inkml:brush>
  </inkml:definitions>
  <inkml:trace contextRef="#ctx0" brushRef="#br0">95 164 8072,'0'-9'175,"0"0"1,1-1 0,0 1 0,1 0 0,0 0 0,0-1-1,1 1 1,0 1 0,1-1 0,0 0 0,5-8 0,-6 13 3,0 0 0,0 1 0,0-1 0,1 1 1,-1 0-1,1 0 0,0 0 0,0 1 1,0-1-1,0 1 0,0 0 0,1 0 1,-1 0-1,0 1 0,1-1 0,0 1 0,-1 0 1,1 1-1,0-1 0,-1 1 0,1 0 1,0 0-1,8 1 0,-8 0-152,-1-1-1,0 1 1,0 0-1,0 0 1,0 1 0,0-1-1,0 1 1,0 0-1,0 0 1,-1 0 0,1 0-1,-1 1 1,1-1 0,-1 1-1,0 0 1,0 0-1,0 0 1,-1 1 0,1-1-1,-1 1 1,1-1-1,-1 1 1,0 0 0,-1 0-1,1 0 1,-1 0-1,2 6 1,-2-3-18,1-1 1,-2 0-1,1 1 1,-1-1-1,0 1 0,0-1 1,-1 0-1,0 1 1,0-1-1,0 0 0,-1 0 1,0 0-1,0 0 1,-1 0-1,1 0 0,-1 0 1,0-1-1,-5 7 1,-6 4-106,-1 0 1,-1-1 0,0 0 0,-1-1 0,-1-1-1,0-1 1,-1-1 0,0 0 0,0-1 0,-1-1-1,-25 7 1,-15-2-4240</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45.806"/>
    </inkml:context>
    <inkml:brush xml:id="br0">
      <inkml:brushProperty name="width" value="0.035" units="cm"/>
      <inkml:brushProperty name="height" value="0.035" units="cm"/>
    </inkml:brush>
  </inkml:definitions>
  <inkml:trace contextRef="#ctx0" brushRef="#br0">185 48 6983,'-6'-7'763,"3"3"-500,0 0 1,0 0-1,-1 0 1,0 1-1,0 0 1,0 0-1,0 0 0,-8-4 1,10 6-176,0 0 0,0 0 1,0 1-1,0-1 0,0 1 1,-1-1-1,1 1 1,0 0-1,0 0 0,0 0 1,-1 0-1,1 0 0,0 1 1,0-1-1,0 1 0,0-1 1,0 1-1,0 0 0,0 0 1,0 0-1,0 0 0,0 0 1,0 0-1,0 0 0,1 1 1,-1-1-1,0 1 0,-1 2 1,-6 6 9,2 0 0,-1 1 0,2 0 0,-1 0 0,1 0 0,1 1 0,0 0 0,1 0 0,0 1 0,1-1 0,0 1 1,-1 14-1,0 7 50,2 1 0,2-1 1,4 49-1,2-48-184,2-1-1,1 1 1,1-1-1,2-1 1,1 0-1,2-1 1,1 0-1,2-2 1,1 1-1,1-2 1,36 39-1,-11-28-2691,1-17-1702</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46.742"/>
    </inkml:context>
    <inkml:brush xml:id="br0">
      <inkml:brushProperty name="width" value="0.035" units="cm"/>
      <inkml:brushProperty name="height" value="0.035" units="cm"/>
    </inkml:brush>
  </inkml:definitions>
  <inkml:trace contextRef="#ctx0" brushRef="#br0">21 134 3619,'0'0'4164,"-4"-8"-3064,1 2-833,0 1 0,1-1-1,0 1 1,0-1 0,1 0 0,-1 0-1,0-10 1,2 14-207,0 0 0,0 1 0,1-1 0,-1 0 0,1 0-1,-1 0 1,1 0 0,-1 1 0,1-1 0,0 0 0,0 0-1,0 1 1,0-1 0,0 1 0,0-1 0,1 1 0,-1-1 0,0 1-1,1 0 1,-1 0 0,1 0 0,-1 0 0,1 0 0,0 0 0,-1 0-1,1 0 1,0 0 0,0 1 0,0-1 0,0 1 0,-1-1 0,1 1-1,4 0 1,-2-1-52,0 0-1,0 1 0,0-1 1,0 1-1,0 0 0,0 0 1,0 0-1,0 1 0,0-1 1,0 1-1,0 0 0,-1 0 1,1 1-1,0-1 0,0 1 1,-1-1-1,1 1 0,-1 1 1,1-1-1,-1 0 0,0 1 1,0-1-1,0 1 0,0 0 1,-1 0-1,1 0 0,-1 1 1,0-1-1,0 0 0,0 1 0,0 0 1,0-1-1,-1 1 0,0 0 1,1 0-1,-1 0 0,0 5 1,1 4-9,0 0 0,-1-1 0,0 1 0,-1 0 0,0 0-1,-1 0 1,-1 0 0,0-1 0,-1 1 0,-7 21 0,8-30-5,-4 13-19,-1-1 1,0 0 0,-1 0-1,-17 24 1,25-44-3,1 0 1,0 0-1,0 0 0,0 0 1,1 0-1,-1 0 0,4-6 1,47-59-360,-33 47 82,-1-2 0,-1 0 0,-1-1 0,-2 0 0,16-37 0,-28 55 300,0 1 0,0-1 0,-1 0 0,0 0 0,0-13 0,0 19 72,-1 0 0,0 0-1,0-1 1,0 1 0,0 0 0,-1 0 0,1-1-1,0 1 1,0 0 0,-1 0 0,1-1-1,-1 1 1,1 0 0,-1 0 0,1 0-1,-1 0 1,0 0 0,1 0 0,-1 0-1,0 0 1,0 0 0,0 0 0,0 0 0,0 0-1,0 1 1,0-1 0,0 0 0,0 1-1,0-1 1,0 1 0,-1-1 0,1 1-1,0 0 1,0-1 0,-1 1 0,1 0 0,-2 0-1,2 0-26,0 0 0,0 1-1,0-1 1,0 0 0,1 1-1,-1-1 1,0 1 0,0 0-1,0-1 1,0 1-1,1 0 1,-1-1 0,0 1-1,0 0 1,1 0 0,-1 0-1,1 0 1,-1-1 0,1 1-1,-1 0 1,1 0 0,0 0-1,-1 0 1,1 0 0,0 0-1,0 0 1,-1 0 0,1 0-1,0 0 1,0 0 0,0 0-1,1 0 1,-1 0 0,0 0-1,0 0 1,0 0 0,1 0-1,0 2 1,0 3 10,0 0 0,0-1 0,1 1 0,-1-1 0,2 0 0,2 7 0,5 2-29,0-1 0,1-1-1,0 1 1,1-2-1,0 0 1,1 0 0,28 17-1,20 1-2537,-27-22-2620</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46.990"/>
    </inkml:context>
    <inkml:brush xml:id="br0">
      <inkml:brushProperty name="width" value="0.035" units="cm"/>
      <inkml:brushProperty name="height" value="0.035" units="cm"/>
    </inkml:brush>
  </inkml:definitions>
  <inkml:trace contextRef="#ctx0" brushRef="#br0">0 0 10090,'0'0'352,"16"54"705,-2-24 1185,1 7-1505,4 3-193,-1 4-352,0 3-31,-2 0-97,-6 0-64,0-1 0,-6-8-32,-4-11-2499,0-14-3170</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47.632"/>
    </inkml:context>
    <inkml:brush xml:id="br0">
      <inkml:brushProperty name="width" value="0.035" units="cm"/>
      <inkml:brushProperty name="height" value="0.035" units="cm"/>
    </inkml:brush>
  </inkml:definitions>
  <inkml:trace contextRef="#ctx0" brushRef="#br0">0 0 7559,'0'0'3662,"3"11"-2546,16 37 656,47 90 0,-39-88-2261,-2 1 0,18 56 0,-49-126-13220</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47.865"/>
    </inkml:context>
    <inkml:brush xml:id="br0">
      <inkml:brushProperty name="width" value="0.035" units="cm"/>
      <inkml:brushProperty name="height" value="0.035" units="cm"/>
    </inkml:brush>
  </inkml:definitions>
  <inkml:trace contextRef="#ctx0" brushRef="#br0">0 195 5669,'0'-10'363,"0"-4"135,1 0 0,0 0 0,1 0 0,0 0 0,8-24 0,-9 34-294,1-1 0,0 1 0,0 0 0,0 0 0,0 0 0,1 0 0,-1 0 0,1 1 0,0-1 0,0 1 0,0 0-1,1 0 1,-1 0 0,1 0 0,-1 0 0,1 1 0,0 0 0,0-1 0,0 1 0,1 1 0,-1-1 0,0 1 0,1 0 0,-1 0 0,6-1 0,-7 2-177,0-1 1,0 1 0,0 0-1,0 0 1,1 0-1,-1 0 1,0 1-1,0-1 1,0 1 0,0 0-1,0 0 1,0 0-1,-1 0 1,1 0-1,0 1 1,0-1-1,3 3 1,-4-2-19,-1 0 0,1 0 0,-1 0 0,1 0 0,-1 0 0,0 1 0,0-1 0,0 0-1,0 0 1,0 1 0,0-1 0,0 1 0,-1-1 0,1 1 0,-1-1 0,0 1 0,0 2 0,0 2-7,-1 0 1,0 0-1,0-1 1,-1 1-1,0 0 1,0-1-1,0 1 1,-1-1-1,0 0 1,0 0-1,-1 0 0,1 0 1,-1 0-1,-7 6 1,3-3-130,-1-1 0,1-1 1,-19 13-1,23-18-427,0 0 0,0 0 0,0 0 0,0 0 1,0-1-1,-1 0 0,-7 2 0,-8-2-3183</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48.097"/>
    </inkml:context>
    <inkml:brush xml:id="br0">
      <inkml:brushProperty name="width" value="0.035" units="cm"/>
      <inkml:brushProperty name="height" value="0.035" units="cm"/>
    </inkml:brush>
  </inkml:definitions>
  <inkml:trace contextRef="#ctx0" brushRef="#br0">94 1 11531,'0'0'160,"3"60"-224,-3-29 128,0 3 0,-2-2-32,-9 0 32,0-1-96,-2-1 32,-3-3-32,1-3-128,-1-8-2979,3-12-4804</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48.629"/>
    </inkml:context>
    <inkml:brush xml:id="br0">
      <inkml:brushProperty name="width" value="0.035" units="cm"/>
      <inkml:brushProperty name="height" value="0.035" units="cm"/>
    </inkml:brush>
  </inkml:definitions>
  <inkml:trace contextRef="#ctx0" brushRef="#br0">0 104 9801,'0'0'102,"2"-9"63,0 2 193,0 0 0,1 0 0,-1 0 0,1 0 0,6-8 0,-9 14-305,1 0-1,-1 0 1,1 0-1,0 0 0,0 0 1,-1 0-1,1 0 1,0 0-1,0 0 0,0 1 1,0-1-1,0 0 1,0 1-1,0-1 0,0 1 1,0-1-1,0 1 1,1-1-1,-1 1 0,0 0 1,0-1-1,0 1 1,1 0-1,-1 0 0,0 0 1,0 0-1,1 0 1,-1 0-1,0 0 0,0 1 1,0-1-1,1 0 1,-1 1-1,0-1 0,0 0 1,0 1-1,0 0 1,0-1-1,0 1 0,0 0 1,0-1-1,0 1 1,0 0-1,0 0 0,0 0 1,-1 0-1,1 0 1,0 0-1,-1 0 0,2 1 1,2 4-54,0-1 1,-1 1 0,0 0 0,0 0-1,0 0 1,0 1 0,-1-1-1,0 0 1,0 1 0,-1 0 0,0-1-1,0 1 1,0 10 0,-2 10-126,0 0 1,-7 29 0,4-27-179,55-95-224,-40 50 532,-5 7 7,0 1-1,0 0 0,-1-1 1,0 0-1,0-1 1,-1 1-1,0-1 0,-1 1 1,0-1-1,-1 0 1,0 0-1,0 0 0,-1-1 1,-1-11-1,0 19 83,-1 1-1,0-1 1,-1 0 0,1 1-1,0 0 1,-1-1 0,0 1-1,1 0 1,-1 0 0,0 0-1,0 0 1,0 0-1,0 0 1,0 0 0,-1 1-1,1-1 1,-1 1 0,1 0-1,-1-1 1,1 1 0,-1 1-1,1-1 1,-1 0 0,0 0-1,0 1 1,1 0 0,-1-1-1,0 1 1,0 0-1,-5 1 1,7 0-67,0-1 0,0 1 0,0-1 0,1 1 0,-1 0 0,0-1 0,0 1 0,0 0 0,0 0 0,1 0-1,-1-1 1,0 1 0,1 0 0,-1 0 0,1 0 0,-1 0 0,1 0 0,-1 0 0,1 0 0,0 1 0,-1-1 0,1 0 0,0 0 0,0 0 0,0 0 0,0 0 0,0 0-1,0 0 1,0 1 0,0-1 0,1 2 0,7 39 404,-2-34-529,0 0 0,0 0 1,0 0-1,1-1 0,0 0 0,0 0 1,1-1-1,15 11 0,-1-3-928,0-2-1,31 14 0,-22-15-4321</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48.957"/>
    </inkml:context>
    <inkml:brush xml:id="br0">
      <inkml:brushProperty name="width" value="0.035" units="cm"/>
      <inkml:brushProperty name="height" value="0.035" units="cm"/>
    </inkml:brush>
  </inkml:definitions>
  <inkml:trace contextRef="#ctx0" brushRef="#br0">1 68 10282,'0'0'112,"1"-8"59,0 2-247,8-27 717,-9 32-542,1 0 0,0-1-1,-1 1 1,1 0-1,0 0 1,0 0-1,0 0 1,0-1-1,0 1 1,0 1 0,0-1-1,1 0 1,-1 0-1,0 0 1,0 1-1,1-1 1,-1 0-1,0 1 1,1-1 0,-1 1-1,1 0 1,-1-1-1,1 1 1,-1 0-1,2 0 1,-1 1-95,-1-1 0,1 1 1,-1 0-1,1 0 0,-1 0 0,0 0 0,1 0 0,-1 0 1,0 0-1,0 0 0,0 0 0,0 1 0,0-1 1,0 0-1,0 1 0,0-1 0,0 1 0,-1-1 0,1 1 1,-1-1-1,1 1 0,-1 0 0,1-1 0,-1 1 1,0 0-1,0-1 0,0 1 0,0-1 0,0 1 1,0 2-1,-1 57-17,1-59 13,-2 10-4,-1-1-1,0 1 0,0-1 0,-1 0 0,-10 20 0,9-21 0,1-1 0,0 0 0,1 1 0,0 0 0,0 0 0,1 0 0,-2 14 0,36-21 32,-14-5-310,-1-1 1,1 0-1,-1-1 1,0-1-1,0 0 1,16-9 0,-23 10-512,37-15-2804</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49.381"/>
    </inkml:context>
    <inkml:brush xml:id="br0">
      <inkml:brushProperty name="width" value="0.035" units="cm"/>
      <inkml:brushProperty name="height" value="0.035" units="cm"/>
    </inkml:brush>
  </inkml:definitions>
  <inkml:trace contextRef="#ctx0" brushRef="#br0">1 1 8456,'0'0'1666,"10"52"-481,2-20 192,1 7-832,1 7-225,-1 2-192,0 2-64,-2 2-64,-2-2 32,-4-5-32,-1-8-32,-3-10-352,-1-9-3940</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49.706"/>
    </inkml:context>
    <inkml:brush xml:id="br0">
      <inkml:brushProperty name="width" value="0.035" units="cm"/>
      <inkml:brushProperty name="height" value="0.035" units="cm"/>
    </inkml:brush>
  </inkml:definitions>
  <inkml:trace contextRef="#ctx0" brushRef="#br0">59 82 7847,'0'0'64,"0"-8"22,0 5-25,0 1 1,-1-1-1,2 0 0,-1 0 1,0 0-1,0 0 1,1 0-1,0 1 0,0-1 1,-1 0-1,2 1 1,-1-1-1,0 0 0,0 1 1,1 0-1,-1-1 1,1 1-1,0 0 0,0-1 1,0 1-1,0 0 1,0 1-1,0-1 0,1 0 1,-1 1-1,0-1 0,1 1 1,-1-1-1,1 1 1,0 0-1,-1 0 0,1 1 1,0-1-1,0 0 1,0 1-1,-1 0 0,1-1 1,0 1-1,3 1 1,-5-1-58,0 1 0,1-1 1,-1 1-1,0 0 1,0-1-1,0 1 1,0 0-1,0 0 1,0 0-1,0 0 0,0 0 1,0 0-1,0 0 1,0 0-1,-1 1 1,1-1-1,0 0 1,-1 0-1,1 1 1,-1-1-1,0 0 0,1 1 1,-1-1-1,0 0 1,0 1-1,0-1 1,0 0-1,0 1 1,0-1-1,0 0 0,0 1 1,-1 1-1,1 2 5,0 0-1,-1 0 0,1 0 1,-1 0-1,-1 0 0,1-1 1,-4 10-1,0-7-74,0-1 0,-1 1 0,0-1 0,0 0 0,0 0 0,-1-1 0,0 0 0,0 0 0,0 0-1,-1-1 1,1 0 0,-1-1 0,0 0 0,0 0 0,-9 2 0,-4-3-3073</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50.254"/>
    </inkml:context>
    <inkml:brush xml:id="br0">
      <inkml:brushProperty name="width" value="0.035" units="cm"/>
      <inkml:brushProperty name="height" value="0.035" units="cm"/>
    </inkml:brush>
  </inkml:definitions>
  <inkml:trace contextRef="#ctx0" brushRef="#br0">0 0 8488,'0'0'769,"56"19"-385,-12 9 129,9 19 223,1 19 193,-3 19-384,-10 17-193,-21 17-128,-20 12-64,-11 8-96,-33 2-32,-23-1-160,-13-11-224,-8-20-4869</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44.453"/>
    </inkml:context>
    <inkml:brush xml:id="br0">
      <inkml:brushProperty name="width" value="0.035" units="cm"/>
      <inkml:brushProperty name="height" value="0.035" units="cm"/>
    </inkml:brush>
  </inkml:definitions>
  <inkml:trace contextRef="#ctx0" brushRef="#br0">7 0 7815,'-2'0'96,"-2"0"1,4 2-97,0 16 32,0 5-32,7 6 32,4 5 32,3 2-32,3 4 0,2 0-32,0 0 0,1-1 0,-2-4 0,-5-2 0,-2-4-32,-6-5-160,-5-9-3748</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44.763"/>
    </inkml:context>
    <inkml:brush xml:id="br0">
      <inkml:brushProperty name="width" value="0.035" units="cm"/>
      <inkml:brushProperty name="height" value="0.035" units="cm"/>
    </inkml:brush>
  </inkml:definitions>
  <inkml:trace contextRef="#ctx0" brushRef="#br0">19 336 10762,'-3'-14'91,"-3"-26"-7,-3-58-1,9 84-68,-1 1-1,2 0 1,0 0-1,0 0 0,1 0 1,1 0-1,0 0 0,1 1 1,0-1-1,7-11 1,-10 22-13,0 0-1,0 0 1,0-1 0,1 2 0,-1-1 0,1 0 0,0 0 0,-1 0 0,1 1 0,0-1 0,0 1 0,0-1 0,0 1 0,0 0 0,0 0 0,3-1 0,-3 2-4,-1-1 1,1 1-1,-1 0 1,1 0 0,-1 0-1,1 0 1,-1 1-1,0-1 1,1 0 0,-1 1-1,1-1 1,-1 1-1,0-1 1,1 1 0,-1-1-1,0 1 1,0 0-1,1 0 1,-1 0 0,1 1-1,2 2-8,0 0-1,-1 1 1,1-1-1,-1 1 0,0 0 1,0 0-1,-1 0 1,0 0-1,0 1 1,0-1-1,0 1 1,0 5-1,1 8-190,-1 0 1,-1-1-1,0 1 1,-2 0-1,0 0 0,-1 0 1,-9 34-1,2-22-2424,-23 56 1,16-55 451</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44.889"/>
    </inkml:context>
    <inkml:brush xml:id="br0">
      <inkml:brushProperty name="width" value="0.035" units="cm"/>
      <inkml:brushProperty name="height" value="0.035" units="cm"/>
    </inkml:brush>
  </inkml:definitions>
  <inkml:trace contextRef="#ctx0" brushRef="#br0">0 1 2050,'0'0'2466,"55"0"-960,-10 0-609,17 0-1,13 0-543,11 12-257,3 3-64,-2-4-32</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52.706"/>
    </inkml:context>
    <inkml:brush xml:id="br0">
      <inkml:brushProperty name="width" value="0.035" units="cm"/>
      <inkml:brushProperty name="height" value="0.035" units="cm"/>
    </inkml:brush>
  </inkml:definitions>
  <inkml:trace contextRef="#ctx0" brushRef="#br0">201 1 6534,'-7'0'64,"2"0"-58,-1 0-1,1 0 1,0 1 0,0 0-1,1 0 1,-1 0-1,0 1 1,0-1-1,0 1 1,1 0 0,-1 1-1,1-1 1,0 1-1,0 0 1,-1 0-1,2 0 1,-1 1 0,0-1-1,1 1 1,0 0-1,-1 0 1,-2 6-1,-7 10 132,2 2-1,0-1 0,2 1 0,0 1 0,2-1 0,0 2 0,-5 35 1,7-19 59,1 0 0,2 0 0,5 69 0,1-85-187,0 1 1,1-1-1,2 0 0,1 0 0,0-1 1,2 0-1,0 0 0,2-1 1,0 0-1,17 20 0,-20-29-39,1 1 0,1-2 0,0 0 1,0 0-1,1-1 0,1 0 0,0-1 0,0-1 0,1 0 0,0-1 1,1 0-1,-1-1 0,2-1 0,-1 0 0,1-1 0,17 3 0,20-5-1822</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53.660"/>
    </inkml:context>
    <inkml:brush xml:id="br0">
      <inkml:brushProperty name="width" value="0.035" units="cm"/>
      <inkml:brushProperty name="height" value="0.035" units="cm"/>
    </inkml:brush>
  </inkml:definitions>
  <inkml:trace contextRef="#ctx0" brushRef="#br0">6 161 5125,'0'0'1116,"-2"-8"-625,1 2-426,0 1 0,1 0 0,-1-1 1,1 1-1,0-1 0,0 1 1,1-1-1,0 1 0,1-7 0,-1 10-41,0 0 0,0 0 0,0 0 0,1 0 0,-1 0 0,0 0 0,1 0 0,-1 1 0,1-1 0,-1 0 0,1 1 0,0-1 0,0 1 0,0 0 0,0 0 0,0 0 0,0 0 0,0 0 0,0 0 0,0 0 0,1 0 0,-1 1 0,0-1 0,0 1 0,1 0 0,-1 0 0,0 0 0,1 0 0,3 1 0,-4-1-22,1 0 1,-1 0-1,1 1 1,-1-1-1,1 1 0,-1 0 1,1 0-1,-1 0 1,0 0-1,1 0 1,-1 0-1,0 1 1,0-1-1,0 1 1,0-1-1,0 1 1,0 0-1,2 3 1,0 0 0,-1 0 0,0 1 0,0 0 0,0-1 0,0 1 0,-1 0 0,2 8 0,1 5 20,-2 1-1,0-1 0,0 39 0,-9 41 202,15-134-225,19-43 1,-17 52 7,-2 0 0,0-1 0,8-48 0,-17 72 120,4-45-419,-4 47 369,0 0 0,0 0 0,0 0 1,1 0-1,-1-1 0,0 1 0,0 0 0,-1 0 0,1 0 0,0 0 0,0 0 1,0 0-1,-1-1 0,1 1 0,-1 0 0,1 0 0,-1 0 0,1 0 0,-1 0 0,0 0 1,1 0-1,-1 1 0,0-1 0,0 0 0,1 0 0,-1 0 0,0 1 0,0-1 1,0 0-1,-2 0 0,2 2-45,0 0 1,-1 0-1,1 0 1,0 0-1,0 0 1,0 0-1,0 0 0,0 0 1,1 0-1,-1 1 1,0-1-1,1 0 1,-1 1-1,0-1 1,1 0-1,-1 1 1,1-1-1,0 1 0,0-1 1,-1 1-1,1-1 1,0 1-1,0-1 1,0 1-1,1 1 1,-1 44 94,2-34-97,0 0-1,1-1 0,1 0 0,0 0 0,0 0 0,1 0 0,1-1 0,0 1 0,0-1 0,1-1 0,12 15 0,-14-19-244,0 1-1,1-1 0,0 0 0,0-1 0,0 1 0,0-1 0,1 0 0,0-1 0,0 0 1,0 0-1,0 0 0,1-1 0,0 0 0,-1-1 0,1 1 0,0-2 0,0 1 0,13 0 1,1-3-4958</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53.846"/>
    </inkml:context>
    <inkml:brush xml:id="br0">
      <inkml:brushProperty name="width" value="0.035" units="cm"/>
      <inkml:brushProperty name="height" value="0.035" units="cm"/>
    </inkml:brush>
  </inkml:definitions>
  <inkml:trace contextRef="#ctx0" brushRef="#br0">0 1 11787,'0'0'513,"0"61"-674,8-40 161,4 0 33,1 0-33,-2 1 0,1-2-33,-1 4-63,-1-2-1057,-2-6-1697,-2-9-1923</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54.109"/>
    </inkml:context>
    <inkml:brush xml:id="br0">
      <inkml:brushProperty name="width" value="0.035" units="cm"/>
      <inkml:brushProperty name="height" value="0.035" units="cm"/>
    </inkml:brush>
  </inkml:definitions>
  <inkml:trace contextRef="#ctx0" brushRef="#br0">1 0 10442,'0'0'128,"9"51"-224,3-25 96,1 1 0,-1 2 0,-3 0 0,3-3-32,-8 0-64,0-6-128,-4-2-1538,0-9 160,0-5-287,-8-4-482,0-7 65</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54.389"/>
    </inkml:context>
    <inkml:brush xml:id="br0">
      <inkml:brushProperty name="width" value="0.035" units="cm"/>
      <inkml:brushProperty name="height" value="0.035" units="cm"/>
    </inkml:brush>
  </inkml:definitions>
  <inkml:trace contextRef="#ctx0" brushRef="#br0">7 215 1153,'-2'-50'1879,"0"33"-989,0-1 0,2 0 0,0 0 1,1 0-1,1 0 0,1 0 0,5-20 1,-8 38-881,0 0 1,1 0 0,-1 1 0,0-1 0,0 0 0,0 0-1,0 1 1,0-1 0,0 0 0,1 0 0,-1 1-1,0-1 1,0 0 0,0 0 0,1 0 0,-1 1 0,0-1-1,0 0 1,1 0 0,-1 0 0,0 0 0,0 0-1,1 0 1,-1 1 0,0-1 0,1 0 0,-1 0 0,0 0-1,0 0 1,1 0 0,-1 0 0,0 0 0,1 0 0,-1 0-1,0 0 1,0 0 0,1-1 0,-1 1 0,0 0-1,1 0 1,-1 0 0,0 0 0,0 0 0,1 0 0,-1-1-1,0 1 1,0 0 0,0 0 0,1 0 0,-1-1-1,0 1 1,0 0 0,0 0 0,1-1 0,-1 1 0,0 0-1,0 0 1,0-1 0,0 1 0,0 0 0,0 0 0,0-1-1,7 24-83,-7 42 56,-2-55-4,2 0-1,-1 0 1,1 1 0,1-1 0,0 0 0,0 0-1,1 0 1,5 15 0,-6-23 17,0-1-1,1 1 1,-1 0 0,1-1-1,-1 0 1,1 1 0,0-1-1,0 0 1,-1 0 0,1 0 0,0 0-1,0 0 1,0 0 0,0 0-1,0-1 1,0 1 0,0-1-1,0 1 1,0-1 0,4 0-1,53 0 43,-39-1 15,52 1-902,-52-3-2834</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54.639"/>
    </inkml:context>
    <inkml:brush xml:id="br0">
      <inkml:brushProperty name="width" value="0.035" units="cm"/>
      <inkml:brushProperty name="height" value="0.035" units="cm"/>
    </inkml:brush>
  </inkml:definitions>
  <inkml:trace contextRef="#ctx0" brushRef="#br0">38 1 10698,'0'0'96,"0"62"-64,-1-22 0,-2 6-32,0 1 0,-4-1-64,-4-6-256,-2-10-2915</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55.172"/>
    </inkml:context>
    <inkml:brush xml:id="br0">
      <inkml:brushProperty name="width" value="0.035" units="cm"/>
      <inkml:brushProperty name="height" value="0.035" units="cm"/>
    </inkml:brush>
  </inkml:definitions>
  <inkml:trace contextRef="#ctx0" brushRef="#br0">0 47 9769,'0'0'454,"8"-1"-486,-6 1 31,0 0 0,-1 0 0,1 0 0,0 0 0,-1 0 1,1 0-1,0 0 0,0 1 0,-1-1 0,1 0 0,-1 1 0,1 0 0,0-1 0,-1 1 0,1 0 1,-1 0-1,1 0 0,-1 0 0,0 0 0,1 0 0,-1 0 0,0 0 0,0 1 0,2 2 0,-1 1-4,0 0 0,0 1 0,-1-1 0,0 1-1,0-1 1,0 1 0,-1-1 0,0 11 0,-2 100-257,28-157 394,29-52-370,-51 84 429,0 0-1,0-1 0,-1 0 0,0 0 1,-1 0-1,0 0 0,0 0 1,-1-12-1,-1 22-152,0-1 0,0 1 0,0 0 0,0-1 0,0 1 0,0 0 0,-1 0 0,1 0 0,0-1 0,0 1 0,-1 0 0,1 0 0,0 0 0,0-1 0,0 1 0,-1 0 0,1 0 0,0 0 0,-1 0 0,1 0 0,0-1 0,0 1 0,-1 0 0,1 0 0,0 0 0,-1 0 0,1 0 0,0 0 0,0 0 0,-1 0 0,1 0 0,0 0 0,-1 0 0,1 1 0,0-1 0,0 0 0,-1 0 0,1 0 0,0 0 0,-1 0 0,1 0 0,0 1 0,0-1 0,-1 0 0,1 0 0,0 0 0,0 1 0,0-1 0,-1 0 0,1 0 0,0 1 0,0-1 0,0 0 0,0 0 0,0 1 0,0-1 0,-1 1 0,-13 12-32,11-8-4,0 0 0,0 0 0,1 0 1,0 0-1,0 0 0,0 1 0,0-1 0,1 1 1,0-1-1,0 1 0,0 0 0,1-1 0,0 1 0,0 0 1,0 0-1,1-1 0,0 1 0,0-1 0,0 1 0,1 0 1,0-1-1,0 0 0,0 0 0,1 1 0,0-1 1,0-1-1,0 1 0,0 0 0,1-1 0,7 8 0,-6-8-282,-1-1 0,1 1-1,0-1 1,0 0 0,0 0-1,1-1 1,-1 1 0,1-1 0,-1-1-1,1 1 1,0-1 0,6 1-1,17 0-4182</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55.464"/>
    </inkml:context>
    <inkml:brush xml:id="br0">
      <inkml:brushProperty name="width" value="0.035" units="cm"/>
      <inkml:brushProperty name="height" value="0.035" units="cm"/>
    </inkml:brush>
  </inkml:definitions>
  <inkml:trace contextRef="#ctx0" brushRef="#br0">30 0 12716,'0'0'598,"-2"11"-582,-4 23-20,-3 22-31,-3 70-1,12-125 35,0-1-1,0 1 1,0-1-1,0 0 1,0 1-1,0-1 1,0 0-1,0 1 1,0-1-1,0 1 1,0-1-1,1 0 1,-1 1-1,0-1 1,0 0-1,0 1 1,0-1 0,1 0-1,-1 1 1,0-1-1,0 0 1,1 0-1,-1 1 1,0-1-1,1 0 1,-1 0-1,0 1 1,1-1-1,-1 0 1,0 0-1,1 0 1,-1 0-1,0 0 1,1 1-1,-1-1 1,1 0-1,17-5-7,15-14 20,58-35 286,-12 9-3493,-62 31-733</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55.854"/>
    </inkml:context>
    <inkml:brush xml:id="br0">
      <inkml:brushProperty name="width" value="0.035" units="cm"/>
      <inkml:brushProperty name="height" value="0.035" units="cm"/>
    </inkml:brush>
  </inkml:definitions>
  <inkml:trace contextRef="#ctx0" brushRef="#br0">1 1 8776,'0'0'2242,"41"69"-2178,-25-30 1,-2 0-33,2 1-32,-6-5 0,1 0-64,-3-7-33,-2-7-159,-5-9-3075</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56.182"/>
    </inkml:context>
    <inkml:brush xml:id="br0">
      <inkml:brushProperty name="width" value="0.035" units="cm"/>
      <inkml:brushProperty name="height" value="0.035" units="cm"/>
    </inkml:brush>
  </inkml:definitions>
  <inkml:trace contextRef="#ctx0" brushRef="#br0">17 67 10698,'-2'-8'363,"-9"-50"1874,9 107-2190,1 40-1319,1-81 968,1 0 1,-1-1-1,2 1 1,-1 0 0,1-1-1,1 1 1,-1-1 0,6 11-1,-6-16 307,0 0 0,0 0 1,0 0-1,0 0 0,1-1 0,-1 1 0,0-1 0,1 0 1,-1 0-1,1 0 0,-1 0 0,1 0 0,0 0 0,-1 0 1,1-1-1,0 0 0,0 1 0,-1-1 0,1 0 0,0 0 0,-1-1 1,1 1-1,0 0 0,0-1 0,4-1 0,8-2 48,1 0 0,26-12 0,-23 8-71,-6 4-55,-1-2-1,1 1 0,-1-2 1,0 1-1,-1-2 1,0 0-1,14-12 0,-1-8-3143</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56.375"/>
    </inkml:context>
    <inkml:brush xml:id="br0">
      <inkml:brushProperty name="width" value="0.035" units="cm"/>
      <inkml:brushProperty name="height" value="0.035" units="cm"/>
    </inkml:brush>
  </inkml:definitions>
  <inkml:trace contextRef="#ctx0" brushRef="#br0">0 0 15759,'0'0'224,"19"48"-352,7-1 192,8 14-64,1 10 32,-2 15 0,-9 15-32,-12 14 0,-12 8 0,-22 2-4100</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6.491"/>
    </inkml:context>
    <inkml:brush xml:id="br0">
      <inkml:brushProperty name="width" value="0.035" units="cm"/>
      <inkml:brushProperty name="height" value="0.035" units="cm"/>
    </inkml:brush>
  </inkml:definitions>
  <inkml:trace contextRef="#ctx0" brushRef="#br0">1 19 18225,'0'0'64,"97"-18"-192,-18 18 32,17 22 32,8 5-641,0 4-1088,-13 0-1218,-11-2 1249,-16-9-768,-11-12-2499</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6.643"/>
    </inkml:context>
    <inkml:brush xml:id="br0">
      <inkml:brushProperty name="width" value="0.035" units="cm"/>
      <inkml:brushProperty name="height" value="0.035" units="cm"/>
    </inkml:brush>
  </inkml:definitions>
  <inkml:trace contextRef="#ctx0" brushRef="#br0">128 0 17168,'0'0'-192,"-72"51"256,50-5-160,3 17 64,8 7-64,7 4 32,6-1-96,1-6-3043,2-8-1506,-1-14-3330</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5.286"/>
    </inkml:context>
    <inkml:brush xml:id="br0">
      <inkml:brushProperty name="width" value="0.035" units="cm"/>
      <inkml:brushProperty name="height" value="0.035" units="cm"/>
    </inkml:brush>
  </inkml:definitions>
  <inkml:trace contextRef="#ctx0" brushRef="#br0">1 0 8040,'0'0'320,"66"27"-320,-21-10-96,13 11 128,9 6 32,0 4-64,0 4 0,-7-1 0,-5-2 0,-8-6-64,-8-8-32,-10-9 32,-9-8 32,-9-8-128,-11-1-865,0-22-577</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35.444"/>
    </inkml:context>
    <inkml:brush xml:id="br0">
      <inkml:brushProperty name="width" value="0.035" units="cm"/>
      <inkml:brushProperty name="height" value="0.035" units="cm"/>
    </inkml:brush>
  </inkml:definitions>
  <inkml:trace contextRef="#ctx0" brushRef="#br0">131 1 10346,'0'0'-64,"-47"0"2082,26 14-993,4 17-705,4 10-192,4 11-64,3 8-64,3 3 32,1 6-64,-1-2 0,-1-6-2242,-1-19-2915</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43.147"/>
    </inkml:context>
    <inkml:brush xml:id="br0">
      <inkml:brushProperty name="width" value="0.035" units="cm"/>
      <inkml:brushProperty name="height" value="0.035" units="cm"/>
    </inkml:brush>
  </inkml:definitions>
  <inkml:trace contextRef="#ctx0" brushRef="#br0">321 0 8296,'-10'10'1148,"1"-1"-1027,-1 0 0,2 1 0,-1 1 1,2 0-1,-1 0 0,1 0 0,1 1 1,0 0-1,1 0 0,0 0 0,0 1 1,2 0-1,-4 20 0,6-17-44,0 0-1,1-1 0,1 1 1,1 0-1,0-1 1,1 1-1,1-1 1,0 0-1,1 0 0,1 0 1,8 15-1,-9-21-59,0 0-1,1 0 1,0-1 0,0 0-1,1 0 1,0 0 0,0-1-1,1 0 1,0-1 0,0 0-1,0 0 1,1 0 0,0-1-1,0 0 1,1-1-1,-1 0 1,1-1 0,11 3-1,-12-4 8,1-1 0,-1 0-1,1 0 1,0-1-1,-1 0 1,1-1 0,-1 0-1,1-1 1,-1 0-1,1 0 1,-1-1 0,0 0-1,0-1 1,0 0-1,0 0 1,-1-1 0,0 0-1,0 0 1,0-1-1,-1 0 1,1-1 0,-1 0-1,-1 0 1,0 0-1,0 0 1,0-1 0,6-13-1,-6 12-15,-1 0 0,0-1-1,-1 0 1,0 0 0,-1 0 0,0-1-1,0 1 1,-1-1 0,0 0 0,-1 0-1,-1 1 1,1-1 0,-2 0-1,1 0 1,-2 0 0,1 1 0,-1-1-1,-1 1 1,0-1 0,-1 1 0,0 0-1,0 0 1,-1 0 0,-9-13 0,7 13-35,-1 1 1,0 0 0,0 0-1,-1 0 1,0 1 0,-1 1 0,0-1-1,0 2 1,-1-1 0,1 2 0,-1-1-1,-22-6 1,17 7 90,0 1 0,-1 1-1,1 1 1,-1 0 0,0 1 0,1 1 0,-1 0-1,-30 6 1,24-2-209,1 1 0,0 1-1,0 1 1,1 2 0,-1 0 0,2 1-1,-35 22 1,40-22-461,0 2 0,0 0 1,1 0-1,1 1 0,-18 23 0,15-11-2100</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43.333"/>
    </inkml:context>
    <inkml:brush xml:id="br0">
      <inkml:brushProperty name="width" value="0.035" units="cm"/>
      <inkml:brushProperty name="height" value="0.035" units="cm"/>
    </inkml:brush>
  </inkml:definitions>
  <inkml:trace contextRef="#ctx0" brushRef="#br0">0 0 8904,'0'0'385,"72"13"63,-30-4 481,7 5-160,1 3-385,5 4-224,0 3-128,-1 1 0,2 2 0,3-3-32,-1-8-32,-2-12-768,-2-6-10059</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57.361"/>
    </inkml:context>
    <inkml:brush xml:id="br0">
      <inkml:brushProperty name="width" value="0.035" units="cm"/>
      <inkml:brushProperty name="height" value="0.035" units="cm"/>
    </inkml:brush>
  </inkml:definitions>
  <inkml:trace contextRef="#ctx0" brushRef="#br0">228 1 6790,'-11'0'369,"3"-1"-100,0 1 0,-1 0 1,1 1-1,0-1 0,0 2 1,-1-1-1,1 1 0,0 0 1,0 1-1,1 0 0,-1 0 1,1 0-1,-1 1 0,1 0 1,0 1-1,0 0 0,1 0 1,0 0-1,-10 11 0,9-7-238,1 1 0,0 0 0,0 0 0,1 0 0,0 1 0,1 0 0,0 0 0,1 0 0,0 0 0,1 1 0,0-1 0,1 1 0,0-1 0,1 1 0,0 0 0,1-1 0,0 1 0,0-1 0,2 1 0,-1-1 0,2 0 0,5 14 0,0-2 10,2-1 0,1 0-1,0-1 1,1 0 0,2-1 0,0 0 0,1-2 0,1 0-1,29 25 1,-27-26-612,0-1 0,2-1 0,0-1-1,0-1 1,1 0 0,1-2 0,35 13 0,-22-19-4714</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57.845"/>
    </inkml:context>
    <inkml:brush xml:id="br0">
      <inkml:brushProperty name="width" value="0.035" units="cm"/>
      <inkml:brushProperty name="height" value="0.035" units="cm"/>
    </inkml:brush>
  </inkml:definitions>
  <inkml:trace contextRef="#ctx0" brushRef="#br0">1 174 10570,'0'-10'-48,"0"3"-48,-1-1 195,1 1 1,0-1-1,1 1 1,0-1-1,0 1 1,1-1-1,2-7 0,-3 13-71,0 0 0,1 0 0,-1 0 0,0 0 0,0 0-1,1 0 1,0 0 0,-1 1 0,1-1 0,0 1-1,-1-1 1,1 1 0,0 0 0,0 0 0,0 0 0,0 0-1,0 0 1,1 0 0,-1 0 0,0 1 0,0-1-1,0 1 1,1-1 0,-1 1 0,0 0 0,1 0 0,-1 0-1,0 0 1,0 1 0,1-1 0,-1 0 0,4 2-1,-2 0-23,1-1 0,0 1 0,-1 0 0,1 1 0,-1-1 0,0 1 0,1 0-1,-1 0 1,-1 0 0,1 1 0,0-1 0,-1 1 0,0 0 0,0 0-1,0 0 1,0 0 0,-1 1 0,3 4 0,3 6 0,-2 1 1,0-1-1,0 1 1,3 19 0,-5-10-52,-1 0 0,-2 0 0,-1 41 1,0-64-9,0-2-9,0-9 55,1 1-1,1-1 1,-1 1 0,6-16-1,46-74 13,-34 66 60,-2 0 0,26-66 0,-43 95 2,1 1 0,0-1 0,-1 0 0,1 1-1,-1-1 1,0 0 0,0 1 0,0-1 0,0 0 0,0 1-1,0-1 1,-2-4 0,2 7-14,0-1-1,-1 1 1,1-1 0,0 1 0,0-1-1,-1 1 1,1 0 0,0-1 0,-1 1-1,1 0 1,0-1 0,-1 1 0,1 0-1,-1-1 1,1 1 0,-1 0 0,1 0-1,-1-1 1,1 1 0,0 0 0,-1 0-1,1 0 1,-1 0 0,1 0-1,-2-1 1,-19 11 665,17-7-659,1 0 0,-1 0 1,1 1-1,0 0 0,1-1 1,-1 1-1,0 0 0,1 0 1,0 0-1,0 1 0,0-1 1,1 0-1,0 1 0,-1-1 1,2 1-1,-1-1 0,0 1 0,1 0 1,0-1-1,0 1 0,0 0 1,1-1-1,1 8 0,-1-3-60,1 1 0,1-1 0,0 1-1,0-1 1,1 0 0,0 0 0,0 0-1,1-1 1,1 0 0,7 10 0,-5-8-118,2 0 1,-1-1 0,16 11-1,16 2-3844,-11-15-2596</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58.356"/>
    </inkml:context>
    <inkml:brush xml:id="br0">
      <inkml:brushProperty name="width" value="0.035" units="cm"/>
      <inkml:brushProperty name="height" value="0.035" units="cm"/>
    </inkml:brush>
  </inkml:definitions>
  <inkml:trace contextRef="#ctx0" brushRef="#br0">265 28 8968,'0'0'1869,"-9"-6"-1154,8 6-704,-2-3 20,-1 1 1,0-1-1,1 1 1,-1 0 0,0 1-1,0-1 1,-1 0-1,1 1 1,0 0-1,0 0 1,-1 1-1,1-1 1,-1 1 0,1 0-1,0 0 1,-1 0-1,1 0 1,0 1-1,-1 0 1,1 0-1,-6 2 1,-4 3 128,1 1 0,0 0 0,0 1 1,0 1-1,1 0 0,-15 14 0,22-18-107,0 0 0,1 0-1,0 1 1,-1-1 0,1 1 0,1 0-1,-1 0 1,1 0 0,0 0 0,1 0-1,0 1 1,0 0 0,0-1 0,0 1-1,1 0 1,0 7 0,1-13-53,0 0 0,0 0 0,0 0 1,0 0-1,0 0 0,0 0 0,0-1 1,1 1-1,-1 0 0,0 0 0,0 0 0,1 0 1,-1 0-1,1-1 0,-1 1 0,1 0 0,-1 0 1,1-1-1,-1 1 0,1 0 0,0-1 0,-1 1 1,1-1-1,0 1 0,-1-1 0,1 1 0,0-1 1,0 1-1,0-1 0,0 0 0,0 1 1,3-1 0,-1 1 0,0-1 1,0 0-1,0 0 1,0 0-1,0-1 1,0 1-1,0-1 1,5-1-1,2-1 3,-1 0-1,0-1 1,0-1-1,0 1 1,10-8 0,2-11 13,-18 20-13,-1-1-1,1 0 1,0 1 0,0 0 0,0 0 0,0 0 0,1 0 0,-1 0 0,1 1 0,0-1 0,8-2 0,-10 6 0,1 1 0,-1-1 1,1 1-1,-1 0 0,0 0 1,0 0-1,1 1 0,-2-1 1,1 0-1,0 1 0,0-1 1,-1 1-1,1 0 0,-1-1 1,0 1-1,2 6 0,1 0 19,42 104 2224,-46-135-2043,0 0-1,2 0 1,8-42 0,-6 51-870,0 1 0,1-1 0,0 1 1,13-20-1,-4 9-4320</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8:58.655"/>
    </inkml:context>
    <inkml:brush xml:id="br0">
      <inkml:brushProperty name="width" value="0.035" units="cm"/>
      <inkml:brushProperty name="height" value="0.035" units="cm"/>
    </inkml:brush>
  </inkml:definitions>
  <inkml:trace contextRef="#ctx0" brushRef="#br0">0 76 10474,'0'0'1874,"8"3"-1757,-3 0-96,0 0 0,0 0 0,0 1 1,-1 0-1,1 0 0,-1 0 0,0 0 0,0 0 0,0 1 0,0 0 0,-1 0 0,0 0 0,0 0 1,0 0-1,-1 1 0,0-1 0,0 1 0,0-1 0,-1 1 0,2 8 0,-3-12-20,3 40 57,-3-41-57,0 0 0,1 0 0,-1 0 1,0 0-1,0 0 0,0 0 1,0 1-1,-1-1 0,1 0 0,0 0 1,0 0-1,-1 0 0,1 0 0,0 0 1,-1-1-1,1 1 0,-1 0 0,1 0 1,-1 0-1,0 0 0,1 0 0,-1-1 1,0 1-1,1 0 0,-1 0 1,0-1-1,0 1 0,0-1 0,0 1 1,0-1-1,0 1 0,0-1 0,-1 1 1,1-1 0,1 0-1,-1-1 1,0 1 0,0 0 0,1 0 0,-1-1 0,0 1 0,1-1 0,-1 1 0,0-1 0,1 1 0,-1-1 0,1 1 0,-1-1 0,1 1-1,-1-1 1,1 1 0,-1-1 0,1 0 0,0 1 0,-1-1 0,1 0 0,0 0 0,-1 1 0,1-1 0,0 0 0,0 0 0,0 1 0,0-1-1,0 0 1,0-1 0,-1-30 11,1 24-2,0-4-14,0 0 1,1 0-1,1 1 0,0-1 1,0 0-1,2 1 0,-1 0 1,1 0-1,8-16 0,21-24-5308,-21 36-1645</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00.514"/>
    </inkml:context>
    <inkml:brush xml:id="br0">
      <inkml:brushProperty name="width" value="0.035" units="cm"/>
      <inkml:brushProperty name="height" value="0.035" units="cm"/>
    </inkml:brush>
  </inkml:definitions>
  <inkml:trace contextRef="#ctx0" brushRef="#br0">26 38 3075,'0'-1'141,"1"0"0,-1-1 0,0 1 0,0 0 1,0-1-1,0 1 0,0 0 0,0 0 0,0-1 0,0 1 0,-1 0 0,1 0 1,0-1-1,-1 1 0,1 0 0,-1 0 0,0 0 0,1 0 0,-1 0 0,0-1 1,1 1-1,-1 1 0,0-1 0,0 0 0,0 0 0,0 0 0,0 0 0,0 1 1,0-1-1,0 0 0,-1 1 0,1-1 0,0 1 0,0-1 0,0 1 0,-1 0 1,1-1-1,-2 1 187,9 35 643,6-4-221,-2 0-1,-2 1 0,7 45 1,0 4-700,-6-27-6,-7-38 3,0-1 0,1 1 0,1-1-1,11 29 1,-16-48 328,0 0 0,1 0-1,-1 0 1,1 1 0,0-1 0,0 0-1,0 0 1,2-4 0,-1-11-321,-22-156 23,6 65-154,18 127 73,1-1-1,1 0 1,0 0-1,1 0 1,11 20-1,6 16 32,-17-35-31,4 11 15,-8-28 4,-6-19 6,-32-177 70,31 249-155,23 168 80,-18-214 0,-1-54 8,-2-1 0,-2 1 0,-14-61 0,14 99-33,2 22-12,4 23-24,0-33 4,0 0 0,0-1 0,1 1 0,-1 0 0,1-1 0,0 1 0,0-1 0,0 1 0,0-1 0,5 4 0,8 1-3752,-3-6-4028</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01.667"/>
    </inkml:context>
    <inkml:brush xml:id="br0">
      <inkml:brushProperty name="width" value="0.035" units="cm"/>
      <inkml:brushProperty name="height" value="0.035" units="cm"/>
    </inkml:brush>
  </inkml:definitions>
  <inkml:trace contextRef="#ctx0" brushRef="#br0">113 134 5445,'3'-45'1863,"-4"44"-1777,1 0 0,-1 1-1,1-1 1,-1 0 0,0 0-1,0 1 1,1-1 0,-1 1 0,0-1-1,0 1 1,0-1 0,0 1-1,1-1 1,-1 1 0,0-1 0,0 1-1,0 0 1,0 0 0,0 0-1,0-1 1,0 1 0,0 0-1,0 0 1,0 0 0,0 1 0,0-1-1,0 0 1,-2 1 0,-31 6 882,29-4-879,1 1 0,-1 1-1,1-1 1,0 1 0,0-1-1,0 1 1,1 0 0,0 1-1,0-1 1,0 0 0,1 1-1,0 0 1,0 0 0,0-1-1,0 1 1,1 0-1,0 0 1,1 0 0,-1 1-1,1-1 1,0 0 0,1 0-1,-1 0 1,1 0 0,0 0-1,4 11 1,-3-10-63,0 0 0,0 0-1,0-1 1,1 1 0,0-1-1,0 0 1,1 0 0,0 0-1,0 0 1,0 0 0,1-1 0,0 0-1,0 0 1,0 0 0,0-1-1,1 1 1,0-1 0,0-1 0,0 1-1,0-1 1,0 0 0,1 0-1,8 1 1,-13-3-18,1-1 0,0 1 1,-1-1-1,1 0 0,0 0 0,-1 0 0,1 0 1,0-1-1,-1 1 0,1-1 0,-1 1 0,1-1 1,-1 0-1,1 0 0,-1 0 0,0 0 1,1-1-1,-1 1 0,0-1 0,0 1 0,2-3 1,0 0 13,-1 0 1,0 0-1,-1 0 1,1 0 0,-1-1-1,0 1 1,0-1 0,0 0-1,-1 1 1,2-9-1,0-4 49,-1 0 0,0 0 0,-2 0 0,0 0-1,-4-31 1,0 32-22,0 0 0,-1 0 1,-1 1-1,0-1 0,-1 1 0,-1 0 0,0 1 0,-1 0 0,-10-13 0,37 80 224,54 86 1678,-30-62-1512,34 85 0,-44-62-167,-33-182-807,4-116 1485,9 101-2763,13 2-3926,-13 61 534</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01.900"/>
    </inkml:context>
    <inkml:brush xml:id="br0">
      <inkml:brushProperty name="width" value="0.035" units="cm"/>
      <inkml:brushProperty name="height" value="0.035" units="cm"/>
    </inkml:brush>
  </inkml:definitions>
  <inkml:trace contextRef="#ctx0" brushRef="#br0">1 1 9833,'0'0'289,"35"54"-257,-27-19-32,-3 3 32,-5 5-32,0 0 0,-7 0 32,-4-7-96,-2-10-1122,0-9-2977</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03.188"/>
    </inkml:context>
    <inkml:brush xml:id="br0">
      <inkml:brushProperty name="width" value="0.035" units="cm"/>
      <inkml:brushProperty name="height" value="0.035" units="cm"/>
    </inkml:brush>
  </inkml:definitions>
  <inkml:trace contextRef="#ctx0" brushRef="#br0">1 131 6790,'-1'-7'145,"1"-4"147,0-1 1,1 1-1,0 0 1,1-1 0,3-10-1,-5 19-249,0 1 0,1 0 0,-1 0 0,1 0 0,0 0 0,0 0 0,-1 0 0,1 0 0,0 0 0,1 1 0,-1-1 0,0 0 0,0 1 0,1-1 0,-1 1 0,1-1 0,0 1 0,-1-1 0,1 1 0,0 0 0,0 0 0,0 0 0,-1 0 0,1 0 0,0 1 0,0-1 0,0 0 0,1 1 0,-1-1 0,0 1 0,0 0 0,0 0 0,0 0 0,0 0 0,0 0 0,0 0 0,1 1 0,-1-1 0,0 1 0,3 0 0,-3 1-36,1 0 1,0-1-1,-1 1 1,1 0 0,-1 1-1,1-1 1,-1 0-1,0 1 1,0-1 0,0 1-1,0-1 1,0 1-1,-1 0 1,1 0 0,-1 0-1,0 0 1,0 0-1,1 6 1,11 60 56,-12-60-66,4 77 15,-5-78-21,-1 0 0,1 0 0,-1 0 0,-1 1 0,1-1 0,-1 0-1,-7 15 1,13-71 104,21-24 18,8-25-68,-25 32 2928,-8 64-2264,-8 34 118,8-22-783,-1 0 1,2 0 0,-1-1-1,1 1 1,1 0 0,0 0-1,1 0 1,0-1 0,0 1-1,1-1 1,7 12 0,-8-15-258,1-1-1,0 0 1,1 0 0,-1 0 0,1 0-1,0-1 1,1 0 0,-1 0-1,1 0 1,0-1 0,0 1 0,1-2-1,-1 1 1,1-1 0,-1 0 0,1 0-1,13 3 1,7-3-5708</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03.485"/>
    </inkml:context>
    <inkml:brush xml:id="br0">
      <inkml:brushProperty name="width" value="0.035" units="cm"/>
      <inkml:brushProperty name="height" value="0.035" units="cm"/>
    </inkml:brush>
  </inkml:definitions>
  <inkml:trace contextRef="#ctx0" brushRef="#br0">0 0 12684,'0'0'1703,"5"9"-1655,-1 0-50,0 1-1,0-1 1,-1 1 0,-1 0 0,0 0-1,0 0 1,-1 0 0,0 0-1,-1 0 1,0 0 0,0 0 0,-1 1-1,-4 16 1,-1-3 5,-2 25 5,8-48-8,1-1 0,-1 0 0,0 1 1,0-1-1,1 1 0,-1-1 1,0 0-1,1 1 0,-1-1 0,1 0 1,-1 1-1,0-1 0,1 0 0,-1 0 1,1 1-1,-1-1 0,1 0 0,-1 0 1,0 0-1,1 0 0,-1 1 0,1-1 1,-1 0-1,1 0 0,-1 0 1,1 0-1,-1 0 0,1 0 0,-1 0 1,1-1-1,-1 1 0,1 0 0,15-2 13,1-2-210,0-2 0,0 0 0,17-8 0,18-16-5528,-26 11-243</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03.905"/>
    </inkml:context>
    <inkml:brush xml:id="br0">
      <inkml:brushProperty name="width" value="0.035" units="cm"/>
      <inkml:brushProperty name="height" value="0.035" units="cm"/>
    </inkml:brush>
  </inkml:definitions>
  <inkml:trace contextRef="#ctx0" brushRef="#br0">138 108 10602,'-8'-1'1073,"-2"0"-687,1 1 0,-1 0 0,0 0 0,1 1 0,-18 4 0,24-4-308,1 0 0,-1 0 0,0 0 0,0 0 0,1 0 0,-1 1 0,1-1 0,-1 1 0,1 0 0,-1 0 0,1 0 0,0 0 0,0 0 0,0 0 0,0 0 0,1 1 0,-1-1 0,0 1 0,1-1 0,0 1 0,0 0 0,0 0 0,0-1 0,0 1 0,0 0 0,1 0 0,-1 4 0,0-5-75,1 0-1,-1 0 0,1 0 0,0-1 0,0 1 1,0 0-1,0 0 0,0 0 0,0 0 0,1 0 1,-1 0-1,1-1 0,-1 1 0,1 0 0,-1 0 1,1-1-1,0 1 0,0 0 0,0-1 1,0 1-1,0-1 0,0 1 0,1-1 0,-1 1 1,0-1-1,1 0 0,-1 0 0,1 0 0,-1 0 1,1 0-1,0 0 0,-1 0 0,1 0 1,0-1-1,0 1 0,-1-1 0,1 1 0,0-1 1,0 0-1,0 1 0,0-1 0,0 0 0,0 0 1,-1 0-1,5-1 0,-1 0-16,-1 0 0,1 0-1,0 0 1,-1-1 0,1 0 0,-1 1-1,1-2 1,-1 1 0,0 0 0,0-1-1,0 0 1,0 0 0,0 0 0,-1 0-1,1-1 1,-1 1 0,5-7-1,-8 9 17,0 1-1,0 0 0,0 0 0,0 0 1,0 0-1,0-1 0,0 1 0,0 0 1,0 0-1,0 0 0,1 0 0,-1 0 1,0-1-1,0 1 0,0 0 0,0 0 1,0 0-1,1 0 0,-1 0 0,0 0 1,0 0-1,0 0 0,0-1 0,0 1 1,1 0-1,-1 0 0,0 0 0,0 0 0,0 0 1,1 0-1,-1 0 0,0 0 0,0 0 1,0 0-1,0 0 0,1 0 0,-1 0 1,0 0-1,0 0 0,0 1 0,0-1 1,1 0-1,-1 0 0,0 0 0,0 0 1,0 0-1,0 0 0,0 0 0,1 0 1,-1 1-1,0-1 0,0 0 0,0 0 1,0 0-1,0 0 0,0 0 0,0 1 0,0-1 1,1 0-1,-1 0 0,0 0 0,0 0 1,0 1-1,0-1 0,0 0 0,0 0 1,0 1-1,6 24 83,3 47 56,-8-56-112,21 110 105,-19-123-2,2-11 481,3-11 839,61-159-636,-15 43-4304,-42 94-1198,-4-1-2088</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04.108"/>
    </inkml:context>
    <inkml:brush xml:id="br0">
      <inkml:brushProperty name="width" value="0.035" units="cm"/>
      <inkml:brushProperty name="height" value="0.035" units="cm"/>
    </inkml:brush>
  </inkml:definitions>
  <inkml:trace contextRef="#ctx0" brushRef="#br0">1 0 14382,'0'0'640,"60"38"-480,-25 3 129,3 14 127,-3 14 97,-10 14-257,-10 19-64,-15 20-96,-19 7-256,-25-3-3011</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43.623"/>
    </inkml:context>
    <inkml:brush xml:id="br0">
      <inkml:brushProperty name="width" value="0.035" units="cm"/>
      <inkml:brushProperty name="height" value="0.035" units="cm"/>
    </inkml:brush>
  </inkml:definitions>
  <inkml:trace contextRef="#ctx0" brushRef="#br0">192 62 4740,'0'0'1244,"-4"-9"582,3 5-1506,-1 0-1,0 0 1,0 0-1,0 0 1,-1 0 0,0 0-1,1 1 1,-7-7 0,7 9-182,0-1 0,0 1 0,0 0 0,0 0 1,0 0-1,0 0 0,0 1 0,0-1 1,0 0-1,0 1 0,0 0 0,-1-1 1,1 1-1,0 0 0,0 0 0,0 0 1,-1 0-1,1 1 0,0-1 0,0 0 1,0 1-1,0 0 0,0-1 0,0 1 1,0 0-1,-4 2 0,0 1-22,0 0 0,-1 1 0,1 0 1,1 0-1,-1 0 0,1 1 0,0 0 0,0 0 0,1 0 1,-1 1-1,1-1 0,1 1 0,-1 0 0,1 0 0,1 0 1,-4 12-1,1 2 54,0 0-1,1 1 1,1 0 0,1 36 0,2-36-266,2 1 0,0 0 0,2-1 0,0 1 0,1-1-1,2 0 1,0 0 0,1-1 0,1 0 0,2-1 0,-1 0 0,2 0 0,1-1 0,0-1 0,2 0 0,28 28-1,-39-43-780,0 1-1,0-1 1,0-1-1,0 1 1,1-1-1,-1 1 1,9 2-1,1-4-5853</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43.950"/>
    </inkml:context>
    <inkml:brush xml:id="br0">
      <inkml:brushProperty name="width" value="0.035" units="cm"/>
      <inkml:brushProperty name="height" value="0.035" units="cm"/>
    </inkml:brush>
  </inkml:definitions>
  <inkml:trace contextRef="#ctx0" brushRef="#br0">71 60 8456,'0'0'3673,"-7"4"-3123,4-2-519,1-1 0,-1 1 0,1-1 1,0 1-1,0 0 0,-1 0 0,1 0 1,0 0-1,0 1 0,1-1 0,-1 0 1,1 1-1,-1-1 0,1 1 0,0-1 1,-1 1-1,1 0 0,1 0 0,-1 0 1,0-1-1,1 1 0,-1 0 0,1 0 1,0 0-1,0 0 0,0 0 0,0 0 1,1 0-1,-1-1 0,1 1 0,0 0 1,0 0-1,0 0 0,0-1 0,0 1 1,0-1-1,1 1 0,-1-1 0,1 1 1,4 3-1,-3-1-24,0-1 0,1 0 0,0 0 0,0-1 0,0 1 0,0-1 0,1 0 0,-1 0 0,1 0 0,0-1 0,-1 1 1,1-1-1,0 0 0,1-1 0,-1 1 0,0-1 0,0 0 0,1 0 0,-1-1 0,0 0 0,1 1 0,9-3 0,-11 1-6,0 0 0,0 0 0,0 0 0,-1-1 0,1 0 0,0 0 0,-1 0 0,1 0 0,-1-1 0,0 1 0,0-1 0,0 0 0,0 1 0,0-1 0,-1-1 0,1 1 0,-1 0 0,0-1-1,0 1 1,0-1 0,0 0 0,-1 0 0,1 1 0,-1-1 0,0 0 0,0 0 0,-1 0 0,1 0 0,-1 0 0,0-5 0,0 4-9,0-1-1,-1 1 1,0 0 0,0 0 0,0 0-1,0 0 1,-1 0 0,0 0-1,0 1 1,0-1 0,-1 1 0,1-1-1,-1 1 1,0 0 0,0 0-1,-1 0 1,1 0 0,-1 0 0,0 1-1,0 0 1,0 0 0,0 0-1,-1 0 1,1 1 0,-6-3-1,5 2-5,0 1-1,0 0 1,0 0-1,0 1 1,-1-1-1,1 1 0,0 0 1,-1 1-1,1-1 1,-1 1-1,1 0 0,-1 1 1,1-1-1,-1 1 1,1 0-1,0 0 0,-1 1 1,1-1-1,0 1 1,0 1-1,0-1 0,0 1 1,-8 5-1,11-6-112,-1 0 0,1 1 0,-1-1 0,1 1-1,0-1 1,0 1 0,0 0 0,1 0 0,-3 5 0,-2 19-3919,6-11 197</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44.120"/>
    </inkml:context>
    <inkml:brush xml:id="br0">
      <inkml:brushProperty name="width" value="0.035" units="cm"/>
      <inkml:brushProperty name="height" value="0.035" units="cm"/>
    </inkml:brush>
  </inkml:definitions>
  <inkml:trace contextRef="#ctx0" brushRef="#br0">71 0 5958,'0'0'640,"18"63"866,-14-21-97,-4 2-672,0 1-321,-5 0-256,-10 1-128,-4-4-32,1-8-160,1-10-3139,-1-11-1954</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44.494"/>
    </inkml:context>
    <inkml:brush xml:id="br0">
      <inkml:brushProperty name="width" value="0.035" units="cm"/>
      <inkml:brushProperty name="height" value="0.035" units="cm"/>
    </inkml:brush>
  </inkml:definitions>
  <inkml:trace contextRef="#ctx0" brushRef="#br0">100 46 12716,'0'0'1287,"-7"7"-919,3-3-295,1-1 0,-1 1-1,1 0 1,0 1 0,0-1 0,0 0 0,0 1 0,1 0 0,0-1-1,0 1 1,0 0 0,0 0 0,1 0 0,0 0 0,0 0 0,0 10-1,1-8-60,0 0-1,0-1 1,1 1 0,0 0-1,0-1 1,1 1-1,-1-1 1,2 1-1,-1-1 1,1 0-1,3 7 1,-4-10-19,0 0 1,1-1-1,-1 1 1,1-1-1,-1 1 1,1-1-1,0 0 1,0 0-1,0 0 1,0 0-1,0 0 1,1-1 0,-1 0-1,0 1 1,1-1-1,-1 0 1,1-1-1,-1 1 1,1-1-1,0 1 1,-1-1-1,6-1 1,-6 1-21,-1 0 0,1-1 0,0 1 0,0-1 1,-1 1-1,1-1 0,-1 0 0,1 0 0,-1-1 0,1 1 0,-1 0 1,1-1-1,-1 1 0,0-1 0,0 0 0,0 0 0,0 0 1,2-2-1,0-1 7,-1 0 0,0 0 1,0 0-1,0 0 0,-1 0 0,0-1 1,0 1-1,2-10 0,-2 9 19,-1-1 0,1 1-1,-2-1 1,1 1 0,-1-1-1,0 1 1,0-1 0,-1 1-1,0-1 1,0 1 0,0-1-1,-1 1 1,0 0 0,0 0-1,-1 0 1,-5-10 0,3 10-5,-1 1 0,-1-1 0,1 1 0,-1 0 0,0 0 0,0 1 0,0 0-1,-1 0 1,1 1 0,-1 0 0,0 1 0,0-1 0,0 1 0,0 1 0,0-1 0,-1 2 0,1-1 0,0 1 0,0 0 0,-1 1 0,1 0 0,-13 3 0,6 5-765,8 1-4752</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44.653"/>
    </inkml:context>
    <inkml:brush xml:id="br0">
      <inkml:brushProperty name="width" value="0.035" units="cm"/>
      <inkml:brushProperty name="height" value="0.035" units="cm"/>
    </inkml:brush>
  </inkml:definitions>
  <inkml:trace contextRef="#ctx0" brushRef="#br0">0 7 7847,'0'0'3107,"56"-7"-2178,-25 9 96,3 22-288,0 13-161,-4 9-287,-7 13-129,-15 9-32,-8 11-96,-17 8-64,-20 1 32,-14-6-2787,-9-14-5316</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46.940"/>
    </inkml:context>
    <inkml:brush xml:id="br0">
      <inkml:brushProperty name="width" value="0.035" units="cm"/>
      <inkml:brushProperty name="height" value="0.035" units="cm"/>
    </inkml:brush>
  </inkml:definitions>
  <inkml:trace contextRef="#ctx0" brushRef="#br0">1 33 448,'0'0'929,"0"-5"-982,2-22-6,22 56-154,108 133 4083,-1-1 646,-98-116-3486,30 45-384,4-2 0,116 117 0,-51-79-300,-7 5 0,-5 5-1,130 193 1,-183-239 293,3-4 0,137 130 0,-123-132-469,-59-58 127,2-2-1,1 0 0,1-2 0,0-1 1,2-2-1,1 0 0,56 22 1,-74-35-231,1 0 1,-1 1-1,0 0 1,0 1-1,-1 1 1,0 0-1,0 1 1,-1 0-1,-1 1 1,0 0-1,0 1 1,17 25-1,-12-17 280,1 0-1,0-1 1,2-2-1,23 20 0,16 14 203,-43-37-535,-1 0 1,-1 1 0,0 1 0,-1 0 0,-1 0 0,-1 2 0,0-1 0,-1 1-1,12 36 1,-20-52-34,-1-1 0,0 1 0,1-1 0,-1 1 0,1-1 0,-1 1-1,1-1 1,0 0 0,-1 1 0,1-1 0,0 0 0,0 0 0,0 1-1,0-1 1,0 0 0,0 0 0,0 0 0,0 0 0,1 0 0,-1-1-1,2 2 1,0-6-1928,-3-19-2387</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48.188"/>
    </inkml:context>
    <inkml:brush xml:id="br0">
      <inkml:brushProperty name="width" value="0.035" units="cm"/>
      <inkml:brushProperty name="height" value="0.035" units="cm"/>
    </inkml:brush>
  </inkml:definitions>
  <inkml:trace contextRef="#ctx0" brushRef="#br0">187 173 3299,'0'0'4586,"-2"-4"-4255,2 3-317,0 0 1,-1 0-1,1 0 1,-1 0-1,1 0 1,-1 0-1,0 0 1,0 0-1,1 0 1,-1 0-1,0 1 1,0-1-1,0 0 1,0 0-1,0 1 1,0-1-1,0 0 1,0 1-1,0-1 1,0 1-1,0 0 1,0-1-1,0 1 1,0 0-1,-1 0 1,1 0-1,0-1 1,0 1-1,-2 1 1,-2-1 38,0 1 1,0 0 0,0 0-1,0 1 1,1-1 0,-1 1-1,-8 4 1,2 0 193,0 1-1,0 0 1,1 1-1,0 0 1,-17 17-1,24-20-189,-1 0 0,1 0 0,0 0-1,1 0 1,-1 1 0,1-1 0,0 1-1,0-1 1,1 1 0,-1 0 0,1 0-1,1 0 1,-1 0 0,1-1 0,0 1-1,0 0 1,1 0 0,0 0 0,0 0-1,0 0 1,3 7 0,-1-4-62,1 0 1,0-1-1,0 1 1,1-1-1,0 0 1,0-1 0,1 1-1,0-1 1,0 0-1,1-1 1,0 1-1,15 10 1,-21-16 3,0 0 0,0 0 0,0 0 0,0 0 0,0 0 0,0 0 0,1-1 1,-1 1-1,0 0 0,1-1 0,-1 1 0,0-1 0,1 1 0,-1-1 0,1 0 0,-1 0 0,0 0 0,1 1 1,-1-1-1,1 0 0,-1-1 0,1 1 0,-1 0 0,1 0 0,-1-1 0,0 1 0,1 0 0,-1-1 0,0 0 1,1 1-1,-1-1 0,0 0 0,0 0 0,1 1 0,-1-1 0,0 0 0,0 0 0,0 0 0,0 0 1,0-1-1,0 1 0,-1 0 0,1 0 0,0-1 0,-1 1 0,1 0 0,-1-1 0,1 1 0,-1 0 0,1-1 1,-1 1-1,0-3 0,3-11 5,-1 0 0,0 0 0,-2 0 0,0-17 0,-1 18-30,1-20 120,-2 1-1,-2 0 0,-1 0 0,-1 0 0,-2 0 0,-1 1 0,-2 0 0,-22-45 1,33 77-37,0 0 1,0 0 0,0 0 0,0 0 0,0 0 0,-1 0 0,1 0 0,0 0 0,0 0 0,0 0 0,0 0 0,0 0 0,0 0-1,0 0 1,0 0 0,0 0 0,0 0 0,0 0 0,0 0 0,0 0 0,-1 0 0,1 0 0,0 0 0,0 0 0,0 0 0,0 0-1,0 0 1,0 0 0,0 0 0,4 17 232,9 24-406,6 1 114,1-1 0,3 0 0,1-2 0,32 40 0,-39-58-1082,1-1 0,28 24 0,-28-31-3502</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48.901"/>
    </inkml:context>
    <inkml:brush xml:id="br0">
      <inkml:brushProperty name="width" value="0.035" units="cm"/>
      <inkml:brushProperty name="height" value="0.035" units="cm"/>
    </inkml:brush>
  </inkml:definitions>
  <inkml:trace contextRef="#ctx0" brushRef="#br0">1 62 4132,'0'0'3128,"0"-8"-3053,0 4-70,1 0 1,-1 1-1,0-1 0,1 1 1,0-1-1,0 1 0,0-1 1,2-3-1,-2 5-4,0 1-1,0 0 1,0 0-1,0 0 1,0 0-1,0 0 1,0 0-1,0 0 1,0 0-1,1 0 1,-1 0-1,0 1 1,1-1-1,-1 0 1,1 1-1,-1-1 1,0 1-1,1 0 1,-1-1-1,1 1 1,-1 0-1,1 0 1,-1 0-1,1 0 1,-1 0-1,1 0 1,-1 0-1,1 1 1,-1-1-1,3 1 1,-2 0 2,0 1 1,0-1-1,-1 0 1,1 0-1,0 1 1,-1-1-1,1 1 0,-1 0 1,1-1-1,-1 1 1,0 0-1,1 0 1,-1 0-1,0 0 0,0 0 1,-1 0-1,1 0 1,0 0-1,-1 0 0,1 0 1,-1 1-1,1 2 1,4 51 82,-5-25-54,-2-1 0,-11 57-1,10-69-8,2-17-21,1 0 0,0 0 0,-1 0 1,1 0-1,0 0 0,0 0 0,0 0 0,0 0 1,0 0-1,0 0 0,0 0 0,0 0 0,0 0 0,0 0 1,0 0-1,1 0 0,-1 0 0,0 0 0,1 0 0,-1-1 1,1 1-1,-1 0 0,1 0 0,-1 0 0,1 0 1,-1-1-1,1 1 0,1 1 0,0-2 12,1 1 0,-1-1 0,0 0 0,1 0 0,-1 0 0,1 0 0,-1 0 0,0-1 0,1 1 0,-1-1 0,0 1 0,4-3 0,169-64 501,-60 19-287,-45 21-277,-5-1-116</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50.631"/>
    </inkml:context>
    <inkml:brush xml:id="br0">
      <inkml:brushProperty name="width" value="0.035" units="cm"/>
      <inkml:brushProperty name="height" value="0.035" units="cm"/>
    </inkml:brush>
  </inkml:definitions>
  <inkml:trace contextRef="#ctx0" brushRef="#br0">0 1 4933,'0'0'4537,"1"10"-3389,3 34 110,3 1 0,14 51 0,-10-53-1241,-1 1 1,-3 0-1,2 52 1,-9-95-75,0 1 1,0-1 0,0 0 0,-1 0 0,1 0-1,0 0 1,0 0 0,-1 0 0,1 0-1,0-1 1,-1 1 0,1 0 0,-1 0 0,1 0-1,-1 0 1,0 0 0,1-1 0,-1 1-1,0 0 1,1 0 0,-2 0 0,1 0-207,0-1 0,0 1 0,0-1 0,0 0 0,-1 1 0,1-1 0,0 0 0,0 0 0,0 1 0,0-1 0,0 0 0,0 0 0,0 0 0,-1 0 0,1-1 0,0 1 0,0 0 0,0 0 0,-1-1 0,-10-7-4115</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49:51.040"/>
    </inkml:context>
    <inkml:brush xml:id="br0">
      <inkml:brushProperty name="width" value="0.035" units="cm"/>
      <inkml:brushProperty name="height" value="0.035" units="cm"/>
    </inkml:brush>
  </inkml:definitions>
  <inkml:trace contextRef="#ctx0" brushRef="#br0">0 204 6566,'4'-9'278,"5"-12"733,1-1-1,1 1 1,24-35 0,-30 50-786,-1 0 0,1 0 1,1 1-1,-1 0 0,1 0 0,0 0 1,0 0-1,0 1 0,1 0 1,-1 0-1,1 1 0,0 0 1,0 0-1,0 0 0,1 1 1,-1 0-1,9-1 0,-8 3-201,0-1 0,0 2 0,0-1 0,0 1 0,0 0 0,0 0 0,-1 1 0,1 0 0,0 1 1,-1 0-1,0 0 0,0 0 0,0 1 0,11 7 0,-14-8-28,0 0 0,-1 0 0,1 1 1,-1-1-1,1 1 0,-1 0 0,-1 0 1,1 0-1,0 0 0,-1 1 0,0-1 1,0 1-1,0-1 0,-1 1 1,1 0-1,-1 0 0,0 0 0,-1-1 1,1 1-1,-1 0 0,0 0 0,0 0 1,0 0-1,-2 9 0,0-10-9,0 0 0,0 1 0,0-1 0,0 0 0,0 0 0,-1 0-1,0 0 1,0 0 0,0-1 0,0 1 0,0-1 0,-1 0 0,0 0 0,1 0 0,-1 0 0,0-1 0,0 0 0,-1 1 0,-8 2-1,-8 3-234,-1 0 0,-37 6 0,53-13 160,-16 3-178,-11 1 49,29-3 216,17 1 106,7 0-56,1 0 1,-1 2 0,0 1 0,-1 0 0,1 2-1,-1 0 1,27 16 0,10 11 65,52 43 1,-2 0-297,-79-63-807</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1:23.665"/>
    </inkml:context>
    <inkml:brush xml:id="br0">
      <inkml:brushProperty name="width" value="0.035" units="cm"/>
      <inkml:brushProperty name="height" value="0.035" units="cm"/>
    </inkml:brush>
  </inkml:definitions>
  <inkml:trace contextRef="#ctx0" brushRef="#br0">1105 21 6470,'0'0'118,"-9"-1"-54,-171-17 1959,160 17-1943,-1 0-1,1 1 1,0 1-1,-1 1 1,1 1 0,0 1-1,1 1 1,-1 0 0,-26 12-1,-4 6 22,1 2 0,-56 38 1,37-18 197,2 3-1,2 3 1,-72 74 0,120-108-193,2 1 1,0 0-1,1 1 0,1 1 0,1 0 0,1 0 0,0 1 0,2 0 0,0 1 0,1 0 1,2 0-1,-4 26 0,1 26 280,3 1 0,5 101 0,1-141-174,1 2-114,1 0 1,2 0 0,2 0 0,18 60-1,-17-72-17,2-1-1,0 0 1,2 0-1,0-1 0,2 0 1,1-1-1,23 28 1,-18-32 48,0-1 0,1-1 1,0-1-1,2-1 0,-1 0 0,27 10 1,-7-3-133,-2-1 37,0-1 0,1-3 0,0-1 0,1-2 0,50 8 0,-19-10 77,0-3 1,95-2 0,-137-6-84,0-1 0,-1-1 0,1-2 0,-1-1 0,1-1 0,-2-1 0,1-2 0,-1-2 0,0 0 0,-1-2 0,40-24 0,-34 14 160,-1-2-1,-2-1 1,0-2-1,31-37 1,-8 2-19,49-76 0,-94 126-144,0 0 0,0-1 1,-1 0-1,-1-1 0,-1 1 0,0-1 0,0-1 0,-2 1 0,0-1 0,-1 0 0,0 1 0,-1-1 0,-1-1 1,-1 1-1,0 0 0,-1 0 0,0 0 0,-2 0 0,-5-21 0,-18-39-24,-3 1 0,-3 1 0,-4 1 0,-73-111 0,50 79 25,42 71-7,-2 1 0,-1 0 0,-48-57 0,53 73-11,0 2 0,-1 0 1,-1 0-1,-1 2 0,0 0 0,-36-19 1,40 27-19,1-1 1,-1 2 0,0-1-1,0 2 1,0 0 0,0 1 0,0 0-1,-1 1 1,1 1 0,-1 0 0,-23 4-1,-120 32-3796,76-26-3870</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1:31.289"/>
    </inkml:context>
    <inkml:brush xml:id="br0">
      <inkml:brushProperty name="width" value="0.035" units="cm"/>
      <inkml:brushProperty name="height" value="0.035" units="cm"/>
    </inkml:brush>
  </inkml:definitions>
  <inkml:trace contextRef="#ctx0" brushRef="#br0">5111 707 320,'0'0'3929,"16"-18"-2642,-17 15-1177,0 0 1,0-1-1,0 1 1,0 0-1,0 0 1,-1-1-1,1 1 1,-1 0-1,0 1 1,0-1-1,0 0 1,-1 0-1,1 1 1,-1-1-1,1 1 1,-1 0-1,0 0 1,-3-2-1,-1-1-5,0 0 0,0 1 0,0 0 0,-1 0 0,0 1 1,-12-4-1,-8 2-78,0 1 1,0 2-1,0 0 1,-40 4 0,-112 21 20,-20 20-20,84-16-15,-139 13 0,-694 96-899,876-120 740,-128 28-2322,-200 72 0,234-59 2558,-143 57-465,255-90 413,0 2 0,2 3-1,-72 52 1,15-3 1283,-169 92 1,220-138-1078,2 3 1,1 3 0,1 2-1,-51 50 1,70-56 381,3 3 0,0 0 0,3 2 0,1 2 0,2 0 0,-27 56 0,-215 555 1872,169-390-2301,-52 156-9,115-276-170,-18 151 1,3-11-8,26-157 34,6 2 0,5 0 1,2 141-1,14-174 3,4 0 1,21 114-1,-17-161 62,2 0 1,2-2-1,2 1 1,2-2-1,2 0 1,33 54-1,111 145 345,-136-209-376,1-2 0,2 0-1,2-2 1,61 45 0,424 236 394,-432-264-343,139 87 32,38 20 289,-199-121-257,2-3 1,87 28-1,229 35 442,7-28-260,-379-64-374,227 28 327,398-3 0,238-63-119,-858 36-213,374-31 94,-3-18 0,661-172 0,-686 124 6,570-163 527,-17-52-208,-784 256-309,-2-4 0,-3-7 1,191-136-1,-149 76 116,271-268 0,-382 337-209,-2-1 0,-3-3 1,-2-2-1,-3-2 0,-4-2 0,35-77 0,-48 81-23,-3-1-1,-3-2 0,-3 0 0,-2-1 1,-4 0-1,-3-1 0,2-81 0,-13 71 9,-4 1-1,-2-1 1,-5 2-1,-2-1 0,-4 2 1,-4 0-1,-3 2 1,-3 0-1,-43-81 0,-2 21-2,-5 3 0,-6 4 0,-182-213 0,112 172-6,-8 7-1,-6 7 0,-6 7 1,-7 9-1,-6 7 0,-6 8 1,-4 10-1,-6 7 0,-231-84 1,-800-199-39,-30 100-623,917 215 170,-173-27-2350,172 43-3072,146 25-786</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0:06.949"/>
    </inkml:context>
    <inkml:brush xml:id="br0">
      <inkml:brushProperty name="width" value="0.035" units="cm"/>
      <inkml:brushProperty name="height" value="0.035" units="cm"/>
    </inkml:brush>
  </inkml:definitions>
  <inkml:trace contextRef="#ctx0" brushRef="#br0">0 0 1185,'68'515'12686,"38"-7"-10003,137 897 1401,-173-1001-2779,182 588 1,-42-153-1007,-189-751-240,4-1 0,38 88 1,-39-121-307,3 0 0,1-1 0,3-2 0,40 50 0,-43-71-3111,-7-21-4500</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0:08.274"/>
    </inkml:context>
    <inkml:brush xml:id="br0">
      <inkml:brushProperty name="width" value="0.035" units="cm"/>
      <inkml:brushProperty name="height" value="0.035" units="cm"/>
    </inkml:brush>
  </inkml:definitions>
  <inkml:trace contextRef="#ctx0" brushRef="#br0">46 1299 5445,'-28'-4'797,"27"4"-706,0-1-1,0 1 0,0 0 0,0-1 0,1 1 0,-1 0 0,0-1 0,0 1 0,0-1 1,0 0-1,1 1 0,-1-1 0,0 0 0,1 1 0,-1-1 0,0 0 0,1 0 0,-1 1 1,1-1-1,-1 0 0,1 0 0,0 0 0,-1 0 0,1 0 0,0 0 0,-1 0 1,1-1-1,4 0-40,-1 1 0,1 0 1,0-1-1,0 1 0,-1 0 0,1 1 1,0-1-1,0 1 0,0 0 1,0 0-1,6 1 0,-2-2 3,835-76 169,-360 26 240,813-64 1556,520-50-1143,-7-36-576,94-5 1779,3 49-766,-1591 134-1271,491-44 71,-13-60-196,-787 126 52,8-1-202,0-2 0,-1 1 0,1-1-1,-1-1 1,0 0 0,21-13 0,4-16-3802</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0:22.933"/>
    </inkml:context>
    <inkml:brush xml:id="br0">
      <inkml:brushProperty name="width" value="0.035" units="cm"/>
      <inkml:brushProperty name="height" value="0.035" units="cm"/>
    </inkml:brush>
  </inkml:definitions>
  <inkml:trace contextRef="#ctx0" brushRef="#br0">2008 659 833,'0'0'6614,"-3"-2"-6374,-12-5-211,-4-5 2412,19 11-2402,0 0 1,0 1-1,0-1 1,0 0 0,1 0-1,-1 0 1,0 0-1,0 0 1,1 1-1,-1-1 1,1 0 0,-1 0-1,1 0 1,-1 1-1,1-1 1,-1 0 0,1 1-1,0-1 1,-1 0-1,1 1 1,0-1-1,0 1 1,-1-1 0,1 1-1,0 0 1,0-1-1,0 1 1,0 0-1,1-1 1,57-29 353,1 2-1,1 3 0,2 2 1,79-17-1,9-4 38,1-8-125,226-61 329,750-69-234,-899 151-325,-36 5 171,2 9-1,295 10 1,-382 19-122,156 38 1,-99-16 16,80 15 87,-2 10 1,-3 11-1,-3 10 1,350 172-1,-552-233-214,0 2 1,-2 1-1,0 2 0,-2 1 0,0 2 1,-2 0-1,-1 2 0,37 50 0,174 203 184,-180-214-91,66 98-1,-118-154-93,0 0-1,-1 1 1,-1 0-1,0 0 1,0 0-1,-2 1 1,0-1-1,0 1 1,1 20-1,-2 16 79,-6 65 0,2-75-61,1-16-23,-15 187 133,12-182-119,-2 1 0,0-1-1,-2 1 1,-22 52 0,15-54-16,-1-1 1,-1 0-1,-1-1 1,-41 45-1,-101 83 42,18-20-31,60-47-30,-202 198 34,237-247-24,-2-1 1,-1-3-1,-2-2 1,-74 33 0,-235 75-12,174-90 26,-324 46 1,254-55-3,-231 7 44,69-12-10,-339 64-11,-211 11-23,698-82 14,-96-1 14,-710-40 1,904 0 340,-182-36 0,297 37-282,1-3-1,1-3 1,0-2 0,1-2-1,1-3 1,2-2-1,-51-34 1,83 45-97,1 0-1,0-2 1,2 0 0,0-1-1,1-1 1,-25-37 0,14 13-5,3-1 0,-26-61 0,41 84 1,2 0 1,0 0-1,1-1 0,2 0 0,0 0 0,1 0 1,1 0-1,1-1 0,4-43 0,2 36-2,1 0 1,1 1-1,2 0 0,1 1 0,1 0 0,27-50 0,-10 19 0,-3-1-1,-2-1 1,22-99 0,-32 103 0,3 1 0,2 1 0,3 1 0,53-101 0,158-153-56,-115 164 30,-49 59-5,3 3 1,136-120-1,-144 149 35,3 4 0,2 2 0,2 3 0,84-39 0,-34 30 47,1 6-1,168-43 1,264-17-100,-499 100-55,-15 3-264,0-2-1,0-1 0,-1-2 0,0-1 0,55-24 1,-4-20-4382</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0:24.937"/>
    </inkml:context>
    <inkml:brush xml:id="br0">
      <inkml:brushProperty name="width" value="0.035" units="cm"/>
      <inkml:brushProperty name="height" value="0.035" units="cm"/>
    </inkml:brush>
  </inkml:definitions>
  <inkml:trace contextRef="#ctx0" brushRef="#br0">0 102 2114,'0'0'2194,"4"-7"-1084,46-76 775,-45 71-354,0 35-879,18 25 1031,58 88-1,-22-38-1128,-8-7-321,-4 3 0,-4 2 0,-4 1 0,-5 2 0,42 204 0,-72-274-376,4 27 225,4-28-3202,-7-26-1808</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0:50.372"/>
    </inkml:context>
    <inkml:brush xml:id="br0">
      <inkml:brushProperty name="width" value="0.035" units="cm"/>
      <inkml:brushProperty name="height" value="0.035" units="cm"/>
    </inkml:brush>
  </inkml:definitions>
  <inkml:trace contextRef="#ctx0" brushRef="#br0">1 1 1313,'0'0'-1313</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0:50.789"/>
    </inkml:context>
    <inkml:brush xml:id="br0">
      <inkml:brushProperty name="width" value="0.035" units="cm"/>
      <inkml:brushProperty name="height" value="0.035" units="cm"/>
    </inkml:brush>
  </inkml:definitions>
  <inkml:trace contextRef="#ctx0" brushRef="#br0">134 143 833,'0'0'891,"4"-9"-21,26-47-567,6-8 2678,-44 79-2169,-2 0 0,-19 23 0,0-1-419,22-27-289,0 3-3,-1-1 0,-1 0 0,0-1 1,-1 0-1,0 0 0,0-1 0,-1-1 0,-15 11 0,26-20-45,-1 1-1,1-1 0,-1 0 0,1 1 1,-1-1-1,1 0 0,-1 0 1,1 1-1,-1-1 0,1 0 1,-1 0-1,1 0 0,-1 0 0,1 0 1,-1 0-1,0 0 0,1 0 1,-1 0-1,1 0 0,-1 0 1,1 0-1,-1 0 0,1 0 0,-1 0 1,1-1-1,-1 1 0,1 0 1,-1 0-1,1-1 0,-1 1 1,1 0-1,-1-1 0,1 1 0,-1-1 1,-2-21 577,15-27-447,-2 24-139,0 0 0,2 1 0,1 0 0,29-40 0,-41 64-48,-1-1 0,1 1 1,-1 0-1,1-1 0,-1 1 1,1 0-1,-1-1 0,1 1 0,0 0 1,-1 0-1,1 0 0,-1-1 1,1 1-1,0 0 0,-1 0 1,1 0-1,0 0 0,-1 0 0,1 0 1,0 0-1,-1 0 0,1 1 1,0-1-1,-1 0 0,1 0 1,-1 0-1,1 1 0,0-1 0,-1 0 1,1 1-1,-1-1 0,1 0 1,-1 1-1,1-1 0,-1 1 1,1-1-1,-1 1 0,0-1 1,1 1-1,0 0 0,24 33 4,-10-14-15,-3-9-29,1-1 0,0-1-1,1 0 1,0-1-1,0 0 1,1-1 0,0-1-1,0 0 1,0-1 0,1-1-1,0 0 1,0-1-1,0-1 1,0 0 0,20-1-1,31-8-3513</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0:51.493"/>
    </inkml:context>
    <inkml:brush xml:id="br0">
      <inkml:brushProperty name="width" value="0.035" units="cm"/>
      <inkml:brushProperty name="height" value="0.035" units="cm"/>
    </inkml:brush>
  </inkml:definitions>
  <inkml:trace contextRef="#ctx0" brushRef="#br0">1 1 10890,'0'0'225,"44"0"-129,-14 0-64,8 11-32,1 7 0,3 3-32,-1 2 32,2 1-32,-4-2 32,-1 3-32,-2-4-65,-6-4-255,-3-3-1986,-4-12-2146</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0:51.649"/>
    </inkml:context>
    <inkml:brush xml:id="br0">
      <inkml:brushProperty name="width" value="0.035" units="cm"/>
      <inkml:brushProperty name="height" value="0.035" units="cm"/>
    </inkml:brush>
  </inkml:definitions>
  <inkml:trace contextRef="#ctx0" brushRef="#br0">209 1 14382,'0'0'-577,"-45"17"897,20-3-224,2 17 1,-4 16-129,1 4-65,-4-3-319,-2-9-5061</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0:52.485"/>
    </inkml:context>
    <inkml:brush xml:id="br0">
      <inkml:brushProperty name="width" value="0.035" units="cm"/>
      <inkml:brushProperty name="height" value="0.035" units="cm"/>
    </inkml:brush>
  </inkml:definitions>
  <inkml:trace contextRef="#ctx0" brushRef="#br0">90 0 6086,'0'0'1607,"8"4"-1271,97 43 43,216 66 0,-321-114-334,1 1 0,-1 0 0,1 0 0,0 0 0,-1 0 0,1 0 0,-1 0 0,1 0 0,-1 0 0,1 1 0,-1-1 0,1 0 0,-1 0 0,1 0 0,-1 1 0,1-1 0,-1 0 0,1 0 0,-1 1 0,1-1 0,-1 0 0,0 1 0,1-1 0,-1 1 0,1-1 0,-1 0 0,0 1 0,1-1 0,-1 1 0,0-1 0,0 1 0,0-1 0,1 1 0,-1-1 0,0 1 0,0-1 0,0 1 0,0-1 0,0 1 0,0 0 0,0-1 0,0 1 0,0-1-1,0 1 1,0-1 0,0 1 0,0-1 0,0 1 0,-1-1 0,1 1 0,0-1 0,0 1 0,-1-1 0,1 1 0,0-1 0,-1 1 0,-26 21 1861,25-20-1902,-219 173 2086,17-12-5713,123-110-7272</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0:53.345"/>
    </inkml:context>
    <inkml:brush xml:id="br0">
      <inkml:brushProperty name="width" value="0.035" units="cm"/>
      <inkml:brushProperty name="height" value="0.035" units="cm"/>
    </inkml:brush>
  </inkml:definitions>
  <inkml:trace contextRef="#ctx0" brushRef="#br0">560 0 4516,'0'0'1378,"-10"8"-871,-227 183 2374,175-147-2416,-1-2 0,-79 39 0,119-73-175,1 0 76,22-6 97,13-1 329,22 1-729,0 1 1,0 1-1,-1 3 1,0 0-1,0 2 1,0 2-1,-1 1 1,51 26-1,7 11-72,-56-29-427,1-1 1,0-2 0,60 19-1,-8-21-7000</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0:54.759"/>
    </inkml:context>
    <inkml:brush xml:id="br0">
      <inkml:brushProperty name="width" value="0.035" units="cm"/>
      <inkml:brushProperty name="height" value="0.035" units="cm"/>
    </inkml:brush>
  </inkml:definitions>
  <inkml:trace contextRef="#ctx0" brushRef="#br0">158 25 2594,'0'0'1805,"-8"-5"-1084,5 3-683,1 0 38,1 0 0,-1 1 0,0-1 0,0 1 0,0-1 0,-1 1 0,1 0 1,0 0-1,0 0 0,-1 0 0,1 1 0,0-1 0,-1 0 0,1 1 0,-1 0 1,1-1-1,-1 1 0,1 0 0,-1 0 0,1 1 0,-1-1 0,1 0 1,0 1-1,-1 0 0,1-1 0,-1 1 0,1 0 0,0 0 0,0 0 0,0 1 1,0-1-1,-1 0 0,-1 3 0,-3 4 70,0-1 1,1 2-1,0-1 1,0 1-1,1 0 0,0 0 1,1 0-1,0 0 1,0 1-1,1 0 0,0 0 1,1 0-1,0 0 1,1 0-1,0 1 0,0-1 1,1 0-1,0 1 1,1-1-1,0 0 0,1 0 1,4 15-1,-4-17-170,0 1 0,1-1 1,0 0-1,0 1 0,1-1 0,0-1 0,0 1 0,1 0 0,0-1 0,0 0 1,1 0-1,0-1 0,0 0 0,1 0 0,0 0 0,0 0 0,0-1 0,0-1 1,1 1-1,0-1 0,0 0 0,0-1 0,0 0 0,1 0 0,-1-1 0,12 2 1,16-3-1755,-1-3-1628</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0:55.083"/>
    </inkml:context>
    <inkml:brush xml:id="br0">
      <inkml:brushProperty name="width" value="0.035" units="cm"/>
      <inkml:brushProperty name="height" value="0.035" units="cm"/>
    </inkml:brush>
  </inkml:definitions>
  <inkml:trace contextRef="#ctx0" brushRef="#br0">85 1 9161,'0'0'128,"-8"5"133,2 0-207,0 0 0,0 0 0,0 0 0,1 1 0,0-1 0,0 1 0,0 1 0,1-1 0,0 1 0,0 0 0,1 0 0,0 0 0,0 0 0,0 0 0,1 1 0,0-1-1,1 1 1,-2 8 0,3-4-13,-1 0 0,2 0 0,-1-1 0,2 1 1,-1 0-1,2-1 0,3 12 0,-6-20-39,1 0 0,0-1 0,-1 1 0,1 0 0,0-1 0,1 1 0,-1-1 0,0 1 0,1-1 0,-1 0 0,1 0 0,0 0 0,0 0 0,0 0 0,0 0 0,0 0 0,0 0 0,0-1 0,1 1 0,-1-1 0,1 0 0,-1 0 0,1 0 0,-1 0 0,1 0 0,0 0 0,-1-1 0,1 1 0,0-1 0,0 0 0,-1 1 0,1-1 0,0-1 0,0 1 0,3-1 0,-3 0 1,0-1 0,-1 1 0,1-1 0,-1 1 0,0-1 0,1 0 0,-1 0 0,0 0 0,0 0 0,0 0 0,0 0 0,-1-1 0,1 1 0,-1-1 0,1 1 0,-1-1 0,0 0 0,0 1 0,0-1 0,0 0 0,-1 0 0,2-4 0,6-67-35,-8 67-4,1-6 18,-1-1-1,0 1 1,-1-1 0,-4-17 0,5 29 1,-1 0 1,1 0-1,0 0 0,-1 0 0,0 0 1,1 0-1,-1 0 0,0 0 0,0 0 1,0 1-1,0-1 0,-1 0 0,1 1 1,0-1-1,-1 1 0,1-1 0,-1 1 1,1-1-1,-1 1 0,0 0 0,1 0 1,-1 0-1,0 0 0,0 0 0,0 1 1,0-1-1,0 0 0,0 1 0,0 0 1,0-1-1,0 1 0,0 0 0,0 0 1,0 0-1,0 0 0,0 0 0,-2 1 1,1 0-185,1 0 1,0 0-1,0 0 1,0 1-1,0-1 1,0 1-1,0-1 1,1 1 0,-1 0-1,0-1 1,1 1-1,-1 0 1,1 0-1,0 0 1,0 0-1,0 1 1,0-1-1,0 0 1,0 0-1,0 1 1,1-1-1,-1 0 1,1 1 0,-1-1-1,1 0 1,0 1-1,0-1 1,1 3-1,-2 15-4107</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0:55.237"/>
    </inkml:context>
    <inkml:brush xml:id="br0">
      <inkml:brushProperty name="width" value="0.035" units="cm"/>
      <inkml:brushProperty name="height" value="0.035" units="cm"/>
    </inkml:brush>
  </inkml:definitions>
  <inkml:trace contextRef="#ctx0" brushRef="#br0">35 0 4644,'0'0'193,"27"46"575,-20-16 129,-7 6-545,0 0-255,-7 2-97,-6-4-32,-5-3 32,1-12-257,3-10-2241</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0:55.579"/>
    </inkml:context>
    <inkml:brush xml:id="br0">
      <inkml:brushProperty name="width" value="0.035" units="cm"/>
      <inkml:brushProperty name="height" value="0.035" units="cm"/>
    </inkml:brush>
  </inkml:definitions>
  <inkml:trace contextRef="#ctx0" brushRef="#br0">58 78 9865,'0'0'550,"-4"11"-21,-2 6-193,0 1 1,1-1-1,1 1 1,-4 35-1,8-48-297,0 0 1,0-1-1,0 1 0,1 0 0,0 0 0,0-1 1,0 1-1,0-1 0,0 1 0,1-1 0,0 1 1,3 3-1,-4-5-40,1-1 1,0 0 0,1 0-1,-1 0 1,0 0-1,0 0 1,1 0 0,-1-1-1,1 1 1,0-1-1,-1 1 1,1-1 0,0 0-1,0 0 1,0-1-1,0 1 1,0 0 0,-1-1-1,1 0 1,0 0-1,5 0 1,-6 0-2,0 0 0,0 0 1,0 0-1,0-1 0,0 1 0,0-1 0,0 0 0,0 1 0,0-1 1,0 0-1,0 0 0,0 0 0,-1 0 0,1 0 0,0-1 1,-1 1-1,1 0 0,-1-1 0,0 1 0,1-1 0,1-3 1,0 0-8,-1 0 0,1 0 0,-1 0 0,0-1 1,-1 1-1,1 0 0,-1-1 0,1-6 0,-1-3-28,0 0-1,-1 0 0,-1 0 0,0 0 0,-4-22 0,3 30 30,-1 0 0,1 0 0,-1 0 1,0 0-1,-1 0 0,1 0 0,-1 1 0,-1 0 0,1 0 0,-10-9 0,11 12-187,0 0 0,-1 0 0,1 0 1,-1 0-1,0 1 0,0 0 0,0-1 0,0 2 0,-1-1 0,1 0 0,0 1 0,-1 0 0,1 0 0,-1 0 0,1 0 1,-1 1-1,1 0 0,-9 0 0,12 0 69,0 1 1,0-1-1,0 0 1,0 0-1,0 0 0,1 1 1,-1-1-1,0 0 1,0 1-1,0-1 1,0 1-1,0-1 0,1 1 1,-1 0-1,0-1 1,0 1-1,1 0 1,-1-1-1,0 1 0,1 0 1,-1 0-1,0 1 1,-2 7-1589</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0:55.753"/>
    </inkml:context>
    <inkml:brush xml:id="br0">
      <inkml:brushProperty name="width" value="0.035" units="cm"/>
      <inkml:brushProperty name="height" value="0.035" units="cm"/>
    </inkml:brush>
  </inkml:definitions>
  <inkml:trace contextRef="#ctx0" brushRef="#br0">0 1 8808,'0'0'32,"62"34"417,-32 0 448,-4 16-65,-11 11-639,-9 7-129,-6 8-64,-26 2 0,-13 0-353,-8-12-3234</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1:08.310"/>
    </inkml:context>
    <inkml:brush xml:id="br0">
      <inkml:brushProperty name="width" value="0.035" units="cm"/>
      <inkml:brushProperty name="height" value="0.035" units="cm"/>
    </inkml:brush>
  </inkml:definitions>
  <inkml:trace contextRef="#ctx0" brushRef="#br0">46 95 5125,'0'0'2044,"-5"-9"-1200,-13-25-294,17 32-505,1 1 0,-1 0 1,1-1-1,-1 1 0,1 0 1,0-1-1,0 1 0,0 0 1,0-1-1,0 1 0,0-1 1,0 1-1,0 0 0,0-1 1,1 1-1,-1 0 0,0-1 1,1 1-1,-1 0 0,1-1 1,0 1-1,-1 0 0,1 0 1,0 0-1,0 0 0,0-1 1,0 1-1,0 0 0,0 1 1,0-1-1,0 0 0,0 0 1,0 0-1,0 1 0,1-1 0,-1 0 1,0 1-1,0-1 0,1 1 1,-1 0-1,2-1 0,1 0 4,-1 0 0,1 0 0,-1 0 0,1 1 0,-1-1 0,1 1 0,-1 0 0,1 0 0,0 0 0,-1 0 0,1 1 0,0-1 0,5 3 0,-8-3-44,1 1 0,0 0 0,0 0 1,-1 0-1,1 0 0,-1 1 0,1-1 1,-1 0-1,1 0 0,-1 1 0,0-1 0,0 1 1,0-1-1,0 1 0,0 0 0,0-1 0,0 1 1,0 0-1,-1 0 0,1 0 0,-1 0 0,1-1 1,-1 1-1,0 0 0,1 0 0,-1 0 0,0 0 1,0 0-1,-1 0 0,1 0 0,0 0 0,-1 0 1,1-1-1,-1 1 0,1 0 0,-1 0 0,-1 2 1,-1 1 21,0 0 1,-1 0 0,1 0-1,-1-1 1,0 1 0,0-1-1,0 0 1,-1 0-1,1-1 1,-11 7 0,12-8-15,0-1 0,0 1-1,-1-1 1,1 1 0,-1-1 0,1 0 0,-1 0 0,1 0 0,-1-1 0,1 1 0,-1-1 0,0 0 0,1 0 0,-6-1 0,8 1 0,1 0 0,-1-1 0,0 1 0,0 0 0,1-1 0,-1 1 0,0-1 0,1 1 0,-1-1 0,0 1 0,1-1 0,-1 1 0,1-1 0,-1 1 0,0-1 0,1 0 0,0 1 0,-1-1 0,1 0 0,-1 0 0,1 1 0,0-1 1,0 0-1,-1-1 0,1 0 10,0-1 1,0 1 0,0 0-1,0-1 1,1 1 0,-1-1-1,1 1 1,-1 0 0,1-1-1,0 1 1,0 0-1,2-3 1,-3 2-15,2 1-1,-1-1 1,0 1-1,0 0 1,1-1-1,0 1 1,-1 0-1,1 0 1,0 0 0,0 0-1,0 0 1,0 0-1,0 0 1,0 1-1,1-1 1,-1 1-1,1 0 1,-1 0-1,1 0 1,-1 0 0,1 0-1,0 0 1,-1 1-1,1-1 1,0 1-1,-1 0 1,1-1-1,0 1 1,0 1-1,-1-1 1,1 0-1,0 1 1,0-1 0,-1 1-1,1 0 1,0 0-1,-1 0 1,1 0-1,-1 0 1,0 1-1,1-1 1,-1 1-1,0-1 1,0 1 0,0 0-1,0 0 1,0 0-1,0 0 1,-1 0-1,1 1 1,0-1-1,-1 0 1,0 1-1,0-1 1,0 1-1,0 0 1,0-1 0,0 1-1,-1 0 1,1-1-1,-1 1 1,0 0-1,1 0 1,-2 4-1,2-4 33,-1 0-1,0 0 1,0 0-1,0 0 1,-1 0-1,1 0 0,-1 0 1,1 0-1,-1 0 1,0-1-1,0 1 1,0 0-1,-1 0 0,1-1 1,-1 1-1,1-1 1,-1 1-1,0-1 1,-2 3-1,1-3-8,-1 0 0,1 0 0,-1 0-1,0-1 1,0 1 0,1-1 0,-1 0 0,0 0 0,0 0-1,0-1 1,0 1 0,0-1 0,-8 0 0,11 0-20,0 0 0,-1 0-1,1 0 1,0-1 0,0 1 0,0 0 0,0-1 0,0 1-1,0 0 1,0-1 0,0 1 0,0-1 0,0 0 0,0 1 0,0-1-1,0 0 1,0 1 0,0-1 0,1 0 0,-1 0 0,0 0-1,1 0 1,-1 0 0,0 0 0,1 0 0,-1 0 0,1 0-1,0 0 1,-1 0 0,1 0 0,0 0 0,-1 0 0,1 0 0,0-1-1,0 1 1,0 0 0,0 0 0,0 0 0,0 0 0,1 0-1,-1-1 1,0 1 0,1 0 0,-1-1 0,1-2 3,0 1 0,0 0 0,0-1 0,0 1 0,1 0 0,-1 0 0,1 0 0,-1 0 0,1 0 0,0 0 0,0 1 0,1-1 0,-1 0 0,4-2 0,-3 3-14,0 0 1,0 0-1,0 1 0,1-1 1,-1 1-1,0 0 1,1 0-1,-1 0 0,1 1 1,-1-1-1,0 1 1,1 0-1,0 0 0,-1 0 1,0 0-1,1 1 0,-1-1 1,1 1-1,-1 0 1,1 0-1,-1 0 0,0 0 1,0 1-1,0-1 1,1 1-1,-2 0 0,1 0 1,0 0-1,0 0 0,-1 0 1,4 4-1,-2-1 2,0-1 1,-1 1-1,0-1 0,1 1 1,-2 0-1,1 1 0,-1-1 1,1 0-1,-2 1 0,1-1 0,0 1 1,-1-1-1,0 1 0,-1 0 1,1-1-1,-1 1 0,0 0 0,-1 9 1,0-13 17,0 0-1,0 1 1,0-1 0,0 0 0,0 0 0,-1 0 0,1 0 0,-1 0 0,1 0 0,-1-1 0,0 1-1,0 0 1,1-1 0,-1 1 0,0-1 0,0 0 0,-1 0 0,1 1 0,0-1 0,0-1-1,-1 1 1,1 0 0,0 0 0,-1-1 0,1 0 0,0 1 0,-1-1 0,1 0 0,-5-1 0,3 2-2,0-1 1,0 0 0,0 0 0,0-1-1,0 1 1,0-1 0,0 0-1,0 0 1,1-1 0,-1 1 0,0-1-1,1 1 1,-1-1 0,1 0 0,-1 0-1,1-1 1,-4-3 0,4 3-4,1-1 0,0 1 0,0-1 0,0 1 0,0-1 0,1 0 0,-1 0 0,1 0 0,0 0 0,0 0 0,0 0 0,1 0 0,-1 0 0,1 0 0,0 0 0,1 0 0,-1 0 0,0 0 0,1 0 0,0 0 0,0 0 0,0 0 0,1 0 0,2-5 0,-2 6-90,-1 1 1,1-1 0,0 0-1,0 1 1,1 0 0,-1-1-1,0 1 1,1 0 0,0 0-1,-1 0 1,1 1 0,0-1-1,0 1 1,0-1 0,0 1-1,0 0 1,0 0 0,0 0-1,0 1 1,0-1 0,1 1-1,-1-1 1,0 1 0,0 0-1,0 0 1,1 1 0,-1-1-1,0 1 1,0 0 0,6 1-1,4 4-3358,-5-4-2211</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1:10.907"/>
    </inkml:context>
    <inkml:brush xml:id="br0">
      <inkml:brushProperty name="width" value="0.035" units="cm"/>
      <inkml:brushProperty name="height" value="0.035" units="cm"/>
    </inkml:brush>
  </inkml:definitions>
  <inkml:trace contextRef="#ctx0" brushRef="#br0">260 84 128,'2'-5'980,"-1"1"-1,0-1 1,0 0-1,0 1 1,0-1 0,-1 0-1,0-7 1074,-17 12-1495,0 0 0,0 2 0,1 0 0,-1 1 1,1 1-1,-1 0 0,-23 11 0,33-12-469,0 0 0,0 1 0,1 0 0,-1 0 0,1 1 0,0-1 0,0 1 0,0 1 0,1-1 0,0 1-1,0 0 1,0 0 0,1 1 0,0 0 0,0-1 0,0 1 0,1 0 0,-4 12 0,6-14-56,0 0 1,0-1-1,0 1 0,0 0 0,1 0 1,0-1-1,0 1 0,0 0 0,0 0 1,1-1-1,0 1 0,0 0 0,0 0 1,1-1-1,-1 1 0,1-1 0,4 7 1,-2-5-6,0-1 1,0 0-1,1 0 1,0 0 0,0 0-1,0-1 1,0 0-1,1 0 1,0 0 0,0-1-1,8 4 1,-1-1 11,0-2 0,1 1-1,-1-2 1,1 0 0,0 0 0,0-1 0,0-1 0,0 0 0,0-1-1,0-1 1,24-4 0,-31 4-26,0-2-1,0 1 0,0-1 1,0 0-1,0 0 1,0-1-1,-1 0 1,0 0-1,0-1 1,0 1-1,0-1 1,-1-1-1,1 1 1,-1-1-1,-1 0 1,1 0-1,-1 0 1,0-1-1,-1 1 1,1-1-1,-1 0 1,-1 0-1,1 0 1,-1 0-1,0-1 0,-1 1 1,0-1-1,1-13 1,-2 13-14,0 1 0,0 0 0,-1-1 0,0 1 0,0 0 0,-1-1 0,0 1 0,0 0 0,0 0 0,-1 0-1,0 1 1,-1-1 0,1 1 0,-1-1 0,0 1 0,-1 0 0,0 1 0,0-1 0,0 1 0,0 0 0,-1 0 0,0 1 0,0-1 0,0 1 0,0 1 0,-1-1 0,1 1 0,-1 0 0,-11-3 0,9 4-66,-1 0 0,1 0 0,-1 1 0,0 0 0,1 1-1,-1 0 1,1 0 0,-1 1 0,0 1 0,1-1 0,-1 2 0,1-1 0,0 1 0,0 0 0,-15 8 0,15-5-588,0 0 1,0 0-1,0 1 0,1 0 1,0 0-1,0 1 0,1 0 1,-10 13-1,2 3-2843</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1:11.237"/>
    </inkml:context>
    <inkml:brush xml:id="br0">
      <inkml:brushProperty name="width" value="0.035" units="cm"/>
      <inkml:brushProperty name="height" value="0.035" units="cm"/>
    </inkml:brush>
  </inkml:definitions>
  <inkml:trace contextRef="#ctx0" brushRef="#br0">1 42 4612,'0'0'6593,"8"-7"-5296,-4 3-1137,1 0-1,0 1 0,1 0 0,-1 0 0,1 0 0,-1 0 1,1 1-1,0 0 0,0 0 0,0 0 0,0 1 0,0 0 0,0 0 1,0 1-1,10 0 0,3 0 31,1 2 0,0 1 0,0 0 0,-1 1 0,38 14 0,88 47-1984,-105-45-510,-27-16-2068</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1:13.485"/>
    </inkml:context>
    <inkml:brush xml:id="br0">
      <inkml:brushProperty name="width" value="0.035" units="cm"/>
      <inkml:brushProperty name="height" value="0.035" units="cm"/>
    </inkml:brush>
  </inkml:definitions>
  <inkml:trace contextRef="#ctx0" brushRef="#br0">9 1 1858,'-1'0'88,"1"0"0,0 0-1,0 0 1,0 0 0,-1 0 0,1 0 0,0 0 0,0 0 0,-1 0 0,1 0-1,0 0 1,0 0 0,0 0 0,-1 0 0,1 0 0,0 0 0,0 0 0,-1 0 0,1 0-1,0 0 1,0 0 0,0 0 0,-1 0 0,1 1 0,0-1 0,0 0 0,0 0-1,-1 0 1,1 0 0,0 0 0,0 1 0,0-1 0,0 0 0,0 0 0,-1 0 0,1 1-1,0-1 1,0 0 0,0 0 0,0 0 0,0 1 0,0-1 0,0 0 0,0 0-1,0 1 1,0-1 0,0 0 0,0 0 0,0 1 0,0-1 0,0 0 0,0 0 0,0 0-1,0 1 1,0-1 0,0 0 0,0 0 0,0 1 0,0-1 0,1 0 0,-1 0-1,0 0 1,0 0 0,0 1 0,1-1 0,19 20 1208,35 19-1308,-42-31-149,32 20 275,-14-15-3462,-22-11-1687</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1:13.739"/>
    </inkml:context>
    <inkml:brush xml:id="br0">
      <inkml:brushProperty name="width" value="0.035" units="cm"/>
      <inkml:brushProperty name="height" value="0.035" units="cm"/>
    </inkml:brush>
  </inkml:definitions>
  <inkml:trace contextRef="#ctx0" brushRef="#br0">146 1 4869,'0'0'9384,"-35"35"-9159,23-11-129,-1 2-64,0 3 0,2 1-32,-5 0-224,2-4-1730,-2-4-1409,1-3-2211</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1:14.549"/>
    </inkml:context>
    <inkml:brush xml:id="br0">
      <inkml:brushProperty name="width" value="0.035" units="cm"/>
      <inkml:brushProperty name="height" value="0.035" units="cm"/>
    </inkml:brush>
  </inkml:definitions>
  <inkml:trace contextRef="#ctx0" brushRef="#br0">45 50 2434,'0'0'3561,"-6"-7"-2979,-1-4-333,5 8-91,0-1 1,-1 1 0,1 0-1,-1 0 1,1 0-1,-1 0 1,0 0 0,-6-4-1,6 10 930,5 7-864,4 12-57,42 74 1636,61 92 1,-50-89-1114,-51-78-2965,-8-21 2163,0 1 1,0-1-1,0 1 1,0-1-1,-1 1 1,1-1-1,0 0 1,0 1-1,0-1 1,-1 1-1,1-1 1,0 1-1,0-1 0,-1 0 1,1 1-1,0-1 1,-1 0-1,1 1 1,-1-1-1,1 0 1,0 0-1,-1 1 1,1-1-1,-1 0 1,1 0-1,-1 0 1,1 0-1,0 1 1,-1-1-1,1 0 1,-1 0-1,1 0 0,-1 0 1,1 0-1,-1 0 1,1 0-1,-1 0 1,0-1-1,-14 1-4858</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1:15.046"/>
    </inkml:context>
    <inkml:brush xml:id="br0">
      <inkml:brushProperty name="width" value="0.035" units="cm"/>
      <inkml:brushProperty name="height" value="0.035" units="cm"/>
    </inkml:brush>
  </inkml:definitions>
  <inkml:trace contextRef="#ctx0" brushRef="#br0">22 248 1057,'0'0'5637,"-4"-7"-5188,2 3-354,0 1 0,0-1-1,0 1 1,0-1 0,1 0 0,-1 0 0,1 0 0,0 0 0,0 0 0,0 0 0,1 0 0,-1 0 0,1 0-1,0 0 1,1 0 0,-1 0 0,0 0 0,1-1 0,0 1 0,0 1 0,0-1 0,1 0 0,0 0-1,-1 0 1,1 1 0,5-8 0,4 0-2,0 0 0,0 0 0,2 1 0,-1 1 0,1 0 0,0 1 0,1 0 0,0 1 0,27-10 0,-21 11 57,-1 0 0,1 1 0,0 1 0,1 1 1,-1 1-1,41 1 0,-59 0-139,0 1 0,1 0 0,-1 0 1,0 0-1,0 1 0,0-1 0,0 0 1,0 1-1,0-1 0,0 1 0,0 0 0,0 0 1,0 0-1,-1 0 0,1 0 0,0 0 1,0 0-1,-1 0 0,1 1 0,-1-1 0,1 1 1,-1-1-1,0 1 0,1 0 0,-1-1 1,0 1-1,0 0 0,0 0 0,0 0 0,-1 0 1,1 0-1,-1 0 0,2 3 0,-2-1 10,-1 0 0,1-1-1,-1 1 1,1 0-1,-1-1 1,0 1 0,0 0-1,-1-1 1,1 1 0,-1-1-1,0 1 1,0-1-1,0 0 1,0 0 0,0 0-1,-1 0 1,-4 4-1,-29 27-341,-2-1-1,-1-2 1,-82 48-1,75-57-3303</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1:17.262"/>
    </inkml:context>
    <inkml:brush xml:id="br0">
      <inkml:brushProperty name="width" value="0.035" units="cm"/>
      <inkml:brushProperty name="height" value="0.035" units="cm"/>
    </inkml:brush>
  </inkml:definitions>
  <inkml:trace contextRef="#ctx0" brushRef="#br0">132 175 3908,'0'0'7004,"-6"0"-6497,5 0-473,-1 0 0,1 0 0,-1 0 0,1 0 0,-1 0 0,1-1 0,0 1 0,-1-1 0,1 1 0,-1-1 0,1 1 0,0-1 0,0 0 0,-1 0 0,1 0 0,0 0 0,0 1 0,0-1 0,0-1 0,0 1 0,0 0 0,0 0 0,0 0 0,0-1 0,1 1 0,-1 0 0,0 0 0,1-1 0,-1 1 0,1-1 0,0 1 0,-1-1 0,1 1 0,0-1 0,0 1 0,0 0 0,0-1 0,0 1 0,0-1 0,0 1 0,1-1 0,-1 1 0,0-1 0,1 1 0,-1 0 0,1-1 0,0 1 0,-1 0 0,1-1 0,0 1 0,0 0 0,0 0 0,0 0 0,0 0 0,0 0 0,1-2 0,-1 2-32,0 1 0,-1-1 0,1 0 0,0 0 0,0 0 0,-1 0 0,1 1 0,0-1-1,0 0 1,0 1 0,0-1 0,0 1 0,0-1 0,0 1 0,0 0 0,0-1 0,0 1 0,0 0 0,0 0 0,0-1 0,0 1 0,0 0 0,0 0 0,0 0 0,0 0 0,2 1 0,-2 0-2,0 0 0,0-1 0,0 1-1,0 1 1,0-1 0,-1 0 0,1 0 0,0 0 0,-1 0-1,1 0 1,-1 1 0,1-1 0,-1 0 0,0 0-1,1 1 1,-1-1 0,0 3 0,1 4 6,-1 0-1,0-1 1,0 1 0,-1 0 0,0 0 0,-2 9-1,0-8 9,-1 0 0,0 0 0,-1 0 0,1-1 0,-2 1 0,1-1 0,-11 10 0,14-15 29,0 0 0,-1 0 0,0-1 0,0 1 0,0-1 0,0 0 0,0 0 0,0 0 0,-1 0 0,1 0 0,0-1 0,-1 1 0,0-1 0,1 0 0,-1 0-1,0-1 1,1 1 0,-1-1 0,0 1 0,0-1 0,1-1 0,-5 1 0,7-1-8,0 1 0,1-1 1,-1 0-1,0 1 0,1-1 0,-1 0 0,0 1 1,1-1-1,-1 0 0,1 0 0,-1 1 0,1-1 1,0 0-1,-1 0 0,1 0 0,0 0 0,-1 0 1,1 0-1,0 0 0,0 1 0,0-1 0,0 0 1,0 0-1,0 0 0,0 0 0,0 0 0,1 0 0,-1 0 1,0 0-1,0 0 0,1-1 0,10-30 131,-6 21-159,2 1-1,-1-1 1,1 2 0,1-1-1,0 1 1,0 0 0,1 1-1,0 0 1,0 0 0,1 1-1,14-9 1,-23 16-8,-1 0 0,1-1 0,-1 1 0,1 0 0,0 0 0,-1-1 0,1 1 0,0 0 1,-1 0-1,1 0 0,0 0 0,-1 0 0,1 0 0,0 0 0,-1 0 0,1 0 0,0 0 0,-1 0 0,1 1 0,0-1 0,-1 0 0,1 0 0,-1 1 0,1-1 0,0 0 0,-1 1 0,1-1 1,-1 0-1,1 1 0,0 0 0,0 20-1,-2-16 7,-1 0-1,1 0 1,-1 0-1,0 0 1,-1 0-1,1 0 1,-5 5-1,3-6 4,0 0-1,-1-1 0,1 0 0,-1 1 1,0-1-1,0-1 0,-7 3 1,10-3 4,-1-1 1,1 0 0,-1 0 0,0 0 0,0-1 0,1 1 0,-1-1 0,0 1 0,0-1 0,0 0 0,1 0-1,-1 0 1,0-1 0,0 1 0,1-1 0,-6-1 0,8 2-2,-1-1 1,0 0-1,0 0 0,1-1 1,-1 1-1,0 0 0,1 0 1,-1 0-1,1 0 0,-1 0 0,1-1 1,0 1-1,0 0 0,-1 0 1,1-1-1,0 1 0,0 0 1,0 0-1,0-1 0,0 1 1,1 0-1,-1 0 0,1-3 1,9-29 138,-1 18-139,1 0 0,0 1 1,1 0-1,0 1 0,1 0 1,1 1-1,19-15 0,-32 26-12,1 1-1,-1 0 0,0-1 1,1 1-1,-1 0 0,0-1 1,1 1-1,-1 0 0,1-1 1,-1 1-1,1 0 0,-1 0 0,1 0 1,-1-1-1,0 1 0,1 0 1,-1 0-1,1 0 0,-1 0 1,1 0-1,-1 0 0,1 0 1,-1 0-1,1 0 0,-1 0 0,1 0 1,-1 0-1,1 1 0,-1-1 1,1 0-1,0 0 0,1 16-9,-13 21 50,8-33-28,1-1 1,-1 1-1,0-1 1,0 1-1,0-1 1,0 0-1,0 0 1,-1 0-1,1 0 1,-1-1-1,0 0 1,0 1 0,0-1-1,0-1 1,0 1-1,-1 0 1,1-1-1,-5 1 1,9-4-8,1 0 1,-1 1 0,0-1-1,0 0 1,1 1-1,-1-1 1,1 0 0,0 1-1,-1-1 1,1 1 0,0-1-1,0 1 1,0 0-1,2-3 1,13-9-420,16-17-1800,-31 28 2146,0 1 1,0-1-1,0 0 1,0 1 0,-1-1-1,1 0 1,0 1-1,-1-1 1,1 0-1,-1 0 1,0 1-1,0-1 1,1 0-1,-1 0 1,0 0 0,0 0-1,-1 0 1,1 1-1,0-1 1,-2-3-1,3 5 74,-1 0-1,0 0 1,1 0 0,-1 1-1,0-1 1,1 0-1,-1 0 1,0 0 0,1 0-1,-1 0 1,0 0-1,1 0 1,-1 1 0,1-1-1,-1 0 1,0 0-1,1-1 1,-1 1-1,1 0 1,-1 0 0,0 0-1,1 0 1,-1 0-1,0 0 1,1 0 0,-1-1-1,0 1 1,1 0-1,-1 0 1,0 0 0,1-1-1,-1 1 1,0 0-1,1-1 1,-1 1 0,0 0-1,0 0 1,0-1-1,1 1 1,-1 0 0,0-1-1,0 1 1,0-1-1,0 1 1,0 0-1,1-1 1,-1 1 0,0 0-1,0-1 1,0 1-1,0-1 1,0 1 0,0 0-1,0-1 1,0 1-1,-1-1 1,1 1 0,0 0-1,0-1 1,27 25 637,-25-23-610,-1 1-1,0 0 1,1 0-1,-1 0 1,0 0-1,0 0 1,-1 1-1,1-1 1,0 0 0,-1 0-1,1 1 1,-1-1-1,0 0 1,0 0-1,0 1 1,0-1-1,0 0 1,0 1-1,-1 3 1,0-4-21,-1-1 1,1 0-1,0 1 1,0-1-1,-1 0 1,1 0 0,-1 0-1,1 0 1,-1 0-1,0 0 1,1 0-1,-1 0 1,0-1-1,1 1 1,-1 0-1,0-1 1,0 0 0,0 1-1,1-1 1,-1 0-1,0 0 1,0 0-1,-3-1 1,3 1-1,1 0 0,-1 0-1,0 0 1,1 0 0,-1 0 0,0-1 0,1 1 0,-1-1-1,1 1 1,-1-1 0,1 0 0,-1 1 0,1-1 0,-1 0-1,1 0 1,0 0 0,-1 0 0,1 0 0,0 0 0,0-1-1,0 1 1,0 0 0,0-1 0,0 1 0,0 0 0,1-1-1,-1 1 1,0-1 0,1 0 0,-1 1 0,1-1 0,-1 1-1,1-1 1,0 0 0,0 1 0,0-1 0,0 0 0,0 1-1,0-1 1,0 0 0,1-2 0,0 1-1,-1 0 0,1 0 0,-1 0 1,1 0-1,0 0 0,0 0 0,1 1 0,-1-1 1,1 0-1,-1 1 0,1-1 0,0 1 0,0 0 0,0-1 1,0 1-1,0 0 0,0 0 0,1 0 0,-1 1 1,1-1-1,-1 0 0,1 1 0,3-2 0,-3 3-55,-1-1-1,0 1 0,0 0 1,0 0-1,0 0 0,0 0 1,0 0-1,0 1 0,0-1 1,0 1-1,0-1 1,0 1-1,0 0 0,0-1 1,0 1-1,0 0 0,-1 0 1,1 1-1,0-1 0,-1 0 1,1 1-1,-1-1 0,1 1 1,-1-1-1,0 1 1,1-1-1,-1 1 0,0 0 1,0 0-1,0 0 0,0-1 1,-1 1-1,1 0 0,0 0 1,-1 0-1,0 0 0,1 1 1,-1-1-1,0 3 1,1 10-4723</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1:03.716"/>
    </inkml:context>
    <inkml:brush xml:id="br0">
      <inkml:brushProperty name="width" value="0.035" units="cm"/>
      <inkml:brushProperty name="height" value="0.035" units="cm"/>
    </inkml:brush>
  </inkml:definitions>
  <inkml:trace contextRef="#ctx0" brushRef="#br0">13 1 2306,'0'0'6668,"-12"4"-5910,34-5-1575,-15-2-1692</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1:04.527"/>
    </inkml:context>
    <inkml:brush xml:id="br0">
      <inkml:brushProperty name="width" value="0.035" units="cm"/>
      <inkml:brushProperty name="height" value="0.035" units="cm"/>
    </inkml:brush>
  </inkml:definitions>
  <inkml:trace contextRef="#ctx0" brushRef="#br0">74 113 6342,'0'0'998,"-3"-8"-250,-2 0-448,3 5-164,1 0 1,-1 1 0,1-1-1,0 0 1,0 0 0,0 0-1,0 0 1,1 0 0,-1 0-1,1 0 1,-1 0 0,1-4-1,4 3 647,5 11-616,5 12-156,-13-17 14,-1 1 0,1-1 0,-1 1 0,0 0 0,0-1 0,0 1 0,0-1 0,0 1 0,0 0 0,-1-1 0,1 1 0,-1-1 0,0 1 0,0-1-1,0 1 1,0-1 0,0 0 0,0 0 0,-3 3 0,3-3-15,0-1 0,0 0-1,0 0 1,0 0 0,0 0-1,0 0 1,-1 0 0,1-1 0,0 1-1,-1 0 1,1-1 0,0 1 0,-1-1-1,1 1 1,-1-1 0,1 0-1,-1 1 1,1-1 0,-1 0 0,1 0-1,-1 0 1,1 0 0,-1 0-1,1-1 1,-1 1 0,1 0 0,-1-1-1,1 1 1,-1-1 0,1 1-1,0-1 1,-1 0 0,1 1 0,0-1-1,-2-1 1,1 0-3,0 0 0,0-1 0,1 1 0,-1 0-1,0-1 1,1 1 0,0-1 0,-1 1 0,1-1 0,0 0 0,0 1 0,1-1 0,-1 0-1,0 0 1,1 0 0,0 1 0,0-1 0,0 0 0,0 0 0,0 0 0,0 0 0,1 0-1,1-4 1,-2 4-6,1-1-1,-1 0 0,1 1 0,0-1 1,1 1-1,-1-1 0,1 1 1,-1 0-1,1 0 0,0-1 0,0 1 1,0 0-1,1 0 0,-1 1 1,1-1-1,0 1 0,-1-1 1,5-2-1,-6 5-1,1-1 0,-1 0 0,1 1 0,0-1 0,-1 0 0,1 1 0,0 0 0,0-1 0,-1 1 0,1 0 1,0 0-1,0 0 0,-1 0 0,1 0 0,0 1 0,0-1 0,-1 1 0,1-1 0,0 1 0,-1-1 0,1 1 0,-1 0 0,1 0 0,-1 0 0,1-1 1,-1 2-1,1-1 0,-1 0 0,0 0 0,0 0 0,1 1 0,-1-1 0,0 0 0,0 1 0,0-1 0,-1 1 0,1-1 0,0 1 0,0 0 0,-1-1 1,1 1-1,-1 2 0,3 3 18,-2 1 0,1-1 1,-1 0-1,0 1 0,-1-1 1,0 0-1,0 1 1,0-1-1,-2 8 0,1-13-5,1-1-1,0 0 1,-1 0-1,1 1 0,-1-1 1,1 0-1,-1 0 1,0 0-1,1 1 0,-1-1 1,0 0-1,0 0 1,0 0-1,0 0 1,0-1-1,0 1 0,0 0 1,0 0-1,0 0 1,0-1-1,0 1 0,-1-1 1,1 1-1,0-1 1,0 1-1,-1-1 1,1 0-1,0 0 0,-1 1 1,1-1-1,0 0 1,-1 0-1,1 0 0,0-1 1,-1 1-1,1 0 1,0 0-1,0-1 0,-1 1 1,1-1-1,0 1 1,0-1-1,-1 1 1,1-1-1,0 0 0,0 0 1,0 1-1,0-1 1,0 0-1,0 0 0,0 0 1,1 0-1,-1 0 1,0 0-1,0 0 1,1-1-1,-1 1 0,0 0 1,1 0-1,0 0 1,-1-1-1,1 1 0,0 0 1,-1-3-1,0-6 6,1 1-1,-1-1 0,2 1 0,-1-1 1,3-9-1,-3 17-16,1 0 1,-1 0-1,1 0 1,-1 1-1,1-1 1,-1 0-1,1 1 0,0-1 1,0 0-1,0 1 1,0-1-1,0 1 1,0-1-1,0 1 0,1 0 1,-1-1-1,0 1 1,1 0-1,-1 0 1,1 0-1,-1 0 0,1 0 1,0 0-1,-1 0 1,1 1-1,0-1 0,0 1 1,0-1-1,-1 1 1,1 0-1,0-1 1,0 1-1,2 0 0,-3 1-1,1 0-1,0 0 0,-1 0 0,0 0 0,1 0 1,-1 0-1,1 0 0,-1 0 0,0 0 0,0 1 1,0-1-1,0 0 0,0 1 0,0-1 0,0 1 1,0-1-1,0 1 0,-1 0 0,1-1 0,-1 1 1,1 0-1,-1-1 0,0 1 0,1 0 0,-1 0 1,0-1-1,-1 4 0,2-2 5,-1 0 0,1 0 1,-1 0-1,0 0 0,0 0 0,-1 1 0,1-1 0,-1 0 0,1 0 1,-1 0-1,0 0 0,0 0 0,0 0 0,-1-1 0,-1 5 0,2-6 2,0 0-1,0 0 1,0 0-1,0 0 1,0 0-1,0-1 0,0 1 1,-1 0-1,1 0 1,0-1-1,0 1 1,-1-1-1,1 1 0,-1-1 1,1 1-1,0-1 1,-1 0-1,1 0 1,-1 0-1,1 0 1,0 0-1,-1 0 0,1 0 1,-1 0-1,1 0 1,-1-1-1,0 0 1,0 0-10,1 0 0,0 0 1,0 0-1,-1 0 0,1-1 1,0 1-1,0-1 0,0 1 1,1-1-1,-1 1 0,0-1 0,1 1 1,-1-1-1,1 1 0,-1-1 1,1 0-1,-1 0 0,1 1 1,0-1-1,0 0 0,0-3 1,1-22-1411,-1-8-3021</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1:05.966"/>
    </inkml:context>
    <inkml:brush xml:id="br0">
      <inkml:brushProperty name="width" value="0.035" units="cm"/>
      <inkml:brushProperty name="height" value="0.035" units="cm"/>
    </inkml:brush>
  </inkml:definitions>
  <inkml:trace contextRef="#ctx0" brushRef="#br0">0 1 5285,'1'21'787,"1"1"0,1 0-1,1-1 1,1 0 0,1 0 0,12 29-1,62 119 1708,-50-110-2221,20 38-26,57 122-98,-102-202-471,-14-19-10012</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1:06.419"/>
    </inkml:context>
    <inkml:brush xml:id="br0">
      <inkml:brushProperty name="width" value="0.035" units="cm"/>
      <inkml:brushProperty name="height" value="0.035" units="cm"/>
    </inkml:brush>
  </inkml:definitions>
  <inkml:trace contextRef="#ctx0" brushRef="#br0">19 212 8712,'-2'-12'150,"-3"-8"270,1-1 0,1 1 0,0-1 1,2 0-1,1 1 0,2-23 0,-2 41-394,0 1-1,1-1 1,-1 0-1,1 1 1,-1-1-1,1 1 0,0-1 1,-1 1-1,1-1 1,0 1-1,0 0 1,0-1-1,0 1 1,1 0-1,-1 0 1,0 0-1,0-1 1,1 1-1,-1 1 1,1-1-1,-1 0 1,1 0-1,-1 1 1,1-1-1,-1 0 1,1 1-1,0 0 0,-1-1 1,1 1-1,-1 0 1,1 0-1,0 0 1,0 0-1,-1 0 1,1 0-1,-1 0 1,4 1-1,-1 0-20,1 0 0,-1 1 0,1-1-1,-1 1 1,0 0 0,0 0 0,0 0 0,0 1-1,0-1 1,0 1 0,-1 0 0,5 5-1,-2-1-4,-1 0 0,0 0-1,-1 1 1,0 0-1,0 0 1,-1 0 0,0 0-1,0 0 1,-1 1-1,0-1 1,0 1 0,-1 0-1,0-1 1,-1 13-1,0-9 0,-1 1-1,0-1 1,-1 1-1,-1-1 1,0 0-1,0 0 1,-1 0-1,-1 0 1,-8 14-1,13-25 3,0 0 0,1 0 0,-1-1 0,0 1 0,0 0 0,1-1 0,-1 1 0,0 0 0,1-1-1,-1 1 1,1 0 0,-1-1 0,1 1 0,-1-1 0,1 1 0,-1-1 0,1 1 0,0-1 0,-1 1 0,1-1 0,0 0 0,-1 1 0,1-1 0,0 0 0,-1 0-1,1 1 1,0-1 0,0 0 0,-1 0 0,1 0 0,0 0 0,0 0 0,1 0 0,43 9 50,-27-5-11,118 33 1026,-67-16-847,2-3 1,-1-3-1,117 9 0,-143-26-2760,-8-11-4511</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1:35.421"/>
    </inkml:context>
    <inkml:brush xml:id="br0">
      <inkml:brushProperty name="width" value="0.035" units="cm"/>
      <inkml:brushProperty name="height" value="0.035" units="cm"/>
    </inkml:brush>
  </inkml:definitions>
  <inkml:trace contextRef="#ctx0" brushRef="#br0">2226 250 3748,'0'0'3768,"-8"-4"-3340,-105-68 1971,80 48-1979,-1 2 0,0 2 0,-2 1 1,-52-20-1,43 26-418,-1 1 1,0 3 0,-1 2-1,0 2 1,-1 2-1,1 2 1,-60 7-1,35 2 12,1 3 0,0 4 0,0 3 1,-72 28-1,112-34 179,1 2 1,0 1 0,1 1 0,0 2 0,2 0 0,-41 37-1,21-10 321,2 1 0,-56 78 0,-190 219 193,197-237-602,70-78-78,1 1 0,2 0 0,0 2 1,2 1-1,2 0 0,1 1 0,-18 50 0,29-67 6,1 0-1,0 0 1,1 1-1,0-1 0,2 1 1,0 0-1,0-1 0,2 1 1,0 0-1,1-1 1,1 1-1,0-1 0,1 0 1,1 0-1,1 0 0,0-1 1,1 0-1,14 24 0,-6-18 29,1-1 0,1-1-1,0-1 1,2 0-1,0-1 1,1-1-1,0-1 1,1-1 0,1-1-1,0-1 1,1-1-1,1 0 1,-1-2-1,37 9 1,17 1 107,2-4 0,0-3 0,104 2 0,-93-10 194,1-4 0,0-4 0,-1-4 0,0-4 0,103-27 0,-121 20-153,314-89 588,-293 77-581,-2-4 1,95-50-1,-171 76-185,1 0-1,-1 0 0,0-2 0,-1 0 1,0-1-1,-1 0 0,0-1 0,17-22 1,-22 24-14,-1-1 0,0-1 1,-1 1-1,0-1 0,-1 0 1,0-1-1,-1 1 0,-1-1 1,0 0-1,-1 0 0,1-21 1,-3-15-32,-2-1 1,-3 1 0,-1 0-1,-3 0 1,-2 1 0,-2 0-1,-2 1 1,-2 1 0,-3 0-1,-1 1 1,-46-72 0,50 95 4,0 0 0,-2 2-1,0 0 1,-1 1 0,-1 1 0,-1 1 0,-1 0 0,0 2 0,-1 1 0,-1 1 0,0 1 0,-40-14 0,-15 0-439,0 5-1,-161-25 1,196 41-147,-84-18-1220,115 21 997,1-1 0,-1-1 0,1-1 0,-1 0 0,2 0 0,-23-16 0,23 12-1490,0-1 0,1 0 1,-10-14-1,19 24 2048</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0:28.955"/>
    </inkml:context>
    <inkml:brush xml:id="br0">
      <inkml:brushProperty name="width" value="0.035" units="cm"/>
      <inkml:brushProperty name="height" value="0.035" units="cm"/>
    </inkml:brush>
  </inkml:definitions>
  <inkml:trace contextRef="#ctx0" brushRef="#br0">192 436 705,'0'0'2925,"7"-6"-2204,23-18-54,-29 24-630,0-1 1,0 1-1,-1-1 0,1 1 1,0-1-1,-1 1 0,1-1 1,-1 1-1,1-1 0,-1 1 1,1-1-1,-1 0 0,1 1 1,-1-1-1,1 0 0,-1 0 1,0 1-1,1-1 0,-1 0 1,0 0-1,0 0 0,1 1 1,-1-1-1,0 0 0,0 0 1,0 0-1,0 1 0,0-1 1,0 0-1,-1 0 0,1 0 1,0 1-1,0-1 0,0 0 0,-1 0 1,1 0-1,0 1 0,-1-1 1,1 0-1,-1 1 0,1-1 1,-1 0-1,1 1 0,-1-1 1,1 1-1,-1-1 0,0 1 1,1-1-1,-1 1 0,-1-2 1,-34-9 450,27 9-312,-1 2 1,1-1-1,0 1 0,0 0 1,-1 1-1,1 0 1,0 1-1,0 0 1,0 0-1,0 1 1,0 0-1,-10 5 0,15-5-110,-1 0 0,1 0 0,-1 0 0,1 1 0,0-1 0,1 1 0,-1 0 0,0 0 0,1 1 0,0-1 0,0 1 0,1-1 0,-1 1 0,1 0 0,0 0 0,0 0 0,0 0 0,1 0 0,0 1 0,0-1 0,0 0 0,0 9 0,1-9-34,0-1 0,0 1 0,0-1 0,1 1 0,-1-1 0,1 1 0,0-1 0,0 0 0,1 1-1,-1-1 1,1 0 0,0 0 0,0 0 0,0 0 0,1 0 0,-1 0 0,1-1 0,0 1 0,0-1 0,5 4-1,-3-3-15,0-1 0,1 1 0,0-1 0,0-1 0,0 1-1,0-1 1,1 0 0,-1 0 0,0-1 0,1 0-1,-1 0 1,1 0 0,10-1 0,-13 0-10,1 0-1,0 0 1,-1-1 0,1 0 0,0 0-1,-1 0 1,1 0 0,-1-1 0,1 1-1,-1-1 1,0 0 0,0-1 0,0 1-1,0-1 1,0 1 0,7-8 0,-7 5-3,1-1 0,-1 0 1,0 0-1,0 0 0,-1 0 0,0-1 1,0 1-1,-1-1 0,1 0 1,0-8-1,2-12-53,-2 0-1,-1-1 1,-1 1 0,-4-48-1,-1 32 1,-2-1 0,-1 1 0,-3 1 0,-28-78-1,25 99 559,8 34-216,8 39-99,9-15 209,2 1 0,2-2 0,1 0-1,2-1 1,44 60 0,1 7-1796,-47-72-1527,19 45-1,-33-67-3836</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0:29.455"/>
    </inkml:context>
    <inkml:brush xml:id="br0">
      <inkml:brushProperty name="width" value="0.035" units="cm"/>
      <inkml:brushProperty name="height" value="0.035" units="cm"/>
    </inkml:brush>
  </inkml:definitions>
  <inkml:trace contextRef="#ctx0" brushRef="#br0">2 142 3716,'-1'-7'480,"0"-3"-1,1 1 0,0-1 0,1 0 0,0 1 0,0-1 0,1 1 0,2-10 0,-3 16-360,1 0-1,-1 0 1,0 0-1,1 1 0,-1-1 1,1 0-1,0 1 1,0 0-1,0-1 0,0 1 1,1 0-1,-1 0 0,0 0 1,1 0-1,-1 1 1,1-1-1,0 1 0,0-1 1,-1 1-1,1 0 0,0 0 1,0 0-1,0 1 1,0-1-1,0 1 0,0-1 1,1 1-1,4 0 1,-7 0-106,1 0 1,0 1-1,-1-1 1,1 0 0,0 1-1,-1-1 1,1 1-1,0-1 1,-1 1 0,1 0-1,-1-1 1,1 1-1,-1 0 1,1 0 0,-1 0-1,0 0 1,1 0-1,-1 1 1,0-1 0,0 0-1,2 3 1,-1 0 0,0 0 0,0 1 0,0-1-1,-1 0 1,1 1 0,-1-1 0,0 1 0,0 4 0,1 4 27,-2 0 1,0 0-1,0 0 0,-1 0 1,-3 16-1,1-19-20,-1 0 0,0 0 0,0 0 0,-1-1-1,-1 0 1,1 0 0,-1 0 0,-1-1 0,0 0 0,-12 13 0,39-20 139,246-51-149,-202 38-999,-6-4-2936</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1:51.515"/>
    </inkml:context>
    <inkml:brush xml:id="br0">
      <inkml:brushProperty name="width" value="0.035" units="cm"/>
      <inkml:brushProperty name="height" value="0.035" units="cm"/>
    </inkml:brush>
  </inkml:definitions>
  <inkml:trace contextRef="#ctx0" brushRef="#br0">1206 64 2851,'0'0'2706,"-3"-7"-2311,2 3-333,-1 1-1,1 0 1,-1 0 0,0 0-1,0 0 1,0 0-1,0 0 1,0 0 0,-1 1-1,1-1 1,-1 1-1,0 0 1,0-1-1,0 1 1,0 1 0,0-1-1,0 0 1,0 1-1,0-1 1,-1 1 0,1 0-1,-1 0 1,1 1-1,-1-1 1,1 1-1,-1-1 1,-4 1 0,-84-1 62,-152 17 0,-90 36-73,305-46-51,-116 25 0,129-27 0,0 1 0,1 1 0,-1 1 0,1 0 0,1 0 0,-23 17 0,32-19 0,-1 0 0,1 0 1,1 1-1,-1 0 0,1 0 1,0 0-1,0 1 0,1-1 1,0 1-1,0 0 0,1 0 1,0 0-1,0 0 0,-2 13 1,0 12 35,2 0 0,1 36 1,1-28 41,-2 163 153,-8 194 114,3-319 258,-3 0 1,-3-1-1,-26 81 0,38-157-540,1 0 1,-1 0-1,1 0 0,-1 1 1,1-1-1,0 0 0,-1 0 0,1 0 1,0 1-1,0-1 0,0 0 0,0 0 1,0 1-1,0-1 0,0 0 1,0 0-1,1 1 0,-1-1 0,0 0 1,1 0-1,-1 0 0,1 2 0,24 0 674,-1-3-857,66 3 192,-1-5 0,167-23 0,172-60 642,-124 21-459,-302 64-280,0 0-44,-1 0 1,0-1-1,1 1 0,-1 0 1,0 0-1,1-1 1,-1 1-1,0 0 0,0-1 1,0 1-1,1-1 1,-1 0-1,0 1 1,0-1-1,0 0 0,0 0 1,0 0-1,0 0 1,0 0-1,0 0 0,0 0 1,-1 0-1,2-2 1,1-16-4059</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1:51.937"/>
    </inkml:context>
    <inkml:brush xml:id="br0">
      <inkml:brushProperty name="width" value="0.035" units="cm"/>
      <inkml:brushProperty name="height" value="0.035" units="cm"/>
    </inkml:brush>
  </inkml:definitions>
  <inkml:trace contextRef="#ctx0" brushRef="#br0">79 0 3427,'0'0'1351,"-1"8"-1159,-35 509 5136,39-228-3871,-9 293-859,3-535-2042,-15 77 0,1-61-4209</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1:57.082"/>
    </inkml:context>
    <inkml:brush xml:id="br0">
      <inkml:brushProperty name="width" value="0.035" units="cm"/>
      <inkml:brushProperty name="height" value="0.035" units="cm"/>
    </inkml:brush>
  </inkml:definitions>
  <inkml:trace contextRef="#ctx0" brushRef="#br0">556 518 6758,'0'0'662,"7"-2"-598,21-5-48,-28 7-15,0 0 0,0 0-1,0 0 1,0 1-1,0-1 1,0 0-1,0 0 1,0 0-1,0 0 1,0 0-1,0 1 1,0-1-1,0 0 1,0 0-1,0 0 1,0 0 0,0 1-1,0-1 1,0 0-1,0 0 1,1 0-1,-1 0 1,0 0-1,0 0 1,0 1-1,0-1 1,0 0-1,0 0 1,0 0 0,1 0-1,-1 0 1,0 0-1,0 0 1,0 0-1,0 0 1,0 0-1,1 0 1,-1 0-1,0 1 1,0-1-1,0 0 1,0 0 0,0 0-1,1 0 1,-1 0-1,0 0 1,0 0-1,0-1 1,0 1-1,1 0 1,-1 0-1,0 0 1,-12 8 8,-12-7 379,0 0 1,1-1 0,-1-2-1,0 0 1,1-1 0,-28-8-1,22 4 434,0 2 0,-57-2 0,75 7-782,1 0 0,-1 2 0,1-1 0,0 1 0,0 0 0,0 1 0,0 1 0,0-1 1,1 1-1,-1 1 0,1 0 0,-11 8 0,11-6 5,0 1 1,0 0 0,1 1 0,0 0 0,1 0 0,0 1 0,0-1 0,1 1 0,0 1 0,1-1 0,0 1 0,1 0 0,0 1 0,1-1 0,0 0 0,1 1 0,0 0-1,1-1 1,0 1 0,1 0 0,0 0 0,1 0 0,0 0 0,5 21 0,-4-24-22,0 0-1,1 0 1,0-1 0,1 1-1,-1 0 1,2-1 0,-1 0-1,1 0 1,0 0 0,1-1-1,0 0 1,0 0 0,0 0-1,1-1 1,0 0 0,0 0-1,1 0 1,0-1 0,0 0-1,0-1 1,0 0 0,1 0-1,-1-1 1,1 0 0,0 0-1,0-1 1,0 0 0,1-1-1,-1 0 1,0-1 0,17 0-1,-22-1-14,1 0 0,-1 0-1,0 0 1,0-1 0,0 1-1,0-1 1,0 0-1,0-1 1,0 1 0,-1-1-1,1 1 1,-1-1 0,0 0-1,1 0 1,-2 0 0,1-1-1,0 1 1,0-1 0,-1 0-1,0 1 1,0-1-1,0 0 1,0 0 0,-1-1-1,2-6 1,5-14-5,-2-1 0,-1 1 1,2-31-1,-6 41-16,10-125-93,-10-155 1,1-7 211,1 277-85,2 36-140,2 41 70,104 636 1538,-81-532-5382,-20-111-480</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1:57.787"/>
    </inkml:context>
    <inkml:brush xml:id="br0">
      <inkml:brushProperty name="width" value="0.035" units="cm"/>
      <inkml:brushProperty name="height" value="0.035" units="cm"/>
    </inkml:brush>
  </inkml:definitions>
  <inkml:trace contextRef="#ctx0" brushRef="#br0">6 181 5221,'0'0'85,"-1"-9"129,-1 0-287,1 2 304,0 0 0,1 0 0,-1 0-1,1 0 1,0-1 0,2-6 0,-1 11-163,0-1 0,0 1 0,0 0 0,0 1 0,1-1 0,-1 0 0,1 0 0,0 0 0,0 1 0,0-1 0,0 1 0,0 0 0,0-1 0,1 1 0,-1 0 0,1 0 0,-1 1 0,7-4 0,-5 3-44,9-6 1,0 1 1,1 0-1,-1 1 0,1 0 0,0 1 0,1 1 0,-1 0 0,21-2 0,-34 7-28,0-1-1,0 0 0,0 0 0,0 1 0,0-1 0,0 1 0,0-1 0,0 1 0,0-1 1,0 1-1,0 0 0,0-1 0,0 1 0,0 0 0,0 0 0,-1 0 0,1-1 0,0 1 0,0 0 1,-1 0-1,1 0 0,-1 0 0,1 0 0,-1 0 0,1 1 0,-1-1 0,0 0 0,0 0 1,1 0-1,-1 0 0,0 0 0,0 1 0,0-1 0,0 0 0,0 0 0,-1 2 0,-6 48-140,-3-18 226,-2-1-1,-2 0 0,-1-1 1,-25 41-1,-22 43 126,54-84-167,8-31-36,0 1 1,0 0-1,0 0 0,0-1 1,0 1-1,0 0 1,1 0-1,-1-1 0,0 1 1,0 0-1,1-1 1,-1 1-1,1 0 0,-1-1 1,0 1-1,1-1 0,-1 1 1,1 0-1,-1-1 1,1 1-1,1 0 0,2 0 27,0 1 0,0-1-1,0 0 1,1-1 0,-1 1-1,0-1 1,1 0 0,-1 0-1,6-1 1,6 1 65,215-20 678,-134 9-646,-32 2-202,-8-3-1063</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1:59.764"/>
    </inkml:context>
    <inkml:brush xml:id="br0">
      <inkml:brushProperty name="width" value="0.035" units="cm"/>
      <inkml:brushProperty name="height" value="0.035" units="cm"/>
    </inkml:brush>
  </inkml:definitions>
  <inkml:trace contextRef="#ctx0" brushRef="#br0">629 102 4548,'0'-4'194,"0"1"1,0-1-1,0 0 0,0 0 0,-1 0 0,0 1 0,0-1 0,0 0 1,0 1-1,-1-1 0,1 0 0,-1 1 0,0 0 0,0-1 0,0 1 1,0 0-1,-1 0 0,1 0 0,-1 1 0,0-1 0,-5-3 0,1 2 10,1 1-1,-1-1 0,0 2 1,0-1-1,-1 1 0,1 0 1,0 1-1,-1 0 0,1 0 0,-12 0 1,-3 2 36,0 0 1,0 2-1,1 0 0,-1 1 1,1 2-1,0 0 1,1 1-1,-1 1 1,1 1-1,-19 11 0,13-5-156,1 1 0,0 1-1,1 1 1,1 2-1,1 0 1,-36 42 0,53-55-68,-1 1 1,1-1-1,1 1 1,0 0-1,0 0 1,0 0-1,1 0 1,0 1-1,0 0 1,1-1-1,1 1 1,-1 0-1,1 0 1,1 0-1,0 12 1,1-16-4,0 0 0,0-1 0,0 1 0,0 0 0,1-1 0,-1 0 0,1 1 0,1-1 0,-1 0 0,0 0 0,1 0 0,0 0 0,0-1 0,0 1 0,0-1 0,1 0 0,-1 1 0,1-2 0,0 1 0,0 0 0,0-1 0,0 0 0,1 0 0,-1 0 0,0 0 0,1-1 0,-1 1 0,1-1 0,0 0 0,4 0 0,2 0-2,0 0 1,0 0-1,-1-1 1,1 0-1,0-1 1,0 0-1,0-1 1,-1 0-1,1-1 1,-1 0-1,0 0 1,1-1-1,-2-1 1,1 0-1,0 0 0,-1-1 1,0 0-1,13-12 1,-10 8-24,-1-2 0,-1 1 0,0-2 1,-1 1-1,0-1 0,-1 0 0,0-1 0,-1 0 0,-1 0 0,0-1 1,-1 0-1,5-22 0,0-39-209,-9 70 299,-1-1 0,0 1 0,-1 0 0,1 0-1,-1 0 1,0 0 0,-1 0 0,1 0 0,-1 0-1,-3-7 1,-7 2 1579,7 21-898,3 27-568,2-34-187,2 13 51,0 1 0,1-1 1,1 0-1,0 0 0,1 0 1,1 0-1,0-1 1,2 0-1,9 17 0,1-4 2,0 0-1,2-1 1,38 39-1,-51-59-316,0 0-1,0-1 1,1 0-1,0-1 1,0 0-1,16 7 1,-21-10-79,1-1 1,-1 1 0,1-1-1,0 0 1,-1 0 0,1 0 0,0-1-1,0 1 1,0-1 0,0 0-1,0 0 1,-1 0 0,1-1-1,0 0 1,0 1 0,0-1-1,-1 0 1,1-1 0,6-2 0,15-19-5246</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0.091"/>
    </inkml:context>
    <inkml:brush xml:id="br0">
      <inkml:brushProperty name="width" value="0.035" units="cm"/>
      <inkml:brushProperty name="height" value="0.035" units="cm"/>
    </inkml:brush>
  </inkml:definitions>
  <inkml:trace contextRef="#ctx0" brushRef="#br0">43 15 5862,'0'0'1841,"-7"-5"-277,-14-4-580,20 9-956,1-1-1,-1 1 1,1 0-1,-1 0 1,1 1 0,0-1-1,-1 0 1,1 0-1,-1 0 1,1 0-1,-1 0 1,1 0 0,0 1-1,-1-1 1,1 0-1,-1 0 1,1 1-1,0-1 1,-1 0-1,1 0 1,0 1 0,-1-1-1,1 0 1,0 1-1,0-1 1,-1 1-1,1-1 1,0 0 0,-1 1-1,0 5 181,0 0 0,1 0 0,-1 0 0,1 0 1,0 0-1,1 0 0,2 11 0,10 65 1460,30 92 1,0 4-832,-24-67-1084,-5 0 0,1 161-1,-15-267-1036,-1-12-2124,-1-18-1060</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0.573"/>
    </inkml:context>
    <inkml:brush xml:id="br0">
      <inkml:brushProperty name="width" value="0.035" units="cm"/>
      <inkml:brushProperty name="height" value="0.035" units="cm"/>
    </inkml:brush>
  </inkml:definitions>
  <inkml:trace contextRef="#ctx0" brushRef="#br0">51 102 5637,'0'0'523,"-1"-10"123,0 5-501,1 0-1,0 0 1,0 0-1,0 0 1,0 0-1,1 0 1,0-1-1,0 2 1,1-1-1,2-6 1,-3 9-94,0 0 0,0 0 0,1 0 0,-1 0 0,0 0 0,1 0 1,0 0-1,-1 1 0,1-1 0,0 1 0,0-1 0,0 1 0,0 0 0,0 0 1,0 0-1,0 0 0,1 0 0,-1 0 0,0 1 0,1-1 0,-1 1 0,0-1 1,1 1-1,-1 0 0,0 0 0,1 0 0,-1 0 0,0 1 0,5 0 0,-5 0-44,0-1-1,-1 1 0,1 0 1,0 0-1,-1 0 0,1 0 1,-1 0-1,1 0 1,-1 0-1,1 0 0,-1 1 1,0-1-1,0 1 0,1-1 1,-1 1-1,0-1 0,0 1 1,-1 0-1,1-1 0,0 1 1,-1 0-1,1 0 0,0-1 1,-1 1-1,0 0 0,1 3 1,2 57 591,-3-52-369,-1-1-254,0 1 1,-1-1 0,0 1-1,0-1 1,-1 0-1,0 0 1,-1 0 0,0 0-1,0 0 1,-1-1 0,0 0-1,0 0 1,-1 0-1,0-1 1,-1 0 0,1 0-1,-1 0 1,-1-1 0,1 0-1,-1-1 1,0 1 0,-16 7-1,2-9-4144,17-4 1238</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0.823"/>
    </inkml:context>
    <inkml:brush xml:id="br0">
      <inkml:brushProperty name="width" value="0.035" units="cm"/>
      <inkml:brushProperty name="height" value="0.035" units="cm"/>
    </inkml:brush>
  </inkml:definitions>
  <inkml:trace contextRef="#ctx0" brushRef="#br0">1 1 8296,'0'0'2242,"3"11"-1922,36 108 1028,73 251 1225,-95-297-2455,-2 1 0,-4 0 0,2 91 1,-12-147-505,1 27-848,-9-24-3403,0-20-867</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1.148"/>
    </inkml:context>
    <inkml:brush xml:id="br0">
      <inkml:brushProperty name="width" value="0.035" units="cm"/>
      <inkml:brushProperty name="height" value="0.035" units="cm"/>
    </inkml:brush>
  </inkml:definitions>
  <inkml:trace contextRef="#ctx0" brushRef="#br0">27 156 5765,'0'-10'70,"0"0"175,0-1 0,1 1 1,0-1-1,1 1 0,0-1 1,0 1-1,5-10 0,-6 17-149,0 0-1,0 0 0,1 0 1,-1 0-1,1 0 0,0 1 1,0-1-1,0 0 0,0 1 1,0-1-1,0 1 0,1 0 0,0 0 1,-1 0-1,1 0 0,0 1 1,0-1-1,-1 1 0,1-1 1,1 1-1,-1 0 0,0 0 1,0 0-1,0 1 0,0-1 1,1 1-1,-1 0 0,0 0 1,1 0-1,-1 0 0,4 1 1,-5-1-88,0 1 0,0-1 0,-1 1 0,1-1 0,0 1 0,-1 0 0,1 0 0,-1-1 0,1 1 0,-1 1-1,1-1 1,-1 0 0,0 0 0,1 0 0,-1 1 0,0-1 0,0 0 0,0 1 0,0-1 0,1 3 0,0 0 7,0 1-1,0 0 0,0 0 1,-1 0-1,0 0 0,0 0 1,0 6-1,0-1 8,-1 0 0,0 0 0,0 0 0,-1-1 0,0 1 0,-1 0 1,-4 11-1,2-12 19,0 0 1,-1-1 0,0 0-1,0 0 1,-1 0-1,0 0 1,-1-1 0,-9 9-1,11-12-59,1 0 0,-2 0 0,1 0 0,0 0 0,-1-1 0,1 0 0,-1 0 0,0-1 0,0 1 0,0-1 0,0 0 0,0-1 0,-10 1 0,16-2-83,-1 0 0,0 0 0,1 0 0,-1 0 0,1 0 0,-1 0 0,0-1 0,1 1 0,-1 0 0,0 0 0,1-1 0,-1 1 0,1 0 0,-1-1 0,1 1 0,-1-1 0,1 1 0,-1-1 0,1 1 0,0-1 0,-1 1 0,1-1 0,-1 1 0,1-1 0,0 1 0,0-1 0,-1 0 0,1 1 0,0-1 0,0 0 0,0 1 0,0-1 0,0 0 0,0 1 0,0-1 0,0 0 0,0 1 0,0-1 0,0 0 0,0 1 0,0-1 0,0 1 0,1-2 0,-1-4-707,0-23-4889</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1.396"/>
    </inkml:context>
    <inkml:brush xml:id="br0">
      <inkml:brushProperty name="width" value="0.035" units="cm"/>
      <inkml:brushProperty name="height" value="0.035" units="cm"/>
    </inkml:brush>
  </inkml:definitions>
  <inkml:trace contextRef="#ctx0" brushRef="#br0">20 1 13132,'0'0'1314,"-20"77"-610,26-36-127,8 9-257,2 4-64,3 3-159,1 3 31,2-1 64,-1-6 32,2-8-128,0-8-736,-2-12-930,-3-15-1441,-3-10-3267</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1.549"/>
    </inkml:context>
    <inkml:brush xml:id="br0">
      <inkml:brushProperty name="width" value="0.035" units="cm"/>
      <inkml:brushProperty name="height" value="0.035" units="cm"/>
    </inkml:brush>
  </inkml:definitions>
  <inkml:trace contextRef="#ctx0" brushRef="#br0">28 69 11851,'0'0'1410,"-27"-46"-1314,27 37-32,6 2 0,10 2 0,6 3-32,2 2 0,4 0 0,2 0-32,1 0-3748</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1.722"/>
    </inkml:context>
    <inkml:brush xml:id="br0">
      <inkml:brushProperty name="width" value="0.035" units="cm"/>
      <inkml:brushProperty name="height" value="0.035" units="cm"/>
    </inkml:brush>
  </inkml:definitions>
  <inkml:trace contextRef="#ctx0" brushRef="#br0">7 20 16560,'0'0'929,"-7"-19"-6022,21 19-2595</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2.063"/>
    </inkml:context>
    <inkml:brush xml:id="br0">
      <inkml:brushProperty name="width" value="0.035" units="cm"/>
      <inkml:brushProperty name="height" value="0.035" units="cm"/>
    </inkml:brush>
  </inkml:definitions>
  <inkml:trace contextRef="#ctx0" brushRef="#br0">0 95 15887,'0'0'214,"2"7"-316,4 7 118,0 0 0,1-1-1,0 0 1,1 0 0,1-1-1,16 20 1,-8-13 18,1-1 0,0 0 0,32 23 0,-47-38-27,0-1 1,0 0 0,0 0 0,0 0-1,0 0 1,1-1 0,-1 1 0,1-1-1,-1 0 1,1 0 0,-1 0 0,1-1-1,0 1 1,-1-1 0,1 0 0,0 0-1,-1 0 1,1 0 0,6-2 0,-6 0 0,0 0 1,0 0 0,-1 0 0,1 0-1,-1-1 1,1 1 0,-1-1 0,0 0-1,0 0 1,0 0 0,0-1 0,0 1 0,-1-1-1,3-4 1,5-12 4,-1-1 0,0 0-1,-2 0 1,-1 0 0,5-24 0,-11 41-43,3-9-407,0-1-1,1 1 1,9-20 0,-12 29 85,1 1 1,0 0 0,0-1-1,1 1 1,-1 0 0,1 0-1,-1 0 1,1 0-1,0 1 1,0-1 0,0 1-1,0-1 1,1 1 0,-1 0-1,1 0 1,-1 1-1,5-2 1,14-3-3509</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2.454"/>
    </inkml:context>
    <inkml:brush xml:id="br0">
      <inkml:brushProperty name="width" value="0.035" units="cm"/>
      <inkml:brushProperty name="height" value="0.035" units="cm"/>
    </inkml:brush>
  </inkml:definitions>
  <inkml:trace contextRef="#ctx0" brushRef="#br0">215 0 11499,'0'0'197,"-10"0"353,0 0-312,1 0 1,-1 1-1,1 0 0,0 0 0,-1 1 0,1 0 0,0 0 1,0 1-1,0 1 0,1-1 0,-1 1 0,-11 8 1,13-7-129,0 1 0,1 1 0,-1-1 0,1 1 0,0 0 0,1 0 0,0 1 0,-6 10 0,9-14-91,0 0 1,0 0-1,1 0 0,-1 0 1,1 0-1,0 0 0,0 0 1,0 1-1,0-1 0,1 0 1,0 1-1,0-1 0,0 0 1,0 1-1,1-1 0,0 0 1,0 1-1,0-1 0,2 6 1,-2-9-12,0 1 0,0-1 1,1 1-1,-1-1 0,0 0 0,0 0 1,1 0-1,-1 0 0,1 0 0,-1 0 1,1 0-1,-1 0 0,1 0 0,-1-1 1,1 1-1,0 0 0,-1-1 0,1 0 1,0 1-1,0-1 0,-1 0 0,1 0 1,0 0-1,0 0 0,-1 0 0,1 0 1,0-1-1,0 1 0,-1-1 0,1 1 1,0-1-1,2-1 0,3 0-6,0-1 0,1-1-1,-1 1 1,0-1 0,11-9 0,-1-2-64,-1 0 1,-1 0 0,-1-2-1,0 0 1,21-34-1,-25 112 132,-7-36 86,2-1 1,10 31-1,-13-47-277,1 0 0,0 0-1,1 0 1,-1-1 0,1 0 0,1 0-1,0 0 1,0 0 0,0-1-1,11 11 1,1-9-2463,-1-7-1863</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3.232"/>
    </inkml:context>
    <inkml:brush xml:id="br0">
      <inkml:brushProperty name="width" value="0.035" units="cm"/>
      <inkml:brushProperty name="height" value="0.035" units="cm"/>
    </inkml:brush>
  </inkml:definitions>
  <inkml:trace contextRef="#ctx0" brushRef="#br0">64 1 15086,'0'0'96,"-8"0"171,6 0-241,0 0-1,0 0 0,0 0 1,0 0-1,0 0 1,0 0-1,0 1 0,0-1 1,0 1-1,0-1 0,0 1 1,0 0-1,0-1 1,1 1-1,-4 2 0,3 0-3,0-1-1,1 1 0,-1-1 1,1 1-1,0 0 0,0 0 1,0 0-1,0-1 0,0 1 1,0 0-1,1 0 0,-1 0 1,1 0-1,0 3 0,-5 58 373,3 1-1,7 67 0,-2-95-270,2-1 0,2 1 0,1-1-1,1-1 1,16 36 0,-25-69-113,1 1 1,0-1-1,0 0 1,0 0-1,0 0 0,0 0 1,0 0-1,0 0 1,1 0-1,-1-1 1,1 1-1,-1 0 1,1-1-1,-1 1 0,1-1 1,0 0-1,0 1 1,0-1-1,0 0 1,0 0-1,0 0 1,0 0-1,4 0 1,-4-1-2,1 0 1,0-1-1,-1 1 1,1-1 0,-1 1-1,1-1 1,0 0 0,-1 0-1,0 0 1,1-1-1,-1 1 1,0-1 0,0 1-1,1-1 1,-1 0 0,3-3-1,6-7-36,-1 0 0,0-1-1,-1 0 1,0-1 0,8-18 0,0-8 371,17-55 0,-36 121-151,2 0 0,4 36 0,-2-53-164,-1 1 0,1-1 0,1 0-1,-1 0 1,2 0 0,-1 0 0,1-1 0,1 1 0,-1-1 0,7 8 0,-10-14-20,1 0-1,-1-1 1,1 1 0,0 0-1,-1-1 1,1 1 0,0-1-1,0 0 1,0 0 0,0 0-1,0 0 1,0 0 0,0 0-1,0 0 1,1 0-1,-1-1 1,0 1 0,0-1-1,1 0 1,-1 0 0,0 0-1,1 0 1,-1 0 0,0 0-1,0 0 1,1-1-1,-1 1 1,0-1 0,0 0-1,0 0 1,1 1 0,-1-1-1,0-1 1,0 1 0,0 0-1,-1 0 1,1-1 0,0 1-1,0-1 1,1-2-1,10-8-46,-2 0-1,0-1 1,0 0-1,10-17 0,-17 23-15,16-26-31,-16 24 57,1 1 0,0-1 1,1 1-1,9-11 0,-15 19-100,3 31-177,-1-25 312,0-1 0,0 1-1,1-1 1,-1 0-1,1 1 1,0-2 0,1 1-1,-1 0 1,1 0 0,0-1-1,0 0 1,1 0-1,-1 0 1,1-1 0,0 1-1,0-1 1,0 0 0,0 0-1,0-1 1,1 0-1,-1 1 1,1-2 0,0 1-1,-1-1 1,10 1-1,-7 0 0,0-1 0,1-1-1,-1 0 1,1 0-1,-1 0 1,1-1-1,-1 0 1,1-1 0,-1 0-1,0 0 1,0-1-1,0 0 1,0 0-1,0-1 1,-1 0-1,1 0 1,6-6 0,-8 5-51,1 0 1,-1 0 0,0-1-1,-1 0 1,0 0 0,0 0-1,0 0 1,0-1 0,-1 0 0,0 0-1,-1 0 1,0 0 0,0-1-1,0 1 1,-1-1 0,0 0-1,0 0 1,-1 0 0,0-10-1,-1 16 36,0 0 0,-1 1-1,1-1 1,-1 0-1,1 1 1,-1-1-1,0 1 1,0-1 0,0 1-1,0-1 1,0 1-1,0 0 1,0-1-1,0 1 1,0 0 0,-1 0-1,1 0 1,0 0-1,-1 0 1,1 0 0,-1 0-1,1 0 1,-1 1-1,1-1 1,-1 1-1,0-1 1,1 1 0,-1-1-1,0 1 1,1 0-1,-1 0 1,-3 0-1,2 0 36,0 0-1,0 0 1,-1 0 0,1 0-1,0 0 1,0 1-1,0 0 1,0 0-1,-1 0 1,1 0-1,0 0 1,0 0-1,1 1 1,-1 0-1,0-1 1,-5 5-1,6-3-2,-1 1-1,0-1 1,1 1-1,0-1 1,0 1 0,0 0-1,0 0 1,1 0-1,-1 0 1,1 0-1,0 0 1,0 0-1,1 0 1,-1 0-1,1 1 1,0 3 0,0 0 59,2 0 0,-1 0 0,1 0-1,0 0 1,0 0 0,1-1 0,7 14 0,3 2-760,1 0-1,2-1 0,34 39 0,-22-34-3592</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3.606"/>
    </inkml:context>
    <inkml:brush xml:id="br0">
      <inkml:brushProperty name="width" value="0.035" units="cm"/>
      <inkml:brushProperty name="height" value="0.035" units="cm"/>
    </inkml:brush>
  </inkml:definitions>
  <inkml:trace contextRef="#ctx0" brushRef="#br0">331 65 12364,'-3'-10'261,"-13"-30"364,16 39-592,0 1 1,0-1-1,-1 0 1,1 1 0,0-1-1,0 0 1,-1 1-1,1-1 1,0 0-1,-1 1 1,1-1-1,-1 1 1,1-1-1,-1 1 1,1-1-1,-1 1 1,1-1-1,-1 1 1,1-1 0,-1 1-1,0 0 1,1-1-1,-1 1 1,0 0-1,1-1 1,-1 1-1,0 0 1,1 0-1,-1 0 1,0 0-1,0 0 1,1 0-1,-1 0 1,0 0 0,1 0-1,-1 0 1,0 0-1,0 0 1,1 0-1,-1 0 1,0 1-1,1-1 1,-1 0-1,0 1 1,1-1-1,-1 0 1,0 1 0,-17 25 292,18-26-335,-12 26 332,1-1-1,2 1 0,0 1 1,2 0-1,1 0 1,-3 29-1,-4 174 883,4-50-973,-18 21 184,21-173-734,-1-2-1,-1 1 1,-1-1-1,-1 0 1,-18 31-1,25-52-48,1 0 0,-2 0 0,1-1 0,-1 1-1,1-1 1,-1 0 0,-5 4 0,7-6-230,-1 0 0,1-1 1,-1 1-1,0-1 0,1 0 1,-1 0-1,0 0 0,1 0 1,-7 0-1,-14 0-6786</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4.274"/>
    </inkml:context>
    <inkml:brush xml:id="br0">
      <inkml:brushProperty name="width" value="0.035" units="cm"/>
      <inkml:brushProperty name="height" value="0.035" units="cm"/>
    </inkml:brush>
  </inkml:definitions>
  <inkml:trace contextRef="#ctx0" brushRef="#br0">0 463 11915,'10'-15'213,"0"-1"-1,1 2 0,0-1 1,1 1-1,1 1 0,25-21 1,-28 27-98,1 1 0,-1 0 0,1 0 0,0 1 0,0 1 0,0 0 0,1 0 0,-1 1 0,1 1 0,0-1 0,16 1 0,-4 0-84,0 2 0,0 1 0,0 0 0,0 2 0,0 1-1,-1 1 1,1 0 0,26 12 0,-40-14-6,0 2 1,-1 0-1,1 0 0,-1 0 0,0 1 0,0 1 0,0-1 0,-1 2 0,0-1 1,-1 1-1,0 0 0,0 0 0,0 1 0,-1 0 0,-1 0 0,1 1 1,-1 0-1,-1 0 0,0 0 0,3 12 0,-7-20-16,1 0 0,-1 0 0,0 0 0,1-1 0,-1 1 0,1 0 0,0 0 0,0-1 0,0 1 0,-1-1 0,2 1 0,-1-1 0,0 1 0,0-1-1,0 1 1,1-1 0,-1 0 0,0 0 0,1 0 0,0 1 0,-1-2 0,1 1 0,-1 0 0,1 0 0,3 1 0,-2-2 4,0 0 1,0 0-1,0-1 1,0 1-1,0-1 0,0 1 1,0-1-1,0 0 0,0 0 1,-1 0-1,1 0 0,0-1 1,-1 1-1,4-3 1,5-4 17,0-1 1,0 0 0,-1 0 0,-1-1 0,17-22 0,-21 25-32,0 0 0,0-1 0,-1 1 1,-1-1-1,1 0 0,-1-1 0,-1 1 0,1 0 1,-1-1-1,1-14 0,-3 19-7,0 0-1,0 1 0,-1-1 1,1 0-1,-1 1 1,0-1-1,0 1 1,0-1-1,0 1 1,-1-1-1,1 1 1,-1 0-1,0 0 1,0 0-1,0 0 1,0 0-1,-1 0 1,1 0-1,-1 1 1,0-1-1,0 1 1,0 0-1,0 0 1,0 0-1,0 0 1,0 0-1,-5-1 0,-12-3-12,0 0-1,0 1 0,-1 1 1,0 1-1,0 1 0,1 0 1,-30 3-1,97 16-22,80-2 93,-91-12-23,-1 0 1,-1 3-1,50 13 0,-73-15 11,-1 0-1,0 0 1,-1 1-1,1 0 1,-1 0-1,0 1 0,0 1 1,0-1-1,-1 1 1,0 1-1,-1 0 1,1 0-1,-2 0 0,1 1 1,8 14-1,-15-36 2281,1-11-2199,0 0-1,2 1 1,6-28-1,-3 37-101,0 1 0,0 0 0,1 0 0,1 1 1,0 0-1,0 0 0,2 1 0,-1 0 0,22-19 0,-7 11-806,1 0 0,1 2 1,46-23-1,0 4-4939</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6.275"/>
    </inkml:context>
    <inkml:brush xml:id="br0">
      <inkml:brushProperty name="width" value="0.035" units="cm"/>
      <inkml:brushProperty name="height" value="0.035" units="cm"/>
    </inkml:brush>
  </inkml:definitions>
  <inkml:trace contextRef="#ctx0" brushRef="#br0">568 72 11211,'0'0'-203,"-9"-9"203,-31-29 10,35 35 16,1 0-1,0 0 0,-1 1 0,1 0 1,-1 0-1,0 0 0,0 0 0,0 1 1,0-1-1,0 1 0,0 1 0,0-1 1,0 1-1,0 0 0,-1 0 0,1 0 0,-5 2 1,-5 0 135,1 1 0,0 1 0,0 1 0,-15 6 0,2-1-77,0 2-1,1 0 1,1 2-1,0 1 0,1 0 1,0 2-1,-29 28 1,50-42-77,0 0 0,1 0 0,-1 0 0,1 1 0,0-1 0,0 1 0,0 0 0,0 0 0,0-1 0,1 1 0,0 0 0,0 0 0,0 0 0,0 1 0,0-1 0,1 0 0,0 0 0,0 5 0,1-3 5,1-1 0,-1 1 0,1 0 0,0-1 0,0 1 0,1-1 0,-1 0-1,1 0 1,1 0 0,-1 0 0,7 6 0,9 8 38,0-1-1,2 0 1,0-2 0,35 21-1,-43-29-29,16 10 36,-4-4 17,34 27 1,-54-37-68,-1-1-1,0 1 1,0-1 0,0 1-1,-1 1 1,1-1 0,-1 0 0,0 1-1,0-1 1,-1 1 0,1 0-1,-1 0 1,0 0 0,2 9-1,-4-13 15,0 1 0,0 0-1,0 0 1,-1-1 0,1 1 0,0 0-1,-1 0 1,1-1 0,-1 1-1,0 0 1,1-1 0,-1 1 0,0 0-1,0-1 1,0 0 0,0 1-1,0-1 1,-1 1 0,1-1 0,0 0-1,-1 0 1,1 0 0,0 0-1,-1 0 1,0 0 0,1 0-1,-1 0 1,1-1 0,-1 1 0,-2 0-1,-58 13 576,54-12-616,-215 23 309,128-21-3843,94-4 3468,1 0 32,0 0 0,0 0 0,0 0 1,-1 0-1,1 0 0,0 0 0,0 0 1,0 0-1,0 0 0,0 0 0,-1 0 0,1 0 1,0 0-1,0 0 0,0 0 0,0 0 1,-1 0-1,1 0 0,0 0 0,0 0 1,0 0-1,0 0 0,-1 0 0,1 0 0,0 0 1,0 0-1,0 0 0,0 0 0,0 0 1,0-1-1,-1 1 0,1 0 0,0 0 1,0 0-1,0 0 0,0 0 0,0 0 0,0-1 1,0 1-1,0 0 0,0 0 0,-1 0 1,1 0-1,0-1 0,0 1 0,0 0 1,0 0-1,0 0 0,0 0 0,0-1 0,0 1 1,0 0-1,0 0 0,0 0 0,0 0 1,0 0-1,1-1 0,-1 1 0,0 0 1,2-8-2536</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6.539"/>
    </inkml:context>
    <inkml:brush xml:id="br0">
      <inkml:brushProperty name="width" value="0.035" units="cm"/>
      <inkml:brushProperty name="height" value="0.035" units="cm"/>
    </inkml:brush>
  </inkml:definitions>
  <inkml:trace contextRef="#ctx0" brushRef="#br0">0 0 11819,'0'0'256,"6"54"161,7-13 544,3 6-257,1 5-31,6 4-449,-2 2-96,-1 6 0,-4-1 33,-1 1-65,-9-6-673,-3-8-1281,-3-13-3042,0-15 544</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6.710"/>
    </inkml:context>
    <inkml:brush xml:id="br0">
      <inkml:brushProperty name="width" value="0.035" units="cm"/>
      <inkml:brushProperty name="height" value="0.035" units="cm"/>
    </inkml:brush>
  </inkml:definitions>
  <inkml:trace contextRef="#ctx0" brushRef="#br0">0 112 12556,'0'0'-32,"55"-50"96,-11 32-64,4 7 0,3 3 32,4 4-352,-1 1-1154,-1-4-2113,-1-4-3011</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7.050"/>
    </inkml:context>
    <inkml:brush xml:id="br0">
      <inkml:brushProperty name="width" value="0.035" units="cm"/>
      <inkml:brushProperty name="height" value="0.035" units="cm"/>
    </inkml:brush>
  </inkml:definitions>
  <inkml:trace contextRef="#ctx0" brushRef="#br0">218 4 11018,'0'0'577,"-11"-1"688,2 0-1050,1 0-1,-1 1 1,1 0-1,-1 0 1,1 1-1,-1 0 1,1 1-1,0 0 0,-1 0 1,1 1-1,0 0 1,1 0-1,-1 1 1,0 0-1,1 0 1,-10 7-1,11-4-108,1-1 1,-1 1-1,1 0 0,1 0 0,-1 0 0,1 1 1,0-1-1,1 1 0,0 0 0,0 0 0,1 0 0,0 1 1,-2 12-1,3-16-89,1 0 0,-1-1 0,1 1 0,0-1 0,0 1 0,0 0 1,1-1-1,-1 1 0,1-1 0,0 1 0,0-1 0,1 1 0,-1-1 0,1 0 0,0 0 1,0 0-1,1 0 0,-1 0 0,1 0 0,0 0 0,0-1 0,0 1 0,0-1 0,1 0 1,-1 0-1,7 3 0,-8-4-53,0-1 1,1 0-1,-1 1 1,0-1-1,1 0 0,-1-1 1,1 1-1,-1 0 1,1-1-1,0 1 1,-1-1-1,1 0 1,-1 0-1,1 0 1,0 0-1,-1 0 0,1-1 1,-1 1-1,1-1 1,0 0-1,-1 0 1,0 0-1,1 0 1,-1 0-1,1 0 0,-1 0 1,0-1-1,0 1 1,0-1-1,0 0 1,0 0-1,0 0 1,-1 0-1,1 0 0,0 0 1,-1 0-1,0 0 1,1 0-1,1-5 1,0-1-20,0-1-1,0 1 1,-1 0 0,0-1 0,0 0 0,-1 1 0,0-1 0,0 0-1,-1 1 1,-2-17 0,1 20 1132,3 13-917,6 21-238,5-8-165,45 73 809,-51-84-1635,1 0-1,1-1 0,13 13 0,-10-15-3996,-1-6-3177</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7.457"/>
    </inkml:context>
    <inkml:brush xml:id="br0">
      <inkml:brushProperty name="width" value="0.035" units="cm"/>
      <inkml:brushProperty name="height" value="0.035" units="cm"/>
    </inkml:brush>
  </inkml:definitions>
  <inkml:trace contextRef="#ctx0" brushRef="#br0">14 1 14029,'-2'7'192,"-2"5"-172,2-1 0,0 1-1,0 0 1,1 0 0,1 0-1,0 0 1,0 0-1,3 14 1,25 102 454,-17-84-324,6 44 0,-16-82-185,3 32-332,0 52 1,-12-25-2358,6-59 2030,1-1 1,-1 0 0,-1 1-1,1-1 1,-1 0 0,1 0-1,-1 0 1,-5 5 0,8-10 573,0 1 1,0-1-1,0 1 0,-1-1 1,1 1-1,0-1 1,-1 1-1,1-1 0,0 1 1,-1-1-1,1 0 1,0 1-1,-1-1 0,1 0 1,-1 1-1,1-1 1,-1 0-1,1 0 0,-1 1 1,1-1-1,-1 0 1,1 0-1,-1 0 0,1 0 1,-1 0-1,1 1 1,-1-1-1,1 0 0,-1 0 1,0 0-1,1-1 1,-1 1-1,1 0 0,-1 0 1,1 0-1,-1 0 1,-5-21 613,9-31 2684,0 40-2646,1 0 0,0 0 0,1 1 0,0 0 1,0 0-1,1 0 0,1 1 0,0-1 0,0 2 0,1-1 0,9-8 0,-13 14-397,0 0 0,0 0 0,1 0 1,-1 1-1,1-1 0,0 1 0,0 0 0,0 1 0,0-1 0,0 1 0,1 0 0,-1 0 0,1 1 0,-1 0 1,1 0-1,0 0 0,-1 0 0,1 1 0,0 0 0,0 0 0,-1 1 0,1-1 0,0 1 0,-1 1 0,11 2 0,-11-1-112,0 0 0,0 1-1,0-1 1,0 1 0,-1 0-1,0 0 1,1 0-1,-2 0 1,1 1 0,0 0-1,-1-1 1,0 2 0,0-1-1,0 0 1,-1 0-1,0 1 1,0-1 0,0 1-1,-1 0 1,2 7 0,1 14 144,-1 0 0,-1 55 0,-2-68-103,0-11-109,-2 36-330,-8-15-3539,2-15-1003</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7.629"/>
    </inkml:context>
    <inkml:brush xml:id="br0">
      <inkml:brushProperty name="width" value="0.035" units="cm"/>
      <inkml:brushProperty name="height" value="0.035" units="cm"/>
    </inkml:brush>
  </inkml:definitions>
  <inkml:trace contextRef="#ctx0" brushRef="#br0">3 0 14510,'0'0'-353,"-2"56"-9672</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7.971"/>
    </inkml:context>
    <inkml:brush xml:id="br0">
      <inkml:brushProperty name="width" value="0.035" units="cm"/>
      <inkml:brushProperty name="height" value="0.035" units="cm"/>
    </inkml:brush>
  </inkml:definitions>
  <inkml:trace contextRef="#ctx0" brushRef="#br0">160 23 12043,'0'0'1436,"-8"-4"-299,3 1-980,-1 0-1,1 0 0,-1 1 0,0 0 1,0 1-1,-10-3 0,14 4-142,1 0 0,-1 0 0,0 0 0,1 0 0,-1 0 0,1 0 0,-1 1-1,1-1 1,-1 0 0,1 1 0,-1-1 0,1 1 0,-1 0 0,1 0 0,-1-1 0,1 1 0,0 0 0,-1 0 0,1 0 0,0 0 0,0 0-1,0 1 1,0-1 0,0 0 0,0 0 0,0 1 0,0-1 0,1 1 0,-1-1 0,0 1 0,1-1 0,0 1 0,-1-1 0,1 1 0,0-1-1,-1 1 1,1 2 0,0 1 2,0 0-1,0 0 1,0 0 0,1-1-1,-1 1 1,1 0-1,0 0 1,1-1-1,-1 1 1,1-1-1,0 1 1,0-1 0,0 0-1,1 0 1,-1 0-1,1 0 1,0 0-1,6 6 1,9 7 11,0-1 0,34 24 1,12 11-85,-62-50 54,0 1 1,0-1-1,-1 1 1,1 0 0,-1-1-1,1 1 1,-1 0-1,0 0 1,0 0-1,0 0 1,0 0 0,0 0-1,0 1 1,0-1-1,-1 0 1,1 0-1,-1 0 1,0 1 0,1 2-1,-2-4 3,1 1 1,-1-1-1,0 0 0,0 1 0,1-1 0,-1 0 0,0 0 0,0 0 0,0 0 1,0 0-1,0 0 0,-1 0 0,1 0 0,0 0 0,0-1 0,-1 1 1,1 0-1,0-1 0,-1 1 0,1-1 0,0 0 0,-3 1 0,-12 2 18,0-1 0,-1 0-1,1-1 1,-19-2-1,19 1 5,8 0-144,-2 0 137,0 0-1,0 0 1,0-1 0,0 0-1,-16-5 1,24 5-168,-1 0 1,1 0-1,0 0 0,-1 0 1,1-1-1,0 1 0,0-1 0,0 0 1,0 1-1,0-1 0,-2-2 1,3 1-252,-1 1 0,1-1 0,0 1 0,-1-1 0,1 0 1,0 1-1,0-1 0,1 0 0,-1 0 0,1 0 0,-1 1 1,1-5-1,0-21-4812</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8.375"/>
    </inkml:context>
    <inkml:brush xml:id="br0">
      <inkml:brushProperty name="width" value="0.035" units="cm"/>
      <inkml:brushProperty name="height" value="0.035" units="cm"/>
    </inkml:brush>
  </inkml:definitions>
  <inkml:trace contextRef="#ctx0" brushRef="#br0">1 1 14926,'0'0'86,"4"13"-22,13 32 396,25 43 1,19 50 298,-54-118-708,0-1 0,-2 1 0,0 1 0,-2-1 0,2 29-1,-4-29-6,0 54-66,-1-71-6,-1 0 1,1 0-1,0 0 1,-1 0-1,0 0 1,0 0-1,0 0 0,0 0 1,0 0-1,0 0 1,-1 0-1,1-1 1,-1 1-1,0-1 1,0 1-1,0-1 1,0 0-1,-4 4 1,5-6 25,1 1 0,-1-1 0,0 1 0,1-1 0,-1 0 0,1 1 0,-1-1 0,0 0 0,1 1 0,-1-1 0,0 0 0,0 0 0,1 0 0,-1 0 0,0 0 0,1 0 0,-1 0 0,0 0 0,0 0 0,1 0 0,-1 0 0,0 0 0,1 0 0,-1-1 0,0 1 0,1 0 1,-1-1-1,0 1 0,1 0 0,-2-2 0,-7-21-49,10-32 3,1 48 65,0 0 0,0 0 0,1 0 1,0 0-1,0 0 0,1 1 0,-1-1 1,2 1-1,-1 0 0,0 0 1,1 1-1,0-1 0,1 1 0,-1 0 1,1 0-1,0 1 0,0 0 1,11-6-1,-10 6 4,1 0 1,0 0-1,0 1 1,0 0-1,1 0 1,-1 1-1,1 0 1,0 1 0,-1-1-1,1 2 1,0-1-1,0 1 1,-1 1-1,1-1 1,14 4-1,-18-1 6,0-1-1,0 1 1,0 0 0,0 0-1,0 1 1,0 0 0,-1-1-1,0 1 1,0 1 0,0-1-1,0 1 1,-1-1-1,1 1 1,-1 0 0,0 1-1,-1-1 1,1 0 0,-1 1-1,0-1 1,-1 1 0,1 0-1,-1-1 1,1 12-1,-1-6-249,0 0 0,0 0-1,-1 0 1,-1 1 0,-1 13-1,0-18-534,1 0 0,-1-1 1,0 1-1,0 0 0,0-1 0,-1 0 0,0 0 0,-5 8 0,-10 6-5781</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8.547"/>
    </inkml:context>
    <inkml:brush xml:id="br0">
      <inkml:brushProperty name="width" value="0.035" units="cm"/>
      <inkml:brushProperty name="height" value="0.035" units="cm"/>
    </inkml:brush>
  </inkml:definitions>
  <inkml:trace contextRef="#ctx0" brushRef="#br0">14 1 14350,'0'0'0,"-13"54"-6439,36-30 898</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8.797"/>
    </inkml:context>
    <inkml:brush xml:id="br0">
      <inkml:brushProperty name="width" value="0.035" units="cm"/>
      <inkml:brushProperty name="height" value="0.035" units="cm"/>
    </inkml:brush>
  </inkml:definitions>
  <inkml:trace contextRef="#ctx0" brushRef="#br0">134 26 13581,'0'0'336,"-8"-4"999,3 1-976,-1 0 1,1 0-1,-1 1 0,1 0 1,-1 0-1,0 0 1,0 1-1,0-1 1,-6 1-1,10 1-282,-1 0 0,1 0 0,0 0 0,-1 1 0,1-1 0,0 1 0,-1-1 0,1 1 0,0 0 0,0 0 0,0 0 0,0 0 0,0 0 0,0 1 0,0-1 0,0 1 0,0-1 1,0 1-1,1-1 0,-1 1 0,1 0 0,-1 0 0,1 0 0,0 0 0,0 0 0,0 0 0,0 0 0,0 0 0,0 1 0,0-1 0,0 4 0,-1 0-63,1 1 1,-1 0 0,1 0-1,1-1 1,-1 1-1,1 0 1,0 0-1,1 0 1,0 0-1,0 0 1,0 0 0,1-1-1,0 1 1,0 0-1,1-1 1,0 0-1,0 1 1,0-1-1,1-1 1,0 1 0,0 0-1,0-1 1,1 0-1,-1 0 1,11 8-1,-8-8-232,0 0 0,0-1 0,0 0-1,0 0 1,1 0 0,-1-1 0,1-1-1,0 1 1,12 1 0,-12-2-468,0-1 0,0-1 0,1 0 0,-1 0 0,0 0 0,1-1 0,-1-1 0,0 1 0,16-6 0,19-13-5235</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09.328"/>
    </inkml:context>
    <inkml:brush xml:id="br0">
      <inkml:brushProperty name="width" value="0.035" units="cm"/>
      <inkml:brushProperty name="height" value="0.035" units="cm"/>
    </inkml:brush>
  </inkml:definitions>
  <inkml:trace contextRef="#ctx0" brushRef="#br0">161 559 11851,'-8'-1'475,"0"1"-232,-4-1 382,0 1 0,1 0 0,-1 1 0,0 0 0,0 1 1,-13 3-1,23-4-568,-1 0 0,0 0 0,0 0 1,1 1-1,-1-1 0,1 1 0,-1 0 1,1-1-1,-1 1 0,1 0 0,0 0 1,0 1-1,0-1 0,0 0 0,1 1 1,-1-1-1,1 1 0,-1-1 0,1 1 1,0 0-1,0 0 0,0 0 0,0-1 1,0 1-1,1 0 0,0 0 0,-1 0 1,1 0-1,0 0 0,0 0 0,0 0 1,2 4-1,-2-5-117,0 0 1,0-1 0,0 1-1,1 0 1,-1-1-1,1 1 1,-1 0 0,1-1-1,0 1 1,-1-1-1,1 1 1,0-1 0,0 1-1,0-1 1,0 0-1,0 1 1,0-1-1,1 0 1,-1 0 0,0 0-1,1 0 1,-1 0-1,1 0 1,-1 0 0,1-1-1,-1 1 1,1 0-1,-1-1 1,1 1 0,0-1-1,-1 0 1,1 0-1,0 1 1,-1-1 0,1 0-1,0 0 1,0-1-1,-1 1 1,1 0-1,2-1 1,1 0-120,-1 0 1,1 0-1,-1-1 0,0 1 0,1-1 1,-1 0-1,0 0 0,0-1 0,0 1 1,0-1-1,-1 0 0,1 0 1,5-6-1,4-15-149,-3 8 2401,-10 16-2037,1 0-1,0 0 1,-1 0-1,1 1 1,-1-1 0,1 0-1,-1 1 1,1-1-1,-1 0 1,1 1-1,-1-1 1,1 1-1,-1-1 1,1 1-1,-1-1 1,0 1-1,1-1 1,-1 1 0,0 0-1,1-1 1,-1 1-1,0-1 1,0 1-1,0 0 1,1-1-1,-1 1 1,0 0-1,0-1 1,0 1-1,0-1 1,0 2 0,4 11 33,0 0 0,2 0 0,-1-1 0,2 0 1,0 0-1,0 0 0,14 15 0,-19-24-55,0 0 0,0-1 0,1 1 0,-1-1 0,1 0-1,0 1 1,0-1 0,0 0 0,0-1 0,0 1 0,0-1-1,0 1 1,0-1 0,1 0 0,-1 0 0,0 0-1,1-1 1,-1 1 0,1-1 0,-1 0 0,1 0 0,-1 0-1,1 0 1,-1 0 0,0-1 0,1 0 0,-1 0 0,1 0-1,-1 0 1,0 0 0,0-1 0,0 1 0,0-1 0,0 0-1,4-3 1,5-5-20,0-1-1,0 0 0,-1-1 1,-1 0-1,0-1 0,-1 0 0,0-1 1,-1 0-1,0 0 0,8-25 1,0-5-43,-2 0 1,12-68-1,-13 47-45,-4-1-1,-2 0 0,-4-119 0,-6 177 1611,-1 17-1046,-2 18-438,1 73 133,5 1-1,27 196 0,-15-190-3774,-6-50-2530</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10.189"/>
    </inkml:context>
    <inkml:brush xml:id="br0">
      <inkml:brushProperty name="width" value="0.035" units="cm"/>
      <inkml:brushProperty name="height" value="0.035" units="cm"/>
    </inkml:brush>
  </inkml:definitions>
  <inkml:trace contextRef="#ctx0" brushRef="#br0">327 538 8872,'-8'-10'139,"6"8"-163,-2-4 262,-2 0 0,1 0 1,-1 0-1,1 0 1,-2 1-1,1 0 1,-1 1-1,1-1 0,-1 1 1,0 0-1,-1 1 1,1 0-1,-1 0 1,1 1-1,-12-3 0,12 4-61,0 1-1,0 0 0,0 0 1,-1 1-1,1-1 0,0 1 0,0 1 1,0 0-1,0 0 0,0 0 0,1 1 1,-1-1-1,1 2 0,-1-1 1,1 1-1,0 0 0,0 0 0,1 1 1,-1-1-1,1 1 0,0 1 0,0-1 1,-4 7-1,3-2-121,0 0 0,1 0 0,0 0 0,1 0 0,0 1 0,0 0 0,1 0 0,1 0 0,0 0 0,0 0 0,1 0 0,0 1 0,1-1 0,2 14 0,-2-22-38,0 0 1,1 0 0,-1-1-1,1 1 1,0 0-1,0 0 1,0-1-1,0 1 1,0-1-1,1 1 1,-1-1 0,1 1-1,-1-1 1,1 0-1,0 0 1,0 0-1,0 0 1,0 0-1,0 0 1,1 0 0,-1-1-1,0 1 1,1-1-1,-1 0 1,1 1-1,0-1 1,-1 0-1,1-1 1,0 1 0,-1 0-1,1-1 1,0 0-1,0 1 1,0-1-1,0 0 1,-1-1-1,1 1 1,0 0 0,0-1-1,0 1 1,-1-1-1,1 0 1,0 0-1,-1 0 1,1-1-1,-1 1 1,1 0 0,-1-1-1,0 0 1,1 1-1,2-4 1,3-4 4,-1-1 0,0 0 1,-1 0-1,0 0 0,0-1 1,-1 0-1,-1 0 0,0 0 1,0 0-1,-1-1 0,3-21 1,-1-12-25,-2-80 1,-3 99-19,-2-29-200,-2 0-1,-3 1 0,-2-1 1,-3 2-1,-23-70 0,35 123 228,0 0 0,0 0 0,-1 0-1,1 0 1,0 0 0,0 0-1,0 0 1,0 0 0,0 0 0,0 0-1,0 0 1,0 0 0,0 0-1,0 0 1,0 0 0,0 0 0,0 0-1,0 0 1,0 0 0,-1 0 0,1 0-1,0 0 1,0 0 0,0 0-1,0 0 1,0 0 0,0 0 0,2 15 157,6 26-4,20 31 60,4-1-1,3-2 1,2-1 0,4-2 0,56 70-1,-89-126-413,0 0-1,0-1 0,1 0 1,18 14-1,-26-21 163,1-1 0,0 1 1,0-1-1,-1 0 0,1 0 0,0 0 0,0 0 0,1 0 1,-1 0-1,0 0 0,0-1 0,0 1 0,0-1 0,1 0 1,-1 1-1,0-1 0,0 0 0,1 0 0,-1-1 1,0 1-1,0 0 0,1-1 0,-1 1 0,0-1 0,0 0 1,0 0-1,0 0 0,0 0 0,0 0 0,0 0 0,0 0 1,0-1-1,-1 1 0,4-3 0,1-5 12,0 0 0,-1 0 1,0-1-1,0 1 0,-1-1 0,0 0 0,-1 0 0,0-1 0,-1 1 1,0-1-1,-1 1 0,0-1 0,0-15 0,7-44 170,9 101 341,-9-19-357,0 0-1,1 0 1,0-1 0,1 0-1,0 0 1,0-1 0,1-1-1,1 0 1,0 0 0,0-1-1,0-1 1,25 11-1,-28-14-773,1-1 0,0 0 0,0-1 0,0 0 0,0 0-1,18 0 1,-13-5-3748,-7-14-2242</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10.312"/>
    </inkml:context>
    <inkml:brush xml:id="br0">
      <inkml:brushProperty name="width" value="0.035" units="cm"/>
      <inkml:brushProperty name="height" value="0.035" units="cm"/>
    </inkml:brush>
  </inkml:definitions>
  <inkml:trace contextRef="#ctx0" brushRef="#br0">22 50 11691,'0'0'-128,"-21"-49"128,29 49-993,17 0-1826,7 0-864</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10.672"/>
    </inkml:context>
    <inkml:brush xml:id="br0">
      <inkml:brushProperty name="width" value="0.035" units="cm"/>
      <inkml:brushProperty name="height" value="0.035" units="cm"/>
    </inkml:brush>
  </inkml:definitions>
  <inkml:trace contextRef="#ctx0" brushRef="#br0">277 0 11403,'0'0'656,"-11"0"65,8 0-701,-96 6 2039,91-5-1897,-1 0-1,1 1 0,0 0 0,0 0 1,0 0-1,0 1 0,0 1 1,0-1-1,1 1 0,0 1 0,-9 5 1,15-9-156,0 1 0,-1-1 0,1 0 0,0 0 0,0 1 0,0-1 0,0 1 0,0-1 0,0 1 0,0 0 0,0-1 0,0 1 0,1 0 0,-1-1 0,1 1 0,0 0 0,-1 0 0,1-1 1,0 1-1,0 0 0,0 0 0,0 0 0,0-1 0,0 1 0,1 0 0,-1 0 0,0-1 0,1 1 0,0 0 0,-1-1 0,1 1 0,0 0 0,0-1 0,0 1 0,0-1 0,0 1 0,0-1 0,0 0 1,1 1-1,-1-1 0,0 0 0,3 2 0,8 6 44,0-1 0,0 0 0,1 0 0,17 6 1,-13-5 14,-8-4-51,11 5 18,-1 1 0,0 1 1,18 15-1,-33-24-33,0 0 0,0 0-1,-1 1 1,0-1 0,0 1 0,0 0 0,0-1-1,0 2 1,-1-1 0,1 0 0,-1 0-1,0 1 1,-1-1 0,1 1 0,-1-1 0,0 1-1,0 0 1,0 0 0,-1-1 0,0 8 0,0-9 2,-1-1 0,0 1 0,-1-1 0,1 1 0,0-1 0,-1 0 0,1 0 0,-1 0 0,0 1 0,0-1 0,1-1 0,-1 1 0,-1 0 0,1 0 0,0-1 0,0 1 0,-1-1-1,1 0 1,0 0 0,-1 0 0,1 0 0,-1 0 0,0 0 0,1-1 0,-6 1 0,-9 3 34,0-2-1,-29 2 0,16-3-23,9 1-28,0-1 0,-1-1-1,1-1 1,-24-5 0,44 6-83,0 0 1,1 0-1,-1-1 1,0 1-1,0 0 0,1-1 1,-1 1-1,0-1 0,1 1 1,-1-1-1,1 1 1,-1-1-1,0 1 0,1-1 1,-1 1-1,1-1 1,0 0-1,-1 1 0,1-1 1,-1 0-1,1 1 1,0-1-1,0 0 0,-1 0 1,1 1-1,0-1 1,0 0-1,0 0 0,0 0 1,0 1-1,0-1 1,0 0-1,0 0 0,0 1 1,0-1-1,0 0 0,1 0 1,-1 1-1,0-1 1,1-1-1,6-18-3493</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10.890"/>
    </inkml:context>
    <inkml:brush xml:id="br0">
      <inkml:brushProperty name="width" value="0.035" units="cm"/>
      <inkml:brushProperty name="height" value="0.035" units="cm"/>
    </inkml:brush>
  </inkml:definitions>
  <inkml:trace contextRef="#ctx0" brushRef="#br0">0 0 13677,'0'0'1185,"16"78"-608,-3-35-225,3 7 0,2 3-192,1 1 1,2 0 31,-6-2-32,0-5-993,-6-5-1281,-4-11-1281,-5-11-2146</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11.060"/>
    </inkml:context>
    <inkml:brush xml:id="br0">
      <inkml:brushProperty name="width" value="0.035" units="cm"/>
      <inkml:brushProperty name="height" value="0.035" units="cm"/>
    </inkml:brush>
  </inkml:definitions>
  <inkml:trace contextRef="#ctx0" brushRef="#br0">1 133 2114,'0'0'8552,"57"-39"-8488,-16 20-64,6 4 32,6 4 0,2 1 0,1 1 0,4 0-256,-3-2-2883,-4 1-1569</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11.403"/>
    </inkml:context>
    <inkml:brush xml:id="br0">
      <inkml:brushProperty name="width" value="0.035" units="cm"/>
      <inkml:brushProperty name="height" value="0.035" units="cm"/>
    </inkml:brush>
  </inkml:definitions>
  <inkml:trace contextRef="#ctx0" brushRef="#br0">233 3 8040,'-9'-1'1126,"-4"0"-534,0 0 0,0 1 1,0 1-1,0 0 0,0 1 0,0 0 0,0 1 1,-23 8-1,31-9-489,0 1-1,0-1 1,0 1 0,0 0 0,0 0 0,1 0-1,0 1 1,0-1 0,0 1 0,0 0-1,0 1 1,1-1 0,0 1 0,-1-1 0,2 1-1,-1 0 1,1 0 0,-1 0 0,1 0 0,1 1-1,-1-1 1,1 0 0,0 1 0,0-1-1,0 9 1,1-7-53,0 0 0,0 1-1,1-1 1,0 0 0,0 1 0,1-1-1,0 0 1,0 0 0,0 0 0,7 11-1,-8-15-51,1 0-1,0-1 0,-1 0 0,1 1 0,0-1 0,0 0 0,1 0 1,-1 0-1,0 0 0,1 0 0,-1-1 0,1 1 0,-1-1 0,1 1 1,0-1-1,0 0 0,0 0 0,-1 0 0,1-1 0,0 1 1,0-1-1,0 1 0,0-1 0,0 0 0,0 0 0,0-1 0,0 1 1,5-1-1,-4-1 0,-1 1 0,0 0-1,1-1 1,-1 0 0,0 0 0,0 0 0,0 0 0,0 0 0,-1 0 0,1-1 0,0 1 0,-1-1 0,0 0 0,0 0-1,0 0 1,0 0 0,0 0 0,0 0 0,-1-1 0,0 1 0,1-1 0,-1 1 0,0-5 0,3-6-56,-1 0 0,-1 0 0,-1 0 0,1-20 0,-13-4 252,12 42-176,0-1 1,0 1-1,1 0 1,-1-1-1,1 1 1,0-1-1,0 0 1,0 1-1,0-1 1,0 0-1,1 0 1,4 4-1,44 38 282,-33-30-180,-4-2-100,30 24-695,-13-21-3135,-12-11-919</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11.790"/>
    </inkml:context>
    <inkml:brush xml:id="br0">
      <inkml:brushProperty name="width" value="0.035" units="cm"/>
      <inkml:brushProperty name="height" value="0.035" units="cm"/>
    </inkml:brush>
  </inkml:definitions>
  <inkml:trace contextRef="#ctx0" brushRef="#br0">1 76 13325,'0'0'1996,"8"2"-1441,-2 0-483,1 0 0,-1 1 0,0 0 0,0 0-1,0 0 1,-1 1 0,1-1 0,-1 1 0,0 1 0,0-1-1,0 1 1,-1 0 0,1 0 0,-1 0 0,-1 0 0,1 1-1,-1 0 1,1 0 0,-2 0 0,1 0 0,3 12 0,-2 17 106,-4-34-171,0 1-1,0-1 0,1 0 1,-1 1-1,0-1 0,0 1 1,0-1-1,0 0 0,-1 1 1,1-1-1,0 0 0,-1 1 0,1-1 1,0 0-1,-1 1 0,0-1 1,1 0-1,-2 3 0,0-11-3,1 1 0,0-1-1,0 1 1,1-1 0,-1 1-1,2-1 1,0-10 0,1 6-64,0 0 1,1 0-1,0 1 1,1 0-1,0 0 0,0 0 1,1 0-1,0 0 1,1 1-1,0 0 1,1 0-1,0 1 0,0-1 1,14-11-1,-18 17 66,1 0-1,0 0 1,0 1-1,-1-1 1,1 1-1,1 0 1,-1 0-1,0 0 1,0 0-1,1 1 1,-1 0-1,1 0 1,-1 0-1,1 0 1,0 1-1,-1 0 1,1 0-1,0 0 1,-1 0-1,1 1 1,-1 0-1,1 0 1,-1 0-1,1 1 1,-1-1-1,0 1 1,1 0-1,-1 0 1,0 0-1,0 1 1,-1 0-1,1-1 1,0 1-1,-1 1 1,0-1-1,4 4 1,44 61 490,-6-6-5309,-33-50 42</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12.239"/>
    </inkml:context>
    <inkml:brush xml:id="br0">
      <inkml:brushProperty name="width" value="0.035" units="cm"/>
      <inkml:brushProperty name="height" value="0.035" units="cm"/>
    </inkml:brush>
  </inkml:definitions>
  <inkml:trace contextRef="#ctx0" brushRef="#br0">100 42 10570,'0'0'2589,"-3"-8"-752,1 6-1658,1-1 1,0 1 0,-1-1 0,1 1 0,-1-1 0,0 1 0,0 0 0,0-1 0,0 1 0,0 1 0,-1-1-1,-3-3 1,5 5-117,-1 0 0,1-1 0,-1 1 0,1 0 0,0 0 0,-1 0 0,1 0 0,-1 0 0,1 0 0,-1 0 0,1 1 0,-1-1 0,1 0 0,-1 1 0,1-1 0,0 1 0,-1 0 0,1-1 0,0 1 0,-1 0 0,1 0 0,0 0 0,0 0 0,0 0 0,0 0 0,0 0 0,0 0 0,0 0 0,0 1 0,0-1 0,1 0 0,-1 0 0,0 1 0,0 1-1,-3 7-10,-1 1-1,2-1 0,-1 1 0,2 0 0,-1 0 0,1 0 0,1 1 0,0-1 0,1 0 0,0 1 1,1-1-1,0 0 0,0 1 0,1-1 0,1 0 0,0 0 0,1-1 0,0 1 0,0-1 0,12 20 1,-13-27-81,0 0 1,1 1 0,0-2 0,0 1 0,0 0 0,0-1 0,0 1 0,0-1-1,1 0 1,-1-1 0,1 1 0,-1-1 0,1 0 0,-1 0 0,1 0 0,0-1 0,0 1-1,-1-1 1,1-1 0,0 1 0,0 0 0,-1-1 0,1 0 0,0 0 0,6-3-1,8-2-61,0-1-1,0-1 0,-1 0 0,29-19 0,-43 24 79,17-9-54,-1-2-1,32-28 0,-49 39 50,1 0 0,0-1 0,-1 0 0,1 1 0,-1-1 0,0-1-1,0 1 1,-1 0 0,1-1 0,-1 1 0,0-1 0,0 0-1,-1 0 1,1 0 0,-1 0 0,0 0 0,-1 0 0,1 0-1,-1-9 1,0 13 9,-1-1 1,1 0-1,-1 1 0,0-1 0,1 1 0,-1-1 0,0 1 0,0-1 1,0 1-1,0 0 0,0-1 0,-1 1 0,1 0 0,0 0 1,-1 0-1,1 0 0,0 0 0,-1 0 0,1 0 0,-1 1 1,0-1-1,1 0 0,-1 1 0,1-1 0,-1 1 0,0 0 0,1-1 1,-1 1-1,0 0 0,0 0 0,1 0 0,-1 0 0,0 0 1,1 1-1,-1-1 0,0 1 0,-1 0 0,0-1 24,0 1 1,0-1-1,0 1 0,0 0 0,0 0 0,1 0 1,-1 0-1,0 1 0,1-1 0,-1 1 1,1-1-1,-1 1 0,1 0 0,0 0 0,0 0 1,0 0-1,0 1 0,0-1 0,0 0 0,1 1 1,-3 5-1,3-6 4,1 0 0,0 1 1,-1-1-1,1 0 0,0 1 0,1-1 1,-1 0-1,0 1 0,1-1 0,-1 0 1,1 1-1,-1-1 0,1 0 0,0 0 1,0 0-1,0 0 0,1 1 0,-1-1 1,0-1-1,1 1 0,-1 0 0,1 0 0,0-1 1,-1 1-1,1 0 0,0-1 0,0 0 1,0 1-1,0-1 0,4 1 0,7 4 26,0 0-1,0-1 1,0-1 0,14 2-1,-20-4-25,23 5-561,63 5-1,-9-11-4498,-9-7-5695</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55.404"/>
    </inkml:context>
    <inkml:brush xml:id="br0">
      <inkml:brushProperty name="width" value="0.035" units="cm"/>
      <inkml:brushProperty name="height" value="0.035" units="cm"/>
    </inkml:brush>
  </inkml:definitions>
  <inkml:trace contextRef="#ctx0" brushRef="#br0">526 1 5349,'-33'18'333,"2"1"1,0 2-1,1 1 0,1 1 1,-51 54-1,39-30 853,1 2 0,-57 93-1,79-111-874,2 1-1,0 1 0,3 0 0,-18 63 0,25-73-206,1 1-1,2 0 1,0 0-1,1 1 1,2-1-1,0 0 1,2 0-1,5 27 1,-5-41-78,1 1 0,0-1-1,1 0 1,0 0 0,1 0 0,0-1 0,1 0 0,0 1 0,0-2 0,1 1 0,0-1 0,0 0 0,1 0 0,0-1-1,0 0 1,1-1 0,0 0 0,0 0 0,0-1 0,1 0 0,0 0 0,0-1 0,14 3 0,-6-2 22,1 0 1,-1-2 0,1 0-1,0-1 1,0-1 0,0-1-1,0-1 1,0 0 0,0-2-1,0 0 1,0-1 0,27-10-1,-18 3 49,-1-1 0,0-2 0,-1-1 0,0 0 0,-1-2 0,-1-1 0,-1-1 0,0-2 0,-2 0 0,0-1 0,-2 0 0,25-38 0,-30 39-58,-2 0 1,0 0 0,-2-1-1,0-1 1,-1 1 0,-2-2-1,0 1 1,-2-1 0,0 0-1,-2 0 1,0 0 0,-2-1-1,0 1 1,-2 0 0,-7-46-1,5 57-28,0 0-1,-1 0 1,-1 0-1,0 0 1,0 0-1,-1 1 0,-1 0 1,0 1-1,-1-1 1,0 1-1,-1 1 1,0-1-1,-13-10 1,8 9-381,0 2 0,-1 0 0,0 1 0,-1 0 1,0 1-1,0 1 0,-1 0 0,0 1 0,-23-4 1,11 4-513,-1 2-1,0 1 1,-1 1 0,1 2 0,0 1 0,0 1 0,0 2 0,0 0 0,0 3 0,1 0 0,-50 20 0,52-15-30,-49 30-1,68-37 946,0 1 0,0 0 0,1 0 0,0 0 0,0 1 0,0 0 0,1 0 0,0 1 1,-8 13-1,11-9 148</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56.280"/>
    </inkml:context>
    <inkml:brush xml:id="br0">
      <inkml:brushProperty name="width" value="0.035" units="cm"/>
      <inkml:brushProperty name="height" value="0.035" units="cm"/>
    </inkml:brush>
  </inkml:definitions>
  <inkml:trace contextRef="#ctx0" brushRef="#br0">596 9 8712,'-11'-1'7,"0"1"-1,1 0 1,-1 1-1,0 0 1,0 0-1,0 1 1,1 1-1,-1-1 1,1 2-1,0 0 1,0 0-1,0 0 1,-13 10-1,-13 11 302,0 1 0,3 2 0,0 2 0,2 1 0,1 1-1,1 1 1,-44 69 0,54-70-193,1 1-1,2 1 1,1 0-1,1 1 1,2 1 0,2 0-1,1 1 1,2 0-1,-4 57 1,8-47 82,3 0 0,1 1 0,12 70 0,-10-102-154,1 1 0,0-1 0,1 0 1,1 0-1,0 0 0,1-1 0,1 0 1,0 0-1,1-1 0,1 0 0,0-1 1,1 0-1,16 16 0,-19-23-29,1 1 0,0-1-1,0-1 1,1 1 0,0-2 0,-1 1-1,2-1 1,-1-1 0,0 0 0,1 0-1,-1-1 1,1-1 0,0 0 0,0 0-1,0-1 1,-1 0 0,1-1 0,0 0-1,0-1 1,-1 0 0,16-5 0,2-2 32,-1-2 0,0 0 0,0-2 0,-2-1 0,1-1 0,39-32 0,-28 17-35,-1-1 1,-3-2 0,0-1 0,-2-2 0,-2-1-1,-1-2 1,-2 0 0,23-48 0,-34 56 25,-1 0 0,-1-1 1,-2 0-1,-2-1 1,0 0-1,-3-1 1,0 0-1,-2 0 1,-2 0-1,-1 0 0,-8-67 1,5 85-26,-1 0 1,-1 0-1,-1 1 1,0 0-1,-1 0 1,-1 0-1,0 1 1,-1-1-1,-1 2 1,0-1-1,-1 1 1,0 1-1,-21-21 1,16 21-3,0-1-1,-1 2 1,-1 0 0,0 1 0,0 1 0,-1 0 0,0 1 0,0 1 0,-1 1 0,0 1 0,-20-3-1,-7 2-370,0 2-1,-1 2 0,1 2 0,0 2 0,-1 3 1,1 1-1,1 2 0,-77 24 0,22 0-2659</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58.491"/>
    </inkml:context>
    <inkml:brush xml:id="br0">
      <inkml:brushProperty name="width" value="0.035" units="cm"/>
      <inkml:brushProperty name="height" value="0.035" units="cm"/>
    </inkml:brush>
  </inkml:definitions>
  <inkml:trace contextRef="#ctx0" brushRef="#br0">17 1 6758,'0'0'310,"-2"11"-182,0 3 10,1-1 1,0 1-1,1 0 0,1-1 0,0 1 1,1-1-1,0 1 0,1-1 1,6 19-1,30 74 716,23 78-217,-55-156-689,-1 1-1,-1 0 0,-1-1 0,-1 50 1,-3-76 37,0 0 0,0 0 0,0 0 0,0 0 1,-1 0-1,1 0 0,-1 0 0,1 0 0,-1 0 1,0 0-1,0 0 0,0-1 0,0 1 0,0 0 1,0 0-1,-1-1 0,1 1 0,0-1 0,-1 1 1,1-1-1,-1 0 0,0 1 0,1-1 0,-1 0 0,0 0 1,0 0-1,0-1 0,0 1 0,0 0 0,0-1 1,-2 1-1,-3 1-328,-1-1 1,0-1-1,0 0 1,0 0-1,1 0 1,-1-1-1,-8-2 1,-30-10-3208</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58.697"/>
    </inkml:context>
    <inkml:brush xml:id="br0">
      <inkml:brushProperty name="width" value="0.035" units="cm"/>
      <inkml:brushProperty name="height" value="0.035" units="cm"/>
    </inkml:brush>
  </inkml:definitions>
  <inkml:trace contextRef="#ctx0" brushRef="#br0">33 231 6790,'0'0'609,"-26"-45"-449,20 22 64,6 4 449,4 3 416,19-3-384,15 3-321,13-3-128,12-1-96,11 2-95,3 1-98,0 5 1,-4 6-96,-6 6 32,-11 0-128,-10 1-481,-12 7-4355</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58.883"/>
    </inkml:context>
    <inkml:brush xml:id="br0">
      <inkml:brushProperty name="width" value="0.035" units="cm"/>
      <inkml:brushProperty name="height" value="0.035" units="cm"/>
    </inkml:brush>
  </inkml:definitions>
  <inkml:trace contextRef="#ctx0" brushRef="#br0">1 0 8840,'0'0'96,"31"70"225,-11-31-161,3 4 64,-2 2-160,-3 0 0,-2-1-32,-4-6-64,-4-2 32,-2-7-256,0-7 192,-3-11-352,-1-11-1538</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59.176"/>
    </inkml:context>
    <inkml:brush xml:id="br0">
      <inkml:brushProperty name="width" value="0.035" units="cm"/>
      <inkml:brushProperty name="height" value="0.035" units="cm"/>
    </inkml:brush>
  </inkml:definitions>
  <inkml:trace contextRef="#ctx0" brushRef="#br0">0 138 8584,'0'0'224,"64"-55"609,-33 38 320,6 5-832,2 1-225,3 4-32,0 3-64,-5 1 0,-1 1-32,-5-1-32,-7 3-97,-6-4-63,-7-4-224,-10-3-2787</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59.365"/>
    </inkml:context>
    <inkml:brush xml:id="br0">
      <inkml:brushProperty name="width" value="0.035" units="cm"/>
      <inkml:brushProperty name="height" value="0.035" units="cm"/>
    </inkml:brush>
  </inkml:definitions>
  <inkml:trace contextRef="#ctx0" brushRef="#br0">0 0 7399,'0'0'2530,"47"28"-1857,-26-3-257,1 9-255,-7 5-97,-3 4-64,-4 3-64,-4-2 0,-4-5-161,0-8-95,0-11-2979</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59.976"/>
    </inkml:context>
    <inkml:brush xml:id="br0">
      <inkml:brushProperty name="width" value="0.035" units="cm"/>
      <inkml:brushProperty name="height" value="0.035" units="cm"/>
    </inkml:brush>
  </inkml:definitions>
  <inkml:trace contextRef="#ctx0" brushRef="#br0">1 0 7175,'0'0'512,"14"79"-255,-12-32-1,2 3 64,4 0-64,-2-1-160,1-1-64,-1 0-64,-1-4 32,-5-4-64,0-10-96,-6-11-2082</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4:00.192"/>
    </inkml:context>
    <inkml:brush xml:id="br0">
      <inkml:brushProperty name="width" value="0.035" units="cm"/>
      <inkml:brushProperty name="height" value="0.035" units="cm"/>
    </inkml:brush>
  </inkml:definitions>
  <inkml:trace contextRef="#ctx0" brushRef="#br0">1 234 8136,'0'0'480,"14"-59"129,23 38 480,14-2-224,18-1-353,12-1-64,13 2-191,4 1 31,-2 8-288,-7 6-128,-11 5-96,-14-1-353,-20-4-3779</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4:00.507"/>
    </inkml:context>
    <inkml:brush xml:id="br0">
      <inkml:brushProperty name="width" value="0.035" units="cm"/>
      <inkml:brushProperty name="height" value="0.035" units="cm"/>
    </inkml:brush>
  </inkml:definitions>
  <inkml:trace contextRef="#ctx0" brushRef="#br0">0 16 11307,'10'0'-443,"63"-7"793,-54 4-200,0 0 0,0 1 0,1 1-1,29 3 1,-47-2-135,0 1 0,0-1 0,0 1 0,0-1-1,0 1 1,0 0 0,-1-1 0,1 1 0,0 0 0,0 0-1,-1 1 1,1-1 0,0 0 0,-1 1 0,1-1 0,-1 0 0,0 1-1,1 0 1,-1-1 0,0 1 0,0 0 0,0 0 0,1 2-1,-1 0 2,0 1 0,0-1 0,0 0 0,-1 1 0,0-1 0,1 1 0,-2-1 0,1 1 0,0-1 0,-2 6-1,-2 6 14,0-1 0,-2 0 0,1 0 0,-2 0 0,-7 13 0,-95 131-152,108-158 125,1-1-1,0 0 1,-1 1 0,1-1-1,0 1 1,0-1-1,-1 1 1,1-1 0,0 1-1,0-1 1,0 1 0,-1-1-1,1 1 1,0-1-1,0 1 1,0-1 0,0 1-1,0-1 1,0 1-1,0-1 1,0 1 0,0-1-1,0 1 1,0-1-1,1 1 1,-1-1 0,0 1-1,0-1 1,0 1 0,1-1-1,-1 0 1,1 2-1,18 1 75,33-12 57,-46 8-123,323-70-714,-265 54-647</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10.586"/>
    </inkml:context>
    <inkml:brush xml:id="br0">
      <inkml:brushProperty name="width" value="0.035" units="cm"/>
      <inkml:brushProperty name="height" value="0.035" units="cm"/>
    </inkml:brush>
  </inkml:definitions>
  <inkml:trace contextRef="#ctx0" brushRef="#br0">1 0 1249,'66'6'-160,"-30"15"-32</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53.138"/>
    </inkml:context>
    <inkml:brush xml:id="br0">
      <inkml:brushProperty name="width" value="0.035" units="cm"/>
      <inkml:brushProperty name="height" value="0.035" units="cm"/>
    </inkml:brush>
  </inkml:definitions>
  <inkml:trace contextRef="#ctx0" brushRef="#br0">1 1 2402,'0'0'321</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2:53.771"/>
    </inkml:context>
    <inkml:brush xml:id="br0">
      <inkml:brushProperty name="width" value="0.035" units="cm"/>
      <inkml:brushProperty name="height" value="0.035" units="cm"/>
    </inkml:brush>
  </inkml:definitions>
  <inkml:trace contextRef="#ctx0" brushRef="#br0">1277 352 2659,'0'0'379,"7"-11"480,-6 10-855,8-13 464,-1 0 1,0 0 0,-1-1-1,6-16 1,-11 27-327,-1-1 0,1 1 1,-1 0-1,0-1 0,-1 1 0,1-1 0,-1 1 1,0-1-1,0 1 0,0-1 0,0 1 1,-1-1-1,0 1 0,0 0 0,0-1 0,-1 1 1,1 0-1,-1 0 0,0 0 0,0 0 0,0 0 1,-1 0-1,-3-4 0,-7-4-3,0 0 1,-2 1-1,1 1 0,-1 0 0,-1 1 0,0 0 1,0 2-1,0 0 0,-1 0 0,-29-6 0,-5 2-62,0 1 0,-74-3 0,78 10-9,0 3 1,0 1 0,0 2 0,1 3-1,-1 1 1,-59 18 0,75-15-49,0 1 1,1 2 0,1 0 0,0 3 0,1 0 0,1 1-1,0 2 1,2 1 0,0 1 0,-23 25 0,29-24 74,1 0-1,1 1 1,1 1 0,1 1 0,1 0 0,2 1 0,0 0-1,2 1 1,1 0 0,1 1 0,1 0 0,2 0-1,0 0 1,2 1 0,1 0 0,2-1 0,5 51 0,-3-56-43,2 0 0,1-1 0,0 0 0,2 1 0,0-2 0,2 1 0,0-1 0,2-1 0,0 0 0,1 0 0,1-1 0,0 0 0,2-2 0,0 1 0,1-2 0,1 0 1,0-1-1,1-1 0,1 0 0,0-2 0,1 0 0,31 14 0,-17-14 24,0-1 0,0-1 1,1-2-1,1-2 0,-1-1 0,1-1 1,0-3-1,-1 0 0,1-3 0,48-7 0,-31 0 148,0-2-1,-1-2 1,0-3-1,-1-2 0,-1-2 1,57-33-1,-68 31-141,-1-2-1,0-2 0,-2-1 1,-2-2-1,0-1 1,-2-2-1,51-64 0,-68 74-35,-1 0 0,0-1 0,-2 0 0,-1-1 0,0 0 0,8-33 0,-14 38-32,-1 0 0,-1-1-1,-1 1 1,0 0 0,-2-1 0,0 1-1,-1-1 1,-1 1 0,-6-25 0,4 28-16,-2 0 0,0 0 0,0 1 0,-2 0 0,0 1 0,-1-1 0,0 1 0,-1 1 1,0 0-1,-1 0 0,-1 1 0,0 1 0,0 0 0,-1 1 0,-1 0 0,-20-11 1,0 1-10,-1 2 0,-1 2 0,-1 1 1,0 2-1,-72-15 0,23 13-54,-1 3 0,0 4 0,-119 5-1,115 8-1485,-125 22 0,109-8-2944,22-6-3758</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06.188"/>
    </inkml:context>
    <inkml:brush xml:id="br0">
      <inkml:brushProperty name="width" value="0.035" units="cm"/>
      <inkml:brushProperty name="height" value="0.035" units="cm"/>
    </inkml:brush>
  </inkml:definitions>
  <inkml:trace contextRef="#ctx0" brushRef="#br0">16 246 737,'-1'0'63,"0"-1"0,0 0 0,0 1 0,0-1 1,0 0-1,1 1 0,-1-1 0,0 0 0,0 0 0,0 0 1,1 0-1,-1 1 0,1-1 0,-1 0 0,0 0 1,1-1-1,0 1 0,-1 0 0,1 0 0,0 0 0,-1 0 1,1 0-1,0 0 0,0 0 0,0-1 0,0 1 0,0 0 1,0 0-1,0 0 0,0 0 0,1 0 0,-1 0 1,0-1-1,1 1 0,-1 0 0,1 0 0,0-1 0,1 0-55,-1 0 0,1 1 0,0-1 0,0 1 0,-1 0 0,1 0 0,0-1 0,0 1 0,1 0 0,-1 1 0,0-1 0,0 0 0,0 1 0,0-1 0,1 1 0,-1-1 0,0 1-1,3 0 1,-2 0 4,0 0 0,0 1 0,0-1-1,0 0 1,0 1 0,0 0-1,0 0 1,0 0 0,0 0 0,-1 0-1,1 1 1,0-1 0,-1 1-1,1 0 1,-1-1 0,1 1 0,-1 0-1,0 0 1,0 1 0,0-1-1,0 0 1,0 1 0,-1-1 0,1 1-1,-1 0 1,0 0 0,1-1-1,-1 1 1,1 3 0,2 11 299,-1 0-1,0-1 1,-1 1-1,0 23 1,2 12 342,2-18-377,1 1 1,2-1 0,2 0 0,0-1 0,3 0 0,1-1-1,1-1 1,1 0 0,22 27 0,-26-39-245,2-2 0,0 0 1,1 0-1,0-2 0,1 0 0,1-1 0,0-1 0,1 0 1,0-1-1,1-2 0,1 0 0,0-1 0,0 0 0,43 9 1,-31-12-4,0-2 1,-1-2 0,1-1 0,0-1 0,0-2-1,0-1 1,41-9 0,21-12 8,103-41 0,-197 65-37,115-38 8,218-44-1,-263 71 138,1 3 0,0 3 0,1 2 0,102 12 0,-137-4-98,-1 2-1,1 1 1,-1 3-1,-1 0 1,0 3-1,-1 1 1,55 31-1,-71-34-28,0 0 0,0 1 0,-1 1-1,-1 0 1,0 1 0,-1 1 0,-1 1 0,-1 1-1,0-1 1,-1 2 0,-1 0 0,-1 1-1,0 0 1,8 26 0,-8-1 237,-9-52-174,1 0-1,-1 0 1,2 0 0,-1 0-1,1 0 1,0 1-1,0-1 1,9-8 0,-12 15-80,10-14 1,2 1-1,0 1 1,0 0-1,1 1 1,0 1 0,1 0-1,1 1 1,-1 0 0,1 2-1,1-1 1,-1 2 0,30-7-1,19-2-19,1 3-1,67-4 1,-114 14 13,557-19 1548,96-13 601,-628 28-2015,0-3-1,-1-2 0,0-1 0,-1-3 1,0-1-1,-1-2 0,-1-2 0,-1-1 1,-1-3-1,-1-1 0,-1-1 0,-1-2 1,51-53-1,-7-3-58,-3-2 0,111-167 1,-185 249-158,27-50-996,-28 52 1055,-1 1-1,1 0 0,0-1 0,-1 1 0,1-1 0,-1 1 1,0 0-1,1-1 0,-1 1 0,0-1 0,0 1 0,0-1 0,0 0 1,0 1-1,0-1 0,0 1 0,-1-1 0,1 1 0,-1 0 0,1-1 1,-1 1-1,1-1 0,-1 1 0,0 0 0,1-1 0,-1 1 1,0 0-1,0 0 0,0 0 0,0 0 0,0 0 0,-1 0 0,-1-2 1,-6 0-87,-1 0 1,1 1 0,0 0-1,-1 0 1,1 1 0,-1 1-1,-11 0 1,-20-3-2344,-11-4-3516</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06.996"/>
    </inkml:context>
    <inkml:brush xml:id="br0">
      <inkml:brushProperty name="width" value="0.035" units="cm"/>
      <inkml:brushProperty name="height" value="0.035" units="cm"/>
    </inkml:brush>
  </inkml:definitions>
  <inkml:trace contextRef="#ctx0" brushRef="#br0">518 137 1345,'21'-28'5721,"-16"22"-5399,-1 0 1,0 0 0,0 0-1,-1-1 1,1 0 0,-1 0-1,-1 0 1,0 0 0,3-13-1,-5 18-235,-1 1-1,1 0 0,-1-1 0,1 1 1,-1 0-1,0-1 0,1 1 1,-1 0-1,0 0 0,0 0 0,0 0 1,0 0-1,0 0 0,0 0 0,0 0 1,0 0-1,-1 0 0,1 0 1,0 1-1,-1-1 0,1 1 0,0-1 1,-1 1-1,1-1 0,0 1 0,-1 0 1,1-1-1,-1 1 0,-1 0 1,-51-4 544,50 4-514,-23 1 12,1 1 1,-1 1-1,1 1 0,0 1 1,0 2-1,1 0 1,-43 20-1,50-19-33,0 1-1,0 1 1,1 1 0,0 0-1,1 1 1,0 1 0,1 0-1,1 1 1,0 1 0,-22 29-1,32-37-64,0 0-1,0 0 0,0 0 1,1 1-1,0-1 1,0 1-1,1 0 0,0 0 1,0 0-1,1 0 0,0 0 1,1 0-1,0 0 1,0 0-1,0 0 0,3 10 1,-2-14-18,1 1 0,-1 0 0,1-1 1,0 1-1,1-1 0,-1 0 0,1 0 0,0 0 1,0 0-1,0 0 0,0 0 0,1-1 0,-1 0 1,1 0-1,0 0 0,0 0 0,0 0 0,1-1 1,-1 0-1,0 0 0,1 0 0,0 0 0,-1-1 1,1 1-1,0-1 0,0-1 0,6 1 0,8 1 8,1-2 0,-1-1 0,0 0 0,1-1 0,-1-1 0,0-1 0,0-1-1,-1-1 1,1 0 0,-1-1 0,-1-1 0,1-1 0,-1 0 0,-1-2 0,0 1-1,17-16 1,-19 15 0,-1 0 0,0-1 0,-1-1 0,0 0 0,-1-1 0,0 0 0,-1 0 0,-1-1 0,0 0 0,-2-1 0,1 0 0,-2 0-1,0-1 1,-1 0 0,0 0 0,-2 0 0,0 0 0,1-20 0,-7 29 1332,-3 16-1024,-4 23-244,9-22-35,1 0 0,0 0 0,1 1 0,0-1 0,0 0 0,1 0-1,0 0 1,1 0 0,0 0 0,0-1 0,1 1 0,0-1 0,0 0 0,10 13 0,-5-10 19,0 0 0,1-1 0,1 0 0,-1-1 0,2 0 0,-1-1 0,1 0 0,24 11 0,-6-6-229,0-2 0,0-1 0,1-1 0,0-2 1,1-1-1,0-1 0,63 0 0,-73-5-974,1-2 1,38-7-1,47-25-5453</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08.923"/>
    </inkml:context>
    <inkml:brush xml:id="br0">
      <inkml:brushProperty name="width" value="0.035" units="cm"/>
      <inkml:brushProperty name="height" value="0.035" units="cm"/>
    </inkml:brush>
  </inkml:definitions>
  <inkml:trace contextRef="#ctx0" brushRef="#br0">344 0 993,'24'106'2883,"-4"-27"-454,-4 1 0,10 143 0,-24-184-2248,-3 0 1,0-1-1,-3 1 1,-10 51-1,10-77-166,0 0 1,0 0-1,-1 0 1,-1-1-1,0 0 0,-1 0 1,0-1-1,0 0 1,-2 0-1,1 0 0,-1-1 1,-1-1-1,0 1 1,0-2-1,-1 1 0,-12 6 1,7-5 14,-1-1 0,0 0 0,-1-2 1,0 0-1,0-1 0,-1-1 0,1-1 1,-1 0-1,0-1 0,0-1 0,-38-2 1,56 0-28,1 1 1,-1-1 0,1 0 0,-1 0-1,0 0 1,1 0 0,-1 0 0,1-1-1,-1 1 1,0 0 0,1 0 0,-1 0-1,1 0 1,-1-1 0,0 1 0,1 0-1,-1-1 1,1 1 0,-1 0 0,1-1-1,-1 1 1,1-1 0,0 1 0,-1 0-1,1-1 1,-1 1 0,1-1 0,0 1-1,-1-1 1,1 0 0,0 1 0,-1-2-1,2 2-1,-1-1 0,0 1 0,0-1 0,1 1 0,-1-1-1,0 1 1,1-1 0,-1 1 0,0-1 0,1 1 0,-1-1 0,1 1-1,-1 0 1,0-1 0,1 1 0,-1 0 0,1-1 0,0 1 0,-1 0-1,1 0 1,-1-1 0,1 1 0,-1 0 0,1 0 0,0 0 0,-1 0-1,1 0 1,-1 0 0,1 0 0,-1 0 0,1 0 0,0 0 0,0 0 0,4 1-2,-1-1 1,1 1 0,0 1 0,-1-1-1,1 1 1,-1-1 0,0 1 0,1 1-1,-1-1 1,0 0 0,0 1 0,-1 0-1,1 0 1,0 0 0,-1 1 0,0-1-1,0 1 1,5 6 0,1 4 2,1 0 0,-1 1 0,12 29 0,-6-4 3,-2 1 0,-1 1 0,-2 0 0,6 66 0,0 180 324,-9-107 202,-4-127-373,2-1 1,2 0-1,2-1 1,28 85-1,-31-121-113,1 1 0,1-2 0,0 1 0,1-1-1,1 0 1,0-1 0,21 21 0,-22-26-12,1 0-1,0-1 1,1 0 0,0-1 0,0 0 0,1 0-1,0-2 1,0 1 0,0-1 0,1-1-1,18 4 1,21-1-95,0-2 0,1-2 0,0-2 0,0-3 0,0-2 0,56-12 0,-76 7-1957,-9-9-1809</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10.475"/>
    </inkml:context>
    <inkml:brush xml:id="br0">
      <inkml:brushProperty name="width" value="0.035" units="cm"/>
      <inkml:brushProperty name="height" value="0.035" units="cm"/>
    </inkml:brush>
  </inkml:definitions>
  <inkml:trace contextRef="#ctx0" brushRef="#br0">81 230 1954,'0'0'5979,"-28"-23"-5990,24 21-104,1-1 0,-1 1 0,1-1-1,0 0 1,-1 0 0,1 0 0,1 0 0,-1-1 0,0 1-1,1-1 1,0 0 0,0 0 0,0 0 0,0 0-1,1 0 1,-1 0 0,1 0 0,-1-6 0,0-2-328,1-1-1,0 1 1,1-1 0,0 1 0,2-16 0,6-18-1319</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11.339"/>
    </inkml:context>
    <inkml:brush xml:id="br0">
      <inkml:brushProperty name="width" value="0.035" units="cm"/>
      <inkml:brushProperty name="height" value="0.035" units="cm"/>
    </inkml:brush>
  </inkml:definitions>
  <inkml:trace contextRef="#ctx0" brushRef="#br0">0 641 3844,'0'0'5738,"3"-8"-4996,1-12 75,0 0-1,-2-1 0,0 0 0,-2-23 0,0 27-909,10-149-651,-4 107-2021,3 0 1,22-72-1,-7 56-811</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19.781"/>
    </inkml:context>
    <inkml:brush xml:id="br0">
      <inkml:brushProperty name="width" value="0.035" units="cm"/>
      <inkml:brushProperty name="height" value="0.035" units="cm"/>
    </inkml:brush>
  </inkml:definitions>
  <inkml:trace contextRef="#ctx0" brushRef="#br0">21 3529 673,'0'0'3939,"-4"-4"-3362,3 4-528,-1-1 0,1 0 1,0 0-1,0 0 0,0 0 0,0 0 0,0 0 1,0 0-1,0 0 0,0-1 0,1 1 0,-1 0 1,0 0-1,1-1 0,-1 1 0,1-1 0,-1-1 1,1 1 10,1 1 0,-1 0 0,1-1 1,0 1-1,-1 0 0,1-1 1,0 1-1,0 0 0,0 0 0,0 0 1,0 0-1,0 0 0,1 0 0,-1 0 1,0 0-1,0 0 0,1 0 0,-1 1 1,0-1-1,3 0 0,86-54 1301,-2-4 0,90-78 0,42-31-725,632-394-127,-477 318-393,41-41-70,-202 136-23,816-520 227,-1006 654-222,672-397 1194,64 19-965,-270 143-188,-440 222-57,-29 15-7,1 1 0,38-15 0,-60 27-16,1 0 0,-1-1 0,0 1 0,1 0 0,-1 0 0,1 0 0,-1 0 0,0-1 0,1 1 0,-1 0 0,1 0 0,-1 0 0,0 0 0,1 0 0,-1 0 0,1 0 0,-1 0 0,1 0 0,-1 0 0,0 1 0,1-1 0,-1 0 0,1 0 0,-1 0 0,0 0 0,1 1 0,-1-1 0,0 0 0,1 0 0,-1 1 0,0-1 0,1 0 0,-1 0 0,0 1 0,0-1 0,1 0 0,-1 1 0,0 0-60,0-1 1,0 1-1,0 0 0,0-1 1,0 1-1,-1-1 0,1 1 1,0-1-1,0 1 0,0-1 1,-1 1-1,1-1 0,0 1 0,-1-1 1,1 1-1,0-1 0,-1 1 1,1-1-1,-1 1 0,1-1 1,-1 0-1,1 1 0,-1-1 1,1 0-1,-1 0 0,1 1 1,-2-1-1,-16 5-4194</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21.183"/>
    </inkml:context>
    <inkml:brush xml:id="br0">
      <inkml:brushProperty name="width" value="0.035" units="cm"/>
      <inkml:brushProperty name="height" value="0.035" units="cm"/>
    </inkml:brush>
  </inkml:definitions>
  <inkml:trace contextRef="#ctx0" brushRef="#br0">65 1 128,'-10'11'384,"1"0"161,-3-2 128,2-1 352,3 1-609,1 1-352,1-2-32,0 0-576</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21.771"/>
    </inkml:context>
    <inkml:brush xml:id="br0">
      <inkml:brushProperty name="width" value="0.035" units="cm"/>
      <inkml:brushProperty name="height" value="0.035" units="cm"/>
    </inkml:brush>
  </inkml:definitions>
  <inkml:trace contextRef="#ctx0" brushRef="#br0">0 92 4132,'0'0'4756,"5"-7"-854,14-21-3976,-14 16 34,0-3-174,-3 3-2762,1-6-873</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23.625"/>
    </inkml:context>
    <inkml:brush xml:id="br0">
      <inkml:brushProperty name="width" value="0.035" units="cm"/>
      <inkml:brushProperty name="height" value="0.035" units="cm"/>
    </inkml:brush>
  </inkml:definitions>
  <inkml:trace contextRef="#ctx0" brushRef="#br0">34 19 192,'0'0'5242,"-3"-5"-5209,3 4-41,0 0 1,-1 1 0,1-1 0,-1 0 0,1 0 0,-1 0 0,1 1 0,-1-1 0,0 0 0,1 1 0,-1-1 0,0 0 0,1 1 0,-1-1 0,0 1 0,0-1 0,0 1 0,1-1 0,-3 0 0,3 2-5,-1-1 0,1 0 0,-1 0 0,0 0 0,1 0 0,-1 0 0,1 1 0,0-1 0,-1 0 0,1 1 0,-1-1 0,1 0 0,-1 1 0,1-1 0,0 0 0,-1 1 0,1-1 0,0 1 0,-1-1 0,1 1 0,0-1 0,-1 1 0,1-1 0,0 1 0,0 0 0,-2 3-33,1 0 1,0 0-1,0 0 0,0 1 0,1-1 0,0 0 1,0 1-1,0-1 0,0 0 0,1 5 1,2 1 69,0-1 0,1 1 0,0-1 0,1 0 0,0 0 0,0-1 0,1 1 0,0-1 0,7 7 0,27 45 1091,25 67 1372,103 213 3203,-23-59-5135,-86-177-165,-6 3 0,41 115 0,40 145 186,-75-201-466,-33-88 28,43 91 1,-32-95 126,-3 2 1,-4 1 0,37 151 0,-60-199-148,2 0-1,1-1 1,1 0-1,1 0 1,1-1-1,2-1 1,1 0-1,1-1 1,34 39-1,-39-48-79,0 0-1,0 0 0,-2 1 1,0 1-1,-1-1 0,-1 2 1,-1-1-1,0 1 0,-2 0 1,5 25-1,-4-22-16,1-1 0,1 0 0,0 0 1,2-1-1,21 34 0,-15-27 29,23 55 0,-36-73-39,-1 1 1,0-1-1,-1 0 0,0 1 1,0 0-1,-1 10 0,-1-10-10,1 0-1,1 0 1,0 1 0,0-1-1,6 19 1,4-2 37,1 0 0,17 28 0,-27-52-23,1-1 0,0 1-1,0-1 1,0 0 0,0 0-1,0 0 1,0 0 0,1 0-1,-1-1 1,1 0 0,-1 1-1,1-1 1,0-1 0,-1 1-1,1 0 1,4-1 0,1 1-82,-1 0 1,1-1-1,-1 0 1,1 0-1,-1-1 1,12-2-1,-20 2-93,1 1-1,0-1 1,0 0-1,0 1 1,0-1-1,-1 0 1,1 0-1,0 1 1,-1-1-1,1 0 1,0 0-1,-1 0 1,1 0-1,-1 0 0,1 0 1,-1 0-1,0 0 1,0 0-1,1 0 1,-1 0-1,0 0 1,0 0-1,0 0 1,0 0-1,0 0 1,0 0-1,0 0 1,-1-2-1,1 1-178,1-38-4846</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42.284"/>
    </inkml:context>
    <inkml:brush xml:id="br0">
      <inkml:brushProperty name="width" value="0.035" units="cm"/>
      <inkml:brushProperty name="height" value="0.035" units="cm"/>
    </inkml:brush>
  </inkml:definitions>
  <inkml:trace contextRef="#ctx0" brushRef="#br0">1 1 1858,'0'0'3587,"0"47"-3010,2-38-129,7 1-128,0-1-159,4 0-1,1 1-96,2-1-32,1 3-32,-2-7-32,-1-5-801</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44.157"/>
    </inkml:context>
    <inkml:brush xml:id="br0">
      <inkml:brushProperty name="width" value="0.035" units="cm"/>
      <inkml:brushProperty name="height" value="0.035" units="cm"/>
    </inkml:brush>
  </inkml:definitions>
  <inkml:trace contextRef="#ctx0" brushRef="#br0">50 2 2370,'-6'-1'385,"-2"0"63,1 1-64,3 0-127,-3 0-193,3 0-32,1 0-32,-1 0-64,-2 0-353</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44.457"/>
    </inkml:context>
    <inkml:brush xml:id="br0">
      <inkml:brushProperty name="width" value="0.035" units="cm"/>
      <inkml:brushProperty name="height" value="0.035" units="cm"/>
    </inkml:brush>
  </inkml:definitions>
  <inkml:trace contextRef="#ctx0" brushRef="#br0">0 203 1858,'0'0'3384,"8"-4"-2674,120-60 331,153-53 0,-254 104-2882,-21 8-1501</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44.795"/>
    </inkml:context>
    <inkml:brush xml:id="br0">
      <inkml:brushProperty name="width" value="0.035" units="cm"/>
      <inkml:brushProperty name="height" value="0.035" units="cm"/>
    </inkml:brush>
  </inkml:definitions>
  <inkml:trace contextRef="#ctx0" brushRef="#br0">1 1 3491,'0'0'1831,"-1"9"-1201,3 3-315,0 1-1,0-1 0,1 0 1,1 0-1,0 0 1,1-1-1,0 1 0,9 13 1,9 20-17,51 110 1261,-67-137-1900,0 1-1,-2 0 0,0 0 1,-1 1-1,-1-1 0,1 30 1,-4-39-2942</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45.059"/>
    </inkml:context>
    <inkml:brush xml:id="br0">
      <inkml:brushProperty name="width" value="0.035" units="cm"/>
      <inkml:brushProperty name="height" value="0.035" units="cm"/>
    </inkml:brush>
  </inkml:definitions>
  <inkml:trace contextRef="#ctx0" brushRef="#br0">1 0 8136,'0'0'800,"0"45"-735,5-23-33,6 1 0,4 3-32,-1-3 0,3-6-161,-1-9-8070</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45.795"/>
    </inkml:context>
    <inkml:brush xml:id="br0">
      <inkml:brushProperty name="width" value="0.035" units="cm"/>
      <inkml:brushProperty name="height" value="0.035" units="cm"/>
    </inkml:brush>
  </inkml:definitions>
  <inkml:trace contextRef="#ctx0" brushRef="#br0">31 0 7944,'0'0'1473,"-31"67"-1313,31-37 64,0 3-64,0 1-96,0-1 1,4 1-33,-1-2-32,-1-4-32,-2-10-417,0-7-4452</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46.072"/>
    </inkml:context>
    <inkml:brush xml:id="br0">
      <inkml:brushProperty name="width" value="0.035" units="cm"/>
      <inkml:brushProperty name="height" value="0.035" units="cm"/>
    </inkml:brush>
  </inkml:definitions>
  <inkml:trace contextRef="#ctx0" brushRef="#br0">1 173 7111,'0'0'1409,"59"-46"-1281,-13 29 32,8-3-32,10 2-63,1-1-1,3 4-64,-6 2 0,-7 1-161,-7-1-6020</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46.429"/>
    </inkml:context>
    <inkml:brush xml:id="br0">
      <inkml:brushProperty name="width" value="0.035" units="cm"/>
      <inkml:brushProperty name="height" value="0.035" units="cm"/>
    </inkml:brush>
  </inkml:definitions>
  <inkml:trace contextRef="#ctx0" brushRef="#br0">1 76 9385,'0'0'1052,"4"-9"-727,-3 5-284,1 0 1,-1 1-1,1-1 0,0 0 0,0 1 1,0-1-1,1 1 0,-1 0 0,1-1 1,0 1-1,0 0 0,0 1 0,0-1 0,1 1 1,-1-1-1,1 1 0,-1 0 0,1 0 1,0 0-1,0 1 0,0 0 0,0-1 1,0 1-1,0 0 0,0 1 0,0-1 1,0 1-1,6 0 0,-8 1-39,-1-1 0,1 1 1,0 0-1,-1 0 0,1 0 0,-1 0 0,1 0 1,-1 0-1,0 0 0,1 1 0,-1-1 1,0 0-1,0 1 0,0-1 0,0 1 0,0-1 1,0 1-1,0 0 0,-1-1 0,1 1 0,0 0 1,-1 0-1,0-1 0,1 1 0,-1 0 0,0 0 1,0-1-1,0 1 0,0 2 0,1 6 2,-1 0 0,0 0 0,-1-1 0,-2 13-1,-1-5-3,-2-1 1,0 1-1,-1-1 0,-15 26 0,14-29-18,1 1 1,0 0-1,1 1 0,0 0 1,1-1-1,-3 21 1,8-35 15,0 1 0,1 0 1,-1 0-1,0 0 0,1 0 1,-1-1-1,1 1 0,-1 0 1,1 0-1,0-1 0,-1 1 1,1 0-1,0-1 0,-1 1 1,1-1-1,0 1 0,0-1 1,-1 1-1,1-1 0,0 0 1,0 1-1,0-1 0,0 0 1,0 1-1,-1-1 0,1 0 1,0 0-1,0 0 0,0 0 1,0 0-1,0 0 0,0 0 1,0 0-1,0-1 0,0 1 1,-1 0-1,2-1 0,42-5-3,-42 6 4,257-64-364,-150 31-3129,-26 7-2064</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52.852"/>
    </inkml:context>
    <inkml:brush xml:id="br0">
      <inkml:brushProperty name="width" value="0.035" units="cm"/>
      <inkml:brushProperty name="height" value="0.035" units="cm"/>
    </inkml:brush>
  </inkml:definitions>
  <inkml:trace contextRef="#ctx0" brushRef="#br0">277 73 1666,'0'0'1585,"-2"-42"3465,1 40-4969,0 0 0,0 1-1,0-1 1,0 0 0,0 0 0,0 1-1,-1-1 1,1 1 0,-1-1 0,1 1 0,-1-1-1,0 1 1,1 0 0,-1 0 0,0 0-1,0 0 1,0 0 0,0 0 0,1 0-1,-1 1 1,-1-1 0,1 1 0,0 0-1,0-1 1,0 1 0,0 0 0,0 0-1,0 0 1,0 0 0,0 1 0,0-1-1,0 0 1,0 1 0,0 0 0,0-1-1,-3 2 1,-7 2-68,1 0 0,0 1 1,0 1-1,-19 11 0,18-9 68,1 0 1,0 1-1,0 0 1,1 0-1,0 1 1,1 1-1,0-1 1,1 2-1,-11 17 1,15-21-17,1-1 1,0 1 0,0-1-1,1 1 1,0 0-1,0 0 1,1 0 0,0 1-1,0-1 1,1 0 0,0 0-1,0 0 1,1 1 0,0-1-1,1 0 1,0 0 0,5 13-1,51 110 184,3 6-235,-55-118-33,0 0 0,-2 0 0,0 0 1,-1 1-1,1 35 0,-4-52-3,0 1 1,0 0-1,0-1 1,0 1-1,-1 0 1,0-1-1,0 1 1,0-1-1,0 1 1,-1-1-1,1 0 1,-1 1-1,0-1 1,0 0-1,0 0 1,0 0 0,0 0-1,-1 0 1,1-1-1,-1 1 1,0-1-1,0 0 1,0 0-1,0 0 1,0 0-1,0 0 1,-1-1-1,1 1 1,0-1-1,-1 0 1,1 0-1,-1 0 1,0 0-1,1-1 1,-1 1-1,0-1 1,1 0-1,-1 0 1,-6-2-1,8 2-156,0 0 0,0 0-1,0-1 1,1 1 0,-1-1-1,0 1 1,0-1-1,0 0 1,0 0 0,1 0-1,-1 0 1,1 0 0,-1 0-1,0-1 1,1 1 0,0 0-1,-1-1 1,1 1 0,0-1-1,0 1 1,-2-3 0,-15-25-4472</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53.037"/>
    </inkml:context>
    <inkml:brush xml:id="br0">
      <inkml:brushProperty name="width" value="0.035" units="cm"/>
      <inkml:brushProperty name="height" value="0.035" units="cm"/>
    </inkml:brush>
  </inkml:definitions>
  <inkml:trace contextRef="#ctx0" brushRef="#br0">14 175 6887,'0'0'1569,"-13"-57"-1185,27 44-191,7-2 31,8-1-64,4 2-64,10 2-96,3 2 0,3 2 0,0 0-192,-3-2-128,-6-1-4069</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53.207"/>
    </inkml:context>
    <inkml:brush xml:id="br0">
      <inkml:brushProperty name="width" value="0.035" units="cm"/>
      <inkml:brushProperty name="height" value="0.035" units="cm"/>
    </inkml:brush>
  </inkml:definitions>
  <inkml:trace contextRef="#ctx0" brushRef="#br0">1 0 10602,'0'0'2562,"10"57"-2369,3-31-97,3 5-64,4 4-64,2 9-64,-2 7-65,-1-1-255,-5-9-2723</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54.284"/>
    </inkml:context>
    <inkml:brush xml:id="br0">
      <inkml:brushProperty name="width" value="0.035" units="cm"/>
      <inkml:brushProperty name="height" value="0.035" units="cm"/>
    </inkml:brush>
  </inkml:definitions>
  <inkml:trace contextRef="#ctx0" brushRef="#br0">429 212 4068,'2'-7'96,"-2"6"-99,5-15 233,-1-2 1,-1 1-1,0 0 0,-1-1 1,-1-17-1,-1 31-115,0 1 1,0 0-1,0-1 0,-1 1 1,1 0-1,-1 0 1,0-1-1,0 1 0,0 0 1,0 0-1,0 0 1,-1 0-1,0 0 0,1 0 1,-1 0-1,0 1 0,0-1 1,-1 1-1,1-1 1,0 1-1,-1 0 0,0 0 1,1 0-1,-1 0 0,0 1 1,0-1-1,0 1 1,0-1-1,0 1 0,0 0 1,0 0-1,-1 0 0,1 1 1,0-1-1,-1 1 1,-4 0-1,1 0-58,0 0 0,0 1 0,-1-1 0,1 2 0,0-1 0,0 1 0,0 0 0,0 0 0,0 1 0,0 0 0,1 0 0,0 1 0,-1 0 0,1 0 0,0 0 0,1 1 0,-1 0 0,1 0 0,0 0 0,-7 10 0,5-5-2,1 0-1,0 0 1,1 0-1,0 1 1,0 0-1,1 0 1,1 0-1,0 0 1,0 1-1,1-1 1,0 1-1,1 15 1,2 6 1,2 0 0,10 46-1,-7-49-79,-2 0-1,0 0 1,-1 38-1,-4-61 17,-1-1 0,1 1 0,-1-1-1,0 0 1,0 0 0,0 0 0,-1 0 0,0 0-1,-1 0 1,1-1 0,-1 0 0,0 1-1,0-1 1,0-1 0,-1 1 0,0-1 0,-9 7-1,6-5-212,0 0 0,0-1 0,-1 0-1,0-1 1,0 1 0,0-2 0,-1 1-1,1-1 1,-1-1 0,0 0 0,-10 1 0,-5-2-2774</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54.486"/>
    </inkml:context>
    <inkml:brush xml:id="br0">
      <inkml:brushProperty name="width" value="0.035" units="cm"/>
      <inkml:brushProperty name="height" value="0.035" units="cm"/>
    </inkml:brush>
  </inkml:definitions>
  <inkml:trace contextRef="#ctx0" brushRef="#br0">0 131 7847,'0'0'449,"34"-49"-129,-11 35-64,6 1-127,7 0-33,4 0 32,4 1-64,-2 4-64,4 5 0,-7 3-64,-2-1-96,-5-4-1314</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3:54.815"/>
    </inkml:context>
    <inkml:brush xml:id="br0">
      <inkml:brushProperty name="width" value="0.035" units="cm"/>
      <inkml:brushProperty name="height" value="0.035" units="cm"/>
    </inkml:brush>
  </inkml:definitions>
  <inkml:trace contextRef="#ctx0" brushRef="#br0">1 76 8488,'0'0'235,"2"-7"-11,0 2-150,0 0 0,1 0 1,-1 0-1,1 1 0,0 0 0,0-1 0,0 1 1,1 0-1,4-4 0,-6 6-14,1 0 0,-1 0 0,0 0 0,1 0 0,0 1 0,-1 0 0,1-1-1,0 1 1,0 0 0,0 0 0,0 0 0,0 1 0,0-1 0,0 1 0,0-1 0,0 1 0,0 0 0,0 0 0,0 1 0,0-1 0,4 1 0,-6 0-61,0 0 0,0-1 0,0 1 0,0 0 0,-1 0 0,1 0 0,0 0 0,0 0 0,0 0 0,-1 0 0,1 0 0,0 0-1,-1 0 1,1 1 0,-1-1 0,0 0 0,1 0 0,-1 0 0,0 1 0,0-1 0,0 0 0,0 0 0,0 1 0,0-1 0,0 0 0,0 0 0,0 1 0,0-1 0,-1 0 0,1 0 0,-1 1 0,1-1 0,-1 1 0,-17 43-50,-5-11 52,18-28-1,0 1-1,0-1 1,0 1-1,1 0 1,0 0-1,1 1 1,-1-1 0,1 1-1,1-1 1,-1 1-1,1 0 1,1 0-1,-1 10 1,2-17-1,0 0 1,1 1-1,-1-1 1,1 0-1,0 1 1,-1-1-1,1 0 1,0 0-1,0 1 1,0-1-1,0 0 1,0 0-1,0 0 1,0 0-1,0 0 1,0-1-1,0 1 0,1 0 1,-1 0-1,0-1 1,1 1-1,-1-1 1,0 1-1,1-1 1,-1 0-1,1 1 1,-1-1-1,1 0 1,1 0-1,54 2 44,-42-2-38,48-2-96,-1-2 1,0-3-1,76-18 0,-80 8-1206</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4:02.840"/>
    </inkml:context>
    <inkml:brush xml:id="br0">
      <inkml:brushProperty name="width" value="0.035" units="cm"/>
      <inkml:brushProperty name="height" value="0.035" units="cm"/>
    </inkml:brush>
  </inkml:definitions>
  <inkml:trace contextRef="#ctx0" brushRef="#br0">1 1 769,'10'47'1665,"2"3"65,-6-3-129,2-4-1312,-5-1-385,-3-6-97,0-9 65,0-8-64</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4:03.295"/>
    </inkml:context>
    <inkml:brush xml:id="br0">
      <inkml:brushProperty name="width" value="0.035" units="cm"/>
      <inkml:brushProperty name="height" value="0.035" units="cm"/>
    </inkml:brush>
  </inkml:definitions>
  <inkml:trace contextRef="#ctx0" brushRef="#br0">367 0 192,'0'0'1922,"-88"58"-224,36-33-705,-4-1-769,4-5-192,7-1-32,8-7-96,12-6-129,14-5-4067</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4:03.838"/>
    </inkml:context>
    <inkml:brush xml:id="br0">
      <inkml:brushProperty name="width" value="0.035" units="cm"/>
      <inkml:brushProperty name="height" value="0.035" units="cm"/>
    </inkml:brush>
  </inkml:definitions>
  <inkml:trace contextRef="#ctx0" brushRef="#br0">19 132 224,'0'0'2402,"-18"-43"-1729,18 32-321,6-1-95,6-1-193,6 0-417,5 0-896,5 0 32,6 0 64</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4:03.979"/>
    </inkml:context>
    <inkml:brush xml:id="br0">
      <inkml:brushProperty name="width" value="0.035" units="cm"/>
      <inkml:brushProperty name="height" value="0.035" units="cm"/>
    </inkml:brush>
  </inkml:definitions>
  <inkml:trace contextRef="#ctx0" brushRef="#br0">267 1 0,'0'0'609,"6"52"287,-6-24 225,-6 0-64,-12 0-96,-5-2-320,-6 0-481,-3-1-128,-2-2-32,-1-3 0,0-1-96,4-7 0,1-4-224</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4:04.304"/>
    </inkml:context>
    <inkml:brush xml:id="br0">
      <inkml:brushProperty name="width" value="0.035" units="cm"/>
      <inkml:brushProperty name="height" value="0.035" units="cm"/>
    </inkml:brush>
  </inkml:definitions>
  <inkml:trace contextRef="#ctx0" brushRef="#br0">11 1 1089,'0'0'-678,"-1"7"443,-3 17 706,1 1 0,1-1-1,1 0 1,2 1 0,0-1 0,9 46-1,45 153 3829,-42-175-4227,-4-16-42,2 5-56,7 48 0,-16-76 8,-1 1 0,0 0-1,-1-1 1,0 1-1,-1 0 1,0-1-1,0 1 1,-1 0 0,0-1-1,-5 12 1,0-7-142,3-11-283</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4:04.538"/>
    </inkml:context>
    <inkml:brush xml:id="br0">
      <inkml:brushProperty name="width" value="0.035" units="cm"/>
      <inkml:brushProperty name="height" value="0.035" units="cm"/>
    </inkml:brush>
  </inkml:definitions>
  <inkml:trace contextRef="#ctx0" brushRef="#br0">1 1 8168,'0'0'1633,"48"18"-992,-42 3 288,3 6-128,-5 7-289,0 8-320,-1 7-128,-3 3-64,3 4-96,1-4-160,3-14-128,3-20-3684</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4:05.998"/>
    </inkml:context>
    <inkml:brush xml:id="br0">
      <inkml:brushProperty name="width" value="0.035" units="cm"/>
      <inkml:brushProperty name="height" value="0.035" units="cm"/>
    </inkml:brush>
  </inkml:definitions>
  <inkml:trace contextRef="#ctx0" brushRef="#br0">3945 2908 1922,'0'0'3096,"-5"-3"-2909,-10-4-338,12 6 543,-1 0 1,1-1 0,-1 0 0,1 1 0,0-1 0,0-1-1,0 1 1,0 0 0,0-1 0,1 1 0,-1-1-1,1 0 1,-1 0 0,1 0 0,-3-5 0,0-1-123,0 1 0,-1 0 0,0 0 0,-1 1 1,1 0-1,-1 0 0,-1 0 0,-11-8 0,-75-40 697,16 10-276,-303-244 505,190 139-1106,-1390-1072-116,635 546 186,671 526-106,78 46-12,183 97-49,9 5-7,0-1 0,0 1 1,1-1-1,-1 0 0,1 0 1,0 0-1,-1-1 0,2 1 1,-6-6-1,12-6-1808,-1 10 345,9-22-6323</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4:07.839"/>
    </inkml:context>
    <inkml:brush xml:id="br0">
      <inkml:brushProperty name="width" value="0.035" units="cm"/>
      <inkml:brushProperty name="height" value="0.035" units="cm"/>
    </inkml:brush>
  </inkml:definitions>
  <inkml:trace contextRef="#ctx0" brushRef="#br0">335 2885 1313,'0'0'3363,"2"-7"-2375,0-3-1124,11-45 2468,-6-8 4296,-51-547-2246,0 34-4317,47 334-11,-7-172-86,2 391 17,-2 1 1,0-1 0,-1 1 0,-1 0 0,-16-37 0,-2 10 94,-36-57-1,59 104-70,-1 0-1,1 0 0,-1 0 1,1 0-1,0 0 0,0 0 0,0-1 1,0 1-1,0 0 0,1-1 1,-1 1-1,1-1 0,-1 1 1,1-1-1,0 1 0,0-1 1,0 1-1,0-1 0,1 1 0,-1-1 1,1 1-1,-1 0 0,1-1 1,0 1-1,0 0 0,1-3 1,0-3-4,-1 0 0,0 0 0,-1 0 0,0 1 0,0-1 0,-1 0 0,0 0 0,0 0 0,-1 1 1,0-1-1,-5-12 0,2 3-13,-37-102-251,28 86-685,2-2 0,-14-62 0,22 75 231,3 11 92,0 0 1,-1 0 0,-1 0-1,0 0 1,0 1 0,-6-12 0,9 22 326,2 17-784,0-14 977,-1 0-1,0 0 1,1 0 0,-1-1 0,1 1 0,0 0 0,0-1 0,0 1 0,0-1 0,0 0 0,0 1 0,1-1 0,-1 0 0,4 2-1,4-3-2246</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4:08.476"/>
    </inkml:context>
    <inkml:brush xml:id="br0">
      <inkml:brushProperty name="width" value="0.035" units="cm"/>
      <inkml:brushProperty name="height" value="0.035" units="cm"/>
    </inkml:brush>
  </inkml:definitions>
  <inkml:trace contextRef="#ctx0" brushRef="#br0">41 4 9897,'-2'-1'-34,"1"0"-1,0 1 1,-1 0-1,1-1 1,0 1-1,-1 0 1,1-1-1,0 1 1,-1 0-1,1 0 1,-1 0-1,1 0 1,0 1-1,-1-1 0,1 0 1,0 1-1,-1-1 1,1 0-1,0 1 1,-1 0-1,1-1 1,0 1-1,0 0 1,-2 1-1,2 1-14,-1 0 1,2 0-1,-1 1 0,0-1 1,1 0-1,-1 0 0,1 1 0,0-1 1,1 6-1,-1-6 107,1 22 159,1 0 0,1-1 0,1 1 0,2-1-1,0 0 1,15 37 0,74 133 1266,-30-67-1756,-59-116-2,-1 1 1,0 0-1,-1 0 0,-1 0 0,0 1 0,0-1 0,1 22 0,-4-27-4695</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4:08.818"/>
    </inkml:context>
    <inkml:brush xml:id="br0">
      <inkml:brushProperty name="width" value="0.035" units="cm"/>
      <inkml:brushProperty name="height" value="0.035" units="cm"/>
    </inkml:brush>
  </inkml:definitions>
  <inkml:trace contextRef="#ctx0" brushRef="#br0">2 138 7239,'0'-11'160,"-1"1"-132,1 1 8,0 1-1,0-1 1,0 1 0,1-1 0,0 1-1,4-13 1,-4 19-71,0-1 0,0 0 1,0 1-1,1-1 0,-1 1 0,1-1 0,0 1 1,0 0-1,0 0 0,0 0 0,0 0 0,0 0 0,0 0 1,1 0-1,-1 1 0,1-1 0,-1 1 0,1 0 1,0 0-1,-1 0 0,1 0 0,0 0 0,0 0 0,0 1 1,0-1-1,3 1 0,6 0 58,-1 1 0,0 0-1,0 1 1,0 0 0,0 1 0,0 0 0,0 1-1,0 0 1,-1 0 0,0 2 0,0-1-1,0 1 1,-1 0 0,0 1 0,0 0 0,0 0-1,-1 1 1,8 10 0,-8-9 132,0 0 0,-1 1-1,0 0 1,-1 0 0,0 1 0,-1-1-1,8 22 1,-11-25-124,0 0-1,0 0 1,-1 1-1,0-1 1,0 0-1,-1 0 1,0 1-1,0-1 1,-1 0-1,0 0 1,0 1-1,-1-1 1,-2 8-1,-1-6-14,0 0-1,0-1 1,0 1 0,-1-1-1,-1-1 1,1 1 0,-1-1-1,0 0 1,-1-1 0,-10 8-1,8-7-551,1 2 0,-1-1 1,1 1-1,1 0 0,-13 18 0,17-20-2950</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4:09.172"/>
    </inkml:context>
    <inkml:brush xml:id="br0">
      <inkml:brushProperty name="width" value="0.035" units="cm"/>
      <inkml:brushProperty name="height" value="0.035" units="cm"/>
    </inkml:brush>
  </inkml:definitions>
  <inkml:trace contextRef="#ctx0" brushRef="#br0">3 66 9737,'0'0'785,"0"-8"-251,0 2-359,-1 3-117,1 1 0,-1-1-1,1 1 1,0-1 0,0 1 0,0-1 0,0 1-1,1 0 1,-1-1 0,1 1 0,-1-1-1,1 1 1,0-1 0,0 1 0,1-3-1,-2 5-44,1-1 0,-1 1 0,0-1-1,0 1 1,1-1 0,-1 1-1,0-1 1,1 1 0,-1-1-1,1 1 1,-1-1 0,0 1 0,1 0-1,-1-1 1,1 1 0,-1 0-1,1-1 1,-1 1 0,1 0-1,-1 0 1,1 0 0,0-1-1,-1 1 1,1 0 0,-1 0 0,1 0-1,-1 0 1,1 0 0,0 0-1,-1 0 1,1 0 0,-1 0-1,1 0 1,0 0 0,-1 1-1,1-1 1,-1 0 0,1 0 0,-1 1-1,1-1 1,-1 0 0,1 0-1,-1 1 1,1-1 0,-1 1-1,1-1 1,-1 0 0,0 1 0,1-1-1,-1 1 1,0-1 0,1 1-1,-1-1 1,0 1 0,0-1-1,1 1 1,-1-1 0,0 1-1,0 0 1,0-1 0,0 1 0,0-1-1,0 1 1,0 0 0,0 0-1,8 40-188,-9 7 171,0-38 5,0-1 0,1 1 0,0 0 0,0 0 0,1-1 0,0 1 0,1-1 0,0 1 0,0-1 0,1 1 0,4 8 0,-5-16 0,0 0 0,-1 0 1,1-1-1,0 1 0,0-1 0,0 1 0,0-1 0,0 0 0,1 0 0,-1 0 1,0 0-1,0 0 0,1-1 0,-1 1 0,0-1 0,1 1 0,-1-1 1,1 0-1,-1 0 0,0 0 0,1 0 0,-1 0 0,1-1 0,2 0 0,60-17 86,-64 17-84,80-26 5,-47 17-399,0-2 1,-1-1 0,-1-1 0,48-29 0,-21-3-6751</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4:28.815"/>
    </inkml:context>
    <inkml:brush xml:id="br0">
      <inkml:brushProperty name="width" value="0.035" units="cm"/>
      <inkml:brushProperty name="height" value="0.035" units="cm"/>
    </inkml:brush>
  </inkml:definitions>
  <inkml:trace contextRef="#ctx0" brushRef="#br0">1 19 1217,'0'-1'153,"0"0"0,0 0 1,0 1-1,0-1 0,0 0 0,1 0 0,-1 0 0,0 1 0,1-1 1,-1 0-1,0 0 0,1 1 0,-1-1 0,1 0 0,-1 1 0,1-1 1,0 1-1,-1-1 0,1 0 0,0 1 0,-1-1 0,1 1 0,0 0 0,-1-1 1,1 1-1,0 0 0,0-1 0,-1 1 0,1 0 0,0 0 0,1-1 1,-1 2-101,1 1 0,-1-1 0,0 0 0,0 0 0,0 0 0,0 1 1,-1-1-1,1 0 0,0 1 0,-1-1 0,1 1 0,-1-1 0,1 1 0,0 2 1,10 62 339,4 83 830,21 356-118,-34-426-1079,-5-1 1,-2 0 0,-5 0 0,-31 131-1,40-207-26,1 0 0,0-1 0,-1 1 0,1-1 0,0 1 0,-1-1 0,1 1 0,-1-1 0,0 0 0,1 1 0,-1-1 0,0 0 0,0 1 0,0-1 0,0 0 0,0 0 0,0 0 0,0 0 0,0 0 0,-1 0 0,1 0 0,-3 1 0,0-15-454,2-2-1430</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4:29.216"/>
    </inkml:context>
    <inkml:brush xml:id="br0">
      <inkml:brushProperty name="width" value="0.035" units="cm"/>
      <inkml:brushProperty name="height" value="0.035" units="cm"/>
    </inkml:brush>
  </inkml:definitions>
  <inkml:trace contextRef="#ctx0" brushRef="#br0">1 71 6502,'0'0'2488,"2"3"-2200,12 13 68,0 2 0,-2-1-1,0 2 1,-1 0 0,-1 0 0,11 28-1,0-1-101,-13-29 13,-5-8-269,0-1 1,1 0-1,0 0 0,10 13 0,-13-20 61,-1 0-1,1 0 0,0 0 0,-1-1 0,1 1 1,0 0-1,0-1 0,0 1 0,0 0 0,0-1 1,0 1-1,0-1 0,0 1 0,0-1 1,0 0-1,0 1 0,0-1 0,0 0 0,0 0 1,0 0-1,0 0 0,0 0 0,1 0 0,-1 0 1,0 0-1,0 0 0,0 0 0,0-1 1,0 1-1,0 0 0,0-1 0,0 1 0,0-1 1,0 1-1,0-1 0,0 0 0,0 1 0,0-1 1,-1 0-1,1 0 0,0 1 0,0-1 0,-1 0 1,1 0-1,0-2 0,36-45 309,-3-1 0,33-63-1,-19 32-1242,-16 26-2871</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4:30.500"/>
    </inkml:context>
    <inkml:brush xml:id="br0">
      <inkml:brushProperty name="width" value="0.035" units="cm"/>
      <inkml:brushProperty name="height" value="0.035" units="cm"/>
    </inkml:brush>
  </inkml:definitions>
  <inkml:trace contextRef="#ctx0" brushRef="#br0">44 35 6534,'0'0'123,"-1"11"-70,-3 28 317,2 0 0,2 0 0,2 0 0,8 54 0,42 162 559,-41-211-1033,-49-273 4998,30 159-4603,-3 0 1,-3 1-1,-27-79 0,74 244 248,-21-65-543,-7-15-2,1 0 0,0-1 0,2 0 0,-1 0 0,2 0 0,0-1 0,1 0 0,15 17-1,-23-30 7,-1 0-1,0 0 1,1 0-1,-1 0 1,1 0-1,-1 0 1,1-1-1,-1 1 1,1 0-1,0-1 1,-1 1-1,1-1 1,0 0-1,-1 0 1,1 1-1,0-1 1,0 0-1,-1-1 1,1 1-1,0 0 1,-1 0-1,1-1 1,0 1-1,-1-1 1,1 1-1,0-1 0,-1 0 1,1 1-1,-1-1 1,1 0-1,-1 0 1,0 0-1,1 0 1,-1-1-1,0 1 1,0 0-1,0 0 1,0-1-1,0 1 1,0-1-1,0 1 1,0-1-1,0-2 1,6-7-3,-1-1 0,-1 0 0,0-1 0,4-13 0,-9 26 3,6-22 10,-1 0 0,4-33 1,-8 48-8,0 1 0,-1-1 0,0 0 0,0 0 0,0 1 0,-1-1 0,0 0 0,0 1 0,-1-1 0,0 1-1,0-1 1,-6-10 0,15 55 51,5-15-188,2-2 1,0 0-1,1-1 1,1 0 0,1-1-1,1-1 1,1 0-1,41 29 1,-57-45-581,-1-1 0,1 1 0,0-1 1,0 1-1,1-1 0,-1 0 0,0 0 1,0 0-1,5 0 0,10 0-5099</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4:30.739"/>
    </inkml:context>
    <inkml:brush xml:id="br0">
      <inkml:brushProperty name="width" value="0.035" units="cm"/>
      <inkml:brushProperty name="height" value="0.035" units="cm"/>
    </inkml:brush>
  </inkml:definitions>
  <inkml:trace contextRef="#ctx0" brushRef="#br0">0 0 5990,'0'0'5728,"5"10"-5178,12 22-634,-2 1 0,16 50 1,-28-72-1706,1-7-1617</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4:31.096"/>
    </inkml:context>
    <inkml:brush xml:id="br0">
      <inkml:brushProperty name="width" value="0.035" units="cm"/>
      <inkml:brushProperty name="height" value="0.035" units="cm"/>
    </inkml:brush>
  </inkml:definitions>
  <inkml:trace contextRef="#ctx0" brushRef="#br0">181 1 9385,'0'0'1409,"11"61"-1409,-11-32 32,-5 3-32,-11 4 0,-5 1 0,-5-1-32,-5 1-32,-1-5-192,1-8-1666,1-9-448</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4:31.874"/>
    </inkml:context>
    <inkml:brush xml:id="br0">
      <inkml:brushProperty name="width" value="0.035" units="cm"/>
      <inkml:brushProperty name="height" value="0.035" units="cm"/>
    </inkml:brush>
  </inkml:definitions>
  <inkml:trace contextRef="#ctx0" brushRef="#br0">87 1 11563,'0'0'144,"1"9"-64,52 248 841,6 41-299,-83-364 1507,4 17-2187,-7-32 5,-7-19 240,-60-127 0,100 236-169,0 0 0,0 0 0,1 0 1,1-1-1,-1 0 0,2-1 0,9 9 1,65 42-43,-79-55 14,0 0 0,1 0 0,-1-1-1,1 1 1,0-1 0,0 0 0,0 0-1,0-1 1,0 0 0,9 2 0,-12-4 7,0 1 0,0 0 0,0-1 0,0 0 1,1 1-1,-1-1 0,-1 0 0,1 0 0,0 0 0,0 0 1,0-1-1,-1 1 0,1 0 0,0-1 0,-1 1 0,1-1 0,-1 0 1,0 1-1,1-1 0,-1 0 0,0 0 0,0 0 0,0 0 1,-1 0-1,1 0 0,0 0 0,0-3 0,4-14 0,0 0-1,-2 0 0,0 0 1,-1-1-1,-2-34 1,0 53 35,0 14-61,1 0-1,0 0 1,0-1 0,1 1 0,1-1 0,0 1-1,1-1 1,0 0 0,1 0 0,0 0 0,1-1-1,1 0 1,-1 0 0,2 0 0,-1-1 0,17 16-1,-22-24-501,0 0-1,0 1 0,0-1 0,1-1 0,-1 1 1,1 0-1,-1 0 0,1-1 0,0 0 0,0 1 1,-1-1-1,6 1 0,12-1-6504</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4:32.261"/>
    </inkml:context>
    <inkml:brush xml:id="br0">
      <inkml:brushProperty name="width" value="0.035" units="cm"/>
      <inkml:brushProperty name="height" value="0.035" units="cm"/>
    </inkml:brush>
  </inkml:definitions>
  <inkml:trace contextRef="#ctx0" brushRef="#br0">1 130 8776,'0'0'1479,"-1"-9"-918,1 4-439,0 0 0,0 0 0,1 0 0,0 0 0,0 1 0,0-1 0,0 0 0,1 0-1,-1 1 1,1-1 0,1 0 0,-1 1 0,0 0 0,1 0 0,0 0 0,0 0 0,0 0 0,1 0 0,-1 1 0,1-1 0,0 1 0,0 0 0,0 0 0,0 1 0,1-1 0,7-2 0,-10 4-119,0-1 0,0 2 0,0-1 0,0 0 0,1 0 0,-1 0 0,0 1 0,0 0 0,1-1 0,-1 1 0,0 0 0,0 0-1,1 0 1,-1 0 0,0 0 0,0 1 0,1-1 0,2 2 0,-4-1-1,0-1 0,0 1 0,0 0 0,0 0 0,0 0 0,-1 0 1,1 0-1,0 0 0,-1 1 0,1-1 0,0 0 0,-1 0 0,0 0 0,1 1 0,-1-1 0,0 0 0,1 0 0,-1 1 0,0-1 0,0 0 1,0 1-1,0-1 0,-1 2 0,0 5 3,0 0 1,-1 1-1,0-1 1,-1 0-1,0 0 1,0 0-1,-1 0 1,-5 9-1,-24 26 2,25-34-6,1 0 0,0 0 0,1 0 1,0 1-1,0 0 0,1 0 0,-4 12 0,9-22-1,0 1-1,0-1 0,0 0 1,0 1-1,0-1 1,0 0-1,0 1 1,0-1-1,0 0 1,0 1-1,0-1 0,0 0 1,0 1-1,1-1 1,-1 0-1,0 1 1,0-1-1,0 0 0,1 0 1,-1 1-1,0-1 1,0 0-1,1 0 1,-1 1-1,0-1 1,0 0-1,1 0 0,-1 0 1,0 0-1,1 1 1,-1-1-1,0 0 1,1 0-1,-1 0 0,0 0 1,1 0-1,-1 0 1,0 0-1,1 0 1,0 0-1,19 0 22,-14 0-19,31-2 0,0-2-1,62-15 1,-40 6-7,-15 5-299,76-26 0,-42 1-2221</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30.339"/>
    </inkml:context>
    <inkml:brush xml:id="br0">
      <inkml:brushProperty name="width" value="0.035" units="cm"/>
      <inkml:brushProperty name="height" value="0.035" units="cm"/>
    </inkml:brush>
  </inkml:definitions>
  <inkml:trace contextRef="#ctx0" brushRef="#br0">59 1 2242,'0'0'-315,"-4"9"513,-6 17 300,0 0 1,2 0-1,1 1 1,1 0-1,1 0 1,-1 35-1,4-3 322,2-1-1,9 66 0,33 410 1086,-4 157-1079,-44 2 264,1-32 2210,16-442-2485,44 230-1,-24-239-526,5 275 0,-51 57-779,15-536 321,-6 52-1901,-4-22-2473,1-22-1446</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31.316"/>
    </inkml:context>
    <inkml:brush xml:id="br0">
      <inkml:brushProperty name="width" value="0.035" units="cm"/>
      <inkml:brushProperty name="height" value="0.035" units="cm"/>
    </inkml:brush>
  </inkml:definitions>
  <inkml:trace contextRef="#ctx0" brushRef="#br0">0 539 5862,'0'0'1105,"10"-1"-838,812 14 326,-763-10-562,367 8 1616,674-67 0,-941 40-1428,1969-179 779,-1734 168-723,1632-144 32,-1550 119-190,-471 52-231,1 0 1,-1-1-1,0 0 0,0 0 0,1 0 0,-1-1 0,0 0 0,0 0 0,0 0 1,-1-1-1,7-3 0,15-21-3644</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1.190"/>
    </inkml:context>
    <inkml:brush xml:id="br0">
      <inkml:brushProperty name="width" value="0.035" units="cm"/>
      <inkml:brushProperty name="height" value="0.035" units="cm"/>
    </inkml:brush>
  </inkml:definitions>
  <inkml:trace contextRef="#ctx0" brushRef="#br0">21 146 10442,'4'-12'806,"11"-39"182,-15 50-963,0 0 1,0 0 0,1-1-1,-1 1 1,0 0 0,0 0-1,1 0 1,-1 0 0,1 0-1,-1 0 1,1 0 0,-1 0-1,1 0 1,0 0 0,0 0-1,-1 0 1,1 1 0,0-1-1,0 0 1,0 0 0,0 1-1,0-1 1,0 0 0,0 1-1,0-1 1,0 1 0,0 0-1,0-1 1,0 1 0,0 0-1,0 0 1,0-1 0,1 1-1,0 0 1,-1 1-22,1-1 1,-1 1-1,0 0 1,0 0-1,0 0 1,0-1-1,1 1 1,-1 0-1,0 0 1,-1 1-1,1-1 1,0 0-1,0 0 1,0 0-1,-1 1 1,1-1-1,0 0 1,-1 1 0,1-1-1,-1 2 1,2 3 2,-1 0 0,0 0 0,-1 0 1,1 0-1,-1-1 0,0 1 1,-1 0-1,0 0 0,0 0 1,0 0-1,0-1 0,-3 7 1,3-9 2,-1 0 0,1 0 0,-1 0 1,1-1-1,-1 1 0,0 0 0,0-1 1,0 0-1,0 1 0,-1-1 1,1 0-1,-1 0 0,1 0 0,-1-1 1,0 1-1,0-1 0,1 1 1,-1-1-1,0 0 0,0 0 0,0 0 1,0 0-1,-6 0 0,8-1-12,0 0 0,1 0-1,-1 0 1,0 0 0,1 0-1,-1 0 1,0 0 0,1 0-1,-1 0 1,0 0 0,1-1 0,-1 1-1,1 0 1,-1 0 0,0-1-1,1 1 1,-1 0 0,1-1 0,-1 1-1,1-1 1,-1 1 0,1 0-1,-1-1 1,1 1 0,-1-1-1,1 1 1,0-1 0,-1 0 0,1 1-1,-1-2 1,0-24-278,16-29-1008,15 1-1087,11-11-1448</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1.939"/>
    </inkml:context>
    <inkml:brush xml:id="br0">
      <inkml:brushProperty name="width" value="0.035" units="cm"/>
      <inkml:brushProperty name="height" value="0.035" units="cm"/>
    </inkml:brush>
  </inkml:definitions>
  <inkml:trace contextRef="#ctx0" brushRef="#br0">23 44 17905,'0'0'320,"-23"-43"193,27 43-449,21 12-256,4 18-97,-1-1-3202,-1-6-2531</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2.133"/>
    </inkml:context>
    <inkml:brush xml:id="br0">
      <inkml:brushProperty name="width" value="0.035" units="cm"/>
      <inkml:brushProperty name="height" value="0.035" units="cm"/>
    </inkml:brush>
  </inkml:definitions>
  <inkml:trace contextRef="#ctx0" brushRef="#br0">0 11 14061,'0'0'1986,"63"-10"-2050,-29 11-673,7 11-4419</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2.919"/>
    </inkml:context>
    <inkml:brush xml:id="br0">
      <inkml:brushProperty name="width" value="0.035" units="cm"/>
      <inkml:brushProperty name="height" value="0.035" units="cm"/>
    </inkml:brush>
  </inkml:definitions>
  <inkml:trace contextRef="#ctx0" brushRef="#br0">0 0 11339,'0'0'4036,"55"4"-4293,-26-4-2689,-5-4-3236</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3.326"/>
    </inkml:context>
    <inkml:brush xml:id="br0">
      <inkml:brushProperty name="width" value="0.035" units="cm"/>
      <inkml:brushProperty name="height" value="0.035" units="cm"/>
    </inkml:brush>
  </inkml:definitions>
  <inkml:trace contextRef="#ctx0" brushRef="#br0">157 24 12332,'-59'0'192,"13"-7"-128,12 1 64,18 6-128,14 0-32,7 2-2306,6-2 288,-2-13-320</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3.703"/>
    </inkml:context>
    <inkml:brush xml:id="br0">
      <inkml:brushProperty name="width" value="0.035" units="cm"/>
      <inkml:brushProperty name="height" value="0.035" units="cm"/>
    </inkml:brush>
  </inkml:definitions>
  <inkml:trace contextRef="#ctx0" brushRef="#br0">67 20 13837,'0'0'577,"-57"-19"31,48 19-223,9 13-289,10 1-64,11-2-449,3-4-1440,6-8-1731,-1-9-704</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3.923"/>
    </inkml:context>
    <inkml:brush xml:id="br0">
      <inkml:brushProperty name="width" value="0.035" units="cm"/>
      <inkml:brushProperty name="height" value="0.035" units="cm"/>
    </inkml:brush>
  </inkml:definitions>
  <inkml:trace contextRef="#ctx0" brushRef="#br0">50 162 15022,'0'0'96,"-37"-45"-64,27 36 257,7 7-225,8 6 32,3 3-96,1-3-224,3-4-609,1-1-128,2-14-609,2-9-928,0-11-609,-1-11-2562</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4.037"/>
    </inkml:context>
    <inkml:brush xml:id="br0">
      <inkml:brushProperty name="width" value="0.035" units="cm"/>
      <inkml:brushProperty name="height" value="0.035" units="cm"/>
    </inkml:brush>
  </inkml:definitions>
  <inkml:trace contextRef="#ctx0" brushRef="#br0">39 62 12332,'0'0'-3396,"-23"-51"-735,8 41 319</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4.171"/>
    </inkml:context>
    <inkml:brush xml:id="br0">
      <inkml:brushProperty name="width" value="0.035" units="cm"/>
      <inkml:brushProperty name="height" value="0.035" units="cm"/>
    </inkml:brush>
  </inkml:definitions>
  <inkml:trace contextRef="#ctx0" brushRef="#br0">59 0 545,'-13'49'2274,"-5"7"32,-10 2-1922</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3.499"/>
    </inkml:context>
    <inkml:brush xml:id="br0">
      <inkml:brushProperty name="width" value="0.035" units="cm"/>
      <inkml:brushProperty name="height" value="0.035" units="cm"/>
    </inkml:brush>
  </inkml:definitions>
  <inkml:trace contextRef="#ctx0" brushRef="#br0">85 74 12268,'0'0'64,"-53"-19"1089,30 5-352,14 7-737,14 7-257,11 0-607,7 0-1346,6-8 0,-2-18-1762</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4.358"/>
    </inkml:context>
    <inkml:brush xml:id="br0">
      <inkml:brushProperty name="width" value="0.035" units="cm"/>
      <inkml:brushProperty name="height" value="0.035" units="cm"/>
    </inkml:brush>
  </inkml:definitions>
  <inkml:trace contextRef="#ctx0" brushRef="#br0">98 27 12011,'0'0'769,"-55"-15"1121,33 5-577,8 9-480,7 1-577,7 7-224,0 13 64,5 7-64,2 9-800,-7 3-1763,-10-1-2530</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4.531"/>
    </inkml:context>
    <inkml:brush xml:id="br0">
      <inkml:brushProperty name="width" value="0.035" units="cm"/>
      <inkml:brushProperty name="height" value="0.035" units="cm"/>
    </inkml:brush>
  </inkml:definitions>
  <inkml:trace contextRef="#ctx0" brushRef="#br0">122 1 14446,'-44'15'-1570,"8"-12"1890,11 5-127,13 9-225,11 0-641,1 4-2146,-4-5-544</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4.685"/>
    </inkml:context>
    <inkml:brush xml:id="br0">
      <inkml:brushProperty name="width" value="0.035" units="cm"/>
      <inkml:brushProperty name="height" value="0.035" units="cm"/>
    </inkml:brush>
  </inkml:definitions>
  <inkml:trace contextRef="#ctx0" brushRef="#br0">31 0 13933,'0'0'224,"-29"64"65,27-38-193,12 5-160,28 9 96,17 1-417,15-5-1633,7-6-2178,9-14-640</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4.872"/>
    </inkml:context>
    <inkml:brush xml:id="br0">
      <inkml:brushProperty name="width" value="0.035" units="cm"/>
      <inkml:brushProperty name="height" value="0.035" units="cm"/>
    </inkml:brush>
  </inkml:definitions>
  <inkml:trace contextRef="#ctx0" brushRef="#br0">1 92 15150,'0'0'641,"36"-65"128,-21 46-545,7 11-192,0 8-32,7 0 0,6 4-961,4-4-2594,0 0-1186</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3.111"/>
    </inkml:context>
    <inkml:brush xml:id="br0">
      <inkml:brushProperty name="width" value="0.035" units="cm"/>
      <inkml:brushProperty name="height" value="0.035" units="cm"/>
    </inkml:brush>
  </inkml:definitions>
  <inkml:trace contextRef="#ctx0" brushRef="#br0">62 0 15246,'0'0'993,"-56"18"-736,51-8-289,6 5 0,22 4-385,6-5-2049,0-9-1250,-6-5-1280</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5.059"/>
    </inkml:context>
    <inkml:brush xml:id="br0">
      <inkml:brushProperty name="width" value="0.035" units="cm"/>
      <inkml:brushProperty name="height" value="0.035" units="cm"/>
    </inkml:brush>
  </inkml:definitions>
  <inkml:trace contextRef="#ctx0" brushRef="#br0">1 12 13741,'0'0'1121,"71"0"-1537,-32 0 480,10 0-769,8 0-1825,7-12-898</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5.251"/>
    </inkml:context>
    <inkml:brush xml:id="br0">
      <inkml:brushProperty name="width" value="0.035" units="cm"/>
      <inkml:brushProperty name="height" value="0.035" units="cm"/>
    </inkml:brush>
  </inkml:definitions>
  <inkml:trace contextRef="#ctx0" brushRef="#br0">0 70 11915,'0'0'1442,"53"-30"223,-23 16-1152,2 6-417,3 5-32,-1 1-256,-3-2-1090,-5-4-3490</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5.402"/>
    </inkml:context>
    <inkml:brush xml:id="br0">
      <inkml:brushProperty name="width" value="0.035" units="cm"/>
      <inkml:brushProperty name="height" value="0.035" units="cm"/>
    </inkml:brush>
  </inkml:definitions>
  <inkml:trace contextRef="#ctx0" brushRef="#br0">1 0 13421,'0'0'1089,"52"10"-1346,-34-2-1088,0-6-2595</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5.572"/>
    </inkml:context>
    <inkml:brush xml:id="br0">
      <inkml:brushProperty name="width" value="0.035" units="cm"/>
      <inkml:brushProperty name="height" value="0.035" units="cm"/>
    </inkml:brush>
  </inkml:definitions>
  <inkml:trace contextRef="#ctx0" brushRef="#br0">0 1 8808,'0'0'2979</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5.804"/>
    </inkml:context>
    <inkml:brush xml:id="br0">
      <inkml:brushProperty name="width" value="0.035" units="cm"/>
      <inkml:brushProperty name="height" value="0.035" units="cm"/>
    </inkml:brush>
  </inkml:definitions>
  <inkml:trace contextRef="#ctx0" brushRef="#br0">72 45 9385,'0'0'4548,"-46"-34"-4003,30 23-193,7 11-320,9 1-96,0 11-1377,2 0-1506,5-5-128,-1-7-4036</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55.485"/>
    </inkml:context>
    <inkml:brush xml:id="br0">
      <inkml:brushProperty name="width" value="0.035" units="cm"/>
      <inkml:brushProperty name="height" value="0.035" units="cm"/>
    </inkml:brush>
  </inkml:definitions>
  <inkml:trace contextRef="#ctx0" brushRef="#br0">6400 121 609,'-55'-2'5007,"37"1"-4672,1 0 0,-1 1 0,1 1 0,-1 0 0,1 1 0,-1 1 0,-20 7 0,-160 60 937,-301 120 120,-261 139 49,-75 104-619,552-257-542,-420 343 1,493-337-100,-280 313-1,-127 261-13,181-136 100,345-477-176,-297 485 373,56-7-223,318-590-240,-177 423 257,161-369-194,5 1 1,3 1 0,-17 135-1,24-60 478,9 269 0,8-406-498,0 0 1,2 0-1,1 0 1,1-1-1,1 0 1,16 38-1,-15-46-26,0-1 0,1-1 0,0 1-1,1-1 1,0-1 0,2 0 0,-1 0 0,2-1 0,-1-1-1,24 17 1,105 58 81,234 106 0,-332-172-89,0-2 1,1-3 0,90 21-1,-111-32 6,0-1-1,0-1 1,1-1-1,-1-2 1,0 0-1,1-1 1,-1-1-1,0-1 1,43-13-1,1-12 77,-1-2 0,99-62-1,-108 57-42,1 4 0,1 1-1,99-34 1,-20 30-23,-99 27-17,-1-1 0,0-2 0,0-2 0,-1-1 0,38-21 0,-12-7 40,-2-3 1,-2-2-1,72-76 0,5-2 208,197-125 186,-209 164-384,132-119-1,-254 203-54,951-896 1503,-609 525-808,-74 75-309,146-184-283,-139 153-32,-184 218-50,-4-4 0,86-146-1,9-29 44,85-146 25,-200 295-94,-6-4 1,49-170-1,-52 139-8,-17 39-67,-6-2 0,-6-1 0,22-242 0,-50 322 103,-2-1 1,-3 0 0,-3 1 0,-20-102-1,6 50 198,7 38-796,-23-81-1,29 135-57,0 0-1,-2 1 1,0 0 0,-1 0-1,-1 1 1,-1 0 0,0 1 0,-26-30-1,25 37 199,0 0-1,0 0 1,-1 1-1,0 1 0,-1 0 1,1 1-1,-2 0 1,1 1-1,-1 1 1,1 0-1,-2 1 1,1 0-1,0 2 0,-1-1 1,1 2-1,-17 0 1,-12 2-258,1 2 1,0 2 0,0 1-1,-67 20 1,-16 14 858,-120 57 1,63-23 1276,59-31-438</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33.516"/>
    </inkml:context>
    <inkml:brush xml:id="br0">
      <inkml:brushProperty name="width" value="0.035" units="cm"/>
      <inkml:brushProperty name="height" value="0.035" units="cm"/>
    </inkml:brush>
  </inkml:definitions>
  <inkml:trace contextRef="#ctx0" brushRef="#br0">39 41 2050,'0'0'3769,"-1"-4"-3625,1 2-112,0 1 0,0-1 0,0 1 0,0 0 0,0-1 0,0 1-1,0 0 1,1-1 0,-1 1 0,1 0 0,-1-1 0,1 1 0,-1 0 0,1 0 0,0-1 0,-1 1 0,1 0 0,0 0 0,0 0-1,0 0 1,0 0 0,0 0 0,0 0 0,0 1 0,0-1 0,1 0 0,-1 0 0,0 1 0,0-1 0,1 1 0,-1-1 0,0 1 0,1 0-1,-1-1 1,0 1 0,1 0 0,-1 0 0,0 0 0,1 0 0,-1 0 0,0 0 0,1 0 0,-1 1 0,1-1 0,-1 0 0,0 1-1,0-1 1,1 1 0,-1 0 0,1 0 0,-1 0-23,0-1 0,0 1 0,0 0 0,0-1 0,0 1 0,-1 0 0,1 0 0,0 0 0,-1-1 0,1 1 0,-1 0 0,1 0 0,-1 0 0,1 0 0,-1 0 0,1 0 0,-1 0 0,0 0 0,0 1 0,1-1 0,-1 0 0,0 0 0,0 0 0,0 0 0,0 0 0,0 0 0,-1 0 0,1 0 0,0 0 0,0 0 0,-1 0 0,0 2 0,0 0 13,1-1 0,-1 0 0,0 1 0,-1-1 0,1 1 0,0-1 0,-1 0 0,1 0-1,-1 0 1,1 0 0,-1 0 0,-4 3 0,1-2 54,0 0 0,0 0 1,0-1-1,-1 0 0,1 0 0,-1-1 0,0 1 1,1-1-1,-1 0 0,-7 0 0,13-1-60,-1-1 0,1 1-1,0 0 1,-1-1 0,1 1-1,0 0 1,0-1 0,-1 1-1,1-1 1,0 1 0,0 0-1,0-1 1,-1 1 0,1-1 0,0 1-1,0 0 1,0-1 0,0 1-1,0-1 1,0 1 0,0-1-1,0 1 1,0-1 0,0 1-1,0 0 1,0-1 0,0 1 0,0-1-1,1 1 1,-1-1 0,0 1-1,0 0 1,0-1 0,1 1-1,-1-1 1,0 1 0,0 0-1,1-1 1,-1 1 0,1-1 0,10-18 72,-9 16-85,1-1 0,-1 0 0,1 1 1,0 0-1,0 0 0,1 0 0,-1 0 1,1 0-1,-1 1 0,1-1 0,0 1 1,0 0-1,0 1 0,0-1 0,0 0 1,1 1-1,3-1 0,-7 3-4,0 0 0,0-1 0,-1 1 0,1 0 0,-1 0 0,1 0 0,-1 0 0,1 0 0,-1 0 0,1 0 0,-1 0 1,0 0-1,0 0 0,1 0 0,-1 0 0,0 0 0,0 0 0,0 0 0,0 0 0,0 0 0,-1 2 0,1 32 67,0-28-47,0-5 1,0 0 1,0 0-1,-1 0 0,1 1 0,-1-1 0,1 0 0,-1 0 0,0 0 0,0 0 0,0 0 1,0 0-1,0 0 0,0 0 0,-1 0 0,1-1 0,-1 1 0,1 0 0,-1-1 0,1 1 0,-1-1 1,0 0-1,0 1 0,0-1 0,0 0 0,0 0 0,0 0 0,0 0 0,0-1 0,0 1 1,-5 0-1,5-1-6,1 1-1,-1-1 1,0 0 0,1 0 0,-1 0 0,0 0 0,0-1 0,1 1 0,-1 0 0,0-1 0,1 1 0,-1-1 0,0 0-1,1 1 1,-1-1 0,1 0 0,-1 0 0,1 0 0,-1 0 0,1 0 0,0 0 0,0-1 0,-1 1 0,1 0-1,0-1 1,0 1 0,0 0 0,0-1 0,1 0 0,-1 1 0,0-1 0,1 1 0,-1-1 0,1 0 0,-1 1-1,1-1 1,0 0 0,0 0 0,0-2 0,0 0 1,0 1 0,0-1 1,0 1-1,1-1 0,-1 1 0,1-1 0,0 1 1,0 0-1,0-1 0,1 1 0,-1 0 0,4-5 0,-4 7-10,0 0-1,0-1 1,0 1-1,0 0 0,0-1 1,1 1-1,-1 0 1,0 0-1,1 0 0,-1 0 1,1 1-1,-1-1 1,1 0-1,-1 0 0,1 1 1,0-1-1,-1 1 0,1 0 1,0-1-1,-1 1 1,1 0-1,0 0 0,0 0 1,-1 0-1,1 0 1,0 1-1,3 0 0,-4 0-4,0 0-1,0 0 0,0 1 0,-1-1 0,1 0 0,0 1 0,0-1 0,-1 1 1,1-1-1,-1 1 0,1-1 0,-1 1 0,0-1 0,1 1 0,-1 0 1,0-1-1,0 1 0,0-1 0,0 1 0,-1 2 0,-4 35 174,5-37-155,0 0 0,-1-1 0,0 1-1,1-1 1,-1 1 0,0-1 0,0 1 0,1-1-1,-1 0 1,0 1 0,-1-1 0,1 0 0,0 0-1,0 0 1,0 0 0,-1 0 0,1 0 0,0 0-1,-1 0 1,1 0 0,-1-1 0,1 1 0,-1 0-1,0-1 1,1 1 0,-1-1 0,1 0-1,-1 0 1,0 0 0,1 1 0,-1-1 0,-2-1-1,3-1 4,1 0-1,-1 0 1,0 0-1,1-1 1,-1 1-1,1 0 1,0-1-1,0 1 1,0 0-1,0 0 1,0-1-1,1 1 0,-1 0 1,0 0-1,1-1 1,0 1-1,1-4 1,1 1-110,1 1 0,-1-1 0,1 1 0,0 0 0,0 0 0,7-4 0,5-7-1947,3-5-3649</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34.371"/>
    </inkml:context>
    <inkml:brush xml:id="br0">
      <inkml:brushProperty name="width" value="0.035" units="cm"/>
      <inkml:brushProperty name="height" value="0.035" units="cm"/>
    </inkml:brush>
  </inkml:definitions>
  <inkml:trace contextRef="#ctx0" brushRef="#br0">54 112 9673,'0'0'144,"-5"9"-53,-4 10 68,1 1 0,1 0 1,1 0-1,0 1 0,2-1 0,0 1 1,-1 36-1,6 161 297,0-263 325,9-68 0,-1 27-785,-4 12-41,-4-90 0,-9 137 707,5 25 520,5 16-773,2 0-359,1 0 1,1 0 0,0-1-1,1 1 1,0-2 0,1 1 0,16 19-1,-21-40-25,-1-1 1,1 0-1,-2 1 0,1-1 0,0-18 1,-2 25-23,17-91-3,-9 106 19,0 12 21,2 13-142,1-1 1,18 44 0,4-21-6519,-25-52 2306</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34.571"/>
    </inkml:context>
    <inkml:brush xml:id="br0">
      <inkml:brushProperty name="width" value="0.035" units="cm"/>
      <inkml:brushProperty name="height" value="0.035" units="cm"/>
    </inkml:brush>
  </inkml:definitions>
  <inkml:trace contextRef="#ctx0" brushRef="#br0">0 1 6150,'0'0'4484,"7"59"-4388,-7-36 0,0 1 128,0-6-448,2-6-3299</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34.804"/>
    </inkml:context>
    <inkml:brush xml:id="br0">
      <inkml:brushProperty name="width" value="0.035" units="cm"/>
      <inkml:brushProperty name="height" value="0.035" units="cm"/>
    </inkml:brush>
  </inkml:definitions>
  <inkml:trace contextRef="#ctx0" brushRef="#br0">153 0 6822,'0'0'129,"-54"68"-65,36-39 0,0-1 0,2 0-32,-1-2 32,2-2-64,1-9-1890</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35.538"/>
    </inkml:context>
    <inkml:brush xml:id="br0">
      <inkml:brushProperty name="width" value="0.035" units="cm"/>
      <inkml:brushProperty name="height" value="0.035" units="cm"/>
    </inkml:brush>
  </inkml:definitions>
  <inkml:trace contextRef="#ctx0" brushRef="#br0">61 68 8456,'-4'8'219,"-4"15"166,0 1-1,2 1 1,0 0 0,2-1 0,-3 41 0,6 139 1498,2-155-1703,-1-32-140,-1-6-12,1 0 0,0-1 0,1 1 0,0 0 0,0-1 0,1 1 0,1-1 0,-1 0 0,7 14 0,1-54 2006,5-70-2028,-5-1-1,-4-157 0,-6 239-33,-1 1-1,-5-30 1,6 44 25,-1-1-1,0 0 1,-1 1-1,1-1 1,-1 1 0,0-1-1,0 1 1,0 0 0,-1 0-1,0 0 1,1 0 0,-1 0-1,0 0 1,-1 1 0,-4-5-1,7 8 5,1-1-1,-1 1 0,1-1 0,-1 1 1,1 0-1,-1-1 0,1 1 0,-1-1 0,0 1 1,1 0-1,-1 0 0,0-1 0,1 1 1,-1 0-1,0 0 0,1 0 0,-1 0 0,0 0 1,1 0-1,-1 0 0,0 0 0,0 0 1,1 0-1,-1 0 0,0 0 0,1 0 0,-1 1 1,0-1-1,1 0 0,-1 0 0,1 1 1,-1-1-1,0 0 0,1 1 0,-1 0 0,-1 1 2,2 0 0,-1-1-1,0 1 1,0 0 0,0 0-1,1 0 1,-1 0 0,1 0-1,0 0 1,0 1 0,0 3-1,0 3 8,0-1 0,1 1 0,0 0-1,1-1 1,3 12 0,-3-14 5,1 0 0,1-1 0,-1 1 0,1 0 0,0-1 0,0 0 1,0 0-1,1 0 0,0-1 0,0 1 0,6 3 0,-8-6-8,-1-1 0,0 0 0,0 0 0,0 0 0,1 0 0,-1 0 1,0 0-1,1-1 0,-1 1 0,1-1 0,-1 1 0,1-1 0,-1 0 0,1 0 0,-1 0 0,1-1 0,-1 1 0,1 0 0,-1-1 0,1 0 0,-1 0 0,0 1 0,1-1 0,-1-1 0,0 1 0,0 0 0,0 0 0,0-1 0,0 1 0,0-1 0,0 0 0,3-3 0,2-3-16,-1-1 1,0 0 0,0 0-1,-1-1 1,0 1-1,0-1 1,-1 0-1,0-1 1,-1 1-1,-1-1 1,1 1 0,0-17-1,-2 42 42,1 0-1,0 0 0,0 0 1,2-1-1,0 1 1,0-1-1,2 0 1,0 0-1,0 0 0,1-1 1,17 23-1,-16-25-999,0 0 0,1-1 0,1-1 0,16 14 0,-8-11-3383</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35.881"/>
    </inkml:context>
    <inkml:brush xml:id="br0">
      <inkml:brushProperty name="width" value="0.035" units="cm"/>
      <inkml:brushProperty name="height" value="0.035" units="cm"/>
    </inkml:brush>
  </inkml:definitions>
  <inkml:trace contextRef="#ctx0" brushRef="#br0">17 93 7399,'0'0'310,"3"-10"944,-2 7-1078,9-38 1598,-9 38-1542,0 0 1,0 0 0,0 0 0,0 0-1,0 1 1,1-1 0,-1 0 0,1 1 0,0-1-1,0 1 1,0 0 0,4-5 0,-5 8-214,-1-1 0,1 1 0,-1-1 0,1 1 0,-1 0 0,1-1 0,-1 1 1,0-1-1,1 1 0,-1 0 0,0-1 0,0 1 0,1 0 0,-1 0 0,0-1 1,0 1-1,0 0 0,0-1 0,0 1 0,0 0 0,0 0 0,0-1 0,0 1 1,0 0-1,0 0 0,-1-1 0,1 2 0,-3 26-21,-22 41 51,20-58-38,0 0-1,1 0 1,0 0-1,0 1 1,2-1 0,-1 1-1,0 18 1,3-30-10,1 1 1,-1 0-1,0 0 1,1 0-1,-1 0 1,1-1-1,0 1 1,-1 0-1,1 0 0,0-1 1,-1 1-1,1-1 1,0 1-1,0 0 1,-1-1-1,1 1 1,0-1-1,0 0 1,0 1-1,0-1 1,0 0-1,0 1 1,0-1-1,-1 0 0,1 0 1,0 0-1,0 0 1,0 0-1,0 0 1,0 0-1,0 0 1,0 0-1,2-1 1,36-5 12,102-37 62,-67 18-280,-72 24 174,4 0-433,-1-1 1,1 0-1,-1 0 0,0 0 0,0-1 1,0 0-1,8-6 0,4-9-4165</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36.127"/>
    </inkml:context>
    <inkml:brush xml:id="br0">
      <inkml:brushProperty name="width" value="0.035" units="cm"/>
      <inkml:brushProperty name="height" value="0.035" units="cm"/>
    </inkml:brush>
  </inkml:definitions>
  <inkml:trace contextRef="#ctx0" brushRef="#br0">296 0 11082,'0'0'801,"18"66"-673,-18-4 129,-1 13-1,-13 13-96,-12 10-96,-12 5-32,-9 1 96,-10-4 0,-8-10-256,-1-20-5221</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36.660"/>
    </inkml:context>
    <inkml:brush xml:id="br0">
      <inkml:brushProperty name="width" value="0.035" units="cm"/>
      <inkml:brushProperty name="height" value="0.035" units="cm"/>
    </inkml:brush>
  </inkml:definitions>
  <inkml:trace contextRef="#ctx0" brushRef="#br0">86 0 8680,'0'0'609,"-5"11"-593,-11 27 272,2-1 0,2 2 0,-14 70 0,21-77 326,1 0 0,1-1 0,2 1 0,1 0 0,8 56 0,-5-73-538,1 0-1,1 0 0,0-1 0,1 0 0,1 0 1,0-1-1,0 1 0,2-2 0,0 1 1,0-1-1,1 0 0,0-1 0,1 0 1,13 9-1,-7-6-94,1-1 0,1-1 0,0 0 0,1-1 0,0-2 0,1 0 1,0-1-1,0-1 0,23 5 0,81 3-2442</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38.981"/>
    </inkml:context>
    <inkml:brush xml:id="br0">
      <inkml:brushProperty name="width" value="0.035" units="cm"/>
      <inkml:brushProperty name="height" value="0.035" units="cm"/>
    </inkml:brush>
  </inkml:definitions>
  <inkml:trace contextRef="#ctx0" brushRef="#br0">32 24 929,'0'0'1922,"-4"0"-1666,-1-1-192,0-2 0,1 1-32,1 0-32,1 0 32,0 0-32,0 1-96,1 0-256,-1-1-97,2 1 1,0 0-161,-1-1 65,1-1-161</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39.261"/>
    </inkml:context>
    <inkml:brush xml:id="br0">
      <inkml:brushProperty name="width" value="0.035" units="cm"/>
      <inkml:brushProperty name="height" value="0.035" units="cm"/>
    </inkml:brush>
  </inkml:definitions>
  <inkml:trace contextRef="#ctx0" brushRef="#br0">129 86 384,'0'0'1442,"-52"20"-962,31-20-256,1 0 1,2 0 63,5-5-128,9-7-64,4-2-288,1 0-385,19-1 161,8 1 416,3 1 32,-2-6-32</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39.729"/>
    </inkml:context>
    <inkml:brush xml:id="br0">
      <inkml:brushProperty name="width" value="0.035" units="cm"/>
      <inkml:brushProperty name="height" value="0.035" units="cm"/>
    </inkml:brush>
  </inkml:definitions>
  <inkml:trace contextRef="#ctx0" brushRef="#br0">39 31 5541,'0'0'2499,"7"-5"-3941,23-18 1319,-30 23 122,1 0-1,-1-1 0,1 1 1,-1 0-1,1 0 0,-1-1 0,1 1 1,-1 0-1,1 0 0,0 0 1,-1 0-1,1 0 0,-1 0 0,1 0 1,-1 0-1,1 0 0,0 0 0,-1 0 1,1 0-1,-1 0 0,1 0 1,-1 0-1,1 1 0,0-1 0,-1 0 1,1 0-1,-1 1 0,1-1 1,-1 0-1,0 1 0,1-1 0,-1 1 1,1-1-1,-1 0 0,0 1 0,1-1 1,-1 1-1,0-1 0,1 1 1,-1-1-1,0 1 0,0-1 0,1 1 1,-1 0-1,0-1 0,0 1 0,0-1 1,0 1-1,0-1 0,0 1 1,0 0-1,0-1 0,0 1 0,0-1 1,0 1-1,-1 0 0,-1 33-22,-1-29 107,1-1-1,-2 0 1,1 0 0,0 0 0,-1 0 0,1-1 0,-1 0 0,0 1 0,0-1-1,-1-1 1,1 1 0,-1-1 0,1 1 0,-1-1 0,0-1 0,1 1 0,-1-1-1,0 1 1,0-1 0,-7 0 0,14-10 259,47-20-1148,-13 6-2659</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0.040"/>
    </inkml:context>
    <inkml:brush xml:id="br0">
      <inkml:brushProperty name="width" value="0.035" units="cm"/>
      <inkml:brushProperty name="height" value="0.035" units="cm"/>
    </inkml:brush>
  </inkml:definitions>
  <inkml:trace contextRef="#ctx0" brushRef="#br0">28 62 8904,'0'0'-202,"5"-9"367,20-26 187,-24 33-327,0 1-1,0 0 1,0-1-1,0 1 1,0 0-1,1 0 1,-1 0-1,0 0 1,0 0-1,1 0 1,-1 0-1,1 1 1,-1-1-1,1 0 1,-1 1-1,1-1 0,-1 1 1,3-1-1,-3 1-19,0 1-1,0-1 1,0 0-1,0 0 1,0 1-1,0-1 1,0 0-1,-1 1 1,1-1-1,0 1 1,0-1-1,0 1 1,0 0 0,-1-1-1,1 1 1,0 0-1,-1-1 1,1 1-1,-1 0 1,1 0-1,0 1 1,1 1-6,-1 0 0,0 0 1,0 0-1,0-1 1,0 2-1,0-1 1,-1 0-1,1 0 1,-1 0-1,0 0 0,0 0 1,0 0-1,0 0 1,-1 1-1,0 3 1,-2-2 9,0-1 1,0 1 0,-1-1 0,0 1 0,1-1 0,-1 0 0,-1 0 0,1-1-1,-1 1 1,1-1 0,-1 0 0,0 0 0,0-1 0,0 1 0,-1-1 0,1 0-1,0-1 1,-1 1 0,-11 0 0,17-2-38,0 0 1,0 1-1,-1-1 0,1 0 0,0 0 1,-1 0-1,1 0 0,0 0 0,0 0 1,-1 0-1,1 0 0,0 0 0,0-1 1,-1 1-1,1 0 0,0 0 1,0 0-1,-1 0 0,1 0 0,0 0 1,0 0-1,-1-1 0,1 1 0,0 0 1,0 0-1,0 0 0,-1-1 0,1 1 1,0 0-1,0 0 0,0 0 0,0-1 1,-1 1-1,1 0 0,0 0 0,0-1 1,0 1-1,0 0 0,0 0 0,0-1 1,0 1-1,0 0 0,0-1 1,0 1-1,0 0 0,0 0 0,0-1 1,0 1-1,0 0 0,0 0 0,0-1 1,0 1-1,0 0 0,1 0 0,-1-1 1,1-16-3203</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0.412"/>
    </inkml:context>
    <inkml:brush xml:id="br0">
      <inkml:brushProperty name="width" value="0.035" units="cm"/>
      <inkml:brushProperty name="height" value="0.035" units="cm"/>
    </inkml:brush>
  </inkml:definitions>
  <inkml:trace contextRef="#ctx0" brushRef="#br0">1 82 12620,'6'-10'-112,"-4"7"90,27-41 39,-28 42-12,0 0 0,1 0 0,-1 1 0,1-1-1,-1 0 1,1 1 0,0 0 0,-1-1 0,1 1 0,0 0 0,0 0 0,0 0 0,0 0-1,0 0 1,0 0 0,1 1 0,-1-1 0,0 1 0,0-1 0,0 1 0,1 0 0,-1 0-1,0 0 1,3 0 0,-4 1-9,1 0 1,-1 0-1,0 0 0,0 0 0,0 0 0,0 0 0,0 0 0,0 0 1,0 0-1,0 1 0,-1-1 0,1 0 0,0 1 0,-1-1 0,1 0 1,-1 1-1,1-1 0,-1 1 0,0-1 0,1 1 0,-1-1 1,0 1-1,0-1 0,0 1 0,0-1 0,-1 0 0,1 1 0,0-1 1,0 1-1,-1-1 0,0 3 0,0 1 3,-1 1-1,1 0 1,-1-1-1,0 1 1,-1-1-1,-5 10 1,4-9-171,-1 1 1,0-1 0,0 0-1,-1 0 1,0-1 0,0 1-1,0-1 1,0-1 0,-13 8-1,34-33-709,48-26-1986,-39 32 1293,14-11-2633</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0.770"/>
    </inkml:context>
    <inkml:brush xml:id="br0">
      <inkml:brushProperty name="width" value="0.035" units="cm"/>
      <inkml:brushProperty name="height" value="0.035" units="cm"/>
    </inkml:brush>
  </inkml:definitions>
  <inkml:trace contextRef="#ctx0" brushRef="#br0">1 120 9449,'4'-8'3625,"0"1"-3368,0 0 0,1 0 1,0 0-1,0 1 0,1-1 0,0 1 1,0 1-1,12-10 0,-16 14-228,0-1 0,0 1 1,1-1-1,-1 1 0,0 0 0,1 0 0,-1 0 0,0 0 0,1 0 0,-1 1 0,1-1 1,0 1-1,-1 0 0,1 0 0,-1-1 0,1 2 0,-1-1 0,1 0 0,0 0 1,-1 1-1,1 0 0,-1-1 0,1 1 0,-1 0 0,0 0 0,1 0 0,-1 0 0,0 1 1,0-1-1,0 1 0,0-1 0,0 1 0,0 0 0,0 0 0,0 0 0,-1 0 0,3 3 1,-2-1-40,1 1 1,-1 1 0,1-1-1,-1 0 1,-1 1 0,1-1-1,-1 1 1,1 9 0,-1-14 4,-1 1 0,1-1 0,-1 1 0,0-1 0,0 0 0,0 1 0,0-1 0,0 1 0,0-1 0,0 1 0,0-1 0,0 1 0,-1-1 0,1 0 0,-1 1 0,1-1 0,-1 0 0,1 1 0,-1-1 0,0 0 1,0 1-1,0-1 0,0 0 0,1 0 0,-1 0 0,-1 0 0,1 0 0,0 0 0,0 0 0,0-1 0,0 1 0,-1 0 0,1 0 0,0-1 0,-1 1 0,1-1 0,-3 1 0,3-1-14,1-1-1,-1 1 0,1-1 1,-1 1-1,1-1 0,-1 1 1,1-1-1,-1 1 0,1-1 1,0 0-1,-1 1 0,1-1 1,0 0-1,-1 1 0,1-1 1,0 0-1,0 1 0,0-1 1,0 0-1,-1 0 0,1 1 1,0-1-1,0 0 0,0 1 1,1-1-1,-1 0 0,0 0 1,0 1-1,0-1 0,1-1 1,4-27-941,21-36-3903,-9 19-540</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1.457"/>
    </inkml:context>
    <inkml:brush xml:id="br0">
      <inkml:brushProperty name="width" value="0.035" units="cm"/>
      <inkml:brushProperty name="height" value="0.035" units="cm"/>
    </inkml:brush>
  </inkml:definitions>
  <inkml:trace contextRef="#ctx0" brushRef="#br0">1 68 10570,'0'0'4260,"18"-11"-6406,-5 11 577,7-21-1346,6-14-4644</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1.609"/>
    </inkml:context>
    <inkml:brush xml:id="br0">
      <inkml:brushProperty name="width" value="0.035" units="cm"/>
      <inkml:brushProperty name="height" value="0.035" units="cm"/>
    </inkml:brush>
  </inkml:definitions>
  <inkml:trace contextRef="#ctx0" brushRef="#br0">0 0 13453,'0'0'1377</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2.343"/>
    </inkml:context>
    <inkml:brush xml:id="br0">
      <inkml:brushProperty name="width" value="0.035" units="cm"/>
      <inkml:brushProperty name="height" value="0.035" units="cm"/>
    </inkml:brush>
  </inkml:definitions>
  <inkml:trace contextRef="#ctx0" brushRef="#br0">118 47 18321,'0'0'-993,"-56"-39"1250,31 31-65,7 8-192,6 18 0,7 6 32,4 3-833,1-2-1537,4-2-1153,10-10-801</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2.500"/>
    </inkml:context>
    <inkml:brush xml:id="br0">
      <inkml:brushProperty name="width" value="0.035" units="cm"/>
      <inkml:brushProperty name="height" value="0.035" units="cm"/>
    </inkml:brush>
  </inkml:definitions>
  <inkml:trace contextRef="#ctx0" brushRef="#br0">1 0 14862,'0'0'96</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2.671"/>
    </inkml:context>
    <inkml:brush xml:id="br0">
      <inkml:brushProperty name="width" value="0.035" units="cm"/>
      <inkml:brushProperty name="height" value="0.035" units="cm"/>
    </inkml:brush>
  </inkml:definitions>
  <inkml:trace contextRef="#ctx0" brushRef="#br0">0 0 13997,'0'0'993,"19"19"-7463</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5.990"/>
    </inkml:context>
    <inkml:brush xml:id="br0">
      <inkml:brushProperty name="width" value="0.035" units="cm"/>
      <inkml:brushProperty name="height" value="0.035" units="cm"/>
    </inkml:brush>
  </inkml:definitions>
  <inkml:trace contextRef="#ctx0" brushRef="#br0">29 43 16015,'0'0'256,"-29"-42"-224,40 42-480,16 12-801,0-1-2627,-1-9-2722</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6.205"/>
    </inkml:context>
    <inkml:brush xml:id="br0">
      <inkml:brushProperty name="width" value="0.035" units="cm"/>
      <inkml:brushProperty name="height" value="0.035" units="cm"/>
    </inkml:brush>
  </inkml:definitions>
  <inkml:trace contextRef="#ctx0" brushRef="#br0">24 75 12684,'0'0'2242,"-17"-47"-1986,11 28 257,6 11-97,10 8-320,8 0-32,2 11-320,-4 1-1730,-3-4-1729,-8-8-1218</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6.439"/>
    </inkml:context>
    <inkml:brush xml:id="br0">
      <inkml:brushProperty name="width" value="0.035" units="cm"/>
      <inkml:brushProperty name="height" value="0.035" units="cm"/>
    </inkml:brush>
  </inkml:definitions>
  <inkml:trace contextRef="#ctx0" brushRef="#br0">52 62 14830,'0'0'-544,"-42"-45"576,32 31-32,10 12 64,11 2-321,12 10 257,-1 6 0,0 5-1217,-4-3-1505,-3-6-802</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6.608"/>
    </inkml:context>
    <inkml:brush xml:id="br0">
      <inkml:brushProperty name="width" value="0.035" units="cm"/>
      <inkml:brushProperty name="height" value="0.035" units="cm"/>
    </inkml:brush>
  </inkml:definitions>
  <inkml:trace contextRef="#ctx0" brushRef="#br0">75 1 6182,'0'0'352,"-46"4"-1729,30 2-32,3-2-2339</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46.830"/>
    </inkml:context>
    <inkml:brush xml:id="br0">
      <inkml:brushProperty name="width" value="0.035" units="cm"/>
      <inkml:brushProperty name="height" value="0.035" units="cm"/>
    </inkml:brush>
  </inkml:definitions>
  <inkml:trace contextRef="#ctx0" brushRef="#br0">41 70 13293,'0'0'3939,"-40"-54"-3811,40 39-128,28 15-192,19 0-2851,7 2-5733</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51.855"/>
    </inkml:context>
    <inkml:brush xml:id="br0">
      <inkml:brushProperty name="width" value="0.035" units="cm"/>
      <inkml:brushProperty name="height" value="0.035" units="cm"/>
    </inkml:brush>
  </inkml:definitions>
  <inkml:trace contextRef="#ctx0" brushRef="#br0">0 9 448,'0'0'4741,"3"-9"-4714,-3 48-2398,0-29 455</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52.414"/>
    </inkml:context>
    <inkml:brush xml:id="br0">
      <inkml:brushProperty name="width" value="0.035" units="cm"/>
      <inkml:brushProperty name="height" value="0.035" units="cm"/>
    </inkml:brush>
  </inkml:definitions>
  <inkml:trace contextRef="#ctx0" brushRef="#br0">21 167 1345,'0'0'6017,"-4"-5"-5622,2 2-328,0 0 1,0 0-1,0 0 0,1 0 1,-1 0-1,1-1 1,0 1-1,0-1 1,0 1-1,0-1 0,1 1 1,-1-6-1,1 8-54,0-1 0,0 0 0,1 1-1,-1-1 1,0 0 0,1 1-1,-1-1 1,1 1 0,0-1 0,-1 0-1,1 1 1,0 0 0,0-1-1,0 1 1,0-1 0,0 1 0,0 0-1,0 0 1,0 0 0,1 0-1,-1 0 1,0 0 0,1 0 0,-1 0-1,1 0 1,-1 0 0,1 1-1,-1-1 1,1 1 0,0-1 0,-1 1-1,1 0 1,0-1 0,-1 1 0,4 0-1,-5 0-7,1 0 0,0 0 0,0-1 1,0 1-1,0 0 0,0 0 0,0 0 0,0 0 0,0 0 0,0 0 0,0 1 0,-1-1 0,1 0 0,0 0 0,0 1 0,0-1 1,0 0-1,0 1 0,-1-1 0,1 1 0,0-1 0,0 1 0,-1-1 0,1 1 0,0 0 0,-1-1 0,1 1 0,0 0 0,0 1 0,-1-1 2,0 1 0,1-1 0,-1 1 0,0-1 0,0 1 0,0-1 0,0 1 0,-1-1 0,1 1 0,0-1 0,0 0 0,-1 1 0,1-1 0,-1 0 0,0 1 0,-1 2 0,2-3 4,-1 1 1,0 0 0,0-1 0,0 1-1,0-1 1,0 1 0,0-1 0,-1 1-1,1-1 1,0 0 0,-1 1-1,1-1 1,-1 0 0,1 0 0,-1 0-1,0 0 1,1 0 0,-1-1 0,0 1-1,0 0 1,1-1 0,-1 0 0,0 1-1,0-1 1,0 0 0,0 0 0,0 0-1,0 0 1,1 0 0,-1 0-1,-3-1 1,4-1 2,0 1 0,0-1 0,0 0-1,0 1 1,1-1 0,-1 0 0,0 0-1,1 0 1,0 0 0,-1 1 0,1-1-1,0 0 1,0 0 0,0 0 0,1-3-1,2-31 39,-1 31-73,1 0-1,-1 0 0,1 1 0,0-1 0,0 1 0,6-7 0,1-1-823,2-6-1728</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5:59.963"/>
    </inkml:context>
    <inkml:brush xml:id="br0">
      <inkml:brushProperty name="width" value="0.035" units="cm"/>
      <inkml:brushProperty name="height" value="0.035" units="cm"/>
    </inkml:brush>
  </inkml:definitions>
  <inkml:trace contextRef="#ctx0" brushRef="#br0">0 0 1890,'0'0'96</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00.179"/>
    </inkml:context>
    <inkml:brush xml:id="br0">
      <inkml:brushProperty name="width" value="0.035" units="cm"/>
      <inkml:brushProperty name="height" value="0.035" units="cm"/>
    </inkml:brush>
  </inkml:definitions>
  <inkml:trace contextRef="#ctx0" brushRef="#br0">1 1 5445,'0'0'993,"25"6"-4805</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00.338"/>
    </inkml:context>
    <inkml:brush xml:id="br0">
      <inkml:brushProperty name="width" value="0.035" units="cm"/>
      <inkml:brushProperty name="height" value="0.035" units="cm"/>
    </inkml:brush>
  </inkml:definitions>
  <inkml:trace contextRef="#ctx0" brushRef="#br0">1 1 11371,'15'19'-160,"-11"-20"96,8-5-1410,3 0-1921</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17.098"/>
    </inkml:context>
    <inkml:brush xml:id="br0">
      <inkml:brushProperty name="width" value="0.035" units="cm"/>
      <inkml:brushProperty name="height" value="0.035" units="cm"/>
    </inkml:brush>
  </inkml:definitions>
  <inkml:trace contextRef="#ctx0" brushRef="#br0">1 278 7719,'0'0'267,"4"9"-117,147 288-101,-80-167 1,75 193 0,-142-311 56,0-4 143,-1 1-1,1-1 0,-2 1 0,0-1 1,0 1-1,0 0 0,-1 0 1,0 0-1,-2 16 0,1-25-187,0 1 0,0-1-1,0 0 1,0 0 0,0 0-1,0 1 1,0-1 0,0 0-1,0 0 1,0 0 0,0 1-1,0-1 1,0 0-1,-1 0 1,1 0 0,0 1-1,0-1 1,0 0 0,0 0-1,-1 0 1,1 0 0,0 0-1,0 0 1,0 0 0,-1 1-1,1-1 1,0 0 0,0 0-1,0 0 1,-1 0 0,1 0-1,0 0 1,0 0 0,0 0-1,-1 0 1,1 0 0,0 0-1,0 0 1,0 0 0,-1 0-1,1 0 1,0 0 0,-1 0-1,-10-8 858,-8-13-560,-12-24-268,2-1 0,-33-73-1,-32-106-120,-13-28 813,93 231-207,5 7-204,19 22-313,53 47-39,1-4 0,3-2 0,2-3 0,77 36 1,-130-72-23,84 39-13,-92-45 15,0-1 0,0 1 1,-1-1-1,1-1 0,1 1 1,-1-1-1,0-1 0,0 1 0,0-2 1,16-1-1,-22 1 2,0 1 0,0-1 0,0 0 0,0-1 0,0 1 0,0 0-1,0-1 1,-1 1 0,1-1 0,0 1 0,-1-1 0,1 0 0,-1 1 0,0-1 0,1 0 0,-1 0 0,0 0 0,0 0 0,0 0-1,0 0 1,-1-1 0,1 1 0,-1 0 0,1 0 0,-1-5 0,2-5 9,-2 0 0,1 0 0,-3-19 0,-1 10-4,-1 1 0,-1-1 0,0 1 0,-2-1 0,0 2-1,-12-23 1,-67-110 20,79 141-24,-25-40 10,-52-64 0,66 94 176,-1 0 0,-1 1 1,-1 1-1,0 1 0,-29-18 1,47 34-205,0 0 0,0 1 1,0-1-1,0 1 0,0 0 1,-1 0-1,1 0 1,0 0-1,0 0 0,-1 1 1,-4-1-1,7 1-33,1 0 1,-1 0-1,1 1 0,0-1 1,-1 0-1,1 0 0,0 0 1,-1 0-1,1 0 0,0 0 1,-1 1-1,1-1 0,0 0 1,-1 0-1,1 0 0,0 1 1,-1-1-1,1 0 0,0 0 0,0 1 1,-1-1-1,1 0 0,0 1 1,0-1-1,0 0 0,-1 1 1,1-1-1,0 0 0,0 1 1,0-1-1,0 1 0,0-1 1,0 0-1,0 1 0,11 23-3425,6-6-540,2-4-929</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17.473"/>
    </inkml:context>
    <inkml:brush xml:id="br0">
      <inkml:brushProperty name="width" value="0.035" units="cm"/>
      <inkml:brushProperty name="height" value="0.035" units="cm"/>
    </inkml:brush>
  </inkml:definitions>
  <inkml:trace contextRef="#ctx0" brushRef="#br0">103 124 13100,'0'0'353,"-5"8"-49,0 4-249,0 0 1,0 1-1,1 0 0,1-1 0,0 1 1,1 1-1,0-1 0,1 0 0,0 0 1,2 1-1,-1-1 0,1 0 0,1 0 1,6 24-1,-5-28-10,0 0 1,0 0 0,1-1-1,0 1 1,0-1-1,1 0 1,0 0 0,0-1-1,1 1 1,8 7-1,-10-11-31,2 1 0,-1-1 0,0-1 0,1 1 0,-1-1 0,1 0 0,0 0 0,0-1 0,1 1 0,-1-1 0,0-1 0,1 1 0,-1-1 0,1 0 0,10 0-1,-12-1-10,-1 0 0,0-1 0,0 1 0,0-1-1,0 0 1,0 0 0,0 0 0,0 0-1,0-1 1,0 0 0,0 0 0,-1 0-1,1 0 1,-1 0 0,0-1 0,1 1-1,3-5 1,-2 1 10,0 0-1,-1 0 0,0-1 1,0 0-1,0 0 1,0 0-1,-1 0 1,4-13-1,-2-1 19,-1 0 0,0-1 0,-2 0 0,0 1 0,-3-42-1,0 51-22,0 0-1,-1 0 0,-1 1 0,0-1 1,0 0-1,-1 1 0,-1 0 0,0 0 1,0 0-1,-1 0 0,-1 1 0,0 0 0,-8-9 1,11 14 0,-1 1 0,0-1 0,0 1 0,0 0 0,0 0 0,-1 1 0,0-1 0,1 1 0,-1 1 0,0-1 0,-1 1 0,1 0 0,0 0 0,-1 1 0,1 0 0,-1 0 0,1 0 0,-1 1 0,1 0 0,-1 0 0,0 1 0,1 0 0,-1 0 0,1 0 0,-8 4 0,6-2-51,0 0-1,0 1 1,0 0-1,1 1 0,-1 0 1,1 0-1,1 0 1,-1 1-1,1 0 1,-7 8-1,-28 43-4319,29-34 477</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17.849"/>
    </inkml:context>
    <inkml:brush xml:id="br0">
      <inkml:brushProperty name="width" value="0.035" units="cm"/>
      <inkml:brushProperty name="height" value="0.035" units="cm"/>
    </inkml:brush>
  </inkml:definitions>
  <inkml:trace contextRef="#ctx0" brushRef="#br0">256 16 9577,'-9'-3'395,"4"1"-257,1 0 0,-1 0-1,1 1 1,-1-1 0,0 1 0,1 0-1,-1 0 1,0 1 0,0 0 0,1 0 0,-1 0-1,0 0 1,0 1 0,0-1 0,1 1-1,-1 1 1,0-1 0,1 0 0,-1 1-1,1 0 1,-1 0 0,1 1 0,0-1-1,0 1 1,0 0 0,0 0 0,1 0 0,-1 0-1,1 1 1,-4 5 0,-7 11 104,2 0 0,0 1 1,2 0-1,0 1 0,1 0 0,2 0 0,-6 27 1,6-16 24,1-1-1,2 2 1,1-1 0,3 51 0,2-69-255,0 0 1,1-1-1,0 0 0,2 1 0,-1-1 0,2-1 0,0 1 1,0-1-1,1 0 0,1 0 0,0-1 0,1 0 0,0-1 1,1 0-1,0 0 0,1-1 0,0 0 0,0-1 0,1 0 1,19 10-1,-21-13-63,0 0 1,0-1 0,1-1-1,-1 0 1,1 0-1,0-1 1,1 0 0,-1-1-1,0-1 1,1 1-1,-1-2 1,1 0 0,-1 0-1,1-1 1,-1 0-1,0-1 1,1 0 0,-1-1-1,0-1 1,0 1 0,-1-2-1,1 1 1,-1-1-1,0-1 1,0 0 0,14-12-1,-13 9-784,-1-1-1,0 0 1,10-15-1,23-42-4993</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18.237"/>
    </inkml:context>
    <inkml:brush xml:id="br0">
      <inkml:brushProperty name="width" value="0.035" units="cm"/>
      <inkml:brushProperty name="height" value="0.035" units="cm"/>
    </inkml:brush>
  </inkml:definitions>
  <inkml:trace contextRef="#ctx0" brushRef="#br0">100 17 14798,'-9'5'-59,"4"-2"76,-1 0 0,1 1 0,-1-1-1,1 1 1,0 1 0,1-1 0,-1 1 0,1 0-1,0 0 1,0 0 0,0 0 0,1 1-1,-1-1 1,1 1 0,1 0 0,-1 0 0,1 0-1,0 0 1,1 1 0,-2 7 0,1 7 29,0 0 0,2 0 1,1 1-1,0-1 1,1 0-1,8 30 1,-7-41-42,-1 0 1,2 0 0,0 0-1,0 0 1,1 0 0,0-1 0,0 0-1,1 0 1,0-1 0,1 0 0,0 0-1,0 0 1,1-1 0,16 13 0,-22-18-6,0-1 0,0 0 1,0 0-1,-1 0 0,2 0 1,-1 0-1,0 0 0,0-1 1,0 1-1,0-1 0,0 1 1,0-1-1,1 0 1,-1 0-1,0 0 0,0 0 1,0 0-1,1-1 0,-1 1 1,0-1-1,0 1 0,0-1 1,2-1-1,0 0 2,0 0-1,-1-1 1,1 0 0,-1 0-1,1 0 1,-1 0 0,0 0-1,-1-1 1,1 1 0,4-8-1,1-6 5,0 0-1,-1 0 0,0 0 1,5-25-1,-8 25 4,-1-1-1,0 1 1,-1-1 0,-1 0-1,0 0 1,-2 1 0,0-1-1,-1 0 1,-5-22 0,5 34-6,1 0 1,-1 0 0,0 0 0,-1 0-1,0 0 1,0 0 0,0 1-1,0 0 1,-1 0 0,0 0-1,0 0 1,0 0 0,-1 1-1,0-1 1,0 1 0,0 1 0,0-1-1,0 1 1,-1-1 0,0 2-1,1-1 1,-1 1 0,0 0-1,0 0 1,0 0 0,-1 1-1,1 0 1,0 0 0,-8 0 0,8 1 45,-1 0 0,1 0 0,-1 1 0,1 0 0,-1 0 0,1 1 0,0-1 0,0 1 0,-11 5 0,14-5-153,0 0 0,0-1 0,0 1 0,1 0 0,-1 1 0,1-1 0,-1 0 0,1 1 0,-2 2 1,2-3-343,1 1 0,0-1 1,0 1-1,0-1 0,0 1 1,0 0-1,0-1 1,0 1-1,1 0 0,-1-1 1,1 1-1,0 3 1</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18.521"/>
    </inkml:context>
    <inkml:brush xml:id="br0">
      <inkml:brushProperty name="width" value="0.035" units="cm"/>
      <inkml:brushProperty name="height" value="0.035" units="cm"/>
    </inkml:brush>
  </inkml:definitions>
  <inkml:trace contextRef="#ctx0" brushRef="#br0">1 282 12876,'7'6'198,"53"54"-1,-35-33 5,0-2 0,2 0 0,1-2-1,43 28 1,-69-49-193,0-1 1,0 0-1,0 0 0,0 0 1,0 0-1,1 0 0,-1 0 1,0-1-1,0 1 0,1-1 0,-1 0 1,0 1-1,1-1 0,-1 0 1,1 0-1,-1-1 0,0 1 1,1 0-1,3-2 0,-4 1 45,0-1-1,0 1 1,0-1-1,0 1 1,-1-1-1,1 0 1,-1 1-1,1-1 1,-1 0 0,0 0-1,1 0 1,-1 0-1,0 0 1,0 0-1,-1 0 1,2-5-1,1-9 232,0 0 0,-1-1 0,-1 1 0,-1-28 0,0 27-414,-2-17 230,-2-1 0,-1 1 0,-15-53 1,-7-42-4180,26 114 848,1 4 27</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19.284"/>
    </inkml:context>
    <inkml:brush xml:id="br0">
      <inkml:brushProperty name="width" value="0.035" units="cm"/>
      <inkml:brushProperty name="height" value="0.035" units="cm"/>
    </inkml:brush>
  </inkml:definitions>
  <inkml:trace contextRef="#ctx0" brushRef="#br0">216 91 11307,'0'0'80,"-8"-1"630,2-1-489,0 0 0,0 1 0,0 0 0,0 0 1,-1 1-1,1 0 0,0 0 0,0 0 0,0 1 0,0-1 1,-1 2-1,1-1 0,0 1 0,0 0 0,1 0 0,-1 0 1,0 1-1,1 0 0,0 0 0,-6 5 0,3 0-190,0 0 0,1 1 0,0 0 0,1 0 0,0 1-1,1 0 1,0 0 0,0 0 0,1 1 0,0 0 0,1-1 0,0 1-1,1 1 1,0-1 0,1 0 0,0 0 0,1 1 0,0-1 0,0 0 0,2 0-1,-1 1 1,4 10 0,-3-18-35,-1-1 0,1 1 0,0-1 0,0 0 0,0 0 0,0 0 0,0 0-1,1 0 1,-1 0 0,1-1 0,0 1 0,0-1 0,0 0 0,0 0 0,6 3 0,-8-4 2,1 0 1,-1-1-1,1 1 1,-1-1-1,1 1 0,0-1 1,-1 1-1,1-1 1,0 0-1,-1 0 1,1 0-1,0 0 1,-1 0-1,1 0 1,0-1-1,-1 1 0,1 0 1,0-1-1,-1 1 1,1-1-1,-1 0 1,1 1-1,-1-1 1,1 0-1,-1 0 0,0 0 1,1 0-1,-1 0 1,0 0-1,0-1 1,0 1-1,0 0 1,0-1-1,0 1 1,0 0-1,1-4 0,4-8 2,-1-1 0,0 0 0,-1-1 0,-1 1 0,2-16 0,14-47 0,-16 77 0,1 11-1,1 10 8,-3-11-5,0 0 1,1 0-1,1 0 1,-1 0-1,2 0 1,9 16-1,-13-24-2,0 0 1,1 0-1,-1 0 0,0 0 0,1 0 1,0 0-1,-1-1 0,1 1 0,0-1 1,0 1-1,0-1 0,0 1 0,0-1 1,0 0-1,0 0 0,0 0 0,1 0 1,-1-1-1,0 1 0,1 0 0,-1-1 1,0 0-1,1 1 0,-1-1 0,0 0 1,1 0-1,-1-1 0,1 1 0,-1 0 1,0-1-1,1 1 0,-1-1 0,0 0 1,0 0-1,1 0 0,2-2 0,0 0-1,-1-1 0,-1 0 0,1 1 0,0-2 0,-1 1 0,0 0 0,0 0 0,0-1 0,0 0-1,-1 1 1,0-1 0,0 0 0,3-10 0,14-72-16,-18 83 17,8-119 27,-10 123-26,1-1 0,0 1 0,0 0 0,0-1 0,0 1 0,0-1 0,0 1 0,0-1 0,0 1-1,0-1 1,0 1 0,0-1 0,1 1 0,-1-1 0,0 1 0,0-1 0,0 1 0,1 0 0,-1-1 0,0 1 0,0-1 0,1 1 0,-1 0 0,0-1-1,1 1 1,-1 0 0,0-1 0,1 1 0,-1 0 0,1 0 0,-1-1 0,0 1 0,1 0 0,0-1 0,15 12 20,13 26 20,-28-35-34,37 61 26,-29-46-23,0-1 1,2 1-1,0-1 1,1-1-1,24 25 1,-35-39-11,0 0 0,0 0 0,0 0 0,0 0 0,0-1 1,0 1-1,0 0 0,0-1 0,0 1 0,0 0 0,0-1 0,1 0 1,-1 1-1,0-1 0,0 0 0,1 1 0,-1-1 0,0 0 1,0 0-1,1 0 0,-1 0 0,0 0 0,1 0 0,-1-1 0,1 1 1,0-1-1,0-1 1,-1 1-1,1 0 1,-1 0-1,0-1 1,1 1 0,-1-1-1,0 1 1,0-1-1,0 1 1,0-1 0,0 0-1,0 1 1,-1-1-1,1-2 1,4-11 3,-2 0 1,0 0-1,2-22 0,-4 23-2,4-35 4,-5 33-1,1 0-1,1 0 0,1 0 0,0 1 0,9-25 1,-12 40-5,0-1 0,0 1 0,1-1 0,-1 1 0,0-1 0,0 1 0,0-1 0,1 1 0,-1-1 0,0 1 0,1 0 0,-1-1 0,0 1 0,1 0 0,-1-1 0,0 1 0,1 0 0,-1-1 0,1 1 0,-1 0 0,1 0 0,-1-1 0,0 1 0,1 0 0,-1 0 0,1 0 0,-1 0 0,1 0 0,-1 0-1,1-1 1,-1 1 0,1 0 0,-1 0 0,1 1 0,-1-1 0,1 0 0,-1 0 0,1 0 0,-1 0 0,1 0 0,-1 0 0,1 1 0,-1-1 0,1 0 0,-1 0 0,0 1 0,1-1 0,-1 0 0,1 1 0,-1-1 0,0 0 0,1 1 0,-1-1 0,0 1 0,0-1 0,1 1 0,-1-1 0,0 0 0,1 1 0,15 28 6,50 144 46,-47-99-6371</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19.426"/>
    </inkml:context>
    <inkml:brush xml:id="br0">
      <inkml:brushProperty name="width" value="0.035" units="cm"/>
      <inkml:brushProperty name="height" value="0.035" units="cm"/>
    </inkml:brush>
  </inkml:definitions>
  <inkml:trace contextRef="#ctx0" brushRef="#br0">0 0 16400,'0'0'-673</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19.819"/>
    </inkml:context>
    <inkml:brush xml:id="br0">
      <inkml:brushProperty name="width" value="0.035" units="cm"/>
      <inkml:brushProperty name="height" value="0.035" units="cm"/>
    </inkml:brush>
  </inkml:definitions>
  <inkml:trace contextRef="#ctx0" brushRef="#br0">151 0 10730,'-7'8'502,"-11"11"-6,1 1 1,1 0-1,1 1 0,-16 32 0,23-39-379,2 0 0,0 0 0,0 1 0,1-1 0,1 1 0,0 1 0,2-1 0,-1 0 0,1 21 0,2-32-116,0-1 0,0 0 0,0 0-1,0 1 1,1-1 0,0 0 0,-1 0 0,1 1-1,1-1 1,-1 0 0,0 0 0,1 0-1,-1 0 1,1-1 0,0 1 0,0 0-1,0-1 1,0 1 0,1-1 0,-1 0-1,1 1 1,-1-1 0,1-1 0,0 1-1,-1 0 1,1-1 0,0 1 0,0-1 0,0 0-1,1 0 1,-1 0 0,0 0 0,0 0-1,1-1 1,-1 0 0,0 1 0,0-1-1,1-1 1,-1 1 0,0 0 0,1-1-1,-1 1 1,0-1 0,0 0 0,0 0-1,0-1 1,0 1 0,0-1 0,0 1 0,0-1-1,0 0 1,-1 0 0,1 0 0,-1 0-1,3-3 1,2-4 0,0 0 0,-1 0-1,-1-1 1,1 1 0,-2-1-1,1-1 1,-1 1 0,-1-1 0,0 1-1,2-14 1,-1 0 96,-1-1 0,-2 0-1,-1-36 1,-9 33 1804,6 27-1159,5 14-705,2-3-30,-1-1 0,2 0 1,-1 0-1,1-1 0,0 1 0,1-1 0,13 14 0,54 51-90,-53-55 18,-12-10-45,-3-3-467,1 0 0,-1 0 0,1 0 0,13 7 0,2-6-4825</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20.207"/>
    </inkml:context>
    <inkml:brush xml:id="br0">
      <inkml:brushProperty name="width" value="0.035" units="cm"/>
      <inkml:brushProperty name="height" value="0.035" units="cm"/>
    </inkml:brush>
  </inkml:definitions>
  <inkml:trace contextRef="#ctx0" brushRef="#br0">17 0 14798,'0'0'1473,"-5"9"-1446,3-6-26,1 0 1,-1 0-1,1 1 0,0-1 1,-1 0-1,2 1 0,-1-1 0,0 1 1,1-1-1,-1 1 0,1-1 1,0 5-1,2-2 5,-1 0 0,1 0-1,0 0 1,0 0 0,0 0 0,1 0 0,0 0 0,4 5-1,23 37 23,-18-31-14,0 1 0,-1 1-1,-1 0 1,14 38 0,-43-151 34,18 85-44,0 0 0,0-1 1,1 1-1,0 0 0,0 0 1,1 0-1,1-1 1,-1 1-1,2 0 0,4-13 1,-7 21-5,1-1 0,-1 1 0,1 0 0,0 0 0,-1-1 0,1 1 0,0 0 0,0 0 0,0 0 0,0 0 0,0 0 0,0 0 0,0 0 0,0 1 0,0-1 0,0 0 0,0 1 0,0-1 0,1 0 0,-1 1 0,0-1 0,1 1 0,-1 0 0,0-1 0,1 1 0,-1 0 0,0 0 0,1 0 0,-1 0 0,0 0 0,1 0 0,-1 0 0,1 1 0,-1-1 0,0 0 0,0 1 0,1-1 0,-1 1 0,0-1 0,0 1 0,1 0 0,-1 0 0,0-1 0,0 1 0,0 0 0,0 0 0,0 0 0,1 2 0,8 7 0,-1 0 0,-1 0 0,1 1 0,5 12 0,-6-12 0,34 42-1618,-39-50 1365,0 0 1,0-1-1,1 1 0,-1 0 0,1-1 0,-1 0 0,1 0 1,0 0-1,0 0 0,0-1 0,0 1 0,0-1 1,7 1-1,12-1-3591</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20.598"/>
    </inkml:context>
    <inkml:brush xml:id="br0">
      <inkml:brushProperty name="width" value="0.035" units="cm"/>
      <inkml:brushProperty name="height" value="0.035" units="cm"/>
    </inkml:brush>
  </inkml:definitions>
  <inkml:trace contextRef="#ctx0" brushRef="#br0">148 0 13036,'-8'0'273,"3"0"-216,0 1 1,0-1 0,0 1 0,1 0 0,-1 0 0,0 1 0,1-1 0,-1 1 0,1 0 0,-1 1-1,1-1 1,0 1 0,0-1 0,0 1 0,0 0 0,1 1 0,-1-1 0,1 1 0,0-1 0,0 1 0,0 0-1,0 0 1,1 1 0,-1-1 0,-2 9 0,-2 1 176,2 1-1,-1 0 1,2 0-1,0 0 1,1 1-1,0-1 1,2 1-1,-1 24 1,2-34-195,1 0 1,-1 0 0,1 0 0,1 0 0,-1 0 0,1 0 0,0-1 0,0 1 0,1 0 0,5 9 0,-5-11-41,0-1-1,-1 0 1,1 0 0,0 0 0,1-1 0,-1 1 0,0-1-1,1 0 1,-1 1 0,1-2 0,0 1 0,0 0 0,-1-1-1,1 0 1,0 1 0,0-2 0,8 2 0,-4-2 4,1 0 1,0 0-1,0-1 0,0 0 1,-1-1-1,1 1 0,0-2 1,-1 1-1,0-1 1,0-1-1,0 0 0,0 0 1,0 0-1,-1-1 1,1 0-1,-1 0 0,-1-1 1,1 0-1,-1 0 1,0-1-1,0 0 0,-1 0 1,6-9-1,-2 2 3,0 0 0,-1-1 0,0 1 1,-2-2-1,0 1 0,0-1 0,-1 0 0,-1 0 0,-1 0 0,0 0 0,0-30 1,-3 46-7,0-1 1,0 0 0,1 0 0,-1 1 0,0-1 0,-1 0 0,1 0 0,0 1 0,0-1 0,0 0 0,0 0 0,0 1 0,-1-1 0,1 0 0,0 1 0,-1-1 0,1 0 0,0 1 0,-1-1 0,1 0 0,-1 1 0,1-1 0,-1 1 0,1-1 0,-1 1 0,0-1 0,1 1-1,-1 0 1,0-1 0,1 1 0,-1 0 0,0-1 0,1 1 0,-1 0 0,0 0 0,1-1 0,-1 1 0,0 0 0,0 0 0,1 0 0,-1 0 0,-1 0 0,0 1 1,1-1 0,0 1 0,-1-1 1,1 1-1,0-1 0,0 1 0,-1 0 0,1-1 0,0 1 0,0 0 1,0 0-1,0 0 0,0 0 0,0 0 0,0 0 0,0 0 0,0 1 1,1-1-1,-1 0 0,0 0 0,1 1 0,-1 0 0,-1 5 21,0 0 0,0-1 0,1 1 0,0 0 0,1 0 0,-1 0 0,1 0 0,1 0 0,-1 0 0,1-1 0,0 1 0,1 0 0,0 0 0,0-1 0,0 1 0,1-1 0,0 0 0,0 1 0,0-1 0,1-1 0,0 1 0,0 0 0,1-1 0,-1 0 0,1 0 0,0 0 0,0-1 0,1 0 0,0 0 0,-1 0 0,8 3 0,-4-3-141,0 1-1,0-2 1,0 1 0,0-1-1,1-1 1,-1 0 0,1 0-1,0-1 1,16 1 0,-17-2-475,-1-1 0,1 0 1,-1 0-1,1-1 0,-1 0 1,0 0-1,0-1 1,0 0-1,0 0 0,0-1 1,12-8-1,28-26-6576</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21.160"/>
    </inkml:context>
    <inkml:brush xml:id="br0">
      <inkml:brushProperty name="width" value="0.035" units="cm"/>
      <inkml:brushProperty name="height" value="0.035" units="cm"/>
    </inkml:brush>
  </inkml:definitions>
  <inkml:trace contextRef="#ctx0" brushRef="#br0">42 127 10410,'0'0'422,"-6"-9"597,4 7-924,-26-44 1559,28 44-1611,-1 1 1,0 0-1,0-1 0,1 0 0,-1 1 0,1-1 1,-1 1-1,1-1 0,0 0 0,0 1 1,0-1-1,0 1 0,0-1 0,0 0 0,0 1 1,0-1-1,0 0 0,1 1 0,-1-1 1,1 1-1,-1-1 0,1 1 0,0-1 0,0 1 1,0-1-1,-1 1 0,1-1 0,0 1 1,1 0-1,-1 0 0,0 0 0,0 0 1,0 0-1,2-1 0,2-1-36,1 0 0,-1 1-1,0 0 1,1 0 0,0 0 0,-1 1 0,1 0-1,0 0 1,0 1 0,-1-1 0,1 1-1,0 0 1,0 1 0,0-1 0,-1 1 0,1 1-1,0-1 1,-1 1 0,1 0 0,-1 0 0,1 0-1,-1 1 1,0 0 0,0 0 0,0 0 0,-1 0-1,1 1 1,-1 0 0,0 0 0,0 0 0,0 1-1,0-1 1,-1 1 0,0 0 0,0 0 0,0 0-1,0 0 1,-1 1 0,0-1 0,0 1 0,0-1-1,-1 1 1,1 9 0,0 1-9,-1 1 1,-1-1-1,0 1 0,-1-1 1,-1 0-1,-7 31 0,-38 91-11,35-111 11,2 0 1,1 1-1,0 1 0,3-1 0,0 1 0,-2 37 1,8-61-168,0-1 1,0 1-1,1-1 1,-1 1-1,1-1 1,0 1-1,0-1 1,0 1-1,1-1 1,0 0-1,0 0 1,0 0-1,0 0 1,1 0-1,-1 0 1,1-1-1,0 1 1,0-1-1,0 0 1,1 1-1,-1-2 1,1 1-1,-1 0 1,1-1-1,0 1 1,0-1-1,0 0 1,1-1-1,-1 1 1,0-1-1,5 1 1,18 5-7221</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21.444"/>
    </inkml:context>
    <inkml:brush xml:id="br0">
      <inkml:brushProperty name="width" value="0.035" units="cm"/>
      <inkml:brushProperty name="height" value="0.035" units="cm"/>
    </inkml:brush>
  </inkml:definitions>
  <inkml:trace contextRef="#ctx0" brushRef="#br0">4 99 12107,'0'0'1992,"-1"-10"-1186,0 3-611,1 1 0,-1-1 1,1 0-1,1 0 0,-1 1 0,3-9 1,-3 13-157,0 1 0,1-1 0,-1 0 0,1 1 0,0-1 0,0 1 0,-1-1 0,1 0 0,0 1 0,0 0 0,0-1 0,1 1 0,-1 0 0,0-1 0,0 1 0,1 0 0,-1 0 0,1 0-1,-1 0 1,1 0 0,-1 1 0,1-1 0,0 0 0,-1 1 0,1-1 0,0 1 0,-1-1 0,1 1 0,0 0 0,0 0 0,0 0 0,-1 0 0,1 0 0,0 0 0,2 1 0,-2 0-38,0 0-1,-1 0 0,1 0 0,0 0 0,-1 0 0,1 0 0,-1 0 0,0 1 1,1-1-1,-1 1 0,0-1 0,0 1 0,0-1 0,0 1 0,0 0 0,0-1 1,0 1-1,-1 0 0,1 0 0,-1-1 0,1 1 0,-1 0 0,0 0 0,0 0 1,1 0-1,-1 0 0,0 0 0,-1 0 0,1-1 0,0 1 0,-1 2 0,1 3-20,-1-1 0,0 1 0,0-1 0,0 0 0,-1 1 0,0-1 0,0 0 0,-4 8 0,-15 7-681,21-21 526,-1 1 0,0 0 0,0-1-1,0 1 1,0-1 0,0 0 0,0 1 0,1-1 0,-1 0-1,0 1 1,0-1 0,0 0 0,0 0 0,0 0-1,0 0 1,0 0 0,0 0 0,0 0 0,0 0-1,0 0 1,0 0 0,0-1 0,0 1 0,0 0 0,0-1-1,0 1 1,0 0 0,-1-2 0,-12-15-4592</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31.209"/>
    </inkml:context>
    <inkml:brush xml:id="br0">
      <inkml:brushProperty name="width" value="0.035" units="cm"/>
      <inkml:brushProperty name="height" value="0.035" units="cm"/>
    </inkml:brush>
  </inkml:definitions>
  <inkml:trace contextRef="#ctx0" brushRef="#br0">203 0 801,'0'0'1094,"-8"6"-208,2-1-692,1-1-1,-1 1 0,1 1 0,0-1 1,0 1-1,0 0 0,1 0 0,0 0 1,0 0-1,1 1 0,-1 0 0,1 0 1,1 0-1,-4 12 0,-10 105 1300,4 1 0,7 140 0,4-234-1296,4 439 1830,-2 119-1155,-32-1 89,9-373-530,-19 231 342,37 0-498,22-303-160,0 17-1357,-18-131-2174,-7-12-2835</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31.907"/>
    </inkml:context>
    <inkml:brush xml:id="br0">
      <inkml:brushProperty name="width" value="0.035" units="cm"/>
      <inkml:brushProperty name="height" value="0.035" units="cm"/>
    </inkml:brush>
  </inkml:definitions>
  <inkml:trace contextRef="#ctx0" brushRef="#br0">1 457 2659,'0'0'1601,"11"0"-816,69-1 570,137-20 1,-89 5-672,657-31 822,3 38-1076,-381 7-17,-102-6-108,-1-14 1,-1-14 0,561-139-1,-797 157-955,0 1-2607,127-50 0,-160 49 1805</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33.014"/>
    </inkml:context>
    <inkml:brush xml:id="br0">
      <inkml:brushProperty name="width" value="0.035" units="cm"/>
      <inkml:brushProperty name="height" value="0.035" units="cm"/>
    </inkml:brush>
  </inkml:definitions>
  <inkml:trace contextRef="#ctx0" brushRef="#br0">0 0 4676,'0'0'1623,"2"8"-1404,78 343 3710,-77-328-3163,-9-30 979,-10-36-834,-6-98-953,-3-8 901,28 156-841,0-1 0,1-1 0,-1 1 0,1 0 0,0-1 0,1 0 0,-1 0 0,1 0 0,0 0 0,0-1 0,1 0 0,-1 0 0,1 0 0,0-1 0,0 0 0,0 0 0,0 0 0,1-1 0,-1 0 0,1 0 0,-1-1 0,1 0 0,7 1 0,-12-3-17,0 1 0,-1-1-1,1 0 1,-1 1 0,1-1-1,-1 0 1,1 0 0,-1 0-1,0 0 1,1 0 0,-1 0-1,0-1 1,0 1 0,0 0-1,0-1 1,0 1 0,0-1-1,0 1 1,0-1 0,-1 1-1,1-1 1,0 1 0,-1-1-1,0 0 1,1 1 0,-1-1-1,0 0 1,0 1 0,0-1-1,0 0 1,0-2 0,0 3-23,0 2 21,-1 0-1,1 0 1,0 0-1,0 0 0,0 0 1,0 0-1,0 0 1,0 0-1,0 0 0,0 0 1,0 0-1,0 0 1,1 0-1,-1 0 1,0 0-1,1 0 0,-1 0 1,1 0-1,-1 0 1,1 0-1,-1 0 1,2 0-1,11 23-20,38 34-103,-47-55-678,-1 0-1,1 0 1,0 0-1,0-1 1,0 1-1,0-1 0,0 0 1,6 2-1,2-3-5265</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33.866"/>
    </inkml:context>
    <inkml:brush xml:id="br0">
      <inkml:brushProperty name="width" value="0.035" units="cm"/>
      <inkml:brushProperty name="height" value="0.035" units="cm"/>
    </inkml:brush>
  </inkml:definitions>
  <inkml:trace contextRef="#ctx0" brushRef="#br0">75 52 4676,'0'0'3801,"2"-7"-3443,-2 7-356,16-29 344,-16 28-334,1 0 0,-1 1 0,0-1 0,1 0 0,-1 1 0,1-1 1,-1 0-1,1 1 0,-1-1 0,1 0 0,-1 1 0,1-1 0,-1 1 0,1-1 0,0 1 0,-1-1 1,1 1-1,0 0 0,-1-1 0,1 1 0,0 0 0,0 0 0,-1-1 0,1 1 0,0 0 1,0 0-1,0 0 0,-1 0 0,1 0 0,0 0 0,0 0 0,-1 0 0,1 0 0,0 0 1,0 1-1,0-1 0,-1 0 0,1 0 0,0 1 0,-1-1 0,1 1 0,0-1 0,-1 0 0,1 1 1,0-1-1,-1 1 0,2 1 0,-1 0 11,0 0 1,0-1-1,-1 1 1,1 1-1,0-1 1,-1 0-1,0 0 0,1 0 1,-1 0-1,0 0 1,0 0-1,0 0 1,0 1-1,0-1 0,-1 0 1,1 0-1,-1 0 1,1 0-1,-1 0 1,0 0-1,0 0 1,0 0-1,0 0 0,0 0 1,0-1-1,-1 1 1,1 0-1,0-1 1,-1 1-1,1-1 0,-1 1 1,0-1-1,1 0 1,-1 0-1,0 0 1,0 0-1,0 0 0,0 0 1,0 0-1,-4 0 1,1 1 43,0-1 0,-1 0 0,1 0 0,0-1 0,-1 0 0,1 0 0,-1 0 1,1 0-1,-11-3 0,15 3-60,0-1 1,0 1 0,-1 0-1,1-1 1,0 1-1,0-1 1,0 1 0,0-1-1,0 0 1,0 0-1,0 1 1,0-1 0,1 0-1,-1 0 1,0 0-1,0 0 1,1 0 0,-1 0-1,0 0 1,0-1-1,1 0 0,0 1 0,0-1 0,0 0 0,0 1-1,0-1 1,0 1 0,0-1 0,1 0-1,-1 1 1,1-1 0,-1 1 0,1-1 0,-1 0-1,1 1 1,0 0 0,0-1 0,0 1-1,0-1 1,1 0 0,0-1-7,1 0 1,-1 0-1,1 1 0,0-1 0,0 1 0,0-1 1,0 1-1,0 0 0,1 0 0,-1 1 1,0-1-1,1 1 0,0-1 0,-1 1 1,1 0-1,0 1 0,-1-1 0,1 1 0,0-1 1,0 1-1,-1 0 0,6 1 0,-9-1 1,1 0-1,-1 1 0,1-1 0,0 0 1,-1 1-1,1-1 0,-1 0 0,1 1 1,-1-1-1,1 1 0,-1-1 0,1 1 1,-1-1-1,1 1 0,-1-1 0,0 1 1,1 0-1,-1-1 0,0 1 0,0-1 1,1 1-1,-1 0 0,0-1 0,0 1 1,0 0-1,0-1 0,0 1 1,0 0-1,0-1 0,0 1 0,0 0 1,0-1-1,0 1 0,0 0 0,-1-1 1,1 1-1,0 0 0,0-1 0,-1 1 1,1-1-1,0 1 0,-1 0 0,0 0 1,-17 24 14,-68 8-298,101-34-2119,2-12-710</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34.412"/>
    </inkml:context>
    <inkml:brush xml:id="br0">
      <inkml:brushProperty name="width" value="0.035" units="cm"/>
      <inkml:brushProperty name="height" value="0.035" units="cm"/>
    </inkml:brush>
  </inkml:definitions>
  <inkml:trace contextRef="#ctx0" brushRef="#br0">13 0 1730,'0'0'10794,"1"51"-10410,-1-23-256,-1 2-64,-4 1-64,0-1-32,3-2-160,2-7-1025,0-11-1986</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35.278"/>
    </inkml:context>
    <inkml:brush xml:id="br0">
      <inkml:brushProperty name="width" value="0.035" units="cm"/>
      <inkml:brushProperty name="height" value="0.035" units="cm"/>
    </inkml:brush>
  </inkml:definitions>
  <inkml:trace contextRef="#ctx0" brushRef="#br0">14 89 1249,'0'0'7164,"-1"-7"-6737,-6-16 544,14 40 1235,6 8-1938,-1 1 0,-2 0 0,0 0 1,-2 1-1,-1 0 0,-1 1 0,4 49 1,-32-117 1519,11 13-1732,2-1 0,-13-56 1,-2-11-119,24 96 61,1 3 1,0 0 0,1 1 0,0-1 0,0 0 0,0 0 0,0 0 0,1 0 1,0 0-1,-1-1 0,1 1 0,0-1 0,6 5 0,-2-3 5,0 0 1,1 0-1,-1 0 0,1-1 1,1 0-1,-1 0 0,0-1 1,1 0-1,0-1 0,-1 0 1,1 0-1,0-1 0,0 0 1,0-1-1,15 0 0,-22-1-7,1 0 0,-1 0 1,0 0-1,-1 0 0,1 0 0,0 0 0,0-1 0,0 1 0,-1-1 0,1 1 0,-1-1 0,1 0 0,-1 1 0,0-1 0,1 0 1,-1 0-1,0 0 0,0 0 0,-1 0 0,1 0 0,0 0 0,-1 0 0,1-1 0,-1 1 0,1 0 0,-1 0 0,0-1 0,0-2 1,-1-73-73,0 70 70,-3-18-23,12 47-848,1-1-1,1 0 1,22 32-1,-16-27-948,-2-1 0,18 42 0,-26-51-3680</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35.560"/>
    </inkml:context>
    <inkml:brush xml:id="br0">
      <inkml:brushProperty name="width" value="0.035" units="cm"/>
      <inkml:brushProperty name="height" value="0.035" units="cm"/>
    </inkml:brush>
  </inkml:definitions>
  <inkml:trace contextRef="#ctx0" brushRef="#br0">1 89 7335,'7'-7'1206,"-4"4"-1097,58-49 2984,-56 49-2883,-1 0 0,1 0 0,0 0 1,0 1-1,0-1 0,0 1 0,0 1 0,0-1 0,1 1 0,-1 0 0,1 0 0,-1 0 0,1 1 0,5 0 0,-10 0-204,0 1-1,0-1 0,0 1 1,0-1-1,0 1 1,-1-1-1,1 1 1,0 0-1,0 0 1,-1-1-1,1 1 1,0 0-1,-1 0 0,1 0 1,-1 0-1,1 0 1,-1 0-1,1 0 1,-1 0-1,0 0 1,0 0-1,1 0 0,-1 0 1,0 0-1,0 0 1,0 0-1,0 0 1,0 0-1,0 0 1,-1 2-1,-4 34 13,-1-23-21,-1 0 0,0-1 0,-1 1 0,-1-2 0,0 1 0,-1-1 0,-13 13 0,10-11-6,0 1 1,1 1-1,-15 25 0,27-41 7,0 1 0,-1-1 1,1 0-1,0 1 0,0-1 0,0 0 0,0 1 0,-1-1 0,1 0 1,0 1-1,0-1 0,0 0 0,0 1 0,0-1 0,0 0 0,0 1 1,0-1-1,0 1 0,0-1 0,0 0 0,0 1 0,0-1 0,0 0 1,0 1-1,0-1 0,1 0 0,-1 1 0,0-1 0,0 0 0,0 1 1,0-1-1,1 0 0,-1 1 0,0-1 0,0 0 0,1 0 0,-1 1 0,0-1 1,1 0-1,19 2 12,24-11 22,186-70-3165,-153 49-1229</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36.557"/>
    </inkml:context>
    <inkml:brush xml:id="br0">
      <inkml:brushProperty name="width" value="0.035" units="cm"/>
      <inkml:brushProperty name="height" value="0.035" units="cm"/>
    </inkml:brush>
  </inkml:definitions>
  <inkml:trace contextRef="#ctx0" brushRef="#br0">585 124 1089,'0'-2'289,"0"-1"0,0 1 0,0-1-1,0 1 1,0-1 0,-1 1 0,1-1 0,-1 1 0,0-1 0,0 1 0,0 0-1,0-1 1,0 1 0,0 0 0,0 0 0,-1 0 0,-1-3 0,-1 1-227,0 1 1,0-1 0,0 1 0,0-1-1,-1 1 1,1 0 0,-10-3 0,-2-1-492,0 1-1,0 1 1,-1 1 0,-21-3-1,-37-1-692,-98 2-1,61 4 208,47-1 360</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37.651"/>
    </inkml:context>
    <inkml:brush xml:id="br0">
      <inkml:brushProperty name="width" value="0.035" units="cm"/>
      <inkml:brushProperty name="height" value="0.035" units="cm"/>
    </inkml:brush>
  </inkml:definitions>
  <inkml:trace contextRef="#ctx0" brushRef="#br0">179 1006 769,'-25'35'934,"2"0"0,2 2 0,1 1 0,1 0 1,3 2-1,1 0 0,-11 46 0,22-64-640,0 0 1,1 0-1,1 0 0,2 0 1,0 0-1,1 0 0,1 0 0,1 0 1,1 0-1,1 0 0,1-1 1,0 0-1,2 0 0,1 0 1,15 27-1,-9-24-263,1-1 0,2 0 0,0-1 0,1 0-1,1-2 1,0 0 0,28 18 0,-13-13 109,1-2 0,1-1 0,2-2 0,45 17 0,15-3 240,1-5 0,2-3 0,111 11-1,212-2 867,5-37 73,-325 0-1396,409-28 754,-393 14-221,0-5 0,140-44 0,-47-4-284,-3-9 0,-4-9 0,335-195 0,-540 281-174,59-36 226,-1-2-1,77-68 1,-121 93-124,-1 0 1,-1-1 0,0-1-1,-1-1 1,-1 1-1,-1-2 1,0 0-1,-1 0 1,-1-1 0,-1 0-1,-1 0 1,0-1-1,4-23 1,-2-20-54,-2-1 0,-3-1 0,-3 1 0,-3 0 1,-12-82-1,11 127-140,-1 0 0,-1 0 0,-1 1 0,-1 0-1,0 0 1,-1 0 0,-1 1 0,-16-24 0,7 17-320,-1 0 0,-1 2-1,-2 0 1,-40-32 0,15 20-171,0 1 0,-2 3 0,-2 2 0,0 2-1,-2 3 1,0 1 0,-2 3 0,-112-23 0,30 21-694,0 5 0,-224 3-1,153 21 486,0 10-1,-400 86 0,336-42 341</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38.490"/>
    </inkml:context>
    <inkml:brush xml:id="br0">
      <inkml:brushProperty name="width" value="0.035" units="cm"/>
      <inkml:brushProperty name="height" value="0.035" units="cm"/>
    </inkml:brush>
  </inkml:definitions>
  <inkml:trace contextRef="#ctx0" brushRef="#br0">36 1528 1826,'-4'-5'324,"0"0"-1,1 0 1,-1-1 0,1 0 0,0 1 0,0-1-1,1 0 1,0-1 0,-3-11 0,4 5 537,0-1 1,1 0-1,1-19 0,0 28-829,1-19 608,1-1 0,2 0 0,0 1-1,2 0 1,0 0 0,2 1 0,15-31-1,-6 22-640,1 0 0,1 2 0,2 0 0,35-36 0,6 4-973,3 3 1,3 2-1,99-61 0,-25 28-148,5 6 0,2 6 0,251-89 1,-218 105 815,3 9 1,355-54 0,-13 79 1784,-410 26-876</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40.918"/>
    </inkml:context>
    <inkml:brush xml:id="br0">
      <inkml:brushProperty name="width" value="0.035" units="cm"/>
      <inkml:brushProperty name="height" value="0.035" units="cm"/>
    </inkml:brush>
  </inkml:definitions>
  <inkml:trace contextRef="#ctx0" brushRef="#br0">48 145 64,'0'0'1009,"-7"-2"-785,-22-4-90,29 5-128,-1 1 0,0 0 0,1-1 0,-1 1-1,0 0 1,1-1 0,-1 1 0,0-1 0,1 1 0,-1-1 0,1 1 0,-1-1 0,1 0 0,-1 1 0,1-1 0,0 0 0,-1 1 0,1-1 0,0 0 0,-1 1 0,1-1 0,0 0 0,0 0 0,0 1 0,-1-1 0,1 0-1,0 0 1,0 1 0,0-1 0,0 0 0,1-1 0,-1 2-15,0-1-1,0 1 0,0 0 0,0-1 1,0 1-1,0-1 0,0 1 0,0 0 1,0-1-1,0 1 0,0-1 0,0 1 1,0 0-1,0-1 0,0 1 0,1 0 1,-1-1-1,0 1 0,0 0 0,0-1 1,1 1-1,-1 0 0,0-1 0,0 1 1,1 0-1,-1 0 0,0-1 0,1 1 1,-1 0-1,0 0 0,1-1 0,-1 1 1,1 0-1,-1 0 0,0 0 0,1 0 1,-1 0-1,0 0 0,1 0 0,-1 0 1,1 0-1,0 0 104,0 1 1,-1-1-1,1 0 1,0 1 0,-1-1-1,1 0 1,0 0-1,-1 1 1,1-1-1,0 0 1,0 0-1,-1 0 1,1 0 0,0 0-1,0 0 1,-1 0-1,1 0 1,0 0-1,0 0 1,-1 0-1,1-1 1,0 1 0,0 0-1,-1-1 1,1 1-1,1-1 1,19-17 2430,-20 16-2487,1 0 0,0 0 0,0 1 0,0-1 0,0 0 0,0 1 0,0-1 0,1 1 0,-1-1 0,0 1 0,1 0 0,-1 0 0,1 0 0,2 0 0,-5 4-47,0 0 0,0 0 1,0 0-1,0 0 0,-1-1 0,1 1 1,-1 0-1,0 0 0,0 0 0,-3 5 1,-2-1 5,-5 10 49,11-13-19,10-8-12,15-10 6,-19 9 1,1 1 1,0 0-1,0 0 0,1 1 1,-1 0-1,1 0 1,0 0-1,0 1 0,0 1 1,11-2-1,-19 3-20,0 0 0,0 0 0,1 0 0,-1 1-1,0-1 1,0 0 0,0 0 0,0 0 0,1 0 0,-1 1 0,0-1 0,0 0 0,0 0-1,0 0 1,0 1 0,0-1 0,0 0 0,0 0 0,1 0 0,-1 1 0,0-1 0,0 0-1,0 0 1,0 1 0,0-1 0,0 0 0,0 0 0,0 0 0,0 1 0,0-1-1,-1 0 1,1 0 0,0 1 0,0-1 0,0 0 0,0 0 0,0 0 0,0 1 0,0-1-1,-1 0 1,1 0 0,0 0 0,0 0 0,0 1 0,0-1 0,-1 0 0,1 0 0,0 0-1,0 0 1,0 0 0,-1 0 0,1 1 0,-13 10 48,9-11-46,0 1 1,0-1 0,0 0 0,0 0 0,0 0 0,0 0 0,0-1 0,0 1 0,1-1 0,-1 0 0,0 0 0,0-1 0,1 1 0,-1-1 0,1 0 0,-5-2 0,7 3-77,-1-1 0,0 1 0,1 0 1,-1-1-1,1 1 0,-1-1 0,1 0 0,0 0 1,0 1-1,0-1 0,0 0 0,0 0 0,0 0 1,0 0-1,0 0 0,1 0 0,-1 0 1,1 0-1,0 0 0,-1-1 0,1 1 0,0 0 1,0 0-1,1 0 0,-1 0 0,0 0 0,1 0 1,-1 0-1,1 0 0,0-1 0,-1 2 0,2-4 1,0 4-2,-1 0 0,0 0-1,1 0 1,-1 0 0,1 0 0,-1 0 0,1 0 0,-1 0 0,1 1 0,0-1 0,-1 0 0,1 1 0,0 0-1,0-1 1,-1 1 0,1 0 0,0 0 0,0 0 0,-1 0 0,1 0 0,0 0 0,0 1 0,1 0 0,19-2-389,-12-6 900</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54.509"/>
    </inkml:context>
    <inkml:brush xml:id="br0">
      <inkml:brushProperty name="width" value="0.035" units="cm"/>
      <inkml:brushProperty name="height" value="0.035" units="cm"/>
    </inkml:brush>
  </inkml:definitions>
  <inkml:trace contextRef="#ctx0" brushRef="#br0">1 195 1441,'1'-1'259,"0"1"-1,1 0 0,-1 0 0,0-1 1,0 1-1,0-1 0,1 1 0,-1-1 1,0 0-1,0 1 0,0-1 0,0 0 0,0 0 1,0 0-1,0 0 0,-1 1 0,3-3 1,-2 1-109,0 1 1,0-1-1,0 1 1,1 0-1,-1 0 1,1 0 0,-1 0-1,1 0 1,-1 0-1,1 0 1,-1 0-1,1 0 1,0 1 0,-1-1-1,4 0 1,64-10 318,-1-4 0,67-23 1,-18 5-352,-65 19-84,-3 0-24,1 1 1,0 3-1,1 3 1,53-3-1,-102 10-206,8 3-2384</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6:54.838"/>
    </inkml:context>
    <inkml:brush xml:id="br0">
      <inkml:brushProperty name="width" value="0.035" units="cm"/>
      <inkml:brushProperty name="height" value="0.035" units="cm"/>
    </inkml:brush>
  </inkml:definitions>
  <inkml:trace contextRef="#ctx0" brushRef="#br0">1 229 4933,'0'0'2546,"11"2"-1751,3 1-577,-1 0 0,1-2 0,0 1-1,-1-2 1,1 0 0,0 0-1,0-2 1,13-2 0,274-83 1877,-186 50-1902,196-37 1,-308 74-196,11-2-833,-1 0 0,1-1 0,24-9 0,-8-4-3606</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00.641"/>
    </inkml:context>
    <inkml:brush xml:id="br0">
      <inkml:brushProperty name="width" value="0.035" units="cm"/>
      <inkml:brushProperty name="height" value="0.035" units="cm"/>
    </inkml:brush>
  </inkml:definitions>
  <inkml:trace contextRef="#ctx0" brushRef="#br0">267 37 6342,'-7'-5'146,"0"0"1,0 1-1,-1 1 1,1-1-1,-1 1 1,0 0-1,0 1 1,0 0-1,-1 0 1,1 1-1,-13-1 1,16 2-72,1 1 0,-1-1 0,0 1 0,0 0-1,1 0 1,-1 1 0,1 0 0,-1-1 0,1 2 0,0-1 0,0 0 0,0 1 0,0 0 0,0 0 0,1 0-1,-1 0 1,1 0 0,0 1 0,0 0 0,0-1 0,-4 9 0,-3 6 98,0 0-1,2 1 1,0 1 0,2-1-1,0 1 1,1 0 0,-5 38-1,7-23-51,1 1-1,1-1 1,8 63-1,-3-78-115,0-1 1,2 1-1,0-1 0,1-1 0,0 1 1,2-1-1,0-1 0,1 1 0,1-2 1,1 1-1,14 15 0,-19-23-49,0-1 0,1 0 0,0-1 0,1 1 0,-1-1-1,1-1 1,1 0 0,-1 0 0,1-1 0,0 0 0,0-1 0,1 0 0,-1 0-1,1-1 1,0-1 0,0 1 0,0-2 0,0 0 0,0 0 0,0-1 0,13-1-1,9-11-2020,-5-9-1000</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01.472"/>
    </inkml:context>
    <inkml:brush xml:id="br0">
      <inkml:brushProperty name="width" value="0.035" units="cm"/>
      <inkml:brushProperty name="height" value="0.035" units="cm"/>
    </inkml:brush>
  </inkml:definitions>
  <inkml:trace contextRef="#ctx0" brushRef="#br0">4 68 288,'0'0'7036,"0"-8"-5541,-1-4-1426,0 8-11,0 1 1,1-1 0,0 0 0,0 0 0,0 1-1,0-1 1,0 0 0,1 0 0,1-6 0,-1 10-55,-1 0 0,1-1 0,-1 1 1,1 0-1,-1-1 0,1 1 1,-1 0-1,1 0 0,-1-1 0,1 1 1,-1 0-1,1 0 0,0 0 1,-1 0-1,1 0 0,-1 0 1,1 0-1,-1 0 0,1 0 0,0 0 1,-1 0-1,1 0 0,-1 0 1,1 1-1,-1-1 0,1 0 0,-1 0 1,1 1-1,-1-1 0,1 0 1,-1 1-1,1-1 0,-1 0 0,1 1 1,18 12 117,-10-3-53,0 1 1,-1 0-1,-1 1 1,0 0-1,11 25 1,-15-31-68,-1 1 0,1-1-1,-1 1 1,0 0 0,-1 0 0,0 0 0,0 0 0,0 0 0,-1 0-1,0 0 1,-1 0 0,1 0 0,-4 11 0,1-12 5,0 1 0,0-2 1,-1 1-1,0 0 0,0-1 0,-9 9 1,9-10-5,0 0 0,0 1 0,0-1 0,1 1 0,0-1 1,0 1-1,0 0 0,0 0 0,1 1 0,-2 5 0,7-19 165,0 1 0,0 0-1,1 0 1,0 1-1,0-1 1,10-11-1,13-22 470,-22 28-401,0 0-1,0 0 0,-2-1 1,1 0-1,-2 1 1,2-15-1,-3 23-165,0 1 1,-1-1-1,0 0 0,0 0 0,0 0 0,0 1 0,0-1 0,-1 0 0,0 0 0,1 1 0,-1-1 0,-1 0 1,1 1-1,-1-1 0,1 1 0,-1 0 0,0-1 0,0 1 0,0 0 0,-1 0 0,1 0 0,-1 0 0,1 1 1,-7-5-1,8 6-59,1 1 1,-1-1-1,0 1 0,0 0 1,1-1-1,-1 1 1,0 0-1,0-1 1,0 1-1,1 0 1,-1 0-1,0 0 1,0 0-1,0 0 0,0 0 1,1 0-1,-1 0 1,0 0-1,0 0 1,0 1-1,1-1 1,-1 0-1,0 0 0,0 1 1,1-1-1,-1 0 1,0 1-1,0-1 1,1 1-1,-1-1 1,1 1-1,-2 0 1,1 2-2,-1-1 1,1 1 0,-1-1-1,1 1 1,0 0 0,0-1-1,0 1 1,1 0-1,-1 5 1,-1 62 71,2-64-66,1 1 1,1 0 0,0-1 0,-1 1-1,2-1 1,-1 1 0,1-1 0,0 0-1,0 0 1,1-1 0,0 1-1,0-1 1,0 1 0,1-1 0,-1 0-1,1-1 1,1 1 0,-1-1 0,0 0-1,1 0 1,0-1 0,0 0 0,11 4-1,-7-2-329,1-1-1,0-1 1,0 1-1,0-2 1,0 0-1,0 0 1,1-1-1,-1-1 1,0 1-1,1-2 0,-1 0 1,0 0-1,18-5 1,-10-2-2997,-5-3-993</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01.694"/>
    </inkml:context>
    <inkml:brush xml:id="br0">
      <inkml:brushProperty name="width" value="0.035" units="cm"/>
      <inkml:brushProperty name="height" value="0.035" units="cm"/>
    </inkml:brush>
  </inkml:definitions>
  <inkml:trace contextRef="#ctx0" brushRef="#br0">0 0 6726,'0'0'5574,"8"1"-5222,-6-1-334,0 0 0,0 0 0,0 0 0,0 1 0,1-1 0,-1 1 0,0 0 0,0-1 0,0 1 0,0 0 0,0 0 0,0 0 0,-1 1 0,1-1 0,3 3 0,-2 0 9,0 1 0,0 0-1,0 0 1,-1 0 0,0 0-1,4 10 1,-5-11-145,18 42 463,-18-44-565,0 1-1,1-1 1,-1 1-1,1-1 1,0 0-1,0 1 1,0-1-1,0 0 1,0 0-1,0 0 1,0 0-1,1-1 1,-1 1-1,4 1 1,3-2-2716</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01.956"/>
    </inkml:context>
    <inkml:brush xml:id="br0">
      <inkml:brushProperty name="width" value="0.035" units="cm"/>
      <inkml:brushProperty name="height" value="0.035" units="cm"/>
    </inkml:brush>
  </inkml:definitions>
  <inkml:trace contextRef="#ctx0" brushRef="#br0">0 0 6598,'0'0'4965,"22"55"-4389,-17-32-351,0 1-193,0 1-32,-2-2-32,-1-1-64,0-3-289,-2-2-2177,0-9-1474</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02.719"/>
    </inkml:context>
    <inkml:brush xml:id="br0">
      <inkml:brushProperty name="width" value="0.035" units="cm"/>
      <inkml:brushProperty name="height" value="0.035" units="cm"/>
    </inkml:brush>
  </inkml:definitions>
  <inkml:trace contextRef="#ctx0" brushRef="#br0">0 67 7687,'0'0'1639,"8"5"-1276,-3 1-305,1-1 0,-1 1 0,0 0-1,0 0 1,-1 1 0,1-1 0,-1 1 0,-1 0 0,0 0-1,0 0 1,0 0 0,-1 1 0,0-1 0,0 1 0,-1-1-1,0 1 1,1 12 0,-2 38 65,0-60 15,0-1-1,0 1 1,1 0-1,-1 0 1,1 0 0,0 0-1,0 0 1,-1 0-1,1 0 1,0 0 0,1 0-1,-1 0 1,0 0-1,1 1 1,-1-1 0,1 1-1,1-3 1,37-23-272,-12 8 225,-19 11-118,0-1 0,-1 1 0,0-1 0,0-1 0,-1 0 0,8-15 0,-13 22 148,0-1 0,0 1 1,0-1-1,-1 0 0,0 0 0,1 0 1,-1 0-1,-1 0 0,1 0 1,-1 0-1,1 0 0,-1 0 0,0-1 1,-1 1-1,1 0 0,-1 0 0,0 0 1,1 0-1,-2 0 0,1 0 0,0 0 1,-3-4-1,3 8-95,1-1-1,0 1 1,0-1-1,0 1 1,0 0 0,0-1-1,0 1 1,-1 0-1,1 0 1,0-1-1,0 1 1,-1 0 0,1-1-1,0 1 1,0 0-1,-1 0 1,1-1-1,0 1 1,-1 0 0,1 0-1,0 0 1,-1 0-1,1-1 1,0 1-1,-1 0 1,1 0 0,0 0-1,-1 0 1,1 0-1,0 0 1,-1 0 0,1 0-1,-1 0 1,1 0-1,0 0 1,-1 0-1,1 0 1,0 0 0,-1 1-1,-7 14 263,2 21-67,6-32-218,0 1-1,0 0 1,0-1 0,1 1-1,0 0 1,0-1 0,1 1-1,-1-1 1,1 1 0,0-1-1,0 0 1,0 1 0,1-1-1,-1 0 1,1-1 0,0 1-1,0 0 1,5 3 0,-2-2 63,1 0 0,0 0 1,0-1-1,0 1 1,1-2-1,-1 1 0,1-1 1,0 0-1,16 3 0,-10-4-201,1 0 0,0 0 0,-1-1-1,1-1 1,20-2 0,-25 1-412,0-1 0,1 0 0,-1-1 0,0 0 0,0 0 0,0-1 0,10-5 0,1-7-3489,-5-3-1767</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03.236"/>
    </inkml:context>
    <inkml:brush xml:id="br0">
      <inkml:brushProperty name="width" value="0.035" units="cm"/>
      <inkml:brushProperty name="height" value="0.035" units="cm"/>
    </inkml:brush>
  </inkml:definitions>
  <inkml:trace contextRef="#ctx0" brushRef="#br0">1 62 6566,'0'0'1821,"3"-7"-519,10-25 10,1 13 265,-14 18-1531,1 1 0,-1 0 0,0-1 0,1 1 0,-1 0 0,1 0 0,-1-1 0,1 1 0,-1 0 0,0 0 0,1 0 1,-1 0-1,1-1 0,-1 1 0,1 0 0,-1 0 0,1 0 0,-1 0 0,1 0 0,-1 0 0,1 0 0,-1 1 0,1-1 0,-1 0 0,1 0 0,-1 0 0,1 0 0,-1 1 0,1-1 0,-1 0 0,0 0 0,1 1 0,-1-1 0,1 1 0,1 1-41,-1 0 0,1 1 0,-1-1 1,0 1-1,1-1 0,-1 1 0,0-1 0,-1 1 0,1 0 0,0-1 0,-1 1 0,0 0 0,1-1 0,-1 4 0,-1 49 4,-1-30-3,-3 67 26,5-91-30,1 0 0,0 0 0,0-1 0,0 1-1,-1 0 1,1-1 0,0 1 0,0-1 0,0 1 0,0-1-1,0 0 1,0 1 0,0-1 0,0 0 0,0 0 0,0 1-1,0-1 1,0 0 0,0 0 0,0 0 0,1 0 0,-1 0-1,1-1 1,31-1 189,-7-4-214,0 0-1,0-2 1,-1-1 0,0-1-1,-1-2 1,0 0 0,26-18-1,-47 28-488,1 0-1,-1-1 1,0 0-1,0 1 1,0-1-1,-1 0 1,1 0-1,-1-1 1,4-5-1,3-13-4558</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03.515"/>
    </inkml:context>
    <inkml:brush xml:id="br0">
      <inkml:brushProperty name="width" value="0.035" units="cm"/>
      <inkml:brushProperty name="height" value="0.035" units="cm"/>
    </inkml:brush>
  </inkml:definitions>
  <inkml:trace contextRef="#ctx0" brushRef="#br0">1 25 7431,'0'0'1345,"45"-25"-768,-25 45-1,4 7 449,3 11 321,1 7-482,-2 10-351,-2 5-225,-5 10-128,-7 0-128,-10 3-32,-2-5-32,-11-7-224,-12-2-32,-12-10-3139,-3-12-65</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04.155"/>
    </inkml:context>
    <inkml:brush xml:id="br0">
      <inkml:brushProperty name="width" value="0.035" units="cm"/>
      <inkml:brushProperty name="height" value="0.035" units="cm"/>
    </inkml:brush>
  </inkml:definitions>
  <inkml:trace contextRef="#ctx0" brushRef="#br0">0 100 1666,'0'0'2423,"1"-8"-1483,0 3-795,0 1 0,0 0 0,0-1 1,0 1-1,1 0 0,0 0 0,0 0 1,0 0-1,0 0 0,0 0 0,1 0 1,0 1-1,0-1 0,0 1 0,0 0 1,0 0-1,1 0 0,-1 0 0,1 1 1,0 0-1,0-1 0,0 1 0,0 0 1,0 1-1,0-1 0,0 1 0,1 0 0,6-1 1,-6 1-73,-1 0 0,1 1-1,0 0 1,0 0 0,0 0 0,-1 1 0,1 0 0,0 0 0,-1 0 0,1 0-1,0 0 1,-1 1 0,0 0 0,1 0 0,-1 1 0,7 4 0,-6-3 29,0 1 1,-1 0 0,1 1 0,-1-1-1,0 1 1,0 0 0,-1 0 0,0 0-1,0 0 1,0 1 0,1 7-1,0-4 0,-1 0 0,0 1 0,-1 0 0,0-1 0,-1 1 0,0 0 0,-1 0 0,0 0 0,-1 0-1,0 0 1,-1-1 0,-5 22 0,4-23-227,-1-1 0,0 0 0,0 1-1,-1-2 1,0 1 0,0 0 0,-1-1 0,0 0 0,0 0-1,-1-1 1,1 0 0,-1 0 0,-1 0 0,1-1 0,-14 7-1,18-10-340,0-1 0,0 0 0,0 0 0,-1 0 0,1 0 0,0 0 0,0-1 0,0 1 0,-5-1 0,-5 0-3954</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04.702"/>
    </inkml:context>
    <inkml:brush xml:id="br0">
      <inkml:brushProperty name="width" value="0.035" units="cm"/>
      <inkml:brushProperty name="height" value="0.035" units="cm"/>
    </inkml:brush>
  </inkml:definitions>
  <inkml:trace contextRef="#ctx0" brushRef="#br0">262 48 1666,'0'0'4035,"1"-7"-3378,2 0-421,-2 5-128,0-1 1,-1 1-1,1 0 1,0-1-1,-1 1 1,0-1-1,1 1 1,-1-1-1,0 1 0,0-1 1,-1-3-1,-41 6 2209,34 2-2157,-1 1 0,1 0 0,0 1-1,0 0 1,1 0 0,-1 1 0,1 0 0,0 0-1,-9 9 1,-56 57 1472,62-59-1349,1-1 1,-1 1-1,2 1 1,-9 14-1,15-23-246,0 0 0,0 1 0,0-1 0,1 0 0,-1 1 0,1-1 0,0 1-1,0-1 1,1 1 0,-1 0 0,1-1 0,0 1 0,0 0 0,1-1 0,-1 1 0,1-1 0,2 9 0,-1-11-34,0 1 0,0 0 0,0-1 0,0 1 0,0-1 0,1 0 0,-1 0 0,1 0 0,-1 0 0,1 0 0,0-1 0,0 1 0,0-1 0,-1 1 0,2-1 0,-1 0 0,0-1 0,0 1 0,6 0 0,67 6 33,-69-7-31,16 2-263,-1-2-1,1 0 1,0-2-1,-1 0 0,0-2 1,0 0-1,0-1 1,37-15-1,-8-7-4551</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06.856"/>
    </inkml:context>
    <inkml:brush xml:id="br0">
      <inkml:brushProperty name="width" value="0.035" units="cm"/>
      <inkml:brushProperty name="height" value="0.035" units="cm"/>
    </inkml:brush>
  </inkml:definitions>
  <inkml:trace contextRef="#ctx0" brushRef="#br0">96 157 7847,'0'0'1100,"1"11"-918,7 32 519,2-1 1,1 0 0,3-1 0,28 60 0,-19-47-256,-3 1 0,17 67 0,-35-97-67,-2-25-360,0 0 0,0 1 0,0-1-1,0 0 1,0 0 0,0 0 0,0 0 0,0 0 0,0 0 0,0 0-1,0 1 1,0-1 0,0 0 0,0 0 0,0 0 0,0 0 0,-1 0-1,1 0 1,0 0 0,0 0 0,0 0 0,0 1 0,0-1 0,0 0-1,0 0 1,-1 0 0,1 0 0,0 0 0,0 0 0,0 0 0,0 0-1,0 0 1,0 0 0,-1 0 0,1 0 0,0 0 0,0 0 0,0 0-1,0 0 1,0 0 0,0 0 0,-1 0 0,1 0 0,0 0 0,0 0-1,0-1 1,0 1 0,0 0 0,0 0 0,0 0 0,-1 0 0,1 0-1,0 0 1,0 0 0,0 0 0,0 0 0,0-1 0,0 1-1,0 0 1,0 0 0,0 0 0,0 0 0,0 0 0,0 0 0,0 0-1,0-1 1,-22-38 1088,-61-226-932,62 182-152,-5 1 1,-40-88 0,65 167-21,-16-28 15,16 30-10,1-1-1,-1 1 1,0 0 0,0 0-1,0-1 1,0 1 0,0 0 0,0 0-1,0 0 1,0 0 0,0 0 0,-1 0-1,1 0 1,0 1 0,-1-1-1,1 0 1,-3 0 0,9 25 131,12 1-83,0-1 0,2 0-1,1-1 1,0-2 0,32 27 0,-21-19-50,-26-24-8,0 0-1,0-1 1,1 1-1,-1-1 1,1 0-1,8 3 1,-13-6 2,0-1 0,0 0-1,0 1 1,0-1 0,1 0 0,-1 0 0,0 0-1,0 0 1,0 0 0,0 0 0,0 0 0,0 0-1,1 0 1,-1 0 0,0-1 0,0 1 0,0-1-1,0 1 1,0 0 0,0-1 0,0 0 0,0 1-1,0-1 1,0 1 0,-1-1 0,1 0-1,0 0 1,0 0 0,-1 1 0,1-1 0,0 0-1,-1 0 1,1 0 0,-1 0 0,1 0 0,-1 0-1,1 0 1,-1 0 0,0 0 0,1-1 0,-1 1-1,0 0 1,0 0 0,0 0 0,0-2 0,4-17 3,-2 0 0,0 0 1,0-22-1,-2 33 0,0 1-1,-1 0 1,0 0 0,0 0-1,-1 0 1,0 0 0,0 0-1,-1 0 1,0 0 0,-6-9-1,8 22 50,1 1 0,0-1-1,0 1 1,0-1-1,0 1 1,1 0 0,0-1-1,2 6 1,10 21 20,1-2 1,32 52-1,-40-73-269,0 0 0,1 0-1,0 0 1,0-1-1,1 0 1,0 0-1,1-1 1,-1 0 0,1-1-1,1 0 1,-1 0-1,15 6 1,19-6-5889,-24-7 2259</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07.058"/>
    </inkml:context>
    <inkml:brush xml:id="br0">
      <inkml:brushProperty name="width" value="0.035" units="cm"/>
      <inkml:brushProperty name="height" value="0.035" units="cm"/>
    </inkml:brush>
  </inkml:definitions>
  <inkml:trace contextRef="#ctx0" brushRef="#br0">0 1 7751,'0'0'6278,"30"46"-6118,-21-20-160,-1 1 0,1 1-64,-2-1-64,0-3-224,0-7-2691,-4-9-1217</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07.340"/>
    </inkml:context>
    <inkml:brush xml:id="br0">
      <inkml:brushProperty name="width" value="0.035" units="cm"/>
      <inkml:brushProperty name="height" value="0.035" units="cm"/>
    </inkml:brush>
  </inkml:definitions>
  <inkml:trace contextRef="#ctx0" brushRef="#br0">6 0 8296,'0'0'5445,"12"68"-5125,-12-39-160,0 1-128,0 4-32,-5-3-32,-1 1-64,3-6-96,2-7-1409,-2-9-2019</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08.060"/>
    </inkml:context>
    <inkml:brush xml:id="br0">
      <inkml:brushProperty name="width" value="0.035" units="cm"/>
      <inkml:brushProperty name="height" value="0.035" units="cm"/>
    </inkml:brush>
  </inkml:definitions>
  <inkml:trace contextRef="#ctx0" brushRef="#br0">36 263 8936,'0'0'-112,"8"5"273,4 5 126,-1 0 0,0 0 0,0 1 0,-1 1 1,-1 0-1,0 0 0,0 1 0,-1 0 0,-1 1 1,0 0-1,-1 0 0,-1 0 0,0 1 0,0-1 1,-2 1-1,0 0 0,-1 0 0,0 1 0,-1 23 1,-1-38-279,0-1 0,0 0 0,0 0 1,0 1-1,0-1 0,0 0 0,0 1 1,0-1-1,0 0 0,0 0 1,0 1-1,0-1 0,0 0 0,0 0 1,0 1-1,0-1 0,0 0 0,-1 0 1,1 1-1,0-1 0,0 0 0,0 0 1,0 1-1,-1-1 0,1 0 0,0 0 1,0 0-1,-1 0 0,1 1 1,0-1-1,0 0 0,-1 0 0,1 0 1,0 0-1,0 0 0,-1 0 0,1 0 1,0 1-1,-12-8 612,-7-14 30,1-22-598,1-2-1,3 1 1,-16-91-1,20 81 95,-3 1 0,-27-72 0,39 130-28,1 0 0,0 1 0,0-1 0,0 0-1,1 0 1,0 0 0,1 6 0,2-2-111,1 0 1,-1 0-1,2-1 1,-1 1 0,1-1-1,0 0 1,1-1-1,10 10 1,-15-15-9,0-1 1,0 1-1,0 0 1,1-1-1,-1 0 1,0 0-1,0 1 1,1-1-1,-1 0 1,1-1-1,-1 1 1,1 0-1,0-1 1,-1 0-1,1 1 1,-1-1-1,1 0 1,0 0-1,-1-1 1,1 1-1,-1 0 1,1-1-1,0 0 1,-1 1-1,0-1 1,1 0-1,-1 0 1,1 0-1,-1-1 1,0 1-1,0-1 1,0 1-1,0-1 1,0 0-1,0 0 1,0 1-1,1-4 1,3-1-9,-1-1 0,0 0 0,-1 0 0,1 0 0,-2-1 0,1 1 0,3-12 0,-5 14 7,-1 0-1,1 0 1,-1 0-1,0 0 0,-1 0 1,1 0-1,-1 0 1,0 0-1,0-1 1,-1 1-1,1 0 0,-1 0 1,-3-7-1,4 11 7,0 1-1,0-1 1,0 0-1,0 1 0,0-1 1,-1 0-1,1 1 1,0-1-1,0 1 1,-1-1-1,1 0 0,0 1 1,-1-1-1,1 1 1,-1-1-1,1 1 1,-1-1-1,1 1 0,-1 0 1,1-1-1,-1 1 1,1 0-1,-1-1 0,0 1 1,1 0-1,-1-1 1,1 1-1,-1 0 1,0 0-1,1 0 0,-1 0 1,0 0-1,1 0 1,-1 0-1,0 0 1,1 0-1,-1 0 0,0 0 1,1 0-1,-1 0 1,0 0-1,1 1 0,-2-1 1,1 1 18,0 0 0,0 0 0,0 0 0,0 0 0,0 0 1,0 1-1,0-1 0,0 0 0,1 0 0,-1 1 0,0-1 0,1 0 0,-1 0 0,1 1 0,0-1 1,-1 1-1,1-1 0,0 0 0,0 3 0,1 5 8,0-1 1,1 0 0,0 0-1,1 0 1,-1 0-1,2-1 1,-1 1-1,1-1 1,0 1-1,0-1 1,1-1-1,0 1 1,1-1-1,-1 1 1,12 9-1,4 2-669,1 0-1,0-1 1,36 19-1,-55-33-271,1-1 0,0-1 0,0 1 0,0 0 1,0-1-1,0 0 0,0 0 0,5 0 0,7 0-6361</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08.405"/>
    </inkml:context>
    <inkml:brush xml:id="br0">
      <inkml:brushProperty name="width" value="0.035" units="cm"/>
      <inkml:brushProperty name="height" value="0.035" units="cm"/>
    </inkml:brush>
  </inkml:definitions>
  <inkml:trace contextRef="#ctx0" brushRef="#br0">1 156 8200,'0'0'288,"0"-8"470,0-6-138,1 0 0,1 1 0,6-27 0,-7 37-490,0-1 0,-1 1-1,1 0 1,1-1 0,-1 1-1,0 0 1,1 0 0,0-1 0,0 1-1,-1 1 1,2-1 0,-1 0-1,0 0 1,1 1 0,-1-1 0,1 1-1,0 0 1,-1 0 0,1 0-1,0 0 1,1 0 0,-1 1-1,0 0 1,5-2 0,-7 3-128,0 0 0,0 0 0,-1 0-1,1 0 1,0 0 0,0 0 0,0 0 0,0 0 0,-1 0 0,1 1 0,0-1 0,0 0 0,-1 1 0,1-1-1,0 1 1,0-1 0,-1 0 0,1 1 0,0 0 0,-1-1 0,1 1 0,-1-1 0,1 1 0,-1 0 0,1-1-1,-1 1 1,1 0 0,0 1 0,6 31 58,-13 34 6,1-48-71,-1 0 0,-14 31 0,12-34 1,2 2 0,-1-1 0,-4 26-1,15-42 14,0-1-1,0 0 0,0 0 0,0 0 1,0 0-1,0-1 0,0 0 0,0 0 1,0 0-1,4-2 0,223-82-8,-216 81-966,-1-2 0,1 1-1,23-15 1,-11-2-5638</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08.808"/>
    </inkml:context>
    <inkml:brush xml:id="br0">
      <inkml:brushProperty name="width" value="0.035" units="cm"/>
      <inkml:brushProperty name="height" value="0.035" units="cm"/>
    </inkml:brush>
  </inkml:definitions>
  <inkml:trace contextRef="#ctx0" brushRef="#br0">0 19 7303,'0'0'1409,"66"-19"257,-34 23-161,1 21-320,3 13-416,-3 11-320,-5 9-225,-8 9-96,-7 9-128,-12 4 0,-1 5-32,-21-4-192,-8-9-1634,-10-12-4740</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09.241"/>
    </inkml:context>
    <inkml:brush xml:id="br0">
      <inkml:brushProperty name="width" value="0.035" units="cm"/>
      <inkml:brushProperty name="height" value="0.035" units="cm"/>
    </inkml:brush>
  </inkml:definitions>
  <inkml:trace contextRef="#ctx0" brushRef="#br0">167 35 6534,'0'0'80,"-8"-6"134,4 4-256,0-2 193,-1 1 0,-1-1-1,1 1 1,0 1-1,-1-1 1,-8-2-1,12 4-72,0 1 1,0-1-1,0 1 0,0 0 0,-1 0 0,1 0 0,0 0 0,0 0 0,0 1 0,0-1 0,0 0 0,-1 1 0,1 0 0,0-1 0,0 1 0,0 0 0,1 0 0,-1 0 0,0 0 0,0 1 0,0-1 0,1 0 0,-1 1 0,1-1 0,-1 1 0,1 0 0,-2 2 0,-5 7 254,1 2-1,1-1 0,0 1 0,0 0 0,2 0 0,-1 1 0,2-1 0,0 1 0,0 0 0,1 0 1,1 0-1,0 0 0,3 21 0,-2-19-224,2 0-1,0 0 1,1-1-1,1 1 1,0-1 0,1 1-1,0-1 1,2-1 0,-1 1-1,2-1 1,15 22-1,-10-21-92,1-1 0,0-1 0,1 0 0,1 0 0,0-2 0,0 0 0,1-1 0,0-1 0,1 0 0,0-1 0,0-2 0,31 9 0,4-3-46,0-3 0,1-1 0,73 0 0,-90-7-646,63-7 0,-58-1-2401,45-14 0,-85 20 2991</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40.924"/>
    </inkml:context>
    <inkml:brush xml:id="br0">
      <inkml:brushProperty name="width" value="0.035" units="cm"/>
      <inkml:brushProperty name="height" value="0.035" units="cm"/>
    </inkml:brush>
  </inkml:definitions>
  <inkml:trace contextRef="#ctx0" brushRef="#br0">506 131 5669,'0'0'6791,"6"-11"-5537,-2 5-1032,0 1-43,-1 0 1,0 0-1,1-1 0,-2 0 1,1 1-1,-1-1 0,0 0 1,0 0-1,0 0 0,-1 0 1,0-1-1,0 1 0,-1 0 1,0 0-1,0-8 0,-1 14-139,1-1-1,-1 0 1,0 0-1,1 0 1,-1 0-1,0 1 1,0-1-1,1 0 1,-1 1-1,0-1 0,0 0 1,0 1-1,0-1 1,0 1-1,0 0 1,0-1-1,0 1 1,0 0-1,0-1 1,0 1-1,0 0 1,0 0-1,0 0 1,0 0-1,0 0 1,0 0-1,0 0 1,0 0-1,-1 1 1,-34 6 233,18 0-257,0 1 1,1 1-1,0 1 1,1 0 0,0 1-1,-20 18 1,11-7-6,2 1 0,-41 50 0,57-63-14,0 0 0,1 0 0,-1 1-1,2 0 1,0 0 0,0 0 0,-5 20 0,10-27 2,-1-1 0,0 0 0,1 0 0,-1 1 0,1-1 0,0 0 0,0 0 0,1 1 0,-1-1 0,1 0 0,-1 0 0,1 1 0,0-1 0,0 0 0,0 0 0,1 0 0,-1 0 0,1 0 0,0 0-1,-1-1 1,1 1 0,0-1 0,1 1 0,-1-1 0,0 0 0,1 1 0,-1-1 0,1 0 0,0-1 0,0 1 0,0 0 0,4 1 0,23 7-17,-1-1 1,1-2-1,0-1 0,1-1 0,49 1 0,56 9-76,-119-12 86,0 1-1,0 1 1,-1 0 0,0 1 0,29 16-1,-41-20 9,0 0-1,0 0 0,0 1 0,-1-1 0,1 1 0,0 0 0,-1 0 0,0 0 0,0 1 0,0-1 0,0 1 0,0-1 0,-1 1 0,0 0 0,1 0 0,-1 0 0,-1 1 1,1-1-1,-1 0 0,1 1 0,-1-1 0,-1 1 0,1-1 0,-1 1 0,1 0 0,-1-1 0,-1 1 0,1-1 0,-1 1 0,1-1 0,-1 1 0,-3 6 0,-1 1 4,0-1-1,-1 0 0,0 0 1,-1 0-1,0 0 0,-1-1 1,0-1-1,-1 1 0,0-1 1,-17 13-1,-5 1 110,-2-2 0,0-1 0,-1-1 0,-1-2 0,-1-2 0,-42 13 1,31-13-34,-2-3 0,0-2 0,0-2 0,-66 2 0,110-10-107,0 1 0,0-1-1,0 0 1,0-1 0,0 1 0,0-1 0,0 0 0,0 0 0,0 0 0,1-1-1,-1 0 1,-6-3 0,9 3-150,0 0-1,0 0 0,1 0 1,-1-1-1,0 1 1,1-1-1,0 1 0,-1-1 1,1 1-1,0-1 1,0 0-1,1 0 0,-1 1 1,0-1-1,1 0 1,0 0-1,0 0 0,0 0 1,0 0-1,0 1 1,0-1-1,2-4 0,5-47-4534</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41.255"/>
    </inkml:context>
    <inkml:brush xml:id="br0">
      <inkml:brushProperty name="width" value="0.035" units="cm"/>
      <inkml:brushProperty name="height" value="0.035" units="cm"/>
    </inkml:brush>
  </inkml:definitions>
  <inkml:trace contextRef="#ctx0" brushRef="#br0">1 0 8552,'0'0'4260,"16"62"-3972,-7-7 737,2 17-96,-2 13-544,2 6-129,0-4-96,1-1-128,1-4 32,-2-5-32,1-10-416,-4-11-865,-4-11-2051,-4-14 770,0-15-353</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41.454"/>
    </inkml:context>
    <inkml:brush xml:id="br0">
      <inkml:brushProperty name="width" value="0.035" units="cm"/>
      <inkml:brushProperty name="height" value="0.035" units="cm"/>
    </inkml:brush>
  </inkml:definitions>
  <inkml:trace contextRef="#ctx0" brushRef="#br0">0 261 11659,'0'0'897,"9"-47"-128,11 30-449,11-1-224,7-1-64,9-2 0,9-3 0,6-1-32,9-3-64,1-2-2402,-4-2-2595</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41.798"/>
    </inkml:context>
    <inkml:brush xml:id="br0">
      <inkml:brushProperty name="width" value="0.035" units="cm"/>
      <inkml:brushProperty name="height" value="0.035" units="cm"/>
    </inkml:brush>
  </inkml:definitions>
  <inkml:trace contextRef="#ctx0" brushRef="#br0">262 1 5926,'-7'3'1041,"-37"13"468,19-8-243,0 2-1,0 0 1,-35 21 0,55-27-1171,-1-1 0,1 1 0,0 0 0,0 0 0,0 1 0,1-1 0,0 1 0,-1 0 0,2 0 0,-1 1 0,0-1 0,1 1 0,0-1 0,1 1 0,-1 0 0,1 0 1,0 1-1,1-1 0,-1 0 0,0 7 0,2-7-86,0-1 0,0 1 1,0-1-1,0 1 0,1-1 0,0 1 1,0-1-1,0 0 0,1 0 1,0 1-1,0-1 0,0 0 1,4 6-1,-3-8-8,-1 0 1,1 0 0,0 0-1,0 0 1,0 0-1,1-1 1,-1 0-1,0 1 1,1-1 0,0 0-1,-1-1 1,1 1-1,0-1 1,0 0 0,0 0-1,0 0 1,0 0-1,7 0 1,-5 0-24,0-1-1,1 1 1,-1-1 0,1-1 0,-1 1 0,1-1-1,-1 0 1,0-1 0,0 0 0,1 0-1,-1 0 1,0 0 0,-1-1 0,1 0 0,0 0-1,-1-1 1,0 0 0,0 0 0,0 0-1,0 0 1,0-1 0,-1 1 0,0-1 0,0-1-1,0 1 1,-1 0 0,0-1 0,0 0-1,0 1 1,-1-1 0,0 0 0,0-1 0,0 1-1,-1 0 1,0-1 0,1-10 0,-2 10 101,1 5 40,-1 0-1,1 0 1,-1 0-1,0 0 1,1 0-1,-1 0 1,-1-1-1,1 1 1,0 0-1,0 0 1,-1 0-1,1 0 1,-1 0-1,0 0 1,1 0-1,-1 0 1,0 0-1,0 0 1,0 0-1,-2-1 0,2 3-95,1 0-1,-1 0 0,1 1 0,-1-1 0,1 0 0,0 1 0,-1-1 0,1 0 0,-1 1 0,1-1 0,0 1 0,-1-1 0,1 1 0,0-1 0,-1 1 0,1-1 0,0 1 0,0-1 0,-1 1 0,1 0 0,0-1 0,0 1 0,0-1 0,0 1 0,0-1 0,0 1 0,0 0 0,0-1 0,0 1 0,0-1 1,0 1-1,0-1 0,1 2 0,0 23-51,1-18 42,-1-1-1,2 0 0,-1 0 1,1 0-1,0-1 1,0 1-1,0 0 1,1-1-1,0 0 0,0 0 1,0 0-1,0 0 1,10 6-1,-9-7-214,-1-1 0,1 1-1,0-1 1,1 0 0,-1-1 0,11 4 0,-13-5-240,1 0 0,-1 0 0,1 0 0,0-1 0,-1 0 0,1 0 0,-1 0 0,1 0 0,0 0 0,-1-1 0,6-1 0,12-9-4159</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42.014"/>
    </inkml:context>
    <inkml:brush xml:id="br0">
      <inkml:brushProperty name="width" value="0.035" units="cm"/>
      <inkml:brushProperty name="height" value="0.035" units="cm"/>
    </inkml:brush>
  </inkml:definitions>
  <inkml:trace contextRef="#ctx0" brushRef="#br0">1 0 13389,'0'0'2466,"2"86"-2306,13-31-32,5 5 0,-4 3-96,0-1-32,-4-1-352,-1-5-1474,-4-9-2370,-2-11-1505</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42.264"/>
    </inkml:context>
    <inkml:brush xml:id="br0">
      <inkml:brushProperty name="width" value="0.035" units="cm"/>
      <inkml:brushProperty name="height" value="0.035" units="cm"/>
    </inkml:brush>
  </inkml:definitions>
  <inkml:trace contextRef="#ctx0" brushRef="#br0">1 178 13613,'6'-15'293,"2"0"99,0 0 0,1 0 0,0 1-1,20-23 1,-24 30-284,1 2 0,-1-1 1,2 1-1,-1 0 0,0 0 0,1 1 1,0-1-1,0 2 0,0-1 0,1 1 1,-1 0-1,1 0 0,0 1 0,13-2 1,-16 3-78,-1 0 0,0 1 1,0 0-1,0 0 1,0 0-1,1 0 1,-1 1-1,0-1 1,0 1-1,0 0 1,0 0-1,0 1 0,0-1 1,0 1-1,-1 0 1,1 0-1,0 0 1,-1 0-1,7 6 1,-7-3 2,1 0 1,0 1-1,-1-1 1,0 1-1,0 0 1,-1 0 0,0 0-1,0 0 1,0 0-1,0 1 1,-1-1-1,0 9 1,3 26 11,2 14-72,4-21-2989,-8-30-1122</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42.403"/>
    </inkml:context>
    <inkml:brush xml:id="br0">
      <inkml:brushProperty name="width" value="0.035" units="cm"/>
      <inkml:brushProperty name="height" value="0.035" units="cm"/>
    </inkml:brush>
  </inkml:definitions>
  <inkml:trace contextRef="#ctx0" brushRef="#br0">1 1 13004,'0'0'96</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42.731"/>
    </inkml:context>
    <inkml:brush xml:id="br0">
      <inkml:brushProperty name="width" value="0.035" units="cm"/>
      <inkml:brushProperty name="height" value="0.035" units="cm"/>
    </inkml:brush>
  </inkml:definitions>
  <inkml:trace contextRef="#ctx0" brushRef="#br0">320 1 12620,'-11'2'219,"-4"0"-154,-77 18 1453,86-18-1398,0 0 0,1 0 0,-1 0 0,1 0 0,0 1 0,0 0 1,0 0-1,0 0 0,0 1 0,0-1 0,1 1 0,0 0 0,0 1 0,-4 5 0,7-9-110,0 1 0,0 0 0,0-1 0,0 1-1,1 0 1,-1 0 0,1-1 0,0 1 0,-1 0 0,1 0-1,0 0 1,0 0 0,0-1 0,0 1 0,0 0 0,0 0-1,1 0 1,-1 0 0,1-1 0,-1 1 0,2 2 0,0 0-5,0-1 1,0 0 0,1 0-1,-1-1 1,1 1 0,-1 0-1,1-1 1,0 1-1,0-1 1,4 2 0,7 4 8,0-1 0,1 0 1,27 8-1,-41-15-8,39 11 45,35 12-12,-69-21-40,-1 0 1,0 0 0,0 1-1,0 0 1,0 0-1,0 0 1,-1 0 0,1 1-1,-1 0 1,5 6-1,-8-9-6,0 0 0,0 0 0,-1 0 1,1 0-1,0 0 0,-1 0 0,1 1 0,-1-1 0,1 0 0,-1 1 0,1-1 0,-1 0 0,0 1 0,0-1 0,0 0 0,0 1 0,0-1 0,0 0 0,0 1 0,0-1 0,0 0 0,-1 1 0,1-1 0,0 0 0,-2 3 0,0-2-6,0 1 1,0-1-1,0 1 0,0-1 1,0 0-1,0 0 1,-1 0-1,1 0 0,-1-1 1,0 1-1,-2 1 1,-10 3 0,1 0 0,-1-1 1,-21 4-1,35-8 18,-36 6 22,1-1 1,-1-2-1,0-1 1,0-2-1,-42-4 1,77 3-72,1 0 1,-1-1-1,0 1 1,0 0 0,0 0-1,1-1 1,-1 1-1,0-1 1,0 0 0,1 1-1,-1-1 1,1 0-1,-1 0 1,0 0 0,1 0-1,0 0 1,-1-1 0,1 1-1,0 0 1,-1 0-1,1-1 1,-1-1 0,-3-28-3388,7-4-1726</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42.938"/>
    </inkml:context>
    <inkml:brush xml:id="br0">
      <inkml:brushProperty name="width" value="0.035" units="cm"/>
      <inkml:brushProperty name="height" value="0.035" units="cm"/>
    </inkml:brush>
  </inkml:definitions>
  <inkml:trace contextRef="#ctx0" brushRef="#br0">14 0 12011,'0'0'3556,"-11"45"-3236,9-8-192,2 17 96,0 10-63,13 8-33,8 1 288,1 3-640,1 0 320,-4 0-96,-4-2 32,-9-8-961,-6-14-3587,0-14-2531</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43.166"/>
    </inkml:context>
    <inkml:brush xml:id="br0">
      <inkml:brushProperty name="width" value="0.035" units="cm"/>
      <inkml:brushProperty name="height" value="0.035" units="cm"/>
    </inkml:brush>
  </inkml:definitions>
  <inkml:trace contextRef="#ctx0" brushRef="#br0">0 273 8520,'7'-13'4426,"2"-2"-4080,0 0 0,1 0 1,1 1-1,0 0 1,1 1-1,0 0 0,1 1 1,27-20-1,-8 13 120,0 0 0,2 2-1,34-12 1,-49 22-179,-1 1-1,1 1 0,0 0 0,1 2 1,-1 0-1,1 1 0,28 1 0,-45 1-277,1 1-1,-1 0 1,1 0-1,-1 0 1,0 0-1,1 0 1,-1 1-1,0 0 1,0-1-1,0 1 1,0 0-1,0 1 1,-1-1-1,1 0 1,-1 1-1,1-1 1,-1 1-1,0 0 1,0 0-1,0 0 0,0 0 1,-1 0-1,1 0 1,-1 1-1,0-1 1,0 0-1,0 1 1,0-1-1,0 6 1,3 13-25,-2-1-1,0 1 1,-3 36 0,1-31 56,-5 35-843,-8-23-3690,2-22-1849</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43.321"/>
    </inkml:context>
    <inkml:brush xml:id="br0">
      <inkml:brushProperty name="width" value="0.035" units="cm"/>
      <inkml:brushProperty name="height" value="0.035" units="cm"/>
    </inkml:brush>
  </inkml:definitions>
  <inkml:trace contextRef="#ctx0" brushRef="#br0">3 44 14734,'0'0'96,"-3"-44"-384,21 44 160,6 6-993,7 1-4453</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44.054"/>
    </inkml:context>
    <inkml:brush xml:id="br0">
      <inkml:brushProperty name="width" value="0.035" units="cm"/>
      <inkml:brushProperty name="height" value="0.035" units="cm"/>
    </inkml:brush>
  </inkml:definitions>
  <inkml:trace contextRef="#ctx0" brushRef="#br0">205 596 13453,'-11'4'427,"-7"3"142,0-1 1,1 2-1,0 1 1,1 0-1,-17 12 1,27-17-462,1 0-1,-1 1 1,1 0-1,-1 0 1,2 0-1,-1 1 1,0 0 0,1 0-1,0 0 1,1 0-1,-1 1 1,1-1-1,0 1 1,1 0 0,0 0-1,0 0 1,0 0-1,0 12 1,1-14-115,1 0 1,-1 0-1,1 0 0,1 0 1,-1 0-1,1 0 1,0 0-1,0-1 0,0 1 1,1 0-1,-1 0 0,1-1 1,0 1-1,1-1 0,-1 0 1,1 0-1,0 0 1,0 0-1,0 0 0,0 0 1,1-1-1,0 0 0,0 1 1,-1-1-1,2-1 0,-1 1 1,0-1-1,0 1 1,1-1-1,0 0 0,-1-1 1,1 1-1,0-1 0,0 0 1,-1 0-1,7 0 0,9 0-513,1 0 0,0-1 0,0-1 0,0-1 0,0-1 0,-1-1 0,1-1 0,-1 0 0,0-2 0,22-9 0,-9 0-1779,0 0 0,-2-3-1,0 0 1,55-46 0,-42 21 2870,-42 41-195,1 0 0,-1 0 0,0 0 0,-1-1 0,1 1 0,0 0 0,-1-1 0,0 0 0,0 1 0,0-1 0,0 0 0,-1 1 0,1-7 0,-1 8-207,-1 1 0,0-1 0,1 1 0,-1-1 0,0 1 1,0 0-1,0-1 0,0 1 0,0 0 0,0 0 0,0 0 0,-1 0 0,1 0 0,0 0 0,-1 0 0,1 0 1,-1 0-1,1 0 0,-1 1 0,1-1 0,-1 1 0,1-1 0,-1 1 0,1 0 0,-1-1 0,0 1 0,1 0 1,-1 0-1,0 0 0,1 0 0,-4 1 0,-57 4 1104,52-3-1083,-1 1-1,1 1 1,-1 0 0,1 0 0,0 1 0,1 0 0,-1 1 0,1 0 0,-12 10 0,16-13-160,1 1 1,0 0-1,0 0 1,0 0 0,1 0-1,0 0 1,-1 1-1,1 0 1,1-1-1,-1 1 1,1 0 0,0 1-1,0-1 1,0 0-1,1 1 1,0-1-1,0 0 1,0 1 0,1-1-1,0 9 1,0-13-37,0 1 1,0 0-1,1 0 0,-1 0 1,1 0-1,0-1 1,-1 1-1,1 0 0,0-1 1,0 1-1,0 0 1,0-1-1,0 1 1,1-1-1,-1 0 0,0 1 1,1-1-1,-1 0 1,0 0-1,1 0 1,0 0-1,2 1 0,0 0-22,0 0-1,1-1 0,-1 0 1,1 0-1,0 0 1,-1-1-1,1 1 0,-1-1 1,6 0-1,0-1-135,1 0 1,-1-1-1,0 0 0,1 0 0,-1-1 1,0 0-1,16-9 0,-11 3-1,-1-1-1,0 0 1,18-19 0,-27 25 206,-1 0 1,-1 0-1,1 0 1,-1 0 0,1-1-1,-1 0 1,-1 1 0,1-1-1,0 0 1,-1 0-1,0 0 1,-1-1 0,1 1-1,1-11 1,-3 16-27,0 0 0,0 0 1,0 0-1,0 0 0,0-1 0,0 1 1,0 0-1,0 0 0,0 0 0,0 0 1,0 0-1,0-1 0,0 1 0,0 0 1,0 0-1,0 0 0,0 0 0,0 0 0,0-1 1,-1 1-1,1 0 0,0 0 0,0 0 1,0 0-1,0 0 0,0 0 0,0 0 1,0-1-1,-1 1 0,1 0 0,0 0 1,0 0-1,0 0 0,0 0 0,0 0 0,0 0 1,-1 0-1,1 0 0,0 0 0,0 0 1,0 0-1,0 0 0,-1 0 0,1 0 1,0 0-1,0 0 0,0 0 0,0 0 0,0 0 1,-1 0-1,1 0 0,-11 7 240,-6 11-133,15-15-86,0 0 0,0 1 0,0 0 0,1-1 0,-1 1 0,1 0 0,0 0 0,0 0 0,1 0 0,-1 0 0,1 0 0,0 0 0,0 0 0,0 0 0,2 7 0,-2-8-14,2 0 1,-1 0 0,0 0-1,1 0 1,-1-1-1,1 1 1,0-1 0,0 1-1,0-1 1,0 0 0,0 1-1,0-1 1,1 0-1,-1-1 1,1 1 0,4 2-1,-1-1-7,0 0 0,0-1 0,1 0 0,-1 0 0,1-1 0,-1 0 0,1 0 0,0-1 0,-1 1 0,1-1 0,-1-1-1,1 1 1,0-1 0,-1-1 0,1 1 0,-1-1 0,1 0 0,8-4 0,2-4-8,-1 0 0,0-1 0,-1-1 0,0 0 0,-1-1 0,0 0 0,-1-2 0,-1 1 0,0-1 0,-1-1 0,-1 0 0,0-1 0,8-19 0,-1-2-98,-1-1 0,-3-1 0,0 0-1,12-81 1,-18 68-225,-2 1 0,-2-1-1,-6-68 1,3 119 390,0 0-1,0 1 1,0-1 0,-1 1 0,1-1-1,0 0 1,-1 1 0,1-1-1,-1 1 1,1-1 0,-1 1-1,0-1 1,1 1 0,-1 0-1,0-1 1,-1-1 0,1 3-38,0 0 0,1 0 1,-1 0-1,1 0 0,-1 0 1,1 0-1,-1 0 0,1 0 1,-1 0-1,1 0 0,-1 1 1,1-1-1,-1 0 0,1 0 1,-1 0-1,1 1 0,-1-1 1,1 0-1,-1 1 0,1-1 1,-1 0-1,1 1 0,0-1 1,-1 0-1,1 1 1,0-1-1,-1 1 0,1-1 1,0 1-1,-1 0 0,-2 5 43,-1 0 0,1 0 0,0 0-1,0 1 1,1-1 0,-3 10 0,-1 17 23,1 0 1,2 0-1,1 0 1,1 1-1,2-1 1,2 0-1,1 0 1,14 59-1,-11-67-280,2-1 0,0 0 0,1-1 0,2 0-1,0 0 1,22 28 0,-21-34-753,0 0 0,2-2 0,0 1-1,30 22 1,-10-16-12281</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45.023"/>
    </inkml:context>
    <inkml:brush xml:id="br0">
      <inkml:brushProperty name="width" value="0.035" units="cm"/>
      <inkml:brushProperty name="height" value="0.035" units="cm"/>
    </inkml:brush>
  </inkml:definitions>
  <inkml:trace contextRef="#ctx0" brushRef="#br0">331 604 8456,'-9'-6'374,"3"1"-116,0 1 0,-1 0 0,1 0 0,-1 1 0,0 0 0,0 0 0,0 1 1,0-1-1,-1 2 0,1-1 0,-1 1 0,1 0 0,-1 0 0,1 1 0,-1 0 0,1 1 1,-1-1-1,1 1 0,-15 4 0,12 0-109,0 1 0,1 0-1,0 0 1,0 0 0,0 1 0,1 1 0,0-1 0,0 2 0,1-1-1,0 1 1,0 0 0,1 0 0,0 0 0,1 1 0,0 0-1,-5 17 1,3-10-97,1 1-1,1 0 0,1 0 0,1 0 1,0 1-1,1-1 0,1 1 0,1 0 1,2 20-1,-2-37-49,0 0-1,0 0 1,0 1 0,0-1 0,1 0 0,-1 0 0,1 0-1,0 0 1,-1 0 0,1 0 0,0 0 0,0 0 0,0 0-1,1 0 1,-1 0 0,0 0 0,1-1 0,-1 1-1,1 0 1,0-1 0,-1 0 0,1 1 0,0-1 0,0 0-1,0 0 1,0 0 0,0 0 0,0 0 0,0 0 0,0-1-1,0 1 1,0-1 0,0 1 0,1-1 0,-1 0-1,0 0 1,0 0 0,1 0 0,-1 0 0,0 0 0,0-1-1,0 1 1,3-2 0,3 0 19,-1-1 1,0 0-1,0 0 0,0 0 1,0-1-1,-1 0 0,1-1 1,-1 1-1,0-1 0,-1 0 1,8-8-1,2-8 2,-1 0 1,-1-1-1,0 0 1,-2-1-1,-1-1 0,0 0 1,-2 0-1,-1-1 0,6-37 1,-5 8-160,-3 0 0,-2 0 0,-5-79 0,-1 96 25,-2-1-1,-16-64 0,15 82 156,-1-1-1,0 2 0,-1-1 0,-1 1 1,-1 0-1,-18-24 0,28 42-7,-1 0-1,0 0 1,0 0-1,1 0 0,-1 0 1,0 0-1,0 0 1,0 0-1,0 0 0,0 0 1,0 0-1,0 1 0,0-1 1,-1 0-1,1 1 1,0-1-1,0 1 0,-1-1 1,0 1-1,1 0-17,0 0 1,1 1-1,-1-1 0,1 0 0,-1 1 0,0-1 1,1 1-1,-1-1 0,1 1 0,-1-1 0,1 1 1,0-1-1,-1 1 0,1-1 0,-1 1 1,1 0-1,0-1 0,0 1 0,-1 0 0,1-1 1,0 1-1,0 0 0,0-1 0,0 1 1,0 0-1,-2 56 183,6-20-171,2 0-1,1 0 1,2-1 0,1 0-1,2 0 1,1-1 0,23 41 0,-14-34-6,2-2 1,2-1-1,2-1 0,1-1 1,47 46-1,-65-71-24,1-2-1,1 1 1,0-2-1,0 0 1,17 8-1,-27-15 5,0 0 0,0 0 0,0-1 0,1 0-1,-1 1 1,1-1 0,-1 0 0,0-1 0,1 1 0,0-1 0,-1 1-1,1-1 1,-1 0 0,1-1 0,-1 1 0,1 0 0,-1-1-1,1 0 1,-1 0 0,1 0 0,-1 0 0,0-1 0,0 1 0,1-1-1,-1 0 1,0 1 0,0-2 0,-1 1 0,5-3 0,1-6 18,-1 1 0,0-1 0,-1 0 0,0-1 1,0 1-1,-1-1 0,-1 0 0,0-1 1,0 1-1,1-16 0,-1 5-8,-2 1-1,0-1 1,-1 0-1,-1 1 1,-4-24-1,2 36 5,0 12-10,4 17-7,4-5-1,1-1 0,1-1 1,0 1-1,0-1 0,1 0 0,1-1 1,0 0-1,0-1 0,1 0 0,0-1 1,1 0-1,0 0 0,0-1 0,1-1 1,0 0-1,1-1 0,-1 0 0,1-1 0,0-1 1,0 0-1,17 2 0,-30-6-171,0 0 0,1 0-1,-1 1 1,1-1 0,-1 0 0,0-1-1,1 1 1,-1 0 0,0 0 0,1 0-1,-1-1 1,0 1 0,1-1 0,-1 1-1,0-1 1,0 0 0,0 1 0,1-1-1,-1 0 1,0 0 0,0 0 0,0 0-1,0 0 1,0 0 0,0 0 0,-1 0-1,1 0 1,1-2 0,-1 0-310,-1 0 0,1 0-1,-1-1 1,1 1 0,-1 0 0,0 0 0,0 0 0,-1-1 0,1 1-1,-1 0 1,1 0 0,-3-5 0,-14-31-4041</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45.131"/>
    </inkml:context>
    <inkml:brush xml:id="br0">
      <inkml:brushProperty name="width" value="0.035" units="cm"/>
      <inkml:brushProperty name="height" value="0.035" units="cm"/>
    </inkml:brush>
  </inkml:definitions>
  <inkml:trace contextRef="#ctx0" brushRef="#br0">75 72 6374,'0'0'1153,"-63"-55"288,51 42-608,12 9-544,8 4-450,19 1 65,9 10-801,8-2-3010</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45.502"/>
    </inkml:context>
    <inkml:brush xml:id="br0">
      <inkml:brushProperty name="width" value="0.035" units="cm"/>
      <inkml:brushProperty name="height" value="0.035" units="cm"/>
    </inkml:brush>
  </inkml:definitions>
  <inkml:trace contextRef="#ctx0" brushRef="#br0">191 17 11243,'0'0'3224,"-8"-3"-1991,3 0-1102,0 1 0,-1 0 0,1 1 0,-1-1 0,1 1 0,-1 0-1,0 0 1,1 1 0,-1-1 0,0 1 0,1 1 0,-1-1 0,0 1 0,1 0 0,-1 0-1,1 1 1,-1 0 0,1-1 0,-1 2 0,1-1 0,0 1 0,0 0 0,1 0 0,-1 0-1,0 1 1,-5 5 0,7-7-129,0 1-1,1-1 0,-1 1 0,1 0 1,-1 0-1,1 0 0,0 0 1,0 0-1,1 0 0,-1 0 1,1 1-1,-1-1 0,1 1 0,0-1 1,0 1-1,1-1 0,-1 1 1,1 0-1,0-1 0,0 1 1,0 0-1,0-1 0,0 1 1,1 0-1,0-1 0,0 1 0,0-1 1,0 1-1,0-1 0,1 1 1,-1-1-1,1 0 0,0 0 1,0 0-1,0 0 0,1 0 1,-1 0-1,1-1 0,-1 1 0,1-1 1,0 0-1,0 1 0,0-1 1,0-1-1,1 1 0,-1 0 1,0-1-1,6 2 0,20 8 60,0-2-1,36 7 1,-45-13-71,0 2 1,0 0 0,0 2-1,-1 0 1,0 1 0,0 0-1,20 14 1,-38-21-7,1 0 0,0 0 0,0 0 0,0 1 0,-1-1 0,1 0 0,-1 1 0,1-1 0,-1 1 0,0 0 0,0 0 0,1-1-1,-1 1 1,0 0 0,0 0 0,-1 0 0,1 0 0,0 0 0,-1 0 0,1 0 0,-1 0 0,0 0 0,0 1 0,1 2 0,-2-3 9,0 1 0,0-1 0,-1 1 0,1-1-1,-1 1 1,1-1 0,-1 0 0,1 1 0,-1-1 0,0 0 0,0 0 0,0-1-1,0 1 1,-1 0 0,-4 2 0,-5 3 11,0-1-1,-1 0 0,1-1 1,-1 0-1,-1-1 1,-17 3-1,2-4-50,-51 1-1,69-4 4,1 0-1,-1-1 0,1 0 1,0-1-1,-1 0 0,1-1 1,0 0-1,-12-5 0,21 6-108,-1 1-1,1 0 1,0 0-1,0-1 0,-1 1 1,1 0-1,0-1 0,0 0 1,0 1-1,0-1 1,1 1-1,-1-1 0,0 0 1,1 0-1,-1 1 0,1-1 1,-1 0-1,1 0 1,0 0-1,0 0 0,0 1 1,0-1-1,0 0 0,0 0 1,1 0-1,-1 1 1,1-1-1,-1 0 0,1 0 1,-1 1-1,1-1 0,0 0 1,0 1-1,0-1 0,2-2 1,16-28-4246</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45.724"/>
    </inkml:context>
    <inkml:brush xml:id="br0">
      <inkml:brushProperty name="width" value="0.035" units="cm"/>
      <inkml:brushProperty name="height" value="0.035" units="cm"/>
    </inkml:brush>
  </inkml:definitions>
  <inkml:trace contextRef="#ctx0" brushRef="#br0">1 1 13485,'0'0'1751,"8"12"-1111,152 201 2051,-103-150-2687,142 166-1957,-199-228 1738,1-1-1,-1 1 1,1-1 0,-1 1-1,1-1 1,-1 1-1,1-1 1,-1 1-1,0-1 1,1 1-1,-1-1 1,0 1 0,0 0-1,1-1 1,-1 1-1,0 0 1,0-1-1,0 1 1,0 0-1,0-1 1,0 1 0,0 0-1,0-1 1,0 1-1,0 0 1,-17-1-3755,-11-12 350</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46.500"/>
    </inkml:context>
    <inkml:brush xml:id="br0">
      <inkml:brushProperty name="width" value="0.035" units="cm"/>
      <inkml:brushProperty name="height" value="0.035" units="cm"/>
    </inkml:brush>
  </inkml:definitions>
  <inkml:trace contextRef="#ctx0" brushRef="#br0">131 432 384,'-9'-3'618,"-7"-2"412,1-1 0,0-1 1,0 0-1,-18-12 0,31 18-899,1 0 0,-1 0 0,0 0 0,0 0 0,1-1 0,-1 1 0,1 0 0,-1-1 0,1 1 0,0-1 0,0 0 0,-1 1 0,1-1 0,0 0 0,0 0 0,1 0 0,-1 1 0,0-1 0,1 0 0,-1 0 0,1 0 0,-1 0 0,1 0 0,0-1 0,0 1 0,0 0 0,0 0 0,0 0 0,1 0 0,-1 0 0,0 0 0,1 0 1,0 0-1,-1 0 0,1 1 0,0-1 0,0 0 0,0 0 0,0 0 0,0 1 0,1-1 0,-1 1 0,1-1 0,1-1 0,8-8 146,1 1 0,0 1 1,1 0-1,0 0 0,24-11 1,77-28 1084,-107 45-1265,21-8 249,1-2-56,0 1 0,1 2 0,0 1 0,1 1-1,0 2 1,37-3 0,-75 20-167,-55 34 1223,44-33-1122,0 0 1,-23 21-1,37-29-208,0 0-1,0 0 1,1 0 0,-1 1-1,1-1 1,0 1-1,0-1 1,1 1-1,0 0 1,-1 0 0,2 1-1,-1-1 1,1 0-1,-2 8 1,3-11-15,-1-1 0,1 1 1,0-1-1,0 1 0,0 0 0,0-1 1,0 1-1,0-1 0,1 1 0,-1-1 1,0 1-1,1-1 0,-1 1 0,1-1 1,0 1-1,-1-1 0,1 1 1,0-1-1,0 0 0,0 1 0,0-1 1,0 0-1,0 0 0,0 0 0,0 0 1,2 1-1,0-1 3,-1 0 0,1 0-1,0 0 1,0 0 0,0-1 0,-1 0 0,1 1 0,0-1 0,0 0-1,0 0 1,0 0 0,0-1 0,3 0 0,4-1 4,-1 0 0,0-1 0,-1 0 0,1-1 0,0 1 0,-1-2 0,0 1 0,10-8 0,-3-2 0,-1 0 1,0-1-1,-1 0 0,17-27 0,-26 36-5,0 0 1,0 0-1,-1-1 0,1 0 0,-2 0 0,1 1 0,-1-2 0,0 1 0,0 0 0,-1 0 0,0-1 0,0 1 0,-1 0 1,0-1-1,-1-11 0,1 18-3,0 0 1,-1 1 0,1-1-1,0 0 1,0 1 0,0-1 0,-1 0-1,1 1 1,0-1 0,-1 1-1,1-1 1,0 1 0,-1-1-1,1 0 1,-1 1 0,1 0-1,-1-1 1,1 1 0,-1-1-1,1 1 1,-1 0 0,0-1-1,1 1 1,-1 0 0,1-1 0,-1 1-1,0 0 1,1 0 0,-1 0-1,0 0 1,1-1 0,-1 1-1,0 0 1,1 0 0,-1 0-1,0 1 1,1-1 0,-1 0-1,0 0 1,1 0 0,-1 0-1,0 1 1,1-1 0,-2 1-1,1-1 6,-1 1 0,1 0-1,0 0 1,-1 0 0,1 0 0,0 0-1,0 0 1,0 0 0,-1 0-1,1 0 1,0 1 0,1-1-1,-1 0 1,0 1 0,0-1-1,1 0 1,-1 1 0,0-1-1,0 3 1,1 2 36,-1 0-1,1 0 1,0 0 0,0 0 0,1 1-1,-1-1 1,2 0 0,-1 0 0,0 0 0,1 0-1,0-1 1,1 1 0,-1 0 0,5 6-1,-1-4 20,-1 0 0,2-1 0,-1 1 0,1-1 0,0-1 0,0 1 0,1-1 0,12 7 0,-5-4-251,0-1 0,1-1 0,0 0 1,0-1-1,0-1 0,1 0 0,0-2 0,-1 0 1,2 0-1,17-1 0,-31-2-104,0 0 0,0-1 0,0 0-1,0 1 1,0-2 0,0 1 0,7-3 0,-5 1-634,-1 0-1,0 0 1,0-1 0,0 1 0,0-1 0,0 0 0,-1-1 0,7-8-1,-7 9 547,-1-1 0,0 0 0,0 1 1,-1-1-1,0 0 0,0 0 0,0-1 0,0 1 0,-1 0 0,1-7 0,-1 8 884,-1 1 1,0-1 0,0 0-1,0 0 1,-1 0 0,1 0 0,-1 0-1,0 0 1,-1-4 0,9 15 5432,12 8-3398,62 50-2249,-78-62-298,0 0 16,-1 0 1,1 0-1,0-1 0,0 1 1,0-1-1,1 0 0,-1 0 0,7 3 1,-10-5-5,1 0 1,-1 0 0,1 0-1,-1 0 1,0 0 0,1 0 0,-1 0-1,1 0 1,-1-1 0,1 1-1,-1 0 1,0 0 0,1 0-1,-1 0 1,1-1 0,-1 1-1,0 0 1,1 0 0,-1-1-1,0 1 1,1 0 0,-1-1-1,0 1 1,0 0 0,1-1 0,-1 1-1,0-1 1,0 1 0,7-26 43,-3-17-20,-2 10 4,2 0 1,16-63-1,-19 94-29,-1 0 0,1 0 0,-1 0 0,1 0 0,0 0 0,0 0 0,0 0 0,0 0 0,0 0 0,0 0 0,0 1 0,1-1-1,-1 1 1,1-1 0,-1 1 0,1-1 0,0 1 0,-1 0 0,1 0 0,0-1 0,0 1 0,0 1 0,0-1 0,0 0 0,0 0 0,0 1 0,0-1 0,0 1-1,0 0 1,1-1 0,-1 1 0,0 0 0,0 1 0,0-1 0,0 0 0,0 0 0,1 1 0,-1-1 0,0 1 0,0 0 0,0 0 0,3 1 0,8 5-2,0 0 1,0 1 0,0 1-1,20 17 1,-26-20 4,31 28-431,-19-17 872,39 29 1,-14-24-2325,-38-20 960,0-1 0,0 1 0,0-1 0,0 0 0,11 0 0,12-1-5834</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46.872"/>
    </inkml:context>
    <inkml:brush xml:id="br0">
      <inkml:brushProperty name="width" value="0.035" units="cm"/>
      <inkml:brushProperty name="height" value="0.035" units="cm"/>
    </inkml:brush>
  </inkml:definitions>
  <inkml:trace contextRef="#ctx0" brushRef="#br0">141 166 12043,'-9'-4'1613,"5"2"-1507,-8-2 849,0 0 0,0 0 1,-1 1-1,-21-3 0,32 6-817,0 0-1,0 0 0,0 0 0,0 0 1,0 0-1,0 0 0,0 1 1,1-1-1,-1 1 0,0-1 0,0 1 1,0 0-1,0 0 0,0 0 1,1 0-1,-1 0 0,-2 1 0,3 0-116,0 0-1,0 0 1,0 0-1,0-1 1,1 1-1,-1 0 1,0 0-1,1 0 1,0 0-1,-1 0 1,1 0-1,0 0 1,0 0-1,0 0 1,0 0-1,0 0 1,0 0-1,1 0 1,-1 0-1,1 0 1,1 3-1,0 0-10,0 0-1,0-1 1,0 1-1,1-1 1,0 1-1,0-1 1,0 0-1,1 0 1,-1 0-1,1-1 1,0 1-1,0-1 1,1 0-1,-1 0 0,0 0 1,1-1-1,0 1 1,-1-1-1,1 0 1,0-1-1,0 1 1,10 1-1,1 0-18,1 0 0,-1-1 0,0-1 0,1-1 0,-1 0 0,20-3 0,-14-2-89,0-1 0,0-2 0,-1 0 0,0-1-1,0-1 1,-1-1 0,0 0 0,-1-2 0,-1 0 0,0-2 0,-1 0-1,31-33 1,-44 43 74,1-1-1,-1 0 0,0 1 1,-1-1-1,1-1 1,-1 1-1,0 0 0,3-11 1,-6 16 21,0-1 0,1 1 0,-1 0 0,0-1-1,0 1 1,0-1 0,0 1 0,0-1 0,0 1 0,0 0 0,-1-1 0,1 1 0,-1-1 0,1 1 0,-1 0 0,1-1-1,-1 1 1,1 0 0,-1 0 0,0-1 0,0 1 0,0 0 0,0 0 0,0 0 0,0 0 0,0 0 0,0 0 0,0 0 0,0 1-1,-1-1 1,1 0 0,0 0 0,-1 1 0,1-1 0,0 1 0,-1 0 0,1-1 0,-1 1 0,1 0 0,0 0 0,-1 0 0,1 0-1,-1 0 1,1 0 0,-3 0 0,-6 0 34,-1 0-1,1 1 0,-1 0 0,1 1 1,0 0-1,0 0 0,0 1 0,-15 6 1,21-7 13,0-1-1,0 1 1,0 1 0,0-1 0,0 0 0,1 1 0,-1 0 0,0 0-1,1 0 1,0 0 0,0 1 0,0-1 0,0 1 0,1-1 0,-1 1-1,1 0 1,0 0 0,0 0 0,1 1 0,-1-1 0,1 0 0,-1 5-1,2-7-31,0-1 0,0 1-1,0-1 1,0 1 0,1-1-1,-1 1 1,0-1 0,1 0-1,0 1 1,-1-1-1,1 0 1,0 1 0,-1-1-1,1 0 1,0 0 0,0 0-1,0 0 1,0 1 0,0-1-1,0-1 1,1 1-1,-1 0 1,0 0 0,0 0-1,1-1 1,-1 1 0,0 0-1,1-1 1,-1 1-1,0-1 1,1 0 0,-1 1-1,3-1 1,59 6 254,-54-6-212,73-1-282,0-4 1,-1-3 0,1-4-1,126-35 1,-27-7-3697</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50.884"/>
    </inkml:context>
    <inkml:brush xml:id="br0">
      <inkml:brushProperty name="width" value="0.035" units="cm"/>
      <inkml:brushProperty name="height" value="0.035" units="cm"/>
    </inkml:brush>
  </inkml:definitions>
  <inkml:trace contextRef="#ctx0" brushRef="#br0">6 980 14157,'0'0'2579,"-2"-8"-1907,1 6-649,0 0 0,1 0-1,-1 0 1,1 0 0,0 0 0,-1 0-1,1 0 1,0 1 0,0-1-1,0 0 1,1 0 0,-1 0-1,0 0 1,1 0 0,-1 0-1,1 0 1,0 0 0,0 0-1,0 1 1,2-4 0,3-2 49,0 2-1,0-1 1,1 1 0,0 0 0,8-5 0,384-281 922,-330 231-957,-2-3 0,-3-3 0,75-100 0,-127 152-34,-1-1-1,0 0 0,-2 0 0,1-1 0,-2-1 0,0 1 0,-1-1 0,-1-1 1,7-26-1,-13 42 0,0 0 0,1 0 0,-1 1 1,0-1-1,0 0 0,0 0 0,-1 0 0,1 0 1,0 0-1,-1 1 0,1-1 0,-1 0 1,1 0-1,-1 0 0,0 1 0,0-1 0,0 0 1,0 1-1,0-1 0,0 1 0,-3-3 0,2 2 7,-1 0-1,0 0 0,0 1 0,0-1 0,0 1 0,0 0 0,0 0 0,0 0 0,-1 0 0,1 0 0,-6 0 0,-5 1 20,-1 0-1,0 0 1,1 1-1,-28 6 1,12 1 15,0 2 0,1 0 1,0 2-1,1 1 0,1 2 0,-33 21 1,13-3 81,1 2 0,-61 60 0,81-69-10,1 1 1,1 1-1,-37 58 1,53-72-60,0 0 0,1 0-1,1 0 1,0 1 0,1 0 0,0 0 0,1 1-1,1-1 1,1 1 0,0 0 0,1 23-1,1-32-45,1-1-1,0 1 0,0-1 0,1 1 0,0-1 0,0 1 0,1-1 0,0 0 0,0 0 0,0 0 0,0-1 1,1 1-1,0-1 0,1 0 0,-1 0 0,1 0 0,0 0 0,0-1 0,0 0 0,0 0 0,1 0 1,0-1-1,7 4 0,14 5-34,1-2 1,0-1 0,0 0-1,32 3 1,1 2-211,-59-13 232,0-1 1,1 1 0,-1-1 0,0 1 0,1 0 0,-1-1 0,0 1-1,0 0 1,0 1 0,1-1 0,-1 0 0,0 1 0,-1-1 0,1 1-1,0-1 1,0 1 0,-1 0 0,1 0 0,-1 0 0,1 0 0,-1 0-1,0 0 1,0 0 0,0 0 0,0 1 0,0-1 0,-1 0 0,1 1-1,-1-1 1,1 0 0,-1 1 0,0-1 0,0 0 0,0 1-1,0-1 1,0 1 0,-1-1 0,1 0 0,-1 1 0,1-1 0,-2 3-1,-4 10 6,0-1 0,-1 0-1,-1 0 1,0-1-1,-12 15 1,14-20 13,-81 112 105,-85 128 596,167-238-649,-1 0 1,2-1-1,-1 2 0,1-1 1,1 0-1,-4 18 0,6-26-62,1 0 0,-1 0 0,1 1 0,0-1 0,0 0 0,0 0 0,1 0 0,-1 0-1,0 0 1,1 0 0,-1 0 0,1 0 0,0 0 0,0 0 0,-1 0 0,1-1 0,0 1 0,1 0 0,-1 0 0,0-1-1,0 1 1,1-1 0,-1 1 0,1-1 0,0 1 0,-1-1 0,1 0 0,0 0 0,-1 0 0,1 0 0,0 0-1,0 0 1,0-1 0,0 1 0,0-1 0,0 1 0,0-1 0,0 0 0,0 1 0,4-1 0,23 1-66,0-1 1,-1 0-1,1-3 1,0 0-1,-1-2 1,1-1 0,39-14-1,-39 10-2103,-1-1 0,0-1-1,49-32 1,-36 14-5140</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51.300"/>
    </inkml:context>
    <inkml:brush xml:id="br0">
      <inkml:brushProperty name="width" value="0.035" units="cm"/>
      <inkml:brushProperty name="height" value="0.035" units="cm"/>
    </inkml:brush>
  </inkml:definitions>
  <inkml:trace contextRef="#ctx0" brushRef="#br0">20 52 12620,'0'0'1858,"-3"-8"-145,2 1-1205,1 4-316,-1 0-1,1 1 0,-1-1 1,1 0-1,-1 1 0,0-1 0,0 1 1,0 0-1,0-1 0,-1 1 1,1 0-1,-4-5 0,5 50 1614,2-32-1776,1 0 0,0 1 0,1-1 0,0-1 1,1 1-1,0 0 0,1-1 0,0 0 0,0-1 1,1 1-1,0-1 0,1 0 0,0-1 0,0 0 1,1 0-1,10 6 0,-17-12-69,0-1 0,1 0 1,-1 0-1,1 0 0,-1 0 0,1 0 0,-1-1 1,1 1-1,-1-1 0,1 1 0,0-1 0,-1 0 0,1 0 1,0 0-1,-1 0 0,1-1 0,0 1 0,-1-1 1,1 0-1,-1 1 0,4-3 0,-2 1 18,-1-1 0,0 1 0,1-1 0,-1 0 0,0 0 0,0 0 0,0 0 0,-1 0 0,1-1 0,-1 1 0,0-1 0,2-4 0,2-4 81,-2-1-1,1 1 1,-2-1-1,1 0 1,-2 0-1,0 0 1,1-20-1,-2 24 1400,2 19-1243,9 21-319,-3-19 104,0-1-1,1 0 0,0 0 0,19 14 1,12-2-2999,-36-21 1641,1 0 0,-1 0 0,1-1 0,-1 0 0,1 0 0,8-1 1,9 0-8498</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51.955"/>
    </inkml:context>
    <inkml:brush xml:id="br0">
      <inkml:brushProperty name="width" value="0.035" units="cm"/>
      <inkml:brushProperty name="height" value="0.035" units="cm"/>
    </inkml:brush>
  </inkml:definitions>
  <inkml:trace contextRef="#ctx0" brushRef="#br0">139 571 16303,'-8'-2'855,"1"1"-609,0-1 1,0 1 0,0 1 0,0 0-1,0 0 1,0 0 0,0 1 0,0-1-1,-7 3 1,11-2-182,0 0 0,0 1 1,0-1-1,0 1 0,0-1 0,0 1 0,1 0 1,-1 0-1,1 0 0,-1 0 0,1 1 1,0-1-1,0 0 0,0 1 0,0 0 0,1-1 1,-1 1-1,1 0 0,-1 0 0,1 0 0,0 0 1,0 0-1,0 0 0,1 0 0,-1 1 0,0 2 1,1 4-39,-1 1 0,1-1 1,1 0-1,0 0 0,0 1 1,1-1-1,0 0 0,1 0 1,0-1-1,1 1 0,0 0 1,0-1-1,8 11 0,-10-16-63,1 1 0,0-1 0,0 0 0,0 0 0,0 0 0,1-1 0,-1 1 0,1-1 0,0 0 0,0 0 0,0 0 0,1-1 0,-1 1 0,1-1 0,-1 0 0,1 0 0,0-1 0,0 1 0,0-1 0,0 0 0,0-1 0,0 1 0,0-1 0,0 0 0,0 0 0,0 0 0,0-1 0,9-2 0,-8 1 27,0-1 0,-1 0 0,1 0 1,-1-1-1,0 1 0,0-1 0,0 0 1,-1-1-1,1 1 0,-1-1 0,0 0 1,-1 0-1,1 0 0,-1 0 0,0-1 1,4-8-1,5-11-57,-2-2 0,9-31 0,-8 15-56,-2 1 0,-2-1 1,-1-1-1,-3 1 1,-1-1-1,-2 0 0,-3 1 1,-9-59-1,7 78 158,-2 1-1,-14-39 1,17 54 120,0-1 1,0 1 0,-1 0 0,0 0 0,0 0-1,-1 1 1,0 0 0,0 0 0,-1 0 0,-7-6-1,14 13-130,-1-1-1,1 1 1,-1-1-1,1 1 1,0 0-1,-1-1 1,1 1-1,-1 0 0,1 0 1,-1-1-1,1 1 1,-1 0-1,1 0 1,-1-1-1,1 1 1,-1 0-1,0 0 1,1 0-1,-1 0 1,1 0-1,-1 0 0,1 0 1,-1 0-1,1 0 1,-1 0-1,0 0 1,1 1-1,-1-1 1,1 0-1,-1 0 1,1 0-1,-1 1 0,1-1 1,-1 0-1,1 0 1,-1 2-1,-5 22 184,13 35-180,3-16 27,1-1 1,2-1-1,2 0 0,1-1 1,3 0-1,1-1 1,1-2-1,37 48 0,-50-75-91,0-1-1,1 0 0,0 0 1,1-1-1,0 0 0,0-1 0,18 10 1,-26-15 0,1-1 0,0 0-1,-1 1 1,1-1 0,0-1 0,0 1 0,0 0 0,0-1 0,0 1-1,0-1 1,0 0 0,0 0 0,0 0 0,0 0 0,0-1 0,0 1-1,0-1 1,0 0 0,0 1 0,-1-1 0,1-1 0,0 1 0,-1 0 0,1-1-1,0 1 1,-1-1 0,0 0 0,1 0 0,-1 0 0,0 0 0,0 0-1,0-1 1,0 1 0,0 0 0,-1-1 0,3-3 0,1-4 61,-1-1 0,1 1 1,-2-1-1,1 0 0,-1 0 0,-1-1 1,0 1-1,-1 0 0,0-1 1,-1 1-1,0-1 0,-3-21 0,3 32 31,-1 1-1,1-1 1,0 0-1,0 1 1,0-1 0,-1 1-1,1-1 1,0 1-1,0-1 1,0 0-1,0 1 1,0-1-1,0 1 1,0-1-1,0 0 1,0 1-1,0-1 1,0 1-1,1-1 1,-1 1-1,0-1 1,0 1-1,1-1 1,-1 0-1,0 1 1,1-1-1,13 8 868,0 3-1099,71 36 388,-39-30-1751,0-13-4029,-29-6-802</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52.094"/>
    </inkml:context>
    <inkml:brush xml:id="br0">
      <inkml:brushProperty name="width" value="0.035" units="cm"/>
      <inkml:brushProperty name="height" value="0.035" units="cm"/>
    </inkml:brush>
  </inkml:definitions>
  <inkml:trace contextRef="#ctx0" brushRef="#br0">0 0 13549,'0'0'1569</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52.764"/>
    </inkml:context>
    <inkml:brush xml:id="br0">
      <inkml:brushProperty name="width" value="0.035" units="cm"/>
      <inkml:brushProperty name="height" value="0.035" units="cm"/>
    </inkml:brush>
  </inkml:definitions>
  <inkml:trace contextRef="#ctx0" brushRef="#br0">161 570 13100,'0'0'1340,"-8"0"321,-4 0-1051,0 0 1,1 1 0,-1 1 0,1-1 0,0 2-1,-16 4 1,24-5-556,-1-1 0,1 0 0,0 1 0,0 0 0,0 0 0,0 0 0,0 0 0,0 0 0,0 1-1,1-1 1,-1 1 0,1 0 0,0 0 0,-1 0 0,1 0 0,1 0 0,-1 0 0,0 0 0,1 1 0,0-1 0,0 1 0,0-1-1,0 1 1,0-1 0,1 1 0,-1-1 0,1 7 0,0-6-74,1 0-1,-1 0 1,1 0 0,-1 0-1,1-1 1,0 1-1,1 0 1,-1-1 0,1 1-1,-1-1 1,1 1 0,0-1-1,0 0 1,1 0-1,-1 0 1,1 0 0,5 5-1,-6-6-46,0 0 0,1-1-1,-1 0 1,0 1 0,1-1 0,-1 0-1,1 0 1,-1 0 0,1-1-1,0 1 1,-1 0 0,1-1 0,0 0-1,0 0 1,-1 0 0,1 0-1,0 0 1,-1 0 0,1-1 0,0 1-1,-1-1 1,1 0 0,0 0-1,-1 0 1,1 0 0,-1 0 0,4-3-1,-1 0 50,0 0 0,0-1 0,0 1-1,-1-1 1,0 0 0,1-1-1,-2 1 1,1-1 0,-1 0 0,0 0-1,0 0 1,0 0 0,-1 0 0,2-10-1,3-12-23,7-56 0,-8 29 26,-3 0-1,-5-88 1,0 119 19,-1 0 0,-1 0 0,-1 0 0,-1 0 0,-1 1-1,-1 0 1,-2 0 0,-14-28 0,21 47 108,-1-1 0,1 0 1,-1 1-1,0 0 0,0 0 0,-8-7 1,11 11-94,0-1 0,1 1 0,-1-1 0,1 1 1,-1-1-1,0 1 0,0-1 0,1 1 0,-1 0 1,0-1-1,0 1 0,1 0 0,-1 0 0,0-1 1,0 1-1,0 0 0,1 0 0,-1 0 0,0 0 1,0 0-1,0 0 0,0 0 0,1 1 0,-1-1 1,0 0-1,0 0 0,0 1 0,1-1 0,-1 0 1,0 1-1,1-1 0,-1 1 0,0-1 0,1 1 1,-1-1-1,0 1 0,1-1 0,-1 1 0,1 0 1,-1-1-1,1 1 0,-1 0 0,1-1 0,0 1 1,-1 0-1,1 0 0,0-1 0,-1 1 0,1 0 1,0 0-1,0 0 0,0-1 0,0 1 0,0 1 1,-2 13 28,0 0 0,1 1 0,1-1 0,0 0 1,2 0-1,-1 0 0,2 1 0,0-2 0,1 1 1,0 0-1,1-1 0,1 0 0,11 22 0,-2-8 75,2 0-1,1 0 1,1-2-1,1 0 1,32 31-1,-40-46-104,0 0-1,1-1 1,0 0-1,0-1 1,1-1 0,1 0-1,-1-1 1,1 0-1,0-2 1,27 8 0,-35-11-12,1-1 0,0 0 1,-1 0-1,1-1 1,0 1-1,0-2 0,-1 1 1,1-1-1,0 0 1,-1-1-1,1 0 0,-1 0 1,1 0-1,-1-1 0,0 0 1,0-1-1,0 0 1,0 0-1,-1 0 0,0-1 1,0 0-1,0 0 1,10-11-1,-7 4-16,0-1 0,-1 1 0,0-1 0,-1 0-1,9-27 1,-13 32 8,0 0-1,-1 0 1,0 0-1,0 0 1,-1-1-1,0 1 1,-1-1-1,0 1 1,0 0-1,-1-1 1,-2-15-1,2 22 4,0 0-1,0 0 1,1 0 0,-1 0-1,0 0 1,-1 0-1,1 1 1,0-1-1,-1 0 1,1 1 0,0-1-1,-1 1 1,0-1-1,1 1 1,-1 0-1,0-1 1,0 1 0,0 0-1,0 0 1,0 0-1,0 1 1,0-1-1,0 0 1,0 1 0,0-1-1,0 1 1,-1 0-1,1 0 1,0 0-1,0 0 1,0 0 0,0 0-1,-1 1 1,1-1-1,0 1 1,0-1-1,-4 3 1,-1-1 10,-1 1 0,1 0 1,0 0-1,0 0 0,0 1 0,1 1 0,-1-1 0,1 1 1,-7 6-1,8-7-7,2 1 0,-1-1 1,0 1-1,1-1 0,0 1 1,0 0-1,0 0 0,0 0 0,1 1 1,0-1-1,0 1 0,1-1 1,-1 1-1,1-1 0,1 1 0,-1 0 1,1 0-1,0-1 0,0 1 1,2 10-1,-1-11 2,1 0 1,0 0-1,0-1 1,1 1-1,-1-1 1,1 1-1,0-1 1,1 0-1,-1 0 1,1 0-1,-1-1 1,1 1-1,0-1 1,0 0-1,1 0 1,-1 0-1,0 0 0,1-1 1,0 0-1,0 0 1,0 0-1,0-1 1,6 2-1,7 0-61,-1 0 0,1-1 0,0-1 0,0 0 0,-1-2 0,1 0 0,0-1 0,-1-1 0,1 0 0,-1-1 0,23-9 0,0-3-1534,-1-1 1,0-2-1,57-37 1,-37 16-4007</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53.214"/>
    </inkml:context>
    <inkml:brush xml:id="br0">
      <inkml:brushProperty name="width" value="0.035" units="cm"/>
      <inkml:brushProperty name="height" value="0.035" units="cm"/>
    </inkml:brush>
  </inkml:definitions>
  <inkml:trace contextRef="#ctx0" brushRef="#br0">284 1 14318,'-13'0'1110,"-11"0"-226,0 1-1,0 0 1,0 2-1,1 1 1,-34 10 0,51-12-723,-1 0 0,1 1 1,0 0-1,1 0 0,-1 1 1,0-1-1,1 1 0,0 0 1,0 1-1,0-1 1,-6 8-1,8-7-166,0-1 0,1 1 0,0-1 0,0 1 0,0 0 0,0 0 0,1 0 0,0 0 0,0 0 0,0 0 0,0 0 0,1 0 0,0 0 0,0 0 0,0 0 0,1 1 0,1 4 0,-1-5-81,0-1-1,1 0 0,-1 0 1,1 0-1,0 0 1,0-1-1,1 1 1,-1 0-1,1-1 1,-1 0-1,1 1 1,0-1-1,0 0 1,1-1-1,-1 1 1,1 0-1,-1-1 1,1 0-1,0 0 1,0 0-1,5 2 0,-5-3-42,-1 1-1,1-1 1,0 0-1,0 0 1,-1-1-1,1 1 1,0-1-1,0 1 1,0-1-1,0-1 0,0 1 1,0 0-1,-1-1 1,1 0-1,0 0 1,0 0-1,-1 0 1,1-1-1,0 1 0,-1-1 1,1 0-1,-1 0 1,4-3-1,-1-1 136,-1 0 0,1 0 1,-1 0-1,0-1 0,-1 0 0,0 0 0,0 0 0,0-1 0,-1 1 0,0-1 0,-1 0 1,1 0-1,-2 0 0,3-12 0,-1-40 4317,28 88-3463,-20-20-902,1 1 1,1-1-1,0-1 1,0-1 0,0 1-1,1-2 1,0 0-1,21 4 1,-28-7-433,1-1 0,0 0-1,0-1 1,0 0 0,0 0 0,0-1 0,12-2-1,-15 2-260,0-1-1,0 1 0,-1-1 1,1 0-1,0-1 0,-1 1 0,1-1 1,-1 0-1,0 0 0,0 0 1,0 0-1,5-6 0,8-14-3727</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7:53.509"/>
    </inkml:context>
    <inkml:brush xml:id="br0">
      <inkml:brushProperty name="width" value="0.035" units="cm"/>
      <inkml:brushProperty name="height" value="0.035" units="cm"/>
    </inkml:brush>
  </inkml:definitions>
  <inkml:trace contextRef="#ctx0" brushRef="#br0">12 145 1986,'0'0'3715,"0"-7"-533,0 2-2237,0-23 596,-10 11 3671,8 22-2391,3 24-2167,5-4-264,-4-13-337,1 0 1,0 0-1,1-1 1,0 1-1,1-1 0,6 12 1,-10-22-54,-1-1 0,1 0 0,-1 1-1,1-1 1,0 0 0,-1 1 0,1-1 0,-1 0 0,1 0 0,0 1 0,-1-1 0,1 0 0,-1 0 0,1 0 0,0 0 0,-1 0 0,1 0 0,0 0-1,-1 0 1,1 0 0,0 0 0,-1 0 0,1 0 0,-1-1 0,1 1 0,0 0 0,-1 0 0,1-1 0,-1 1 0,1 0 0,-1-1 0,1 1 0,-1-1-1,1 1 1,-1 0 0,1-1 0,0 0 0,19-21 53,-18 19-50,25-30 11,-11 11-10,0 1 0,2 1 0,1 1 1,0 0-1,1 1 0,38-25 0,-54 41 0,1-1-1,0 1 1,-1 0 0,1 0 0,0 1 0,0-1 0,1 1-1,-1 0 1,0 1 0,0-1 0,1 1 0,-1 0-1,0 0 1,0 0 0,1 1 0,-1 0 0,8 2 0,-2 2-47,0 0 0,0 0 1,0 1-1,-1 1 0,0 0 1,12 10-1,4 0-2059,-6-10-2832,8-6-7819</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00.824"/>
    </inkml:context>
    <inkml:brush xml:id="br0">
      <inkml:brushProperty name="width" value="0.035" units="cm"/>
      <inkml:brushProperty name="height" value="0.035" units="cm"/>
    </inkml:brush>
  </inkml:definitions>
  <inkml:trace contextRef="#ctx0" brushRef="#br0">126 0 641,'-10'5'-534,"-11"7"460,3-1 158,0-1 0,0-1-1,-22 8 1,41-18 161,1 1 0,-1-1-1,0 0 1,0 0 0,0 1-1,0-1 1,0 0-1,0 0 1,0 0 0,0 0-1,0 0 1,0-1 0,0 1-1,-1 0 1,1 0 0,0-1-1,-1 1 1,1 0 0,-1 0-1,0-1 1,1 1 0,-1-1-1,0 1 1,0 0-1,0-3 1,8-18 3313,-7 22-3556,1 0 0,-1-1 0,1 1 0,-1 0 0,0 0 0,1 0 0,-1 0 0,1 0 0,-1 0 0,1 1 0,-1-1 0,1 0 0,-1 1 0,0-1 0,3 2 0,-1-1-45,8 0-304</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08.562"/>
    </inkml:context>
    <inkml:brush xml:id="br0">
      <inkml:brushProperty name="width" value="0.035" units="cm"/>
      <inkml:brushProperty name="height" value="0.035" units="cm"/>
    </inkml:brush>
  </inkml:definitions>
  <inkml:trace contextRef="#ctx0" brushRef="#br0">0 1 1409,'0'0'8686,"3"11"-8558,73 333 1747,-45-184-1054,15 59 64,142 726 1243,-52 12-1607,-82-369 578,93 878 55,19-246-759,-64-487-235,-54-403-5290,-46-298-1442</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09.441"/>
    </inkml:context>
    <inkml:brush xml:id="br0">
      <inkml:brushProperty name="width" value="0.035" units="cm"/>
      <inkml:brushProperty name="height" value="0.035" units="cm"/>
    </inkml:brush>
  </inkml:definitions>
  <inkml:trace contextRef="#ctx0" brushRef="#br0">0 1105 897,'0'0'9278,"10"-2"-9091,667-82 1015,-473 67-952,2522-290 4464,-25 3-2974,-1731 215-1376,810-78 382,-1698 159-728,265-38-303,-291 27-1514,-24-4-2268,-3-15-5975</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11.671"/>
    </inkml:context>
    <inkml:brush xml:id="br0">
      <inkml:brushProperty name="width" value="0.035" units="cm"/>
      <inkml:brushProperty name="height" value="0.035" units="cm"/>
    </inkml:brush>
  </inkml:definitions>
  <inkml:trace contextRef="#ctx0" brushRef="#br0">4942 544 1089,'0'0'1356,"5"-9"-972,5-7 13,7-8 1067,-2 0 1,-2-1-1,0-1 1,13-35 0,-26 60-1385,0 0 1,0 0 0,0 0 0,0 0-1,0 1 1,0-1 0,0 0 0,0 0-1,0 0 1,-1 0 0,1 0 0,0 0-1,0 0 1,-1 1 0,1-1 0,-1 0-1,1 0 1,-1 0 0,1 1 0,-1-1-1,1 0 1,-1 1 0,0-1 0,0 0-1,-28-14 557,-45 0-683,56 12 410,-171-26-115,-369-9-1,334 42-1930,-307 45 1,267-5-562,1 12 1,3 12 0,-405 163 0,448-137 2295,5 9 1,4 10-1,6 8 0,5 10 1,-228 195-1,405-308 160,-60 48 546,-132 146 0,192-189-537,1 2 0,1 0 0,1 1 0,1 0 1,1 2-1,2 0 0,1 0 0,1 1 0,1 1 1,-10 57-1,13-30 1265,3-1-1,2 1 1,9 103 0,-4-140-1381,1 1 0,0-1 0,1 0 0,2 0 0,0 0 1,1-1-1,10 19 0,-11-26-68,0-1 1,1 0 0,0 0-1,1-1 1,0-1-1,0 1 1,1-1 0,0-1-1,1 0 1,0 0-1,0-1 1,15 7-1,8 1 173,2-2-1,-1-1 1,59 11-1,116 8 369,-113-18-478,77 13-3,62 10 104,304 7 0,-362-46 216,0-8 0,338-67 0,-337 36-49,189-71 0,158-100 1584,-379 149-1428,425-195 1225,-22-39-1009,-380 185-60,173-152-1,-318 246-674,-2-2 1,-1-1-1,0 0 0,-2-2 0,0 0 0,-2-1 0,-1-1 1,0-1-1,-3 0 0,0-2 0,-1 1 0,-2-1 1,-1-1-1,-2 0 0,0 0 0,-2-1 0,-2 0 0,2-41 1,-6 40 25,-1 0 0,-1 0 1,-1 1-1,-3-1 1,0 1-1,-2 0 1,-1 1-1,-1 0 0,-2 0 1,-1 1-1,-1 1 1,-2 0-1,-18-26 0,9 21-43,-1 1 0,-1 1 0,-2 1 0,-1 1 0,-1 2 0,-1 1 0,-41-25 0,21 20-37,-2 2 1,-2 2-1,0 3 1,-69-19-1,14 12-392,-155-22 0,-104 9-1578,302 37 1653,-217-29-3658,133-1-1454</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13.922"/>
    </inkml:context>
    <inkml:brush xml:id="br0">
      <inkml:brushProperty name="width" value="0.035" units="cm"/>
      <inkml:brushProperty name="height" value="0.035" units="cm"/>
    </inkml:brush>
  </inkml:definitions>
  <inkml:trace contextRef="#ctx0" brushRef="#br0">56 98 1217,'0'0'2274,"4"-8"-1089,23-77 1276,-27 85-2464,0 0 0,0-1 0,0 1 0,0 0 0,0 0 0,0 0 0,0 0 0,0-1 0,0 1 0,0 0 0,0 0 0,0 0-1,0 0 1,0-1 0,0 1 0,0 0 0,0 0 0,0 0 0,1 0 0,-1 0 0,0-1 0,0 1 0,0 0 0,0 0 0,0 0 0,0 0 0,1 0-1,-1 0 1,0 0 0,0-1 0,0 1 0,0 0 0,1 0 0,-1 0 0,0 0 0,0 0 0,0 0 0,0 0 0,1 0 0,-1 0 0,0 0-1,0 0 1,0 0 0,0 0 0,1 0 0,-1 0 0,0 0 0,0 0 0,0 0 0,1 1 0,6 9-156,4 14-75,-11-18 302,1 1 1,-1 0 0,-1-1 0,1 1 0,-1 0 0,0-1 0,-1 1-1,1 0 1,-1-1 0,0 0 0,-1 1 0,0-1 0,-3 6 0,4-9 9,-1 1 0,1-1 0,-1 0 0,1 1 0,-1-1 0,0 0 0,0-1 0,-1 1 0,1-1 0,-1 1 1,1-1-1,-1 0 0,0 0 0,1 0 0,-1-1 0,0 1 0,0-1 0,0 0 0,0 0 0,-1-1 0,1 1 0,-5-1 1,9 0-69,0 0 0,-1 0 0,1 0 1,0 0-1,0 0 0,-1-1 0,1 1 1,0 0-1,0 0 0,-1 0 0,1 0 1,0-1-1,0 1 0,-1 0 0,1 0 1,0-1-1,0 1 0,0 0 1,0 0-1,0-1 0,-1 1 0,1 0 1,0-1-1,0 1 0,0 0 0,0 0 1,0-1-1,0 1 0,0 0 0,0-1 1,0 1-1,0 0 0,0-1 1,0 1-1,0 0 0,0 0 0,0-1 1,0 1-1,1 0 0,-1-1 0,0 1 1,0 0-1,0 0 0,0-1 0,1 1 1,-1 0-1,0 0 0,0 0 1,0-1-1,1 1 0,-1 0 0,0 0 1,0 0-1,1-1 0,14-13 7,-13 13-27,1 1 0,-1-1 0,0 1 0,0 0 0,0 0 0,1 0 0,-1 0 0,0 0 0,0 1 0,0-1 0,1 1 0,-1-1 0,0 1 0,0 0 0,0 0 0,0 0 0,0 0 0,0 0 0,0 0 0,-1 1 0,1-1 0,0 0 0,-1 1 0,1 0 0,-1-1-1,1 1 1,-1 0 0,0 0 0,0 0 0,0 0 0,0 0 0,0 0 0,0 0 0,0 0 0,-1 0 0,2 4 0,1 5 282,-1 0 0,0 0 0,0 1 0,-1-1-1,-1 22 1,-1-32-217,1 0 0,0 0 0,0 0-1,-1-1 1,1 1 0,0 0 0,-1 0 0,1 0-1,-1-1 1,1 1 0,-1 0 0,1 0 0,-1-1-1,0 1 1,1-1 0,-1 1 0,0 0 0,1-1-1,-1 1 1,0-1 0,0 0 0,1 1 0,-1-1-1,0 0 1,0 1 0,0-1 0,0 0 0,-1 0-1,-26 3 1128,66-10-830,-33 7-371,-1 1-1,1 0 0,0 0 1,-1 0-1,1 1 0,-1-1 1,0 1-1,1 0 1,4 4-1,-7-6 14,-1 1 0,0 0 1,1 0-1,-1-1 0,0 1 0,0 0 0,0 0 0,1 0 1,-1 0-1,0 0 0,0 1 0,-1-1 0,1 0 0,0 0 1,0 1-1,-1-1 0,1 0 0,0 1 0,-1-1 0,1 1 1,-1-1-1,0 1 0,0-1 0,1 0 0,-1 1 0,0-1 1,0 1-1,0-1 0,-1 1 0,1-1 0,0 1 0,0-1 1,-1 1-1,0 1 0,0-2 16,-1 0 0,1 0 0,0-1 0,-1 1 0,1 0-1,-1 0 1,0-1 0,1 1 0,-1-1 0,1 1 0,-1-1 0,0 0 0,1 0 0,-1 0 0,0 0 0,1 0 0,-1 0 0,0 0 0,-1-1 0,-33-7 245,34 7-248,0 0 0,1-1 0,-1 1 1,0 0-1,1-1 0,-1 1 0,1-1 1,-1 1-1,1-1 0,0 0 1,0 0-1,0 1 0,0-1 0,0 0 1,0 0-1,0 0 0,1 0 0,-1 0 1,1 0-1,-1-1 0,1 1 1,0 0-1,0 0 0,0 0 0,0 0 1,0 0-1,0 0 0,1-1 0,-1 1 1,1 0-1,0 0 0,-1 0 1,1 0-1,0 0 0,0 1 0,0-1 1,0 0-1,0 0 0,1 0 0,-1 1 1,1-1-1,-1 1 0,1-1 1,-1 1-1,1 0 0,0-1 0,0 1 1,-1 0-1,1 0 0,0 0 0,0 1 1,0-1-1,0 0 0,0 1 1,0-1-1,0 1 0,4-1 0,-2 1-36,-1 0 0,1 1 0,0-1 0,0 1 0,0 0 0,0 0 0,-1 0 0,1 0 0,0 1 0,-1-1 0,1 1 0,-1 0 0,0 0 0,0 0 0,5 5 0,-6-6 20,0 1 0,-1-1-1,1 1 1,-1 0-1,1-1 1,-1 1-1,0 0 1,0 0-1,0 0 1,0 0-1,0 0 1,0 0 0,-1 1-1,1-1 1,-1 0-1,1 0 1,-1 0-1,0 1 1,0-1-1,0 0 1,0 0 0,0 1-1,0-1 1,-1 0-1,1 0 1,-1 0-1,0 1 1,1-1-1,-2 2 1,0-2 32,1-1 0,-1 1 0,1-1 0,-1 1 1,1-1-1,-1 0 0,0 0 0,1 0 0,-1 0 0,0 0 0,0 0 1,0 0-1,0 0 0,0-1 0,0 1 0,0-1 0,0 1 0,0-1 0,0 0 1,0 0-1,-1 0 0,1 0 0,0 0 0,0-1 0,0 1 0,0-1 1,0 1-1,0-1 0,0 0 0,0 1 0,0-1 0,1 0 0,-1 0 0,0-1 1,0 1-1,1 0 0,-1 0 0,1-1 0,-1 1 0,1-1 0,-1 0 1,1 1-1,0-1 0,0 0 0,0 0 0,0 0 0,-1-2 0,2 3-24,0-1 0,0 1 0,0 0-1,0-1 1,0 1 0,0 0 0,0-1 0,0 1-1,1 0 1,-1 0 0,1-1 0,-1 1-1,1 0 1,-1 0 0,1-1 0,0 1 0,-1 0-1,1 0 1,0 0 0,0 0 0,0 0 0,0 0-1,0 0 1,0 1 0,0-1 0,0 0-1,0 0 1,1 1 0,-1-1 0,0 1 0,0-1-1,0 1 1,1 0 0,-1-1 0,0 1-1,1 0 1,-1 0 0,3 0 0,-3-1-14,1 1 1,-1 0-1,1 1 1,-1-1 0,1 0-1,-1 0 1,1 0-1,0 1 1,-1-1-1,0 1 1,1 0-1,-1-1 1,1 1-1,-1 0 1,0 0-1,1-1 1,-1 1 0,0 0-1,0 1 1,0-1-1,0 0 1,0 0-1,0 0 1,0 1-1,0-1 1,0 0-1,0 1 1,-1-1-1,1 0 1,-1 1 0,1-1-1,-1 1 1,1 1-1,-1-1 15,0-1 0,0 0 0,0 0 0,0 0 0,0 0 0,0 1 0,0-1 0,0 0-1,0 0 1,0 0 0,-1 0 0,1 0 0,-1 0 0,1 1 0,-1-1 0,1 0 0,-1 0 0,1 0 0,-1 0 0,0-1 0,0 1-1,1 0 1,-1 0 0,0 0 0,0 0 0,0-1 0,0 1 0,0-1 0,0 1 0,-1 0 0,-1 0 23,0 0-1,1-1 1,-1 1 0,0-1 0,0 0-1,1 0 1,-1 0 0,0 0 0,0 0-1,1 0 1,-1-1 0,-4-1 0,5 1-8,0 0-1,1 0 1,0 0 0,-1 0 0,1 0-1,0 0 1,-1-1 0,1 1 0,0-1-1,0 1 1,0 0 0,0-1 0,1 0 0,-1 1-1,0-1 1,0 0 0,1 1 0,-1-1-1,1 0 1,0 1 0,0-1 0,-1 0-1,1 0 1,0 0 0,0 1 0,1-1-1,-1-2 1,0 2-21,0 1 1,0-1-1,0 0 0,0 0 0,1 1 1,-1-1-1,0 0 0,1 1 0,-1-1 0,1 0 1,0 1-1,0-1 0,-1 1 0,1-1 0,0 1 1,0-1-1,0 1 0,1 0 0,-1-1 0,0 1 1,0 0-1,1 0 0,-1 0 0,0 0 1,1 0-1,-1 0 0,1 1 0,2-2 0,-3 2-18,1 0 0,-1 0 0,1 0 0,-1 0 0,1 0 0,-1 0 0,1 0 0,-1 1 0,0-1 0,1 1 0,-1-1-1,1 1 1,-1-1 0,0 1 0,1 0 0,-1 0 0,0 0 0,0-1 0,0 1 0,0 0 0,0 1 0,0-1 0,2 2 0,-1 1-17,0-1 0,0 1 1,0-1-1,-1 1 1,1 0-1,-1 0 1,0 0-1,0 0 1,0 5-1,0-5 41,0-1-1,-1 1 1,1 0-1,-1 0 1,0 0 0,0 0-1,-1 0 1,1 0-1,-1-1 1,0 1-1,0 0 1,0 0-1,0-1 1,-1 1-1,1-1 1,-1 1-1,0-1 1,0 0-1,-1 1 1,-3 3-1,6-6 16,-1-1 1,0 1-1,0-1 0,0 1 0,1-1 0,-1 1 0,0-1 0,0 0 0,0 1 0,0-1 0,0 0 1,0 0-1,0 1 0,0-1 0,0 0 0,0 0 0,0 0 0,0 0 0,0-1 0,0 1 0,0 0 0,1 0 1,-1 0-1,0-1 0,0 1 0,0 0 0,0-1 0,0 1 0,0-1 0,-1 0 0,1-1 4,0 0-1,-1 0 0,1 0 0,0 0 0,0 0 0,0 0 1,0 0-1,0 0 0,0 0 0,1 0 0,-1-1 0,1-3 1,-1 2-15,0 0 0,1-1 0,0 1 0,0 0 0,0 0 0,0 0 0,1 0 0,0 0 0,0-1 0,0 1 0,0 0 0,0 1 0,1-1 0,0 0 0,2-4 0,-3 7-12,0 0 1,0 0-1,0 0 0,0 0 0,0 0 0,0 1 0,0-1 1,0 0-1,0 0 0,0 1 0,0-1 0,1 1 1,-1-1-1,0 1 0,0-1 0,1 1 0,-1 0 1,0 0-1,1 0 0,-1 0 0,0 0 0,1 0 1,-1 0-1,0 0 0,1 0 0,-1 0 0,0 1 0,1-1 1,-1 1-1,0-1 0,0 1 0,0-1 0,1 1 1,-1 0-1,0-1 0,0 1 0,0 0 0,0 0 1,1 1-1,0 1-22,0 0 0,0 0 0,0 0 0,0 0 0,-1 1 0,1-1 0,-1 0 0,0 1 0,0-1 0,0 0 1,-1 1-1,1-1 0,-1 6 0,0-9 36,0 0 0,0 1 1,0-1-1,0 0 1,0 0-1,0 1 0,0-1 1,0 0-1,0 0 0,0 1 1,0-1-1,-1 0 0,1 0 1,0 1-1,0-1 0,0 0 1,0 0-1,0 0 1,-1 1-1,1-1 0,0 0 1,0 0-1,0 0 0,-1 0 1,1 1-1,0-1 0,0 0 1,-1 0-1,1 0 0,0 0 1,0 0-1,0 0 1,-1 0-1,1 0 0,0 0 1,0 0-1,-1 0 0,1 0 1,0 0-1,-1 0 0,1 0 1,0 0-1,0 0 0,-1 0 1,1 0-1,0 0 1,0 0-1,0 0 0,-1 0 1,1-1-1,0 1 0,0 0 1,-1 0-1,1 0 0,0 0 1,0-1-1,0 1 0,0 0 1,-1 0-1,1 0 1,0-1-1,0 1 0,-13-14 384,12 11-383,0 1 1,0-1-1,0 1 1,0-1-1,0 1 0,1-1 1,-1 1-1,1-1 1,0 0-1,0 1 1,0-1-1,0 0 0,0 1 1,1-1-1,-1 0 1,1 1-1,0-1 1,0 1-1,0-1 1,2-4-1,-1 5-39,0 0-1,0 1 1,0-1 0,0 0-1,1 1 1,-1-1-1,0 1 1,1 0 0,-1 0-1,1 0 1,-1 0 0,1 0-1,0 1 1,-1-1 0,1 1-1,0-1 1,-1 1-1,1 0 1,4 1 0,5-1-2008,-3 0-1638</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15.723"/>
    </inkml:context>
    <inkml:brush xml:id="br0">
      <inkml:brushProperty name="width" value="0.035" units="cm"/>
      <inkml:brushProperty name="height" value="0.035" units="cm"/>
    </inkml:brush>
  </inkml:definitions>
  <inkml:trace contextRef="#ctx0" brushRef="#br0">118 1 8712,'0'0'1276,"-7"10"-1335,3-3 51,1-2 8,-1 0 0,1 0 0,1 1 1,-1-1-1,1 1 0,0-1 0,0 1 1,0 0-1,1 0 0,0-1 1,0 1-1,0 7 0,1 32 334,2 0 0,1 0 0,3-1 0,2 0 0,1 0 0,27 73 0,-27-101 129,-9-29 414,-8-28-306,-14-35-288,-4 1 0,-68-140 0,91 211-250,4 8-38,7 19-79,19 34-84,-14-37 264,1-1 0,29 33 0,-42-51-87,-1 0 1,1 0-1,0-1 0,0 1 0,0 0 0,0 0 0,0-1 0,0 1 0,0 0 0,0-1 1,1 1-1,-1-1 0,0 0 0,0 1 0,0-1 0,0 0 0,1 0 0,-1 0 1,0 0-1,0 0 0,1 0 0,-1 0 0,0 0 0,0 0 0,0 0 0,1-1 1,-1 1-1,0-1 0,0 1 0,0-1 0,0 1 0,0-1 0,0 1 0,0-1 1,0 0-1,0 0 0,0 1 0,0-1 0,0 0 0,0 0 0,-1 0 0,1 0 1,0 0-1,-1 0 0,1 0 0,0-2 0,5-7 30,-1 1-1,0-2 1,6-18-1,-9 24-50,4-11-4,-1 0 0,0 0 0,-1-1 0,-1 0 0,-1 1 0,1-24 0,-3 40-160,-1 27-299,0-14 554,2 1 0,-1-1-1,2 0 1,0 1 0,5 18 0,-5-26-262,0 1 0,1-1 0,0 0 0,0 1 0,1-1 0,0-1 0,0 1 0,0 0 0,0-1 0,1 0 0,0 0 0,7 5 0,0-3-3831,0-6-1405</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15.904"/>
    </inkml:context>
    <inkml:brush xml:id="br0">
      <inkml:brushProperty name="width" value="0.035" units="cm"/>
      <inkml:brushProperty name="height" value="0.035" units="cm"/>
    </inkml:brush>
  </inkml:definitions>
  <inkml:trace contextRef="#ctx0" brushRef="#br0">2 0 12876,'0'0'1249,"-2"49"-1377,2-29 128,0 3 64,0-1-64,0 0 96,0 1-320,2-1-1089,0-8-2659</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16.091"/>
    </inkml:context>
    <inkml:brush xml:id="br0">
      <inkml:brushProperty name="width" value="0.035" units="cm"/>
      <inkml:brushProperty name="height" value="0.035" units="cm"/>
    </inkml:brush>
  </inkml:definitions>
  <inkml:trace contextRef="#ctx0" brushRef="#br0">111 0 11627,'0'0'384,"0"59"-512,-6-31 160,-6 3 32,-2-1 0,-4 2-32,0 1-224,-3-1-1666,0-4-1569</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16.776"/>
    </inkml:context>
    <inkml:brush xml:id="br0">
      <inkml:brushProperty name="width" value="0.035" units="cm"/>
      <inkml:brushProperty name="height" value="0.035" units="cm"/>
    </inkml:brush>
  </inkml:definitions>
  <inkml:trace contextRef="#ctx0" brushRef="#br0">47 380 8232,'0'0'4169,"-3"-10"-3555,-5-19-231,2-1 0,1 0 0,2 0 0,-1-50 0,-7-66-99,8 135-117,1 12-91,1 25-99,4 41-31,0-57 69,0-1 0,0 1 0,1-1 0,0 1 0,1-1 0,0 0 0,0-1 0,1 1 0,0-1 0,13 14-1,-17-20 2,0 0-1,0-1 1,0 1-1,0 0 1,0 0-1,0-1 0,1 1 1,-1-1-1,0 0 1,1 0-1,0 0 1,-1 0-1,1 0 0,-1 0 1,1-1-1,0 1 1,0-1-1,-1 0 1,1 0-1,0 0 0,0 0 1,-1 0-1,1-1 1,0 1-1,-1-1 1,1 0-1,0 0 0,-1 0 1,1 0-1,-1 0 1,1 0-1,-1-1 1,0 1-1,0-1 1,0 0-1,1 1 0,-1-1 1,-1 0-1,1 0 1,0-1-1,0 1 1,-1 0-1,3-5 0,1-1-5,0 0 0,-1 0-1,0 0 1,0-1 0,-1 1-1,0-1 1,-1 0 0,0 0-1,1-11 1,0-6 13,-2 1 0,-2-28 0,-1 46-340,-1 17 1,-1 15 111,4-15 135,0 0 0,0-1 1,1 1-1,0-1 1,1 1-1,0-1 0,0 1 1,1-1-1,0 0 1,1 0-1,0-1 0,0 1 1,1-1-1,0 0 0,1 0 1,-1 0-1,1-1 1,1 1-1,0-2 0,0 1 1,0-1-1,1 0 0,9 6 1,6-1-3631,-2-6-1291</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17.057"/>
    </inkml:context>
    <inkml:brush xml:id="br0">
      <inkml:brushProperty name="width" value="0.035" units="cm"/>
      <inkml:brushProperty name="height" value="0.035" units="cm"/>
    </inkml:brush>
  </inkml:definitions>
  <inkml:trace contextRef="#ctx0" brushRef="#br0">36 95 9769,'1'-7'1709,"0"-80"3394,-1 86-4948,0 8-225,-1 7 100,-1 1-1,0-1 0,-1 0 0,-7 21 0,5-21-300,1 0-1,1 1 1,0 0-1,-1 23 1,4-37 212,-1 0 0,1 0 0,0 0 0,1 0 0,-1 0 0,0 1 1,0-1-1,0 0 0,1 0 0,-1 0 0,0 0 0,1 0 0,-1 0 1,1 0-1,-1 0 0,1 0 0,0-1 0,-1 1 0,1 0 0,0 0 0,0 0 1,-1-1-1,1 1 0,0 0 0,0-1 0,0 1 0,0-1 0,0 1 1,2 0-1,0 0-39,0-1-1,0 0 1,0 1 0,1-1 0,-1 0 0,0 0 0,0-1-1,0 1 1,1-1 0,3-1 0,4-1-76,1-1 0,-1-1 0,0 0 0,18-11 0,-3-3-265,37-33 0,-54 43-408,-1 0 0,1 0 0,-2-1-1,8-11 1,1-10-4529</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17.261"/>
    </inkml:context>
    <inkml:brush xml:id="br0">
      <inkml:brushProperty name="width" value="0.035" units="cm"/>
      <inkml:brushProperty name="height" value="0.035" units="cm"/>
    </inkml:brush>
  </inkml:definitions>
  <inkml:trace contextRef="#ctx0" brushRef="#br0">92 1 14382,'0'0'928,"51"35"-1248,-26 10 320,-1 10 64,-8 10 64,-16 12 0,-3 6 33,-25 10 159,-17 0-608,-14-8-2915,-14-13-2595</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17.588"/>
    </inkml:context>
    <inkml:brush xml:id="br0">
      <inkml:brushProperty name="width" value="0.035" units="cm"/>
      <inkml:brushProperty name="height" value="0.035" units="cm"/>
    </inkml:brush>
  </inkml:definitions>
  <inkml:trace contextRef="#ctx0" brushRef="#br0">98 2 8200,'0'0'2050,"-42"-1"832,22 15-1024,2 23-1890,6 19-96,7 16-96,5 9 1057,4 5-65,22 0 1,16-10-64,14-20-1890,6-32-3172</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19.040"/>
    </inkml:context>
    <inkml:brush xml:id="br0">
      <inkml:brushProperty name="width" value="0.035" units="cm"/>
      <inkml:brushProperty name="height" value="0.035" units="cm"/>
    </inkml:brush>
  </inkml:definitions>
  <inkml:trace contextRef="#ctx0" brushRef="#br0">1 0 384,'12'85'769,"-5"0"96,-3-6-449</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19.257"/>
    </inkml:context>
    <inkml:brush xml:id="br0">
      <inkml:brushProperty name="width" value="0.035" units="cm"/>
      <inkml:brushProperty name="height" value="0.035" units="cm"/>
    </inkml:brush>
  </inkml:definitions>
  <inkml:trace contextRef="#ctx0" brushRef="#br0">1 1 9513,'0'0'1986,"14"57"-2082,-6-26 128,3 9-64,-4 7 160,1 2 0,-3 3-64,-1 2-96,0 1-256,-2 0-1025,3-4-769,1-5-1314</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19.399"/>
    </inkml:context>
    <inkml:brush xml:id="br0">
      <inkml:brushProperty name="width" value="0.035" units="cm"/>
      <inkml:brushProperty name="height" value="0.035" units="cm"/>
    </inkml:brush>
  </inkml:definitions>
  <inkml:trace contextRef="#ctx0" brushRef="#br0">1 0 7687,'0'0'1281,"0"59"-704,0-32 448,0 5-673,4 2-127,2 0-65,-2 0 64,-4-8-64,0-14-4292</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20.570"/>
    </inkml:context>
    <inkml:brush xml:id="br0">
      <inkml:brushProperty name="width" value="0.035" units="cm"/>
      <inkml:brushProperty name="height" value="0.035" units="cm"/>
    </inkml:brush>
  </inkml:definitions>
  <inkml:trace contextRef="#ctx0" brushRef="#br0">0 43 5541,'0'0'449,"58"-13"-577,-26 6-33,5 5 290,1-1-97,4 3 32,2 0 0,1 0-64,-1-6-64,-3-5-5798</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20.755"/>
    </inkml:context>
    <inkml:brush xml:id="br0">
      <inkml:brushProperty name="width" value="0.035" units="cm"/>
      <inkml:brushProperty name="height" value="0.035" units="cm"/>
    </inkml:brush>
  </inkml:definitions>
  <inkml:trace contextRef="#ctx0" brushRef="#br0">1 13 10282,'0'0'480,"58"0"-1313,-31 0 769,4 0 64,3 3 32,5 0 0,3-2 32,4-1-96,6-3-2530,1-13-3428</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23.081"/>
    </inkml:context>
    <inkml:brush xml:id="br0">
      <inkml:brushProperty name="width" value="0.035" units="cm"/>
      <inkml:brushProperty name="height" value="0.035" units="cm"/>
    </inkml:brush>
  </inkml:definitions>
  <inkml:trace contextRef="#ctx0" brushRef="#br0">9 49 96,'0'0'-64,"-9"-48"32</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24.795"/>
    </inkml:context>
    <inkml:brush xml:id="br0">
      <inkml:brushProperty name="width" value="0.035" units="cm"/>
      <inkml:brushProperty name="height" value="0.035" units="cm"/>
    </inkml:brush>
  </inkml:definitions>
  <inkml:trace contextRef="#ctx0" brushRef="#br0">237 168 801,'0'-146'7036,"0"145"-7094,0 0 0,-1 0-1,1 0 1,0 0 0,-1 0 0,1 0 0,-1 0 0,0 0 0,1 0 0,-1 0-1,0 0 1,0 0 0,1 0 0,-1 0 0,0 1 0,0-1 0,0 0 0,0 1-1,0-1 1,0 0 0,0 1 0,0-1 0,0 1 0,0 0 0,0-1 0,-1 1-1,1 0 1,0 0 0,0 0 0,0 0 0,0 0 0,-1 0 0,1 0 0,0 0-1,0 0 1,0 0 0,0 1 0,0-1 0,-2 1 0,-46 13-2475,32-6 2430,1 1-1,-29 22 1,41-28 130,1-1 1,-1 1-1,1 0 0,0 1 0,-1-1 1,2 0-1,-1 1 0,0 0 1,1-1-1,-1 1 0,1 0 1,0 1-1,1-1 0,-1 0 0,1 0 1,0 1-1,-2 7 0,4-10 14,-1-1 1,0 1-1,1-1 0,-1 0 0,1 1 0,0-1 0,0 0 0,-1 1 1,1-1-1,0 0 0,0 0 0,0 0 0,0 0 0,0 0 1,0 0-1,1 0 0,-1 0 0,0 0 0,0 0 0,1-1 0,-1 1 1,0-1-1,1 1 0,-1-1 0,1 1 0,-1-1 0,1 0 0,-1 0 1,1 1-1,-1-1 0,2 0 0,59 1 1545,-49-1-1195,-6 0-176,10 0 67,0 0 1,0 1 0,0 1 0,23 5 0,-37-6-246,-1-1 0,1 1 0,-1 0 0,1-1 0,-1 1 0,0 0 0,1 0 0,-1 0 1,0 1-1,0-1 0,0 1 0,0-1 0,0 1 0,0 0 0,0-1 0,0 1 0,0 0 0,-1 0 0,1 0 0,-1 1 1,0-1-1,0 0 0,0 1 0,0-1 0,0 0 0,0 1 0,0-1 0,-1 1 0,1-1 0,-1 1 0,0-1 0,0 1 1,0 0-1,0-1 0,0 1 0,0-1 0,-1 1 0,0 2 0,0-2 53,-1 0 0,1 0 1,-1 0-1,0 0 0,1-1 0,-1 1 0,0-1 1,-1 1-1,1-1 0,0 0 0,-1 0 0,1 0 1,-1 0-1,0 0 0,-3 2 0,-50 22 593,41-20-658,-17 8 106,0-1 0,-1-2 0,-65 13 0,118-26-2929,7-11 599</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24.965"/>
    </inkml:context>
    <inkml:brush xml:id="br0">
      <inkml:brushProperty name="width" value="0.035" units="cm"/>
      <inkml:brushProperty name="height" value="0.035" units="cm"/>
    </inkml:brush>
  </inkml:definitions>
  <inkml:trace contextRef="#ctx0" brushRef="#br0">1 0 4100,'0'0'5605</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25.229"/>
    </inkml:context>
    <inkml:brush xml:id="br0">
      <inkml:brushProperty name="width" value="0.035" units="cm"/>
      <inkml:brushProperty name="height" value="0.035" units="cm"/>
    </inkml:brush>
  </inkml:definitions>
  <inkml:trace contextRef="#ctx0" brushRef="#br0">1 0 9001,'0'0'-65,"54"29"-3586,-34-14 3683,-2 0 513,1 1 415,-5 0-31,-1-2-192,-5-1 32,-3-1-353,-5-2-224,0 0-1665,-7-2-129,-10-2-415</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25.505"/>
    </inkml:context>
    <inkml:brush xml:id="br0">
      <inkml:brushProperty name="width" value="0.035" units="cm"/>
      <inkml:brushProperty name="height" value="0.035" units="cm"/>
    </inkml:brush>
  </inkml:definitions>
  <inkml:trace contextRef="#ctx0" brushRef="#br0">1 127 6694,'0'-7'203,"0"5"-175,0-6 19,0 1 1,0-1 0,1 1 0,0-1 0,2-9 0,-2 14-119,0 0-1,1 0 1,-1 0 0,1 0-1,-1 0 1,1 1 0,0-1-1,0 1 1,0-1-1,0 1 1,0 0 0,1 0-1,-1 0 1,1 0 0,-1 0-1,1 0 1,0 1 0,3-2-1,4-1-53,-1 1-1,1 1 1,-1-1 0,1 1-1,0 1 1,0 0 0,-1 1-1,1-1 1,0 2 0,13 1-1,-17-1 251,0 0-1,0 0 1,0 0-1,0 1 1,-1 0 0,1 0-1,-1 0 1,1 0-1,-1 1 1,0 0-1,0 1 1,0-1-1,0 1 1,-1 0 0,0 0-1,1 0 1,-1 0-1,4 7 1,-7-8-28,0-1-1,0 0 1,0 1 0,0-1 0,-1 0-1,1 1 1,-1-1 0,1 1 0,-1-1 0,0 1-1,0 0 1,0-1 0,-1 1 0,1-1-1,0 1 1,-1-1 0,0 0 0,1 1-1,-1-1 1,0 1 0,0-1 0,-1 0 0,1 0-1,0 0 1,-1 0 0,1 0 0,-1 0-1,0 0 1,-2 2 0,-7 7 198,-1-1 1,0-1-1,-23 15 1,19-15-196,-33 25-18,-24 14-3847,55-36 1031</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25.881"/>
    </inkml:context>
    <inkml:brush xml:id="br0">
      <inkml:brushProperty name="width" value="0.035" units="cm"/>
      <inkml:brushProperty name="height" value="0.035" units="cm"/>
    </inkml:brush>
  </inkml:definitions>
  <inkml:trace contextRef="#ctx0" brushRef="#br0">1 9 7847,'0'0'2146,"49"-8"-8904</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27.380"/>
    </inkml:context>
    <inkml:brush xml:id="br0">
      <inkml:brushProperty name="width" value="0.035" units="cm"/>
      <inkml:brushProperty name="height" value="0.035" units="cm"/>
    </inkml:brush>
  </inkml:definitions>
  <inkml:trace contextRef="#ctx0" brushRef="#br0">43 90 1249,'0'0'5541,"-4"-7"-9587,1 5 4038,1 0-3,0 1 1,0-1-1,0 0 1,1 1-1,-1-1 1,1 0-1,-1 0 1,1 0-1,0 0 1,0 0-1,0-1 1,0 1-1,0 0 1,0 0-1,0-3 1,1 4-18,1 0 0,-1 0 0,1 0 0,-1 0 0,1 0 0,0 0 1,-1 0-1,1 0 0,0 0 0,-1 1 0,1-1 0,0 0 0,0 1 0,0-1 0,0 0 0,-1 1 1,1-1-1,0 1 0,0-1 0,0 1 0,0 0 0,0-1 0,0 1 0,0 0 0,1 0 1,-1 0-1,0 0 0,0 0 0,1 0 0,41-2-303,-36 2 287,-5 1 79,1-1 0,0 0 0,-1 1 0,1-1 0,-1 1 0,1 0-1,-1 0 1,1 0 0,-1 0 0,0 0 0,1 1 0,-1-1 0,0 1 0,0-1 0,0 1 0,0 0 0,0 0 0,-1 0 0,1 0 0,2 4 0,-3-5 47,0 1 1,-1-1 0,1 0 0,-1 1 0,1-1 0,-1 0 0,1 1 0,-1-1 0,0 0 0,0 1 0,0-1 0,0 1 0,0-1 0,0 1 0,0-1 0,0 0 0,0 1 0,-1-1 0,1 1 0,0-1 0,-1 0 0,0 1 0,1-1-1,-1 0 1,0 0 0,1 1 0,-1-1 0,0 0 0,0 0 0,0 0 0,0 0 0,0 0 0,0 0 0,0 0 0,-1-1 0,1 1 0,0 0 0,0 0 0,-2 0 0,-4 2 40,-1 0-1,0-1 1,1 1 0,-1-1 0,0-1-1,0 0 1,0 0 0,0 0 0,0-1 0,-1-1-1,-9 0 1,17 1-136,0-1 0,1 1-1,-1 0 1,0 0 0,0 0-1,0-1 1,1 1 0,-1 0-1,0-1 1,0 1 0,1-1-1,-1 1 1,0-1 0,1 1 0,-1-1-1,0 1 1,1-1 0,-1 0-1,1 1 1,-1-1 0,1 0-1,0 1 1,-1-1 0,1 0-1,-1 0 1,1 1 0,0-1-1,0 0 1,0 0 0,-1 0 0,1 1-1,0-1 1,0 0 0,0 0-1,0 0 1,0 0 0,0 1-1,1-1 1,-1 0 0,0 0-1,0 0 1,1-1 0,0-1-110,0 0-1,0 0 1,0 0 0,1 0 0,-1 0 0,1 0-1,0 0 1,0 1 0,3-5 0,3 0-12,0 1 1,1 0-1,0 0 0,0 0 1,0 2-1,0-1 1,1 1-1,0 0 1,15-3-1,-21 6 158,0 0 0,0 0 1,1 0-1,-1 0 0,0 1 0,0 0 1,1 0-1,-1 0 0,0 0 0,0 1 0,1 0 1,-1-1-1,0 2 0,0-1 0,0 0 1,0 1-1,0 0 0,0 0 0,-1 0 0,1 0 1,0 1-1,-1-1 0,0 1 0,0 0 1,5 5-1,-7-7 41,0 0-1,-1 0 1,1-1 0,-1 1 0,1 0 0,-1 0 0,1 0 0,-1 0-1,0 0 1,1 0 0,-1 0 0,0 0 0,0 0 0,0 0 0,1 0-1,-1 0 1,0 0 0,0 0 0,-1-1 0,1 1 0,0 0 0,0 0-1,0 0 1,-1 0 0,1 0 0,-1 1 0,0 0 14,-1 0 1,1-1-1,0 1 1,-1-1 0,0 0-1,1 1 1,-1-1-1,0 0 1,1 0-1,-1 0 1,0 0-1,-2 0 1,-8 3 61,0 0 1,0-2-1,-17 3 0,25-4-158,-8 0-43,5 1-56,-1 0 0,1-1 0,-1 0-1,0-1 1,1 0 0,-1 0 0,0-1-1,0 0 1,-7-1 0,15 1 74,-1 1 0,1 0 1,0 0-1,-1 0 0,1 0 0,0 0 0,-1 0 0,1-1 0,0 1 1,-1 0-1,1 0 0,0-1 0,-1 1 0,1 0 0,0 0 0,0-1 1,-1 1-1,1 0 0,0-1 0,0 1 0,0 0 0,-1-1 1,1 1-1,0 0 0,0-1 0,0 1 0,0 0 0,0-1 0,0 1 1,0-1-1,0 1 0,0 0 0,0-1 0,0 0 0,11-8-306,20-2 500,51 2-226,-76 9 199,0 0 0,0 0 1,0 0-1,0 1 0,0-1 0,0 2 0,-1-1 0,1 1 1,0-1-1,-1 1 0,9 5 0,-13-6-65,0-1 0,0 1 0,0 0 0,0 0 0,0 0 0,-1 0 0,1 0 0,0 0 0,-1 0 0,1 0 0,-1 0 0,1 0 0,-1 0 0,1 0 0,-1 0 0,0 0 0,1 3 0</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27.693"/>
    </inkml:context>
    <inkml:brush xml:id="br0">
      <inkml:brushProperty name="width" value="0.035" units="cm"/>
      <inkml:brushProperty name="height" value="0.035" units="cm"/>
    </inkml:brush>
  </inkml:definitions>
  <inkml:trace contextRef="#ctx0" brushRef="#br0">44 0 320,'0'0'2723,"-20"47"-2147,-4-41-351</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28.085"/>
    </inkml:context>
    <inkml:brush xml:id="br0">
      <inkml:brushProperty name="width" value="0.035" units="cm"/>
      <inkml:brushProperty name="height" value="0.035" units="cm"/>
    </inkml:brush>
  </inkml:definitions>
  <inkml:trace contextRef="#ctx0" brushRef="#br0">100 1 929,'0'0'2114,"-69"76"-1538,39-50-2241</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28.666"/>
    </inkml:context>
    <inkml:brush xml:id="br0">
      <inkml:brushProperty name="width" value="0.035" units="cm"/>
      <inkml:brushProperty name="height" value="0.035" units="cm"/>
    </inkml:brush>
  </inkml:definitions>
  <inkml:trace contextRef="#ctx0" brushRef="#br0">15 38 128,'0'0'5803,"-3"-8"-4650,-9-21-240,15 63-11,152 374 785,-139-372-2080,1-1-1,34 51 1</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29.150"/>
    </inkml:context>
    <inkml:brush xml:id="br0">
      <inkml:brushProperty name="width" value="0.035" units="cm"/>
      <inkml:brushProperty name="height" value="0.035" units="cm"/>
    </inkml:brush>
  </inkml:definitions>
  <inkml:trace contextRef="#ctx0" brushRef="#br0">66 315 2402,'0'0'705,"-8"-9"-171,6 7-521,-4-3 205,1 0 0,0-1 0,1 1 0,-1-1 0,1 0 0,0 0 0,1-1 1,-1 1-1,1-1 0,1 1 0,-1-1 0,1 0 0,0 0 0,1 0 0,-1-8 0,1 9-180,1 1 0,1-1 1,-1 1-1,1-1 1,0 1-1,1-1 0,-1 1 1,1 0-1,0 0 0,0-1 1,0 1-1,1 0 1,0 1-1,0-1 0,0 1 1,5-6-1,0 2-55,0 1 0,0 0 1,0 1-1,1 0 0,0 0 0,1 0 0,-1 1 0,11-3 0,5-2-90,1 2 0,1 1-1,-1 1 1,1 1-1,52-2 1,-61 7 69,-1 0 1,1 1-1,-1 2 1,1-1-1,-1 2 1,29 10-1,-40-12 88,0 0 0,0 0 0,0 1-1,0 0 1,0 1 0,-1-1 0,1 1-1,-1 0 1,0 0 0,-1 1 0,1-1 0,-1 1-1,0 0 1,0 0 0,0 1 0,0-1 0,-1 1-1,0 0 1,-1 0 0,1 0 0,1 8-1,-3-11 66,-1 1-1,0 0 1,0-1-1,0 1 0,0-1 1,0 1-1,-1 0 1,0-1-1,0 1 0,0-1 1,0 0-1,0 1 1,-1-1-1,0 0 0,1 0 1,-1 1-1,0-2 1,-1 1-1,1 0 1,0 0-1,-1-1 0,0 1 1,1-1-1,-7 4 1,-7 5 228,-1 0 0,0-2 0,-26 12 0,20-11-337,-36 19-17,-41 19 669,36-12-5576</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29.872"/>
    </inkml:context>
    <inkml:brush xml:id="br0">
      <inkml:brushProperty name="width" value="0.035" units="cm"/>
      <inkml:brushProperty name="height" value="0.035" units="cm"/>
    </inkml:brush>
  </inkml:definitions>
  <inkml:trace contextRef="#ctx0" brushRef="#br0">28 104 4132,'0'0'8200,"-28"-43"-7752,41 32-288,5 1-32,3-2-32,6 3 1,-2 0-33,1 3-32,-4 2 32,-2 4-256,-6 0-1666,-6 3-1281,-8 5-545</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30.021"/>
    </inkml:context>
    <inkml:brush xml:id="br0">
      <inkml:brushProperty name="width" value="0.035" units="cm"/>
      <inkml:brushProperty name="height" value="0.035" units="cm"/>
    </inkml:brush>
  </inkml:definitions>
  <inkml:trace contextRef="#ctx0" brushRef="#br0">0 132 5605,'0'0'1666,"69"-42"-1538,-34 25 32,3 0-32,2 0 0,0-2-1665,-2 0-3684</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30.539"/>
    </inkml:context>
    <inkml:brush xml:id="br0">
      <inkml:brushProperty name="width" value="0.035" units="cm"/>
      <inkml:brushProperty name="height" value="0.035" units="cm"/>
    </inkml:brush>
  </inkml:definitions>
  <inkml:trace contextRef="#ctx0" brushRef="#br0">254 257 4740,'0'0'3230,"-3"-8"-2055,3 5-1037,-1 0 0,0 0 0,1 0 0,-1 1 0,0-1 1,0 0-1,-1 1 0,1-1 0,-1 1 0,1-1 0,-1 1 0,0-1 1,0 1-1,0 0 0,0 0 0,0 0 0,0 0 0,-1 1 1,1-1-1,-1 1 0,1-1 0,-1 1 0,1 0 0,-1 0 0,0 0 1,0 0-1,1 0 0,-1 1 0,0-1 0,0 1 0,0 0 0,-5 0 1,-1 0-47,1 0 1,-1 1-1,0 0 1,1 0 0,-1 1-1,0 0 1,1 0-1,0 1 1,0 0-1,0 1 1,0 0 0,0 0-1,1 1 1,-9 6-1,12-8-68,0 1 0,0 1-1,0-1 1,0 1 0,1-1-1,-1 1 1,1 0 0,0 0-1,1 1 1,0-1-1,-1 0 1,2 1 0,-1 0-1,0-1 1,1 1 0,0 0-1,1 0 1,-1-1 0,1 1-1,0 0 1,1 0-1,0 7 1,0-11-13,-1 1-1,1-1 1,-1 0 0,1 1-1,0-1 1,0 1-1,0-1 1,0 0 0,0 1-1,0-1 1,1 0-1,-1 0 1,1 0 0,0 0-1,-1 0 1,1-1 0,0 1-1,0 0 1,0-1-1,4 2 1,-2-1 19,0 0-1,0-1 1,0 0-1,0 0 1,0 0 0,1 0-1,-1 0 1,0-1-1,1 0 1,-1 0-1,6-1 1,-2 0 2,-1 0-1,0 0 1,0-1-1,0 0 1,0 0 0,0-1-1,-1 0 1,1 0-1,-1-1 1,0 1-1,0-1 1,0-1 0,0 1-1,6-7 1,-7 4-52,-1-1 0,0 1 0,0-1 0,-1 1 1,0-1-1,0 0 0,-1 0 0,0 0 0,0-1 0,-1 1 1,0 0-1,0-1 0,-1 1 0,0-1 0,-1 1 1,0 0-1,0-1 0,-1 1 0,0 0 0,-6-16 0,1 6-32,-1-1 0,0 1 0,-2 1 0,0-1 0,-1 2 0,0-1 0,-24-24 0,13 24-53,23 32-312,25 37 15,-11-32 521,1-1 0,1 0-1,1-1 1,0 0 0,2-2-1,38 26 1,-44-33-1377,0-1 0,1-1 0,25 9 0,-29-14-2297</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30.928"/>
    </inkml:context>
    <inkml:brush xml:id="br0">
      <inkml:brushProperty name="width" value="0.035" units="cm"/>
      <inkml:brushProperty name="height" value="0.035" units="cm"/>
    </inkml:brush>
  </inkml:definitions>
  <inkml:trace contextRef="#ctx0" brushRef="#br0">27 157 4420,'0'0'1191,"-4"-9"-161,-1 0-614,2 0 0,-1 0 1,2 0-1,-1-1 0,1 1 1,-2-19-1,4 26-358,0-1 1,0 1-1,0-1 1,0 1-1,1-1 1,-1 1-1,1-1 1,-1 1-1,1-1 0,0 1 1,0 0-1,0-1 1,0 1-1,1 0 1,-1 0-1,0 0 1,1 0-1,0 0 1,-1 0-1,1 0 0,0 0 1,0 1-1,0-1 1,0 1-1,0-1 1,0 1-1,1 0 1,-1 0-1,0 0 1,1 0-1,-1 0 0,0 1 1,1-1-1,-1 1 1,1-1-1,4 1 1,-4 0-56,0-1 0,-1 1 1,1 0-1,-1 0 0,1 0 0,-1 0 1,1 1-1,-1-1 0,1 1 0,-1 0 1,1-1-1,-1 1 0,1 0 0,-1 0 1,0 1-1,0-1 0,1 0 0,-1 1 1,0-1-1,0 1 0,0 0 0,-1 0 1,1 0-1,0 0 0,-1 0 1,1 0-1,-1 0 0,0 0 0,0 1 1,1-1-1,-1 0 0,-1 1 0,1-1 1,0 1-1,-1-1 0,1 1 0,-1-1 1,0 1-1,0 4 0,1 7 204,-2-1 0,0 1 0,0 0 1,-1-1-1,-1 1 0,-5 16 0,12-34-130,1 0-1,-1 1 1,1-1 0,-1 1-1,1 0 1,8-3 0,-2 0-6,61-33-16,-47 28-1967,45-31 1,-31 12-4544</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33.205"/>
    </inkml:context>
    <inkml:brush xml:id="br0">
      <inkml:brushProperty name="width" value="0.035" units="cm"/>
      <inkml:brushProperty name="height" value="0.035" units="cm"/>
    </inkml:brush>
  </inkml:definitions>
  <inkml:trace contextRef="#ctx0" brushRef="#br0">140 24 6086,'-16'15'353,"1"0"1,0 1-1,1 1 1,1 0 0,-13 23-1,20-29-264,0 0-1,1 1 0,0 0 1,1 0-1,0 0 1,1 1-1,0-1 0,1 1 1,-1 25-1,3-36-53,0 0-1,1 1 0,-1-1 1,0 0-1,1 1 0,-1-1 0,1 0 1,-1 0-1,1 0 0,0 0 1,0 0-1,0 0 0,0 0 1,1 0-1,-1 0 0,0 0 1,1 0-1,-1-1 0,1 1 0,0 0 1,-1-1-1,1 0 0,0 1 1,0-1-1,0 0 0,0 0 1,0 0-1,0 0 0,1 0 1,-1-1-1,0 1 0,0-1 0,0 1 1,1-1-1,-1 0 0,0 0 1,4 0-1,2 0 40,-1-1 0,1 1 0,-1-1 1,1-1-1,-1 1 0,1-1 0,-1-1 0,0 1 0,0-1 0,10-6 1,-5 1-3,0-1 0,0 0 0,-1-1 0,-1 0 1,1 0-1,-2-1 0,1-1 0,-2 0 0,1 0 1,9-21-1,-15 29-68,-1-1-1,0 1 1,0-1-1,0 0 1,-1 1 0,0-1-1,0 0 1,0 0 0,0 0-1,-1 0 1,0 0 0,0 0-1,0 0 1,0 0 0,-1 0-1,0 0 1,0 0-1,-1 0 1,1 0 0,-1 1-1,0-1 1,0 1 0,0-1-1,-1 1 1,0 0 0,0 0-1,0 0 1,0 0 0,0 0-1,-1 1 1,0-1 0,0 1-1,-8-5 1,4 3-26,1 1-1,-1 1 1,0 0 0,-1 0 0,1 0 0,-1 1-1,1 0 1,-1 1 0,1 0 0,-1 0-1,0 1 1,0 0 0,1 1 0,-1-1 0,-10 4-1,15-4-9,0 1 0,0 0 0,0 0 0,0 1 0,0-1 0,0 1 0,1-1 0,-1 1 0,0 1-1,1-1 1,0 0 0,-1 1 0,1 0 0,0-1 0,0 1 0,1 1 0,-1-1 0,0 0 0,1 1-1,0-1 1,0 1 0,0-1 0,0 1 0,1 0 0,0 0 0,-1 0 0,1 0 0,1 0 0,-1 0 0,0 0-1,1 0 1,0 0 0,0 7 0,6 8-2392,12-5-1126</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33.378"/>
    </inkml:context>
    <inkml:brush xml:id="br0">
      <inkml:brushProperty name="width" value="0.035" units="cm"/>
      <inkml:brushProperty name="height" value="0.035" units="cm"/>
    </inkml:brush>
  </inkml:definitions>
  <inkml:trace contextRef="#ctx0" brushRef="#br0">127 1 2883,'0'0'2562,"1"43"-1601,-1-15 192,-3 7-544,-9 7-193,-1 1-128,-3-1-127,-2-1-65,1-4 32,1-9-32,3-4-96,2-13-1185,3-11-2819</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33.738"/>
    </inkml:context>
    <inkml:brush xml:id="br0">
      <inkml:brushProperty name="width" value="0.035" units="cm"/>
      <inkml:brushProperty name="height" value="0.035" units="cm"/>
    </inkml:brush>
  </inkml:definitions>
  <inkml:trace contextRef="#ctx0" brushRef="#br0">68 108 8232,'0'0'4084,"-8"1"-3785,6-1-282,0 1 1,0-1-1,0 1 1,0-1 0,0 1-1,0 0 1,0 0-1,0 0 1,1 0 0,-1 0-1,0 0 1,0 0-1,1 1 1,-1-1 0,1 1-1,-1-1 1,-1 3 0,2-1 8,0-1 0,0 1 0,0 0 1,0 0-1,0-1 0,1 1 1,0 0-1,-1 0 0,1 0 0,0 0 1,0-1-1,1 1 0,-1 0 1,0 0-1,1 0 0,0 0 0,0 2 1,1-1 20,-1-1 0,1 1 1,0-1-1,-1 1 0,1-1 0,1 1 1,-1-1-1,0 0 0,1 0 1,0 0-1,0-1 0,0 1 0,0-1 1,0 1-1,0-1 0,0 0 1,1 0-1,-1-1 0,1 1 1,0-1-1,-1 1 0,1-1 0,0 0 1,0-1-1,4 1 0,-3 0-16,1 0-1,-1-1 1,0 0-1,1 0 1,-1 0-1,0-1 1,0 0 0,0 0-1,1 0 1,-1 0-1,0-1 1,0 0-1,-1 0 1,1-1-1,0 1 1,-1-1-1,1 0 1,4-4-1,-4 1-17,0 0 0,0 0-1,0 0 1,-1-1-1,0 0 1,0 0-1,0 0 1,-1 0 0,-1 0-1,1-1 1,-1 0-1,0 1 1,-1-1-1,1-10 1,-1 14-41,-1 0 0,0 0 0,0 1 0,0-1-1,-1 0 1,0 0 0,1 0 0,-1 1 0,0-1 0,-1 0 0,1 1 0,-1-1-1,0 1 1,1 0 0,-2-1 0,1 1 0,0 0 0,0 0 0,-1 0 0,0 0-1,0 1 1,0-1 0,0 1 0,0 0 0,0 0 0,0 0 0,-1 0-1,1 0 1,-1 1 0,-6-2 0,3 1-9,-1 0 1,0 1-1,0 0 1,0 0-1,0 1 0,-1 0 1,1 1-1,0 0 0,0 0 1,1 0-1,-1 1 0,0 0 1,-9 4-1,13-4-53,0 0-1,0 0 1,0 0 0,0 0-1,1 0 1,-1 1 0,1 0-1,-1-1 1,1 1 0,0 1 0,0-1-1,0 0 1,0 1 0,1-1-1,0 1 1,-1 0 0,1 0-1,1 0 1,-1 0 0,0 0-1,1 0 1,0 1 0,0-1-1,0 0 1,0 7 0,2 3-2942,4-7-161</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33.923"/>
    </inkml:context>
    <inkml:brush xml:id="br0">
      <inkml:brushProperty name="width" value="0.035" units="cm"/>
      <inkml:brushProperty name="height" value="0.035" units="cm"/>
    </inkml:brush>
  </inkml:definitions>
  <inkml:trace contextRef="#ctx0" brushRef="#br0">1 28 8360,'0'0'2402,"64"-27"-1345,-36 31-704,2 21-193,-1 11 96,-3 8-64,-4 12-96,-11 5 160,-6 4 1,-5 1 319,-5-1-191,-18-5-1827,-10-13-1889,-9-13-609</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34.188"/>
    </inkml:context>
    <inkml:brush xml:id="br0">
      <inkml:brushProperty name="width" value="0.035" units="cm"/>
      <inkml:brushProperty name="height" value="0.035" units="cm"/>
    </inkml:brush>
  </inkml:definitions>
  <inkml:trace contextRef="#ctx0" brushRef="#br0">122 0 10250,'0'0'1249,"-64"3"192,36 34-768,9 13-609,9 15-128,10 6 256,0 6 961,22-1-576,10-6-193,17-4 193,15-12-65,16-12-96,14-20-480,14-20-1729,9-16-1186,3-34-6118</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36.065"/>
    </inkml:context>
    <inkml:brush xml:id="br0">
      <inkml:brushProperty name="width" value="0.035" units="cm"/>
      <inkml:brushProperty name="height" value="0.035" units="cm"/>
    </inkml:brush>
  </inkml:definitions>
  <inkml:trace contextRef="#ctx0" brushRef="#br0">0 20 8072,'0'0'608,"44"-19"-5188,-10 19 3235,11 12 1505,12 7-128,10 12 192,3 8 1121,4 4 481,2 5 0,-3-2-417,-5 1-1121,-2-5 33,-9-8-33,-14-9-192,-8-4-897,-15-8-1473,-13-12-1473</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36.282"/>
    </inkml:context>
    <inkml:brush xml:id="br0">
      <inkml:brushProperty name="width" value="0.035" units="cm"/>
      <inkml:brushProperty name="height" value="0.035" units="cm"/>
    </inkml:brush>
  </inkml:definitions>
  <inkml:trace contextRef="#ctx0" brushRef="#br0">537 19 12908,'0'0'385,"-56"-19"-2916,30 26 737,3 24 866,-3 20 896,-8 15 576,-6 12 1154,-4 10-609,0 3-737,-3 3 64,2 1-63,3-2-481,5-6-1154,7-9-800,5-11-832,7-14 31</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36.658"/>
    </inkml:context>
    <inkml:brush xml:id="br0">
      <inkml:brushProperty name="width" value="0.035" units="cm"/>
      <inkml:brushProperty name="height" value="0.035" units="cm"/>
    </inkml:brush>
  </inkml:definitions>
  <inkml:trace contextRef="#ctx0" brushRef="#br0">0 205 11499,'21'-70'74,"-19"59"172,1 0 0,0 0 0,0 0 1,1 0-1,0 1 0,1-1 0,1 1 0,-1 1 0,11-14 1,-15 22-242,-1-1 0,1 1-1,1 0 1,-1 0 0,0 0 0,0 0 0,0 0 0,0 0 0,1 0 0,-1 0 0,0 0 0,1 0 0,-1 1 0,1-1 0,-1 1 0,1-1 0,-1 1 0,1 0 0,-1-1 0,1 1 0,0 0 0,-1 0-1,1 0 1,-1 0 0,1 0 0,-1 1 0,1-1 0,1 1 0,0 0-9,-1 1-1,1 0 1,-1 0-1,0 0 1,1 0-1,-1 0 1,0 1-1,-1-1 1,1 1-1,0-1 1,-1 1-1,1-1 1,1 6-1,3 7-4,-1 0 1,0 1-1,-2-1 1,4 21-1,-2 37 381,-5 78 1,-1-64-355,1-85-17,0 0-1,0 0 0,0 0 0,0 0 1,1 0-1,-1 0 0,0-1 0,1 1 1,0 0-1,-1 0 0,1 0 0,0-1 1,0 1-1,0 0 0,0-1 0,0 1 0,0-1 1,1 1-1,-1-1 0,0 0 0,1 1 1,1 0-1,0 0 7,0-1 0,1 1 1,-1-1-1,0 0 0,1 0 0,-1 0 1,1-1-1,-1 1 0,1-1 0,-1 0 1,5 0-1,8-1 23,0-1 1,-1-1 0,1 0-1,21-8 1,191-77-79,-82 14-3854,-77 28-1656</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39.836"/>
    </inkml:context>
    <inkml:brush xml:id="br0">
      <inkml:brushProperty name="width" value="0.035" units="cm"/>
      <inkml:brushProperty name="height" value="0.035" units="cm"/>
    </inkml:brush>
  </inkml:definitions>
  <inkml:trace contextRef="#ctx0" brushRef="#br0">202 48 1602,'0'-9'169,"-2"-26"3669,2 35-3802,0 0 1,0-1-1,0 1 0,0 0 0,0 0 1,0 0-1,0 0 0,-1-1 0,1 1 1,0 0-1,0 0 0,0 0 0,0 0 1,0 0-1,0-1 0,0 1 0,0 0 1,-1 0-1,1 0 0,0 0 0,0 0 1,0 0-1,0 0 0,-1-1 0,1 1 1,0 0-1,0 0 0,0 0 0,0 0 1,-1 0-1,1 0 0,0 0 0,0 0 1,0 0-1,0 0 0,-1 0 0,1 0 1,0 0-1,0 0 0,0 0 0,0 0 1,-1 0-1,1 0 0,0 0 0,0 1 1,0-1-1,0 0 0,-1 0 0,1 0 1,-13 19 191,-7 26 458,1 1-1,3 1 1,-20 96 0,21-78-498,4-18-92,3-10-46,-2 0-1,-24 60 1,27-87 78,3-16 313,5-19-44,9-4-455,1 1 0,21-39-1,0 1-732,-12 18 630,-2-1 0,-3-1 0,-1 0-1,6-56 1,-19 104 205,-1 1 0,0-1 0,1 0 0,-1 1 0,1-1 0,0 0 0,-1 1 0,1-1 0,0 1-1,0-1 1,0 1 0,0 0 0,0-1 0,0 1 0,1 0 0,-1 0 0,0 0 0,1 0 0,-1 0 0,1 0 0,-1 0 0,1 0 0,-1 0 0,1 1 0,0-1-1,-1 1 1,1-1 0,0 1 0,-1 0 0,1-1 0,0 1 0,-1 0 0,1 0 0,0 0 0,0 0 0,-1 1 0,1-1 0,0 0 0,-1 1 0,1 0-1,0-1 1,2 2 0,7 2-71,0 0-1,-1 0 1,0 1-1,0 1 1,10 6-1,145 113 1343,-116-84-847,2-2 0,2-3 0,99 53 0,-106-73-1370,-10-14-2109</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41.382"/>
    </inkml:context>
    <inkml:brush xml:id="br0">
      <inkml:brushProperty name="width" value="0.035" units="cm"/>
      <inkml:brushProperty name="height" value="0.035" units="cm"/>
    </inkml:brush>
  </inkml:definitions>
  <inkml:trace contextRef="#ctx0" brushRef="#br0">13 7 288,'0'0'2008,"-1"1"-2903,-5-2 7197,2-5-4623,2 11-712,5 17-709,31 68 1089,-4 2 1,23 125-1,-22-82-1123,91 408 378,-98-403-215,10 273 1,-34-387-870,-1-13 822,1 0-1,0 0 1,5 25 0,-5-36-481,1 1 0,0 0 0,0 0 0,0 0 0,1 0 0,-1-1 0,1 1 0,-1 0 0,3 2 0,-3-4-213,1 1 0,-1-1-1,1 0 1,0 1 0,-1-1 0,1 0 0,0 0 0,0 0-1,0 0 1,-1-1 0,1 1 0,0 0 0,0-1 0,4 1 0</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42.038"/>
    </inkml:context>
    <inkml:brush xml:id="br0">
      <inkml:brushProperty name="width" value="0.035" units="cm"/>
      <inkml:brushProperty name="height" value="0.035" units="cm"/>
    </inkml:brush>
  </inkml:definitions>
  <inkml:trace contextRef="#ctx0" brushRef="#br0">14 1 4965,'0'0'4511,"-3"12"-4271,-1 14 57,0-1 0,2 1 0,1 0 1,5 48-1,21 123 1476,-19-160-1552,179 780 1993,-22-136-1091,-152-621-1637,-2 1-1,0 69 1,-9-126 124,0-3 115,1 0 1,-1 0-1,0 0 0,0 0 1,0 0-1,0-1 0,0 1 1,0 0-1,0 0 0,-1 0 1,1 0-1,0 0 0,0 0 0,-1 0 1,1 0-1,-1 0 0,1 0 1,-1-1-1,1 1 0,-1 0 1,1 0-1,-1 0 0,-1 0 1,-13 1-3698</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42.398"/>
    </inkml:context>
    <inkml:brush xml:id="br0">
      <inkml:brushProperty name="width" value="0.035" units="cm"/>
      <inkml:brushProperty name="height" value="0.035" units="cm"/>
    </inkml:brush>
  </inkml:definitions>
  <inkml:trace contextRef="#ctx0" brushRef="#br0">1 1 9833,'0'0'64,"69"27"-320,-20-5 480,9 3 225,4-3-97,5 1-160,-3 0 0,-3-3 65,-3-2-65,-4-1 0,-9-4-64,-8-2-64,-6-6-768,-12-5-2307,-9-2-2050</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42.662"/>
    </inkml:context>
    <inkml:brush xml:id="br0">
      <inkml:brushProperty name="width" value="0.035" units="cm"/>
      <inkml:brushProperty name="height" value="0.035" units="cm"/>
    </inkml:brush>
  </inkml:definitions>
  <inkml:trace contextRef="#ctx0" brushRef="#br0">334 1 10570,'0'0'1730,"-35"81"-609,16-26-192,-5 12-65,-3 9-159,-4 5-224,-2 4-289,0-1 160,1-3 64,1-7-960,-4-14-2243,1-21-6149</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43.616"/>
    </inkml:context>
    <inkml:brush xml:id="br0">
      <inkml:brushProperty name="width" value="0.035" units="cm"/>
      <inkml:brushProperty name="height" value="0.035" units="cm"/>
    </inkml:brush>
  </inkml:definitions>
  <inkml:trace contextRef="#ctx0" brushRef="#br0">428 0 4516,'0'0'2504,"-3"8"-2467,-3 3 285,-1 0-1,0 0 1,-1 0-1,0-1 1,0-1-1,-1 1 1,-1-1-1,-11 9 1,-41 33 546,-70 77 0,20 7-3426,92-110-341,5-11-1858</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44.038"/>
    </inkml:context>
    <inkml:brush xml:id="br0">
      <inkml:brushProperty name="width" value="0.035" units="cm"/>
      <inkml:brushProperty name="height" value="0.035" units="cm"/>
    </inkml:brush>
  </inkml:definitions>
  <inkml:trace contextRef="#ctx0" brushRef="#br0">37 1 4516,'0'0'427,"-7"8"-293,-19 23 127,26-31-233,0 1 0,-1-1 0,1 0 0,0 1 0,-1-1 0,1 0 0,0 1 0,0-1 0,-1 1 0,1-1 0,0 1 0,0-1 0,0 0 0,0 1 0,0-1 0,0 1 0,0-1 0,0 1 0,0-1 0,0 1 0,0-1 0,0 1 0,0-1 0,0 1 0,0-1 0,0 1 0,0-1 0,0 0 0,1 1 0,-1-1 0,0 1 0,0-1 0,1 0 0,-1 1 0,0-1 0,0 1 0,1-1 0,-1 0 0,1 1 0,-1-1 0,0 0 0,1 1 0,18 6 463,-15-6-312,169 60 3096,-92-35-2660,-2 3 0,82 44 0,-14 17-222,-123-74-802,48 29-2778</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34.918"/>
    </inkml:context>
    <inkml:brush xml:id="br0">
      <inkml:brushProperty name="width" value="0.035" units="cm"/>
      <inkml:brushProperty name="height" value="0.035" units="cm"/>
    </inkml:brush>
  </inkml:definitions>
  <inkml:trace contextRef="#ctx0" brushRef="#br0">36 84 6342,'-5'-9'1020,"0"0"-610,1 2 319,0-1 0,0 0 0,0 0-1,1-1 1,-3-13 0,6 22-686,1-1-1,-1 1 1,1 0 0,-1-1 0,1 1 0,-1 0 0,1 0-1,-1-1 1,1 1 0,0 0 0,-1 0 0,1 0 0,-1 0-1,1 0 1,-1 0 0,1 0 0,0 0 0,-1 0-1,1 0 1,-1 0 0,1 0 0,0 0 0,-1 0 0,1 1-1,-1-1 1,1 0 0,-1 0 0,1 1 0,-1-1 0,1 0-1,-1 1 1,1 0 0,22 8-170,27 22 199,-1 2 0,56 48 0,81 89 11,-186-170-83,45 38-4249,-35-35 245</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35.169"/>
    </inkml:context>
    <inkml:brush xml:id="br0">
      <inkml:brushProperty name="width" value="0.035" units="cm"/>
      <inkml:brushProperty name="height" value="0.035" units="cm"/>
    </inkml:brush>
  </inkml:definitions>
  <inkml:trace contextRef="#ctx0" brushRef="#br0">423 61 9129,'-7'-9'1099,"1"3"-1277,2 0 470,0 1 1,0 0-1,-1 0 0,0 0 0,0 1 1,-6-5-1,9 8-243,1 0 0,0 0 0,-1 1 0,1-1 0,-1 0 0,1 1 0,-1 0-1,1-1 1,-1 1 0,0 0 0,1-1 0,-1 1 0,1 0 0,-1 0 0,1 1 0,-1-1 0,0 0 0,1 0 0,-1 1 0,1-1 0,-1 1 0,1-1 0,-1 1 0,1 0 0,0-1 0,-1 1 0,1 0 0,0 0 0,-1 0 0,1 0 0,0 0 0,0 0 0,0 1 0,0-1-1,-2 3 1,-29 44 367,1 2-1,3 2 1,-38 95-1,15-33 32,-1-7-261,2-2-6783,42-89 2070</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35.369"/>
    </inkml:context>
    <inkml:brush xml:id="br0">
      <inkml:brushProperty name="width" value="0.035" units="cm"/>
      <inkml:brushProperty name="height" value="0.035" units="cm"/>
    </inkml:brush>
  </inkml:definitions>
  <inkml:trace contextRef="#ctx0" brushRef="#br0">1 1 7175,'0'0'5765,"46"10"-4932,-39 23 224,-1 14-512,0 15-225,-3 10-128,2 8-32,0 8 193,-1-10-1250,-2-22-5830</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45.055"/>
    </inkml:context>
    <inkml:brush xml:id="br0">
      <inkml:brushProperty name="width" value="0.035" units="cm"/>
      <inkml:brushProperty name="height" value="0.035" units="cm"/>
    </inkml:brush>
  </inkml:definitions>
  <inkml:trace contextRef="#ctx0" brushRef="#br0">132 14 448,'0'0'38,"-7"0"26,-10 0-65,-42 1 693,56-1-529,-1 0 0,1 0 0,0-1 0,0 1 0,-1-1 0,1 1 0,0-1 0,0 0 0,0 0 0,0-1 0,0 1 0,0-1 0,-4-2 0,15 7-3566,30 16 3427,94 73 5202,174 158 1,-294-239-5341,18 19 370,-15-8-5416</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45.521"/>
    </inkml:context>
    <inkml:brush xml:id="br0">
      <inkml:brushProperty name="width" value="0.035" units="cm"/>
      <inkml:brushProperty name="height" value="0.035" units="cm"/>
    </inkml:brush>
  </inkml:definitions>
  <inkml:trace contextRef="#ctx0" brushRef="#br0">222 1 480,'0'0'5478,"-51"1"-4517,40 10 64,0 8-193,-4 11 321,1 13 33,-5 14-610,-2 13-224,-1 11-256,3 9 129,3 0 415,2-20-1761,6-21-7463</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54.257"/>
    </inkml:context>
    <inkml:brush xml:id="br0">
      <inkml:brushProperty name="width" value="0.035" units="cm"/>
      <inkml:brushProperty name="height" value="0.035" units="cm"/>
    </inkml:brush>
  </inkml:definitions>
  <inkml:trace contextRef="#ctx0" brushRef="#br0">184 735 7976,'0'0'565,"-7"5"-436,4-3-121,0 0 0,0 0 1,1 0-1,-1 0 1,1 1-1,-1-1 1,1 1-1,0-1 1,0 1-1,0 0 1,1 0-1,-1 0 0,1 0 1,-2 4-1,3-5 7,-1 0 0,1 0 0,0 0 1,0 0-1,0 0 0,0 0 0,1 0 0,-1 1 0,1-1 0,-1 0 0,1-1 0,-1 1 0,1 0 0,0 0 0,0 0 0,0 0 0,0 0 0,0-1 0,1 1 0,-1-1 0,0 1 1,1-1-1,-1 1 0,1-1 0,-1 0 0,1 1 0,0-1 0,0 0 0,0 0 0,-1 0 0,4 0 0,5 4 128,0-1-1,0-1 1,1 0 0,-1 0-1,1-1 1,0-1 0,-1 1-1,1-2 1,0 1-1,0-2 1,0 1 0,-1-2-1,1 1 1,12-4 0,8-4 84,0 0 0,0-2 0,41-22 0,17-12-29,-3-4-1,85-64 0,-119 74-156,-1-3-1,-2-1 1,-2-3 0,46-59 0,-73 80-32,-2-1 0,23-43 1,-35 57-5,0 0 0,-1 0 0,-1-1 0,0 1 1,0-1-1,-1 0 0,-1 0 0,1-20 0,-3 31 6,0 0 0,0 0 0,0-1 0,0 1 0,-1 0-1,1 0 1,-1 0 0,1 0 0,-1 0 0,0 0-1,0 0 1,0 0 0,0 0 0,0 0 0,0 0-1,0 1 1,0-1 0,-1 0 0,1 1 0,-1-1 0,0 1-1,1 0 1,-1-1 0,0 1 0,0 0 0,1 0-1,-1 0 1,0 0 0,0 0 0,0 1 0,0-1-1,-1 1 1,1-1 0,0 1 0,0 0 0,0 0 0,0-1-1,0 2 1,-1-1 0,-2 0 0,-6 1 43,0 1 0,0 0 0,0 0 0,1 1 0,-1 0 0,1 1 0,-13 6 0,-17 11 82,2 2-1,0 2 1,-65 56-1,-93 107 204,-333 388 243,510-552-552,9-13-12,0 0-1,1 0 1,0 1 0,1 0 0,1 1 0,0 0-1,1 0 1,0 0 0,-7 27 0,12-38-15,1 0 0,0 0 1,0 0-1,0 0 0,0 0 1,0 0-1,0 0 0,0 0 0,1 0 1,-1 0-1,1 0 0,-1 0 0,1-1 1,0 1-1,0 0 0,0 0 0,0-1 1,0 1-1,0 0 0,1-1 1,-1 1-1,0-1 0,1 1 0,-1-1 1,1 0-1,-1 0 0,1 0 0,0 0 1,0 0-1,-1 0 0,1 0 1,0 0-1,0-1 0,0 1 0,0-1 1,0 1-1,4-1 0,9 2 39,1 0 0,-1-2 0,1 0 0,16-2 0,-3 1 19,-25 1-63,0 0 0,1 0 0,-1 0 0,0 0 1,1 1-1,-1-1 0,0 1 0,0 0 0,0 1 0,0-1 0,7 4 0,-10-3-1,1-1-1,-1 1 0,0 0 1,1 0-1,-1 0 0,0 0 1,0 0-1,0 0 0,-1 0 1,1 1-1,-1-1 1,1 0-1,-1 0 0,0 0 1,1 1-1,-1-1 0,0 0 1,-1 0-1,1 1 0,0-1 1,-1 0-1,1 0 0,-1 1 1,1-1-1,-3 4 0,-12 37 36,-2 0-1,-1-2 1,-38 62-1,-1 2 121,47-84-135,-70 159 304,72-158-267,1 1 0,0 1 0,2-1 0,1 1 0,1 0 0,0 27-1,3-47-44,0 1 0,0-1-1,1 1 1,-1-1-1,1 0 1,0 1-1,1-1 1,-1 0 0,1 0-1,0 0 1,0 0-1,0 0 1,0 0-1,1 0 1,-1-1-1,1 1 1,6 4 0,-4-3 3,1-1 1,0 0-1,0 0 1,1-1 0,-1 0-1,1 0 1,0 0 0,0-1-1,14 3 1,7-1 40,1-1-1,-1-2 1,1-1 0,40-5 0,-38 2-370,-1-2 1,49-13-1,10-17-3340,-19-4-3817</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54.801"/>
    </inkml:context>
    <inkml:brush xml:id="br0">
      <inkml:brushProperty name="width" value="0.035" units="cm"/>
      <inkml:brushProperty name="height" value="0.035" units="cm"/>
    </inkml:brush>
  </inkml:definitions>
  <inkml:trace contextRef="#ctx0" brushRef="#br0">71 13 10666,'0'0'368,"-8"-3"588,-23-7 112,30 10-1042,1 0 0,-1 0 0,0 1-1,0-1 1,0 0 0,0 0 0,0 0 0,1 1 0,-1-1 0,0 0 0,0 1 0,1-1 0,-1 0 0,0 1 0,0-1 0,1 1 0,-1-1 0,0 1 0,1 0-1,-1-1 1,1 1 0,-1 0 0,1-1 0,-1 1 0,1 0 0,-1 0 0,1-1 0,0 1 0,-1 0 0,1 0 0,0 0 0,-1 1 0,-5 29-84,6-27 114,-3 23 38,1-1 0,3 49 1,0-63-60,0 1 1,1-1 0,1 0-1,0 0 1,1 0-1,0 0 1,1 0-1,6 12 1,-10-22-25,0 0 0,0 0 0,1 0 0,-1 0 0,0 0 0,1 0 0,-1-1 0,1 1 0,0 0 0,-1-1 0,1 1 0,0-1 0,0 0 0,0 0 0,0 1 0,0-1 0,0-1 0,0 1 0,1 0 0,-1 0 0,0-1 0,0 1 0,5-1 0,-3 0-1,-1-1 0,1 0-1,0 0 1,-1 0 0,0-1 0,1 1-1,-1-1 1,0 1 0,0-1 0,0 0-1,0-1 1,0 1 0,4-4-1,5-7-9,0-1 0,-1 1 0,-1-2 0,0 1 0,8-17 0,-10 16 121,-1 0-1,-1 0 1,0 0-1,-1-1 0,0 0 1,-1 0-1,-1 0 1,1-30-1,-5 88 671,0-34-717,0-1 0,0 1 0,1 0 0,0 0 0,0-1 0,1 1 1,0 0-1,1-1 0,-1 1 0,1-1 0,1 1 0,-1-1 0,1 0 0,1 0 0,-1 0 1,1-1-1,6 8 0,-3-5-257,1-1 1,0 0 0,1 0-1,0-1 1,0 0-1,12 7 1,-13-10-668,0 0 0,0 0 0,0-1 0,0 0 0,1 0 1,-1-1-1,1 0 0,14 1 0,11-2-3800</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55.423"/>
    </inkml:context>
    <inkml:brush xml:id="br0">
      <inkml:brushProperty name="width" value="0.035" units="cm"/>
      <inkml:brushProperty name="height" value="0.035" units="cm"/>
    </inkml:brush>
  </inkml:definitions>
  <inkml:trace contextRef="#ctx0" brushRef="#br0">137 549 10090,'-9'0'635,"4"0"-490,0 0 0,0 0 0,0 1 1,0-1-1,0 1 0,1 0 0,-1 0 0,0 1 1,0-1-1,1 1 0,-1 0 0,1 1 0,-1-1 1,1 1-1,0-1 0,0 1 0,0 1 0,1-1 1,-1 0-1,1 1 0,0 0 0,-1 0 1,2 0-1,-6 8 0,5-2-100,-1 1 1,1-1-1,1 1 0,0 0 1,0 0-1,1 0 1,1 0-1,0 0 0,0 0 1,1 0-1,1 0 0,-1 0 1,2-1-1,0 1 1,0 0-1,1-1 0,0 0 1,0 0-1,1 0 0,1 0 1,0-1-1,0 0 1,1 0-1,0-1 0,10 10 1,-15-15-47,1-1 0,-1 0 0,1 0 0,0 0 0,0 0 0,0 0 0,0 0 0,0-1 0,0 1 0,0-1 0,0 0 0,0 0 0,1 0 0,-1-1 0,0 1 0,1-1 0,-1 0 0,1 1-1,-1-2 1,0 1 0,1 0 0,-1-1 0,0 1 0,1-1 0,-1 0 0,0 0 0,0 0 0,0-1 0,0 1 0,0-1 0,0 0 0,0 0 0,0 0 0,0 0 0,-1 0 0,1 0 0,-1-1 0,4-4 0,7-9 22,-1 0 0,-1-1 0,0 0 0,-2-1-1,10-22 1,13-38-443,-4-2 1,-3-2-1,-4 0 0,15-115 0,-31 164 416,-1-1-1,-1 1 0,-5-65 1,2 96 87,0 0 1,0 1 0,0-1-1,0 1 1,0-1-1,-1 0 1,1 1-1,-1-1 1,1 1 0,-1-1-1,1 0 1,-1 1-1,0 0 1,0-1 0,0 1-1,0-1 1,0 1-1,0 0 1,0 0-1,0 0 1,0 0 0,-1-1-1,1 2 1,0-1-1,-1 0 1,-2-1 0,2 2-49,1 0 1,-1 0 0,0 0 0,1 1-1,-1-1 1,0 1 0,1-1 0,-1 1-1,1 0 1,-1-1 0,1 1 0,-1 0-1,1 0 1,0 0 0,-1 0 0,1 0-1,0 1 1,0-1 0,0 0 0,0 1-1,0-1 1,0 0 0,0 1 0,0-1-1,-1 3 1,-8 17 13,0 1 0,1-1 0,2 2-1,0-1 1,-4 26 0,-11 119 329,17-101-104,5 73 0,1-120-193,0 0 0,2-1 0,0 1 0,1-1 0,1 0 0,1 0-1,0-1 1,16 32 0,-20-46-79,-1-1-1,1 1 0,0 0 1,0-1-1,0 1 1,0-1-1,0 0 1,0 1-1,0-1 1,1 0-1,-1-1 0,1 1 1,0 0-1,0-1 1,-1 1-1,1-1 1,0 0-1,0 0 1,0 0-1,0 0 1,0-1-1,1 1 0,-1-1 1,0 0-1,0 1 1,0-2-1,0 1 1,0 0-1,1-1 1,-1 1-1,0-1 0,0 0 1,0 0-1,0 0 1,0 0-1,-1-1 1,1 1-1,0-1 1,-1 0-1,5-3 0,8-6-38,0-1-1,-2 0 0,1-1 0,-1-1 0,15-22 1,-27 35 36,13-15-69,-1-1 1,-1-1 0,-1 0 0,0 0-1,-1-1 1,13-35 0,-22 39 17,-6 18 5,-7 20-3,10-13 64,0-1 0,2 0 0,-1 1 0,1-1 0,0 1 0,1-1 0,0 0 0,1 1 0,0-1 0,0 0 0,1 0 0,0 0 0,0 0 0,1-1 0,1 1 0,-1-1 0,10 13 0,-8-14-783,-1 0-1,2 0 1,-1-1 0,0 0-1,1 0 1,13 8-1,1-3-2217</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55.609"/>
    </inkml:context>
    <inkml:brush xml:id="br0">
      <inkml:brushProperty name="width" value="0.035" units="cm"/>
      <inkml:brushProperty name="height" value="0.035" units="cm"/>
    </inkml:brush>
  </inkml:definitions>
  <inkml:trace contextRef="#ctx0" brushRef="#br0">60 32 9513,'0'0'384,"-44"-26"1,30 21-321,13 5-64,14 2-833,4 3-1505,3-4-3139</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56.825"/>
    </inkml:context>
    <inkml:brush xml:id="br0">
      <inkml:brushProperty name="width" value="0.035" units="cm"/>
      <inkml:brushProperty name="height" value="0.035" units="cm"/>
    </inkml:brush>
  </inkml:definitions>
  <inkml:trace contextRef="#ctx0" brushRef="#br0">237 712 3075,'0'0'1938,"-3"-9"-1287,-10-94 4266,13 102-4899,0 0 1,0 0-1,-1 0 1,1 1-1,0-1 1,-1 0-1,1 0 1,0 0-1,-1 1 1,1-1-1,-1 0 1,1 1-1,-1-1 0,1 0 1,-1 1-1,0-1 1,1 1-1,-1-1 1,0 1-1,0-1 1,1 1-1,-1-1 1,0 1-1,0 0 1,1 0-1,-1-1 1,0 1-1,0 0 1,0 0-1,0 0 1,0 0-1,1 0 1,-1 0-1,0 0 1,0 0-1,0 0 1,0 0-1,1 0 1,-1 1-1,0-1 1,0 0-1,0 0 1,1 1-1,-1-1 1,-1 2-1,-39 22-98,37-20 148,-1-1-87,-15 11 309,0 1 0,1 1 0,-20 22 0,35-34-222,0 1 1,0-1-1,0 1 0,1 0 1,0 0-1,0 1 0,0-1 1,1 1-1,-1-1 0,1 1 1,1 0-1,-1 0 0,1 0 1,0 0-1,0 0 0,1 0 1,0 0-1,1 11 0,-1-14-42,1 0-1,0 0 0,0 0 0,1 0 1,-1 0-1,0 0 0,1 0 0,0-1 1,0 1-1,0 0 0,0-1 0,0 0 1,0 1-1,1-1 0,-1 0 0,1 0 1,-1 0-1,1-1 0,0 1 0,0-1 1,0 1-1,-1-1 0,2 0 0,-1 0 1,0 0-1,0-1 0,0 1 0,0-1 0,0 0 1,1 1-1,3-2 0,-1 1-3,1 0-1,0 0 1,-1-1 0,1 0-1,-1 0 1,1 0-1,-1-1 1,0 0 0,0-1-1,1 1 1,-2-1-1,1 0 1,0-1 0,7-5-1,2-7-7,-1 0 1,0-1-1,-2-1 0,0 0 0,-1 0 1,0-1-1,-2-1 0,11-31 0,43-171 82,-49 167-116,-3 0-1,-2-1 1,-3 0 0,-2-1-1,-4-70 1,0 126 16,0 0 1,0 0 0,0 0-1,0 0 1,0 0 0,-1 0 0,1 0-1,0 0 1,0 0 0,-1 0-1,1 0 1,0 0 0,-1 1-1,1-1 1,-1 0 0,0 0-1,1 0 1,-1 1 0,1-1 0,-2-1-1,1 2 0,0 0 1,1 0-1,-1 0 0,1 0 0,-1 0 0,0 0 0,1 0 1,-1 1-1,1-1 0,-1 0 0,0 0 0,1 1 1,-1-1-1,1 0 0,-1 1 0,1-1 0,-1 0 0,1 1 1,0-1-1,-1 1 0,1-1 0,-1 1 0,0 0 0,-20 37-144,5 12 190,3-1 0,3 1 0,1 1 0,2 0 1,3 0-1,2 1 0,2-1 0,8 53 0,-7-93 4,1 0 0,1 0 0,0 0 0,1 0 0,0 0 0,0 0 0,1-1 0,10 15 0,-12-20-25,1 0 0,0-1 0,0 1 0,0-1 0,0 0 0,1 0 0,0 0-1,-1 0 1,1-1 0,1 0 0,-1 0 0,0 0 0,1-1 0,0 1-1,-1-2 1,1 1 0,10 1 0,-2-1-52,0-2 0,0 0 0,1-1 0,-1 0 0,0-1 0,0-1 0,-1 0-1,1-1 1,0 0 0,-1-1 0,0 0 0,0-2 0,-1 1 0,0-1 0,0-1 0,0 0 0,-1-1 0,0 0 0,-1-1 0,0 0-1,-1 0 1,0-1 0,0-1 0,-1 1 0,-1-1 0,0-1 0,7-14 0,-13 23 24,0 1 0,0 0 1,0 0-1,0 0 0,-1-1 1,1 1-1,-1-1 0,0 1 0,0 0 1,0-6-1,-1 8 7,1-1 1,0 1-1,-1 0 1,1 0-1,-1-1 1,1 1-1,-1 0 1,0 0-1,0 0 0,1 0 1,-1 0-1,0 0 1,0 0-1,0 0 1,0 0-1,0 0 1,0 0-1,0 1 1,-2-2-1,-1 1 25,0 0 0,0 0 0,0 0-1,0 1 1,0 0 0,0 0 0,0 0 0,0 0 0,0 0 0,0 1-1,0 0 1,0 0 0,0 0 0,0 0 0,0 1 0,-5 2 0,-8 4 128,0 1 1,1 0 0,0 1 0,1 1 0,-22 20-1,30-25-102,0 1-1,0 0 0,1 0 0,0 1 0,0 0 0,0 0 1,1 0-1,1 1 0,-1-1 0,1 1 0,1 0 0,-5 16 0,8-22-35,0-1-1,-1 1 1,1 0-1,0-1 1,0 1-1,1 0 1,-1 0-1,0-1 0,1 1 1,0 0-1,-1-1 1,1 1-1,0-1 1,0 1-1,1-1 1,-1 1-1,0-1 0,1 0 1,2 3-1,-1-2 15,1 1-1,0-1 1,0 0 0,0 0-1,1 0 1,-1-1-1,1 1 1,-1-1-1,9 2 1,6 2 78,1-2 0,0 0 0,0-2 1,22 1-1,-35-2-97,136 1-463,-123-3-568,-1-1-1,1 0 1,-1-2-1,0 0 1,24-9-1,10-11-6110</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57.580"/>
    </inkml:context>
    <inkml:brush xml:id="br0">
      <inkml:brushProperty name="width" value="0.035" units="cm"/>
      <inkml:brushProperty name="height" value="0.035" units="cm"/>
    </inkml:brush>
  </inkml:definitions>
  <inkml:trace contextRef="#ctx0" brushRef="#br0">316 25 7527,'0'0'699,"-8"-5"834,4 2-1410,-1 1 0,1-1 0,-1 1 0,0 0 0,0 0 0,1 1 0,-1 0 0,0 0 0,0 0 0,-1 0 0,1 1 0,0-1 0,0 1 0,0 1 0,0-1 0,0 1 0,0 0 0,0 0 1,-7 2-1,-3 3 213,-1 1 1,1 1 0,1 0 0,0 1 0,0 0-1,0 1 1,-21 22 0,28-26-296,1 1-1,0-1 1,1 1-1,0 0 1,0 1 0,0-1-1,1 1 1,0 0-1,0 0 1,1 1 0,0-1-1,1 1 1,0-1-1,0 1 1,1 0 0,-1 13-1,2-20-34,0 0-1,1 0 1,-1 1-1,0-1 1,1 0 0,0 0-1,-1 0 1,1 0-1,0 0 1,0 0-1,0 0 1,0 0 0,1 0-1,-1 0 1,1 0-1,-1-1 1,1 1-1,-1 0 1,1-1 0,0 1-1,0-1 1,-1 0-1,1 0 1,0 0-1,0 0 1,0 0 0,1 0-1,-1 0 1,0-1-1,0 1 1,0-1-1,1 1 1,3-1 0,-1 0-29,1 1-1,-1-1 1,0-1 0,1 1 0,-1-1 0,0 0 0,0 0 0,1-1 0,-1 1 0,0-1 0,-1 0 0,1-1 0,9-5 0,-5 1 13,1-1-1,-1-1 1,0 1 0,-1-1 0,0-1 0,0 0 0,-1 0 0,0 0 0,-1-1 0,0 0 0,-1 0 0,0-1 0,-1 1-1,0-1 1,-1 0 0,0 0 0,1-22 0,-4 34 17,0-1 0,1 1 0,-1-1 0,0 1 0,0-1 1,0 1-1,0-1 0,0 1 0,0-1 0,-1 1 0,1-1 0,0 1 0,0 0 0,0-1 0,0 1 0,0-1 0,-1 1 0,1-1 0,0 1 1,0 0-1,-1-1 0,1 1 0,0 0 0,-1-1 0,1 1 0,0 0 0,-1-1 0,1 1 0,-1 0 0,1 0 0,0-1 0,-1 1 0,1 0 1,-1 0-1,1 0 0,-1-1 0,1 1 0,-1 0 0,1 0 0,0 0 0,-1 0 0,1 0 0,-1 0 0,1 0 0,-1 0 0,0 1 0,0-1 8,0 0-1,1 0 0,-1 1 0,0-1 1,0 1-1,0-1 0,1 1 0,-1-1 1,0 1-1,1-1 0,-1 1 0,0 0 1,1 0-1,-1-1 0,1 1 1,-1 0-1,1 0 0,-1-1 0,1 1 1,0 0-1,-1 0 0,1 0 0,0 0 1,-1 0-1,1 5-4,0 0-1,1 0 1,-1-1 0,1 1 0,0 0 0,1-1 0,-1 1-1,1 0 1,0-1 0,1 0 0,-1 0 0,1 0 0,0 0-1,0 0 1,1 0 0,-1-1 0,1 1 0,0-1 0,0 0-1,1 0 1,-1-1 0,1 1 0,0-1 0,-1 0 0,2 0 0,-1-1-1,0 1 1,9 2 0,-9-3-232,1 0-1,-1 0 1,0 0 0,1-1-1,-1 0 1,1 0 0,0 0-1,-1-1 1,1 1 0,0-1-1,-1-1 1,1 1 0,0-1-1,-1 0 1,1 0 0,-1-1-1,1 1 1,-1-1 0,0-1-1,1 1 1,-1-1 0,0 0-1,-1 0 1,1 0 0,0 0-1,-1-1 1,0 0 0,0 0-1,4-5 1,-5 4 317,0 0 0,0-1 0,0 0 0,-1 0 0,0 1 0,0-1 0,0 0 0,-1-1 0,0 1 0,0 0 0,-1 0 0,1 0 0,-1-1 0,-1-7 0,1 14-57,0 0 0,0 0-1,0-1 1,0 1-1,0 0 1,0 0 0,0-1-1,0 1 1,0 0 0,0-1-1,0 1 1,-1 0-1,1 0 1,0-1 0,0 1-1,0 0 1,0 0-1,0-1 1,0 1 0,-1 0-1,1 0 1,0 0-1,0-1 1,0 1 0,-1 0-1,1 0 1,0 0-1,0 0 1,-1-1 0,1 1-1,0 0 1,0 0 0,-1 0-1,1 0 1,0 0-1,0 0 1,-1 0 0,1 0-1,0 0 1,0 0-1,-1 0 1,1 0 0,0 0-1,-1 0 1,1 0-1,0 0 1,0 0 0,-1 0-1,1 0 1,0 0-1,0 0 1,-1 0 0,1 1-1,0-1 1,0 0 0,0 0-1,-1 0 1,1 0-1,0 1 1,0-1 0,0 0-1,-1 0 1,1 0-1,0 1 1,0-1 0,0 0-1,0 1 1,-11 18-33,9-9 19,2 1 0,-1 0 0,1 0 1,1-1-1,2 13 0,-3-21-6,0-1-1,0 1 1,0 0 0,1 0 0,-1 0-1,1 0 1,0 0 0,-1-1-1,1 1 1,0 0 0,0 0 0,0-1-1,0 1 1,1-1 0,-1 1-1,0-1 1,1 0 0,-1 1 0,0-1-1,1 0 1,0 0 0,-1 0 0,1 0-1,0 0 1,-1 0 0,1 0-1,0-1 1,0 1 0,0-1 0,0 1-1,0-1 1,-1 0 0,1 0-1,0 0 1,0 0 0,3 0 0,-3-1 10,1 0 0,-1 0 0,1 0 1,-1 0-1,1 0 0,-1-1 1,0 1-1,0-1 0,0 0 0,0 1 1,0-1-1,0 0 0,0 0 1,2-4-1,25-39-32,-16 25-5,-9 14-4,-2 2 21,0 1 0,0-1 0,0 1-1,0 0 1,1 0 0,0 0 0,0 0-1,0 0 1,0 0 0,0 1 0,0-1 0,0 1-1,1 0 1,0 0 0,3-1 0,-6 4-3,1 0 1,-1 1-1,0-1 0,0 0 1,0 1-1,0-1 1,0 1-1,0-1 0,-1 1 1,1-1-1,0 1 1,-1 0-1,1-1 0,-1 1 1,0 0-1,1 0 1,-1-1-1,0 1 0,0 0 1,0 0-1,-1 1 1,3 9 56,-1-9-35,0 1 0,0 0 0,0-1 0,1 1 0,0-1 1,-1 1-1,1-1 0,0 0 0,1 0 0,-1 0 0,0 0 0,1 0 0,0 0 0,0-1 0,-1 1 0,1-1 0,1 0 0,-1 0 0,6 3 0,-3-3-179,0 0 0,1 0 0,-1 0 0,1-1 0,-1 0 0,1 0 0,-1-1 0,1 0 0,-1 0 0,13-2 0,23-7-4418</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58.237"/>
    </inkml:context>
    <inkml:brush xml:id="br0">
      <inkml:brushProperty name="width" value="0.035" units="cm"/>
      <inkml:brushProperty name="height" value="0.035" units="cm"/>
    </inkml:brush>
  </inkml:definitions>
  <inkml:trace contextRef="#ctx0" brushRef="#br0">117 10 12684,'0'-9'320,"-9"37"-224,1 29-64,3 15 129,0 13 127,-6 3-32,4 3 96,-1-2-127,0-5 95,0-4-224,1-6-929,-4-13-640,-1-18-2787,-5-18-2723</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58.723"/>
    </inkml:context>
    <inkml:brush xml:id="br0">
      <inkml:brushProperty name="width" value="0.035" units="cm"/>
      <inkml:brushProperty name="height" value="0.035" units="cm"/>
    </inkml:brush>
  </inkml:definitions>
  <inkml:trace contextRef="#ctx0" brushRef="#br0">0 225 8616,'3'-21'246,"0"0"0,2 1-1,0 0 1,1 0 0,9-20 0,-12 35-168,-1 0 0,2 0-1,-1-1 1,0 2 0,1-1 0,0 0 0,0 1 0,1 0-1,-1 0 1,1 0 0,0 0 0,0 1 0,0 0 0,0 0-1,0 0 1,1 0 0,-1 1 0,1 0 0,0 0 0,0 1-1,12-2 1,-4 1-53,0 1 0,1 1 0,-1 0 0,1 1 0,-1 1 0,0 0 0,0 1 0,0 0 0,0 1 0,0 1 0,-1 0 0,1 1 0,-2 1 0,1 0 0,-1 0 0,0 1 0,0 1 0,14 13 0,-12-8 32,0 1-1,0 1 1,-2 0 0,0 1-1,-1 0 1,-1 1 0,0 0 0,-1 0-1,-2 1 1,1 0 0,-2 1-1,6 31 1,-6-16 54,-2 0-1,-1 0 1,-1 0 0,-2 0-1,-2 1 1,-1-1 0,-2 0-1,-1-1 1,-17 53 0,15-63-81,-2 1 0,0-1 1,-2-1-1,-1 0 1,0 0-1,-2-2 0,0 0 1,-2 0-1,0-1 1,-1-2-1,-1 1 0,-1-2 1,-33 22-1,38-28-27,-1-1 1,-1-1-1,1-1 1,-1 0-1,-1-1 0,0-1 1,0 0-1,0-1 1,0-2-1,-32 4 0,48-7 14,-1 0 0,0 1-1,0-1 1,0-1 0,1 1-1,-1 0 1,0-1-1,0 1 1,1-1 0,-1 0-1,0 0 1,1 0 0,-1 0-1,1 0 1,-1-1 0,1 1-1,0-1 1,0 1-1,-1-1 1,1 0 0,0 0-1,1 0 1,-1 0 0,0 0-1,0-1 1,1 1-1,0 0 1,-1-1 0,1 1-1,0-1 1,0 0 0,0 1-1,-1-6 1,2 1 7,-1 1 0,1-1 0,0 1 0,1-1 0,-1 1 0,1-1 0,1 1 0,-1-1 0,1 1 0,0 0 0,1 0 1,-1 0-1,7-11 0,7-7-3,1 1 1,1 1 0,1 1 0,42-37 0,99-66 23,-142 111-14,192-128-4,-185 126 68,0 2 0,1 1-1,0 1 1,1 1 0,0 1-1,49-9 1,-70 17-46,-1 0 0,1 1-1,-1-1 1,1 1 0,-1 0 0,0 1-1,1-1 1,-1 1 0,1 0 0,-1 1-1,0-1 1,0 1 0,0 0 0,0 0-1,0 1 1,7 3 0,-9-2-7,1 0 1,-1-1-1,1 1 0,-1 1 1,0-1-1,-1 0 0,1 1 1,-1-1-1,0 1 0,0 0 1,0 0-1,-1 0 0,0 0 1,1 0-1,-2 0 0,1 0 1,-1 8-1,2 16 102,-2 1-1,-1-1 1,-1 1 0,-2-1-1,-9 37 1,-16 20-2442,21-74-643,1-10-1955</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58.861"/>
    </inkml:context>
    <inkml:brush xml:id="br0">
      <inkml:brushProperty name="width" value="0.035" units="cm"/>
      <inkml:brushProperty name="height" value="0.035" units="cm"/>
    </inkml:brush>
  </inkml:definitions>
  <inkml:trace contextRef="#ctx0" brushRef="#br0">1 1 15695,'0'0'192,"66"53"-10794</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59.189"/>
    </inkml:context>
    <inkml:brush xml:id="br0">
      <inkml:brushProperty name="width" value="0.035" units="cm"/>
      <inkml:brushProperty name="height" value="0.035" units="cm"/>
    </inkml:brush>
  </inkml:definitions>
  <inkml:trace contextRef="#ctx0" brushRef="#br0">1 450 12748,'0'0'2093,"2"-12"-1175,12-34-589,1 1 1,3 0-1,1 0 1,3 2-1,1 1 1,41-56-1,-57 89-320,1 0-1,-1 0 1,2 1-1,-1 0 1,12-9 0,-18 16-8,1-1 0,-1 1 0,1-1 1,-1 1-1,1 0 0,0 0 0,0 0 1,-1 0-1,1 0 0,0 0 0,5 0 0,-7 2 0,1-1-1,-1 0 0,1 0 0,-1 1 0,1-1 0,-1 1 0,1-1 0,-1 1 1,0-1-1,1 1 0,-1 0 0,0 0 0,1 0 0,-1 0 0,0 0 0,0 0 1,0 0-1,0 0 0,0 0 0,0 0 0,0 1 0,-1-1 0,1 0 0,0 2 0,4 7 18,-1-1 0,-1 1 0,0 0 0,0 1 0,-1-1 0,-1 0 0,1 12 0,-1 81 245,-2-57-93,1-26-136,-1 0-1,-6 36 1,6-53-120,1 1 0,-1 0 0,0 0 0,0-1 1,0 1-1,0-1 0,-1 1 0,1-1 0,-1 1 0,0-1 0,0 0 1,0 0-1,0 0 0,-1 0 0,0 0 0,1 0 0,-1-1 1,0 1-1,0-1 0,0 0 0,0 0 0,-7 3 0,9-5 30,-1 1-1,1-1 1,0 0 0,0 0-1,0 0 1,-1 0 0,1-1-1,0 1 1,0 0-1,0 0 1,-1-1 0,1 1-1,0-1 1,0 1 0,0-1-1,0 1 1,0-1-1,0 0 1,0 1 0,0-1-1,0 0 1,0 0-1,0 0 1,1 0 0,-1 1-1,0-1 1,0 0 0,1-1-1,-1 1 1,1 0-1,-1 0 1,1 0 0,0 0-1,-1 0 1,1 0 0,0-1-1,0 1 1,-1 0-1,1-2 1,-4-57-3396,5 49 2299,-2-42-3539</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8:59.388"/>
    </inkml:context>
    <inkml:brush xml:id="br0">
      <inkml:brushProperty name="width" value="0.035" units="cm"/>
      <inkml:brushProperty name="height" value="0.035" units="cm"/>
    </inkml:brush>
  </inkml:definitions>
  <inkml:trace contextRef="#ctx0" brushRef="#br0">39 0 13581,'0'0'608,"7"61"-608,-7-5 545,-2 13-193,-6 7 97,-1 4-129,0 6-192,2 2 96,3-4-128,0-7-544,4-7-1154,-2-17-2465,1-21-2596</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00.124"/>
    </inkml:context>
    <inkml:brush xml:id="br0">
      <inkml:brushProperty name="width" value="0.035" units="cm"/>
      <inkml:brushProperty name="height" value="0.035" units="cm"/>
    </inkml:brush>
  </inkml:definitions>
  <inkml:trace contextRef="#ctx0" brushRef="#br0">1 223 13132,'13'-12'134,"12"-9"9,2 1 0,0 1 0,0 2 0,57-26 0,150-39 984,-254 90-861,0 1-1,0 1 1,2 0 0,-1 1 0,-28 24 0,40-30-226,0 0 1,1 1-1,0 0 1,0 0-1,1 0 0,0 1 1,0 0-1,0 0 0,1 0 1,0 0-1,0 1 1,1 0-1,0-1 0,1 1 1,-1 0-1,1 1 0,-1 14 1,3-21-31,0 0 0,0 0 0,0 0 0,1 0 0,-1 0 0,1 1 0,-1-1 0,1 0 0,0 0 0,0-1-1,0 1 1,0 0 0,0 0 0,0 0 0,1-1 0,-1 1 0,0 0 0,1-1 0,-1 1 0,1-1 0,0 0 0,-1 0 0,1 1 0,0-1 0,0 0 0,0-1 0,0 1 0,0 0 0,0 0 0,0-1 0,0 1 0,0-1 0,0 0 0,0 1 0,0-1 0,1 0 0,-1 0 0,0-1 0,2 1 0,4-1 9,0 0 0,0 0 1,0 0-1,0-1 0,0 0 1,-1-1-1,1 0 1,-1 0-1,11-6 0,1-4-9,-1-1-1,0 0 1,-1-1-1,19-22 0,-30 30-11,0 0-1,-1 0 1,0 0-1,0-1 0,0 1 1,-1-1-1,0 0 1,0-1-1,-1 1 0,0-1 1,-1 1-1,0-1 1,2-15-1,-4 23 16,0 0 0,0 1 1,0-1-1,0 0 0,0 1 0,-1-1 0,1 0 0,0 1 0,0-1 1,0 1-1,-1-1 0,1 0 0,0 1 0,-1-1 0,1 1 0,0-1 1,-1 1-1,1-1 0,-1 1 0,1-1 0,-1 1 0,1-1 0,-1 1 1,1 0-1,-1-1 0,1 1 0,-1 0 0,1-1 0,-1 1 0,0 0 1,1 0-1,-1 0 0,0-1 0,1 1 0,-1 0 0,0 0 0,1 0 1,-1 0-1,0 0 0,1 0 0,-1 0 0,1 1 0,-1-1 0,0 0 1,1 0-1,-1 0 0,-1 1 0,0 0-4,0-1 0,0 1 1,0 0-1,1 0 0,-1 0 0,0 0 0,0 0 1,0 0-1,1 0 0,-1 1 0,1-1 0,-1 1 0,1-1 1,-3 4-1,1 3 15,1-1 0,0 1-1,0 0 1,1 0 0,-1 1 0,2-1 0,-1 0 0,1 0 0,1 0-1,0 0 1,0 1 0,0-1 0,1 0 0,3 8 0,-4-11-12,0 0 0,1-1-1,-1 1 1,1-1 0,0 0 0,0 1 0,0-1 0,1 0 0,0 0 0,0 0 0,0-1 0,0 1-1,0-1 1,1 1 0,-1-1 0,1 0 0,0-1 0,0 1 0,0-1 0,0 1 0,0-1 0,1 0-1,-1-1 1,1 1 0,5 0 0,-7-2-11,1 0 1,-1-1-1,0 0 0,0 1 1,0-1-1,1 0 0,-1 0 1,0-1-1,-1 1 1,1-1-1,0 1 0,0-1 1,-1 0-1,1 0 0,0 0 1,-1-1-1,0 1 0,0-1 1,3-2-1,38-60-24,-31 46-34,8-17-130,-13 24-40,0-1 0,1 1 0,17-22 0,-24 34 228,-1 0-1,0 0 0,0 0 1,1 0-1,-1 0 0,0 0 1,1 0-1,-1 0 1,0 1-1,0-1 0,1 0 1,-1 0-1,0 0 0,0 0 1,1 0-1,-1 1 0,0-1 1,0 0-1,1 0 1,-1 0-1,0 1 0,0-1 1,0 0-1,0 0 0,1 1 1,-1-1-1,0 0 0,0 1 1,0-1-1,0 0 0,0 0 1,0 1-1,0-1 1,0 0-1,0 1 0,0-1 1,0 0-1,0 0 0,0 1 1,0-1-1,0 0 0,0 1 1,0-1-1,0 0 1,0 0-1,0 1 0,-1-1 1,2 17 55,-1-17-55,-4 72 288,2-45-73,2 51 0,0-77-213,0-1 0,0 1 0,1 0-1,-1-1 1,0 1 0,0-1 0,0 1 0,1 0 0,-1-1 0,0 1 0,1-1 0,-1 1 0,0-1 0,1 1 0,-1-1 0,1 1-1,-1-1 1,1 1 0,-1-1 0,1 0 0,-1 1 0,1-1 0,-1 0 0,1 1 0,0-1 0,-1 0 0,1 0 0,0 1 0,-1-1 0,1 0-1,-1 0 1,1 0 0,0 0 0,-1 0 0,1 0 0,0 0 0,-1 0 0,1 0 0,0 0 0,-1-1 0,1 1 0,0 0 0,-1 0-1,1-1 1,-1 1 0,1 0 0,-1-1 0,2 0 0,28-18 73,46-69-93,-57 63-160,2 0-1,0 2 1,40-34 0,-59 56 171,-1 0 0,0 0 1,1 0-1,-1 0 0,0 0 0,1 1 1,-1-1-1,1 0 0,-1 1 1,1-1-1,0 1 0,-1-1 1,1 1-1,0 0 0,1-1 0,-2 2 7,0-1-1,-1 0 0,1 0 1,0 1-1,-1-1 0,1 0 1,-1 1-1,1-1 0,0 1 0,-1-1 1,1 0-1,-1 1 0,0-1 1,1 1-1,-1 0 0,1-1 1,-1 1-1,0-1 0,1 1 1,-1 0-1,0-1 0,1 1 0,-1-1 1,0 1-1,0 1 0,1 6 21,0 0 1,0 0-1,-1 1 0,-1-1 0,0 9 0,-1 5 5,2-15-70,0-1 0,1 0 0,-1 0 0,1 0 0,0-1 0,1 1 0,0 0 1,-1 0-1,2-1 0,-1 1 0,1-1 0,4 8 0,-5-10-350,1 0 1,0 0 0,0 0-1,0-1 1,0 1-1,0-1 1,1 1-1,-1-1 1,1 0-1,0 0 1,-1-1 0,1 1-1,0-1 1,0 0-1,0 0 1,0 0-1,0 0 1,0-1-1,5 1 1,28-1-6259</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01.932"/>
    </inkml:context>
    <inkml:brush xml:id="br0">
      <inkml:brushProperty name="width" value="0.035" units="cm"/>
      <inkml:brushProperty name="height" value="0.035" units="cm"/>
    </inkml:brush>
  </inkml:definitions>
  <inkml:trace contextRef="#ctx0" brushRef="#br0">144 171 2274,'0'0'3294,"6"-8"-2333,-1 2-706,32-49 1455,-33 50-1358,-1 0 0,0-1 1,0 1-1,-1-1 0,0 0 0,0 0 1,0 0-1,0 0 0,0-7 1,-12 14 997,-1 7-1216,1 0-1,0 1 1,1 0 0,0 0-1,0 1 1,1 1-1,-11 16 1,3-5 41,-50 74 448,60-85-571,0 0 0,1 0 1,0 0-1,1 1 0,0-1 1,1 1-1,-3 17 0,6-26-44,0-1 0,-1 1 0,1-1 0,0 1-1,1-1 1,-1 1 0,0-1 0,1 1 0,-1-1 0,1 1-1,0-1 1,0 0 0,0 1 0,0-1 0,0 0 0,0 0-1,1 0 1,-1 0 0,1 0 0,2 3 0,0-2 11,-1-1 1,1 0-1,0 1 0,-1-1 1,1 0-1,0-1 0,1 1 1,-1-1-1,0 0 0,9 2 1,4-2 32,-1 0-1,1 0 1,0-2 0,0 0 0,19-4 0,7-6-32,-1-1-1,0-2 1,-1-2 0,-1-2 0,0-2-1,-1-1 1,-2-2 0,0-1 0,41-37-1,-61 47-61,0-1 0,27-32 0,-41 43 116,1-1 0,-1 1 0,0 0 0,0-1 0,-1 0 0,1 0 0,-1 0 0,0 0 0,0 0 1,-1 0-1,0 0 0,1-1 0,-2 1 0,1 0 0,-1-1 0,0 1 0,0-10 0,-1 14-3,1-1 0,-1 1 0,1-1 0,-1 1 0,1 0 0,-1-1 0,0 1 0,0 0 0,1 0 1,-1-1-1,0 1 0,0 0 0,0 0 0,-1 0 0,1 0 0,0 0 0,0 1 0,0-1 0,-1 0 0,1 0 0,0 1 0,-3-1 0,0-1 17,0 1-1,-1 0 0,1 1 0,0-1 0,-1 1 0,1 0 0,-8 1 0,2 0-1,-1 0 0,1 1-1,0 1 1,0-1 0,-18 9-1,18-5-45,1-1 0,1 1 0,-1 1 1,1 0-1,0 0 0,0 1 0,1 0 0,0 0 0,0 0 0,-8 15 0,13-19-34,0-1-1,0 1 1,1-1 0,-1 1-1,0 0 1,1 0-1,0-1 1,0 1-1,0 0 1,1 0 0,-1 0-1,1 0 1,0 0-1,0 0 1,1 0-1,-1 0 1,1 0-1,-1 0 1,1 0 0,1 0-1,-1 0 1,0-1-1,1 1 1,0 0-1,0-1 1,0 1 0,0-1-1,0 0 1,1 0-1,0 0 1,3 3-1,5 3 60,2 0 0,-1-1-1,1-1 1,0 0 0,0-1 0,1 0-1,0-1 1,0-1 0,1 0-1,26 3 1,20 1-261,76-1 1,-107-6-142,88-1-2129,2-9-2360</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11.589"/>
    </inkml:context>
    <inkml:brush xml:id="br0">
      <inkml:brushProperty name="width" value="0.035" units="cm"/>
      <inkml:brushProperty name="height" value="0.035" units="cm"/>
    </inkml:brush>
  </inkml:definitions>
  <inkml:trace contextRef="#ctx0" brushRef="#br0">312 648 4132,'0'0'1174,"-7"-4"-853,1 1-177,1 1 1,-1 0-1,0 0 0,0 0 1,0 1-1,0-1 1,0 1-1,0 1 1,0-1-1,0 1 0,0 0 1,-1 1-1,1 0 1,0-1-1,0 2 1,0-1-1,-10 5 0,1-1 14,0 1 0,1 1 0,0 0-1,0 1 1,0 1 0,1 0 0,0 1-1,-12 12 1,20-17-141,0 1 1,0 0-1,1-1 1,0 2-1,0-1 0,0 0 1,1 1-1,0 0 0,0-1 1,1 1-1,0 0 1,0 1-1,1-1 0,0 0 1,0 0-1,0 1 0,1-1 1,0 0-1,2 14 0,-1-18-5,-1 0 0,1 0-1,-1 0 1,1-1-1,0 1 1,0 0-1,0-1 1,0 1-1,0-1 1,1 1 0,-1-1-1,1 1 1,0-1-1,0 0 1,0 0-1,0 0 1,0 0-1,0 0 1,0 0 0,5 2-1,-3-2 12,0-1 0,0 0 0,0 0 0,0 0 0,0 0 0,0-1 0,1 1 0,-1-1 1,0 0-1,0 0 0,0-1 0,8-1 0,-3 0 6,1 0 1,-1-1-1,0 0 1,0-1-1,0 0 1,0-1 0,-1 1-1,0-2 1,0 1-1,0-1 1,10-10-1,-7 1-19,0 0-1,-2 0 1,0-1-1,0 0 1,-2-1-1,0 0 1,8-30-1,21-128 134,-29 122-71,-1-1 0,-4-97 0,-4 122 118,-1 1 0,-1 1 0,-2-1 0,0 0 0,-2 1-1,-1 1 1,-14-29 0,4 27 1014,12 29-616,4 17-501,4 7 30,1 0 0,2 1 0,0-1 0,2-1 0,1 1 0,1-1 0,21 45 0,100 157 1233,-83-153-1217,-7-9 388,23 37 227,-24-35-6288,-30-51 68</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12.198"/>
    </inkml:context>
    <inkml:brush xml:id="br0">
      <inkml:brushProperty name="width" value="0.035" units="cm"/>
      <inkml:brushProperty name="height" value="0.035" units="cm"/>
    </inkml:brush>
  </inkml:definitions>
  <inkml:trace contextRef="#ctx0" brushRef="#br0">323 8 7976,'0'0'800,"-9"-2"-261,-1 0-486,1 1-1,-1 0 1,0 0-1,1 1 1,-1 0-1,0 1 0,0 0 1,1 1-1,-1 0 1,-16 6-1,-5 1 66,20-6-98,1 0-1,-1 0 1,1 1-1,0 0 1,0 1-1,0 0 1,0 1-1,-14 11 1,22-12-37,0 0 1,1-1-1,0 1 1,0 0 0,0 0-1,0 0 1,1 0-1,0 0 1,0 9-1,0 6 0,-21 109 237,13-91 129,1 0-1,-2 62 0,9-99-323,1 1-1,-1-1 1,0 1-1,1 0 0,-1-1 1,1 1-1,0-1 1,-1 1-1,1-1 0,0 0 1,0 1-1,0-1 1,0 0-1,0 0 0,0 1 1,0-1-1,1 0 1,-1 0-1,0 0 0,1 0 1,-1-1-1,0 1 1,1 0-1,-1-1 1,1 1-1,-1-1 0,1 1 1,-1-1-1,1 1 1,0-1-1,1 0 0,59 4 829,-52-4-672,329-6 551,-336 6-787,6-1-1083,-6-5-3189,-3-4-3585</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12.415"/>
    </inkml:context>
    <inkml:brush xml:id="br0">
      <inkml:brushProperty name="width" value="0.035" units="cm"/>
      <inkml:brushProperty name="height" value="0.035" units="cm"/>
    </inkml:brush>
  </inkml:definitions>
  <inkml:trace contextRef="#ctx0" brushRef="#br0">6 206 10122,'0'0'544,"-5"-46"929,18 34-416,15 0-512,10-1-289,11-1-32,11 1-159,2-1-1,0 3 32,-3-4 32,-5-8-1281,-7-10-7207</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13.098"/>
    </inkml:context>
    <inkml:brush xml:id="br0">
      <inkml:brushProperty name="width" value="0.035" units="cm"/>
      <inkml:brushProperty name="height" value="0.035" units="cm"/>
    </inkml:brush>
  </inkml:definitions>
  <inkml:trace contextRef="#ctx0" brushRef="#br0">1 136 4869,'0'0'437,"0"-7"556,0-6-821,2-37 2675,-1 48-2748,0-1 1,-1 1 0,1-1-1,0 1 1,0-1 0,1 1-1,-1 0 1,0 0-1,1-1 1,-1 1 0,1 0-1,0 0 1,0 0 0,0 1-1,0-1 1,0 0-1,0 1 1,4-3 0,3 0-84,0 0 1,0 1-1,0 0 0,0 0 1,0 1-1,0 1 1,1-1-1,-1 1 1,1 1-1,-1 0 1,1 0-1,16 3 1,-22-2-13,0 0 1,0 0-1,0 0 1,0 0 0,0 1-1,0 0 1,-1 0 0,1 0-1,-1 0 1,1 0 0,-1 1-1,0-1 1,0 1-1,0 0 1,0 0 0,0 0-1,-1 1 1,1-1 0,-1 1-1,0-1 1,0 1 0,0 0-1,-1-1 1,1 1-1,-1 0 1,0 0 0,0 0-1,0 0 1,0 0 0,-1 9-1,0-3 39,0 0-1,-1 0 1,0 0-1,-1 0 0,0 0 1,-1 0-1,0 0 1,0-1-1,-1 1 1,-7 11-1,-4 5 179,-2 0 0,-22 24 0,0 1 69,39-51-288,-1 1 0,1-1 0,-1 0 0,1 1 0,0-1 0,-1 1 0,1-1 0,0 1-1,-1-1 1,1 0 0,0 1 0,0-1 0,-1 1 0,1-1 0,0 1 0,0-1 0,0 1 0,0-1 0,0 1-1,0 0 1,0-1 0,0 1 0,0-1 0,0 1 0,0-1 0,0 1 0,0-1 0,0 1 0,0-1 0,0 1-1,1-1 1,-1 1 0,0-1 0,0 1 0,1-1 0,-1 1 0,0-1 0,1 0 0,0 1 0,25 3 29,40-15-1,-65 11-29,467-128-22,-362 91-2526,-10-5-4841</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13.783"/>
    </inkml:context>
    <inkml:brush xml:id="br0">
      <inkml:brushProperty name="width" value="0.035" units="cm"/>
      <inkml:brushProperty name="height" value="0.035" units="cm"/>
    </inkml:brush>
  </inkml:definitions>
  <inkml:trace contextRef="#ctx0" brushRef="#br0">0 159 4933,'0'0'832,"5"-10"156,2-3-260,1-1-1,0 1 0,1 0 1,16-18-1,-19 25-569,-1 0-1,1 0 1,0 1 0,1 0-1,-1 0 1,1 0-1,0 1 1,0 0-1,1 1 1,-1 0-1,1 0 1,11-3-1,-16 5-149,1 0-1,-1 0 0,1 1 1,0-1-1,0 1 0,-1 0 1,1 0-1,0 0 0,0 1 0,-1-1 1,1 1-1,0 0 0,-1 0 1,1 0-1,-1 1 0,1-1 1,-1 1-1,0-1 0,0 1 1,5 4-1,-5-2 19,0 0 1,0-1-1,-1 2 1,1-1-1,-1 0 1,0 0-1,-1 1 0,1-1 1,-1 1-1,0 0 1,0-1-1,0 1 1,0 0-1,-1-1 1,0 10-1,-2 2 73,1-1 0,-2 0 0,0 0 0,-1 0 0,0 0 0,-2 0 0,1-1 0,-2 0 0,0 0 0,0-1 0,-14 18 0,-15 32 80,36-63-179,0 1 1,-1-1-1,1 1 1,0-1-1,0 0 1,-1 1-1,1-1 1,0 1-1,0-1 1,0 1-1,0-1 1,0 1-1,0-1 1,0 1-1,0-1 1,0 1-1,0-1 1,0 1-1,0-1 1,0 1-1,0-1 1,0 1-1,0-1 0,0 0 1,1 1-1,-1-1 1,0 1-1,0-1 1,1 1-1,-1-1 1,0 0-1,0 1 1,1-1-1,-1 0 1,1 1-1,-1-1 1,0 0-1,1 1 1,-1-1-1,1 0 1,-1 0-1,0 0 1,1 1-1,32 2 28,39-14 8,-70 10-36,267-46-571,-206 30-2627</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18.284"/>
    </inkml:context>
    <inkml:brush xml:id="br0">
      <inkml:brushProperty name="width" value="0.035" units="cm"/>
      <inkml:brushProperty name="height" value="0.035" units="cm"/>
    </inkml:brush>
  </inkml:definitions>
  <inkml:trace contextRef="#ctx0" brushRef="#br0">196 63 6758,'-1'-3'173,"1"0"0,0 1 0,0-1 0,1 0 0,-1 1 0,0-1-1,1 1 1,0-1 0,0 1 0,-1-1 0,2 1 0,-1-1 0,0 1-1,0 0 1,1-1 0,1-1 0,0 2-156,-1 0 0,1 0 0,0 0 0,0 1 0,0 0 0,0-1-1,0 1 1,0 0 0,0 0 0,0 1 0,0-1 0,0 1 0,0-1 0,4 1 0,1-1 28,0 1 0,1 0 0,-1 0 0,0 1 0,0 0 1,1 1-1,-1 0 0,0 0 0,-1 0 0,1 1 0,0 0 0,-1 1 0,1 0 1,-1 0-1,0 0 0,-1 1 0,1 0 0,-1 0 0,0 1 0,0 0 1,0 0-1,-1 0 0,0 1 0,0 0 0,-1 0 0,0 0 0,0 0 0,-1 1 1,1-1-1,-2 1 0,1 0 0,1 10 0,-1-7-12,-1 1 1,-1-1-1,0 0 0,0 1 0,-1-1 1,0 0-1,-1 1 0,-1-1 0,0 0 1,0 1-1,-1-1 0,-7 17 0,3-13 44,0 0 0,-2-1 0,1 0 0,-2 0 0,0-1 0,0-1 0,-1 1 0,-13 10 0,-3-1-2,0-2 1,-1 0 0,0-2-1,-2-1 1,0-2 0,-1 0-1,-63 18 1,87-30-70,3-2-4,0 1 1,0-1-1,1 0 0,-1 0 0,0 0 0,-1 0 0,1-1 0,0 0 0,0 0 1,0 0-1,-5 0 0,10-2-1,-1 1 1,0 0 0,1 0-1,-1-1 1,1 1-1,-1 0 1,1 0-1,-1 0 1,1 0 0,0 0-1,0 0 1,0 0-1,-1 0 1,1 0-1,0 0 1,2-1 0,24-21-197,44-28 0,7-4-2693,-20 7-625</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18.559"/>
    </inkml:context>
    <inkml:brush xml:id="br0">
      <inkml:brushProperty name="width" value="0.035" units="cm"/>
      <inkml:brushProperty name="height" value="0.035" units="cm"/>
    </inkml:brush>
  </inkml:definitions>
  <inkml:trace contextRef="#ctx0" brushRef="#br0">177 25 8456,'0'0'1959,"-9"-6"-683,4 3-1062,3 1-162,1 1 0,0 0 0,-1 0 0,1-1-1,-1 1 1,1 0 0,-1 0 0,0 0 0,1 1-1,-1-1 1,0 0 0,0 1 0,1-1 0,-1 1-1,0-1 1,0 1 0,0 0 0,0 0-1,1 0 1,-1 0 0,0 0 0,0 0 0,0 1-1,0-1 1,0 0 0,1 1 0,-1 0 0,0-1-1,0 1 1,1 0 0,-1 0 0,1 0-1,-4 2 1,-5 8 102,0 0 0,0 1 0,1 1 0,1-1 0,0 1 0,0 0 0,2 1 0,0 0 0,0 0 0,1 0 0,1 1-1,0 0 1,1 0 0,1 0 0,0 0 0,1 0 0,2 23 0,0-26-153,0-1 0,1 0 0,0 0 0,0 0 0,1 0 0,1 0 0,0-1 1,1 0-1,0 1 0,0-1 0,1-1 0,0 1 0,1-1 0,0 0 0,0-1 0,1 0 0,0 0 0,1-1 0,0 1 0,0-2 0,0 1 0,1-2 0,0 1 1,10 4-1,-4-4-479,-1-1 0,1-1 0,0 0 0,1 0 1,23 0-1,-10-3-4503</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18.965"/>
    </inkml:context>
    <inkml:brush xml:id="br0">
      <inkml:brushProperty name="width" value="0.035" units="cm"/>
      <inkml:brushProperty name="height" value="0.035" units="cm"/>
    </inkml:brush>
  </inkml:definitions>
  <inkml:trace contextRef="#ctx0" brushRef="#br0">35 47 7655,'0'0'1479,"4"-2"-1399,-3 2-49,1-1 0,-1 1 0,0 0 1,0-1-1,-1 1 0,1-1 0,0 0 0,0 1 0,0-1 0,0 0 1,0 1-1,-1-1 0,1 0 0,0 0 0,0 0 0,-1 1 0,1-1 0,-1 0 1,1 0-1,-1 0 0,1 0 0,-1 0 0,0 0 0,1 0 0,-1 0 0,0 0 1,0-1-1,0 1 0,0 0 0,0-2 0,-17-11 3818,11 10-794,13 525-1320,-7-516-1775,0 0 0,0 1-1,-1-1 1,1 1 0,-1-1 0,-3 8 0,4-12-252,-1 1 0,0-1 0,0 1 0,0-1 0,0 1 0,0-1-1,0 0 1,0 1 0,0-1 0,0 0 0,-1 0 0,1 0 0,0 0 0,-1 0 0,-1 1 0,-14 3-7935</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19.759"/>
    </inkml:context>
    <inkml:brush xml:id="br0">
      <inkml:brushProperty name="width" value="0.035" units="cm"/>
      <inkml:brushProperty name="height" value="0.035" units="cm"/>
    </inkml:brush>
  </inkml:definitions>
  <inkml:trace contextRef="#ctx0" brushRef="#br0">0 72 4356,'0'0'8894,"10"-2"-8697,102-20 562,151-9-1,-233 29-769,110-7-1190,-105 3-3262</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0.455"/>
    </inkml:context>
    <inkml:brush xml:id="br0">
      <inkml:brushProperty name="width" value="0.035" units="cm"/>
      <inkml:brushProperty name="height" value="0.035" units="cm"/>
    </inkml:brush>
  </inkml:definitions>
  <inkml:trace contextRef="#ctx0" brushRef="#br0">31 0 9065,'0'0'1211,"7"13"471,6 13-851,-1 1-1,-1-1 1,-2 2 0,8 37-1,1 40-445,-5 2-1,-5-1 0,-9 186 1,-9-219-337,10-69-46,-1-1 1,0 0 0,1 0-1,-1 0 1,0 1 0,-1-1-1,1 0 1,-1-1 0,1 1-1,-1 0 1,0 0 0,0-1-1,0 1 1,0-1 0,-1 1-1,1-1 1,-1 0 0,1 0-1,-4 2 1,5-4 0,0 0 0,0 0 1,0 1-1,0-1 0,0 0 0,0 0 0,0 0 0,0 0 1,-1-1-1,1 1 0,0 0 0,0 0 0,0-1 0,0 1 1,0 0-1,0-1 0,0 1 0,0-1 0,0 1 0,0-1 1,0 0-1,1 1 0,-1-1 0,0 0 0,0 0 0,1 0 0,-1 0 1,0 1-1,1-1 0,-2-2 0,-14-32 22,16 35-25,-10-34-28,1-1 0,1 0 0,2 0 0,-2-39 1,4-146-105,4 160 120,1-42 63,20-150-1,-13 231 574,-8 21-615,1 0 0,-1 0-1,1 0 1,-1 0 0,1 0-1,-1 0 1,0 1 0,1-1-1,-1 0 1,1 0-1,-1 0 1,0 1 0,1-1-1,-1 0 1,1 1 0,-1-1-1,0 0 1,1 1 0,-1-1-1,0 0 1,0 1 0,1-1-1,-1 1 1,0-1-1,0 0 1,0 1 0,0-1-1,1 1 1,17 49 59,-15-40-2,21 73 79,-17-55-110,1 1 0,1-1-1,2-1 1,0 0-1,20 32 1,-30-57-36,0 0 1,0 0 0,1 0-1,-1 0 1,0 0 0,1-1-1,-1 1 1,1-1-1,0 1 1,0-1 0,-1 1-1,1-1 1,0 0 0,0 0-1,0 0 1,0 0 0,0 0-1,1-1 1,-1 1 0,3 0-1,-3-1-1,0-1-1,0 1 0,0-1 0,-1 1 1,1-1-1,0 0 0,0 1 0,0-1 1,-1 0-1,1 0 0,0 0 1,-1-1-1,1 1 0,-1 0 0,0 0 1,1-1-1,-1 1 0,2-3 0,4-7-18,-1 0 0,0 0 0,0 0-1,-1-1 1,6-19 0,-1-1 35,-1 0 0,-1-1-1,-2 0 1,4-56 0,-4 123 45,2 0 0,2-1-1,1 0 1,2 0-1,18 33 1,-18-41-1932,27 37-1,-24-46-3891,-1-6-2793</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0.640"/>
    </inkml:context>
    <inkml:brush xml:id="br0">
      <inkml:brushProperty name="width" value="0.035" units="cm"/>
      <inkml:brushProperty name="height" value="0.035" units="cm"/>
    </inkml:brush>
  </inkml:definitions>
  <inkml:trace contextRef="#ctx0" brushRef="#br0">0 0 12204,'0'0'2594,"28"65"-1185,-18-38-448,-1 4-256,2 2-353,0 5-256,-1 2-96,-2 0 0,-5-2-64,-2-8-2338,0-14-1121</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0.922"/>
    </inkml:context>
    <inkml:brush xml:id="br0">
      <inkml:brushProperty name="width" value="0.035" units="cm"/>
      <inkml:brushProperty name="height" value="0.035" units="cm"/>
    </inkml:brush>
  </inkml:definitions>
  <inkml:trace contextRef="#ctx0" brushRef="#br0">95 61 12908,'0'0'32,"35"-53"1346,-8 46-578,11 9-63,6 26 0,3 12-33,1 11 129,-6 11-481,-3 14-159,-14 8-65,-15 7-96,-9 9 32,-25 8-96,-23 4 32,-19-4-224,-21-10-2979,-17-11-353,-19-12-6437</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1.266"/>
    </inkml:context>
    <inkml:brush xml:id="br0">
      <inkml:brushProperty name="width" value="0.035" units="cm"/>
      <inkml:brushProperty name="height" value="0.035" units="cm"/>
    </inkml:brush>
  </inkml:definitions>
  <inkml:trace contextRef="#ctx0" brushRef="#br0">341 1 192,'-46'19'11019,"-3"8"-10155,0 20 354,5 22-834,1 20 64,1 18 994,8 11-706,7 5-383,21-2-193,9 1-32,38-9-64,26-15-32,33-19-64,30-22 0,24-28-224,22-29-2339,18-40-3074</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1.803"/>
    </inkml:context>
    <inkml:brush xml:id="br0">
      <inkml:brushProperty name="width" value="0.035" units="cm"/>
      <inkml:brushProperty name="height" value="0.035" units="cm"/>
    </inkml:brush>
  </inkml:definitions>
  <inkml:trace contextRef="#ctx0" brushRef="#br0">8 164 8776,'-2'-10'582,"0"0"-56,0-1-1,1 0 1,0 1 0,1-1-1,0 0 1,3-16 0,-3 24-448,1 0 1,0 0 0,0 0-1,0 0 1,0 0 0,1 0-1,-1 0 1,1 0 0,0 0-1,-1 1 1,1-1 0,0 1-1,1 0 1,-1-1 0,0 1-1,1 0 1,-1 0-1,1 0 1,0 1 0,-1-1-1,1 1 1,0-1 0,0 1-1,0 0 1,0 0 0,0 0-1,1 1 1,-1-1 0,0 1-1,4-1 1,-4 1-64,1 0 1,0-1-1,-1 1 0,1 1 1,0-1-1,-1 1 0,1-1 1,0 1-1,-1 0 0,1 0 1,-1 0-1,0 1 0,1-1 1,-1 1-1,0 0 0,0 0 1,0 0-1,0 0 0,3 4 1,-2-2-12,-1 0 0,1 1 0,-1 0 0,0 0 0,-1 0 0,1 0 0,-1 0 0,0 1 0,0-1 0,0 1 0,0 7 0,0-1-6,0 0-1,-1 0 1,-1 0-1,0 1 1,-1-1-1,0 0 1,-1 0-1,0 0 1,-1 0 0,-1 0-1,-4 11 1,-8 7 1,-29 41 1,4-7-10,41-64 10,0 0 0,0 0 1,0 1-1,0-1 0,-1 0 0,1 0 1,0 0-1,0 1 0,0-1 0,0 0 0,0 0 1,0 0-1,0 1 0,0-1 0,0 0 1,0 0-1,0 1 0,0-1 0,0 0 0,0 0 1,0 1-1,0-1 0,0 0 0,0 0 1,0 0-1,0 1 0,0-1 0,1 0 1,-1 0-1,0 0 0,0 1 0,0-1 0,0 0 1,0 0-1,1 0 0,-1 0 0,0 1 1,0-1-1,0 0 0,0 0 0,1 0 0,-1 0 1,0 0-1,15 2 22,20-5 10,247-58-1596,-224 47-1709,16-5-4286</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2.098"/>
    </inkml:context>
    <inkml:brush xml:id="br0">
      <inkml:brushProperty name="width" value="0.035" units="cm"/>
      <inkml:brushProperty name="height" value="0.035" units="cm"/>
    </inkml:brush>
  </inkml:definitions>
  <inkml:trace contextRef="#ctx0" brushRef="#br0">0 172 9897,'0'0'3876,"29"-53"-1986,3 39-769,13-1-705,12 3-127,8-3-65,4 6-64,-3-1-128,-8 3 32,-7 2-64,-11 1-64,-11 0-256,-14-4-2947,-10-8-3300</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2.255"/>
    </inkml:context>
    <inkml:brush xml:id="br0">
      <inkml:brushProperty name="width" value="0.035" units="cm"/>
      <inkml:brushProperty name="height" value="0.035" units="cm"/>
    </inkml:brush>
  </inkml:definitions>
  <inkml:trace contextRef="#ctx0" brushRef="#br0">52 1 12139,'0'0'3268,"-49"32"-3108,47 3 64,2 11 0,0 10 96,12 6-191,4 7-33,0-1 0,1 4-128,-4-2-961,-2-11-4164</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2.521"/>
    </inkml:context>
    <inkml:brush xml:id="br0">
      <inkml:brushProperty name="width" value="0.035" units="cm"/>
      <inkml:brushProperty name="height" value="0.035" units="cm"/>
    </inkml:brush>
  </inkml:definitions>
  <inkml:trace contextRef="#ctx0" brushRef="#br0">244 0 17585,'0'0'224,"-75"15"-160,35 26 32,-1 17 32,4 16 192,10 7 33,11 2 31,9 8-160,8 5-160,4 1 0,14-6-32,6-8-32,6-14-640,3-16-2051,4-22-1857,2-24-6182</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3.142"/>
    </inkml:context>
    <inkml:brush xml:id="br0">
      <inkml:brushProperty name="width" value="0.035" units="cm"/>
      <inkml:brushProperty name="height" value="0.035" units="cm"/>
    </inkml:brush>
  </inkml:definitions>
  <inkml:trace contextRef="#ctx0" brushRef="#br0">1 47 12684,'0'0'416,"51"-42"-191,-30 37-97,-2 5-96,-5 0 32,-4 14-64,-5 4-64,-5 5-289,0-2-3714,-4 1-1731</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3.255"/>
    </inkml:context>
    <inkml:brush xml:id="br0">
      <inkml:brushProperty name="width" value="0.035" units="cm"/>
      <inkml:brushProperty name="height" value="0.035" units="cm"/>
    </inkml:brush>
  </inkml:definitions>
  <inkml:trace contextRef="#ctx0" brushRef="#br0">0 0 1057,'0'0'480,"52"18"-448,-38-14-704</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3.918"/>
    </inkml:context>
    <inkml:brush xml:id="br0">
      <inkml:brushProperty name="width" value="0.035" units="cm"/>
      <inkml:brushProperty name="height" value="0.035" units="cm"/>
    </inkml:brush>
  </inkml:definitions>
  <inkml:trace contextRef="#ctx0" brushRef="#br0">1 54 7015,'0'0'1745,"7"-8"348,-4 4-1915,1 0 1,0 0 0,0 1-1,0-1 1,1 1-1,-1 0 1,1 0-1,-1 0 1,1 1 0,0 0-1,0 0 1,0 0-1,1 0 1,-1 1-1,0 0 1,1 0-1,-1 0 1,0 1 0,1 0-1,-1 0 1,1 0-1,-1 1 1,0-1-1,1 2 1,-1-1-1,0 0 1,0 1 0,10 4-1,-6-1-161,-1 1 0,0-1 0,0 1 0,-1 0 0,0 1 0,0 0 0,0 0 0,-1 1-1,0 0 1,0 0 0,-1 0 0,0 0 0,-1 1 0,0 0 0,0 0 0,2 10 0,-3-12-16,-2 0 0,1 0 0,-1 0 0,0 1 0,-1-1 0,0 0-1,0 0 1,0 1 0,-1-1 0,0 0 0,-1 0 0,1 0 0,-1 0 0,-1 0 0,1 0 0,-1 0 0,-1-1 0,1 1 0,-1-1 0,0 0 0,0 0 0,-6 5 0,3-3-8,0-1-1,-1 0 1,0-1 0,0 0 0,-1 0-1,1 0 1,-1-1 0,-1-1 0,1 0-1,-1 0 1,1 0 0,-1-1 0,-14 2-1,24-5-23,-1 0 0,1 1 0,-1-1 0,0 0 0,1 0 0,-1 0 0,1 1 0,-1-1 0,1 0 0,-1 0 0,0 0 0,1 0 0,-1 0 0,1 0 0,-1 0 0,0 0 0,1-1 0,-1 1 0,1 0 0,-1 0 0,1 0 0,-1-1 0,1 1 0,-1 0 0,1-1 0,-1 1 0,1 0 0,-1-1 0,1 1 0,-1 0 0,1-1 0,-1 1 0,1-1 0,0 1 0,-1-1 0,1 1 0,0-1 0,0 1 0,-1-1 0,1 1 0,0-1 0,0 0 0,0 1 0,0-1 0,0 1 0,0-1 0,0 1 0,0-1 0,0 0 0,0 1 0,0-1 0,0 1 0,0-1 0,0 0 0,0 1 0,0-1 0,1 1 0,-1-1 0,0 1 0,0-1 0,1 0 0,22-33-3764,11-4-193</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4.122"/>
    </inkml:context>
    <inkml:brush xml:id="br0">
      <inkml:brushProperty name="width" value="0.035" units="cm"/>
      <inkml:brushProperty name="height" value="0.035" units="cm"/>
    </inkml:brush>
  </inkml:definitions>
  <inkml:trace contextRef="#ctx0" brushRef="#br0">169 28 6374,'0'0'4698,"-10"-7"-3011,10 7-1683,-2-2 121,-1 0 0,1 0 0,-1 0 0,1 1 0,-1-1 0,0 0 0,1 1 0,-1 0 0,0 0 0,0 0 0,0 0 0,0 0 0,0 1 0,0-1 0,-1 1 0,1 0 0,0 0 0,0 0 0,0 0 0,0 0 0,0 1 0,0-1 0,0 1 0,0 0 0,0 0 0,0 0 0,0 0 0,0 1 0,0-1 0,1 1 0,-1 0 0,0 0 0,-3 3 0,1-1 19,0 1 0,1-1-1,-1 1 1,1 0-1,0 0 1,0 0 0,0 1-1,1 0 1,0-1-1,0 1 1,0 0 0,1 0-1,0 1 1,0-1-1,0 0 1,1 1 0,0-1-1,1 1 1,-1-1-1,1 10 1,2-9-138,-1 0 0,1 0 1,0 0-1,0 0 0,1 0 1,0 0-1,0-1 0,1 1 0,0-1 1,0 0-1,0 0 0,1 0 0,0-1 1,0 1-1,0-1 0,1-1 0,11 9 1,-1-2-120,0-1 1,1-1 0,0-1-1,0 0 1,1-1-1,0-1 1,0 0 0,20 2-1,-23-6-1879,1 0 0,-1-1 1,21-1-1,-8-4-5616</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4.456"/>
    </inkml:context>
    <inkml:brush xml:id="br0">
      <inkml:brushProperty name="width" value="0.035" units="cm"/>
      <inkml:brushProperty name="height" value="0.035" units="cm"/>
    </inkml:brush>
  </inkml:definitions>
  <inkml:trace contextRef="#ctx0" brushRef="#br0">1 80 7559,'0'0'2707,"0"-8"-625,0 3-1738,1 1 0,0-1 0,0 0 0,0 0 0,1 1 0,0-1 0,0 0 0,4-7 0,-5 10-284,0 1 0,0 0-1,0-1 1,0 1 0,0-1 0,1 1 0,-1 0-1,0 0 1,1 0 0,-1 0 0,1 0-1,-1 0 1,1 0 0,-1 0 0,1 1 0,0-1-1,-1 1 1,1-1 0,0 1 0,0-1 0,-1 1-1,1 0 1,0 0 0,0 0 0,-1 0 0,1 0-1,0 0 1,0 1 0,-1-1 0,1 1-1,0-1 1,0 1 0,-1-1 0,3 2 0,-2 0-58,0 0 0,0 0 0,0 0 1,0 0-1,0 0 0,-1 0 1,1 0-1,-1 0 0,1 1 1,-1-1-1,0 0 0,0 1 0,0-1 1,0 1-1,-1-1 0,1 1 1,0 0-1,-1-1 0,0 1 1,0 5-1,-2 55-8,0-52-5,-1 0 0,0-1 0,-1 0 0,0 1 0,-1-2 0,-5 11 0,5-12 1,0 1 1,1-1-1,0 1 0,1 0 1,0 0-1,0 0 0,-2 17 0,6-25 10,0 0 0,0 0 0,0 0 0,-1-1 0,1 1 0,0 0 0,0-1 0,0 1 0,0 0 0,0-1 0,1 1 0,-1-1 0,0 0 0,0 1 0,0-1 0,0 0 0,0 0 0,1 0 0,-1 0 0,0 0 0,0 0 0,0 0 0,0 0 0,3-1 0,35-1 0,-38 2 0,215-39-2343,-155 26 859,-5-1-3401</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4.748"/>
    </inkml:context>
    <inkml:brush xml:id="br0">
      <inkml:brushProperty name="width" value="0.035" units="cm"/>
      <inkml:brushProperty name="height" value="0.035" units="cm"/>
    </inkml:brush>
  </inkml:definitions>
  <inkml:trace contextRef="#ctx0" brushRef="#br0">1 155 10602,'0'0'5125,"51"-35"-4485,-7 27-191,12-3-33,6-1-224,5 0-127,-4 3-65,-6-1 32,-4 3-64,-9 1-97,-6-3-2113,-7-6-2306,-5-6-1282</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5.355"/>
    </inkml:context>
    <inkml:brush xml:id="br0">
      <inkml:brushProperty name="width" value="0.035" units="cm"/>
      <inkml:brushProperty name="height" value="0.035" units="cm"/>
    </inkml:brush>
  </inkml:definitions>
  <inkml:trace contextRef="#ctx0" brushRef="#br0">0 1 13677,'0'0'75,"4"11"47,15 67 1149,-3 0 0,10 123 0,-7 176-775,-16-278-416,-2-69-45,0-28 32,-1-7 19,-1-50 258,1 22-348,20-615 74,-20 639-63,0 6-4,1-1 0,-1 1 0,0 0 0,0 0 1,-1-1-1,1 1 0,0 0 0,-1 0 1,0 0-1,0 0 0,0 0 0,0 0 1,0 0-1,-1 0 0,-1-4 0,2 7-3,1 0-1,0 0 0,-1 0 1,1 0-1,0 0 0,0 0 1,-1 0-1,1 0 0,0 0 1,0 0-1,-1 0 0,1 0 1,0 0-1,-1 0 0,1 1 1,0-1-1,0 0 0,-1 0 1,1 0-1,0 0 0,0 0 1,0 0-1,-1 1 0,1-1 1,0 0-1,0 0 0,0 0 1,-1 1-1,1-1 0,0 0 1,0 0-1,0 1 0,0-1 1,0 0-1,0 0 0,-1 1 1,1-1-1,0 0 0,0 1 1,0-1-1,0 0 0,0 0 1,0 1-1,0-1 0,0 0 1,0 0-1,0 1 0,0-1 1,1 0-1,-1 0 0,0 1 0,0-1 1,0 1-1,-1 16-43,1-6 44,0 0-1,1 0 1,1 0 0,0-1-1,0 1 1,1 0-1,0-1 1,1 0-1,0 0 1,0 0 0,1 0-1,11 16 1,-11-21 0,-1 1-1,1-1 1,0 0 0,1-1 0,-1 1-1,1-1 1,-1 0 0,1-1 0,1 1-1,-1-1 1,0 0 0,1-1 0,-1 1-1,1-1 1,0-1 0,0 1 0,0-1-1,0 0 1,0-1 0,0 0 0,7 0-1,-7-1-7,1-1 0,-1 1 0,-1-1 0,1-1 0,0 1 0,0-1 0,-1 0 0,0-1 0,1 1 0,-1-1 0,0-1 0,-1 1-1,1-1 1,-1 0 0,0 0 0,0 0 0,4-7 0,-3 5 5,-1-1 0,0 0-1,0 0 1,0-1 0,-1 1 0,0-1 0,-1 0 0,0 0-1,0 0 1,-1-1 0,0 1 0,1-16 0,-1 36 6,0 0 1,1 0-1,1 0 1,0-1-1,1 1 1,0-1-1,0 0 1,12 16 0,-13-20-4,63 94-1550,-53-83 284,-1-1 0,2 0 0,25 22-1,-17-23-6564</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5.649"/>
    </inkml:context>
    <inkml:brush xml:id="br0">
      <inkml:brushProperty name="width" value="0.035" units="cm"/>
      <inkml:brushProperty name="height" value="0.035" units="cm"/>
    </inkml:brush>
  </inkml:definitions>
  <inkml:trace contextRef="#ctx0" brushRef="#br0">1 76 12620,'0'0'149,"7"-9"551,-5 6-660,5-5 521,-1-1 1,2 1-1,-1 0 1,17-13-1,-22 19-481,-1 1-1,1 0 1,-1 1-1,1-1 1,0 0 0,-1 0-1,1 1 1,0-1-1,-1 1 1,1-1 0,0 1-1,0 0 1,-1-1-1,1 1 1,0 0 0,0 0-1,3 1 1,-3 0-75,-1 0 1,1 0-1,0 0 0,-1 0 1,1 0-1,-1 0 1,1 1-1,-1-1 0,0 1 1,1-1-1,-1 1 1,0-1-1,0 1 0,0 0 1,0 0-1,0-1 1,-1 1-1,1 0 0,0 0 1,0 4-1,2 3-6,-1 1-1,0 0 0,-1 0 0,0 0 1,0 0-1,-1 0 0,-1 0 0,-2 16 1,-2 0-380,-17 46 0,4-13-828,18-59 1209,-1 1-1,1-1 0,0 0 0,0 1 1,0-1-1,0 1 0,0-1 1,0 0-1,0 1 0,0-1 0,0 1 1,1-1-1,-1 0 0,0 1 0,0-1 1,0 1-1,0-1 0,1 0 1,-1 1-1,0-1 0,0 0 0,0 1 1,1-1-1,-1 0 0,0 0 1,1 1-1,-1-1 0,0 0 0,1 0 1,-1 1-1,0-1 0,1 0 0,-1 0 1,0 0-1,1 0 0,-1 1 1,1-1-1,-1 0 0,0 0 0,1 0 1,-1 0-1,1 0 0,-1 0 1,1 0-1,-1 0 0,0 0 0,1 0 1,-1 0-1,0-1 0,1 1 0,25-5 56,-26 5-57,232-85 141,-136 46-139,-74 30-1011,0 0 1,39-24-1,-24 5-3628</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5.916"/>
    </inkml:context>
    <inkml:brush xml:id="br0">
      <inkml:brushProperty name="width" value="0.035" units="cm"/>
      <inkml:brushProperty name="height" value="0.035" units="cm"/>
    </inkml:brush>
  </inkml:definitions>
  <inkml:trace contextRef="#ctx0" brushRef="#br0">166 0 15631,'0'0'160,"58"23"-96,-19 21-32,5 17 64,0 16 385,-6 10-1,-11 10-96,-16 9-127,-11 10-65,-20 2-96,-20 1-96,-17-3-64,-6-10 0,-5-19-96,3-18-1698,5-26-2947,6-29 481</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6.293"/>
    </inkml:context>
    <inkml:brush xml:id="br0">
      <inkml:brushProperty name="width" value="0.035" units="cm"/>
      <inkml:brushProperty name="height" value="0.035" units="cm"/>
    </inkml:brush>
  </inkml:definitions>
  <inkml:trace contextRef="#ctx0" brushRef="#br0">0 141 11851,'10'-14'43,"1"0"358,0-1 1,1 2-1,0-1 0,1 2 1,24-19-1,-34 28-341,1 0 1,0 0-1,0 1 0,0-1 1,0 1-1,0 0 1,0 0-1,1 1 0,-1-1 1,1 1-1,-1 0 0,1 0 1,0 0-1,-1 1 1,1 0-1,0 0 0,-1 0 1,1 0-1,0 1 0,-1 0 1,1-1-1,0 2 1,-1-1-1,0 1 0,1-1 1,-1 1-1,0 0 1,0 1-1,0-1 0,0 1 1,6 5-1,-4-3-56,-1 1 1,-1 0-1,1-1 0,-1 1 0,0 1 0,0-1 1,-1 1-1,0-1 0,0 1 0,0 0 1,-1 0-1,0 0 0,-1 0 0,1 1 1,-1-1-1,-1 0 0,1 1 0,-1-1 1,-1 0-1,1 1 0,-1-1 0,-1 0 1,1 0-1,-1 1 0,-5 11 0,-1 1-5,-1 1-1,-1-1 0,0 0 0,-2-1 0,0-1 1,-1 0-1,-20 21 0,16-21-26,-2 0-1,-38 28 1,95-51 60,387-70-125,-241 57-3754,-88 10-1219</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6.511"/>
    </inkml:context>
    <inkml:brush xml:id="br0">
      <inkml:brushProperty name="width" value="0.035" units="cm"/>
      <inkml:brushProperty name="height" value="0.035" units="cm"/>
    </inkml:brush>
  </inkml:definitions>
  <inkml:trace contextRef="#ctx0" brushRef="#br0">0 73 15310,'0'0'609,"78"-45"576,-33 29-736,-1 7-289,-3 7-128,-9 2-32,-9 7 0,-14 11-128,-9 2-2114,-4 3-3300</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6.637"/>
    </inkml:context>
    <inkml:brush xml:id="br0">
      <inkml:brushProperty name="width" value="0.035" units="cm"/>
      <inkml:brushProperty name="height" value="0.035" units="cm"/>
    </inkml:brush>
  </inkml:definitions>
  <inkml:trace contextRef="#ctx0" brushRef="#br0">1 69 10410,'0'0'5349,"66"2"-4484,-22-7-257,7-3-416,3-3-127,-4 2-65,-3-7-289,-4-6-4067</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7.306"/>
    </inkml:context>
    <inkml:brush xml:id="br0">
      <inkml:brushProperty name="width" value="0.035" units="cm"/>
      <inkml:brushProperty name="height" value="0.035" units="cm"/>
    </inkml:brush>
  </inkml:definitions>
  <inkml:trace contextRef="#ctx0" brushRef="#br0">276 647 11627,'-9'-5'128,"2"1"46,0 1-1,-1-1 1,1 1 0,0 1-1,-1-1 1,1 1 0,-1 1-1,0-1 1,0 1 0,0 1-1,1-1 1,-1 1-1,0 1 1,0 0 0,0 0-1,0 0 1,1 1 0,-12 4-1,11-2-48,0 1 0,1-1-1,0 2 1,0-1 0,0 1-1,0 0 1,1 1-1,0 0 1,0 0 0,1 0-1,0 0 1,0 1 0,1 0-1,0 0 1,0 0 0,-4 15-1,7-18-118,-1-1-1,1 1 0,0-1 1,0 1-1,1-1 0,-1 1 1,1 0-1,0-1 0,0 1 1,1 0-1,-1-1 1,1 1-1,0 0 0,1-1 1,-1 1-1,1-1 0,-1 0 1,1 1-1,1-1 0,-1 0 1,1 0-1,-1 0 0,1-1 1,0 1-1,0-1 0,1 1 1,-1-1-1,1 0 0,0 0 1,-1-1-1,1 1 0,0-1 1,6 3-1,-5-3 1,-1 0-1,1 0 0,0-1 1,0 1-1,-1-1 1,1 0-1,0 0 0,0-1 1,0 1-1,0-1 1,0 0-1,0-1 0,0 1 1,0-1-1,0 0 1,9-3-1,-8 1 0,0 0 0,0-1 0,0 1 0,0-1 0,0-1 0,-1 1 0,0-1-1,0 0 1,0 0 0,7-10 0,3-9 11,-2 0-1,0 0 1,-1-1 0,15-51-1,-9 18-14,-4-1 0,-1-1 0,-4 0-1,-2 0 1,-2 0 0,-6-89 0,-11 61 24,12 83-23,-1 0 0,-1 0 1,1 0-1,-1 0 0,0 1 0,0-1 1,0 0-1,0 1 0,-1 0 0,0 0 0,0 0 1,0 0-1,-1 0 0,-5-5 0,8 8-1,1 1-1,0 0 1,0 0-1,-1 0 0,1-1 1,0 1-1,-1 0 1,1 0-1,0 0 1,-1 0-1,1 0 0,0 0 1,-1-1-1,1 1 1,0 0-1,-1 0 0,1 0 1,-1 0-1,1 0 1,0 0-1,-1 0 1,1 1-1,0-1 0,-1 0 1,1 0-1,0 0 1,-1 0-1,1 0 0,0 0 1,-1 1-1,1-1 1,0 0-1,-1 0 1,1 0-1,0 1 0,0-1 1,-1 0-1,1 1 1,0-1-1,0 0 0,0 0 1,-1 1-1,1-1 1,0 0-1,0 1 1,0-1-1,0 0 0,0 1 1,0-1-1,0 1 1,0-1-1,0 0 1,0 1-1,0-1 0,-1 26-7,1-19 2,1 22 21,2-1 0,1 1 1,1-1-1,2 1 0,16 44 0,66 137 120,-68-165-129,30 64-1109,98 159 0,-119-228-4018</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7.745"/>
    </inkml:context>
    <inkml:brush xml:id="br0">
      <inkml:brushProperty name="width" value="0.035" units="cm"/>
      <inkml:brushProperty name="height" value="0.035" units="cm"/>
    </inkml:brush>
  </inkml:definitions>
  <inkml:trace contextRef="#ctx0" brushRef="#br0">465 36 14446,'0'0'-16,"-7"-6"197,-1 2-80,0 0-1,-1 0 0,1 0 1,-1 1-1,0 1 1,0-1-1,0 1 1,0 1-1,0 0 0,0 0 1,-1 1-1,1 0 1,0 0-1,0 1 1,-17 4-1,25-5-77,-134 27 976,117-22-989,0 0 0,1 1 1,0 1-1,1 0 0,-25 16 1,38-21-9,0 1 1,0 0-1,0 0 1,1 0-1,-1 0 1,1 0-1,0 0 1,0 1-1,0-1 1,0 1-1,0 0 1,1-1-1,0 1 1,0 0 0,0 0-1,0 0 1,0 0-1,1 0 1,0 0-1,0 0 1,0 0-1,0 0 1,2 7-1,2 11 27,0-1 0,2 0 0,9 25-1,-5-18 10,10 51 16,-2 0-1,12 160 0,-30-237-42,0-1-1,0 1 1,0 0-1,0-1 0,0 1 1,1-1-1,-1 1 1,1-1-1,-1 1 1,1-1-1,-1 1 0,1-1 1,0 0-1,0 1 1,-1-1-1,1 0 0,0 0 1,0 1-1,0-1 1,1 0-1,-1 0 0,0 0 1,0 0-1,1 0 1,-1-1-1,0 1 1,1 0-1,1 0 0,2 0 114,0-1 0,1 1 0,-1-1-1,0-1 1,0 1 0,0-1 0,9-2-1,285-68-1089,-298 71 901,4-1-630,-1 0-1,1 0 0,-1 0 1,0-1-1,1 1 0,-1-1 0,0 0 1,4-3-1,0-4-3964</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7.913"/>
    </inkml:context>
    <inkml:brush xml:id="br0">
      <inkml:brushProperty name="width" value="0.035" units="cm"/>
      <inkml:brushProperty name="height" value="0.035" units="cm"/>
    </inkml:brush>
  </inkml:definitions>
  <inkml:trace contextRef="#ctx0" brushRef="#br0">1 208 13036,'0'0'193,"51"-47"1440,-4 24-960,13 3-161,9-1-159,4 0-225,-3 5-128,-5-1 0,-7-2-417,-15-4-4772</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8.305"/>
    </inkml:context>
    <inkml:brush xml:id="br0">
      <inkml:brushProperty name="width" value="0.035" units="cm"/>
      <inkml:brushProperty name="height" value="0.035" units="cm"/>
    </inkml:brush>
  </inkml:definitions>
  <inkml:trace contextRef="#ctx0" brushRef="#br0">1 54 12107,'7'-8'65,"-1"3"48,0 0 1,0 1 0,0-1-1,1 1 1,0 0 0,-1 1 0,1 0-1,1 0 1,7-2 0,-11 4-82,0 0 0,-1 0 0,1 0 0,0 1 0,0 0 0,0 0 0,0 0 0,0 0 0,0 1 0,0 0 0,0 0 0,0 0 0,0 0 0,0 0 0,-1 1 0,1-1 0,-1 1 0,1 0 0,-1 0 0,1 1 0,-1-1 0,5 5 0,-2 0-27,0 0 0,-1 1-1,0-1 1,0 1 0,0 0 0,-1 0-1,-1 0 1,1 1 0,-1-1 0,-1 1-1,1 0 1,-2 0 0,1 0 0,-1 0-1,0 0 1,-1 0 0,-1 11 0,0 0-2,-1-1 1,-2 0 0,1 0 0,-2 0 0,-1 0 0,-15 35-1,21-54-2,0 0 0,-1 1 0,1-1-1,0 1 1,0-1 0,-1 1 0,1-1-1,0 1 1,0-1 0,0 1 0,0-1-1,0 1 1,0-1 0,0 1 0,0-1-1,0 1 1,0-1 0,0 1 0,0-1-1,0 1 1,0-1 0,1 1 0,-1-1-1,0 1 1,0-1 0,0 1 0,1-1-1,-1 1 1,0-1 0,1 0 0,-1 1-1,0-1 1,1 1 0,21 4 24,38-13 11,-48 6-32,201-24 72,118-22-1524,-207 17-5086</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29.600"/>
    </inkml:context>
    <inkml:brush xml:id="br0">
      <inkml:brushProperty name="width" value="0.035" units="cm"/>
      <inkml:brushProperty name="height" value="0.035" units="cm"/>
    </inkml:brush>
  </inkml:definitions>
  <inkml:trace contextRef="#ctx0" brushRef="#br0">268 0 9097,'-15'8'150,"0"1"0,1 0 1,0 1-1,0 0 0,1 1 0,1 1 1,0 0-1,0 1 0,1 0 1,1 0-1,0 1 0,1 1 1,1-1-1,0 1 0,-6 17 0,5-7 30,1 0-1,1 1 0,1-1 0,1 1 0,2 0 0,0 1 0,2-1 0,1 1 0,3 27 1,-2-45-170,0-1 1,1 1 0,0 0-1,0-1 1,1 1 0,0-1-1,0 1 1,1-1 0,0-1-1,1 1 1,0 0 0,0-1-1,0 0 1,1 0 0,0-1-1,1 0 1,6 6 0,-7-8 3,0 0 1,-1-1-1,1 0 1,1 0-1,-1-1 1,0 1-1,1-1 0,-1-1 1,1 1-1,-1-1 1,1 0-1,0-1 1,-1 0-1,1 0 1,0 0-1,-1-1 1,1 0-1,0 0 0,-1 0 1,1-1-1,-1 0 1,0-1-1,8-3 1,1-2 46,0-1-1,0-1 1,-1 0 0,-1-1 0,0 0-1,0-1 1,-1-1 0,-1 0 0,0 0-1,0-1 1,-2 0 0,0-1 0,11-25-1,-11 22-42,-1-1 0,-1 0-1,0-1 1,-2 1 0,0-1-1,-1 0 1,-2-1 0,0 1-1,-1-1 1,0 1-1,-4-26 1,1 38-20,1 0 0,-1-1 1,-1 1-1,1 0 0,-1 1 0,-1-1 0,1 0 0,-1 1 0,-1 0 1,1 0-1,-1 0 0,-1 1 0,1-1 0,-1 1 0,0 0 0,0 1 1,-1 0-1,0 0 0,1 0 0,-2 1 0,1 0 0,-1 0 0,1 0 1,-1 1-1,0 1 0,0-1 0,0 1 0,-15-1 0,3 0-483,0 1-1,-1 2 0,1 0 0,0 1 1,-1 1-1,1 0 0,0 2 0,0 1 1,0 0-1,-32 14 0,8 1-2007,9-4-603</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30.071"/>
    </inkml:context>
    <inkml:brush xml:id="br0">
      <inkml:brushProperty name="width" value="0.035" units="cm"/>
      <inkml:brushProperty name="height" value="0.035" units="cm"/>
    </inkml:brush>
  </inkml:definitions>
  <inkml:trace contextRef="#ctx0" brushRef="#br0">1 0 11307,'1'8'293,"21"127"1117,13 61 243,-28-168-1536,1 0-1,1-1 1,2 0 0,24 46-1,-33-69-112,1 0-1,0 0 1,0 0 0,0 0-1,1 0 1,-1-1-1,1 0 1,4 4-1,-6-6 0,-1 0 0,0-1-1,0 1 1,1 0 0,-1-1 0,1 1-1,-1-1 1,0 1 0,1-1 0,-1 0 0,1 1-1,-1-1 1,1 0 0,-1 0 0,1 0-1,-1 0 1,1 0 0,-1-1 0,0 1-1,1 0 1,-1-1 0,1 1 0,-1-1-1,0 1 1,1-1 0,-1 0 0,0 1-1,1-1 1,-1 0 0,0 0 0,0 0-1,1-1 1,8-11 14,0 0-1,-1-1 1,-1 0-1,-1-1 1,0 0-1,0 0 1,4-17-1,21-44-14,-28 68 0,0 1 1,0 1 0,1-1-1,-1 1 1,2-1 0,-1 2-1,1-1 1,-1 0 0,2 1-1,-1 0 1,13-7 0,-16 10-2,0 1 0,0 0 0,0 0 0,0 0 0,1 1 0,-1-1 0,0 1 0,0-1 0,0 1 0,1 0 0,-1 0 0,0 1 0,0-1 0,0 1 0,0-1 0,1 1 0,-1 0 0,0 0 0,0 0 0,0 1 0,-1-1 0,1 1 0,0 0 0,-1 0 0,1 0 0,-1 0 0,1 0 0,-1 0 0,0 0 0,0 1 0,4 5 0,4 6 1,-1 0 0,-1 1 0,0 0 0,0 1 0,-2 0 0,0 0 0,-1 0 0,0 1 0,-2 0 0,0-1 0,0 1 0,-2 1 0,0-1 0,-1 0 0,-3 20 0,3-32 0,-2 1 0,1 0 1,-1-1-1,1 1 0,-2-1 1,1 0-1,0 1 0,-1-1 0,0-1 1,0 1-1,-1 0 0,1-1 1,-1 1-1,0-1 0,-9 7 0,6-5 7,-2-1-1,1 0 0,-1 0 0,1 0 0,-1-1 0,-1-1 0,1 1 0,0-2 0,-12 3 0,10-3 2,0 0 0,0-1 0,0-1 1,-1 0-1,1 0 0,0-1 0,-22-5 0,27 4-7,-1 1-1,1-2 1,0 1-1,0-1 1,0 0 0,0 0-1,0 0 1,1-1 0,-1 0-1,1 0 1,0 0-1,0-1 1,-5-6 0,8 9-87,1 0 1,0 0 0,0 0-1,-1 0 1,1 0 0,0 0-1,1 0 1,-1 0 0,0 0-1,1 0 1,-1 0 0,1-1-1,-1 1 1,1 0 0,0 0-1,0-1 1,0 1 0,1 0-1,-1 0 1,0-1 0,1 1-1,-1 0 1,1 0 0,0 0-1,0 0 1,0 0 0,0 0-1,0 0 1,0 0 0,0 0-1,1 0 1,-1 1-1,1-1 1,-1 0 0,4-1-1,19-18-4613</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30.408"/>
    </inkml:context>
    <inkml:brush xml:id="br0">
      <inkml:brushProperty name="width" value="0.035" units="cm"/>
      <inkml:brushProperty name="height" value="0.035" units="cm"/>
    </inkml:brush>
  </inkml:definitions>
  <inkml:trace contextRef="#ctx0" brushRef="#br0">0 153 10122,'0'0'5082,"8"2"-4821,-1 1-218,-1 0 0,1 0-1,-1 0 1,1 1 0,-1 0 0,0 0-1,-1 1 1,1 0 0,-1 0-1,0 0 1,0 1 0,0-1-1,-1 1 1,0 0 0,0 0 0,3 7-1,-6-11-36,0 0 0,-1 0-1,1 0 1,0 0-1,1-1 1,-1 1 0,0-1-1,0 1 1,1-1-1,-1 1 1,1-1 0,-1 0-1,1 1 1,0-1 0,-1 0-1,1 0 1,0 0-1,0-1 1,3 2 0,-3-2-4,0-1 1,0 0 0,-1 0-1,1 0 1,0 0 0,0 0-1,0 0 1,-1 0 0,1 0-1,0-1 1,-1 1 0,1-1-1,-1 1 1,0-1 0,1 0-1,-1 1 1,0-1-1,0 0 1,1-3 0,24-37 25,-7 8-22,47-58-1,-61 86-1,0-1 0,1 1 0,-1 1 0,1-1-1,1 1 1,-1 0 0,1 1 0,0-1 0,0 1 0,0 0 0,0 1 0,1 0 0,0 0-1,-1 1 1,10-2 0,-13 4-2,0 0 0,0 1-1,0-1 1,0 1 0,0 0-1,-1 0 1,1 1 0,0-1-1,-1 1 1,1 0 0,-1 0-1,1 0 1,-1 0 0,0 0-1,0 1 1,0 0 0,0-1-1,-1 1 1,1 0 0,3 6-1,7 8 2,-2 1-1,15 28 0,-24-42-1,6 12 1,-1 0 1,-1 1 0,0 0-1,-1 0 1,4 28-1,-5 11-2462</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30.566"/>
    </inkml:context>
    <inkml:brush xml:id="br0">
      <inkml:brushProperty name="width" value="0.035" units="cm"/>
      <inkml:brushProperty name="height" value="0.035" units="cm"/>
    </inkml:brush>
  </inkml:definitions>
  <inkml:trace contextRef="#ctx0" brushRef="#br0">1 0 12236,'0'0'128</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31.333"/>
    </inkml:context>
    <inkml:brush xml:id="br0">
      <inkml:brushProperty name="width" value="0.035" units="cm"/>
      <inkml:brushProperty name="height" value="0.035" units="cm"/>
    </inkml:brush>
  </inkml:definitions>
  <inkml:trace contextRef="#ctx0" brushRef="#br0">130 139 13036,'-3'8'235,"-3"7"-28,1 1 0,1-1 0,1 1 0,0 0 0,0-1-1,2 1 1,0 29 0,1-43-183,1 0 0,-1-1 0,0 1 0,1 0 0,0-1 0,-1 1 0,1-1-1,0 1 1,0-1 0,0 1 0,0-1 0,0 1 0,0-1 0,0 0 0,0 0 0,0 1 0,1-1 0,-1 0-1,0 0 1,1 0 0,-1-1 0,3 2 0,1 0 43,-1 0 1,1-1-1,0 0 0,-1 0 0,1 0 0,0-1 1,0 1-1,5-1 0,-1-1-28,0 1 0,0-1 0,0-1 0,0 0 0,0 0 0,-1 0 0,1-1 0,12-6 0,-18 6-35,1 1 0,-1-1 0,1 0 0,-1 0 0,0 0 0,0 0 0,-1-1 0,1 1 0,-1-1 0,0 1 0,1-1 0,-2 0 0,1 0 0,0 0 0,-1 0 0,0 0 0,2-9 0,-3 11-2,0-1-1,0 0 1,0 0 0,0 0 0,0 1 0,-1-1 0,1 0 0,-1 0 0,0 1 0,0-1 0,0 0 0,0 1 0,0-1 0,0 1 0,-1-1 0,1 1-1,-1 0 1,0 0 0,0-1 0,0 1 0,0 0 0,0 1 0,0-1 0,0 0 0,-1 1 0,1-1 0,0 1 0,-4-2 0,-5-1-2,0 0 0,-1 0 0,1 1 0,-1 1 0,0 0 0,-19-1 0,-78 4 0,48 1 0,79-14 32,21-2 0,-14 8-26,0 1 1,0 1-1,0 1 0,0 1 1,1 1-1,-1 1 1,0 2-1,29 4 0,-41-3 41,0 1-1,-1-1 0,1 2 1,-1 0-1,0 0 0,0 1 1,-1 1-1,0 0 0,0 1 1,0 0-1,-1 0 0,0 1 1,-1 0-1,0 1 0,-1 0 1,1 0-1,9 17 0,-5 2 25,-12-24-66,1 0 0,0 0 0,0-1 1,1 1-1,0-1 0,5 8 0,-8-12-3,0 0 0,0 0 0,1 0 0,-1 1-1,0-1 1,1 0 0,-1 0 0,0 0 0,1 0 0,-1 0 0,0 0 0,1 0 0,-1 0-1,0 0 1,1 0 0,-1 0 0,0 0 0,1 0 0,-1 0 0,0 0 0,1 0 0,-1 0-1,0 0 1,1 0 0,-1 0 0,0-1 0,1 1 0,-1 0 0,0 0 0,1 0 0,-1-1-1,0 1 1,0 0 0,1 0 0,-1-1 0,0 1 0,0 0 0,0 0 0,0-1 0,1 1-1,-1-1 1,9-14 67,-9 14-57,28-65 214,-20 45-203,0 0 0,2 0 0,0 1 0,1 1-1,27-36 1,-37 54-13,0 0 1,0-1-1,0 1 0,0 0 0,1 0 0,-1 0 0,0 0 1,1 1-1,-1-1 0,0 0 0,1 0 0,-1 1 1,1-1-1,-1 1 0,1 0 0,0-1 0,-1 1 1,1 0-1,-1 0 0,1 0 0,0 0 0,-1 0 0,1 0 1,-1 0-1,1 1 0,-1-1 0,1 1 0,0-1 1,-1 1-1,0-1 0,1 1 0,-1 0 0,1 0 0,-1 0 1,0-1-1,1 1 0,-1 1 0,0-1 0,0 0 1,0 0-1,2 3 0,5 7-4,1 0 0,-2 0-1,1 1 1,5 13 0,-2-4 34,-7-15-31,-1 0 0,1 0 0,1 0 0,-1-1 0,1 0 0,0 0 0,0 0 0,0 0 0,1-1 0,10 6 0,-13-8-6,0-1 0,0 0 1,0 0-1,0 0 1,0-1-1,0 1 0,0-1 1,0 0-1,1 0 0,-1 0 1,0 0-1,0 0 1,0-1-1,1 1 0,-1-1 1,0 0-1,0 0 0,0 0 1,0 0-1,0-1 1,0 1-1,-1-1 0,1 0 1,0 1-1,3-5 0,19-16 12,-1-2-1,25-30 1,-34 36-7,1 0 0,0 1 1,2 0-1,-1 2 0,2 0 1,22-14-1,-40 29-8,0-1 0,0 0 0,1 0 0,-1 0 0,0 1 0,1-1 0,-1 0 0,0 1 0,1-1 0,-1 1 0,1 0 0,-1 0 0,1-1 0,-1 1 0,1 0 0,-1 0 0,1 0 0,-1 0 0,1 1 0,-1-1 0,1 0 0,-1 1 0,2 0 0,-2 0 0,0 0 0,0 0 0,0 0 0,-1 0 0,1 1 0,0-1 0,-1 0 0,1 0 0,-1 1 0,1-1 0,-1 0 0,0 1 0,0-1 0,1 0 0,-1 1 0,0-1 0,0 0 0,0 1 0,-1 2 0,0 5 0,-1 0 0,0 1 0,0-1 0,-1 0 0,-8 17 0,4-13-46,-1 0 1,0-1-1,-1 0 1,0 0-1,-1 0 0,0-1 1,-1-1-1,0 0 1,-1-1-1,0 0 1,0 0-1,-19 9 0,18-17-3486,13-16-1119,10-15-1755</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31.911"/>
    </inkml:context>
    <inkml:brush xml:id="br0">
      <inkml:brushProperty name="width" value="0.035" units="cm"/>
      <inkml:brushProperty name="height" value="0.035" units="cm"/>
    </inkml:brush>
  </inkml:definitions>
  <inkml:trace contextRef="#ctx0" brushRef="#br0">43 1 13965,'0'0'54,"-7"7"68,5-4-109,-1 0 3,-1 1 0,2-1 0,-1 1 0,0 0 0,1 0-1,-1 0 1,1 0 0,0 1 0,0-1 0,1 0 0,0 1 0,-1-1 0,1 1 0,1 0-1,-1 7 1,0 0 125,1 0 0,0 0-1,1 0 1,1 0 0,0 0-1,1 0 1,0-1 0,0 1-1,1-1 1,1 0 0,0 0-1,1 0 1,-1-1 0,2 0 0,0 0-1,12 14 1,-8-11-104,1-1 0,1 0 0,0 0 0,0-1 0,1-1 0,0-1 1,27 14-1,-36-20-36,0-1 0,1 0 0,-1 0 1,1-1-1,-1 1 0,1-1 0,0 0 1,-1-1-1,1 1 0,0-1 1,0 0-1,-1-1 0,1 1 0,0-1 1,0 0-1,-1-1 0,1 1 0,-1-1 1,0 0-1,1-1 0,-1 1 1,0-1-1,0 0 0,0 0 0,-1-1 1,6-4-1,18-27 5,-5 7-7,-21 31 2,-12 19 4,5-13 9,1 0 1,1-1-1,-1 1 1,1 0-1,1 1 1,0-1-1,0 1 1,1-1 0,0 1-1,1 14 1,0-23-4,1 1-1,-1-1 1,1 1 0,0-1 0,0 1 0,0-1 0,0 1-1,0-1 1,0 0 0,0 1 0,0-1 0,0 0 0,1 0-1,-1 0 1,0 0 0,1 0 0,-1 0 0,1 0 0,-1 0-1,1-1 1,-1 1 0,1-1 0,0 1 0,-1-1 0,1 1-1,0-1 1,-1 0 0,1 0 0,0 0 0,-1 0 0,1 0-1,2-1 1,5 1 30,0 0-1,0-1 1,0 0 0,17-5-1,-10 0-25,-1-1-1,0 0 1,22-15 0,-26 15-10,-1 0 0,1 1 1,0 0-1,0 1 1,1 1-1,-1 0 0,1 0 1,21-3-1,-30 7 2,-1 0 1,1 0-1,0 1 0,0-1 1,0 1-1,0 0 0,-1 0 1,1 0-1,0 0 0,-1 0 1,1 1-1,0-1 0,-1 1 1,0-1-1,1 1 0,-1 0 1,0 0-1,0 0 1,0 0-1,0 1 0,-1-1 1,1 0-1,2 5 0,3 6 92,0 1 0,0 0 1,4 17-1,-10-29-85,17 53 350,-3 1 1,-2 1-1,8 86 0,-8 175-16,-12-297-339,-2-1 1,-1 1 0,0-1-1,-1 1 1,-1-1 0,-9 26 0,11-42-5,1 0 1,-1 1 0,0-1 0,0 0 0,-1 0 0,1 0 0,-1 0-1,0-1 1,1 1 0,-2-1 0,1 1 0,0-1 0,-1 0-1,0 0 1,1-1 0,-1 1 0,0-1 0,0 0 0,-1 0 0,1 0-1,0 0 1,-1-1 0,1 0 0,-1 0 0,1 0 0,-1 0 0,0-1-1,1 0 1,-1 0 0,1 0 0,-1 0 0,0-1 0,-7-1 0,2-1 0,0 0 1,0-1 0,0 0 0,1-1-1,-1 0 1,1 0 0,0-1 0,0 0 0,1 0-1,0-1 1,0-1 0,1 1 0,0-1 0,0 0-1,0-1 1,1 1 0,1-1 0,-9-19 0,4 7-1,1 0 1,1-1-1,1 0 1,1-1-1,1 1 1,1-1-1,-2-40 1,6 43-171,1 0 0,0-1 0,2 1 0,0 0 0,2 0 0,0 0 0,11-26 0,2 5-2036,1 1 0,34-51 1,7-1-6375</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32.560"/>
    </inkml:context>
    <inkml:brush xml:id="br0">
      <inkml:brushProperty name="width" value="0.035" units="cm"/>
      <inkml:brushProperty name="height" value="0.035" units="cm"/>
    </inkml:brush>
  </inkml:definitions>
  <inkml:trace contextRef="#ctx0" brushRef="#br0">168 655 16688,'-10'3'219,"4"-1"-225,0 0 1,1 0 0,-1 1-1,0 0 1,1 0 0,0 0-1,0 1 1,0 0 0,0 0-1,1 0 1,-1 0 0,1 1-1,0 0 1,0 0 0,1 0-1,0 0 1,-1 1 0,2-1-1,-1 1 1,-2 6 0,-9 20 8,-22 67-1,33-86 5,0 1-1,0 0 1,1 0-1,1 0 1,1 0-1,0 0 1,0 0-1,4 14 1,-4-23-5,1-1 0,0 0 0,0 0 0,0 0 1,0 0-1,1 0 0,0 0 0,0-1 0,0 1 0,0 0 1,0-1-1,1 0 0,0 1 0,-1-1 0,1 0 1,1 0-1,-1-1 0,0 1 0,1-1 0,-1 1 1,1-1-1,-1 0 0,1 0 0,0-1 0,0 1 0,0-1 1,0 0-1,6 1 0,-4-1 2,-1-1 0,1 0 0,-1-1 0,1 1 0,-1-1 0,1 0-1,-1 0 1,0-1 0,0 1 0,1-1 0,-1 0 0,0-1 0,0 1 0,-1-1 0,1 0 0,-1 0 0,1-1-1,-1 1 1,0-1 0,0 0 0,5-7 0,5-10 6,0 0-1,-1-1 1,-2-1-1,0 0 1,-1 0 0,-2-1-1,0 0 1,-2-1-1,7-46 1,-3-19-6,-3-124 0,-7 185-6,0-1 14,-5-172 34,3 181-22,-1 0 0,-1 1 0,0 0 0,-2 0 0,0 0 0,-1 0 0,-14-26 0,20 44-16,-1 0-1,1 0 0,0 0 0,-1 0 0,1 0 0,-1 1 0,1-1 1,-1 0-1,0 1 0,1-1 0,-1 1 0,-2-2 0,3 3-5,0 0 0,0 0 0,1-1 0,-1 1 0,0 0 0,0 0-1,1 0 1,-1 0 0,0 0 0,0 0 0,1 0 0,-1 0 0,0 0 0,0 0-1,1 0 1,-1 1 0,0-1 0,0 0 0,1 1 0,-1-1 0,0 0 0,1 1-1,-1-1 1,0 1 0,-1 2 0,-1-1 1,1 1-1,1-1 0,-1 1 1,0 0-1,1 0 0,-1 0 0,1 0 1,0 0-1,0 0 0,0 0 0,1 0 1,-1 0-1,1 1 0,-1 3 1,0 31 84,2 0 1,2 0 0,1-1-1,2 1 1,1-1 0,2 0-1,2 0 1,25 58 0,0-16-93,4-2 0,84 123 0,-98-163-965,1-1 0,38 37 0,-10-24-4341</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32.894"/>
    </inkml:context>
    <inkml:brush xml:id="br0">
      <inkml:brushProperty name="width" value="0.035" units="cm"/>
      <inkml:brushProperty name="height" value="0.035" units="cm"/>
    </inkml:brush>
  </inkml:definitions>
  <inkml:trace contextRef="#ctx0" brushRef="#br0">462 71 16432,'-5'-10'250,"2"3"-187,2 4-43,0 0-1,0 0 0,-1 0 1,1 0-1,-1 0 1,0 0-1,0 0 1,0 1-1,0-1 1,0 1-1,-1-1 1,1 1-1,-1 0 1,1 0-1,-1 0 1,0 0-1,0 1 1,0-1-1,0 1 1,0 0-1,-4-2 1,-8 2-15,0 0 0,0 1 1,0 1-1,0 0 1,0 1-1,0 1 1,0 0-1,-15 6 0,-1 1 47,0 2-1,-47 26 0,70-34-1,0 1 0,0 0 0,0 1 0,1 0 0,0 0-1,0 1 1,0-1 0,1 1 0,0 1 0,0-1-1,1 1 1,-8 16 0,10-17-16,0 0 1,1 0-1,0 1 0,1-1 1,0 0-1,0 1 0,0-1 1,1 0-1,0 1 0,0-1 0,1 1 1,0-1-1,0 0 0,1 1 1,0-1-1,0 0 0,4 7 1,3 4 53,1 0 0,0-1 0,1 0 0,1-1 0,1 0 0,0-1 0,1-1 1,1 0-1,0-1 0,1 0 0,28 16 0,-8-8-61,0-1-1,1-2 1,1-2-1,67 20 1,-73-28-25,1-2 0,0-1 1,0-1-1,43-2 0,-76-2-1,26-3-655,-26 3 506,1 0 1,-1 0 0,1-1-1,0 1 1,-1 0 0,1-1-1,-1 1 1,0 0 0,1-1-1,-1 1 1,1-1 0,-1 1-1,1-1 1,-1 1-1,0-1 1,1 1 0,-1-1-1,0 1 1,0-1 0,0 1-1,1-1 1,-1 1 0,0-1-1,0 0 1,0 1 0,0-1-1,0 1 1,0-1 0,0 0-1,0 1 1,0-1 0,0 1-1,0-1 1,0 0 0,0 1-1,-1-1 1,1 1-1,0-1 1,0 1 0,-1-2-1,-10-17-6081</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33.057"/>
    </inkml:context>
    <inkml:brush xml:id="br0">
      <inkml:brushProperty name="width" value="0.035" units="cm"/>
      <inkml:brushProperty name="height" value="0.035" units="cm"/>
    </inkml:brush>
  </inkml:definitions>
  <inkml:trace contextRef="#ctx0" brushRef="#br0">0 334 13581,'0'0'64,"14"-54"641,21 22 31,18 2-544,14-1-63,17-1-97,9-1-32,4-2 0,-3-5-129,-9-7-4547</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34.729"/>
    </inkml:context>
    <inkml:brush xml:id="br0">
      <inkml:brushProperty name="width" value="0.035" units="cm"/>
      <inkml:brushProperty name="height" value="0.035" units="cm"/>
    </inkml:brush>
  </inkml:definitions>
  <inkml:trace contextRef="#ctx0" brushRef="#br0">18 119 6054,'0'0'97,"-1"0"1,1 0-1,-1 1 1,1-1-1,-1 0 1,0 0-1,1 0 0,-1 0 1,1 0-1,-1 0 1,1 0-1,-1 0 1,1 0-1,-1 0 1,1-1-1,-1 1 1,1 0-1,-1 0 1,1 0-1,-1-1 1,1 1-1,-1 0 0,1 0 1,-1-1-1,1 1 1,0-1-1,-1 1 1,1 0-1,0-1 1,-1 1-1,1-1 1,0 1-1,-1-1 1,1 1-1,0 0 1,0-1-1,-1 1 1,1-1-1,0 0 0,0 0 1,14-21 777,34-16-600,-36 31-48,0 0 1,0 1-1,1 1 0,0 0 1,0 1-1,0 0 0,1 1 1,23-3-1,-34 5-222,0 1-1,1 0 0,-1 0 1,0 0-1,1 0 1,-1 1-1,0-1 0,0 1 1,1 0-1,-1 0 0,0 0 1,0 0-1,0 1 1,0-1-1,0 1 0,0 0 1,0 0-1,-1 0 1,1 0-1,-1 0 0,1 0 1,-1 1-1,0-1 0,0 1 1,0 0-1,0-1 1,0 1-1,-1 0 0,1 0 1,-1 0-1,0 1 1,0-1-1,0 0 0,0 0 1,-1 1-1,1-1 1,-1 0-1,0 1 0,0-1 1,0 5-1,0 3 0,-1 0 0,0 1 1,-1-1-1,0 0 0,0 0 0,-1-1 1,-9 22-1,-2-3 7,-25 38 0,5-10-8,33-56-2,1-1 0,-1 1 1,1 0-1,-1 0 0,1-1 0,0 1 1,-1 0-1,1 0 0,0 0 0,0-1 1,0 1-1,0 0 0,-1 0 0,1 0 1,0 0-1,0-1 0,1 1 0,-1 0 1,0 0-1,0 0 0,0-1 0,0 1 1,1 0-1,-1 0 0,0 0 0,1-1 1,-1 1-1,1 0 0,-1-1 0,1 1 1,-1 0-1,1-1 0,-1 1 0,1 0 1,0-1-1,-1 1 0,1-1 1,0 1-1,-1-1 0,1 0 0,0 1 1,0-1-1,0 0 0,-1 1 0,1-1 1,0 0-1,0 0 0,0 0 0,-1 0 1,1 0-1,0 0 0,0 0 0,0 0 1,1 0-1,64-2-7,-51 0 17,66-5-503,0-4-1,150-40 0,-120 13-6399</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35.355"/>
    </inkml:context>
    <inkml:brush xml:id="br0">
      <inkml:brushProperty name="width" value="0.035" units="cm"/>
      <inkml:brushProperty name="height" value="0.035" units="cm"/>
    </inkml:brush>
  </inkml:definitions>
  <inkml:trace contextRef="#ctx0" brushRef="#br0">1 113 9641,'0'0'64,"55"-31"0,-8 14 0,9 1 0,7 1 64,2 3-63,-3 1-33,-3 3-32,-8 5 0,-9 3-32,-13 0-193,-11 0-3714</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35.537"/>
    </inkml:context>
    <inkml:brush xml:id="br0">
      <inkml:brushProperty name="width" value="0.035" units="cm"/>
      <inkml:brushProperty name="height" value="0.035" units="cm"/>
    </inkml:brush>
  </inkml:definitions>
  <inkml:trace contextRef="#ctx0" brushRef="#br0">1 195 11275,'0'0'352,"86"-17"-288,-8-2 96,21-3 0,17-3-128,8-1 0,-3 3 0,-8-4-128,-15-9-9160</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36.256"/>
    </inkml:context>
    <inkml:brush xml:id="br0">
      <inkml:brushProperty name="width" value="0.035" units="cm"/>
      <inkml:brushProperty name="height" value="0.035" units="cm"/>
    </inkml:brush>
  </inkml:definitions>
  <inkml:trace contextRef="#ctx0" brushRef="#br0">11 45 8616,'0'0'80,"-2"-7"257,-5-24 730,7 31-1041,0 0 1,0 0-1,0-1 0,-1 1 0,1 0 0,0 0 0,0 0 0,0 0 0,0 0 1,0 0-1,0-1 0,0 1 0,0 0 0,0 0 0,0 0 0,0 0 1,0 0-1,0-1 0,0 1 0,-1 0 0,1 0 0,0 0 0,0 0 1,0 0-1,0-1 0,1 1 0,-1 0 0,0 0 0,0 0 0,0 0 1,0 0-1,0-1 0,0 1 0,0 0 0,0 0 0,0 0 0,0 0 1,0 0-1,0 0 0,0-1 0,1 1 0,-1 0 0,0 0 0,0 0 1,0 0-1,0 0 0,0 0 0,0 0 0,1 0 0,-1 0 0,0 0 1,0 0-1,0-1 0,0 1 0,0 0 0,1 0 0,-1 0 0,0 0 1,0 0-1,0 0 0,0 0 0,0 0 0,1 0 0,-1 1 0,0-1 1,0 0-1,0 0 0,8 5 347,-8-5-335,21 23 627,-1 1-1,-2 0 1,0 2 0,24 46-1,-19-33-149,52 96 6,-6 3 0,87 250 1,-29 76-2620,-111-382-2701</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36.973"/>
    </inkml:context>
    <inkml:brush xml:id="br0">
      <inkml:brushProperty name="width" value="0.035" units="cm"/>
      <inkml:brushProperty name="height" value="0.035" units="cm"/>
    </inkml:brush>
  </inkml:definitions>
  <inkml:trace contextRef="#ctx0" brushRef="#br0">525 645 10025,'-1'-9'155,"0"5"-102,1 0 0,-1 0 0,0 0 0,0 0-1,-1 0 1,1 0 0,-1 1 0,1-1 0,-1 0-1,0 1 1,-1-1 0,1 1 0,-1 0 0,1 0-1,-1 0 1,0 0 0,0 0 0,0 0 0,-1 1 0,1 0-1,-1-1 1,1 1 0,-1 0 0,0 1 0,0-1-1,1 1 1,-9-2 0,-7 1 110,0 0 0,0 1 0,0 1 0,0 1 0,0 1 0,0 1 0,1 0 0,-1 1 0,1 1 0,0 1 0,0 1 0,0 0 0,-30 18 0,37-19-126,0 1-1,0 0 1,1 1-1,0 0 1,1 0-1,0 1 1,0 0-1,0 1 1,1-1-1,1 2 1,0-1-1,0 1 1,1 0-1,1 1 1,0-1-1,0 1 1,1 0 0,0 1-1,2-1 1,-1 0-1,-1 20 1,4-28-36,0 0 1,0 0 0,0 0 0,1-1 0,-1 1 0,1 0-1,0 0 1,0-1 0,0 1 0,1 0 0,-1-1 0,1 1-1,0-1 1,0 0 0,0 1 0,0-1 0,1 0-1,-1 0 1,4 2 0,-2-2 2,0 0 0,1 0-1,-1 0 1,1-1 0,0 0-1,0 0 1,0 0 0,0-1-1,0 0 1,0 0 0,0 0 0,9 0-1,-1-1 15,0 0-1,0-1 1,0 0-1,0-1 1,0-1 0,-1 0-1,1-1 1,-1 0-1,0-1 1,20-11-1,-20 8-6,-2 0-1,1-1 1,-1 0-1,-1-1 1,0 0-1,0-1 1,-1 0-1,0 0 1,-1-1-1,0 0 1,-1 0-1,-1-1 1,0 1-1,0-1 1,-1 0-1,-1 0 1,4-26-1,-1-17-1,-2-1-1,-7-108 0,3 152-3,-2-25 266,-2-1 0,-2 1 0,-1-1 0,-2 2 0,-2-1 0,-1 1 0,-21-44-1,33 81-243,-18-30 816,18 29-809,0 0-1,-1 0 1,1 0-1,-1 1 1,0-1 0,1 0-1,-1 0 1,1 1-1,-1-1 1,0 0-1,0 1 1,1-1-1,-1 1 1,0-1-1,0 1 1,0-1-1,1 1 1,-1 0-1,0-1 1,0 1-1,0 0 1,0 0-1,0-1 1,0 1-1,0 0 1,0 0-1,0 0 1,-1 1-1,1 0-29,0 0 1,0 0-1,1 1 0,-1-1 0,0 1 1,1-1-1,-1 1 0,1-1 0,0 1 1,0-1-1,-1 1 0,1-1 0,0 1 1,0-1-1,0 1 0,0-1 0,1 1 0,0 2 1,-1 4 5,1 10 2,1 1-1,0-1 1,2 0-1,0 0 1,9 25-1,41 90 60,-30-78-72,60 158 23,-35-83-1458,71 133-1,-88-210-3069,-1-16-2108</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37.377"/>
    </inkml:context>
    <inkml:brush xml:id="br0">
      <inkml:brushProperty name="width" value="0.035" units="cm"/>
      <inkml:brushProperty name="height" value="0.035" units="cm"/>
    </inkml:brush>
  </inkml:definitions>
  <inkml:trace contextRef="#ctx0" brushRef="#br0">552 54 13741,'0'-7'85,"0"3"-102,0 3 40,0-1 0,1 1 0,-1-1 0,0 1 0,0-1-1,0 1 1,0 0 0,0-1 0,0 1 0,0-1 0,-1 1-1,1-1 1,-1 1 0,1 0 0,-1-1 0,1 1 0,-1 0-1,0-1 1,1 1 0,-1 0 0,0 0 0,0 0 0,0 0-1,0 0 1,0 0 0,0 0 0,0 0 0,0 0 0,-1 0-1,1 0 1,0 1 0,-1-1 0,1 1 0,0-1 0,-1 1-1,1-1 1,0 1 0,-1 0 0,1-1 0,-1 1 0,1 0-1,-1 0 1,-1 0 0,-10 2 13,0 0 0,0 0 0,1 1 0,-1 1 0,1 0-1,0 1 1,-21 11 0,11-4 219,0 2 0,-40 31 0,58-42-245,1-1-1,0 1 1,0 0 0,1 0 0,-1 0 0,1 1 0,-1-1 0,1 0 0,0 1-1,0 0 1,1-1 0,-1 1 0,1 0 0,-2 7 0,3-9-10,0 0 0,0 1 0,0-1 0,0 0 0,1 0 0,-1 1 0,1-1 0,-1 0 0,1 0 0,0 0 0,0 0 0,0 0 0,0 0 0,0 0 1,1 0-1,-1 0 0,0-1 0,1 1 0,-1 0 0,1-1 0,0 1 0,0-1 0,-1 0 0,1 0 0,0 1 0,0-1 0,3 1 0,26 12 13,0-1 0,58 15 0,-64-22-3,0 2-1,0 0 1,0 2-1,-1 1 1,42 25-1,-62-34-7,-1 1 1,0-1-1,0 1 0,0 0 0,-1-1 1,1 1-1,-1 1 0,1-1 0,-1 0 0,0 0 1,0 1-1,0 0 0,-1-1 0,3 8 1,-4-9-1,0 0 0,1 1 0,-1-1 0,0 0 0,-1 0 0,1 0 0,0 1 0,-1-1 0,1 0 0,-1 0 0,0 0 0,1 0 0,-1 0 0,0 0 0,0 0 0,0 0 0,-1-1 1,1 1-1,0 0 0,-1 0 0,1-1 0,-1 1 0,0-1 0,1 0 0,-1 1 0,0-1 0,-3 2 0,-17 8 27,0-1 0,0 0-1,-1-2 1,0-1 0,0 0 0,-38 4-1,-147 7 70,168-16-89,21 0-34,1-1 1,-1-1 0,1 0 0,-1-1 0,1-1 0,-30-8 0,46 10-175,0-1 0,0 0 0,0 0 1,0 0-1,0 0 0,1-1 0,-1 1 0,0 0 1,1-1-1,-1 1 0,1-1 0,-1 1 0,1-1 1,0 0-1,0 1 0,0-1 0,0 0 0,0 0 1,0 0-1,0 0 0,1 0 0,-1 0 0,1 0 1,-1-4-1,-1-29-7232</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37.816"/>
    </inkml:context>
    <inkml:brush xml:id="br0">
      <inkml:brushProperty name="width" value="0.035" units="cm"/>
      <inkml:brushProperty name="height" value="0.035" units="cm"/>
    </inkml:brush>
  </inkml:definitions>
  <inkml:trace contextRef="#ctx0" brushRef="#br0">0 95 12268,'2'-10'122,"-1"4"-77,0-1 0,0 1-1,1 0 1,0 0 0,0 0-1,0 0 1,1 1 0,4-8-1,-5 11-28,-1 0-1,1 0 1,-1 1-1,1-1 1,0 0-1,-1 1 1,1-1-1,0 1 1,0 0-1,0 0 1,0 0-1,1 0 0,-1 0 1,0 0-1,0 0 1,0 1-1,1-1 1,-1 1-1,0-1 1,1 1-1,-1 0 1,0 0-1,1 0 1,-1 1-1,0-1 0,1 0 1,-1 1-1,0-1 1,1 1-1,-1 0 1,3 2-1,-1-1-13,0 0 0,-1 0 0,0 0-1,0 1 1,1-1 0,-1 1 0,-1 0 0,1 0-1,0 0 1,-1 0 0,1 1 0,-1-1 0,0 1-1,0-1 1,-1 1 0,1 0 0,-1 0 0,0-1-1,2 9 1,0 3-1,0 1-1,-1 0 0,-1 26 1,-2-15-1,-2 0 0,0-1 0,-2 1 0,-1-1 0,-2-1 0,0 1 0,-1-1 0,-2 0 0,-1-1 0,0-1 0,-2 0 0,-17 23 0,30-45-1,0-1 1,1 1 0,-1 0-1,0 0 1,1 0 0,-1 0 0,1 0-1,-1 0 1,1 0 0,-1 0-1,1 0 1,0 0 0,-1 0 0,1 0-1,0 1 1,0-1 0,0 0-1,0 0 1,0 0 0,0 0 0,0 0-1,1 2 1,-1-3 27,1 1 1,0 0-1,0-1 0,-1 1 1,1-1-1,0 1 1,0-1-1,0 0 0,0 1 1,0-1-1,-1 0 0,1 1 1,0-1-1,0 0 1,0 0-1,0 0 0,0 0 1,0 0-1,0 0 0,0 0 1,1 0-1,68-17 1349,-51 12-1335,309-51 283,-92 20-1320,-153 16-3259</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38.760"/>
    </inkml:context>
    <inkml:brush xml:id="br0">
      <inkml:brushProperty name="width" value="0.035" units="cm"/>
      <inkml:brushProperty name="height" value="0.035" units="cm"/>
    </inkml:brush>
  </inkml:definitions>
  <inkml:trace contextRef="#ctx0" brushRef="#br0">96 0 13837,'-10'3'69,"6"-2"-60,1-1-1,-1 1 0,0 0 1,0 1-1,0-1 0,1 1 1,-1-1-1,1 1 0,-1 0 1,1 1-1,0-1 0,0 0 0,0 1 1,0 0-1,0 0 0,0 0 1,1 0-1,-1 0 0,1 0 1,0 0-1,0 1 0,0 0 0,1-1 1,-1 1-1,1 0 0,-2 7 1,-1 18 138,2 0 0,1 1 0,1-1 0,1 1 0,2-1 0,0 0 0,14 48-1,6 3 171,47 111 0,-5-48-28,-55-124-224,0 0 0,2-1 0,0 0 0,2-1-1,17 19 1,-31-35-61,1-1 0,-1 1 0,1-1 0,-1 1 0,0-1 0,1 1 0,-1-1 0,1 1 0,-1-1 0,1 1 0,-1-1 0,1 1 0,-1-1 0,1 0 0,0 0-1,-1 1 1,1-1 0,0 0 0,-1 0 0,1 1 0,-1-1 0,1 0 0,0 0 0,-1 0 0,1 0 0,0 0 0,-1 0 0,1 0 0,0 0 0,-1 0 0,1-1 0,0 1-1,-1 0 1,1 0 0,0-1 0,0 0 14,0-1-1,0 0 0,0 1 1,-1-1-1,1 0 1,-1 1-1,1-1 0,-1 0 1,0 1-1,0-1 1,1 0-1,-1 0 0,-1-1 1,-6-65 337,7 66-354,-5-25 6,0 3 27,1 0-1,2-1 1,0 1 0,2-33-1,0 51-26,1 1 0,0-1 0,0 0 0,0 1 0,0-1 0,1 1-1,0 0 1,1-1 0,-1 1 0,1 0 0,0 0 0,0 0 0,0 1 0,1-1 0,-1 1-1,1 0 1,0 0 0,1 0 0,-1 0 0,1 1 0,-1 0 0,1 0 0,0 0 0,6-2-1,2 0 7,0 0 0,0 1 0,0 0 0,1 1 0,0 1 0,-1 0 0,1 1 0,0 1 0,0 0 0,0 0 0,0 2 0,25 5 0,-30-5 10,0 1 1,0 0 0,-1 0-1,1 1 1,-1 0 0,0 1-1,0 0 1,0 0-1,-1 1 1,0 0 0,0 0-1,0 0 1,-1 1-1,0 0 1,0 0 0,-1 1-1,0 0 1,0 0-1,7 17 1,-3 3 6,-1 1 0,9 55 0,-5-20-611,-7-46-2104,1-11-3102</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39.731"/>
    </inkml:context>
    <inkml:brush xml:id="br0">
      <inkml:brushProperty name="width" value="0.035" units="cm"/>
      <inkml:brushProperty name="height" value="0.035" units="cm"/>
    </inkml:brush>
  </inkml:definitions>
  <inkml:trace contextRef="#ctx0" brushRef="#br0">1 530 13004,'0'0'1693,"1"-8"-818,-1 4-818,1 1 0,0 0 0,-1-1-1,1 1 1,0 0 0,0 0 0,1 0 0,-1 0 0,1 0-1,0 0 1,-1 0 0,1 0 0,1 0 0,-1 1-1,0-1 1,0 1 0,1 0 0,0 0 0,-1-1 0,1 2-1,0-1 1,0 0 0,0 1 0,0-1 0,0 1 0,0 0-1,1 0 1,-1 0 0,0 0 0,6 0 0,72-13 165,-47 10-197,0-2 0,42-13 0,-69 16-24,1 1 1,0-1 0,-1-1 0,1 1 0,-1-1 0,0-1 0,-1 1 0,1-1 0,-1-1 0,0 1 0,0-1 0,0 0 0,-1 0-1,8-11 1,-10 13 5,-1 0-1,0-1 0,0 1 0,0 0 0,0-1 1,-1 1-1,1-1 0,-1 0 0,0 1 1,-1-1-1,1 0 0,-1 1 0,0-1 1,0 0-1,0 0 0,-1 1 0,0-1 0,0 0 1,-3-8-1,1 7 6,0 1 1,0 0-1,0 0 1,-1 0-1,0 0 1,0 1-1,0 0 1,0-1-1,-1 2 1,0-1-1,0 0 1,0 1-1,-11-5 1,7 3 60,-1 0 0,-1 2 1,1-1-1,0 1 0,-1 1 0,0-1 0,1 2 1,-1 0-1,0 0 0,0 1 0,0 0 1,0 1-1,1 0 0,-1 1 0,0 0 0,1 1 1,-13 4-1,19-6-52,1 1 1,-1 0 0,1 0-1,-1 0 1,1 1-1,-1-1 1,1 1-1,0 0 1,0 0 0,1 0-1,-1 0 1,1 0-1,-1 1 1,1-1 0,0 1-1,0 0 1,0-1-1,1 1 1,-1 0-1,1 0 1,0 0 0,0 0-1,1 0 1,-1 0-1,1 0 1,0 1-1,0-1 1,0 0 0,0 0-1,1 0 1,0 0-1,0 0 1,0 0-1,0 0 1,1 0 0,1 4-1,3 4-5,0 1 0,1-1-1,0 0 1,1-1 0,0 1 0,1-1-1,0-1 1,1 0 0,16 13-1,-8-10-8,2 0 0,0-2 0,0-1 0,1 0-1,0-1 1,0-2 0,1 0 0,0-1-1,0-1 1,1-1 0,0-1 0,-1-1-1,1-1 1,42-4 0,-56 2-3,0-1 0,0 1-1,0-1 1,0-1 0,0 0 0,-1 0 0,1-1-1,-1 0 1,0 0 0,0-1 0,-1 0 0,1 0-1,-1-1 1,12-12 0,-14 13-2,-1 0 0,-1 0 1,1 0-1,0-1 0,-1 1 0,0-1 0,-1 0 0,1 0 1,-1 1-1,0-2 0,-1 1 0,1 0 0,-1 0 0,0 0 0,-1-1 1,0 1-1,0-1 0,0 1 0,0 0 0,-1-1 0,0 1 1,-3-7-1,1 5-2,0 1 0,-1 0 0,0 1 0,0-1 0,0 1 0,-1 0 0,0 0 0,0 0 1,-1 1-1,0 0 0,0 0 0,0 0 0,0 1 0,-1-1 0,1 2 0,-9-5 0,-17-6-2,0 0 0,-40-9-1,59 19 3,-6-4 0,19 8 0,0 0 0,0 0 0,0-1 0,0 1 0,0 0 0,0 0 0,0 0 0,0 0 0,0 0 0,0 0 0,-1 0 0,1 0 0,0 0 0,0-1 0,0 1 0,0 0 0,0 0 0,0 0 0,0 0 0,0 0 0,0 0 0,0 0 0,0 0 0,0-1 0,0 1 0,0 0 0,0 0 0,0 0 0,0 0 0,0 0 0,0 0 0,0 0 0,0-1 0,1 1 0,-1 0 0,0 0 0,0 0 0,0 0 0,0 0 0,0 0 0,0 0 0,0 0 0,0 0 0,0 0 0,0 0 0,0-1 0,1 1 0,-1 0 0,0 0 0,0 0 0,0 0 0,0 0 0,0 0 0,0 0 0,0 0 0,1 0 0,-1 0 0,0 0 0,0 0 0,0 0 0,0 0 0,0 0 0,0 0 0,37-3 0,-26 3 0,432-13 6,-439 13-4,1-1 0,0 2 1,-1-1-1,1 0 0,0 1 1,-1 0-1,1 0 0,-1 0 1,1 0-1,-1 1 0,0 0 1,1 0-1,6 5 0,-8-4 1,-1-1 0,0 1 0,1 0-1,-2 0 1,1 0 0,0 0 0,-1 1-1,1-1 1,-1 0 0,0 1 0,0-1 0,0 1-1,0-1 1,-1 1 0,0 0 0,1-1 0,-1 1-1,-1 4 1,0-2-1,1 0 0,0 0 0,1 0 0,-1 0 1,1 0-1,0 0 0,0 0 0,1 0 0,0-1 0,0 1 0,0 0 0,1-1 0,-1 0 1,1 1-1,1-1 0,-1 0 0,1-1 0,0 1 0,0 0 0,0-1 0,1 0 0,-1 0 0,1-1 1,0 1-1,0-1 0,0 0 0,1 0 0,-1-1 0,1 1 0,0-1 0,-1 0 0,12 1 0,2 1 6,1 0 0,-1-2-1,1 0 1,0-2-1,-1 0 1,1-1-1,0-1 1,-1-1-1,1 0 1,-1-2-1,0 0 1,0-1-1,-1-1 1,0-1-1,0 0 1,-1-2-1,0 0 1,0-1-1,-1 0 1,-1-1-1,27-27 1,-38 35-3,0-1 0,0 0 0,0 0 0,-1-1 1,0 1-1,0-1 0,0 0 0,-1 0 0,1 0 0,-1 0 0,-1 0 0,1 0 0,-1 0 1,0-12-1,-1 13-2,0 1 1,-1 0 0,0 0-1,0 0 1,0 0-1,0-1 1,-1 1 0,0 1-1,1-1 1,-1 0 0,-1 0-1,1 1 1,-1-1-1,1 1 1,-1 0 0,0-1-1,0 2 1,0-1 0,-1 0-1,1 0 1,-1 1 0,-4-3-1,-3-1 165,0 0-1,0 1 0,-1 1 1,0 0-1,1 0 1,-1 1-1,-1 0 0,1 1 1,0 1-1,-1 0 0,1 1 1,0 0-1,-20 3 1,31-3-163,-1 0 0,1 0 0,-1 0 0,1 0 0,-1 1 0,1-1 0,-1 0 0,1 1 0,0 0-1,-1-1 1,1 1 0,0 0 0,-1 0 0,1 0 0,0-1 0,0 1 0,0 0 0,0 1 0,0-1 0,0 0 0,0 0 0,0 0 0,0 1 0,0-1 0,1 0 0,-1 1 0,0-1 0,1 1 0,-1-1 0,1 1 0,0-1 0,0 0 0,-1 1 0,1 0 0,0-1 0,0 1 0,0-1 0,0 1 0,1-1 0,-1 1 0,0-1 0,1 1 0,-1-1 0,1 0 0,-1 1 0,1-1 0,0 1 0,-1-1 0,2 2 0,2 3 0,1 0 1,-1 0-1,1 0 1,0 0-1,0-1 1,1 0 0,0 0-1,12 8 1,13 4 65,0-2 0,2-1 0,64 19 1,110 14 0,-118-31-147,108 6-1,-134-19-1800,67-7 1,35-17-7958</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45.414"/>
    </inkml:context>
    <inkml:brush xml:id="br0">
      <inkml:brushProperty name="width" value="0.035" units="cm"/>
      <inkml:brushProperty name="height" value="0.035" units="cm"/>
    </inkml:brush>
  </inkml:definitions>
  <inkml:trace contextRef="#ctx0" brushRef="#br0">19 118 10666,'-4'-8'107,"1"0"27,1 1 0,-1-1-1,1 0 1,1 0 0,-1 0 0,1 0 0,1-10 0,-1 17-52,1-1 0,1 1 0,-1-1-1,0 0 1,0 1 0,1-1 0,-1 1 0,1-1 0,-1 1 0,1-1 0,0 1 0,-1-1 0,1 1 0,0-1 0,0 1 0,0 0-1,0 0 1,0-1 0,2 0 0,0 1-27,-1 0 0,0 0 1,0 1-1,0-1 0,0 1 0,1-1 0,-1 1 0,0 0 0,0 0 0,1 0 0,-1 0 1,0 1-1,0-1 0,0 1 0,1-1 0,-1 1 0,0 0 0,0 0 0,3 1 0,1 2-38,0-1-1,0 1 0,0 1 0,0-1 0,-1 1 1,0 0-1,0 0 0,0 1 0,-1-1 0,0 1 1,0 0-1,0 0 0,4 10 0,4 10-9,-1 0-1,8 28 0,-15-41-1,-3-7-3,1 0 1,0-1-1,0 1 1,0 0-1,1-1 0,0 0 1,0 1-1,4 5 1,-5-10-2,1 1 1,-1 0 0,1-1 0,-1 1 0,1-1-1,-1 0 1,1 0 0,0 0 0,-1 0-1,1 0 1,0-1 0,0 1 0,0-1 0,0 0-1,-1 0 1,1 0 0,0 0 0,0 0 0,0-1-1,4 0 1,23-6 64,0 0 0,-1-2 1,50-23-1,4-1 16,13 1-72,-23 8-287,98-45 0,-58 6-2505</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42.955"/>
    </inkml:context>
    <inkml:brush xml:id="br0">
      <inkml:brushProperty name="width" value="0.035" units="cm"/>
      <inkml:brushProperty name="height" value="0.035" units="cm"/>
    </inkml:brush>
  </inkml:definitions>
  <inkml:trace contextRef="#ctx0" brushRef="#br0">355 549 6598,'-9'-3'54,"0"0"61,-1 0 1,1 1-1,0 0 0,-1 1 1,1 0-1,-1 0 1,1 1-1,-1 0 1,1 1-1,-1 0 0,1 1 1,-1 0-1,1 0 1,0 1-1,-15 6 1,11-1-61,0-1 1,1 2 0,0 0-1,1 0 1,-1 1 0,2 1-1,-1-1 1,2 2 0,0-1-1,0 2 1,1-1 0,0 1-1,1 0 1,0 0 0,2 1-1,-1 0 1,2 0 0,0 1-1,0-1 1,-2 30 0,6-39-48,0 1 0,1-1 1,0 0-1,0 0 0,0 0 0,1 0 0,-1 0 1,1 0-1,0 0 0,1 0 0,-1-1 1,1 1-1,0-1 0,0 0 0,0 0 1,1 0-1,-1 0 0,1 0 0,0-1 1,0 0-1,0 0 0,1 0 0,-1 0 1,1 0-1,0-1 0,-1 0 0,1 0 1,0-1-1,8 3 0,-4-2 71,1 0 1,-1 0-1,1-1 0,0 0 1,-1-1-1,1 0 0,0 0 0,0-1 1,-1-1-1,1 1 0,-1-2 1,1 1-1,-1-1 0,0-1 1,10-4-1,-9 1-37,0 0 1,-1 0-1,0-1 1,0 0-1,-1-1 1,0 0-1,-1 0 1,0-1-1,0 0 1,-1 0-1,0 0 1,-1-1 0,0 0-1,0 0 1,-2 0-1,1-1 1,-1 1-1,-1-1 1,2-23-1,-1 3 42,-2-1-1,-2 1 1,-1-1 0,-1 1 0,-2-1-1,-10-36 1,2 16-76,-2 0-1,-3 1 1,-2 2-1,-3 0 1,-1 1 0,-49-72-1,55 102-1047,17 19 1021,1 1 0,0-1 0,-1 0 0,1 0 0,0 1 0,0-1 0,0 1 0,-1-1 0,1 0 0,0 1 0,0-1 0,0 0 0,0 1 0,-1-1 0,1 1 0,0-1 0,0 1 0,0-1 0,0 0 0,0 1 0,0-1 0,0 1-1,0-1 1,1 0 0,-1 1 0,0-1 0,0 1 0,0-1 0,0 0 0,0 1 0,1 0 0,17 51-259,198 386 5351,40-24-5501,-214-358-2605,-4-15-2791</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43.372"/>
    </inkml:context>
    <inkml:brush xml:id="br0">
      <inkml:brushProperty name="width" value="0.035" units="cm"/>
      <inkml:brushProperty name="height" value="0.035" units="cm"/>
    </inkml:brush>
  </inkml:definitions>
  <inkml:trace contextRef="#ctx0" brushRef="#br0">381 61 11435,'0'0'149,"1"-8"268,2-26 672,-3 33-1049,0 0-1,0 0 1,0 0 0,0 1 0,-1-1 0,1 0-1,0 0 1,0 0 0,-1 1 0,1-1 0,-1 0-1,1 1 1,-1-1 0,1 0 0,-1 1 0,1-1-1,-1 0 1,1 1 0,-1-1 0,0 1 0,1-1-1,-1 1 1,0 0 0,1-1 0,-1 1 0,0 0-1,0-1 1,1 1 0,-1 0 0,0 0 0,0 0-1,0 0 1,1-1 0,-1 1 0,0 0 0,0 1-1,0-1 1,-1 0 0,-33 4 39,34-4-66,-14 3 44,0 2 1,0 0-1,0 1 0,1 0 1,-22 13-1,29-14-32,-1-1 0,1 1-1,0 0 1,0 1 0,0 0-1,1 0 1,0 0 0,0 1-1,1 0 1,0 0 0,-7 12 0,10-16-25,2-1-1,-1 1 1,0-1 0,0 1 0,1 0 0,-1-1 0,1 1 0,0 0 0,0-1 0,0 1 0,0 0 0,1-1 0,-1 1 0,0 0 0,1-1 0,0 1 0,0-1 0,0 1 0,0-1 0,0 1 0,0-1 0,1 0 0,-1 0 0,1 0 0,-1 1-1,1-1 1,0-1 0,0 1 0,0 0 0,0 0 0,3 1 0,7 5 1,0-1 0,1 0 0,0-1 0,22 8-1,-20-8 3,36 13 3,80 35 8,-119-47-13,0 0-1,0 0 1,-1 1 0,0 0 0,0 1 0,-1 0 0,18 21 0,-26-28 0,0 0 0,0 1 0,0-1-1,-1 0 1,1 1 0,-1-1 0,0 1 0,0 0 0,0-1 0,0 1 0,0 0 0,0-1 0,-1 1 0,1 0 0,-1 0 0,0 0 0,0 0 0,0-1 0,0 1 0,0 0 0,-1 0 0,-1 4 0,0-3 3,0 0-1,0-1 1,0 0-1,-1 1 1,0-1 0,0 0-1,0 0 1,0 0-1,0 0 1,0-1-1,-1 0 1,1 1 0,-7 2-1,-12 5 13,-1-2-1,0 0 0,0-1 1,-27 4-1,46-10-15,-52 9-103,0-3 0,-97 1-1,98-12-1844,5-17-3278</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43.670"/>
    </inkml:context>
    <inkml:brush xml:id="br0">
      <inkml:brushProperty name="width" value="0.035" units="cm"/>
      <inkml:brushProperty name="height" value="0.035" units="cm"/>
    </inkml:brush>
  </inkml:definitions>
  <inkml:trace contextRef="#ctx0" brushRef="#br0">13 45 7143,'0'0'-3716,"-13"-44"289</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43.873"/>
    </inkml:context>
    <inkml:brush xml:id="br0">
      <inkml:brushProperty name="width" value="0.035" units="cm"/>
      <inkml:brushProperty name="height" value="0.035" units="cm"/>
    </inkml:brush>
  </inkml:definitions>
  <inkml:trace contextRef="#ctx0" brushRef="#br0">13 25 1345,'4'43'1602,"-2"3"-33,-2-1 33,0-2-577,-6-4 224,-1-7-352,2-9-225,5-7-319,5-12-97,24-4-64,20-16 865,15-11-737,25-8-223,20-7-33,16-9-192,4-12-225,-3-19-6501</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46.766"/>
    </inkml:context>
    <inkml:brush xml:id="br0">
      <inkml:brushProperty name="width" value="0.035" units="cm"/>
      <inkml:brushProperty name="height" value="0.035" units="cm"/>
    </inkml:brush>
  </inkml:definitions>
  <inkml:trace contextRef="#ctx0" brushRef="#br0">85 11 96,'0'0'1441,"-27"75"-31,8-39-1,2-2-448,4-4-192,5-8-193,8-8-255,8-10-193,27-4-32,19-16 544,14-12-191,14-7-289,10-7-96,-4-8-224,-10-4-1858</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47.093"/>
    </inkml:context>
    <inkml:brush xml:id="br0">
      <inkml:brushProperty name="width" value="0.035" units="cm"/>
      <inkml:brushProperty name="height" value="0.035" units="cm"/>
    </inkml:brush>
  </inkml:definitions>
  <inkml:trace contextRef="#ctx0" brushRef="#br0">0 0 448</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47.202"/>
    </inkml:context>
    <inkml:brush xml:id="br0">
      <inkml:brushProperty name="width" value="0.035" units="cm"/>
      <inkml:brushProperty name="height" value="0.035" units="cm"/>
    </inkml:brush>
  </inkml:definitions>
  <inkml:trace contextRef="#ctx0" brushRef="#br0">0 1 4004,'35'116'3171,"26"2"-321,27-9 193,25-8-2530,29-12-481,15-17-32,16-23 32,8-25-64,-6-24-1826,-9-20-5413</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47.500"/>
    </inkml:context>
    <inkml:brush xml:id="br0">
      <inkml:brushProperty name="width" value="0.035" units="cm"/>
      <inkml:brushProperty name="height" value="0.035" units="cm"/>
    </inkml:brush>
  </inkml:definitions>
  <inkml:trace contextRef="#ctx0" brushRef="#br0">1 0 7111,'0'0'-4260,"59"1"1857</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47.657"/>
    </inkml:context>
    <inkml:brush xml:id="br0">
      <inkml:brushProperty name="width" value="0.035" units="cm"/>
      <inkml:brushProperty name="height" value="0.035" units="cm"/>
    </inkml:brush>
  </inkml:definitions>
  <inkml:trace contextRef="#ctx0" brushRef="#br0">1 1 224,'80'67'1794,"4"24"2146,-1 16-513,-9 16 481,-10 15-1186,-13 16-2305,-17 8-321,-16 1-128,-18 1 0,-17-5-32,-27-15-129,-17-15-4131,-14-28-2242</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0:59:48.124"/>
    </inkml:context>
    <inkml:brush xml:id="br0">
      <inkml:brushProperty name="width" value="0.035" units="cm"/>
      <inkml:brushProperty name="height" value="0.035" units="cm"/>
    </inkml:brush>
  </inkml:definitions>
  <inkml:trace contextRef="#ctx0" brushRef="#br0">0 0 2146,'18'100'3331,"12"-25"-2082</inkml:trace>
</inkml:ink>
</file>

<file path=ppt/ink/ink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0:28.398"/>
    </inkml:context>
    <inkml:brush xml:id="br0">
      <inkml:brushProperty name="width" value="0.035" units="cm"/>
      <inkml:brushProperty name="height" value="0.035" units="cm"/>
    </inkml:brush>
  </inkml:definitions>
  <inkml:trace contextRef="#ctx0" brushRef="#br0">290 6 6022,'0'0'5658,"-8"-1"-4675,4 0-911,3 0-38,-1 0 0,0 1 1,0-1-1,0 1 0,0 0 0,1-1 1,-1 1-1,0 0 0,0 0 0,0 0 1,0 0-1,0 1 0,0-1 0,0 0 0,1 1 1,-1-1-1,0 1 0,0 0 0,0 0 1,1-1-1,-1 1 0,1 0 0,-1 1 1,0-1-1,1 0 0,0 0 0,-1 1 1,1-1-1,0 0 0,0 1 0,-1-1 0,1 1 1,0 0-1,-1 3 0,-10 26 5,1 1 0,2 0 1,0 1-1,3 0 0,-4 42 0,1 170 100,9-231-137,1 0 0,1 0 1,0 1-1,0-2 0,1 1 0,1 0 0,1-1 1,9 21-1,-13-30-1,1-1-1,0 0 1,0 1 0,0-1 0,0 0-1,0 0 1,1 0 0,-1-1 0,1 1-1,0-1 1,0 1 0,0-1-1,0 0 1,0 0 0,1 0 0,-1-1-1,0 1 1,1-1 0,-1 1 0,1-1-1,0-1 1,-1 1 0,1 0 0,0-1-1,0 0 1,-1 0 0,1 0 0,0 0-1,-1 0 1,1-1 0,0 0-1,0 1 1,-1-1 0,1-1 0,-1 1-1,1-1 1,3-1 0,3-3 4,-1 0 1,1 0-1,-1-1 1,0-1-1,-1 1 1,0-1-1,0-1 0,0 1 1,-1-2-1,-1 1 1,9-15-1,-1-2 8,0 0 0,-2-1 0,11-36 0,-16 42-6,-1-1 0,0 0 0,-2 0 0,-1 0 0,0-1 0,-2 1 0,0-1 0,-2 1 0,-6-43 0,6 61-6,0-1 1,-1 1-1,0-1 0,0 1 1,0 0-1,0-1 0,-1 1 1,0 0-1,0 1 1,0-1-1,0 0 0,0 1 1,-1 0-1,1 0 0,-8-5 1,4 4 4,0 0 0,-1 1 0,0 0 0,1 0 0,-1 0 0,0 1 0,0 0 0,-13 0 0,1 0 13,0 2 0,0 0-1,1 2 1,-1 0 0,0 1 0,-36 11 0,39-10 5,0 2 0,0 0 0,1 1 0,0 0 0,0 2 0,1 0 0,0 0 0,0 1 0,-25 24 0,39-33-27,0 1-1,-1-1 1,1 1 0,0-1-1,0 1 1,0-1 0,0 1-1,1 0 1,-1-1 0,0 1-1,1 0 1,-1 0 0,1 0-1,-1-1 1,1 1 0,0 0-1,0 0 1,0 0 0,0 0-1,0 0 1,1 3 0,0-4-125,0 1 1,-1-1 0,1 0 0,0 1 0,0-1 0,0 0 0,0 0-1,1 0 1,-1 0 0,0 0 0,0 0 0,1 0 0,-1 0 0,0-1-1,1 1 1,-1 0 0,1-1 0,-1 1 0,1-1 0,-1 1 0,1-1 0,-1 0-1,1 0 1,0 0 0,1 0 0,33 1-4469</inkml:trace>
</inkml:ink>
</file>

<file path=ppt/ink/ink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0:28.631"/>
    </inkml:context>
    <inkml:brush xml:id="br0">
      <inkml:brushProperty name="width" value="0.035" units="cm"/>
      <inkml:brushProperty name="height" value="0.035" units="cm"/>
    </inkml:brush>
  </inkml:definitions>
  <inkml:trace contextRef="#ctx0" brushRef="#br0">0 0 14798,'0'0'384,"34"66"-320,-20-8 417,2 11 448,0 9-577,-1 5-256,1 3-96,-1 0 0,-2-7-96,0-7-897,-1-10-1217,-9-11-2594,-2-16-1314</inkml:trace>
</inkml:ink>
</file>

<file path=ppt/ink/ink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0:29.723"/>
    </inkml:context>
    <inkml:brush xml:id="br0">
      <inkml:brushProperty name="width" value="0.035" units="cm"/>
      <inkml:brushProperty name="height" value="0.035" units="cm"/>
    </inkml:brush>
  </inkml:definitions>
  <inkml:trace contextRef="#ctx0" brushRef="#br0">1 680 11403,'7'-10'1804,"24"-29"-1414,68-69 0,-78 87-249,-1-1 1,-2 0-1,0-1 0,-1-1 1,-2-1-1,0 0 1,-2-1-1,-1-1 1,-1 0-1,-1-1 1,-1 0-1,-2 0 1,-1 0-1,-1-1 1,-1 0-1,-2 0 1,-2-53-1,4 158 12,4-1 0,2 0 0,4 0 0,3-1 0,46 121 0,-21-101-62,-44-103-58,1-1 1,0 0 0,1 0-1,0 0 1,2-18-1,0-6 11,-2 28-44,0 1 0,0-1-1,1 0 1,0 1 0,0-1-1,0 0 1,1 1-1,-1-1 1,2 1 0,-1 0-1,0 0 1,1 0 0,5-8-1,-5 9 1,1 1 0,-1 0-1,1 0 1,0 0 0,-1 0-1,1 1 1,0-1 0,1 1-1,-1 0 1,0 0 0,1 1 0,-1-1-1,1 1 1,-1 0 0,1 0-1,0 0 1,5 1 0,-2 0-3,0 1 1,0 0-1,0 0 1,-1 1 0,1 0-1,-1 0 1,1 1-1,-1 0 1,0 0-1,0 0 1,0 1-1,8 6 1,-7-4 5,0-1 0,1-1 0,-1 0 0,1 0 0,0 0 0,0-1 0,0-1 0,16 3-1,-19-4-1,0-1-1,0 0 0,0 0 0,0-1 0,0 1 0,0-1 0,0-1 0,0 1 0,0-1 0,0 0 0,-1 0 0,1-1 1,-1 0-1,0 0 0,7-4 0,-5 0-32,0 1 1,0-1-1,-1 0 0,0-1 1,0 0-1,-1 0 0,0 0 1,0 0-1,3-11 1,-3 11 4,-2-1 0,1 1 0,-1-1 1,0 0-1,-1 0 0,0-1 1,0 1-1,-1 0 0,0-1 1,-1 1-1,-1-11 0,1 19 28,0 0-1,0 0 0,-1 1 1,1-1-1,0 0 1,0 0-1,-1 0 0,1 1 1,-1-1-1,1 0 1,-1 1-1,1-1 1,-1 0-1,1 1 0,-1-1 1,0 0-1,1 1 1,-1-1-1,0 1 0,1-1 1,-1 1-1,0 0 1,0-1-1,0 1 0,1 0 1,-1-1-1,0 1 1,0 0-1,0 0 1,0 0-1,1 0 0,-1 0 1,0 0-1,0 0 1,0 0-1,0 0 0,0 0 1,0 1-1,-1-1 1,0 1 0,0-1 0,1 1 0,-1-1 0,0 1 0,1 0 0,-1 0 0,1 0 0,-1 0 0,1 0 0,-1 0 0,1 0-1,-1 0 1,1 1 0,0-1 0,-2 3 0,1 0-2,0-1 0,0 1-1,0 0 1,1 0 0,-1 0-1,1 0 1,0 1 0,0-1-1,1 0 1,-1 0 0,1 0-1,0 1 1,0-1 0,0 0-1,1 1 1,-1-1 0,1 0-1,0 0 1,0 0 0,1 0-1,-1 0 1,1 0 0,0 0-1,0 0 1,0-1 0,1 1-1,-1-1 1,1 1 0,0-1-1,0 0 1,0 0 0,0 0-1,0-1 1,1 1 0,-1-1-1,1 0 1,4 3 0,-2-2-2,0-1 0,0 1 0,0-1 0,1 0 1,-1 0-1,0-1 0,1 0 0,0 0 0,-1-1 1,1 1-1,-1-1 0,1-1 0,0 1 1,-1-1-1,1 0 0,-1-1 0,0 0 0,1 0 1,-1 0-1,0-1 0,0 1 0,0-2 1,9-5-1,-4 0 3,0-1 0,-1 1 1,0-2-1,0 1 0,-1-1 0,-1-1 1,0 0-1,0 0 0,8-19 0,-13 24 1,-1 0 0,1 0 0,-1-1 0,-1 1 0,1 0 0,-1-1 0,-1 1 0,1-1 0,-1 0 0,-1 1 0,1-1 0,-1 1 0,-1 0 0,1-1-1,-1 1 1,-1 0 0,1 0 0,-1 0 0,-5-9 0,7 14-1,0 0-1,0 0 1,0 0 0,0 0-1,0-1 1,0 1 0,0 0-1,1 0 1,0-1 0,-1 1-1,1-1 1,0-2 0,0 5-1,0-1 1,0 0-1,1 0 1,-1 0-1,0 0 1,1 1-1,-1-1 1,1 0-1,-1 0 1,0 0 0,1 1-1,0-1 1,-1 0-1,1 1 1,-1-1-1,1 1 1,0-1-1,0 0 1,-1 1-1,1-1 1,1 0-1,5-1-1,-1 1 0,0 0 0,1 0 0,-1 0 0,1 0 0,-1 1 0,8 1-1,-7-1 3,-3 0 14,0 0-1,1 0 0,-1 0 1,0 1-1,0 0 0,0 0 1,0 0-1,1 1 1,-2-1-1,1 1 0,0 0 1,0 0-1,0 0 1,-1 0-1,1 1 0,-1-1 1,0 1-1,0 0 1,0 0-1,3 4 0,1 4 98,0 0-1,-1 1 1,0 0 0,8 25-1,-10-27-105,-1 0-1,1 0 1,0 0 0,1-1-1,0 0 1,1 0-1,0 0 1,8 9 0,-12-16-183,0-1 1,-1 0 0,1 1-1,0-1 1,0 0-1,-1 0 1,1 0 0,0-1-1,0 1 1,0 0 0,4 0-1,12-1-5397,-3-4-4125</inkml:trace>
</inkml:ink>
</file>

<file path=ppt/ink/ink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0:30.442"/>
    </inkml:context>
    <inkml:brush xml:id="br0">
      <inkml:brushProperty name="width" value="0.035" units="cm"/>
      <inkml:brushProperty name="height" value="0.035" units="cm"/>
    </inkml:brush>
  </inkml:definitions>
  <inkml:trace contextRef="#ctx0" brushRef="#br0">0 116 10346,'2'2'25,"-1"-1"1,0 1-1,1 0 0,-1-1 1,0 1-1,0 0 1,0 0-1,0 0 0,0 0 1,0 0-1,-1 0 1,1 3-1,2 1 34,14 38 259,45 128 165,-57-294 1973,-7-50-1885,2 171-560,0 1-1,0 0 1,0-1-1,0 1 1,0-1-1,0 1 1,0-1-1,0 1 1,1-1-1,-1 1 1,0-1-1,0 1 1,1 0-1,-1-1 1,0 1-1,0 0 1,1-1-1,-1 1 1,1 0-1,-1-1 1,0 1-1,1 0 1,-1-1-1,1 1 1,-1 0-1,0 0 1,1 0-1,-1 0 1,1-1-1,-1 1 1,1 0-1,-1 0 1,2 0-1,23 2 67,20 13-57,-28-7-8,-1 1 0,0 0 0,-1 1 0,0 0 0,26 25 0,-37-31-12,0 0 0,-1 0 0,0 0 0,1 0 0,-1 0-1,-1 1 1,1-1 0,-1 1 0,0 0 0,0 0 0,0 0 0,0 0 0,-1 0 0,0 0-1,0 1 1,-1-1 0,1 0 0,-1 0 0,0 1 0,0-1 0,-1 0 0,0 0 0,0 1-1,0-1 1,-3 7 0,3-10 0,1 0 1,-1 0-1,0 0 0,1-1 0,-1 1 0,0 0 0,0-1 0,0 1 0,-1-1 0,1 1 0,0-1 1,0 0-1,-1 1 0,1-1 0,-1 0 0,1 0 0,-1 0 0,0 0 0,1 0 0,-1 0 1,-3 0-1,4-1 1,0 0 1,0 0 0,0-1 0,0 1 0,0 0-1,0-1 1,0 1 0,0-1 0,0 1-1,0-1 1,0 0 0,0 1 0,0-1-1,0 0 1,1 0 0,-1 0 0,0 1-1,1-1 1,-1 0 0,0 0 0,1 0-1,-1 0 1,1 0 0,0 0 0,-1 0 0,1 0-1,0 0 1,0 0 0,-1 0 0,1-1-1,0 1 1,0 0 0,0 0 0,0 0-1,0 0 1,1 0 0,-1-2 0,1-20 12,1-1-1,1 1 1,1 0 0,1 0 0,1 0 0,1 0 0,1 1 0,1 1 0,21-37-1,-29 56 36,0 0-1,0 1 0,0-1 0,0 0 1,0 0-1,1 1 0,-1-1 0,1 0 0,-1 1 1,1 0-1,0-1 0,-1 1 0,1 0 0,0 0 1,3-2-1,-3 3-30,-1 0 0,0 0 0,1 0 0,-1 0 0,0 0 0,1 0 0,-1 0 0,0 0 0,0 0 0,1 1 0,-1-1 0,0 0 0,0 1 0,1-1 0,-1 1 0,0 0 0,0-1 0,0 1 0,2 1 0,4 5 2,0 0 1,-1 0-1,1 1 1,-1 0-1,8 14 1,3 4 48,41 47-286,-32-42-3489,-15-18-2006</inkml:trace>
</inkml:ink>
</file>

<file path=ppt/ink/ink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0:30.816"/>
    </inkml:context>
    <inkml:brush xml:id="br0">
      <inkml:brushProperty name="width" value="0.035" units="cm"/>
      <inkml:brushProperty name="height" value="0.035" units="cm"/>
    </inkml:brush>
  </inkml:definitions>
  <inkml:trace contextRef="#ctx0" brushRef="#br0">63 255 11851,'0'0'491,"6"-9"-347,5-9-147,40-70 1130,-47 80-1064,0 0 0,-1 0-1,0 0 1,-1-1 0,0 1 0,0-1 0,0 1 0,-1-1 0,-1 0 0,0-11 0,0 19-21,0-1 0,-1 0 1,1 0-1,-1 1 0,0-1 1,1 0-1,-1 1 0,0-1 1,0 1-1,0-1 0,0 1 1,0-1-1,0 1 0,-1 0 1,1 0-1,0-1 0,-1 1 1,1 0-1,0 0 0,-1 0 1,0 0-1,1 1 0,-1-1 1,1 0-1,-1 1 0,0-1 1,0 1-1,1-1 0,-1 1 1,0 0-1,0 0 0,1 0 1,-1 0-1,0 0 0,0 0 1,0 1-1,1-1 0,-1 0 1,-2 2-1,-1-2 70,0 2 1,0-1-1,0 0 1,0 1-1,0 0 0,0 0 1,1 1-1,-1-1 1,1 1-1,0 0 1,0 0-1,-7 6 1,8-4-103,-1 0 1,1-1 0,0 1 0,0 1-1,0-1 1,1 0 0,0 1 0,0-1 0,0 1-1,1 0 1,0-1 0,0 1 0,0 0 0,1 0-1,0 0 1,0 0 0,0-1 0,1 1 0,0 0-1,0 0 1,0 0 0,1-1 0,0 1-1,0-1 1,0 1 0,1-1 0,-1 0 0,1 0-1,1 0 1,-1 0 0,1-1 0,0 1 0,0-1-1,0 0 1,0 0 0,1 0 0,0-1-1,-1 1 1,1-1 0,1 0 0,-1-1 0,0 1-1,1-1 1,-1 0 0,1-1 0,0 1 0,8 0-1,-4 0-774,-1-1-1,1 0 1,-1 0 0,1-1-1,-1 0 1,1-1-1,-1 0 1,1-1-1,10-3 1,18-12-5754</inkml:trace>
</inkml:ink>
</file>

<file path=ppt/ink/ink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0:31.253"/>
    </inkml:context>
    <inkml:brush xml:id="br0">
      <inkml:brushProperty name="width" value="0.035" units="cm"/>
      <inkml:brushProperty name="height" value="0.035" units="cm"/>
    </inkml:brush>
  </inkml:definitions>
  <inkml:trace contextRef="#ctx0" brushRef="#br0">265 15 64,'0'0'9876,"-12"-3"-7084,3 0-2563,1 1 1,-1 0-1,0 0 0,0 1 0,-1 0 1,1 1-1,0 0 0,0 0 0,0 1 1,0 0-1,0 1 0,0 0 0,0 0 1,0 1-1,1 0 0,-1 1 0,-13 7 1,16-7-199,0 1 1,0-1-1,0 1 1,1 0 0,0 0-1,0 1 1,0-1 0,1 1-1,0 0 1,0 1-1,1-1 1,-1 1 0,1-1-1,1 1 1,-1 0 0,1 0-1,0 0 1,1 0-1,0 1 1,0-1 0,0 0-1,1 0 1,0 1 0,1-1-1,1 8 1,-2-12-81,1-1 1,0 0-1,0 1 1,0-1-1,0 0 1,0 1-1,1-1 1,-1 0-1,0 0 1,1 0-1,0 0 1,-1-1-1,1 1 1,0 0-1,0-1 1,0 1-1,0-1 1,1 1-1,-1-1 1,0 0-1,0 0 1,1 0-1,-1 0 1,1-1-1,-1 1 1,1-1-1,-1 1 1,1-1-1,-1 0 1,1 0-1,-1 0 1,1 0-1,-1 0 1,1-1-1,-1 1 1,1-1-1,-1 0 1,4-1-1,3-1-187,-1 0 0,1 0-1,-1-1 1,1 0 0,-1-1-1,0 0 1,-1 0 0,1-1-1,7-7 1,-8 6 152,-1-1-1,0 0 1,0-1-1,0 1 1,-1-1-1,6-14 1,-10 20 353,0 0 1,0 0 0,0 0 0,0 0-1,0 0 1,-1 0 0,1 0-1,-1 0 1,0-1 0,-1-4 0,3 12-238,1 0 0,-1 1 0,0-1 0,1 0 0,0-1 0,0 1 1,0 0-1,0-1 0,1 0 0,-1 1 0,1-1 0,0-1 0,0 1 0,5 2 1,4 3-46,1-1 1,0 0-1,17 5 1,17-3-2988,-25-9-2066</inkml:trace>
</inkml:ink>
</file>

<file path=ppt/ink/ink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0:33.043"/>
    </inkml:context>
    <inkml:brush xml:id="br0">
      <inkml:brushProperty name="width" value="0.035" units="cm"/>
      <inkml:brushProperty name="height" value="0.035" units="cm"/>
    </inkml:brush>
  </inkml:definitions>
  <inkml:trace contextRef="#ctx0" brushRef="#br0">0 71 8456,'3'2'133,"-1"0"1,1 0-1,-1 0 0,0 0 1,0 1-1,1-1 0,-2 1 1,1-1-1,0 1 0,-1 0 0,1 0 1,-1 0-1,0 0 0,0 0 1,1 3-1,2 4 414,7 12 323,6 13-341,19 55-1,-39-113 3201,4-20-3166,1 12-66,-2 18-325,1 1 0,0-1 0,1 0 0,1 1 0,4-16 0,-6 25-148,-1 1 1,1-1-1,0 0 0,0 1 1,0-1-1,0 1 1,1-1-1,-1 1 0,0 0 1,1 0-1,0-1 1,0 1-1,-1 0 0,1 0 1,0 1-1,1-1 0,-1 0 1,0 1-1,0-1 1,1 1-1,-1 0 0,1 0 1,-1 0-1,1 0 1,0 0-1,-1 0 0,1 1 1,0-1-1,-1 1 1,6 0-1,-6 1-23,0 0 0,1 0 1,-1 0-1,0 0 0,1 0 0,-1 1 0,0-1 1,0 1-1,0 0 0,0 0 0,-1-1 0,1 1 1,0 0-1,-1 1 0,1-1 0,-1 0 0,0 0 1,0 0-1,0 1 0,0-1 0,1 5 1,17 61-1,-16-56 3,-1 0-4,2 1 0,0-1 1,0-1-1,1 1 0,8 14 0,-12-24 0,0-1 0,0 1 0,0-1-1,1 1 1,-1-1 0,0 1 0,1-1-1,-1 0 1,0 0 0,1 0 0,-1 0 0,1 0-1,0 0 1,-1 0 0,1 0 0,0-1-1,0 1 1,2 0 0,-3-1 0,1 0 0,0-1 0,0 1 0,0-1-1,0 1 1,0-1 0,0 0 0,-1 0 0,1 0 0,0 0 0,0 0 0,-1 0 0,1 0-1,-1 0 1,1-1 0,-1 1 0,0-1 0,1 1 0,-1-1 0,0 1 0,1-4 0,9-12 3,-1 0 0,-1-1 0,8-23 0,-12 27-1,0 1 1,1-1-1,1 1 1,0 1-1,1-1 1,0 1-1,18-19 1,-25 29-3,1 0 0,0 0 0,-1 0 0,1 1 1,0-1-1,0 1 0,0-1 0,0 1 0,1 0 1,-1 0-1,0 0 0,1 0 0,-1 0 1,0 0-1,1 1 0,-1-1 0,1 1 0,-1 0 1,1-1-1,-1 1 0,1 0 0,-1 1 0,1-1 1,-1 0-1,1 1 0,-1-1 0,0 1 0,1 0 1,-1 0-1,0 0 0,1 0 0,-1 0 0,0 0 1,0 1-1,0-1 0,0 1 0,0 0 1,0-1-1,-1 1 0,1 0 0,0 0 0,-1 0 1,0 0-1,2 3 0,2 3 2,0 0-1,-1 0 1,0 1-1,-1 0 1,0-1-1,0 1 1,-1 1 0,0-1-1,0 0 1,0 14-1,-3-16 27,0 0 0,0 0-1,0 0 1,-1 0 0,0-1-1,-1 1 1,1-1 0,-1 1-1,0-1 1,-1 0 0,0 0-1,0 0 1,0-1 0,-7 8-1,7-9-236,0 0 0,-1-1-1,1 1 1,-1-1 0,0 1 0,1-2-1,-1 1 1,-7 3 0,8-5-378,1 0 0,-1 0-1,0 0 1,1-1 0,-1 1 0,0-1 0,1 0-1,-1 0 1,0 0 0,1 0 0,-1-1 0,0 1-1,-4-3 1,-10-6-4580</inkml:trace>
</inkml:ink>
</file>

<file path=ppt/ink/ink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0:33.373"/>
    </inkml:context>
    <inkml:brush xml:id="br0">
      <inkml:brushProperty name="width" value="0.035" units="cm"/>
      <inkml:brushProperty name="height" value="0.035" units="cm"/>
    </inkml:brush>
  </inkml:definitions>
  <inkml:trace contextRef="#ctx0" brushRef="#br0">4 1 13997,'0'0'64,"-4"47"32,4-19-64,0 3-32,0 3 0,0-5 32,5-3-64,2-6-96,3-9-4260,-2-6-3395</inkml:trace>
</inkml:ink>
</file>

<file path=ppt/ink/ink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0:33.526"/>
    </inkml:context>
    <inkml:brush xml:id="br0">
      <inkml:brushProperty name="width" value="0.035" units="cm"/>
      <inkml:brushProperty name="height" value="0.035" units="cm"/>
    </inkml:brush>
  </inkml:definitions>
  <inkml:trace contextRef="#ctx0" brushRef="#br0">1 0 15631,'0'0'96,"5"59"673,4-30-129,3 3-352,2 0-191,2 1-97,-3-4 32,-3-5-2755</inkml:trace>
</inkml:ink>
</file>

<file path=ppt/ink/ink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0:34.083"/>
    </inkml:context>
    <inkml:brush xml:id="br0">
      <inkml:brushProperty name="width" value="0.035" units="cm"/>
      <inkml:brushProperty name="height" value="0.035" units="cm"/>
    </inkml:brush>
  </inkml:definitions>
  <inkml:trace contextRef="#ctx0" brushRef="#br0">0 16 15310,'0'0'2147,"63"-15"-2115,-26 33 0,5 2-32,-2 0 0,2-2-32,-4-5-97,-5-9-3106,-10-4-2818</inkml:trace>
</inkml:ink>
</file>

<file path=ppt/ink/ink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0:34.238"/>
    </inkml:context>
    <inkml:brush xml:id="br0">
      <inkml:brushProperty name="width" value="0.035" units="cm"/>
      <inkml:brushProperty name="height" value="0.035" units="cm"/>
    </inkml:brush>
  </inkml:definitions>
  <inkml:trace contextRef="#ctx0" brushRef="#br0">1 0 16047,'0'0'929,"45"44"-352,-5-25-225,5 1-256,6-1-32,3-3-64,-4-6-961,-7-10-5797</inkml:trace>
</inkml:ink>
</file>

<file path=ppt/ink/ink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0:34.984"/>
    </inkml:context>
    <inkml:brush xml:id="br0">
      <inkml:brushProperty name="width" value="0.035" units="cm"/>
      <inkml:brushProperty name="height" value="0.035" units="cm"/>
    </inkml:brush>
  </inkml:definitions>
  <inkml:trace contextRef="#ctx0" brushRef="#br0">6 66 10410,'0'0'1025,"4"-9"1078,-3 5-1925,0 1-88,0 1-1,0-1 0,0 0 1,0 0-1,0 1 1,1-1-1,-1 1 0,1-1 1,-1 1-1,1 0 0,0-1 1,0 1-1,0 0 0,0 0 1,0 0-1,1 1 0,-1-1 1,1 1-1,-1-1 0,1 1 1,-1 0-1,1 0 0,0 0 1,0 0-1,-1 0 0,1 0 1,5 0-1,0 1-75,0 1 0,0-1 0,0 2 1,0-1-1,0 1 0,0 0 0,0 0 0,-1 1 0,1 0 0,-1 1 0,0-1 1,0 1-1,0 1 0,-1-1 0,1 1 0,-1 1 0,0-1 0,-1 1 0,1 0 1,-1 0-1,0 0 0,-1 1 0,8 14 0,-7-13-6,-1 0 0,0 0-1,-1 1 1,0 0 0,0 0 0,-1 0-1,0 0 1,0 0 0,-1 0 0,0 0-1,-1 0 1,0 1 0,-1-1 0,1 0-1,-2 0 1,1 0 0,-2 0 0,1 0-1,-1 0 1,-7 15 0,-4-3-8,-1-1 0,0 0 0,-1-2 0,-1 0 0,-20 16 0,20-19 0,0 1 0,1 0 0,1 1 0,1 0 0,1 2 0,-15 24 0,26-38-40,-1 0 0,1 0-1,1 1 1,-1-1 0,1 1 0,0 0 0,0-1 0,0 1 0,1 0 0,0 0 0,0-1-1,0 1 1,1 0 0,0 0 0,0-1 0,1 1 0,1 5 0,4 5-532,1 0 0,0 0 0,1-1 0,14 17 0,0 1-4398</inkml:trace>
</inkml:ink>
</file>

<file path=ppt/ink/ink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0:35.264"/>
    </inkml:context>
    <inkml:brush xml:id="br0">
      <inkml:brushProperty name="width" value="0.035" units="cm"/>
      <inkml:brushProperty name="height" value="0.035" units="cm"/>
    </inkml:brush>
  </inkml:definitions>
  <inkml:trace contextRef="#ctx0" brushRef="#br0">22 55 14574,'0'0'1596,"8"-9"-1153,27-25-101,-35 33-314,1 0 0,0 0 0,0 0 0,0 0 0,0 1 0,0-1 0,0 0 0,1 0 0,-1 1 0,0-1 0,0 1 0,0-1 0,1 1 0,-1-1-1,0 1 1,1 0 0,-1-1 0,0 1 0,1 0 0,1 0 0,-3 1-21,1-1-1,-1 1 1,1-1-1,-1 1 1,1-1-1,-1 1 1,1 0-1,-1-1 1,1 1-1,-1 0 1,0-1-1,1 1 1,-1 0-1,0-1 1,0 1-1,0 0 1,0-1-1,1 1 1,-1 0-1,0 0 0,0-1 1,0 1-1,0 0 1,-1 1-1,1 3-1,-1 0 0,1 0 1,-1 0-1,0 0 0,-1 0 0,0-1 0,-2 8 0,0-7-4,0 0 1,0-1-1,0 1 1,0-1-1,-1 0 1,0 0-1,0 0 1,0-1 0,0 0-1,0 0 1,-1 0-1,0 0 1,-10 3-1,15-6-24,1 0-1,0 0 0,0 0 1,-1 0-1,1 0 1,0 0-1,0 0 0,-1 0 1,1 0-1,0 0 1,0-1-1,-1 1 0,1 0 1,0 0-1,0 0 1,0 0-1,-1 0 1,1 0-1,0 0 0,0-1 1,0 1-1,-1 0 1,1 0-1,0 0 0,0 0 1,0-1-1,0 1 1,0 0-1,-1 0 0,1 0 1,0-1-1,0 1 1,0 0-1,0 0 0,0-1 1,0 1-1,0 0 1,0 0-1,0-1 1,0 1-1,0 0 0,1-17-1269,10-13-2023,4-3-906</inkml:trace>
</inkml:ink>
</file>

<file path=ppt/ink/ink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0:35.744"/>
    </inkml:context>
    <inkml:brush xml:id="br0">
      <inkml:brushProperty name="width" value="0.035" units="cm"/>
      <inkml:brushProperty name="height" value="0.035" units="cm"/>
    </inkml:brush>
  </inkml:definitions>
  <inkml:trace contextRef="#ctx0" brushRef="#br0">30 231 12844,'-4'-15'235,"1"5"-469,-3-6 619,2-1 1,0 1-1,1-1 0,0 0 1,1-18-1,2 32-299,-1-1-1,1 1 1,1 0 0,-1-1-1,0 1 1,1 0 0,0-1-1,0 1 1,0 0 0,0 0-1,0-1 1,1 1 0,-1 0-1,1 0 1,0 1 0,0-1-1,0 0 1,0 0 0,0 1-1,1 0 1,-1-1 0,1 1-1,-1 0 1,1 0 0,0 0 0,0 1-1,0-1 1,0 1 0,0-1-1,0 1 1,1 0 0,-1 0-1,0 0 1,1 1 0,4-1-1,-1 0-78,1 1-1,0 0 0,-1 0 0,1 1 1,0 0-1,-1 0 0,1 0 1,-1 1-1,1 1 0,-1-1 0,0 1 1,0 0-1,0 1 0,0-1 1,-1 1-1,1 1 0,-1-1 1,7 8-1,-6-5-5,-1 0 0,0 1 1,0-1-1,-1 1 0,0 0 1,-1 0-1,0 1 0,0 0 0,0-1 1,-1 1-1,-1 0 0,1 0 0,-2 1 1,2 17-1,-2-15-9,-1 0-1,-1-1 1,0 1 0,0 0-1,-2-1 1,1 1 0,-1-1-1,-1 0 1,0 0-1,-6 11 1,-5 6-57,-2 0 1,-25 31-1,26-39-60,1 1 0,1 0 0,1 1 0,1 0 0,-11 30 0,20-42-499,0 0 1,1 0-1,1 1 0,0-1 0,0 0 0,1 1 0,1 14 0,3 1-4170</inkml:trace>
</inkml:ink>
</file>

<file path=ppt/ink/ink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0:35.900"/>
    </inkml:context>
    <inkml:brush xml:id="br0">
      <inkml:brushProperty name="width" value="0.035" units="cm"/>
      <inkml:brushProperty name="height" value="0.035" units="cm"/>
    </inkml:brush>
  </inkml:definitions>
  <inkml:trace contextRef="#ctx0" brushRef="#br0">0 49 15278,'0'0'5798,"46"-48"-17041</inkml:trace>
</inkml:ink>
</file>

<file path=ppt/ink/ink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1:35.217"/>
    </inkml:context>
    <inkml:brush xml:id="br0">
      <inkml:brushProperty name="width" value="0.035" units="cm"/>
      <inkml:brushProperty name="height" value="0.035" units="cm"/>
    </inkml:brush>
  </inkml:definitions>
  <inkml:trace contextRef="#ctx0" brushRef="#br0">402 79 4132,'0'0'1767,"-10"-6"-801,6 3-822,-1 0-1,0 1 0,0-1 1,0 1-1,0 0 0,0 0 1,-1 1-1,1-1 0,0 1 1,-1 0-1,1 1 0,-1 0 1,1-1-1,-1 2 0,1-1 1,-1 1-1,1-1 0,-1 2 1,1-1-1,-1 0 0,1 1 1,0 0-1,0 1 0,0-1 1,0 1-1,-5 3 0,-8 9-6,0 1 0,1 0 0,1 1 0,0 1 0,1 0 0,1 1 0,1 1 0,-13 26 0,10-14-19,1 1-1,1 0 1,2 1-1,-13 62 1,15-9 17,9-81-102,1 0 0,0 0 1,1 0-1,-1 0 0,1 0 0,1 0 1,-1 0-1,1 0 0,0 0 0,0-1 0,6 12 1,-7-16-23,0 0 0,0 1 0,0-1 1,0 0-1,0 0 0,0 0 0,0 0 0,1 0 1,-1 0-1,0 0 0,1 0 0,-1 0 1,0 0-1,1-1 0,-1 1 0,1-1 0,-1 1 1,1-1-1,0 1 0,-1-1 0,1 0 1,-1 0-1,3 0 0,-1 0 9,0-1 1,-1 0-1,1 0 1,0 0-1,-1 0 1,1 0-1,-1-1 1,1 1-1,-1-1 1,0 1-1,0-1 1,3-3-1,4-4 40,-1-1-1,0 0 1,0-1-1,9-18 1,-3 5-36,-2-2 0,-1 0 1,11-39-1,-19 50-33,1 0-1,-2 0 0,0 0 1,0 0-1,-2 0 0,0 0 1,0-1-1,-4-16 0,4 31 11,0-1 0,-1 0 1,1 1-1,-1-1 0,1 0 0,-1 1 0,1-1 0,-1 0 0,0 1 1,0-1-1,0 1 0,0-1 0,0 1 0,0 0 0,0-1 0,0 1 1,-1 0-1,1 0 0,0 0 0,-1 0 0,1 0 0,-1 0 0,1 0 1,-1 0-1,0 1 0,1-1 0,-4 0 0,4 3 4,1 0-1,-1 0 1,1 1 0,0-1-1,0 0 1,0 0-1,0 1 1,0-1-1,0 0 1,0 0 0,1 1-1,-1-1 1,2 4-1,3 5 23,0 0-1,1 0 0,0 0 1,1-1-1,0 0 0,1 0 1,0-1-1,0 0 0,15 11 1,-9-8 13,0 0 1,2-1 0,-1-1-1,1-1 1,29 13-1,-35-18-17,0-1-1,0 0 1,0 0-1,1-1 1,-1 0-1,1-1 0,-1 0 1,1 0-1,0-2 1,-1 1-1,1-1 1,0-1-1,-1 0 1,1 0-1,12-5 0,-7 0-12,-1-1 0,0 0 0,-1 0 0,0-2 0,0 0 0,-1 0 0,0-1 0,21-25 0,-7 6-36,-1-1 0,-2-1 0,-1-1 0,-1-1 0,-2-1 0,30-73 0,-49 105 21,0 0-1,0-1 0,0 1 0,0 0 1,0-1-1,-1 1 0,1-1 0,-1 1 1,0-1-1,0 1 0,-1 0 0,1-1 1,0 1-1,-3-7 0,2 9 8,0-1 0,0 1 0,0 0 0,-1 0 0,1 0 0,0 0 0,0 0 0,-1 0 0,1 0 0,-1 1 0,1-1 0,-1 0 0,1 1 0,-1-1 0,1 1 0,-1 0 0,0-1-1,1 1 1,-1 0 0,1 0 0,-1 0 0,0 0 0,1 0 0,-1 0 0,0 1 0,1-1 0,-1 0 0,1 1 0,-1 0 0,1-1 0,-1 1 0,-1 1 0,-9 3 25,0 1 1,1 0-1,-1 1 1,1 0-1,0 1 0,1 0 1,0 1-1,0 0 1,1 0-1,0 1 0,1 0 1,0 1-1,1 0 1,-8 15-1,13-21-24,1-1-1,0 1 1,0 0-1,0 0 1,0 0-1,1 0 1,0 0-1,0 0 1,0 0-1,1 0 1,-1 0-1,1 0 1,1 0 0,-1 0-1,1 0 1,-1 0-1,1-1 1,4 7-1,5 8-6,2 0 0,0-1 0,16 17 1,15 22 104,-20-18 21,-2 0 0,-2 2 0,-1 1 1,18 60-1,-28-69-71,-1 0 1,-1 0-1,-2 0 1,-2 0-1,-1 1 1,-3 55-1,0-81-45,-1 0 0,1 0-1,-1 0 1,0-1 0,-1 1-1,0-1 1,0 0 0,-1 0 0,0 0-1,0 0 1,-1 0 0,1-1-1,-1 0 1,-1 0 0,1 0 0,-1-1-1,0 0 1,0 0 0,-1 0-1,1-1 1,-1 0 0,0 0 0,0-1-1,-1 0 1,1 0 0,-1 0 0,1-1-1,-12 2 1,9-2-7,-1-1-1,1 1 1,-1-2 0,0 1 0,0-1-1,1-1 1,-1 0 0,0-1-1,1 0 1,-1 0 0,1-1-1,0 0 1,0-1 0,0 0 0,0-1-1,0 0 1,1-1 0,0 0-1,0 0 1,-12-12 0,17 13-3,-1 1 1,1-2 0,0 1-1,0 0 1,1-1-1,0 0 1,0 0-1,0 0 1,0 0 0,1 0-1,0 0 1,1-1-1,-1 1 1,1-1-1,0 1 1,1-10 0,0 5-15,2 1 0,-1-1 0,1 1 1,1 0-1,0-1 0,0 1 0,1 0 0,1 1 1,6-13-1,10-10-57,2 1 1,0 0-1,2 2 1,44-40-1,179-139-261,7-6 539,-204 159-144,-48 51-51,0 0 0,0-1 0,0 1 0,0-1 0,-1 0 0,0 0 0,0 0 0,0 0 0,-1 0 0,1 0 0,0-7 0,-2 11-6,-1-1 0,1 1 0,0-1 0,-1 1 0,1 0 1,-1-1-1,1 1 0,-1 0 0,0 0 0,1-1 0,-1 1 1,0 0-1,0 0 0,0 0 0,0 0 0,0 0 0,0 0 1,0 0-1,0 0 0,0 0 0,-1 1 0,1-1 0,0 0 0,0 1 1,-1-1-1,1 1 0,0-1 0,-1 1 0,1 0 0,-1 0 1,1-1-1,0 1 0,-1 0 0,-2 1 0,-5-2-9,1 1-1,0 0 0,-1 0 1,-14 3-1,12 1 23,0-1 1,0 2-1,0-1 0,1 2 1,0-1-1,0 1 0,0 1 1,1 0-1,0 0 1,0 0-1,1 2 0,0-1 1,0 1-1,-8 12 0,13-17-3,0 0 0,1 0 0,-1 0 0,1 0 0,0 0 0,0 0 0,0 1 0,1-1 0,-1 0 0,1 1 0,0 0 0,0-1 0,1 1 0,0 0 0,-1-1 0,2 1 0,-1 0-1,0-1 1,1 1 0,0 0 0,0-1 0,0 1 0,1-1 0,-1 1 0,1-1 0,0 0 0,1 0 0,-1 0 0,1 0 0,-1 0 0,1 0 0,0-1 0,1 1 0,-1-1 0,1 0 0,7 5 0,0 0 36,1-1 1,1-1-1,-1 0 1,1-1-1,0 0 1,0-1-1,0 0 1,24 2 0,-15-3-120,1-1 1,-1-1 0,0-1-1,37-5 1,-54 4-187,-1 0 0,1 0 1,-1 0-1,0-1 0,1 0 0,-1 0 0,0 0 0,0 0 0,0-1 1,0 1-1,3-4 0,19-25-4930,-10-1-3189</inkml:trace>
</inkml:ink>
</file>

<file path=ppt/ink/ink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1:35.604"/>
    </inkml:context>
    <inkml:brush xml:id="br0">
      <inkml:brushProperty name="width" value="0.035" units="cm"/>
      <inkml:brushProperty name="height" value="0.035" units="cm"/>
    </inkml:brush>
  </inkml:definitions>
  <inkml:trace contextRef="#ctx0" brushRef="#br0">24 12 9865,'-2'16'320,"2"0"-1,1 1 0,0-1 1,0 0-1,2 0 1,7 27-1,-4-16-51,-4 12-75,-2-39-190,0-1 0,-1 1 0,1 0 1,0-1-1,0 1 0,-1-1 0,1 1 0,0 0 0,0-1 1,-1 1-1,1 0 0,-1-1 0,1 1 0,0 0 1,-1 0-1,1-1 0,0 1 0,-1 0 0,1 0 0,-1-1 1,1 1-1,-1 0 0,1 0 0,-1 0 0,1 0 0,-1 0 1,1 0-1,-1 0 0,1 0 0,0 0 0,-1 0 1,1 0-1,-1 0 0,1 0 0,-1 0 0,1 1 0,-1-1 1,1 0-1,-1 0 0,1 0 0,0 1 0,-1-1 0,1 0 1,0 0-1,-1 1 0,1-1 0,0 0 0,-1 1 1,1-1-1,0 1 0,-1-1 0,1 0 0,0 1 0,0-1 1,0 1-1,-1-1 0,1 1 0,0-1 0,0 0 0,0 1 1,0-1-1,0 1 0,0-1 0,0 1 0,0-1 1,0 2-1,-4-9 45,1 1 0,0 0 0,0-1 0,1 0 0,-1 0 0,1 1 0,1-1 0,0 0 0,0-1 0,0 1 0,0 0 0,1 0 0,1 0 0,-1 0 0,1-1 0,0 1 1,1 0-1,0 0 0,0 1 0,0-1 0,1 0 0,0 1 0,0-1 0,1 1 0,4-6 0,-5 8-10,1 0-1,-1 1 1,1 0-1,0-1 1,0 2-1,1-1 1,-1 0 0,0 1-1,1 0 1,0 0-1,-1 0 1,1 0 0,0 1-1,0 0 1,0 0-1,0 0 1,0 0-1,0 1 1,0 0 0,0 0-1,0 1 1,0-1-1,0 1 1,0 0 0,8 3-1,-5-1 49,0 1-1,0 0 0,0 0 1,0 1-1,-1 0 1,0 0-1,0 1 0,0 0 1,-1 0-1,0 0 0,0 1 1,0 0-1,6 12 1,5 11 222,12 18 150,-6-23-4032,-17-23-430</inkml:trace>
</inkml:ink>
</file>

<file path=ppt/ink/ink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1:35.869"/>
    </inkml:context>
    <inkml:brush xml:id="br0">
      <inkml:brushProperty name="width" value="0.035" units="cm"/>
      <inkml:brushProperty name="height" value="0.035" units="cm"/>
    </inkml:brush>
  </inkml:definitions>
  <inkml:trace contextRef="#ctx0" brushRef="#br0">1 1 11723,'0'0'1281,"0"65"-1121,0-27 33,0 6 255,4 4-64,5 2 1,-1 1-129,1 0-128,1-2 32,-3-5 0,0-5-256,-3-9-768,-2-6-514,-2-10-2177</inkml:trace>
</inkml:ink>
</file>

<file path=ppt/ink/ink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1:36.055"/>
    </inkml:context>
    <inkml:brush xml:id="br0">
      <inkml:brushProperty name="width" value="0.035" units="cm"/>
      <inkml:brushProperty name="height" value="0.035" units="cm"/>
    </inkml:brush>
  </inkml:definitions>
  <inkml:trace contextRef="#ctx0" brushRef="#br0">0 197 8872,'0'0'3043,"39"-55"-2947,-9 39-64,2-2 0,2 1-32,4-3 32,3 0 0,0-4-2882,1-2-4902</inkml:trace>
</inkml:ink>
</file>

<file path=ppt/ink/ink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1:36.461"/>
    </inkml:context>
    <inkml:brush xml:id="br0">
      <inkml:brushProperty name="width" value="0.035" units="cm"/>
      <inkml:brushProperty name="height" value="0.035" units="cm"/>
    </inkml:brush>
  </inkml:definitions>
  <inkml:trace contextRef="#ctx0" brushRef="#br0">273 1 8200,'0'0'720,"-9"3"22,-8 3-381,1 1 0,0 1 0,1 0-1,0 2 1,-25 18 0,35-24-260,0 1 0,0-1 0,1 1 0,0 0 1,0 0-1,0 1 0,0-1 0,1 1 0,-3 7 0,4-9-90,1 0 0,0-1 0,1 1 0,-1 0 0,0 0 0,1-1 0,0 1 0,0 0 0,0 0 0,1 0 0,-1-1 0,1 1 0,0 0 0,0 0 0,0-1 0,0 1 0,3 4 0,-1-3 8,1 0-1,-1-1 0,1 1 1,0-1-1,0 0 0,0 0 1,0-1-1,1 1 1,-1-1-1,1 0 0,0 0 1,8 3-1,73 27 156,-53-22-53,-24-8-112,0 1-1,0 0 1,0 1 0,0 0-1,-1 1 1,0-1 0,12 12-1,-18-16-11,-1 1 1,0-1-1,0 1 0,1-1 0,-1 1 0,0-1 0,0 1 0,-1 0 0,1 0 1,0-1-1,0 1 0,-1 0 0,1 0 0,-1 0 0,0 0 0,1 0 1,-1 0-1,0 2 0,-1-1 2,0-1 1,0 0-1,0 0 1,0 0-1,0 1 1,0-1 0,0 0-1,-1 0 1,1-1-1,-1 1 1,0 0-1,1 0 1,-1-1-1,0 1 1,0-1-1,0 0 1,0 0-1,0 1 1,-3 0 0,-31 15 116,-2-2 1,1-1 0,-2-2-1,0-1 1,0-2 0,-57 5-1,96-14-280,-17 1 158,9-3-3171,8-9-341</inkml:trace>
</inkml:ink>
</file>

<file path=ppt/ink/ink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1:36.661"/>
    </inkml:context>
    <inkml:brush xml:id="br0">
      <inkml:brushProperty name="width" value="0.035" units="cm"/>
      <inkml:brushProperty name="height" value="0.035" units="cm"/>
    </inkml:brush>
  </inkml:definitions>
  <inkml:trace contextRef="#ctx0" brushRef="#br0">332 0 10122,'0'0'2146,"-36"58"-1634,10-13 385,-3 9 416,-4 8-448,-5 4-513,-1 3-159,-2 3 31,-2-7-1377,-4-6-3748</inkml:trace>
</inkml:ink>
</file>

<file path=ppt/ink/ink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1:37.804"/>
    </inkml:context>
    <inkml:brush xml:id="br0">
      <inkml:brushProperty name="width" value="0.035" units="cm"/>
      <inkml:brushProperty name="height" value="0.035" units="cm"/>
    </inkml:brush>
  </inkml:definitions>
  <inkml:trace contextRef="#ctx0" brushRef="#br0">0 88 4452,'0'0'870,"6"-7"-774,-1 0 34,1 0 0,0 1 0,0 0 0,1 0-1,-1 1 1,1-1 0,1 2 0,-1-1 0,0 1-1,1 0 1,0 0 0,0 1 0,0 0 0,1 1-1,15-3 1,-16 3-74,1 1-1,-1 0 1,0 1-1,1 0 1,-1 0-1,1 1 1,-1 0-1,15 4 1,-20-4-54,-1 0 0,1 1 0,0-1 0,0 1 0,0 0 0,-1 0 1,1 0-1,-1 0 0,1 0 0,-1 0 0,0 1 0,0-1 0,0 1 1,0-1-1,-1 1 0,1 0 0,-1 0 0,1 0 0,-1 0 0,0 0 1,0 0-1,0 0 0,-1 0 0,1 0 0,-1 6 0,1 4 133,0-1 0,-2 0-1,1 1 1,-1-1-1,-1 0 1,-1 0 0,1 0-1,-8 20 1,-5 4 230,-28 48 1,28-58-215,1 1 0,2 0 1,-13 42-1,22-59-101,1 1 0,0-1 1,1 1-1,0 0 0,0 0 0,1-1 1,1 1-1,0 0 0,0-1 0,1 1 1,1-1-1,0 1 0,7 16 0,-5-14-361,1-1-1,1 1 0,0-1 1,1-1-1,0 0 1,0 0-1,14 13 0,0-6-3595</inkml:trace>
</inkml:ink>
</file>

<file path=ppt/ink/ink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1:38.115"/>
    </inkml:context>
    <inkml:brush xml:id="br0">
      <inkml:brushProperty name="width" value="0.035" units="cm"/>
      <inkml:brushProperty name="height" value="0.035" units="cm"/>
    </inkml:brush>
  </inkml:definitions>
  <inkml:trace contextRef="#ctx0" brushRef="#br0">1 71 7847,'0'0'3033,"2"-8"-2905,-1 5-119,15-32 26,-15 33-34,-1 1-1,1 0 0,0-1 0,1 1 1,-1 0-1,0 0 0,0 0 1,0 0-1,1 0 0,-1 0 1,0 0-1,1 0 0,-1 1 1,1-1-1,-1 1 0,1-1 1,0 1-1,-1-1 0,1 1 1,-1 0-1,1 0 0,0-1 1,-1 1-1,1 1 0,-1-1 0,1 0 1,2 1-1,-3-1 4,0 1 0,0-1-1,0 1 1,0-1 0,0 1 0,0 0 0,0-1-1,-1 1 1,1 0 0,0 0 0,0 0-1,-1-1 1,1 1 0,-1 0 0,1 0 0,-1 0-1,1 0 1,-1 0 0,0 0 0,1 0-1,-1 0 1,0 0 0,0 0 0,0 0 0,1 1-1,-1-1 1,0 0 0,-1 0 0,1 0-1,0 0 1,0 0 0,0 0 0,-1 0-1,0 2 1,1-2 3,0 1-1,-1-1 0,1 0 1,-1 1-1,1-1 1,-1 1-1,0-1 0,1 0 1,-1 0-1,0 1 0,0-1 1,0 0-1,0 0 1,0 0-1,0 0 0,0 0 1,0 0-1,-1 0 0,1 0 1,0 0-1,-1-1 1,1 1-1,0-1 0,-1 1 1,1-1-1,-3 1 0,3-1-4,0 1-1,1-1 0,-1 0 0,0 0 1,1 0-1,-1 0 0,1-1 1,-1 1-1,0 0 0,1 0 0,-1 0 1,0 0-1,1-1 0,-1 1 0,1 0 1,-1 0-1,1-1 0,-1 1 0,1-1 1,-1 1-1,1 0 0,-1-1 1,1 1-1,-1-1 0,1 1 0,0-1 1,-1 1-1,1-1 0,0 0 0,-1 1 1,1-1-1,-1-1 0,1-23-1891,1 22 1459,3-26-5388</inkml:trace>
</inkml:ink>
</file>

<file path=ppt/ink/ink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3:16.419"/>
    </inkml:context>
    <inkml:brush xml:id="br0">
      <inkml:brushProperty name="width" value="0.035" units="cm"/>
      <inkml:brushProperty name="height" value="0.035" units="cm"/>
    </inkml:brush>
  </inkml:definitions>
  <inkml:trace contextRef="#ctx0" brushRef="#br0">313 33 1089,'-8'-5'25,"0"1"1,0 0-1,0 0 0,-1 1 0,0 0 1,0 0-1,1 1 0,-1 1 0,-1-1 0,1 1 1,0 1-1,0 0 0,0 0 0,0 1 1,-13 2-1,8 0-90,1 1 0,0 0 0,0 1 0,0 0 0,1 1 0,-1 1 0,2 0 0,-1 1 0,-17 14 0,13-8-778</inkml:trace>
</inkml:ink>
</file>

<file path=ppt/ink/ink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3:18.756"/>
    </inkml:context>
    <inkml:brush xml:id="br0">
      <inkml:brushProperty name="width" value="0.035" units="cm"/>
      <inkml:brushProperty name="height" value="0.035" units="cm"/>
    </inkml:brush>
  </inkml:definitions>
  <inkml:trace contextRef="#ctx0" brushRef="#br0">27 0 4420,'-7'0'481,"1"0"-161,1 0 32,1 0-31,2 0-225,-1 0-32,3 2-64,0 0 0,0 1-32,5-1-64,0-1-673,1-1-1217</inkml:trace>
</inkml:ink>
</file>

<file path=ppt/ink/ink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3:19.302"/>
    </inkml:context>
    <inkml:brush xml:id="br0">
      <inkml:brushProperty name="width" value="0.035" units="cm"/>
      <inkml:brushProperty name="height" value="0.035" units="cm"/>
    </inkml:brush>
  </inkml:definitions>
  <inkml:trace contextRef="#ctx0" brushRef="#br0">1 68 7431,'0'0'1537,"20"-45"-1921,-10 23-2370</inkml:trace>
</inkml:ink>
</file>

<file path=ppt/ink/ink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3:50.148"/>
    </inkml:context>
    <inkml:brush xml:id="br0">
      <inkml:brushProperty name="width" value="0.035" units="cm"/>
      <inkml:brushProperty name="height" value="0.035" units="cm"/>
    </inkml:brush>
  </inkml:definitions>
  <inkml:trace contextRef="#ctx0" brushRef="#br0">7 0 801,'0'0'1537,"-7"18"-1953,7-17 288,0 3-193,2 2 65,5 4 192,1 2 192,-1 3-128</inkml:trace>
</inkml:ink>
</file>

<file path=ppt/ink/ink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3:50.354"/>
    </inkml:context>
    <inkml:brush xml:id="br0">
      <inkml:brushProperty name="width" value="0.035" units="cm"/>
      <inkml:brushProperty name="height" value="0.035" units="cm"/>
    </inkml:brush>
  </inkml:definitions>
  <inkml:trace contextRef="#ctx0" brushRef="#br0">0 36 2434,'0'0'641,"29"-35"-1186,-24 35 257,-2 4-865</inkml:trace>
</inkml:ink>
</file>

<file path=ppt/ink/ink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13.109"/>
    </inkml:context>
    <inkml:brush xml:id="br0">
      <inkml:brushProperty name="width" value="0.035" units="cm"/>
      <inkml:brushProperty name="height" value="0.035" units="cm"/>
    </inkml:brush>
  </inkml:definitions>
  <inkml:trace contextRef="#ctx0" brushRef="#br0">7 121 4933,'-2'-22'1889,"2"-7"-1824,-2 0-33,-1 6 0,3 9 0,0 11-32,4 3-64,7 5-161,-3 3-3298</inkml:trace>
</inkml:ink>
</file>

<file path=ppt/ink/ink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3:27.129"/>
    </inkml:context>
    <inkml:brush xml:id="br0">
      <inkml:brushProperty name="width" value="0.035" units="cm"/>
      <inkml:brushProperty name="height" value="0.035" units="cm"/>
    </inkml:brush>
  </inkml:definitions>
  <inkml:trace contextRef="#ctx0" brushRef="#br0">1 36 1409,'2'-9'1922,"1"-1"-1826,-1 2-64,1 3 32,2 3 0,0 1-64,-2 1 0,2 0 0,0 0 0,-1 0 0,0 0 32,3 1-32,-2 1-32</inkml:trace>
</inkml:ink>
</file>

<file path=ppt/ink/ink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3:27.396"/>
    </inkml:context>
    <inkml:brush xml:id="br0">
      <inkml:brushProperty name="width" value="0.035" units="cm"/>
      <inkml:brushProperty name="height" value="0.035" units="cm"/>
    </inkml:brush>
  </inkml:definitions>
  <inkml:trace contextRef="#ctx0" brushRef="#br0">1 1 6502,'0'0'-224</inkml:trace>
</inkml:ink>
</file>

<file path=ppt/ink/ink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27.905"/>
    </inkml:context>
    <inkml:brush xml:id="br0">
      <inkml:brushProperty name="width" value="0.035" units="cm"/>
      <inkml:brushProperty name="height" value="0.035" units="cm"/>
    </inkml:brush>
  </inkml:definitions>
  <inkml:trace contextRef="#ctx0" brushRef="#br0">2288 430 6758,'0'0'11323,"0"-6"-10885,0 4-447,0-3 110,1 0 0,-1 0 0,0 0 0,-1 0 0,1 1 0,-1-1 0,0 0 0,0 0 0,-1 1 1,1-1-1,-1 1 0,0-1 0,0 1 0,0 0 0,-1 0 0,0 0 0,1 0 0,-1 0 0,-4-3 0,-117-90 1055,84 68-742,11 7-379,-2 2 0,0 0 0,-1 3 0,0 0 1,-2 3-1,0 0 0,0 2 0,-1 2 0,0 1 0,-1 2 1,-42-4-1,-100 3-28,-322 28 0,53 1 5,419-21-17,1 1 0,-1 1-1,1 2 1,0 1 0,-1 0-1,2 2 1,-1 2 0,-39 17-1,51-18 3,1 0 0,1 0 0,-1 2 0,1-1 0,1 2 0,0 0 0,0 0 0,1 1 0,1 1 0,0-1 0,1 2 0,0-1 0,1 1 0,0 1 0,-11 29 0,6 2-8,1 0 0,3 1-1,1 0 1,3 1 0,1-1-1,3 1 1,8 86-1,-4-113 7,1-1-1,0 0 1,1 0-1,1 0 0,2-1 1,-1 1-1,2-2 0,1 1 1,0-1-1,1-1 0,1 0 1,1 0-1,0-1 0,1-1 1,0 0-1,20 14 0,-3-6 9,0-2 0,1 0-1,1-3 1,1-1 0,1-1-1,0-2 1,72 19 0,57 7 122,1-7 0,2-7 0,1-7-1,188-4 1,-312-16 79,-1-3 0,1-1 0,-1-2 0,-1-2 0,0-2 0,0-2 0,-1-1 0,58-30-1,-66 26-85,-1-1 0,-1-1-1,-1-2 1,0-1-1,-2-1 1,-1-1-1,-1-2 1,-1-1 0,-1-1-1,23-36 1,-31 40-53,-2 0 0,0-1 0,-2 0 0,-1-1 0,14-52 0,-22 65-32,0 1 0,-1-1 0,-1 0 0,0 0 0,-1 1 0,-1-1 0,0 0 1,-1 0-1,0 1 0,-1-1 0,0 1 0,-1-1 0,-1 1 0,-9-18 0,1 9-26,-1 1-1,-1 0 1,-1 1 0,0 0 0,-2 2 0,0 0-1,-1 0 1,-38-25 0,-17-5-154,-97-46-1,76 44-334,61 32-205,-65-40-721,88 51 323,0 0 0,1-2 0,0 1 1,1-1-1,0 0 0,-11-16 0,1-8-7846</inkml:trace>
</inkml:ink>
</file>

<file path=ppt/ink/ink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28.560"/>
    </inkml:context>
    <inkml:brush xml:id="br0">
      <inkml:brushProperty name="width" value="0.035" units="cm"/>
      <inkml:brushProperty name="height" value="0.035" units="cm"/>
    </inkml:brush>
  </inkml:definitions>
  <inkml:trace contextRef="#ctx0" brushRef="#br0">43 266 8904,'-6'-8'639,"1"-1"0,0 0 0,0 0 1,1 0-1,1-1 0,-1 0 0,1 0 0,1 1 0,0-1 0,0-1 0,1 1 0,0 0 0,1 0 0,2-21 0,-1 26-579,0 0 1,0 1 0,0-1-1,1 0 1,0 0 0,0 1-1,0-1 1,0 1-1,1-1 1,0 1 0,0 0-1,0 0 1,0 0 0,1 1-1,-1-1 1,1 1 0,0 0-1,0 0 1,0 0-1,0 0 1,1 1 0,-1 0-1,1 0 1,0 0 0,-1 0-1,1 1 1,0-1-1,0 1 1,0 1 0,0-1-1,10 1 1,-9 0-60,-1 0-1,1 0 1,0 1 0,0 0-1,0 0 1,-1 0 0,1 1-1,-1 0 1,1 0 0,-1 1-1,0-1 1,0 1 0,0 0-1,0 0 1,0 1 0,-1 0-1,1 0 1,-1 0 0,0 0-1,0 0 1,-1 1 0,1 0-1,-1-1 1,0 1 0,-1 1-1,1-1 1,-1 0 0,0 1-1,0-1 1,2 8 0,-1-1 2,-1 0 0,1 0-1,-2 0 1,1 0 0,-2 0 0,0 0 0,0 0 0,-1 0 0,0 0 0,-1 0 0,-1-1-1,0 1 1,0 0 0,-6 11 0,-14 18-1,-30 42-1,36-59-2,1 0 0,1 0-1,1 2 1,2 0 0,0 0 0,-9 32 0,20-49-433,-1-1 1,1 1-1,0-1 1,1 1-1,0 10 1,2-8-726,-1 0 1,2 0 0,-1 0 0,1 0-1,1-1 1,6 12 0,-1 0-5227</inkml:trace>
</inkml:ink>
</file>

<file path=ppt/ink/ink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28.885"/>
    </inkml:context>
    <inkml:brush xml:id="br0">
      <inkml:brushProperty name="width" value="0.035" units="cm"/>
      <inkml:brushProperty name="height" value="0.035" units="cm"/>
    </inkml:brush>
  </inkml:definitions>
  <inkml:trace contextRef="#ctx0" brushRef="#br0">27 72 9513,'0'0'6716,"4"-7"-5537,-2 4-1046,26-41 1751,-28 43-1856,1 0 0,0 0 0,0-1 0,0 1 0,0 0 0,0 0 0,0 0 0,0 0 0,0 0 0,0 0 0,1 0 0,-1 1 0,0-1 0,0 0 0,1 1 0,-1-1 0,1 1 0,-1-1 0,1 1 0,-1 0 0,0-1 0,1 1 0,-1 0 0,1 0 0,-1 0 0,1 0 0,-1 0 0,1 1 0,-1-1 0,1 0 0,-1 1 0,1-1 0,1 2 0,-2-1-26,0 0 1,0 1 0,1 0 0,-2-1 0,1 1 0,0-1 0,0 1 0,0 0-1,-1 0 1,1 0 0,-1-1 0,1 1 0,-1 0 0,0 0 0,0 0-1,0 0 1,0 0 0,0-1 0,0 1 0,-1 0 0,1 0 0,-1 3 0,0-1 0,0 1 1,0 0 0,-1-1 0,1 1-1,-1-1 1,0 0 0,-5 8 0,4-8 2,0-1 0,-1 0 0,1 0 0,-1 0 0,1 0 1,-1-1-1,0 1 0,0-1 0,0 0 0,0 0 0,0-1 0,-1 1 1,1-1-1,0 0 0,-1 0 0,1 0 0,-1-1 0,1 1 0,-7-2 0,10 1-13,1 0 0,-1 0-1,1 0 1,-1 0 0,1 0-1,0 0 1,-1 0-1,1 0 1,-1 0 0,1 0-1,0-1 1,-1 1 0,1 0-1,-1 0 1,1 0-1,0-1 1,-1 1 0,1 0-1,0-1 1,-1 1-1,1 0 1,0-1 0,0 1-1,-1 0 1,1-1 0,0 1-1,0-1 1,-1 1-1,1 0 1,0-1 0,0 1-1,0-1 1,0 1-1,0 0 1,0-1 0,0 1-1,0-1 1,0 0 0,5-24-892,17-22-2938,2 5-2927</inkml:trace>
</inkml:ink>
</file>

<file path=ppt/ink/ink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29.276"/>
    </inkml:context>
    <inkml:brush xml:id="br0">
      <inkml:brushProperty name="width" value="0.035" units="cm"/>
      <inkml:brushProperty name="height" value="0.035" units="cm"/>
    </inkml:brush>
  </inkml:definitions>
  <inkml:trace contextRef="#ctx0" brushRef="#br0">1 283 11723,'3'-14'1660,"2"-8"-845,2 0 0,0 1-1,1 0 1,1 0 0,21-35-1,-25 49-659,0-1-1,1 0 0,-1 1 0,1 0 0,1 1 0,-1-1 0,1 1 0,0 1 0,1-1 0,-1 1 1,1 0-1,0 1 0,0 0 0,1 0 0,-1 1 0,1 0 0,0 0 0,-1 1 0,12-2 1,-16 4-150,1-1 1,-1 1 0,0 0 0,1 0-1,-1 0 1,1 0 0,-1 1 0,1 0-1,-1 0 1,0 0 0,0 0 0,1 1 0,-1-1-1,0 1 1,0 0 0,0 1 0,-1-1-1,1 1 1,4 3 0,-5-2-5,0 1 0,0-1 0,-1 1 0,1 0 1,-1 0-1,0 0 0,0 0 0,-1 0 0,1 0 0,-1 1 0,0-1 0,-1 0 1,1 1-1,-1-1 0,-1 11 0,0-2 0,-1 1-1,-1-1 1,0 1 0,0-1 0,-2 0-1,0 0 1,-9 18 0,-57 93-2,24-47 1,31-49 153,1 0 0,2 1-1,-12 38 1,22-54-532,-1 1-1,2-1 1,-2 26 0,4-29-975,1 0-1,-1-1 1,2 1 0,0 0-1,5 19 1,2-5-6622</inkml:trace>
</inkml:ink>
</file>

<file path=ppt/ink/ink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29.558"/>
    </inkml:context>
    <inkml:brush xml:id="br0">
      <inkml:brushProperty name="width" value="0.035" units="cm"/>
      <inkml:brushProperty name="height" value="0.035" units="cm"/>
    </inkml:brush>
  </inkml:definitions>
  <inkml:trace contextRef="#ctx0" brushRef="#br0">0 149 12908,'0'0'6732,"7"-3"-5814,24-10-411,-30 13-502,0-1 0,0 1 0,0 0 0,0 0 0,-1 0 0,1 0 0,0 0 0,0 0 0,0 0 0,0 0 0,0 1 0,0-1 0,0 0 0,-1 0 0,1 1-1,0-1 1,0 1 0,0-1 0,-1 1 0,1-1 0,0 1 0,0-1 0,-1 1 0,1 0 0,0-1 0,-1 1 0,1 0 0,-1-1 0,1 1 0,-1 0 0,1 0 0,-1 0 0,0 0 0,1-1-1,-1 1 1,0 0 0,0 0 0,0 0 0,1 0 0,-1 0 0,0 0 0,0 0 0,-1 1 0,1 39 39,0-39-39,-1 0 1,0 0-1,1-1 0,-1 1 1,0 0-1,-1 0 1,1-1-1,0 1 1,0-1-1,-1 1 0,1-1 1,0 1-1,-1-1 1,0 0-1,1 0 0,-1 0 1,-3 2-1,5-3-3,-1 0 0,1 1-1,-1-1 1,0 0 0,1 0-1,-1 1 1,0-1 0,1 0-1,-1 0 1,0 0 0,0 0 0,1 0-1,-1 0 1,0 0 0,1 0-1,-1 0 1,0 0 0,1 0-1,-1-1 1,0 1 0,1 0-1,-1 0 1,0-1 0,1 1-1,-1 0 1,0-1 0,1 1 0,-1-1-1,1 1 1,-1-1 0,1 1-1,-1-1 1,1 1 0,0-1-1,-1 1 1,1-1 0,-1 0-1,1 1 1,0-1 0,0 0-1,-1 1 1,1-1 0,0 0 0,0 1-1,0-1 1,0 0 0,0 1-1,0-1 1,0 0 0,0 0-1,0 1 1,0-2 0,0-11-540,1 0 1,0 0 0,1 0-1,1 0 1,0 0 0,8-22 0,-1 3-2904,8-30-9974</inkml:trace>
</inkml:ink>
</file>

<file path=ppt/ink/ink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43.865"/>
    </inkml:context>
    <inkml:brush xml:id="br0">
      <inkml:brushProperty name="width" value="0.035" units="cm"/>
      <inkml:brushProperty name="height" value="0.035" units="cm"/>
    </inkml:brush>
  </inkml:definitions>
  <inkml:trace contextRef="#ctx0" brushRef="#br0">103 158 2691,'0'0'5055,"-6"-9"-3987,-21-44 1448,25 49-2224,1-1 1,-1 1 0,1-1 0,0 1-1,0-1 1,1 1 0,-1-1-1,1 0 1,0 1 0,1-1 0,-1 0-1,1 1 1,2-9 0,-3 11-286,1 1 0,0-1 0,0 1 0,0-1 0,0 1 0,0 0 0,0-1 0,1 1 0,-1 0-1,0 0 1,1 0 0,-1 0 0,0 0 0,1 0 0,0 0 0,-1 1 0,1-1 0,-1 0 0,1 1 0,0-1 0,-1 1 0,1 0 0,0-1 0,0 1 0,-1 0 0,1 0 0,0 0 0,0 1 0,-1-1 0,1 0 0,0 0 0,2 2-1,0-1 0,0 0 0,1 0 0,-1 1 0,0-1-1,0 1 1,0 0 0,0 0 0,0 1 0,0-1-1,-1 1 1,6 4 0,-3 2-6,0-1 0,0 1 0,-1 0 0,0 0 0,0 1 0,-1-1 0,-1 1 0,1 0 0,-2 0 0,1 1 1,-1-1-1,-1 0 0,0 1 0,0-1 0,-1 1 0,-1-1 0,1 1 0,-2-1 0,1 1 0,-2-1 0,1 0 0,-7 15 0,2-5 0,-1 0-1,-1-1 0,-1 1 1,-1-2-1,-1 0 1,0 0-1,-1-1 0,-1 0 1,-1-2-1,-17 16 1,31-30-1,-2 2 0,0 0 0,0 0 0,0-1 0,0 1 0,0-1 0,0 0 0,-1 0 0,1 0 0,-1-1 0,0 1 0,1-1 0,-1 1 0,0-1 0,-7 1 0,10-3 1,1 0 0,0 1 0,-1-1 0,1 0 0,0 1 1,0-1-1,0 0 0,-1 1 0,1-1 0,0 0 0,0 1 1,0-1-1,0 0 0,0 1 0,0-1 0,0 0 1,1 1-1,-1-1 0,0 0 0,0 1 0,0-1 0,1 0 1,-1 1-1,0-1 0,1 1 0,-1-1 0,0 0 1,1 1-1,0-1 0,11-21-27,17-14-1343,58-57 0,-62 70 1007,-2-1-1,-1-1 0,0-1 1,-2-1-1,21-37 0,-28 24 191,-13 39 272,1 0-1,-1 0 0,0 1 1,0-1-1,1 0 0,-1 0 1,0 0-1,0 1 0,0-1 1,0 0-1,0 0 1,0 0-1,0 0 0,0 1 1,0-1-1,0 0 0,-1 0 1,1 0-1,0 1 0,-1-1 1,1 0-1,0 0 0,-1 1 1,1-1-1,-1 0 0,1 1 1,-1-1-1,1 0 1,-1 1-1,0-1 0,1 1 1,-1-1-1,0 1 0,1-1 1,-1 1-1,0-1 0,0 1 1,1 0-1,-1 0 0,-1-1 1,1 1-51,0 1 0,0-1 0,0 1 0,0-1 0,1 1 0,-1 0 0,0-1 0,1 1 0,-1 0 1,0-1-1,1 1 0,-1 0 0,1 0 0,-1-1 0,1 1 0,-1 0 0,1 0 0,0 0 0,-1 0 0,1 0 0,0 0 0,0 0 1,0 0-1,0 0 0,0-1 0,0 2 0,-3 32 166,3-31-119,-2 32 172,2 0 1,1 0-1,8 46 1,-8-72-268,1 0-1,0 1 1,1-1-1,-1 0 1,2-1-1,-1 1 1,1-1-1,1 1 1,-1-1 0,1 0-1,1-1 1,0 1-1,0-1 1,0 0-1,1-1 1,0 1-1,13 9 1,-15-14-152,-1 0 0,1 0 0,-1 0 0,1-1 0,0 0 0,0 1 0,0-2 0,0 1 0,-1 0 0,10-1 0,-8-1-645,0 1 0,-1-1 0,1 0 1,-1 0-1,1-1 0,-1 0 0,0 0 0,0 0 0,6-4 0,8-6-3842</inkml:trace>
</inkml:ink>
</file>

<file path=ppt/ink/ink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44.022"/>
    </inkml:context>
    <inkml:brush xml:id="br0">
      <inkml:brushProperty name="width" value="0.035" units="cm"/>
      <inkml:brushProperty name="height" value="0.035" units="cm"/>
    </inkml:brush>
  </inkml:definitions>
  <inkml:trace contextRef="#ctx0" brushRef="#br0">1 1 5221,'0'0'6983,"0"47"-5446,0-22-480,0 4-609,4 1-287,4 2-65,0-2-64,2-2-32,0 0 0,0-5 0,-1-5-1570,-4-9-3266</inkml:trace>
</inkml:ink>
</file>

<file path=ppt/ink/ink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44.456"/>
    </inkml:context>
    <inkml:brush xml:id="br0">
      <inkml:brushProperty name="width" value="0.035" units="cm"/>
      <inkml:brushProperty name="height" value="0.035" units="cm"/>
    </inkml:brush>
  </inkml:definitions>
  <inkml:trace contextRef="#ctx0" brushRef="#br0">7 86 9865,'-1'-8'-26,"0"4"-124,-3-35 1285,4 37-1045,0 1 0,0 0 0,-1 0 0,1 0-1,1-1 1,-1 1 0,0 0 0,0 0-1,0-1 1,1 1 0,-1 0 0,0 0 0,1 0-1,-1 0 1,1 0 0,-1-1 0,1 1-1,0 0 1,0 0 0,-1 0 0,1 1 0,0-1-1,0 0 1,0 0 0,0 0 0,0 1-1,0-1 1,0 0 0,0 1 0,2-2 0,0 2-65,-1-1 1,1 1 0,0 0 0,0 0 0,-1 0 0,1 0 0,0 1 0,0-1 0,-1 0 0,1 1 0,0 0 0,-1 0 0,1 0 0,0 0-1,-1 0 1,1 1 0,-1-1 0,0 1 0,0-1 0,4 3 0,-4 0-15,1-1 1,0 1-1,-1 0 0,0-1 1,1 1-1,-1 0 0,-1 0 1,1 1-1,-1-1 0,0 0 0,2 8 1,-2-1-13,0 0 0,0 0 1,-1-1-1,0 1 0,-1 0 1,-1-1-1,1 1 0,-2 0 1,1-1-1,-6 12 0,-50 89-31,58-111 32,0 1-1,-1-1 1,1 0-1,0 0 1,0 1-1,0-1 0,0 0 1,0 1-1,0-1 1,0 0-1,0 1 1,1-1-1,-1 0 1,0 1-1,0-1 1,0 0-1,0 0 1,0 1-1,0-1 1,0 0-1,1 1 1,-1-1-1,0 0 1,0 0-1,0 0 1,1 1-1,-1-1 0,0 0 1,0 0-1,1 0 1,-1 1-1,0-1 1,0 0-1,1 0 1,-1 0-1,0 0 1,1 0-1,-1 0 1,0 0-1,1 1 1,21 1 10,24-8 6,22-8-256,71-12 819,-119 23-1316,-1 1 0,1 2-1,-1 0 1,39 5 0,-39 2-5236</inkml:trace>
</inkml:ink>
</file>

<file path=ppt/ink/ink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44.719"/>
    </inkml:context>
    <inkml:brush xml:id="br0">
      <inkml:brushProperty name="width" value="0.035" units="cm"/>
      <inkml:brushProperty name="height" value="0.035" units="cm"/>
    </inkml:brush>
  </inkml:definitions>
  <inkml:trace contextRef="#ctx0" brushRef="#br0">0 348 11179,'0'0'1345,"57"-18"545,-6-4-545,16-6-128,19-6-224,9-5-192,9-3-225,0 2-416,-6 4-63,-8 6-97,-14 6 0,-16 11-32,-16 4-1090,-13 2-2401,-18 1-4164</inkml:trace>
</inkml:ink>
</file>

<file path=ppt/ink/ink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45.202"/>
    </inkml:context>
    <inkml:brush xml:id="br0">
      <inkml:brushProperty name="width" value="0.035" units="cm"/>
      <inkml:brushProperty name="height" value="0.035" units="cm"/>
    </inkml:brush>
  </inkml:definitions>
  <inkml:trace contextRef="#ctx0" brushRef="#br0">201 221 9961,'0'0'5424,"4"9"-5242,4 15 89,-1-1-1,-2 1 1,0 1 0,3 42 0,-7-53-248,-1-1 1,0 0-1,-1 1 0,-1-1 0,0 0 1,0 0-1,-1 0 0,-1 0 0,0 0 1,-1-1-1,-8 15 0,12-24-19,0-1-1,0 0 1,-1 0-1,1 0 1,-1 0-1,1 0 0,-1 0 1,0 0-1,0 0 1,0-1-1,0 1 1,0-1-1,0 1 1,0-1-1,0 0 1,-1 0-1,1 0 0,0 0 1,-1 0-1,1 0 1,-1-1-1,1 1 1,-1-1-1,1 0 1,-1 0-1,0 0 1,1 0-1,-1 0 1,1 0-1,-1-1 0,1 1 1,-1-1-1,1 0 1,-1 0-1,1 0 1,0 0-1,0 0 1,-1 0-1,1 0 1,0-1-1,0 1 0,0-1 1,-2-2-1,-5-3 13,1-1-1,-1-1 0,1 0 0,1 0 0,0 0 0,0-1 0,1 0 0,-6-12 1,6 11-9,1 0 1,1-1 0,-1 1 0,2-1 0,0 0 0,0 0-1,1 0 1,1 0 0,0 0 0,0 0 0,2-1-1,-1 1 1,1 0 0,1 0 0,0 0 0,1 0 0,0 0-1,1 0 1,1 1 0,-1-1 0,2 1 0,-1 0 0,2 1-1,-1 0 1,1 0 0,1 0 0,0 1 0,0 0 0,17-14-1,-3 7 60,0 1 0,1 1 0,0 1-1,1 1 1,1 1 0,0 1-1,0 1 1,1 1 0,0 1-1,33-3 1,-18 5-2027,59 0-1,-91 5-3062</inkml:trace>
</inkml:ink>
</file>

<file path=ppt/ink/ink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45.451"/>
    </inkml:context>
    <inkml:brush xml:id="br0">
      <inkml:brushProperty name="width" value="0.035" units="cm"/>
      <inkml:brushProperty name="height" value="0.035" units="cm"/>
    </inkml:brush>
  </inkml:definitions>
  <inkml:trace contextRef="#ctx0" brushRef="#br0">0 1 8360,'0'0'1633,"0"43"962,0-19-833,0 3-834,0 2-351,2 0-449,3 1-64,-1-1 0,0-3-64,4-5 0,-1-3-256,1-6-2050,0-8-2082,-1-4-481</inkml:trace>
</inkml:ink>
</file>

<file path=ppt/ink/ink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45.686"/>
    </inkml:context>
    <inkml:brush xml:id="br0">
      <inkml:brushProperty name="width" value="0.035" units="cm"/>
      <inkml:brushProperty name="height" value="0.035" units="cm"/>
    </inkml:brush>
  </inkml:definitions>
  <inkml:trace contextRef="#ctx0" brushRef="#br0">1 0 8808,'0'0'7976,"16"51"-6695,-9-26-704,2 5-353,0 2-192,0-1 32,2 1-96,-1-6-192,-1-7-2563,-1-7-3042</inkml:trace>
</inkml:ink>
</file>

<file path=ppt/ink/ink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46.545"/>
    </inkml:context>
    <inkml:brush xml:id="br0">
      <inkml:brushProperty name="width" value="0.035" units="cm"/>
      <inkml:brushProperty name="height" value="0.035" units="cm"/>
    </inkml:brush>
  </inkml:definitions>
  <inkml:trace contextRef="#ctx0" brushRef="#br0">1 169 11499,'0'0'2114,"50"-42"-1345,-16 28-129,5-3-352,7 3 257,1-2 0,0 1-353,-5 2-160,-8 4-32,-5 2 0,-8 2 0,-8 1-128,-6 1-1154,-7-1-1344,0-1-1698</inkml:trace>
</inkml:ink>
</file>

<file path=ppt/ink/ink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46.716"/>
    </inkml:context>
    <inkml:brush xml:id="br0">
      <inkml:brushProperty name="width" value="0.035" units="cm"/>
      <inkml:brushProperty name="height" value="0.035" units="cm"/>
    </inkml:brush>
  </inkml:definitions>
  <inkml:trace contextRef="#ctx0" brushRef="#br0">9 0 9929,'0'0'6214,"-9"48"-5413,21-12-385,1 4-223,1 5-129,-1 2-32,2 3-32,-4-7-289,2-9-3618,0-9-3012</inkml:trace>
</inkml:ink>
</file>

<file path=ppt/ink/ink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47.277"/>
    </inkml:context>
    <inkml:brush xml:id="br0">
      <inkml:brushProperty name="width" value="0.035" units="cm"/>
      <inkml:brushProperty name="height" value="0.035" units="cm"/>
    </inkml:brush>
  </inkml:definitions>
  <inkml:trace contextRef="#ctx0" brushRef="#br0">0 109 11499,'3'-9'432,"-2"4"-234,0 0 0,0 0-1,0 0 1,1 1 0,0-1 0,0 0-1,0 1 1,1 0 0,-1-1-1,1 1 1,0 0 0,1 0-1,-1 0 1,0 1 0,1-1 0,0 1-1,0 0 1,0 0 0,0 0-1,1 1 1,-1-1 0,1 1-1,-1 0 1,1 0 0,0 1 0,0-1-1,0 1 1,8-1 0,-6 2-178,0 0 0,0 0 0,1 0 1,-1 1-1,0 0 0,0 0 1,0 1-1,0 0 0,0 0 0,-1 1 1,1 0-1,-1 0 0,1 0 0,-1 1 1,0 0-1,0 0 0,-1 1 0,1 0 1,-1 0-1,0 0 0,0 0 0,-1 1 1,1 0-1,-1 0 0,-1 0 0,1 0 1,-1 1-1,0-1 0,0 1 0,-1 0 1,0 0-1,0 0 0,1 10 0,-2-7-60,0 1-1,0-1 0,-1 1 0,0-1 0,-1 1 0,0-1 0,-1 0 1,0 1-1,-4 10 0,4-16 10,0 1 0,0-1 1,0 0-1,-1 0 0,0 0 0,0 0 1,0 0-1,-1-1 0,1 1 0,-1-1 1,0 0-1,-1 0 0,1-1 0,-1 1 1,1-1-1,-1 0 0,0 0 0,-6 2 0,10-4 15,1-1 0,-1 1 0,1-1 0,-1 0 0,1 0 0,-1 1-1,1-1 1,-1 0 0,0 0 0,1 0 0,-1 0 0,1 0 0,-1 0-1,0 0 1,1 0 0,-1 0 0,1 0 0,-1 0 0,0 0-1,1 0 1,-1 0 0,1 0 0,-1 0 0,1-1 0,-1 1 0,1 0-1,-1-1 1,1 1 0,-1 0 0,1-1 0,-1 1 0,1 0 0,-1-1-1,0 0 1,2-22-78,20-26 107,36-28-102,-31 44 718,38-64 1,-60 88 1497,-10 16-1680,-10 22-395,13-20-37,1 1 0,0 0 1,0 0-1,1 0 0,1 0 0,0 0 0,0 0 1,1-1-1,0 1 0,1 0 0,0 0 0,0 0 1,1-1-1,1 1 0,-1-1 0,1 0 0,1 0 0,0 0 1,11 15-1,-10-18-996,0 1 0,0-1 0,0 0 0,1 0 0,0-1 0,0 0 0,0 0 0,15 7 0,2-3-7385</inkml:trace>
</inkml:ink>
</file>

<file path=ppt/ink/ink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47.590"/>
    </inkml:context>
    <inkml:brush xml:id="br0">
      <inkml:brushProperty name="width" value="0.035" units="cm"/>
      <inkml:brushProperty name="height" value="0.035" units="cm"/>
    </inkml:brush>
  </inkml:definitions>
  <inkml:trace contextRef="#ctx0" brushRef="#br0">1 85 12268,'0'0'485,"7"-10"1277,23-32-305,-29 40-1366,0-1 0,1 1 0,-1 0 0,1 0-1,-1 0 1,1 0 0,0 0 0,0 1 0,0-1 0,0 1-1,0-1 1,0 1 0,1-1 0,-1 1 0,0 0-1,1 0 1,-1 0 0,0 1 0,1-1 0,-1 0-1,1 1 1,0 0 0,-1-1 0,1 1 0,-1 0-1,1 1 1,-1-1 0,1 0 0,2 1 0,-3 1-85,1-1 1,-1 1-1,0-1 1,0 1-1,0 0 1,0 0 0,-1 0-1,1 0 1,0 0-1,-1 0 1,1 0-1,-1 0 1,0 1-1,0-1 1,0 1-1,0-1 1,0 1 0,-1-1-1,1 1 1,-1-1-1,1 1 1,-1 0-1,0-1 1,0 4 0,-1 3-143,0 1 1,-1-2 0,0 1-1,0 0 1,-1 0 0,-6 13 0,6-13-598,0-1 0,0 0 1,0 1-1,1-1 1,0 1-1,0 14 0,2-22 709,1 0-1,-1-1 0,1 1 0,0-1 0,0 1 0,-1 0 0,1-1 1,0 1-1,0-1 0,0 1 0,-1-1 0,1 0 0,0 1 0,0-1 1,0 0-1,0 0 0,0 0 0,0 1 0,0-1 0,0 0 0,0 0 1,0 0-1,0 0 0,0-1 0,0 1 0,0 0 0,-1 0 0,1-1 1,0 1-1,0 0 0,1-1 0,35-9 148,-21 3-112,19-8-61,0-1 1,-1-1-1,36-26 1,-52 26-1996,-8 0-2167</inkml:trace>
</inkml:ink>
</file>

<file path=ppt/ink/ink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47.917"/>
    </inkml:context>
    <inkml:brush xml:id="br0">
      <inkml:brushProperty name="width" value="0.035" units="cm"/>
      <inkml:brushProperty name="height" value="0.035" units="cm"/>
    </inkml:brush>
  </inkml:definitions>
  <inkml:trace contextRef="#ctx0" brushRef="#br0">1 86 12780,'5'-11'214,"18"-34"255,-21 43-447,-1-1 0,0 1 0,1 0 0,-1 0 0,1 0 0,0 0-1,-1 1 1,1-1 0,0 0 0,0 1 0,0-1 0,0 1 0,1 0-1,-1 0 1,3-1 0,-4 1-2,1 1-1,-1 0 1,1 0 0,-1 0-1,1-1 1,-1 2 0,1-1-1,-1 0 1,1 0 0,-1 0-1,1 1 1,-1-1 0,1 1-1,-1-1 1,0 1 0,1 0-1,-1-1 1,2 3 0,0-1 8,1 1 0,-1 0 0,-1 0 0,1 0-1,0 1 1,-1-1 0,1 1 0,-1-1 0,0 1 0,-1 0 0,1 0 0,0 0 0,-1 0 0,1 5 0,1 6-30,-2 0 1,1-1 0,-2 1-1,0 0 1,-1 0-1,0-1 1,-1 1 0,-1-1-1,0 1 1,-1-1-1,-1 0 1,0 0 0,0 0-1,-2-1 1,0 0-1,0 0 1,-1-1 0,-17 21-1,24-33 3,1 0 0,0 0 0,0 0-1,0 0 1,-1 0 0,1 1 0,0-1 0,0 0 0,0 0 0,0 0-1,0 0 1,-1 1 0,1-1 0,0 0 0,0 0 0,0 0-1,0 1 1,0-1 0,0 0 0,0 0 0,0 1 0,0-1 0,0 0-1,0 0 1,0 0 0,0 1 0,0-1 0,0 0 0,0 0-1,0 1 1,0-1 0,0 0 0,0 0 0,0 0 0,0 1-1,0-1 1,0 0 0,1 0 0,-1 0 0,0 1 0,0-1 0,0 0-1,0 0 1,0 0 0,1 0 0,-1 1 0,0-1 0,0 0-1,0 0 1,1 0 0,-1 0 0,0 0 0,0 0 0,0 0-1,1 0 1,-1 0 0,0 1 0,23-1 41,25-8 91,244-48-1563,-243 47-2975</inkml:trace>
</inkml:ink>
</file>

<file path=ppt/ink/ink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48.357"/>
    </inkml:context>
    <inkml:brush xml:id="br0">
      <inkml:brushProperty name="width" value="0.035" units="cm"/>
      <inkml:brushProperty name="height" value="0.035" units="cm"/>
    </inkml:brush>
  </inkml:definitions>
  <inkml:trace contextRef="#ctx0" brushRef="#br0">1 407 9929,'0'0'3300,"48"-24"-2083,14 8 320,25-11-352,31-13-320,24-11-160,19-6-225,2 0-224,-10 6-159,-13 8-65,-27 16 0,-31 14-64,-33 13-641,-30 0-3171,-19 8-4323</inkml:trace>
</inkml:ink>
</file>

<file path=ppt/ink/ink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48.773"/>
    </inkml:context>
    <inkml:brush xml:id="br0">
      <inkml:brushProperty name="width" value="0.035" units="cm"/>
      <inkml:brushProperty name="height" value="0.035" units="cm"/>
    </inkml:brush>
  </inkml:definitions>
  <inkml:trace contextRef="#ctx0" brushRef="#br0">308 223 14189,'0'0'903,"9"1"15,-4 0-866,0 0 1,-1 0-1,1 1 0,0 0 1,-1 0-1,1 0 1,-1 0-1,0 1 0,0-1 1,0 1-1,0 0 1,0 1-1,-1-1 0,1 1 1,-1-1-1,0 1 1,0 0-1,0 0 0,-1 0 1,1 1-1,-1-1 1,0 1-1,0-1 0,-1 1 1,1 0-1,0 9 0,2 4 19,-1 1 0,-1-1-1,-1 1 1,-1 32 0,-1-43-64,0 1 1,0 0 0,0-1 0,-1 1-1,-1-1 1,1 0 0,-1 1 0,-1-1-1,1-1 1,-1 1 0,-1 0-1,-6 8 1,9-14-2,0 0 0,0 0 0,0 0-1,0-1 1,0 1 0,-1 0 0,1-1 0,-1 0-1,1 1 1,-1-1 0,1 0 0,-1 0-1,0 0 1,0-1 0,1 1 0,-1-1 0,0 1-1,-5-1 1,2-1 1,0 1-1,0-1 0,0-1 1,0 1-1,0-1 1,0 0-1,0-1 1,-7-3-1,-6-5-1,1-1 0,-1-1-1,-27-27 1,41 36-3,-28-26-5,-29-34 0,55 55 8,0 1 1,0-1 0,1-1 0,0 1 0,0-1-1,1 0 1,1-1 0,0 1 0,-5-19-1,8 25-1,1 1 0,0-1-1,0 0 1,0 0-1,0 0 1,1 0 0,-1 0-1,1 0 1,0 0 0,1 1-1,-1-1 1,0 0-1,1 1 1,0-1 0,0 1-1,0-1 1,0 1-1,1 0 1,-1 0 0,1 0-1,0 0 1,0 1-1,5-5 1,7-4 31,0 1 0,1 1 0,31-14 0,-42 22-27,49-22 163,1 2 0,1 4 1,98-20-1,-51 22-2062,129-3 1,-173 15-4206</inkml:trace>
</inkml:ink>
</file>

<file path=ppt/ink/ink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49.100"/>
    </inkml:context>
    <inkml:brush xml:id="br0">
      <inkml:brushProperty name="width" value="0.035" units="cm"/>
      <inkml:brushProperty name="height" value="0.035" units="cm"/>
    </inkml:brush>
  </inkml:definitions>
  <inkml:trace contextRef="#ctx0" brushRef="#br0">0 16 13901,'0'0'4943,"8"-4"-4051,-2 2-837,0 0 0,-1 0 0,1 1 0,0-1 1,0 1-1,0 1 0,0-1 0,0 1 0,7 0 0,-11 1-49,0-1 0,1 1 0,-1 0 0,0-1 0,0 1 0,0 0 0,0 0 0,0 0 0,0 1 0,0-1 0,0 0 0,0 1 0,-1-1 0,1 1 0,0 0 0,-1-1 0,1 1 0,-1 0 0,0 0-1,0 0 1,0 0 0,0 0 0,0 0 0,0 0 0,0 1 0,-1-1 0,1 0 0,-1 0 0,1 1 0,-1-1 0,0 4 0,0 12-37,0-1 0,-1 0 0,-1 0 1,0 0-1,-2 0 0,0-1 0,0 1 0,-9 19 0,3-7-22,10-29 51,-1 0 0,1 1 0,0-1 1,0 0-1,0 1 0,0-1 0,0 0 0,0 1 0,-1-1 0,1 1 0,0-1 1,0 0-1,0 1 0,0-1 0,0 0 0,0 1 0,0-1 0,1 0 0,-1 1 1,0-1-1,0 1 0,0-1 0,0 0 0,0 1 0,1-1 0,-1 0 0,0 0 1,0 1-1,0-1 0,1 0 0,-1 1 0,0-1 0,0 0 0,1 0 0,-1 1 0,0-1 1,1 0-1,-1 0 0,0 0 0,1 0 0,0 1 0,21-3-82,32-19-34,-45 17 111,155-65-4515,-134 53-1110</inkml:trace>
</inkml:ink>
</file>

<file path=ppt/ink/ink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49.409"/>
    </inkml:context>
    <inkml:brush xml:id="br0">
      <inkml:brushProperty name="width" value="0.035" units="cm"/>
      <inkml:brushProperty name="height" value="0.035" units="cm"/>
    </inkml:brush>
  </inkml:definitions>
  <inkml:trace contextRef="#ctx0" brushRef="#br0">1 73 11531,'0'0'1906,"3"-7"-246,0 2-1416,-1 0 0,1 1 0,0 0 0,1 0 0,-1 0 0,1 0 1,0 0-1,6-4 0,-9 7-216,0 1 0,0-1 0,0 0 0,0 0 0,0 1 0,1-1 0,-1 1 0,0-1 0,0 1 0,1-1 0,-1 1 0,0 0 0,1 0 0,-1 0 0,0-1 0,1 1 0,-1 1 0,1-1 0,-1 0 0,0 0 0,1 0 0,-1 1 0,0-1 0,0 1 0,1-1 0,-1 1 0,0-1 0,0 1 0,0 0 0,1-1 0,-1 1 0,0 0 0,0 0 0,0 0 0,0 0 0,-1 0 0,1 0 0,0 0 0,0 0 0,-1 1 0,1-1 0,0 0 0,-1 0 0,1 1 0,-1-1 0,1 3 0,1 2-24,0-1 0,0 1 1,0 1-1,-1-1 0,0 0 1,0 0-1,-1 0 1,0 1-1,0-1 0,0 0 1,-3 12-1,-1 2-110,-2-1-1,-10 26 0,-5 16-1093,23-61 1196,-1 0 0,1 1 0,0-1 0,-1 0 0,1 0 0,-1 0 0,1-1 0,-1 1 0,1 0 0,-1-1 0,1 1-1,-1-1 1,1 1 0,-1-1 0,3-1 0,136-68 60,116-52 6,-252 121-79,30-14-1312,38-20 0,-33 11-5664</inkml:trace>
</inkml:ink>
</file>

<file path=ppt/ink/ink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49.705"/>
    </inkml:context>
    <inkml:brush xml:id="br0">
      <inkml:brushProperty name="width" value="0.035" units="cm"/>
      <inkml:brushProperty name="height" value="0.035" units="cm"/>
    </inkml:brush>
  </inkml:definitions>
  <inkml:trace contextRef="#ctx0" brushRef="#br0">1 151 13677,'0'0'160,"2"-61"1506,12 34-353,6 8-224,8 2-737,1 4-63,2 5-129,2 3-128,-1 5 0,-2 0-32,-2 4-64,-4 10-128,-6-2-1826,-8 0-2435,-8-4-3618</inkml:trace>
</inkml:ink>
</file>

<file path=ppt/ink/ink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49.858"/>
    </inkml:context>
    <inkml:brush xml:id="br0">
      <inkml:brushProperty name="width" value="0.035" units="cm"/>
      <inkml:brushProperty name="height" value="0.035" units="cm"/>
    </inkml:brush>
  </inkml:definitions>
  <inkml:trace contextRef="#ctx0" brushRef="#br0">0 53 9353,'0'0'1409,"47"2"545,-10-4-769,8-5-768,5-1-321,0 0-64,-4-4-32,-4-5-2339</inkml:trace>
</inkml:ink>
</file>

<file path=ppt/ink/ink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51.938"/>
    </inkml:context>
    <inkml:brush xml:id="br0">
      <inkml:brushProperty name="width" value="0.035" units="cm"/>
      <inkml:brushProperty name="height" value="0.035" units="cm"/>
    </inkml:brush>
  </inkml:definitions>
  <inkml:trace contextRef="#ctx0" brushRef="#br0">271 603 5029,'6'-6'1243,"0"0"-1,-1-1 1,0 0 0,0 0 0,-1 0 0,6-12-1,-10 18-1172,1-1-1,0 0 0,-1 1 0,0-1 0,1 0 1,-1 0-1,0 1 0,0-1 0,0 0 0,0 0 0,0 1 1,0-1-1,-1 0 0,1 0 0,0 1 0,-1-1 0,0 0 1,1 1-1,-1-1 0,0 0 0,0 1 0,0-1 1,0 1-1,0-1 0,0 1 0,0 0 0,0 0 0,-1-1 1,1 1-1,0 0 0,-1 0 0,1 0 0,-1 0 1,0 0-1,1 1 0,-1-1 0,1 0 0,-1 1 0,-2-1 1,-5-2-16,0 1 0,0 0 1,0 0-1,0 1 0,-1 0 1,1 1-1,0 0 1,0 0-1,-1 1 0,1 0 1,0 1-1,0 0 1,0 0-1,0 1 0,0 0 1,1 1-1,-1 0 0,1 0 1,0 1-1,0 0 1,0 0-1,1 1 0,0 0 1,0 0-1,1 1 0,-1 0 1,1 0-1,1 0 1,-1 1-1,1 0 0,1 0 1,-1 0-1,1 0 0,1 1 1,0 0-1,0 0 1,1 0-1,0 0 0,0 0 1,1 0-1,0 0 0,1 19 1,1-24-55,-1 0 0,1 0 1,0 0-1,0 0 0,1 0 1,-1 0-1,1-1 0,0 1 1,0 0-1,0-1 0,1 0 1,-1 1-1,1-1 0,-1 0 1,1 0-1,0-1 0,0 1 1,1 0-1,-1-1 0,1 0 1,-1 0-1,1 0 1,-1 0-1,1-1 0,0 1 1,0-1-1,7 1 0,-5 0 1,0-1 0,1 0 0,-1-1 0,0 0 0,0 0 0,1 0 0,-1-1 0,0 0 0,0 0 0,1 0 0,-1-1 0,0 0 0,-1 0 0,1-1 0,0 0 0,-1 0 0,10-6 0,-3-2 4,0 0 1,-1-1-1,0-1 1,-1 0-1,0 0 1,-1-1 0,0 0-1,-1-1 1,-1 0-1,-1 0 1,0 0 0,0-1-1,3-23 1,0-8-1,-2-1 1,-2 1 0,-2-66 0,-3 88 5,-2 0 0,0-1 1,-2 1-1,0 0 0,-2 0 1,-1 1-1,-1 0 0,-18-40 0,7 39 36,9 23-19,4 17-44,5 12 29,1-1 0,1 0 0,1 0 0,2 1 0,11 41 1,50 130 123,-6-25-145,-40-92-1665,-11-27-3375,-6-24-1411</inkml:trace>
</inkml:ink>
</file>

<file path=ppt/ink/ink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52.275"/>
    </inkml:context>
    <inkml:brush xml:id="br0">
      <inkml:brushProperty name="width" value="0.035" units="cm"/>
      <inkml:brushProperty name="height" value="0.035" units="cm"/>
    </inkml:brush>
  </inkml:definitions>
  <inkml:trace contextRef="#ctx0" brushRef="#br0">0 1 9417,'0'0'8968,"0"50"-8455,0-18-257,0 2-192,0 3 0,0-1-64,0-2-32,0-5-1025,1-8-1217,0-10-3876</inkml:trace>
</inkml:ink>
</file>

<file path=ppt/ink/ink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4:52.833"/>
    </inkml:context>
    <inkml:brush xml:id="br0">
      <inkml:brushProperty name="width" value="0.035" units="cm"/>
      <inkml:brushProperty name="height" value="0.035" units="cm"/>
    </inkml:brush>
  </inkml:definitions>
  <inkml:trace contextRef="#ctx0" brushRef="#br0">60 172 1217,'0'0'4447,"-6"-9"-2573,-2-3-1665,1 3 964,0-2-1,1 1 1,0-1-1,-9-21 1,14 30-1077,1 0 1,-1 0-1,1 0 1,-1 0 0,1 0-1,-1 0 1,1 0-1,0 0 1,0 0-1,0 0 1,0-1 0,0 1-1,1 0 1,-1 0-1,1 0 1,-1 0 0,1 0-1,0 0 1,0 1-1,-1-1 1,1 0 0,1 0-1,-1 0 1,0 1-1,0-1 1,1 1-1,-1-1 1,1 1 0,-1-1-1,1 1 1,-1 0-1,1 0 1,0 0 0,0 0-1,0 0 1,-1 0-1,1 0 1,3 0-1,0-1-83,0 0 0,0 0-1,0 1 1,0-1 0,0 1-1,0 1 1,1-1-1,-1 1 1,0 0 0,1 0-1,-1 0 1,0 1-1,1 0 1,-1 0 0,0 0-1,0 1 1,0-1 0,0 1-1,0 0 1,0 1-1,-1-1 1,1 1 0,-1 0-1,1 0 1,-1 1-1,0-1 1,0 1 0,6 8-1,-6-6-12,0 1 0,0 0 0,-1 0 0,0 0 0,0 0-1,-1 1 1,0-1 0,0 1 0,-1-1 0,1 1 0,-2 0 0,1-1-1,-1 1 1,0 0 0,-1 0 0,0-1 0,0 1 0,-1-1 0,-3 12-1,-1-6 2,0 0-1,0-1 1,-2 1-1,1-1 1,-1-1-1,-1 0 1,0 0-1,-1 0 0,0-1 1,0-1-1,-22 16 1,66-23 25,28-6-123,0-2 0,-1-4-1,70-18 1,-58 4-1910</inkml:trace>
</inkml:ink>
</file>

<file path=ppt/ink/ink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5:15.205"/>
    </inkml:context>
    <inkml:brush xml:id="br0">
      <inkml:brushProperty name="width" value="0.035" units="cm"/>
      <inkml:brushProperty name="height" value="0.035" units="cm"/>
    </inkml:brush>
  </inkml:definitions>
  <inkml:trace contextRef="#ctx0" brushRef="#br0">1 210 5285,'0'0'8232,"1"-8"-3680,4-29-4326,-2 27-215,0-1 1,1 0 0,0 1 0,1-1-1,1 1 1,-1 1 0,1-1 0,1 1 0,0 0-1,12-12 1,-13 16-7,-1 0 0,1 1 0,1 0 0,-1 0 0,1 1 0,-1 0 0,1 0 0,0 0 0,0 1 0,0 0 0,0 0 0,1 1 0,-1 0 0,0 0 0,1 1 0,-1 0 0,10 1 0,-14-1-5,-1 1 0,1-1 0,0 1 0,-1-1 0,1 1 0,-1 0 0,1 0 0,-1 0 0,1 1 0,-1-1 0,1 1 0,-1-1 0,0 1 0,0 0 0,0-1 0,0 1 0,3 4 0,-2-1 0,1 1 0,-1-1 0,-1 0 0,1 1 0,-1-1 0,0 1 0,2 11 0,-1-3 0,-1 1 0,-1-1 0,0 0 0,-1 1 0,-1-1 0,-3 19 0,-1-15 2,-1 1 1,-1-1 0,-1-1-1,-1 1 1,0-1 0,-1-1-1,-20 25 1,12-15 2,-23 43 1,37-62-7,-16 42-16,18-46 16,1 0 0,1 0 0,-1 0 0,0 0 0,1 1 0,-1-1 0,1 0 0,0 0 0,0 1 0,0-1 0,1 0 0,-1 0 0,2 4 0,-2-7 12,1 1 0,-1-1 0,1 1 0,0-1 0,-1 0 1,1 0-1,0 1 0,-1-1 0,1 0 0,0 0 0,0 0 0,-1 0 1,1 0-1,0 0 0,-1 0 0,1 0 0,0 0 0,0 0 1,-1 0-1,1 0 0,0 0 0,-1 0 0,1-1 0,0 1 1,-1 0-1,1-1 0,0 1 0,-1 0 0,2-1 0,18-10 429,-1-3-315,1 0 0,1 2 0,0 1 0,0 0 0,35-11 0,-3 5-84,69-11 0,-121 26 1189,-7 1-2160,-6 1-6064,0 0-1147</inkml:trace>
</inkml:ink>
</file>

<file path=ppt/ink/ink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5:17.153"/>
    </inkml:context>
    <inkml:brush xml:id="br0">
      <inkml:brushProperty name="width" value="0.035" units="cm"/>
      <inkml:brushProperty name="height" value="0.035" units="cm"/>
    </inkml:brush>
  </inkml:definitions>
  <inkml:trace contextRef="#ctx0" brushRef="#br0">167 0 4805,'-2'10'1431,"-1"1"1,1-1-1,-2 0 1,1 0-1,-7 12 1,-4 8-623,-15 28-259,2 2 1,3 1-1,-23 93 1,46-153-527,1-1 0,0 1 0,0 0 0,0-1 0,0 1 0,0 0 0,0-1 0,0 1 0,0 0 0,0-1 0,0 1 0,0 0 0,0-1 0,0 1 0,0 0 0,1-1 0,-1 1 0,0-1 0,0 1 0,1 0 0,-1-1 0,1 1 1,-1-1-1,0 1 0,1-1 0,-1 1 0,1-1 0,-1 1 0,1-1 0,-1 0 0,1 1 0,0-1 0,0 1 0,27 0 496,39-22-22,-59 18-438,104-47 812,-84 35-710,0 1 0,2 2 0,-1 1 0,53-12 0,-60 24-495,-15 1-1608,-14 4-1999,-7-3-1228,-4-3-2952</inkml:trace>
</inkml:ink>
</file>

<file path=ppt/ink/ink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5:17.406"/>
    </inkml:context>
    <inkml:brush xml:id="br0">
      <inkml:brushProperty name="width" value="0.035" units="cm"/>
      <inkml:brushProperty name="height" value="0.035" units="cm"/>
    </inkml:brush>
  </inkml:definitions>
  <inkml:trace contextRef="#ctx0" brushRef="#br0">1 0 8776,'0'0'7591,"45"75"-6758,-26-32-224,2 6-353,-5 2-160,0 1-32,-2 3-64,-1-3 0,0-2-32,-2-4-512,-4-12-2243,-2-13-3779</inkml:trace>
</inkml:ink>
</file>

<file path=ppt/ink/ink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5:26.716"/>
    </inkml:context>
    <inkml:brush xml:id="br0">
      <inkml:brushProperty name="width" value="0.035" units="cm"/>
      <inkml:brushProperty name="height" value="0.035" units="cm"/>
    </inkml:brush>
  </inkml:definitions>
  <inkml:trace contextRef="#ctx0" brushRef="#br0">370 227 7079,'0'0'411,"5"-10"897,1-1-1440,0 3 748,-2 0-1,1-1 1,-1 0-1,0 0 1,3-14-1,-6 22-538,-1-1-1,0 1 0,1-1 0,-1 1 0,0-1 0,0 0 1,0 1-1,0-1 0,-1 1 0,1-1 0,0 1 0,-1-1 1,1 0-1,-1 1 0,1-1 0,-1 1 0,0 0 0,1-1 1,-1 1-1,0 0 0,0-1 0,0 1 0,0 0 0,0 0 1,0 0-1,-1 0 0,1 0 0,0 0 0,-1 0 1,1 0-1,0 0 0,-1 1 0,1-1 0,-1 0 0,1 1 1,-1-1-1,1 1 0,-1 0 0,1 0 0,-1-1 0,0 1 1,1 0-1,-3 1 0,-16-3 4,0 2-1,1 0 1,-1 1 0,1 1 0,-1 1-1,1 1 1,0 0 0,0 1 0,0 2-1,1 0 1,0 0 0,0 2 0,1 0 0,0 1-1,1 1 1,-28 24 0,41-33-77,1 0 0,-1 0-1,1 1 1,0-1 0,0 1 0,0 0 0,0 0 0,0 0-1,1 0 1,-1 0 0,1 0 0,0 0 0,0 0 0,0 1-1,0-1 1,0 0 0,1 1 0,-1-1 0,1 0 0,0 1 0,0-1-1,1 1 1,-1-1 0,2 6 0,0-5-3,0 0 0,0 0 1,1 0-1,-1 0 0,1 0 0,0 0 0,0-1 1,1 0-1,-1 1 0,1-1 0,-1 0 0,1-1 1,0 1-1,0-1 0,0 0 0,0 0 0,6 2 1,84 27 8,-60-22-5,-1 2 0,38 17 0,-63-24-4,-1 0 1,1 1-1,-1-1 0,1 1 1,-1 1-1,-1 0 1,1-1-1,-1 2 0,0-1 1,0 1-1,-1 0 0,0 0 1,6 12-1,-8-13 66,0 0 0,-1-1-1,0 1 1,0 0 0,-1 0-1,1 0 1,-1 1 0,-1-1 0,1 0-1,-1 0 1,0 1 0,-1-1-1,1 0 1,-1 0 0,0 0 0,-1 0-1,1 0 1,-1 0 0,-1 0-1,1 0 1,-1 0 0,0-1 0,0 0-1,-1 1 1,1-1 0,-1 0-1,0-1 1,-1 1 0,1-1 0,-1 0-1,0 0 1,0 0 0,-10 6-1,3-3 114,-1 0 0,0-1 0,0 0 0,0-1 0,0 0 1,-1-1-1,0 0 0,0-2 0,0 1 0,0-2 0,-1 0 0,1 0 0,-27-4 0,38 3-134,0-1 0,0 0 1,0 0-1,0 0 0,0 0 1,0 0-1,0 0 0,1-1 1,-1 1-1,0-1 0,1 0 1,0 0-1,-1 0 0,1 0 1,0 0-1,0-1 0,0 1 1,0-1-1,0 1 0,1-1 1,-1 0-1,1 1 0,0-1 0,0 0 1,0 0-1,0 0 0,0 0 1,0 0-1,1 0 0,0 0 1,-1-5-1,1-2-14,1 0-1,-1 0 0,2 0 1,-1 0-1,1 0 1,1 0-1,0 1 1,7-17-1,19-29-98,3 2 1,1 2-1,44-51 1,-27 37-3156,41-72 0,-27 18-7448</inkml:trace>
</inkml:ink>
</file>

<file path=ppt/ink/ink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6:26.616"/>
    </inkml:context>
    <inkml:brush xml:id="br0">
      <inkml:brushProperty name="width" value="0.035" units="cm"/>
      <inkml:brushProperty name="height" value="0.035" units="cm"/>
    </inkml:brush>
  </inkml:definitions>
  <inkml:trace contextRef="#ctx0" brushRef="#br0">538 1 8296,'0'0'5354,"-4"10"-3555,-79 185 1566,-70 102-2705,49-98-729,68-129-282,-86 165-5389,87-171 498</inkml:trace>
</inkml:ink>
</file>

<file path=ppt/ink/ink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5:25.656"/>
    </inkml:context>
    <inkml:brush xml:id="br0">
      <inkml:brushProperty name="width" value="0.035" units="cm"/>
      <inkml:brushProperty name="height" value="0.035" units="cm"/>
    </inkml:brush>
  </inkml:definitions>
  <inkml:trace contextRef="#ctx0" brushRef="#br0">22 29 7815,'0'-28'1111,"0"40"313,1 48 398,6 45-1158,-9 164 1,1-255-425,0-1 0,-1 0 0,-1 0 1,-1 0-1,0 0 0,-8 20 0,24-36 598,39-24-547,55-38 0,10-5-109,-92 57-839,91-46 2176,-54 39-3307,0 12-5705</inkml:trace>
</inkml:ink>
</file>

<file path=ppt/ink/ink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5:25.888"/>
    </inkml:context>
    <inkml:brush xml:id="br0">
      <inkml:brushProperty name="width" value="0.035" units="cm"/>
      <inkml:brushProperty name="height" value="0.035" units="cm"/>
    </inkml:brush>
  </inkml:definitions>
  <inkml:trace contextRef="#ctx0" brushRef="#br0">0 0 11563,'0'0'5413,"42"70"-4804,-25-20-1,-1 10-127,-1 7-417,1 7 0,-3 2-64,-2-4 0,-2-4-577,0-9-1088,-1-12-1250,1-18-2018</inkml:trace>
</inkml:ink>
</file>

<file path=ppt/ink/ink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6:26.177"/>
    </inkml:context>
    <inkml:brush xml:id="br0">
      <inkml:brushProperty name="width" value="0.035" units="cm"/>
      <inkml:brushProperty name="height" value="0.035" units="cm"/>
    </inkml:brush>
  </inkml:definitions>
  <inkml:trace contextRef="#ctx0" brushRef="#br0">595 1 4548,'-90'137'5554,"-1"0"-4712,-77 69 1060,-40 53-1509,177-203-5277,25-42-204</inkml:trace>
</inkml:ink>
</file>

<file path=ppt/ink/ink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6:27.550"/>
    </inkml:context>
    <inkml:brush xml:id="br0">
      <inkml:brushProperty name="width" value="0.035" units="cm"/>
      <inkml:brushProperty name="height" value="0.035" units="cm"/>
    </inkml:brush>
  </inkml:definitions>
  <inkml:trace contextRef="#ctx0" brushRef="#br0">376 220 5061,'0'0'4922,"1"-8"-3198,1-2-1124,-1 0 0,0 0 0,0 0 0,-1 0 0,0 0 0,-4-17 0,4 24-502,0 0 0,-1 0 0,0 0 0,0 0 0,0 0 0,0 0 0,0 0 0,-1 0 0,1 1 0,-1-1 0,1 1 0,-1-1 0,0 1 1,0 0-1,0-1 0,-1 1 0,1 0 0,0 0 0,-1 1 0,1-1 0,-1 0 0,0 1 0,0 0 0,1-1 0,-1 1 0,0 0 0,0 1 0,0-1 0,0 0 0,-4 1 0,-3 0-92,1 1 0,-1 0 0,1 0 0,-1 1 0,1 1 0,-1-1 0,1 2 0,0-1 0,1 1 0,-1 0 0,0 1 0,1 0 0,-12 10 0,-4 4-7,0 2-1,-39 42 1,55-54-10,0 0 0,1 0 0,1 1 0,-1 0 0,2 0 0,-1 1 0,-3 11 0,8-20 8,0 1 0,0 0-1,0 0 1,0 0 0,1 0 0,-1 0 0,1 0 0,0 0 0,0 0-1,0 0 1,0 0 0,1 0 0,-1 0 0,1 0 0,0 0-1,0-1 1,0 1 0,0 0 0,0 0 0,0-1 0,1 1 0,-1 0-1,1-1 1,0 0 0,0 1 0,0-1 0,0 0 0,0 0-1,0 0 1,1 0 0,-1 0 0,4 1 0,15 7 2,0-1 0,2-1-1,-1-1 1,1-1 0,-1-1 0,2-1 0,23 1 0,-11 0 3,0 1-1,39 12 1,-65-15-2,0 1 1,0 0-1,0 1 0,0 0 1,-1 0-1,0 1 0,0 0 1,0 1-1,-1 0 0,0 0 0,10 12 1,-15-16 1,0 1-1,-1 0 1,1 0 0,-1 0 0,1 0-1,-1 0 1,-1 1 0,1-1-1,0 0 1,-1 1 0,0-1 0,0 1-1,-1 0 1,1-1 0,-1 1 0,0 0-1,0-1 1,0 1 0,-1 0 0,1-1-1,-1 1 1,-3 6 0,2-6 1,0 0 0,-1 0 0,0 0 0,0 0 0,0-1 0,0 0 0,-1 0-1,0 0 1,0 0 0,0 0 0,0-1 0,0 1 0,-1-1 0,1 0 0,-1-1 0,0 1 0,0-1 0,-10 3 0,8-2 20,0-1-1,0 0 1,-1-1-1,1 0 1,0 0 0,-1 0-1,1-1 1,-1 0 0,1-1-1,-1 0 1,1 0 0,-14-4-1,17 4 21,0-1-1,1 0 1,-1 0-1,0 0 1,1-1-1,0 1 0,-1-1 1,1 0-1,0 0 1,1 0-1,-1 0 1,0 0-1,1-1 1,0 1-1,0-1 1,0 0-1,0 1 1,0-1-1,1 0 1,0 0-1,0 0 0,0 0 1,0-1-1,0-5 1,0-7-37,1 1 0,0-1 1,1 0-1,1 1 0,0-1 1,2 1-1,0-1 0,0 1 0,2 0 1,0 1-1,11-20 0,11-18-1131,64-85 1,-73 111 410,58-82-4096,1-2-4575</inkml:trace>
</inkml:ink>
</file>

<file path=ppt/ink/ink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6:29.791"/>
    </inkml:context>
    <inkml:brush xml:id="br0">
      <inkml:brushProperty name="width" value="0.035" units="cm"/>
      <inkml:brushProperty name="height" value="0.035" units="cm"/>
    </inkml:brush>
  </inkml:definitions>
  <inkml:trace contextRef="#ctx0" brushRef="#br0">0 146 7591,'14'-39'-50,"-11"28"464,0 0 0,1 0 0,1 0 0,0 0 0,0 1 0,1 0 0,14-18 0,-20 28-364,0 0 0,0-1 0,0 1 1,1 0-1,-1 0 0,0-1 0,0 1 0,1 0 0,-1 0 0,0 0 1,1-1-1,-1 1 0,0 0 0,0 0 0,1 0 0,-1 0 0,0 0 1,1 0-1,-1 0 0,0 0 0,1 0 0,-1 0 0,0 0 0,1 0 1,-1 0-1,0 0 0,1 0 0,-1 0 0,0 0 0,1 0 0,-1 0 1,0 0-1,1 1 0,-1-1 0,0 0 0,1 0 0,-1 0 0,0 1 1,0-1-1,1 0 0,-1 0 0,0 1 0,0-1 0,0 0 0,1 0 1,-1 1-1,0-1 0,0 0 0,0 1 0,0-1 0,0 0 0,0 1 1,1-1-1,-1 0 0,0 1 0,0-1 0,0 0 0,0 1 0,0-1 1,0 0-1,0 1 0,-1 0 0,4 29 79,-3-23 288,8 129 995,-4-29-1672,31 179-1,-33-276-129,10 33-1327,-11-41 1426,-1-1 1,1 1 0,0-1 0,0 1-1,0-1 1,0 0 0,0 1 0,0-1-1,0 0 1,1 0 0,-1 0 0,0 0-1,3 2 1,7-1-3287</inkml:trace>
</inkml:ink>
</file>

<file path=ppt/ink/ink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6:30.137"/>
    </inkml:context>
    <inkml:brush xml:id="br0">
      <inkml:brushProperty name="width" value="0.035" units="cm"/>
      <inkml:brushProperty name="height" value="0.035" units="cm"/>
    </inkml:brush>
  </inkml:definitions>
  <inkml:trace contextRef="#ctx0" brushRef="#br0">82 1 15663,'0'0'133,"-1"12"-213,-6 76 153,5 1 0,9 110 0,-5-182-71,1-1 0,0 1 0,1 0 0,1-1 0,1 0 1,0 0-1,11 20 0,-15-32 1,0 0 0,1 0 0,-1 0 1,1-1-1,0 1 0,0-1 0,0 1 0,0-1 1,1 0-1,-1 0 0,1 0 0,0-1 1,-1 0-1,1 1 0,1-1 0,-1 0 0,0-1 1,0 1-1,1-1 0,-1 0 0,1 0 0,-1 0 1,1-1-1,-1 1 0,1-1 0,-1 0 1,1-1-1,-1 1 0,1-1 0,-1 0 0,1 0 1,4-2-1,-3 0 8,0 0 1,-1 0 0,1 0-1,-1-1 1,0 0-1,-1 0 1,1 0-1,0-1 1,-1 1 0,0-1-1,0 0 1,-1 0-1,1-1 1,2-7-1,-3 9-1,-1 0 1,0 0-1,0 0 0,0-1 0,-1 1 0,0-1 0,1 1 0,-2-1 0,1 0 0,0 1 0,-1-1 0,0 0 0,0 0 0,-1 1 0,1-1 0,-1 0 0,0 1 0,0-1 0,0 1 0,-3-6 0,2 7 27,-1 1-1,1-1 1,-1 1-1,0-1 1,0 1-1,0 0 0,0 0 1,0 0-1,0 1 1,0-1-1,-1 1 1,1-1-1,-1 1 1,1 0-1,-1 1 1,1-1-1,-1 0 1,0 1-1,1 0 1,-8 0-1,-3 1 12,1-1-1,-1 2 1,1 0-1,-20 5 1,17-1-289,2 0 0,-1 1 1,1 0-1,0 1 0,0 1 0,1 0 1,0 1-1,1 0 0,-22 24 0,18-18-5476</inkml:trace>
</inkml:ink>
</file>

<file path=ppt/ink/ink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2:31.449"/>
    </inkml:context>
    <inkml:brush xml:id="br0">
      <inkml:brushProperty name="width" value="0.025" units="cm"/>
      <inkml:brushProperty name="height" value="0.025" units="cm"/>
    </inkml:brush>
  </inkml:definitions>
  <inkml:trace contextRef="#ctx0" brushRef="#br0">1 1 1345,'0'0'-480</inkml:trace>
</inkml:ink>
</file>

<file path=ppt/ink/ink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2:33.329"/>
    </inkml:context>
    <inkml:brush xml:id="br0">
      <inkml:brushProperty name="width" value="0.025" units="cm"/>
      <inkml:brushProperty name="height" value="0.025" units="cm"/>
    </inkml:brush>
  </inkml:definitions>
  <inkml:trace contextRef="#ctx0" brushRef="#br0">4551 193 2146,'0'0'6620,"-17"-5"-5697,17 4-742,0 0 0,0-1 0,-1 1-1,1 0 1,-1 0 0,1 0 0,-1 0-1,1 0 1,-1 0 0,0 1 0,1-1 0,-1 0-1,0 0 1,0 0 0,1 0 0,-1 1 0,0-1-1,0 0 1,0 1 0,0-1 0,0 1-1,0-1 1,0 1 0,0 0 0,0-1 0,0 1-1,-1 0 1,1 0 0,0 0 0,0-1 0,0 1-1,0 0 1,-2 1 0,-52 1-849,33 0 1350,-269 5 140,189-2-561,-359 1 513,382-11-580,0 4 0,-145 16 0,31 9-156,-373-1-1,460-19-27,-168 27 1,165-15 2,-142 2 1,219-21 81,0-1 1,0-1-1,1-2 1,-53-19-1,6 3-11,-61-16-58,-144-34 12,215 65-64,58 8 18,0 0 0,1 0 0,-1-2 0,0 1-1,1-1 1,-1 0 0,1-1 0,0 0 0,0-1 0,0 0 0,1 0 0,-1-1 0,-14-10 0,11 6 8,0 0 0,0 1 1,0 1-1,-1 0 0,0 1 1,-1 0-1,1 1 0,-1 1 0,-17-4 1,6 4-2,-1 0 1,0 2-1,0 1 0,-33 2 1,44 2 2,-1 0 0,1 0-1,0 2 1,0-1 0,-16 9 0,14-6 2,0 0 0,-1-2 0,-23 5 0,36-9 5,-3 1-4,0-1-1,0 0 0,1-1 0,-1 1 0,0-1 0,0-1 0,-13-2 0,-15-22 439,30 22-453,0 0 1,-1 1-1,1 0 0,0 0 0,-1 0 0,1 1 0,-1 0 0,1 1 0,-1-1 0,1 1 0,-1 0 0,0 1 0,1-1 1,-1 2-1,1-1 0,-1 0 0,1 1 0,0 1 0,0-1 0,-11 6 0,18-7-257,-1-1-1,0 1 1,1-1 0,-1 0-1,0 1 1,1-1-1,-1 1 1,1-1 0,-1 0-1,0 1 1,1-1-1,-1 0 1,1 0 0,-1 1-1,1-1 1,-1 0-1,1 0 1,0 0-1,-1 0 1,1 0 0,-1 0-1,1 1 1,-1-1-1,1 0 1,-1-1 0,1 1-1,0 0 1,-1 0-1,1 0 1,-1 0 0,1 0-1,26 0-4419,-11-3 1067</inkml:trace>
</inkml:ink>
</file>

<file path=ppt/ink/ink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2:33.903"/>
    </inkml:context>
    <inkml:brush xml:id="br0">
      <inkml:brushProperty name="width" value="0.025" units="cm"/>
      <inkml:brushProperty name="height" value="0.025" units="cm"/>
    </inkml:brush>
  </inkml:definitions>
  <inkml:trace contextRef="#ctx0" brushRef="#br0">508 1 3972,'-8'0'663,"1"1"0,0 0 0,-1 0 0,1 1 0,0 0 0,-13 5 0,-4 4-531,1 1 1,-23 17 0,-1 0 390,-256 125 1933,323-154 574,-3 1-2892,0 0 0,0 1 0,23 5 0,-20 3 227,-1 1-1,35 25 0,19 11 219,-22-19-549,-22-11-388,1-1 0,1-2 0,34 12 0,-41-23-4301</inkml:trace>
</inkml:ink>
</file>

<file path=ppt/ink/ink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2:37.643"/>
    </inkml:context>
    <inkml:brush xml:id="br0">
      <inkml:brushProperty name="width" value="0.025" units="cm"/>
      <inkml:brushProperty name="height" value="0.025" units="cm"/>
    </inkml:brush>
  </inkml:definitions>
  <inkml:trace contextRef="#ctx0" brushRef="#br0">294 16 5958,'0'0'34,"-1"-1"1,1 0-1,-1 0 1,1 0-1,-1 0 0,1 0 1,-1 1-1,1-1 1,-1 0-1,0 0 1,1 1-1,-1-1 1,0 1-1,1-1 1,-1 0-1,0 1 1,0-1-1,0 1 1,0 0-1,0-1 1,1 1-1,-1 0 1,0-1-1,0 1 1,0 0-1,0 0 0,0 0 1,0 0-1,0 0 1,-2 0-1,1 1-2,-1 0-1,0 0 0,1 0 0,-1 1 1,1-1-1,0 1 0,-1-1 0,1 1 1,0 0-1,-4 4 0,-7 10 53,1 0 0,-16 25 0,22-31 136,-20 32-54,-44 63-49,61-93-114,-1 1 0,-1-1-1,0-1 1,-1 0-1,-19 14 1,40-28 274,-1 0 1,0 0-1,1 1 0,-1 0 1,1 0-1,-1 1 0,1 0 1,0 0-1,0 1 0,-1 1 1,1-1-1,0 1 0,13 4 0,139 34-2283,-141-34 1545,10 3-2571,-22-8 416</inkml:trace>
</inkml:ink>
</file>

<file path=ppt/ink/ink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2:38.361"/>
    </inkml:context>
    <inkml:brush xml:id="br0">
      <inkml:brushProperty name="width" value="0.025" units="cm"/>
      <inkml:brushProperty name="height" value="0.025" units="cm"/>
    </inkml:brush>
  </inkml:definitions>
  <inkml:trace contextRef="#ctx0" brushRef="#br0">0 248 5349,'0'0'731,"7"-4"70,22-8-450,2 1 0,-1 2 0,1 1 0,1 1 0,52-4 0,3-2 175,1063-122 1844,-394 107-2206,-406 19-61,244 14 924,-285 3-159,141-11 960,210 6-180,-650-3-1727,13 2 167,-16-2-2948,-7-9-2874</inkml:trace>
</inkml:ink>
</file>

<file path=ppt/ink/ink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2:40.751"/>
    </inkml:context>
    <inkml:brush xml:id="br0">
      <inkml:brushProperty name="width" value="0.025" units="cm"/>
      <inkml:brushProperty name="height" value="0.025" units="cm"/>
    </inkml:brush>
  </inkml:definitions>
  <inkml:trace contextRef="#ctx0" brushRef="#br0">1 35 2466,'1'-2'125,"-1"0"-1,1 1 0,0-1 1,0 1-1,0-1 0,0 1 1,0-1-1,0 1 0,0 0 1,0-1-1,1 1 0,-1 0 1,1 0-1,-1 0 0,1 0 1,-1 0-1,1 1 0,-1-1 1,1 0-1,0 1 0,-1-1 1,1 1-1,0-1 0,0 1 1,-1 0-1,1 0 0,2 0 1,63-6-356,-56 5 498,23 1 145,0 1 0,-1 2-1,1 1 1,40 11-1,-72-15-387,75 12 537,0-5 0,85-1-1,35 2-170,12 12 533,289 19-403,-354-34-414,212-21-1,478-61 2036,-779 76-1952,4 0-1089,-23-6-3113,-14-4 858</inkml:trace>
</inkml:ink>
</file>

<file path=ppt/ink/ink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2:42.631"/>
    </inkml:context>
    <inkml:brush xml:id="br0">
      <inkml:brushProperty name="width" value="0.025" units="cm"/>
      <inkml:brushProperty name="height" value="0.025" units="cm"/>
    </inkml:brush>
  </inkml:definitions>
  <inkml:trace contextRef="#ctx0" brushRef="#br0">2915 114 1409,'1'0'101,"-1"-1"0,1 0 0,-1 1 0,1-1 0,-1 0 0,1 0 0,-1 0 0,1 0 0,-1 0 0,1 1 0,-1-1-1,0 0 1,0 0 0,0 0 0,1 0 0,-1 0 0,0 0 0,0 0 0,0 0 0,0 0 0,-1 0 0,1 0 0,0 0 0,0 0 0,-1 0-1,1 0 1,0 1 0,-1-1 0,1 0 0,-1 0 0,1 0 0,-1 0 0,1 1 0,-1-1 0,0 0 0,1 0 0,-1 1 0,0-1 0,1 1 0,-3-2-1,-43-14 202,19 8 447,14 4-636,-1 0 0,0 0-1,0 1 1,0 1-1,-1 1 1,1 0 0,-20 1-1,-107 16 1,29-3-161,-387-12 243,-24 2 22,191 8-264,258-13 39,0-4 1,-106-21-1,101 10 144,-89-7-1,131 22-65,-1 1 0,1 2-1,0 1 1,-64 13-1,50-4-60,0-3 0,-101 4 0,151-12-26,0 0-1,1 0 0,-1 0 1,0 0-1,1 0 1,-1 0-1,0 0 1,1 0-1,-1 0 0,1 0 1,-1-1-1,0 1 1,1 0-1,-1 0 1,1-1-1,-1 1 0,0 0 1,1-1-1,-1 1 1,1 0-1,-1-1 1,1 1-1,0-1 0,-1 1 1,1-1-1,-1 1 1,1-1-1,0 1 1,-1-1-1,1 0 0,0 1 1,0-1-1,-1 1 1,1-1-1,0 0 1,0 1-1,0-1 0,0 0 1,0 1-1,0-1 1,0 1-1,0-1 0,0 0 1,0 1-1,0-1 1,0 0-1,1 0 1,-1-19-1927</inkml:trace>
</inkml:ink>
</file>

<file path=ppt/ink/ink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2:56.041"/>
    </inkml:context>
    <inkml:brush xml:id="br0">
      <inkml:brushProperty name="width" value="0.025" units="cm"/>
      <inkml:brushProperty name="height" value="0.025" units="cm"/>
    </inkml:brush>
  </inkml:definitions>
  <inkml:trace contextRef="#ctx0" brushRef="#br0">1 264 5637,'0'0'854,"4"-6"-789,5-8 374,2 1 1,-1 1 0,1-1 0,1 2-1,0 0 1,1 0 0,17-10 0,21-10-274,167-86-1672,-207 114-1996</inkml:trace>
</inkml:ink>
</file>

<file path=ppt/ink/ink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2:56.322"/>
    </inkml:context>
    <inkml:brush xml:id="br0">
      <inkml:brushProperty name="width" value="0.025" units="cm"/>
      <inkml:brushProperty name="height" value="0.025" units="cm"/>
    </inkml:brush>
  </inkml:definitions>
  <inkml:trace contextRef="#ctx0" brushRef="#br0">1 239 4708,'0'0'3876,"64"-7"-2819,-27-15-576,7-3-161,2-4-96,4-1-96,-2 1-64,0 3-64,-8 2 32,-7 1-1409,-7 0-5317</inkml:trace>
</inkml:ink>
</file>

<file path=ppt/ink/ink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2:59.445"/>
    </inkml:context>
    <inkml:brush xml:id="br0">
      <inkml:brushProperty name="width" value="0.025" units="cm"/>
      <inkml:brushProperty name="height" value="0.025" units="cm"/>
    </inkml:brush>
  </inkml:definitions>
  <inkml:trace contextRef="#ctx0" brushRef="#br0">85 113 32,'2'-8'6822,"-1"3"-6457,0-1-1,0 1 1,0 0-1,1 0 1,0 0 0,3-6-1,-2 9-365,1 1-1,-1-1 1,1 1-1,0-1 1,-1 1-1,1 0 1,0 1-1,5-1 1,-8 0 0,-1 1 0,1 0 0,0 0 0,-1 0 0,1 0 1,0 0-1,-1 0 0,1 0 0,0 0 0,-1 0 0,1 0 0,0 1 0,-1-1 1,1 0-1,0 0 0,-1 1 0,1-1 0,0 0 0,-1 1 0,1-1 0,-1 0 1,1 1-1,-1-1 0,1 1 0,-1-1 0,1 1 0,-1-1 0,0 1 1,1 0-1,-1-1 0,1 1 0,-1-1 0,0 1 0,0 0 0,1-1 0,-1 1 1,0 0-1,0-1 0,0 1 0,0 0 0,0-1 0,0 1 0,0 0 0,0-1 1,0 1-1,0 0 0,0-1 0,0 1 0,-1 0 0,1-1 0,-1 2 1,0 0 54,-1 0 1,1-1-1,-1 1 1,1-1 0,-1 1-1,0-1 1,0 1 0,0-1-1,0 0 1,0 0 0,0 0-1,0 0 1,0 0 0,0-1-1,-1 1 1,-3 0 0,-38 7 366,42-8-353,-1 0-1,1 0 0,-1 0 1,0-1-1,1 1 1,-1 0-1,1-1 0,-1 0 1,1 0-1,-1 1 1,1-1-1,-1-1 0,1 1 1,0 0-1,0-1 1,0 1-1,-3-3 0,4 3-48,1 0 0,-1 0-1,0-1 1,1 1 0,-1 0-1,1 0 1,0-1 0,-1 1-1,1 0 1,0 0 0,0-1-1,0 1 1,0 0 0,0-1-1,0 1 1,0 0-1,0-1 1,0 1 0,1 0-1,-1-1 1,0 1 0,1 0-1,-1 0 1,1 0 0,0-1-1,-1 1 1,1 0 0,0 0-1,0 0 1,0 0-1,-1 0 1,1 0 0,0 0-1,0 1 1,1-1 0,-1 0-1,1 0 1,2-4-5,1 1 0,0 1 1,0-1-1,0 0 0,0 1 0,1 0 1,-1 0-1,1 1 0,0 0 0,-1 0 1,1 0-1,0 0 0,0 1 1,0 0-1,1 1 0,-1-1 0,0 1 1,0 0-1,0 0 0,0 1 0,7 1 1,-7 0-19,-1 0 0,0 0 0,1 1 0,-1 0 0,0-1 0,0 2 0,0-1 0,-1 1 1,1-1-1,-1 1 0,0 0 0,0 1 0,0-1 0,-1 1 0,1 0 0,-1-1 0,0 2 1,-1-1-1,1 0 0,-1 0 0,0 1 0,2 6 0,-1 2 26,-1 0 1,0 0-1,0-1 0,-2 1 1,1 0-1,-2 0 0,0 0 1,-1 0-1,0 0 0,-1 0 1,0-1-1,-1 1 0,-1-1 1,0 0-1,-1 0 0,0-1 1,-1 0-1,0 0 0,-1 0 1,-1-1-1,0 0 0,0-1 1,-1 0-1,0 0 0,-1-1 1,0 0-1,0-1 0,-1-1 1,0 0-1,0 0 0,-1-1 1,-17 6-1,28-11-12,0 0 1,1 0-1,-1-1 1,0 1-1,0-1 1,0 1-1,0-1 1,0 0-1,0 0 1,0 1-1,0-1 1,0-1-1,1 1 1,-1 0-1,0 0 1,0-1-1,0 1 1,0-1-1,0 0 1,0 1-1,1-1 1,-1 0-1,0 0 1,1 0-1,-1 0 1,0 0-1,-1-3 0,2 2 3,0 1 1,1-1-1,0 0 0,-1 1 0,1-1 0,0 0 0,0 1 0,0-1 0,0 0 0,0 0 0,1 1 0,-1-1 0,0 0 0,1 1 0,-1-1 0,1 0 0,0 1 0,-1-1 0,1 1 0,0-1 0,0 1 0,0-1 0,0 1 0,0 0 0,0 0 0,1-1 0,-1 1 0,0 0 0,1 0 0,-1 0 0,3-1 0,2-3 10,0 0 1,0 1 0,0 0-1,1 0 1,-1 1 0,1 0-1,0 0 1,0 0 0,0 1-1,0 0 1,1 0 0,-1 1-1,1 0 1,-1 0 0,1 1-1,-1 0 1,1 0 0,-1 1-1,13 2 1,-1 3-11,-1 0 0,0 1 1,0 1-1,0 1 0,-1 0 0,21 16 1,-5-6-2614,-21-17-881</inkml:trace>
</inkml:ink>
</file>

<file path=ppt/ink/ink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3:00.021"/>
    </inkml:context>
    <inkml:brush xml:id="br0">
      <inkml:brushProperty name="width" value="0.025" units="cm"/>
      <inkml:brushProperty name="height" value="0.025" units="cm"/>
    </inkml:brush>
  </inkml:definitions>
  <inkml:trace contextRef="#ctx0" brushRef="#br0">3 103 6919,'0'0'1313,"-1"-7"-262,1-1-876,-1 1 197,1 1 1,0-1 0,0 1-1,0-1 1,1 1 0,2-11-1,-2 15-343,0 0 0,0 0 0,0 1-1,0-1 1,0 0 0,0 0 0,0 1 0,0-1-1,1 1 1,-1-1 0,0 1 0,1 0-1,0-1 1,-1 1 0,1 0 0,0 0 0,-1 0-1,1 0 1,0 0 0,0 1 0,0-1-1,0 1 1,0-1 0,0 1 0,0-1-1,0 1 1,0 0 0,0 0 0,3 0 0,-4 0-32,1 0 1,0 1 0,0-1 0,0 0 0,0 1 0,0-1-1,-1 1 1,1-1 0,0 1 0,-1 0 0,1 0 0,0 0 0,-1 0-1,1 0 1,-1 0 0,1 0 0,-1 0 0,0 1 0,1-1 0,-1 1-1,2 2 1,-1 0-7,0 0 0,0 1-1,0-1 1,0 1 0,-1-1 0,1 1-1,-1 0 1,0 7 0,0-2-6,0 1 1,-1 0 0,0 0-1,-1-1 1,-1 1 0,1 0-1,-6 14 1,2-13 59,-1-1 1,0 1-1,-1-2 0,0 1 1,0-1-1,-1 0 0,-13 12 1,3-2 2,18-20-46,-1 0 0,1 0 1,0 1-1,0-1 0,0 0 0,0 0 0,0 0 0,0 0 0,-1 0 1,1 1-1,0-1 0,0 0 0,0 0 0,0 0 0,0 0 1,0 1-1,0-1 0,0 0 0,0 0 0,0 0 0,0 0 0,0 1 1,0-1-1,0 0 0,0 0 0,0 0 0,0 0 0,0 1 1,0-1-1,0 0 0,0 0 0,0 0 0,1 0 0,-1 1 1,0-1-1,0 0 0,0 0 0,0 0 0,0 0 0,0 0 0,0 0 1,1 1-1,-1-1 0,0 0 0,0 0 0,0 0 0,0 0 1,1 0-1,13 4 88,18-3 122,-29-1-166,25 0-76,9 0 314,46-5-1,-70 3-865,-1 0 1,0-1-1,0 0 1,15-7 0,9-9-7363</inkml:trace>
</inkml:ink>
</file>

<file path=ppt/ink/ink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3:08.114"/>
    </inkml:context>
    <inkml:brush xml:id="br0">
      <inkml:brushProperty name="width" value="0.025" units="cm"/>
      <inkml:brushProperty name="height" value="0.025" units="cm"/>
    </inkml:brush>
  </inkml:definitions>
  <inkml:trace contextRef="#ctx0" brushRef="#br0">587 78 2210,'15'-50'3027,"-15"49"-2907,0-1-1,1 1 0,-1 0 1,0-1-1,0 1 1,0-1-1,-1 1 0,1-1 1,0 1-1,0-1 0,-1 1 1,1-1-1,-1 1 1,0-2-1,0 3-62,1-1 0,-1 1 0,0-1 0,1 1 0,-1-1 1,0 1-1,1 0 0,-1-1 0,0 1 0,1 0 0,-1 0 0,0 0 0,0-1 0,1 1 0,-1 0 0,0 0 0,0 0 1,1 0-1,-1 0 0,0 0 0,0 1 0,1-1 0,-1 0 0,0 0 0,0 0 0,1 1 0,-1-1 0,0 0 0,1 1 1,-2 0-1,-3 3 19,-1 0 1,1 0 0,0 1-1,1-1 1,-1 1 0,1 1-1,0-1 1,0 0 0,0 1 0,-3 9-1,-5 4 207,-61 90 519,-4-2 0,-5-5 0,-121 118 0,194-212-693,3-4-78,1 1 0,0-1 0,0 1 0,0 0 0,0 0 0,1 1 0,0-1 0,0 1 0,0 0 0,1 0 0,0 0 0,0 1 1,0-1-1,1 1 0,0-1 0,1 1 0,-2 8 0,3-15-154,0 1 0,1 0 0,-1-1 1,0 1-1,0-1 0,1 1 0,-1 0 1,0-1-1,1 1 0,-1-1 0,1 1 1,-1-1-1,1 1 0,-1-1 0,1 1 1,-1-1-1,1 0 0,-1 1 0,1-1 1,0 0-1,-1 1 0,1-1 0,-1 0 1,1 0-1,0 1 0,-1-1 0,1 0 0,0 0 1,-1 0-1,1 0 0,0 0 0,0 0 1,-1 0-1,1 0 0,0 0 0,-1 0 1,1-1-1,1 1 0,0 0-497,9-1-2423</inkml:trace>
</inkml:ink>
</file>

<file path=ppt/ink/ink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3:08.895"/>
    </inkml:context>
    <inkml:brush xml:id="br0">
      <inkml:brushProperty name="width" value="0.025" units="cm"/>
      <inkml:brushProperty name="height" value="0.025" units="cm"/>
    </inkml:brush>
  </inkml:definitions>
  <inkml:trace contextRef="#ctx0" brushRef="#br0">96 27 8872,'0'0'1234,"-5"8"-1181,-17 31 36,-46 88 425,67-127-455,17-27 437,100-147 588,-108 238 16,2 110-267,11 107-75,-20-270-605,-1-7-3883</inkml:trace>
</inkml:ink>
</file>

<file path=ppt/ink/ink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3:09.146"/>
    </inkml:context>
    <inkml:brush xml:id="br0">
      <inkml:brushProperty name="width" value="0.025" units="cm"/>
      <inkml:brushProperty name="height" value="0.025" units="cm"/>
    </inkml:brush>
  </inkml:definitions>
  <inkml:trace contextRef="#ctx0" brushRef="#br0">1 179 7495,'0'0'3075,"50"-20"-2082,-16 11-417,8-3 65,10-3-64,8 1-97,5-3-160,0-1-224,-4 3-63,-6 1 63,-8 3-32,-10 1-545,-11-1-1953,-11-1-2691</inkml:trace>
</inkml:ink>
</file>

<file path=ppt/ink/ink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3:09.803"/>
    </inkml:context>
    <inkml:brush xml:id="br0">
      <inkml:brushProperty name="width" value="0.025" units="cm"/>
      <inkml:brushProperty name="height" value="0.025" units="cm"/>
    </inkml:brush>
  </inkml:definitions>
  <inkml:trace contextRef="#ctx0" brushRef="#br0">303 0 6726,'0'0'0,"-2"10"161,-14 39 645,-3 0 0,-1-2 1,-3 0-1,-42 65 1,35-62-238,1 1 1,3 2-1,-33 92 0,59-144-670,-6 5-4442,-1-6-1158</inkml:trace>
</inkml:ink>
</file>

<file path=ppt/ink/ink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3:12.056"/>
    </inkml:context>
    <inkml:brush xml:id="br0">
      <inkml:brushProperty name="width" value="0.025" units="cm"/>
      <inkml:brushProperty name="height" value="0.025" units="cm"/>
    </inkml:brush>
  </inkml:definitions>
  <inkml:trace contextRef="#ctx0" brushRef="#br0">68 93 2851,'0'-2'168,"0"1"0,0-1 0,0 0 0,1 1 0,-1-1 0,1 0 0,-1 1 0,1-1 0,0 1 0,-1-1 0,1 1 0,0-1 0,0 1 0,0 0 0,0-1 0,0 1 0,1 0 0,-1 0 0,0 0 0,1 0 0,-1 0 0,0 0 0,1 0 0,-1 0 0,1 1 0,-1-1 0,1 0 0,0 1 0,-1-1 0,1 1 0,0 0 0,-1 0 0,1-1 0,0 1 0,-1 0 0,1 0 0,3 1 0,-5-1-168,1 1 0,-1-1 0,1 1 0,0-1-1,-1 1 1,1-1 0,-1 1 0,1 0 0,-1-1 0,1 1-1,-1 0 1,0-1 0,1 1 0,-1 0 0,0 0-1,0-1 1,1 1 0,-1 0 0,0 0 0,0-1-1,0 1 1,0 0 0,0 0 0,0-1 0,0 1 0,0 0-1,0 0 1,0-1 0,-1 1 0,1 0 0,0 0-1,0-1 1,-1 1 0,1 0 0,0-1 0,-1 2-1,-15 25 286,13-24-260,0 0-1,0-1 1,0 1 0,0-1 0,-1 0-1,1 0 1,-1 0 0,1-1 0,-1 1-1,0-1 1,0 0 0,0 0 0,0 0-1,0 0 1,-7 0 0,9-1-24,0-1 1,0 1-1,1 0 1,-1-1-1,0 1 1,0-1-1,1 0 0,-1 0 1,1 1-1,-1-1 1,1 0-1,-1 0 1,1-1-1,-1 1 1,1 0-1,0 0 1,-1-1-1,1 1 1,0-1-1,0 1 0,0-1 1,0 1-1,1-1 1,-1 0-1,0 1 1,1-1-1,-1 0 1,1 1-1,-1-1 1,1 0-1,0 0 1,0 0-1,0 1 1,0-1-1,0-4 0,0 3 16,0 0-1,-1-1 0,1 1 0,0 0 0,1-1 0,-1 1 0,1 0 0,-1 0 1,1-1-1,0 1 0,0 0 0,1 0 0,-1 0 0,1 0 0,-1 0 1,1 0-1,0 1 0,0-1 0,0 1 0,0-1 0,1 1 0,-1 0 0,1-1 1,-1 1-1,1 0 0,0 1 0,0-1 0,-1 0 0,1 1 0,1 0 0,-1 0 1,0 0-1,0 0 0,0 0 0,1 0 0,-1 1 0,0 0 0,0-1 1,1 1-1,-1 1 0,0-1 0,1 0 0,-1 1 0,0 0 0,6 1 0,-2 0 4,-1 1 0,1 0 0,0 0 0,-1 0-1,1 1 1,-1-1 0,0 2 0,0-1 0,0 1-1,-1 0 1,0 0 0,0 0 0,0 1-1,-1 0 1,1 0 0,4 10 0,-3-7-31,-1 2 0,0-1 1,0 1-1,-1 0 0,-1 0 1,0 0-1,0 0 0,-1 0 1,1 22-1,-3-20 119,-1 0 0,-1 1 0,0-1 1,-1 0-1,-1 0 0,0-1 0,0 1 0,-7 12 0,8-18-47,-1 0 0,0 0-1,0 0 1,-1-1 0,0 1 0,0-1-1,0 0 1,-1 0 0,0-1 0,0 0-1,0 0 1,-1 0 0,1-1 0,-14 7-1,16-10-19,0-1 0,0 1 0,0 0-1,0-1 1,0 0 0,0 0-1,0 0 1,0 0 0,-7-2-1,10 2-40,0 0 0,1 0-1,-1-1 1,0 1 0,1 0-1,-1 0 1,0 0 0,1 0-1,-1-1 1,0 1 0,1 0-1,-1-1 1,1 1 0,-1 0-1,1-1 1,-1 1-1,0-1 1,1 1 0,0-1-1,-1 1 1,1-1 0,-1 1-1,1-1 1,0 1 0,-1-1-1,1 0 1,0 1 0,-1-1-1,1 0 1,0 1 0,0-1-1,0 0 1,0 1-1,0-1 1,0 0 0,0 1-1,0-1 1,0 0 0,0 1-1,0-1 1,0 0 0,0 1-1,0-1 1,1 0 0,-1 1-1,0-1 1,0 1-1,1-1 1,-1 0 0,1 1-1,-1-1 1,0 1 0,1-1-1,-1 1 1,1-1 0,-1 1-1,1-1 1,-1 1 0,1 0-1,0-1 1,-1 1 0,1 0-1,0-1 1,4-3 37,1 0 1,-1 1-1,1-1 1,0 1-1,0 0 1,0 1-1,1 0 1,-1 0-1,0 0 1,1 0-1,-1 1 1,1 0-1,0 1 0,-1-1 1,1 1-1,12 2 1,-9-1-274,-1 0-1,1 1 1,-1 1 0,17 5-1,-20-5-640,-1-1-1,0 1 1,1 0-1,-1 1 1,0-1-1,0 1 1,6 7-1,-7-8-4118</inkml:trace>
</inkml:ink>
</file>

<file path=ppt/ink/ink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3:12.572"/>
    </inkml:context>
    <inkml:brush xml:id="br0">
      <inkml:brushProperty name="width" value="0.025" units="cm"/>
      <inkml:brushProperty name="height" value="0.025" units="cm"/>
    </inkml:brush>
  </inkml:definitions>
  <inkml:trace contextRef="#ctx0" brushRef="#br0">0 75 4356,'0'0'1863,"4"-8"-1030,0 0-452,1 0 0,0 0 0,1 1 0,8-10 0,-13 16-352,0-1 0,0 1-1,0-1 1,1 1 0,-1 0 0,0 0-1,1 0 1,-1 0 0,0 0 0,1 0-1,-1 0 1,1 0 0,0 0 0,-1 1 0,1-1-1,0 1 1,-1-1 0,1 1 0,0 0-1,-1-1 1,1 1 0,0 0 0,0 0-1,-1 0 1,1 0 0,0 1 0,0-1-1,-1 0 1,1 1 0,0-1 0,-1 1 0,1 0-1,0-1 1,-1 1 0,1 0 0,-1 0-1,0 0 1,2 2 0,0 0-25,-1 0-1,0 0 1,-1 0 0,1 1-1,-1-1 1,1 1 0,-1-1 0,0 1-1,0 0 1,0-1 0,-1 1-1,0 0 1,1 0 0,-1-1 0,0 1-1,-1 0 1,1 0 0,-2 6-1,-1 2 84,1 0-1,-2 0 0,0 0 0,-7 16 1,7-21-21,3-5-59,-1 1 0,1-1 0,0 0 0,0 1 0,0-1 0,0 1 0,1-1 0,-1 1 0,0 5 0,2-7-1,-1 0 1,1-1-1,-1 1 0,1 0 1,0 0-1,-1-1 0,1 1 0,0 0 1,0-1-1,-1 1 0,1 0 0,0-1 1,0 1-1,0-1 0,0 0 1,0 1-1,0-1 0,0 0 0,0 1 1,0-1-1,0 0 0,0 0 0,0 0 1,0 0-1,0 0 0,0 0 1,0 0-1,0 0 0,0-1 0,1 1 1,17-2 27,0 0 1,1-2-1,-1 0 1,35-13-1,-25 8-842,-7 2-2293</inkml:trace>
</inkml:ink>
</file>

<file path=ppt/ink/ink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3:13.717"/>
    </inkml:context>
    <inkml:brush xml:id="br0">
      <inkml:brushProperty name="width" value="0.025" units="cm"/>
      <inkml:brushProperty name="height" value="0.025" units="cm"/>
    </inkml:brush>
  </inkml:definitions>
  <inkml:trace contextRef="#ctx0" brushRef="#br0">1 107 4356,'0'0'8803,"1"-6"-8584,1 1-201,-1 0 0,0 0 0,1 0 1,0 0-1,0 0 0,1 0 0,-1 1 0,1-1 0,0 1 0,0 0 1,1-1-1,-1 1 0,1 1 0,0-1 0,0 1 0,0-1 1,0 1-1,1 0 0,9-4 0,-9 4-27,1 1 1,-1 0-1,1 1 1,0-1-1,0 1 1,0 0-1,0 1 1,0 0-1,0-1 1,0 2-1,0-1 1,0 1-1,0 0 1,-1 0-1,1 0 1,0 1-1,8 4 1,-9-4-2,-1 1 1,1 1 0,-1-1 0,0 0-1,-1 1 1,1 0 0,0 0 0,-1 0 0,0 0-1,0 1 1,0-1 0,-1 1 0,1 0 0,-1 0-1,0 0 1,-1 0 0,1 0 0,-1 0-1,0 0 1,0 6 0,1 2-3,-1 0 0,-1 0 0,0 1 1,-1-1-1,0 0 0,-1 0 0,0 0 0,-2 0 0,1 0 0,-1 0 0,-7 13 1,3-9 52,-1-1 1,-1 0 0,0 0 0,-1-1 0,0-1 0,-1 0-1,-21 19 1,85-33 433,-10-4-437,0 2 1,46 4-1,-16 5-3372,-69-6 617</inkml:trace>
</inkml:ink>
</file>

<file path=ppt/ink/ink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3:14.199"/>
    </inkml:context>
    <inkml:brush xml:id="br0">
      <inkml:brushProperty name="width" value="0.025" units="cm"/>
      <inkml:brushProperty name="height" value="0.025" units="cm"/>
    </inkml:brush>
  </inkml:definitions>
  <inkml:trace contextRef="#ctx0" brushRef="#br0">0 90 6470,'0'0'577,"0"-7"1062,0 2-1359,0 1 1,1-1 0,-1 1 0,1-1 0,0 1-1,0-1 1,0 1 0,0 0 0,1-1 0,3-5-1,-4 8-243,1 0 0,0 0-1,-1 0 1,1 0-1,0 0 1,0 0-1,0 1 1,1-1-1,-1 1 1,0 0-1,1-1 1,-1 1-1,0 0 1,1 0-1,0 0 1,-1 1-1,1-1 1,-1 1-1,1-1 1,0 1 0,-1 0-1,5 0 1,-4 0-56,0 0 1,0 1 0,0-1-1,0 0 1,-1 1-1,1 0 1,0 0 0,0-1-1,-1 2 1,1-1 0,-1 0-1,1 0 1,-1 1 0,1 0-1,-1-1 1,0 1 0,0 0-1,0 0 1,0 0 0,0 0-1,0 0 1,-1 1-1,1-1 1,-1 1 0,1-1-1,-1 1 1,0-1 0,0 1-1,0 0 1,0-1 0,-1 1-1,1 0 1,-1 0 0,1 5-1,-1-1-5,0 0 0,0 0 1,0 0-1,-1 0 0,0-1 0,0 1 0,-1 0 0,1 0 0,-2-1 0,1 1 0,-1-1 0,0 0 1,-6 10-1,8-15 21,1-1 1,-1 1 0,1-1-1,-1 1 1,1 0 0,0-1-1,-1 1 1,1 0 0,0-1-1,-1 1 1,1 0 0,0-1 0,0 1-1,-1 0 1,1-1 0,0 1-1,0 0 1,0 0 0,0-1-1,0 1 1,0 0 0,0 0-1,0-1 1,1 1 0,-1 0-1,0-1 1,1 2 0,19 7 165,45-9 335,-45-1-416,67 1-1988,-78 0-2610</inkml:trace>
</inkml:ink>
</file>

<file path=ppt/ink/ink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3:15.583"/>
    </inkml:context>
    <inkml:brush xml:id="br0">
      <inkml:brushProperty name="width" value="0.025" units="cm"/>
      <inkml:brushProperty name="height" value="0.025" units="cm"/>
    </inkml:brush>
  </inkml:definitions>
  <inkml:trace contextRef="#ctx0" brushRef="#br0">7 82 1185,'0'0'241,"0"0"-1,-1 0 0,1 0 1,0 0-1,0 0 1,-1 0-1,1 0 0,0 0 1,0 0-1,0 0 1,-1 0-1,1 0 0,0 0 1,0 0-1,-1-1 1,1 1-1,0 0 1,0 0-1,0 0 0,0 0 1,-1 0-1,1-1 1,0 1-1,0 0 0,0 0 1,0 0-1,0-1 1,-1 1-1,1 0 0,0 0 1,0 0-1,0-1 1,0 1-1,0 0 0,0 0 1,0-1-1,0 1 1,0-1-1,3-12 1485,12-10-2437,-11 19 720,0 0 0,1 0 1,0 1-1,0 0 0,0-1 1,0 2-1,0-1 0,0 1 1,1 0-1,-1 0 0,1 0 1,-1 1-1,1-1 0,0 1 1,0 1-1,0-1 0,11 2 1,-13-1-7,0 1 1,1 1-1,-1-1 1,0 1-1,0-1 1,0 1-1,0 0 1,0 0 0,0 1-1,-1-1 1,1 1-1,-1 0 1,0 0-1,0 0 1,0 1-1,0-1 1,0 1-1,-1-1 1,1 1-1,-1 0 1,0 0 0,0 0-1,0 0 1,1 5-1,1 4 42,-1 1 1,0-1-1,-1 1 0,0 0 0,-1-1 0,-1 1 1,0 0-1,-1 0 0,0 0 0,-1-1 1,-1 1-1,-4 15 0,4-21-2,1 0-1,-1-1 1,0 1 0,0-1-1,-1 1 1,0-1-1,0 0 1,-1-1 0,0 1-1,0-1 1,-1 0-1,1 0 1,-1-1 0,-1 1-1,1-1 1,-1-1 0,1 1-1,-2-1 1,1 0-1,0-1 1,-1 0 0,-7 3-1,-25-5 132,40-1-169,-1 0 0,0 0 0,1 0-1,-1 0 1,1 0 0,-1 0 0,1 0 0,-1 0 0,0 0 0,1 0 0,-1 0 0,1 0 0,-1 0 0,1 0 0,-1-1-1,1 1 1,-1 0 0,1 0 0,-1-1 0,1 1 0,-1 0 0,1-1 0,-1 1 0,1 0 0,-1-1 0,1 1 0,0-1-1,-1 1 1,1-1 0,0 1 0,-1-1 0,1 1 0,0-1 0,0 1 0,-1-1 0,1 1 0,0-1 0,0 1 0,0-1-1,0 1 1,0-1 0,0 1 0,0-1 0,0 0 0,0 1 0,0-1 0,0 1 0,0-1 0,0 1 0,0-1 0,1 0-1,-1 1 1,0-1 0,0 1 0,1-1 0,-1 1 0,0-1 0,1 1 0,-1 0 0,0-1 0,1 1 0,-1-1 0,1 1-1,0-1 1,3-1-8,-1-1 0,1 1 0,0 0 0,0 0 0,0 0 0,0 1 0,1-1 0,-1 1 0,0 0 0,1 0 0,-1 1 0,0-1 0,1 1 0,6 0 0,64 7-64,-59-4-313,-1 2-1,27 11 0,4 7-6155,-34-17 2170</inkml:trace>
</inkml:ink>
</file>

<file path=ppt/ink/ink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3:16.272"/>
    </inkml:context>
    <inkml:brush xml:id="br0">
      <inkml:brushProperty name="width" value="0.025" units="cm"/>
      <inkml:brushProperty name="height" value="0.025" units="cm"/>
    </inkml:brush>
  </inkml:definitions>
  <inkml:trace contextRef="#ctx0" brushRef="#br0">138 228 7207,'0'0'3827,"6"-4"-3725,-4 3-96,0 0 1,-1 0-1,1 0 1,0 0-1,0 0 1,0 1-1,0-1 1,0 1-1,0-1 1,-1 1-1,1 0 1,0 0-1,0-1 1,0 1-1,0 1 1,0-1-1,0 0 1,0 0-1,0 1 1,0-1-1,3 2 0,-1 0 0,-1 0-1,1 1 0,-1-1 0,0 1 0,0 0 0,0 0 0,0 0 0,0 0 0,-1 0 0,1 1 0,-1-1 0,3 7 0,-4-9-3,0 1 0,0 0 0,0 0 0,0 0 0,0 0 1,-1 0-1,1 0 0,0 0 0,-1 0 0,0 0 0,0 0 0,1 1 0,-1-1 0,0 0 0,-1 0 0,1 0 1,0 0-1,-1 0 0,1 0 0,-1 0 0,1 0 0,-1 0 0,0 0 0,0 0 0,0 0 0,-2 3 0,0-2 14,-1 0-1,1 1 0,-1-1 1,0 0-1,0-1 0,0 1 1,0-1-1,0 1 0,0-1 1,-1 0-1,-8 2 0,7-2 9,-1 0 0,0 0-1,1-1 1,-1 0 0,0 0 0,0 0-1,0-1 1,0 0 0,0-1-1,1 1 1,-1-1 0,0 0 0,0-1-1,1 0 1,-1 0 0,1 0 0,-12-7-1,14 5 17,0 1 0,1-1 0,-1-1-1,1 1 1,0 0 0,0-1-1,1 0 1,-1 0 0,1 0 0,0 0-1,0 0 1,1 0 0,-1 0 0,1 0-1,0-1 1,1 1 0,-1 0 0,1-1-1,0 1 1,1-1 0,-1 1-1,1 0 1,3-11 0,-2 7-30,1-1 1,1 1-1,0 0 1,0 0-1,1 1 0,0-1 1,0 1-1,1 0 1,0 0-1,1 1 1,-1 0-1,11-8 0,-2 3 27,1 1 1,1 1-1,-1 0 0,2 1 0,-1 1 0,1 1 0,1 0 0,-1 2 0,1 0 0,25-3 0,57 0-4299,-91 8 1358</inkml:trace>
</inkml:ink>
</file>

<file path=ppt/ink/ink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3:16.598"/>
    </inkml:context>
    <inkml:brush xml:id="br0">
      <inkml:brushProperty name="width" value="0.025" units="cm"/>
      <inkml:brushProperty name="height" value="0.025" units="cm"/>
    </inkml:brush>
  </inkml:definitions>
  <inkml:trace contextRef="#ctx0" brushRef="#br0">1 1 8168,'0'0'3464,"0"6"-3298,0 8-312,3 88 1241,-2-90-1665,1-1-1,0 1 1,0-1-1,2 0 1,-1 0 0,1 0-1,6 10 1,-7-17-3002</inkml:trace>
</inkml:ink>
</file>

<file path=ppt/ink/ink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3:16.938"/>
    </inkml:context>
    <inkml:brush xml:id="br0">
      <inkml:brushProperty name="width" value="0.025" units="cm"/>
      <inkml:brushProperty name="height" value="0.025" units="cm"/>
    </inkml:brush>
  </inkml:definitions>
  <inkml:trace contextRef="#ctx0" brushRef="#br0">0 0 9385,'0'0'1762,"43"22"-1730,-16 7 416,-1 7 225,6 8-193,1 7-128,-4 5-191,-4 8-97,-5 6-32,-10 1 0,-9-3-64,-1-2-609,-17-7-1057,-10-6-448,-11-10 225,-12-7-450</inkml:trace>
</inkml:ink>
</file>

<file path=ppt/ink/ink1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3:17.393"/>
    </inkml:context>
    <inkml:brush xml:id="br0">
      <inkml:brushProperty name="width" value="0.025" units="cm"/>
      <inkml:brushProperty name="height" value="0.025" units="cm"/>
    </inkml:brush>
  </inkml:definitions>
  <inkml:trace contextRef="#ctx0" brushRef="#br0">122 0 6118,'0'0'1025,"-56"61"-192,37-25-1,0 12 289,3 10-128,6 6-352,9 7-385,1 4-64,13 2-160,10-6 32,10-9-64,7-12 0,6-13-64,2-15-1505,1-20-897,-1-8-2916</inkml:trace>
</inkml:ink>
</file>

<file path=ppt/ink/ink1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3:18.795"/>
    </inkml:context>
    <inkml:brush xml:id="br0">
      <inkml:brushProperty name="width" value="0.025" units="cm"/>
      <inkml:brushProperty name="height" value="0.025" units="cm"/>
    </inkml:brush>
  </inkml:definitions>
  <inkml:trace contextRef="#ctx0" brushRef="#br0">15 86 4004,'-1'0'184,"0"-1"0,0 0 0,0 0 0,0 0 1,0 0-1,0 0 0,0-1 0,0 1 0,0 0 1,0 0-1,1 0 0,-1-1 0,0 1 0,1 0 0,0-1 1,-1 1-1,1-1 0,0 1 0,-1-1 0,1 1 0,0 0 1,0-1-1,0 1 0,1-3 0,-2 2 31,2 0-1,-1 0 1,0 0-1,0 0 1,0 0-1,1 0 1,-1 0-1,1 0 1,0 1-1,0-1 1,-1 0-1,1 0 1,0 1-1,0-1 1,1 1-1,-1-1 1,0 1-1,2-3 1,1 2-222,-1 0-1,1 0 1,0 0 0,0 0 0,0 1-1,0-1 1,0 1 0,1 0-1,-1 0 1,0 1 0,0-1 0,8 1-1,-11 0 4,1 1 0,0-1 0,-1 1 0,1-1 0,0 1 0,-1 0 0,1 0 0,-1 0-1,1 0 1,-1 0 0,1 0 0,-1 0 0,0 0 0,1 0 0,-1 1 0,0-1 0,0 0 0,0 1 0,0-1 0,0 1-1,0-1 1,-1 1 0,1 0 0,0-1 0,-1 1 0,1 0 0,-1 0 0,0-1 0,0 1 0,1 0 0,-1 0 0,-1 2-1,2 4-4,-2-1 0,1 1-1,-1 0 1,0 0-1,-1 0 1,0-1 0,0 1-1,0-1 1,-1 1 0,0-1-1,-1 0 1,-7 11-1,-17 43 127,28-60-118,0 0 1,0 0-1,0-1 0,0 1 0,0 0 1,0 0-1,0 0 0,0-1 0,0 1 1,1 0-1,-1 0 0,0 0 0,0-1 1,1 1-1,-1 0 0,0-1 0,1 1 1,-1 0-1,1-1 0,-1 1 0,1 0 0,-1-1 1,1 1-1,0-1 0,-1 1 0,1-1 1,-1 1-1,1-1 0,0 1 0,0-1 1,-1 0-1,1 1 0,0-1 0,0 0 1,-1 0-1,1 0 0,0 0 0,0 1 1,0-1-1,-1 0 0,1 0 0,0 0 1,0 0-1,0-1 0,-1 1 0,1 0 1,1-1-1,48-5 255,-47 5-242,105-24-106,-63 11-4003,-29 8-804</inkml:trace>
</inkml:ink>
</file>

<file path=ppt/ink/ink1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3:22.634"/>
    </inkml:context>
    <inkml:brush xml:id="br0">
      <inkml:brushProperty name="width" value="0.025" units="cm"/>
      <inkml:brushProperty name="height" value="0.025" units="cm"/>
    </inkml:brush>
  </inkml:definitions>
  <inkml:trace contextRef="#ctx0" brushRef="#br0">36 82 3203,'0'0'7468,"-6"-3"-7105,4 1-296,-1 1-1,1-1 1,-1 0-1,1 0 0,0 1 1,0-2-1,-1 1 1,1 0-1,1 0 0,-1-1 1,-2-3-1,3 5-53,1-1-1,0 1 1,-1 0-1,1 0 1,0-1-1,0 1 1,0 0 0,0 0-1,0 0 1,0-1-1,1 1 1,-1 0-1,0 0 1,1-1 0,-1 1-1,0 0 1,1 0-1,0 0 1,-1 0-1,1 0 1,0 0-1,-1 0 1,1 0 0,0 0-1,0 0 1,0 0-1,0 1 1,0-1-1,0 0 1,0 0-1,0 1 1,0-1 0,0 1-1,0-1 1,0 1-1,0-1 1,1 1-1,0 0 1,1-2-15,-1 0 0,1 1 0,0-1 0,0 1-1,0 0 1,0 0 0,0 0 0,0 1 0,0-1 0,0 1 0,0-1 0,0 1 0,0 0-1,0 0 1,0 0 0,1 1 0,-1-1 0,0 1 0,0 0 0,0-1 0,0 1 0,0 1-1,-1-1 1,1 0 0,0 1 0,-1-1 0,1 1 0,0 0 0,-1 0 0,0 0 0,1 0-1,-1 1 1,0-1 0,0 0 0,-1 1 0,1-1 0,0 1 0,-1 0 0,1 0 0,-1 0-1,0-1 1,1 5 0,1 3-6,0 0 0,-1 1-1,0 0 1,0 0 0,-2 0 0,1-1-1,-1 1 1,-1 0 0,0 0 0,-4 21-1,-1-14 22,-1-1-1,-1 0 1,0 0-1,-1-1 0,-1 0 1,-18 23-1,19-26-8,8-13-5,0 1 0,1 0 1,-1-1-1,0 1 0,1 0 0,-1 0 0,1-1 0,-1 1 0,1 0 0,0 0 0,-1 0 0,1 0 0,0 0 1,0 0-1,-1-1 0,1 1 0,0 0 0,0 0 0,0 0 0,0 0 0,0 0 0,0 0 0,1 0 1,-1 0-1,0 0 0,0 0 0,1-1 0,-1 1 0,0 0 0,1 1 0,1 0 4,0-1-1,-1 0 1,1 0-1,0 0 1,0 0-1,-1 0 1,1-1-1,0 1 1,0 0-1,0-1 1,0 0-1,0 1 0,3-1 1,13 1-13,0-1 1,28-4-1,-38 3-37,32-5-2686,-26 1 192</inkml:trace>
</inkml:ink>
</file>

<file path=ppt/ink/ink1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3:23.116"/>
    </inkml:context>
    <inkml:brush xml:id="br0">
      <inkml:brushProperty name="width" value="0.025" units="cm"/>
      <inkml:brushProperty name="height" value="0.025" units="cm"/>
    </inkml:brush>
  </inkml:definitions>
  <inkml:trace contextRef="#ctx0" brushRef="#br0">123 186 7399,'0'0'1271,"5"-7"79,-5 6-1300,1-1 1,0 0-1,0 0 0,1 0 0,-1 1 1,0-1-1,0 1 0,1-1 0,-1 1 1,1-1-1,-1 1 0,1 0 0,0 0 1,0 0-1,-1 0 0,1 0 0,0 0 1,0 0-1,0 1 0,0-1 0,0 1 1,0-1-1,0 1 0,0 0 0,0 0 0,0 0 1,0 0-1,0 0 0,0 0 0,0 0 1,0 1-1,0-1 0,0 1 0,0-1 1,0 1-1,0 0 0,0 0 0,-1 0 1,1 0-1,0 0 0,0 0 0,-1 1 1,1-1-1,-1 0 0,1 1 0,-1-1 1,0 1-1,0 0 0,0-1 0,2 4 1,1 0-45,1 0 0,-1 1-1,-1-1 1,1 1 0,-1 0 0,0 0 0,0 1 0,-1-1 0,1 1 0,-2-1 0,1 1 0,-1 0 0,0-1 0,0 1 0,0 0 0,-2 9 0,1-15-2,-1 1-1,0-1 1,0 1 0,0-1-1,0 1 1,-1-1 0,1 0-1,0 1 1,0-1 0,-1 0-1,1 0 1,-1 0 0,1 0-1,-1 0 1,1-1 0,-1 1-1,0 0 1,1-1 0,-1 1-1,0-1 1,-1 1 0,-43 8 94,41-9-95,-5 2 6,1-1 1,-1 0 0,0 0 0,0-1 0,0-1 0,0 0 0,0 0 0,0-1-1,-16-4 1,23 4-5,-1 0-1,1 0 0,-1 0 0,1 0 1,0 0-1,0-1 0,0 0 0,0 1 1,0-1-1,0 0 0,1 0 0,0-1 1,-1 1-1,1 0 0,0-1 0,1 1 1,-1-1-1,1 0 0,-1 0 0,1 0 1,0 1-1,1-1 0,-1 0 0,1 0 1,-1 0-1,2-6 0,-1 4 17,0 0-1,0 0 1,1 0 0,0 0 0,0 0-1,1 0 1,-1 0 0,1 1-1,1-1 1,-1 0 0,1 1-1,0 0 1,0 0 0,5-6-1,-1 2 1,0 1-1,1 1 0,0 0 1,1 0-1,-1 0 1,1 1-1,15-7 0,-1 1-37,2 2-1,0 1 1,0 1-1,0 1 1,49-7-1,-47 13-99,-22 1-535,0 1 1,0-2 0,0 1 0,0 0-1,0-1 1,0 0 0,0 0 0,4-2-1,-3-2-2556</inkml:trace>
</inkml:ink>
</file>

<file path=ppt/ink/ink1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3:23.708"/>
    </inkml:context>
    <inkml:brush xml:id="br0">
      <inkml:brushProperty name="width" value="0.025" units="cm"/>
      <inkml:brushProperty name="height" value="0.025" units="cm"/>
    </inkml:brush>
  </inkml:definitions>
  <inkml:trace contextRef="#ctx0" brushRef="#br0">1 73 3683,'0'0'7469,"2"-7"-6829,0 1-587,0 1-1,0-1 0,1 1 1,0 0-1,0-1 0,0 1 0,0 0 1,7-5-1,-9 8-50,0 1 0,0 0 0,0 0 0,0 0 0,1 0 0,-1 1 0,0-1 1,1 0-1,-1 0 0,1 1 0,-1-1 0,1 1 0,-1 0 0,1-1 0,-1 1 0,1 0 0,2 0 0,-2 0-7,0 1-1,0-1 0,0 1 1,0 0-1,0-1 0,-1 1 1,1 0-1,0 1 0,-1-1 1,1 0-1,0 0 0,-1 1 1,1-1-1,-1 1 1,0-1-1,0 1 0,1-1 1,0 3-1,0-1-12,0 0 0,0 0 0,0 0 1,0 0-1,-1 1 0,1-1 0,-1 0 0,0 1 0,0-1 1,0 1-1,-1-1 0,1 1 0,-1-1 0,0 1 0,0-1 1,0 1-1,0 0 0,0-1 0,-1 1 0,0-1 0,-2 7 0,-1-1-29,-1-1 0,1 0 0,-2-1 0,1 1 0,-1-1 0,0 0 0,-9 8 0,15-15 47,3-1 89,1 1 0,-1-1-1,1 1 1,-1-1 0,0 0-1,1 0 1,-1-1 0,0 1 0,0-1-1,4-2 1,-4 3-8,76-31 387,2 0-3290,-71 26-98</inkml:trace>
</inkml:ink>
</file>

<file path=ppt/ink/ink1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3:24.039"/>
    </inkml:context>
    <inkml:brush xml:id="br0">
      <inkml:brushProperty name="width" value="0.025" units="cm"/>
      <inkml:brushProperty name="height" value="0.025" units="cm"/>
    </inkml:brush>
  </inkml:definitions>
  <inkml:trace contextRef="#ctx0" brushRef="#br0">49 0 9385,'0'0'-128,"57"11"416,-34 11 128,1 9-127,-3 3 95,-4 7 32,-7 5-159,-10 6-129,0 6 0,-10 3-64,-9-1-64,-5-2 0,-5-4-897,-3-7-320,-6-8-385,-10-7-2690</inkml:trace>
</inkml:ink>
</file>

<file path=ppt/ink/ink1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3:24.442"/>
    </inkml:context>
    <inkml:brush xml:id="br0">
      <inkml:brushProperty name="width" value="0.025" units="cm"/>
      <inkml:brushProperty name="height" value="0.025" units="cm"/>
    </inkml:brush>
  </inkml:definitions>
  <inkml:trace contextRef="#ctx0" brushRef="#br0">126 0 6118,'0'0'-2787,"-39"27"1250,16-4 672,5 9 320,2 8 609,2 7 289,3 7 1633,7 5 320,4 4-448,0 0 95,15-3-223,12-5-1314,8-11-287,13-13-129,10-11 0,7-13-32,4-7-1122,5-17-1728</inkml:trace>
</inkml:ink>
</file>

<file path=ppt/ink/ink1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3:25.035"/>
    </inkml:context>
    <inkml:brush xml:id="br0">
      <inkml:brushProperty name="width" value="0.025" units="cm"/>
      <inkml:brushProperty name="height" value="0.025" units="cm"/>
    </inkml:brush>
  </inkml:definitions>
  <inkml:trace contextRef="#ctx0" brushRef="#br0">19 126 4933,'0'0'4398,"-4"-8"-3314,2 3-764,-1-1 0,1 1-1,1-1 1,-1 0 0,1 0-1,0 1 1,0-1 0,0-11 0,1 15-277,0-1 1,1 1-1,-1 0 1,1 0 0,0-1-1,0 1 1,-1 0-1,1 0 1,1 0 0,-1 0-1,0 0 1,0 0-1,1 0 1,-1 0 0,1 0-1,0 1 1,-1-1-1,1 0 1,0 1-1,0 0 1,0-1 0,0 1-1,0 0 1,0 0-1,1 0 1,-1 0 0,0 1-1,0-1 1,3 0-1,-1 0-46,0 0 0,-1 0 0,1 0 0,0 1 0,0-1 0,0 1 0,-1 0 0,1 0 0,0 0 0,0 1 0,0-1 0,0 1 0,-1 0 0,1 0 0,0 1 0,-1-1 0,1 1 0,-1-1 0,0 1 0,1 0 0,-1 0 0,0 1 0,0-1 0,3 3 0,-3-1 1,-1 0-1,1 0 0,-1 0 1,0 0-1,0 0 0,0 1 1,0-1-1,-1 1 1,1-1-1,-1 1 0,-1-1 1,1 1-1,-1 0 0,1 0 1,-1-1-1,0 1 0,-1 0 1,1-1-1,-3 7 0,-12 16-22,13-26 27,1 1 0,-1 0 0,1 0 1,0 0-1,-1 1 0,1-1 0,0 0 0,0 0 0,0 1 0,1-1 0,-2 3 0,38-6 9,7-8-216,-1-2-1,0-2 0,56-25 1,-51 14-3591</inkml:trace>
</inkml:ink>
</file>

<file path=ppt/ink/ink1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05.138"/>
    </inkml:context>
    <inkml:brush xml:id="br0">
      <inkml:brushProperty name="width" value="0.035" units="cm"/>
      <inkml:brushProperty name="height" value="0.035" units="cm"/>
    </inkml:brush>
  </inkml:definitions>
  <inkml:trace contextRef="#ctx0" brushRef="#br0">389 171 2306,'0'0'3294,"-2"-7"-2093,-14-43 2910,32 104-3715,-2 0 0,-2 1-1,-3 0 1,-2 1 0,-1 75 0,-6-129-380,0 0 0,0 0 0,0 0 0,0-1 0,0 1 0,-1 0 0,1 0 0,-1 0 0,1 0 0,-1-1 1,0 1-1,1 0 0,-1 0 0,0-1 0,0 1 0,0-1 0,-1 1 0,1-1 0,0 1 0,-1-1 0,1 0 0,0 0 0,-3 2 0,0-1 63,1-1 0,0 0-1,-1 0 1,1 0 0,-1 0 0,1-1 0,-1 1 0,1-1 0,-1 0 0,1 0 0,-7-1-1,-4-1 27,-1-1 0,1-1-1,0 0 1,1 0 0,-17-9-1,0-2-76,0-1 1,1-2-1,-31-24 0,48 32-24,0 0 1,0-1 0,1 0 0,1-1 0,0 0-1,0 0 1,2-1 0,-1-1 0,-6-15 0,14 27 18,-1 0 0,1 0 0,0-1 0,0 1 0,1-1 0,-1 1 0,0-1 0,1 1 0,0-1 0,-1 1 0,1-1 0,0 1 1,0-1-1,1 1 0,-1-1 0,0 0 0,1 1 0,0-1 0,-1 1 0,1 0 0,0-1 0,0 1 0,1 0 0,-1-1 0,0 1 0,1 0 1,-1 0-1,1 0 0,0 0 0,-1 1 0,1-1 0,0 0 0,3-1 0,6-4 54,0 2 0,0 0-1,1 0 1,0 1 0,21-5 0,-15 4-159,803-179 1417,-783 179-2720,57 2-1</inkml:trace>
</inkml:ink>
</file>

<file path=ppt/ink/ink1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05.432"/>
    </inkml:context>
    <inkml:brush xml:id="br0">
      <inkml:brushProperty name="width" value="0.035" units="cm"/>
      <inkml:brushProperty name="height" value="0.035" units="cm"/>
    </inkml:brush>
  </inkml:definitions>
  <inkml:trace contextRef="#ctx0" brushRef="#br0">1 0 10762,'0'0'256,"1"49"-31,1-18 95,0 7 577,1 2-609,0 3 417,1-3-417,0-2-256,-2-2 0,1-5 0,-1-8-32,0-8-192,0-11-3780</inkml:trace>
</inkml:ink>
</file>

<file path=ppt/ink/ink1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05.666"/>
    </inkml:context>
    <inkml:brush xml:id="br0">
      <inkml:brushProperty name="width" value="0.035" units="cm"/>
      <inkml:brushProperty name="height" value="0.035" units="cm"/>
    </inkml:brush>
  </inkml:definitions>
  <inkml:trace contextRef="#ctx0" brushRef="#br0">0 0 9513,'0'0'4933,"18"47"-3140,-12-16-159,-1 7-769,2 2-257,-1-1-416,3 4-127,-1 0-65,0 2-65,-4-7-95,-2-8-3811,-2-12-11372</inkml:trace>
</inkml:ink>
</file>

<file path=ppt/ink/ink1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06.804"/>
    </inkml:context>
    <inkml:brush xml:id="br0">
      <inkml:brushProperty name="width" value="0.035" units="cm"/>
      <inkml:brushProperty name="height" value="0.035" units="cm"/>
    </inkml:brush>
  </inkml:definitions>
  <inkml:trace contextRef="#ctx0" brushRef="#br0">274 187 6694,'0'0'2184,"6"3"-1955,0 1-91,-1 0-1,0 0 0,0 1 1,0 0-1,-1-1 0,0 1 0,0 1 1,0-1-1,0 1 0,-1-1 1,0 1-1,0 0 0,-1 0 1,1 0-1,-1 1 0,-1-1 1,2 7-1,4 23 405,-1 0 1,-2 0-1,-2 0 0,-4 68 1,3-102-513,-1-1 1,0 1-1,-1 0 0,1 0 1,0 0-1,0-1 0,-1 1 1,1 0-1,-1-1 0,0 1 1,1 0-1,-1-1 0,0 1 1,0-1-1,0 1 0,0-1 1,0 1-1,0-1 0,-1 0 1,1 1-1,0-1 0,-1 0 1,-1 1-1,0-1 54,0 0-1,1 0 1,-1-1-1,1 1 1,-1-1-1,0 0 1,1 1 0,-1-2-1,0 1 1,1 0-1,-1 0 1,0-1-1,-5-1 1,-5-2 49,1-1 0,-1-1 0,1 0-1,-23-16 1,16 9-126,0-2-1,1 0 1,1-1-1,0-1 1,1 0-1,1-1 1,-13-23-1,18 27-3,2-1-1,0 0 1,0-1 0,2 0-1,0 0 1,1-1-1,0 1 1,1-1-1,2 0 1,-3-24-1,5 36-2,1 0 1,-1 1-1,1-1 0,0 0 0,0 1 0,0-1 0,1 1 0,0-1 1,0 1-1,0 0 0,0-1 0,1 1 0,-1 0 0,1 1 0,0-1 1,0 0-1,0 1 0,1 0 0,0-1 0,-1 1 0,1 1 0,0-1 0,0 0 1,0 1-1,8-3 0,10-4 3,1 0-1,-1 2 1,45-8 0,-53 12-2,78-13 6,1 4 0,1 4-1,108 4 1,-127 11-706,-71-6 518,0 0-1,1 0 1,-1 1 0,0-1 0,0 1 0,0 0 0,0 0 0,0 0-1,-1 0 1,1 1 0,-1-1 0,1 1 0,-1 0 0,4 4-1,-3 4-4793</inkml:trace>
</inkml:ink>
</file>

<file path=ppt/ink/ink1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07.067"/>
    </inkml:context>
    <inkml:brush xml:id="br0">
      <inkml:brushProperty name="width" value="0.035" units="cm"/>
      <inkml:brushProperty name="height" value="0.035" units="cm"/>
    </inkml:brush>
  </inkml:definitions>
  <inkml:trace contextRef="#ctx0" brushRef="#br0">54 0 12011,'0'0'577,"-10"63"672,5-25-352,2 7-577,-1 5-160,-2 2 1,3 0-65,-1 0-64,1-1-32,-1-4 0,2-4-64,-3-8-193,3-10-2369,0-16-3524</inkml:trace>
</inkml:ink>
</file>

<file path=ppt/ink/ink1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07.440"/>
    </inkml:context>
    <inkml:brush xml:id="br0">
      <inkml:brushProperty name="width" value="0.035" units="cm"/>
      <inkml:brushProperty name="height" value="0.035" units="cm"/>
    </inkml:brush>
  </inkml:definitions>
  <inkml:trace contextRef="#ctx0" brushRef="#br0">0 125 11243,'2'-8'699,"1"-2"90,0-1 1,1 1-1,-1 0 1,2 1-1,7-13 1,-10 19-664,0 0 0,0 0 0,0 0 1,1 0-1,0 0 0,-1 0 0,1 1 1,0-1-1,0 1 0,1 0 1,-1 0-1,0 0 0,1 0 0,-1 1 1,1-1-1,0 1 0,-1 0 0,1 0 1,0 0-1,6 0 0,-6 1-119,-1 0 0,0 0 0,1 0-1,-1 1 1,0-1 0,0 1 0,1 0-1,-1 0 1,0 0 0,0 0 0,0 1-1,0-1 1,0 1 0,0 0 0,-1-1-1,1 1 1,-1 1 0,1-1 0,2 3-1,-2-1-4,1 1 0,-1 0 0,0 0 0,0 0 0,-1 1 0,1-1-1,-1 1 1,-1-1 0,1 1 0,1 7 0,-2-3-7,1 1-1,-1-1 1,-1 1-1,0-1 1,-1 1 0,0-1-1,0 0 1,-1 1-1,0-1 1,-1 0 0,-1 0-1,-5 12 1,-11 8-8,15-25 12,1 0-1,0 0 0,0 0 0,1 0 0,0 0 1,0 1-1,0 0 0,1-1 0,-1 1 1,1 0-1,1 0 0,-1 0 0,0 10 0,2-15 3,1 0-1,0 0 1,-1 0-1,1-1 1,0 1 0,0 0-1,0 0 1,0-1-1,0 1 1,0 0-1,0-1 1,0 1-1,0-1 1,0 1-1,0-1 1,0 0-1,0 0 1,0 1-1,1-1 1,-1 0 0,0 0-1,0 0 1,0 0-1,2 0 1,39 0 14,-32-1-17,12 1-552,0-1 1,0-1-1,26-7 0,25-15-5292,-28 1-3032</inkml:trace>
</inkml:ink>
</file>

<file path=ppt/ink/ink1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09.605"/>
    </inkml:context>
    <inkml:brush xml:id="br0">
      <inkml:brushProperty name="width" value="0.035" units="cm"/>
      <inkml:brushProperty name="height" value="0.035" units="cm"/>
    </inkml:brush>
  </inkml:definitions>
  <inkml:trace contextRef="#ctx0" brushRef="#br0">324 276 8072,'0'0'427,"10"7"-347,0 4-38,0 0-1,0 0 1,-1 0 0,0 1 0,-1 1 0,-1-1 0,0 1-1,0 1 1,-1-1 0,-1 1 0,6 26 0,-5-14 61,0 0 0,-2 1 1,0 29-1,-3-51-60,-1 1 1,0-1 0,0 1-1,0-1 1,-1 0-1,0 1 1,0-1-1,0 0 1,-1 1-1,1-1 1,-1 0-1,-1 0 1,1 0-1,-1 0 1,1-1 0,-1 1-1,-1-1 1,1 0-1,-1 1 1,1-1-1,-1-1 1,-6 5-1,4-5 70,0-1 0,0 0 0,0 0 0,0-1-1,-1 1 1,1-2 0,-1 1 0,1-1 0,0 1 0,-1-2 0,1 1-1,-1-1 1,1 0 0,0 0 0,-1-1 0,1 0 0,0 0 0,0 0-1,0-1 1,-9-5 0,-4-3-117,0-1 0,1 0 0,1-1-1,-29-28 1,29 24 29,1-1 0,1 0 0,1-1 0,1-1 0,0 0-1,-12-30 1,19 39 17,1-2 0,1 1 1,0-1-1,0 1 0,1-1 0,1 0 0,1 0 0,-1 0 0,2 0 0,0 0 0,0 0 0,2-1 0,2-13 1,-1 18-3,1 1 0,0 0 0,0 0 0,1 1 0,0-1 0,0 1 0,0 0 0,1 0 0,0 1 1,1-1-1,0 1 0,-1 1 0,2-1 0,-1 1 0,1 1 0,0-1 0,14-5 0,16-6-26,1 1-1,56-13 1,-88 26 3,77-19 237,0 4 0,117-7-1,24 15-1101,-75 11-2530,-141-2-2483</inkml:trace>
</inkml:ink>
</file>

<file path=ppt/ink/ink1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09.990"/>
    </inkml:context>
    <inkml:brush xml:id="br0">
      <inkml:brushProperty name="width" value="0.035" units="cm"/>
      <inkml:brushProperty name="height" value="0.035" units="cm"/>
    </inkml:brush>
  </inkml:definitions>
  <inkml:trace contextRef="#ctx0" brushRef="#br0">0 65 11179,'0'0'523,"10"-7"1126,1-2-1184,1 2-1,0-1 0,1 2 0,-1-1 1,27-8-1,-37 14-442,1 0 1,-1 0-1,1 1 1,0-1-1,-1 1 0,1-1 1,-1 1-1,1 0 1,0 0-1,-1 0 1,1 0-1,0 0 0,-1 1 1,1-1-1,0 1 1,-1-1-1,1 1 0,-1 0 1,1 0-1,-1 1 1,1-1-1,-1 0 1,0 1-1,0-1 0,0 1 1,0 0-1,0 0 1,0 0-1,0 0 1,0 0-1,-1 0 0,1 0 1,-1 0-1,0 1 1,0-1-1,1 1 0,-2-1 1,1 1-1,0-1 1,0 1-1,-1-1 1,1 1-1,-1 0 0,0-1 1,0 5-1,1 6-19,0-1 0,-2 1-1,1 0 1,-1 0 0,-1-1-1,-1 1 1,-6 22 0,-4 0-28,-23 44-1,-1 0-36,37-78 63,-1-1-1,1 0 0,0 1 0,0-1 1,0 1-1,-1-1 0,1 1 0,0-1 0,0 1 1,0 0-1,0-1 0,0 1 0,0-1 1,0 1-1,0-1 0,0 1 0,0-1 0,0 1 1,0-1-1,0 1 0,1-1 0,-1 1 1,0-1-1,0 1 0,1-1 0,-1 1 0,0-1 1,0 1-1,1-1 0,-1 0 0,0 1 1,1-1-1,-1 0 0,1 1 0,-1-1 0,1 1 1,24 2 0,30-15 0,80-31-2068,-47 10-4925,-50 17 1910</inkml:trace>
</inkml:ink>
</file>

<file path=ppt/ink/ink1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10.291"/>
    </inkml:context>
    <inkml:brush xml:id="br0">
      <inkml:brushProperty name="width" value="0.035" units="cm"/>
      <inkml:brushProperty name="height" value="0.035" units="cm"/>
    </inkml:brush>
  </inkml:definitions>
  <inkml:trace contextRef="#ctx0" brushRef="#br0">0 55 9065,'2'-7'1857,"6"-25"113,-8 32-1926,0-1-1,0 0 0,0 0 1,1 1-1,-1-1 0,0 0 1,1 0-1,-1 1 0,1-1 1,-1 0-1,0 1 0,1-1 1,0 1-1,-1-1 0,1 0 1,-1 1-1,1-1 0,0 1 1,-1 0-1,1-1 0,0 1 1,-1-1-1,1 1 0,0 0 1,0 0-1,-1-1 0,1 1 1,0 0-1,0 0 0,0 0 1,-1 0-1,1 0 0,0 0 1,0 0-1,0 0 0,-1 0 1,1 1-1,0-1 0,0 0 1,0 0-1,-1 1 0,1-1 1,0 0-1,0 1 1,24 19-84,-19-10 43,-1 0 0,0 1 0,-1-1 0,0 1 1,0 0-1,-1 0 0,-1 0 0,0 1 0,-1-1 0,1 18 0,-2-7 2,0-1 0,-2 1 0,0-1 0,-9 36 0,2-34 3,7-19-5,0 0 1,0 1-1,1-1 0,0 0 0,-1 1 1,1-1-1,1 1 0,-1 5 0,23-8 200,-1-4 120,0 0-1,0-2 0,0 0 0,25-10 0,15-3-144,122-23-926,-133 24-2935</inkml:trace>
</inkml:ink>
</file>

<file path=ppt/ink/ink1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12.622"/>
    </inkml:context>
    <inkml:brush xml:id="br0">
      <inkml:brushProperty name="width" value="0.035" units="cm"/>
      <inkml:brushProperty name="height" value="0.035" units="cm"/>
    </inkml:brush>
  </inkml:definitions>
  <inkml:trace contextRef="#ctx0" brushRef="#br0">0 41 8168,'0'0'961,"47"-41"-961,-29 41 32,1 0-32,1 0 0,2 0 0,-1 6-32,-3-1-32,-3-2-65,-6-1-2849</inkml:trace>
</inkml:ink>
</file>

<file path=ppt/ink/ink1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12.807"/>
    </inkml:context>
    <inkml:brush xml:id="br0">
      <inkml:brushProperty name="width" value="0.035" units="cm"/>
      <inkml:brushProperty name="height" value="0.035" units="cm"/>
    </inkml:brush>
  </inkml:definitions>
  <inkml:trace contextRef="#ctx0" brushRef="#br0">1 0 9097,'0'0'480,"57"32"-384,-20-31 0,6 3-64,2-4 0,-1 0-32,-3 0-256</inkml:trace>
</inkml:ink>
</file>

<file path=ppt/ink/ink1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13.623"/>
    </inkml:context>
    <inkml:brush xml:id="br0">
      <inkml:brushProperty name="width" value="0.035" units="cm"/>
      <inkml:brushProperty name="height" value="0.035" units="cm"/>
    </inkml:brush>
  </inkml:definitions>
  <inkml:trace contextRef="#ctx0" brushRef="#br0">7 141 5573,'0'0'321,"-6"-45"159,8 31 33,14 1-257,8-1-128,7 3-64,5-2 0,6 2-32,3 2-32,-2 2 64,-5 4-64,-5 3 0,-4 2 0,-10 0-96,-7 5 0,-10 1-3171</inkml:trace>
</inkml:ink>
</file>

<file path=ppt/ink/ink1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13.822"/>
    </inkml:context>
    <inkml:brush xml:id="br0">
      <inkml:brushProperty name="width" value="0.035" units="cm"/>
      <inkml:brushProperty name="height" value="0.035" units="cm"/>
    </inkml:brush>
  </inkml:definitions>
  <inkml:trace contextRef="#ctx0" brushRef="#br0">0 72 7815,'0'0'32,"47"-31"32,-21 18-31,1 2-33,-1 0 32,0 5 0,-3 6-32,0 0-32,-5 0-97,-3 0-5444</inkml:trace>
</inkml:ink>
</file>

<file path=ppt/ink/ink1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08.184"/>
    </inkml:context>
    <inkml:brush xml:id="br0">
      <inkml:brushProperty name="width" value="0.035" units="cm"/>
      <inkml:brushProperty name="height" value="0.035" units="cm"/>
    </inkml:brush>
  </inkml:definitions>
  <inkml:trace contextRef="#ctx0" brushRef="#br0">249 312 9641,'0'0'1441,"1"-7"-613,7-21 373,-8 27-1192,0 1 0,0 0 0,0-1 1,0 1-1,0 0 0,0 0 0,0-1 0,0 1 0,1 0 0,-1-1 1,0 1-1,0 0 0,0 0 0,0-1 0,0 1 0,1 0 0,-1 0 0,0-1 1,0 1-1,0 0 0,1 0 0,-1-1 0,0 1 0,0 0 0,1 0 0,-1 0 1,0 0-1,0 0 0,1-1 0,-1 1 0,0 0 0,1 0 0,-1 0 1,0 0-1,0 0 0,1 0 0,-1 0 0,0 0 0,1 0 0,-1 0 0,0 0 1,1 0-1,-1 0 0,0 0 0,0 0 0,1 0 0,-1 1 0,0-1 1,1 0-1,-1 0 0,0 0 0,0 0 0,1 1 0,8 10 26,-9-10-13,11 18 162,-1 2-1,-1-1 1,0 1 0,-2 1 0,-1-1-1,0 1 1,-2 0 0,0 1-1,-2-1 1,0 0 0,-3 31 0,1-51-126,-1 1 1,1-1 0,-1 0-1,0 0 1,0 0-1,0 0 1,0 0 0,-1 0-1,1 0 1,-1 0 0,1-1-1,-1 1 1,1 0 0,-1-1-1,0 0 1,0 1-1,1-1 1,-1 0 0,0 0-1,0 0 1,-1 0 0,1 0-1,0 0 1,0 0-1,0-1 1,0 1 0,-1-1-1,-3 0 1,-11 3 88,0-2 0,-30 0 1,33-1-150,5-1 28,0 0 0,0 0-1,0-1 1,0 0 0,0-1-1,0 1 1,1-2 0,-1 1-1,1-1 1,0-1 0,0 1-1,1-1 1,-1-1 0,1 1-1,0-1 1,0-1 0,1 1 0,0-1-1,0 0 1,1 0 0,-1-1-1,2 0 1,-1 0 0,1 0-1,0 0 1,1-1 0,0 1-1,0-1 1,1 0 0,0 0-1,1 0 1,0 0 0,0 0-1,1 0 1,0-1 0,0 1-1,1 0 1,0 0 0,1 0-1,0 0 1,4-10 0,0 9-24,0 0 1,0 1 0,1 0 0,0 0-1,0 0 1,1 1 0,0 0-1,1 1 1,-1 0 0,1 0-1,1 1 1,17-9 0,16-7 10,70-25 1,-107 45-12,343-100 94,-198 68-2631,-129 29 1819,9-3-3843</inkml:trace>
</inkml:ink>
</file>

<file path=ppt/ink/ink1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08.584"/>
    </inkml:context>
    <inkml:brush xml:id="br0">
      <inkml:brushProperty name="width" value="0.035" units="cm"/>
      <inkml:brushProperty name="height" value="0.035" units="cm"/>
    </inkml:brush>
  </inkml:definitions>
  <inkml:trace contextRef="#ctx0" brushRef="#br0">0 108 14510,'3'-9'395,"-3"4"-258,1 0 1,0 1 0,1-1 0,-1 0-1,1 1 1,0-1 0,0 1 0,0 0-1,0-1 1,1 1 0,0 0 0,0 1-1,0-1 1,0 0 0,0 1-1,1 0 1,0 0 0,-1 0 0,1 0-1,0 0 1,1 1 0,-1 0 0,0 0-1,1 0 1,-1 0 0,1 1-1,0 0 1,-1 0 0,10-1 0,-10 2-133,0 0 1,-1 0 0,1 0 0,0 1-1,-1-1 1,1 1 0,0 0 0,-1 0-1,1 0 1,-1 1 0,0-1 0,1 1-1,-1 0 1,0 0 0,0 0 0,0 0-1,0 1 1,0-1 0,-1 1 0,1 0-1,-1-1 1,0 1 0,0 0 0,0 0-1,0 1 1,0-1 0,0 0 0,-1 1-1,0-1 1,0 1 0,0-1 0,0 1-1,0 0 1,0 6 0,0 2-11,0-1 0,-1 1-1,0-1 1,0 1 0,-2-1 0,1 0 0,-1 1-1,-1-1 1,0 0 0,-6 13 0,-34 62-178,38-77 139,0-1-1,0 0 1,-1-1-1,0 1 0,-1-1 1,0 0-1,-13 10 1,52-34 112,0 1-1,1 2 1,67-20 0,-14 5-2291,-4-5-4452,-46 13-1642</inkml:trace>
</inkml:ink>
</file>

<file path=ppt/ink/ink1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08.757"/>
    </inkml:context>
    <inkml:brush xml:id="br0">
      <inkml:brushProperty name="width" value="0.035" units="cm"/>
      <inkml:brushProperty name="height" value="0.035" units="cm"/>
    </inkml:brush>
  </inkml:definitions>
  <inkml:trace contextRef="#ctx0" brushRef="#br0">1 0 16464,'0'0'576,"11"46"-480,0-10-32,2 7-64,-3 6 96,-2 6-96,-8 3-64,0-3-2498,-7-9-6054</inkml:trace>
</inkml:ink>
</file>

<file path=ppt/ink/ink1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14.441"/>
    </inkml:context>
    <inkml:brush xml:id="br0">
      <inkml:brushProperty name="width" value="0.035" units="cm"/>
      <inkml:brushProperty name="height" value="0.035" units="cm"/>
    </inkml:brush>
  </inkml:definitions>
  <inkml:trace contextRef="#ctx0" brushRef="#br0">1 13 10282,'0'0'1121,"49"-13"-1025,-30 13-64,3 0-32,-3 5 32,0 3-32,-1 4-32,-5-2-481,-1 2-1152,-4-3-545,-4 0-2691</inkml:trace>
</inkml:ink>
</file>

<file path=ppt/ink/ink1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14.583"/>
    </inkml:context>
    <inkml:brush xml:id="br0">
      <inkml:brushProperty name="width" value="0.035" units="cm"/>
      <inkml:brushProperty name="height" value="0.035" units="cm"/>
    </inkml:brush>
  </inkml:definitions>
  <inkml:trace contextRef="#ctx0" brushRef="#br0">0 12 6598,'0'0'705,"49"5"-193,-13-5-159,8 0-161,5-1-160,4-5 32,-1-4-801</inkml:trace>
</inkml:ink>
</file>

<file path=ppt/ink/ink1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14.986"/>
    </inkml:context>
    <inkml:brush xml:id="br0">
      <inkml:brushProperty name="width" value="0.035" units="cm"/>
      <inkml:brushProperty name="height" value="0.035" units="cm"/>
    </inkml:brush>
  </inkml:definitions>
  <inkml:trace contextRef="#ctx0" brushRef="#br0">0 0 14542,'0'0'256,"54"40"-256,-42-37-256,1 1-385,1 0-480,-3 0-833,-2 0-1057,-5 0-1249</inkml:trace>
</inkml:ink>
</file>

<file path=ppt/ink/ink1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15.126"/>
    </inkml:context>
    <inkml:brush xml:id="br0">
      <inkml:brushProperty name="width" value="0.035" units="cm"/>
      <inkml:brushProperty name="height" value="0.035" units="cm"/>
    </inkml:brush>
  </inkml:definitions>
  <inkml:trace contextRef="#ctx0" brushRef="#br0">0 68 12075,'0'0'161,"59"-4"-161,-20-4 32,9-3-32,3 0 32,3-4-64,-4-3-3620</inkml:trace>
</inkml:ink>
</file>

<file path=ppt/ink/ink1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20.287"/>
    </inkml:context>
    <inkml:brush xml:id="br0">
      <inkml:brushProperty name="width" value="0.035" units="cm"/>
      <inkml:brushProperty name="height" value="0.035" units="cm"/>
    </inkml:brush>
  </inkml:definitions>
  <inkml:trace contextRef="#ctx0" brushRef="#br0">66 109 5157,'0'0'4223,"4"-7"-3823,2-1-352,-1 0 0,2 0 0,-1 1 0,1 0 0,0 0 0,1 1 0,-1 0 0,1 0 0,0 1 0,1 0 0,-1 0 0,1 1 1,0 0-1,0 1 0,18-5 0,-23 7-42,0 0 0,-1 0 1,1 0-1,0 1 0,0 0 1,-1-1-1,1 1 0,0 1 1,0-1-1,-1 0 0,1 1 1,0 0-1,-1 0 0,1 0 1,0 0-1,-1 1 0,0-1 1,1 1-1,-1 0 0,0 0 1,0 0-1,0 1 0,0-1 1,0 1-1,0-1 0,-1 1 1,1 0-1,-1 0 0,0 0 1,0 0-1,0 1 0,0-1 1,-1 0-1,1 1 0,-1 0 1,0-1-1,0 1 0,0-1 1,-1 1-1,1 0 0,-1 0 1,0 5-1,1 12 23,-2 0-1,0 0 1,-1-1 0,-1 1 0,-1-1-1,-1 0 1,-1 0 0,-1 0-1,0 0 1,-1-1 0,-2-1 0,0 0-1,-13 20 1,-16 17 36,-2-2 1,-82 83-1,115-128-15,6-7-16,0 1 0,0-1-1,0 1 1,0 0-1,0 0 1,1 0 0,-1 0-1,1 0 1,-1 1-1,1-1 1,0 0-1,-1 1 1,1-1 0,1 1-1,-1-1 1,0 1-1,0-1 1,0 6-1,2-7 34,0 0-1,0 0 1,0 0-1,-1 0 1,1 0-1,0 0 1,0-1-1,0 1 1,0 0-1,0-1 1,1 1-1,-1 0 1,0-1-1,0 1 1,0-1-1,1 0 1,-1 1-1,0-1 1,0 0-1,1 0 1,-1 0 0,0 0-1,0 0 1,1 0-1,-1 0 1,0 0-1,2-1 1,3 1 174,139 3 744,225-24 0,-283 10-2491,-15-5-4297</inkml:trace>
</inkml:ink>
</file>

<file path=ppt/ink/ink1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25.331"/>
    </inkml:context>
    <inkml:brush xml:id="br0">
      <inkml:brushProperty name="width" value="0.035" units="cm"/>
      <inkml:brushProperty name="height" value="0.035" units="cm"/>
    </inkml:brush>
  </inkml:definitions>
  <inkml:trace contextRef="#ctx0" brushRef="#br0">228 0 12780,'-61'177'1030,"38"-119"-740,-44 77 0,-1 3 577,67-136-813,0-1-1,0 1 1,0 0-1,0 0 1,0 0-1,0 0 1,1 0-1,-1 0 1,1 0-1,0 0 1,-1 0-1,1 0 1,0 0-1,0 1 1,0-1-1,1 0 1,-1 0-1,0 0 1,1 0-1,-1 0 1,1 0-1,0 0 1,0 0-1,0 0 1,0-1-1,0 1 1,2 3-1,2-2 131,-1 0 1,1 0-1,0-1 1,0 1-1,0-1 0,0-1 1,0 1-1,0 0 1,10 0-1,52 10 442,129 6 0,73-17-463,-135-2-185,-104-1-233,-16 1-1283,-7 1-3993,-18-7-26</inkml:trace>
</inkml:ink>
</file>

<file path=ppt/ink/ink1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25.591"/>
    </inkml:context>
    <inkml:brush xml:id="br0">
      <inkml:brushProperty name="width" value="0.035" units="cm"/>
      <inkml:brushProperty name="height" value="0.035" units="cm"/>
    </inkml:brush>
  </inkml:definitions>
  <inkml:trace contextRef="#ctx0" brushRef="#br0">1 0 10730,'0'0'2936,"3"11"-2477,8 38 477,-2 2 0,-2-1 0,-2 1 0,-3 65 0,-24 215-1254,11-261-6334,6-52 390</inkml:trace>
</inkml:ink>
</file>

<file path=ppt/ink/ink1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27.272"/>
    </inkml:context>
    <inkml:brush xml:id="br0">
      <inkml:brushProperty name="width" value="0.035" units="cm"/>
      <inkml:brushProperty name="height" value="0.035" units="cm"/>
    </inkml:brush>
  </inkml:definitions>
  <inkml:trace contextRef="#ctx0" brushRef="#br0">5 106 6854,'1'-5'59,"-1"1"0,1 0-1,0 0 1,0 0 0,1 0-1,-1 0 1,1 0-1,0 1 1,0-1 0,0 0-1,0 1 1,1 0-1,-1-1 1,1 1 0,0 0-1,0 0 1,0 1 0,0-1-1,1 0 1,-1 1-1,1 0 1,-1 0 0,1 0-1,0 0 1,0 1-1,0 0 1,6-2 0,6-2 61,1 1 1,0 0 0,1 1-1,-1 1 1,25 0-1,-39 2-110,1 1-1,0-1 1,0 0-1,-1 1 0,1 0 1,0 0-1,-1 0 1,1 0-1,-1 1 1,1-1-1,-1 1 0,0 0 1,1 0-1,-1 0 1,0 0-1,-1 1 1,1-1-1,3 4 0,-2 0 6,1 0 1,-1 0-1,-1 0 0,1 0 0,-1 1 0,0 0 0,-1 0 0,4 13 0,-1 5 50,-2 0 0,0 1 1,-2-1-1,-1 34 0,-1-48-55,-1 1 1,0-1-1,0 1 0,-1-1 1,0 0-1,-1 0 1,0 0-1,-1-1 0,0 0 1,-1 1-1,0-2 0,-1 1 1,0-1-1,0 0 1,-1 0-1,0-1 0,-11 9 1,8-8 184,0-1-1,-1 0 1,0-1 0,0 0 0,-1-1 0,0 0 0,0-1 0,0 0-1,0-1 1,-1-1 0,0 0 0,0-1 0,-24 1 0,37-3-188,0 0 0,1 0 0,-1 0 1,1 0-1,-1 0 0,0 0 0,1 0 1,-1 0-1,1 0 0,-1 0 0,0 0 0,1 0 1,-1 0-1,1 0 0,-1 0 0,0-1 1,1 1-1,-1 0 0,1 0 0,-1-1 0,1 1 1,-1 0-1,1-1 0,-1 1 0,1-1 0,-1 1 1,1 0-1,0-1 0,-1 1 0,1-1 1,0 1-1,-1-1 0,1 1 0,0-1 0,0 0 1,-1 1-1,1-1 0,0 1 0,0-1 1,0 0-1,0 1 0,0-1 0,0 1 0,0-1 1,0 0-1,0 1 0,0-1 0,0 1 1,0-1-1,0 0 0,1 1 0,-1-1 0,0 1 1,0-1-1,1 1 0,-1-1 0,0 1 1,1-1-1,0 0 0,0-2-7,1 1-1,-1 0 1,1 0-1,0 0 1,0 0 0,0 0-1,0 0 1,0 1-1,0-1 1,0 1-1,0-1 1,1 1 0,-1 0-1,4-1 1,1 0 104,0 1 0,0 0 0,0 1 1,-1-1-1,1 2 0,0-1 0,0 1 0,0 0 0,0 0 1,-1 0-1,1 1 0,0 0 0,-1 1 0,11 5 1,3 4 26,-1 0 1,0 2-1,19 18 1,-25-20-232,1 0 0,1-1 0,-1-1 0,2 0 0,30 14 0,-32-21-2339,-1-2-1741</inkml:trace>
</inkml:ink>
</file>

<file path=ppt/ink/ink1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27.443"/>
    </inkml:context>
    <inkml:brush xml:id="br0">
      <inkml:brushProperty name="width" value="0.035" units="cm"/>
      <inkml:brushProperty name="height" value="0.035" units="cm"/>
    </inkml:brush>
  </inkml:definitions>
  <inkml:trace contextRef="#ctx0" brushRef="#br0">1 11 9961,'0'0'4709,"46"-11"-11083,-31 11-929</inkml:trace>
</inkml:ink>
</file>

<file path=ppt/ink/ink1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27.991"/>
    </inkml:context>
    <inkml:brush xml:id="br0">
      <inkml:brushProperty name="width" value="0.035" units="cm"/>
      <inkml:brushProperty name="height" value="0.035" units="cm"/>
    </inkml:brush>
  </inkml:definitions>
  <inkml:trace contextRef="#ctx0" brushRef="#br0">351 65 8936,'0'0'43,"4"-7"59,3-3-25,12-25 774,-19 34-794,0 1-1,0-1 0,0 1 1,0-1-1,0 1 0,0-1 1,0 1-1,0-1 0,0 1 0,-1-1 1,1 1-1,0-1 0,0 1 1,0 0-1,-1-1 0,1 1 1,0-1-1,-1 1 0,1 0 0,0-1 1,-1 1-1,1 0 0,0-1 1,-1 1-1,1 0 0,-1 0 1,1-1-1,-1 1 0,1 0 1,-1 0-1,1 0 0,-1-1 0,1 1 1,0 0-1,-1 0 0,1 0 1,-1 0-1,1 0 0,-1 0 1,1 0-1,-1 0 0,1 0 0,-2 1 1,-32-1-169,23 0 288,-18 0-154,-1 2 0,0 0 0,1 2 1,-1 2-1,-51 15 0,77-19-20,0 1 1,0-1-1,1 1 1,-1-1-1,1 1 1,-1 0-1,1 1 0,0-1 1,0 0-1,1 1 1,-1 0-1,1 0 0,-1-1 1,1 1-1,0 1 1,1-1-1,-1 0 1,1 0-1,0 1 0,0-1 1,-1 8-1,-1 12 27,1 1 0,1 43 0,1-42-14,-1 14 30,0-27-26,0-1 0,1 1 0,0 0 0,1-1 0,0 1 0,1-1 0,5 19 0,-6-30 24,-1 0-1,1 0 1,0-1 0,0 1-1,-1 0 1,1 0-1,0-1 1,0 1-1,0 0 1,0-1 0,0 1-1,0-1 1,0 0-1,0 1 1,0-1-1,0 0 1,0 1 0,0-1-1,0 0 1,0 0-1,0 0 1,0 0-1,1 0 1,-1 0 0,0 0-1,0 0 1,0-1-1,2 0 1,36-10 1132,-28 8-1380,-3 0 216,1 1-1,-1 0 1,1 0-1,0 1 0,0 0 1,-1 1-1,1 0 1,0 0-1,0 1 1,-1 0-1,1 1 1,0 0-1,10 4 1,-14-4-6,-1 0 0,1 1 0,0 0 0,-1 0 0,1 0 0,-1 1 0,0 0 0,0-1 0,-1 1 0,1 1 0,-1-1 0,1 0 0,-2 1 0,1 0 0,0-1 0,-1 1 0,0 0 0,0 1 0,0-1 0,-1 0 0,0 0 0,2 10 0,-2-7 9,-1 0 0,0 0 0,0 0 0,0 0 0,-1 0 0,0 0 0,0 0 0,-1 0 0,0 0 0,-1 0 0,0 0 0,0-1 0,0 1 0,-1-1 0,0 0 0,-1 0 1,1-1-1,-1 1 0,-1-1 0,1 0 0,-1 0 0,-8 5 0,-4 4-693,-1-2 1,-1 0 0,-1-1-1,1-1 1,-2-1 0,-33 12-1,-22 1-5465</inkml:trace>
</inkml:ink>
</file>

<file path=ppt/ink/ink1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28.707"/>
    </inkml:context>
    <inkml:brush xml:id="br0">
      <inkml:brushProperty name="width" value="0.035" units="cm"/>
      <inkml:brushProperty name="height" value="0.035" units="cm"/>
    </inkml:brush>
  </inkml:definitions>
  <inkml:trace contextRef="#ctx0" brushRef="#br0">65 66 12204,'4'-8'160,"-3"5"-128,1-1 0,0 1 0,-1-1 0,1 1 0,1 0 0,-1 0 0,0 0 0,1 0 0,-1 0 0,1 0 0,0 1 0,0 0 0,0-1 0,0 1 0,1 0 0,-1 0 0,1 1 0,-1-1 0,1 1 0,-1-1 0,1 1 0,0 0 0,0 1 0,-1-1 0,1 1 0,0 0 1,0-1-1,5 2 0,-4-1-10,0 0 0,-1 0 0,1 1 1,0 0-1,-1 0 0,1 0 0,0 0 0,-1 1 1,0 0-1,1 0 0,-1 0 0,0 0 1,0 1-1,0-1 0,0 1 0,0 0 1,5 6-1,-5-3 20,1 0 0,-1 0 1,1 1-1,-2 0 0,1 0 0,-1 0 0,0 0 1,-1 0-1,1 1 0,0 8 0,0 1 1,-1 1 0,0 0-1,-1 0 1,-2 0 0,0 0 0,0 0-1,-2 0 1,-8 32 0,6-36-36,0 0 1,-1 0-1,-1-1 1,0 0 0,-1 0-1,0 0 1,-1-1-1,0 0 1,-18 17-1,21-24 6,-1 1 0,0-1 0,1 1 0,-2-2 0,1 1 0,0-1 0,-1 0-1,0-1 1,0 0 0,0 0 0,0-1 0,-1 1 0,1-2 0,-1 1 0,1-2-1,-1 1 1,1-1 0,-11-1 0,18 1 9,0 0 0,0 0 1,0 0-1,0 0 0,0-1 0,-1 1 0,1 0 0,0-1 0,0 1 1,0-1-1,0 1 0,0-1 0,0 1 0,1-1 0,-1 0 1,0 0-1,0 1 0,0-1 0,0 0 0,1 0 0,-1 0 1,1 0-1,-1 0 0,0 0 0,1 0 0,-1 0 0,1 0 0,0 0 1,-1 0-1,1 0 0,0 0 0,0 0 0,0 0 0,0 0 1,0-1-1,0 1 0,0 0 0,0 0 0,0-2 0,1 0 21,-1 1 1,1-1-1,0 0 0,0 1 0,0-1 0,0 0 0,1 1 0,-1-1 0,1 1 0,-1 0 0,1-1 0,0 1 0,0 0 0,3-3 0,3-1-31,0 2-1,0-1 0,1 1 1,-1 0-1,1 0 0,0 1 1,0 1-1,0-1 0,0 2 1,0-1-1,1 1 0,-1 0 1,1 1-1,-1 0 0,0 1 1,1 0-1,-1 0 0,0 1 1,0 0-1,0 0 0,0 1 1,0 1-1,-1 0 0,1 0 1,-1 0-1,0 1 0,0 0 1,0 1-1,-1-1 0,0 1 1,7 8-1,43 61 41,-1-1-4092,-39-61-572,-3-6-2008</inkml:trace>
</inkml:ink>
</file>

<file path=ppt/ink/ink1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28.864"/>
    </inkml:context>
    <inkml:brush xml:id="br0">
      <inkml:brushProperty name="width" value="0.035" units="cm"/>
      <inkml:brushProperty name="height" value="0.035" units="cm"/>
    </inkml:brush>
  </inkml:definitions>
  <inkml:trace contextRef="#ctx0" brushRef="#br0">12 57 15983,'0'0'1057,"-11"-50"-384,11 44-385,7 6-384,6 2-673,0 5-1121,3-7-1857,1-2-4133</inkml:trace>
</inkml:ink>
</file>

<file path=ppt/ink/ink1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29.421"/>
    </inkml:context>
    <inkml:brush xml:id="br0">
      <inkml:brushProperty name="width" value="0.035" units="cm"/>
      <inkml:brushProperty name="height" value="0.035" units="cm"/>
    </inkml:brush>
  </inkml:definitions>
  <inkml:trace contextRef="#ctx0" brushRef="#br0">397 10 14221,'0'0'219,"-9"-3"-149,-11 0 54,0 1 0,-1 1 0,1 1 0,-1 1 1,-32 5-1,40-5 6,-37 3-14,25-2-75,-1 0-1,2 2 0,-34 8 1,56-11-41,-1 1-1,1-1 1,-1 1 0,1 0 0,0 0-1,0 0 1,0 0 0,0 1 0,0-1-1,0 0 1,0 1 0,1-1 0,-1 1-1,1 0 1,0-1 0,0 1 0,0 0 0,0 0-1,0 0 1,1 0 0,-1 0 0,1 0-1,0 0 1,0-1 0,0 7 0,0 11-1,1 1 1,5 29 0,-5-43 1,7 51 19,-1-7 63,22 92 1,-29-143-58,1 1-1,-1-1 0,0 1 0,0-1 0,1 1 1,-1-1-1,0 1 0,1-1 0,-1 1 1,1-1-1,-1 1 0,0-1 0,1 1 0,-1-1 1,1 0-1,-1 1 0,1-1 0,0 0 1,-1 0-1,1 1 0,-1-1 0,1 0 0,-1 0 1,1 0-1,0 1 0,-1-1 0,1 0 0,-1 0 1,1 0-1,0 0 0,-1 0 0,1 0 1,-1-1-1,1 1 0,0 0 0,-1 0 0,1 0 1,-1 0-1,1-1 0,-1 1 0,1 0 1,-1-1-1,1 1 0,29-20 1052,-21 14-1134,2-2 73,1 1 0,1 0 0,-1 1-1,1 1 1,0 0 0,0 1 0,1 0-1,-1 0 1,1 2 0,0 0 0,20-1-1,-28 4-10,1-1-1,-1 1 1,0 0-1,1 0 1,-1 0-1,0 1 1,0 0-1,0 0 1,0 1-1,-1 0 1,1 0-1,-1 0 1,0 1-1,1-1 1,-1 1-1,-1 0 1,1 1-1,-1-1 1,0 1-1,0 0 1,0 0-1,0 0 1,-1 1-1,0-1 1,0 1-1,-1 0 1,3 8-1,-2-7 5,0 0 0,-1 0 1,-1 0-1,1 0 0,-1 0 0,0 1 0,0-1 0,-1 1 0,0-1 0,-1 0 0,0 1 0,0-1 0,0 0 1,-1 0-1,0 1 0,-5 12 0,2-12 63,-1 1 1,1-1-1,-1 0 1,0 0-1,-1-1 0,0 1 1,0-1-1,-1-1 1,0 0-1,0 0 0,-11 6 1,-5 0-373,0 0 1,-1-2 0,0-1-1,0 0 1,-1-2 0,0-1-1,-1-2 1,-40 3-1,6-6-4947</inkml:trace>
</inkml:ink>
</file>

<file path=ppt/ink/ink1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45.035"/>
    </inkml:context>
    <inkml:brush xml:id="br0">
      <inkml:brushProperty name="width" value="0.035" units="cm"/>
      <inkml:brushProperty name="height" value="0.035" units="cm"/>
    </inkml:brush>
  </inkml:definitions>
  <inkml:trace contextRef="#ctx0" brushRef="#br0">706 313 2434,'0'0'4020,"2"-7"-3561,-1 0-142,0-1 0,0 1 0,-1-1 0,0 1-1,0-1 1,-1 1 0,1-1 0,-2 1 0,1-1 0,-1 1 0,0 0-1,-1 0 1,0 0 0,0 0 0,0 0 0,-8-10 0,4 8-284,0 1 1,0 0 0,-1 0-1,0 1 1,0 0 0,-1 0-1,0 1 1,0 0-1,0 1 1,-1 0 0,0 1-1,0 0 1,0 0 0,0 1-1,-1 0 1,0 1 0,1 0-1,-1 0 1,0 2 0,0-1-1,0 1 1,1 1 0,-22 3-1,12 0-31,-1 1 0,1 0 1,1 2-1,-1 0 0,1 2 0,1 0 0,-1 1 0,2 0 0,-1 2 0,1 0 0,-24 23 0,23-16-3,1 1-1,1 1 0,0 0 0,2 1 0,1 0 0,1 1 1,0 1-1,2 0 0,1 0 0,1 1 0,1 0 1,-7 46-1,4 9-12,5-1 1,7 151-1,1-182 30,2-1 0,2 0 0,2 0 0,2-1 0,3 0 0,1-1 0,23 46 0,-32-78 28,1 0 0,0 0 0,1-1 0,0 0 0,1-1 0,0 0-1,1 0 1,0-1 0,1 0 0,0-1 0,1 0 0,-1-1 0,2 0-1,-1-1 1,1 0 0,0-1 0,1-1 0,-1 0 0,1 0 0,0-2-1,0 0 1,1 0 0,-1-1 0,0-1 0,1 0 0,-1-2-1,29-2 1,-17-2 85,-1 0-1,0-2 0,-1 0 0,0-2 1,0-1-1,42-23 0,-22 7 247,-2-2 0,59-51 1,-83 64-271,-1-2 0,-1 0 0,-1 0 0,0-1 0,-2-1 0,0-1 0,-1 0 0,-1 0 0,0-1 0,-2-1 0,8-25 0,-10 19-17,0-1-1,-2 0 1,-2 0-1,0 0 1,-2-1-1,-1 1 1,-1-1-1,-6-31 1,-2 13-46,-3 1 0,-1-1 1,-2 2-1,-3 0 1,-1 1-1,-2 1 0,-2 1 1,-2 1-1,-2 1 1,-44-52-1,47 65 77,0 2-1,-2 1 1,-1 1-1,0 1 1,-37-22-1,46 34-517,-1 1 0,0 1 1,-1 1-1,0 0 0,-22-5 0,23 9-1475,1 1 1,-1 1-1,-29-1 0</inkml:trace>
</inkml:ink>
</file>

<file path=ppt/ink/ink1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51.706"/>
    </inkml:context>
    <inkml:brush xml:id="br0">
      <inkml:brushProperty name="width" value="0.035" units="cm"/>
      <inkml:brushProperty name="height" value="0.035" units="cm"/>
    </inkml:brush>
  </inkml:definitions>
  <inkml:trace contextRef="#ctx0" brushRef="#br0">408 307 3876,'0'0'1804,"1"-7"-1126,0 0-266,0-1 0,0 0 0,0 1 0,-1-1 0,0 0 0,-1 0 0,0 1 0,0-1 0,-1 1 0,0-1 0,0 1 0,0-1 0,-1 1 0,-1 0 0,1 0 0,-9-12 0,8 14-318,0 1 0,0 0-1,-1 0 1,1 0 0,-1 0 0,0 1 0,0-1-1,0 1 1,-1 1 0,1-1 0,-1 1 0,1 0-1,-1 0 1,0 0 0,0 1 0,0 0 0,0 0-1,0 1 1,0-1 0,0 2 0,0-1 0,0 0-1,0 1 1,1 0 0,-1 0 0,-8 4 0,1-1-89,1 1 0,0 1 0,0 0 0,0 1 0,1 0 0,0 1 1,0 0-1,1 1 0,0 0 0,-15 18 0,14-13 23,2 0 0,-1 0 0,2 1 0,0 0 0,1 1 0,0-1 0,1 1 0,1 1 0,1-1 0,0 1 0,1 0 0,1 0 0,0 0 1,1 0-1,1 0 0,4 27 0,-1-17 7,2-1 0,1 0 0,1 0 0,2-1 0,0 1 0,1-2 0,2 0 0,0 0 0,31 43 1,-37-59-19,1 0 1,0 0 0,0-1-1,1 0 1,0 0 0,0-1 0,0 0-1,1 0 1,0-1 0,0 0 0,1-1-1,14 6 1,-17-8 13,1 0 0,-1-1 0,0 0 0,1 0-1,-1-1 1,0 1 0,1-2 0,-1 1 0,0-1 0,1 0-1,-1 0 1,0-1 0,0 0 0,0-1 0,0 1 0,0-1 0,0 0-1,7-6 1,4-4 55,0 0 1,-1-1-1,-1-1 0,-1 0 0,0-1 0,-1-1 0,0 0 0,-2-1 0,0-1 0,-1 0 0,-1 0 1,0-1-1,-2 0 0,0-1 0,7-35 0,-10 31-40,0 1 1,-2-1-1,-2 0 1,0 0-1,-1 0 1,-1 1-1,-2-1 1,0 0-1,-2 1 1,0-1-1,-2 1 1,-1 1-1,-16-35 1,15 39 12,-1 1 1,0 1-1,-2 0 1,0 0-1,0 1 0,-24-21 1,31 32-136,-1 0-1,0 1 1,0-1 0,-1 1 0,1 1 0,-1-1 0,0 1 0,1 1-1,-10-3 1,10 3-215,1 2 0,0-1 0,0 1-1,0-1 1,-1 2 0,1-1 0,0 0 0,0 1-1,0 0 1,0 0 0,0 1 0,0-1 0,0 1-1,-7 4 1,-2 0-4129,0-5-1458</inkml:trace>
</inkml:ink>
</file>

<file path=ppt/ink/ink1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54.010"/>
    </inkml:context>
    <inkml:brush xml:id="br0">
      <inkml:brushProperty name="width" value="0.035" units="cm"/>
      <inkml:brushProperty name="height" value="0.035" units="cm"/>
    </inkml:brush>
  </inkml:definitions>
  <inkml:trace contextRef="#ctx0" brushRef="#br0">421 236 320,'0'0'1260,"-1"-8"-737,2-15-360,-3-55 4255,0 76-4221,1-1-1,0 1 1,0 0 0,-1 0 0,1 0 0,-1 0 0,0 0 0,0 0-1,0 0 1,0 0 0,0 1 0,0-1 0,0 1 0,0-1 0,-1 1 0,1 0-1,-1 0 1,1 0 0,0 0 0,-1 1 0,0-1 0,1 0 0,-1 1 0,1 0-1,-1 0 1,0 0 0,-3 0 0,-6 0 94,-1-1 0,0 2 0,0 0-1,-17 4 1,7 1-134,0 1 1,1 1-1,1 2 0,-27 14 0,35-17-53,2 0 0,-1 0-1,1 2 1,0-1 0,1 1-1,0 1 1,0 0 0,-13 18-1,19-20-46,0 1 0,0-1 0,1 0 0,0 1 0,1 0 0,0 0 0,0-1 0,1 1 0,0 1 0,1-1 0,0 0 0,0 0 0,3 14-1,-2-12 2,1 0-1,0 0 0,1-1 0,1 1 0,0-1 0,0 0 0,1 0 0,0 0 0,0 0 0,13 15 1,-10-17 1,1 0 0,0 0 0,1-1 0,0 0 0,0 0 0,0-1 0,1 0 0,0-1 0,0-1 0,0 0 0,1 0 0,-1-1 1,1 0-1,0-1 0,0 0 0,0-1 0,0-1 0,0 0 0,0 0 0,0-1 0,0-1 0,0 0 0,-1 0 0,1-1 1,0-1-1,-1 0 0,0-1 0,0 0 0,15-9 0,-9 4-9,-1-1 0,0-1 0,0 0-1,-1-1 1,0-1 0,-1 0 0,-1-1 0,-1-1 0,17-25 0,-25 34-41,0-1 0,0 1-1,0-1 1,-1 0 0,0 0 0,-1 0 0,0 0 0,0-1 0,-1 1 0,0-1-1,0 1 1,-1-1 0,0 1 0,-1-1 0,1 1 0,-2 0 0,1-1-1,-1 1 1,-1 0 0,1 0 0,-1 0 0,-1 0 0,1 0 0,-7-8 0,-2-3 7,-1 1 1,-1 0 0,0 2 0,-2-1 0,0 2 0,0 0-1,-28-18 1,38 28-15,0 1 0,0 0 0,0 1 0,-1 0 0,1 0 0,-1 0 0,0 1 0,0-1 0,0 2 0,0-1-1,0 1 1,0 0 0,0 1 0,0-1 0,0 2 0,-1-1 0,1 1 0,0 0 0,0 0 0,0 1 0,0 0 0,0 0 0,0 0 0,1 1 0,-1 0-1,-9 7 1,4-1-97,0 0 0,1 1 0,0 1 0,1 0 0,0 0 0,0 1 0,1 0 0,-8 15-1,-12 31-9388</inkml:trace>
</inkml:ink>
</file>

<file path=ppt/ink/ink1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54.617"/>
    </inkml:context>
    <inkml:brush xml:id="br0">
      <inkml:brushProperty name="width" value="0.035" units="cm"/>
      <inkml:brushProperty name="height" value="0.035" units="cm"/>
    </inkml:brush>
  </inkml:definitions>
  <inkml:trace contextRef="#ctx0" brushRef="#br0">149 98 5573,'0'0'710,"-8"-3"-389,3 1-289,2 0 39,1 1 0,-1 0 0,1 0 0,-1 0 0,0 0 0,0 0 0,1 1 0,-1-1 0,0 1 0,0 0 0,0 0 0,0 0 0,0 0 0,0 0 0,1 1 0,-1-1 0,0 1-1,0 0 1,0 0 0,1 0 0,-1 0 0,1 0 0,-1 0 0,1 1 0,-1-1 0,-3 4 0,-1 3 130,1 1 0,0-1 0,0 1-1,1 0 1,0 0 0,1 1 0,0-1 0,1 1 0,0 0 0,0 0-1,1 0 1,0 0 0,1 0 0,0 1 0,0-1 0,1 0-1,1 1 1,0-1 0,0 0 0,1 1 0,0-1 0,1 0 0,6 16-1,-5-17-167,-1-1 0,1 1-1,1 0 1,0-1 0,0 0-1,0-1 1,1 1 0,0-1-1,1 0 1,0 0 0,0-1-1,0 0 1,1 0 0,0-1-1,0 1 1,0-2 0,1 1-1,-1-1 1,1-1 0,0 0-1,0 0 1,0-1-1,1 0 1,-1 0 0,19 0-1,-24-2-27,0 0-1,0 0 0,0 0 0,0-1 0,0 1 1,0-1-1,0 0 0,0-1 0,0 1 0,-1-1 1,1 1-1,0-1 0,-1 0 0,1 0 0,-1-1 1,0 1-1,0-1 0,0 0 0,0 0 0,0 0 1,-1 0-1,1 0 0,-1 0 0,0-1 0,0 1 1,0-1-1,0 0 0,0 1 0,-1-1 0,0 0 1,0 0-1,0 0 0,0 0 0,0-7 0,0 0 3,-1-1-1,0 0 0,-1 0 0,0 0 0,0 0 0,-1 0 0,-1 1 0,0-1 0,-1 1 0,-10-22 0,-8-9-30,-35-49 0,46 75 28,-1 1 0,-1 0 0,0 1-1,0 0 1,-2 1 0,-15-11 0,-1 12 11,23 15-464,16 11-1082,6-4-1026,3-2 0</inkml:trace>
</inkml:ink>
</file>

<file path=ppt/ink/ink1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55.037"/>
    </inkml:context>
    <inkml:brush xml:id="br0">
      <inkml:brushProperty name="width" value="0.035" units="cm"/>
      <inkml:brushProperty name="height" value="0.035" units="cm"/>
    </inkml:brush>
  </inkml:definitions>
  <inkml:trace contextRef="#ctx0" brushRef="#br0">1 75 11339,'0'0'245,"8"3"-122,2 4 0,0 0 0,-1 1-1,1 0 1,-2 1 0,1 0 0,-1 0 0,0 0-1,-1 1 1,0 1 0,10 19 0,-16-27-120,2 0 6,-1 1 0,0 0 0,0 0 0,-1 0 0,1 0 0,-1 0 0,0 0 0,0 1 0,0-1 1,0 0-1,-1 8 0,0-12-6,0 0-1,-1 1 1,1-1 0,0 0 0,-1 0 0,1 1 0,0-1-1,-1 0 1,1 1 0,0-1 0,-1 0 0,1 0 0,-1 0-1,1 0 1,0 1 0,-1-1 0,1 0 0,-1 0 0,1 0-1,-1 0 1,1 0 0,0 0 0,-1 0 0,1 0 0,-1 0-1,1 0 1,-1 0 0,1 0 0,0 0 0,-1-1 0,1 1-1,-1 0 1,1 0 0,0 0 0,-1-1 0,1 1 0,0 0-1,-1 0 1,0-1 0,-16-9 39,14 5-41,0 1 0,1-1 1,0 1-1,-1-1 0,1 0 1,1 0-1,-1 0 0,1 0 1,0-1-1,0 1 0,0 0 1,1 0-1,0-1 1,0 1-1,0 0 0,1-1 1,-1 1-1,1 0 0,1 0 1,1-7-1,0 3-1,1 0 1,-1 0-1,1 1 0,1-1 1,0 1-1,0 0 0,0 1 1,1-1-1,0 1 0,11-10 1,-14 14 19,0 0 1,1 0-1,-1 0 1,1 1-1,-1-1 1,1 1-1,0 0 1,0 0-1,0 0 1,0 1-1,0-1 1,1 1-1,-1 0 1,0 0-1,1 1 1,-1-1 0,0 1-1,1 0 1,-1 0-1,0 0 1,1 1-1,-1-1 1,1 1-1,-1 0 1,0 1-1,0-1 1,0 1-1,0 0 1,0 0-1,0 0 1,0 0-1,-1 0 1,1 1-1,-1 0 1,1 0-1,-1 0 1,0 0 0,0 0-1,-1 1 1,1-1-1,-1 1 1,1 0-1,-1 0 1,2 5-1,1 0-93,-1 0 1,0 1-1,0-1 0,-1 1 1,4 14-1,-5 9-4776,-3-22-270</inkml:trace>
</inkml:ink>
</file>

<file path=ppt/ink/ink1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55.210"/>
    </inkml:context>
    <inkml:brush xml:id="br0">
      <inkml:brushProperty name="width" value="0.035" units="cm"/>
      <inkml:brushProperty name="height" value="0.035" units="cm"/>
    </inkml:brush>
  </inkml:definitions>
  <inkml:trace contextRef="#ctx0" brushRef="#br0">7 58 7911,'0'0'2275,"-7"-54"-2243,9 51-64,8 3-225,3 2-2241,2 3-2242</inkml:trace>
</inkml:ink>
</file>

<file path=ppt/ink/ink1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55.860"/>
    </inkml:context>
    <inkml:brush xml:id="br0">
      <inkml:brushProperty name="width" value="0.035" units="cm"/>
      <inkml:brushProperty name="height" value="0.035" units="cm"/>
    </inkml:brush>
  </inkml:definitions>
  <inkml:trace contextRef="#ctx0" brushRef="#br0">113 44 11883,'0'0'1292,"-9"-4"-934,9 4-358,-2-1 17,0-1 1,0 1-1,0 0 0,0 0 1,-1 0-1,1 0 1,0 0-1,-1 1 0,1-1 1,0 1-1,-1 0 0,1-1 1,-1 1-1,1 0 1,-1 0-1,1 1 0,-1-1 1,1 0-1,0 1 1,-1 0-1,1-1 0,0 1 1,-1 0-1,1 0 0,0 0 1,0 0-1,0 1 1,0-1-1,0 1 0,0-1 1,0 1-1,0 0 1,1 0-1,-1-1 0,1 1 1,-1 0-1,1 0 0,-2 4 1,0-1-14,1-1 1,-1 1-1,1 0 1,0 0-1,1 0 0,-1 0 1,1 0-1,0 0 1,0 0-1,0 1 1,1 6-1,0-11-3,0 0-1,0 0 1,0 0 0,0 0-1,0 0 1,1 0 0,-1 0-1,0 0 1,1-1-1,-1 1 1,0 0 0,1 0-1,-1 0 1,1 0 0,-1 0-1,1-1 1,0 1-1,-1 0 1,1-1 0,0 1-1,0 0 1,-1-1 0,1 1-1,1 0 1,0-1-1,0 1 0,0-1 1,0 0-1,-1 0 0,1 0 1,0-1-1,0 1 0,0 0 1,0-1-1,0 1 0,-1-1 0,1 0 1,0 1-1,0-1 0,-1 0 1,1 0-1,-1 0 0,2-1 1,9-6 2,-6 4 7,0 0 0,0 1 0,0-1 0,1 1 0,0 1 0,8-4 0,-13 6-7,-1 0 0,1 0-1,0 0 1,-1 0 0,1 0 0,0 0-1,-1 0 1,1 0 0,0 1-1,-1-1 1,1 1 0,-1-1-1,1 1 1,-1 0 0,1-1-1,-1 1 1,1 0 0,-1 0 0,0 0-1,1 0 1,-1 0 0,0 0-1,0 1 1,0-1 0,0 0-1,0 1 1,0-1 0,0 0 0,0 1-1,-1-1 1,1 1 0,0-1-1,0 3 1,12 30 169,-2 2-1,-1-1 1,-2 1 0,5 44 0,0 150 250,-13-225-412,0-1 0,-1 0 0,1 0 0,-1 1 0,1-1 0,-2 0 0,1 0-1,0 0 1,-1 0 0,1 0 0,-1 0 0,0 0 0,-5 6 0,5-9-6,1 0 1,0 1 0,-1-1-1,0 0 1,1 0-1,-1-1 1,1 1 0,-1 0-1,0 0 1,0-1-1,1 1 1,-1-1 0,0 0-1,0 1 1,0-1-1,0 0 1,0 0 0,1 0-1,-1 0 1,0-1-1,0 1 1,0 0 0,0-1-1,1 1 1,-1-1-1,0 0 1,1 1 0,-1-1-1,0 0 1,1 0-1,-1 0 1,1 0 0,-1-1-1,1 1 1,-2-2 0,-5-4-9,1 0 1,0-1-1,0 1 1,1-2 0,0 1-1,0-1 1,1 1 0,0-1-1,1-1 1,0 1 0,0-1-1,1 1 1,1-1 0,-1 0-1,1 0 1,0-16 0,0 10-10,1 0 1,1 0-1,1 0 1,0 0-1,1 0 1,0 0-1,2 0 1,0 1-1,11-29 1,-3 21 19,0 1 0,2 1-1,0 0 1,1 0 0,1 2 0,1 0-1,1 1 1,0 1 0,2 0 0,-1 2-1,2 0 1,0 1 0,1 1 0,30-12-1,-45 22 40,0 0 0,0 1 0,0 0 0,0 1 0,1-1 0,-1 1 0,8 0 0,-13 1-38,-1 0 0,1 0 0,0 1 0,0-1-1,-1 0 1,1 1 0,0-1 0,-1 1 0,1-1 0,0 1 0,-1 0 0,1-1-1,-1 1 1,1 0 0,-1 0 0,0 0 0,1 1 0,-1-1 0,0 0 0,0 0-1,0 1 1,1-1 0,-2 0 0,1 1 0,0-1 0,0 1 0,0 0-1,-1-1 1,1 1 0,-1 0 0,1-1 0,-1 1 0,1 2 0,1 14-79,0 0 0,-2 0 0,0 0 1,0 0-1,-2 0 0,0 0 1,-8 28-1,10-46 39,0 1-137,0-1 0,0 0-1,0 1 1,0-1 0,-1 0-1,1 1 1,0-1 0,0 0-1,0 1 1,0-1-1,0 0 1,-1 1 0,1-1-1,0 0 1,0 1 0,0-1-1,-1 0 1,1 1 0,0-1-1,-1 0 1,1 0-1,0 0 1,0 1 0,-1-1-1,1 0 1,0 0 0,-1 0-1,1 0 1,-1 1 0,1-1-1,0 0 1,-1 0-1,1 0 1,0 0 0,-1 0-1,-8 0-4122</inkml:trace>
</inkml:ink>
</file>

<file path=ppt/ink/ink1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55.988"/>
    </inkml:context>
    <inkml:brush xml:id="br0">
      <inkml:brushProperty name="width" value="0.035" units="cm"/>
      <inkml:brushProperty name="height" value="0.035" units="cm"/>
    </inkml:brush>
  </inkml:definitions>
  <inkml:trace contextRef="#ctx0" brushRef="#br0">0 42 7911,'0'0'0,"45"-41"-1729,-31 40-1859</inkml:trace>
</inkml:ink>
</file>

<file path=ppt/ink/ink1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56.332"/>
    </inkml:context>
    <inkml:brush xml:id="br0">
      <inkml:brushProperty name="width" value="0.035" units="cm"/>
      <inkml:brushProperty name="height" value="0.035" units="cm"/>
    </inkml:brush>
  </inkml:definitions>
  <inkml:trace contextRef="#ctx0" brushRef="#br0">0 139 5958,'0'0'400,"7"4"892,13 6-37,-1 0 0,-1 2 1,25 19-1,-37-26-1142,1 1 0,-2 0 0,1 0 0,-1 0 0,1 0 0,-2 1 0,1 0 0,-1 0 0,0 1 0,0-1 0,-1 1 0,0-1 0,2 12 0,-19-50 74,14 18-150,0 0-1,0 0 0,1 0 1,1 0-1,0 1 0,1-1 1,0 0-1,1 1 0,0 0 1,1 0-1,0 0 1,1 0-1,0 1 0,1 0 1,1 0-1,0 1 0,0 0 1,1 0-1,0 1 0,12-10 1,-19 16 13,1 1 1,-1 0-1,1 0 1,-1 0-1,1 0 1,0 0-1,-1 0 1,1 1-1,0-1 1,0 1-1,1 0 1,-1 0-1,0 0 1,0 1-1,0-1 1,1 1-1,-1-1 1,0 1-1,0 0 1,1 0-1,-1 1 1,0-1-1,0 1 1,1-1-1,-1 1 1,0 0-1,0 0 1,0 1-1,0-1 1,0 1-1,0-1 1,3 3-1,4 6-15,-1 0 0,0 0 0,0 1 1,-1 0-1,0 0 0,9 19 0,22 29-1109,-30-50-3213</inkml:trace>
</inkml:ink>
</file>

<file path=ppt/ink/ink1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59.261"/>
    </inkml:context>
    <inkml:brush xml:id="br0">
      <inkml:brushProperty name="width" value="0.035" units="cm"/>
      <inkml:brushProperty name="height" value="0.035" units="cm"/>
    </inkml:brush>
  </inkml:definitions>
  <inkml:trace contextRef="#ctx0" brushRef="#br0">1 387 2338,'0'-5'369,"0"-1"0,0 1 1,0 0-1,1-1 0,0 1 0,0 0 0,1 0 0,-1 0 0,1 0 1,0 0-1,1 0 0,-1 0 0,1 1 0,0-1 0,5-6 0,-4 8-215,0 0-1,0 0 1,0 0-1,0 0 1,0 1-1,0-1 0,1 1 1,-1 0-1,1 1 1,0-1-1,-1 1 1,1 0-1,0 0 1,0 0-1,0 1 1,9 0-1,129 6 1306,43-1 162,309-63-213,-273 25-1225,603-45 91,3 35 11,-623 34-161,-131 7-148,-24 1-388,0-1 0,94-18 0,-143 20 267,0 0-1,0 0 1,-1 0-1,1-1 0,0 1 1,0 0-1,0 0 0,-1 0 1,1-1-1,0 1 0,0-1 1,-1 1-1,1 0 1,0-1-1,-1 1 0,1-1 1,0 1-1,-1-1 0,1 0 1,-1 1-1,1-1 0,-1 0 1,1 1-1,-1-1 1,0 0-1,1 0 0,-1 1 1,0-1-1,0 0 0,1 0 1,-1-1-1,1-15-4440</inkml:trace>
</inkml:ink>
</file>

<file path=ppt/ink/ink1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7:59.575"/>
    </inkml:context>
    <inkml:brush xml:id="br0">
      <inkml:brushProperty name="width" value="0.035" units="cm"/>
      <inkml:brushProperty name="height" value="0.035" units="cm"/>
    </inkml:brush>
  </inkml:definitions>
  <inkml:trace contextRef="#ctx0" brushRef="#br0">67 2 12139,'0'0'380,"7"-1"-124,0 1-203,-1 0 1,0 1 0,1 0-1,-1 1 1,0-1 0,0 1 0,0 0-1,0 1 1,-1-1 0,1 1-1,0 0 1,-1 1 0,0-1-1,0 1 1,0 0 0,0 0-1,8 10 1,2 1 77,1 2 0,-2-1 0,0 2 0,-1 0 0,-1 0 0,0 2 0,-2-1 0,16 39 0,-23-48-121,1 1-1,-1-1 1,-1 0-1,0 1 1,0 0-1,-1-1 0,-1 1 1,0 0-1,0 0 1,-1-1-1,0 1 1,-1 0-1,0-1 0,-1 1 1,0-1-1,0 0 1,-1 0-1,-1 0 0,0 0 1,-6 9-1,-9 8-70,0-2-1,-2 0 1,-1-2-1,-47 39 1,52-49-1301,-1 0 0,-22 11 0,-20 2-7121</inkml:trace>
</inkml:ink>
</file>

<file path=ppt/ink/ink1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00.431"/>
    </inkml:context>
    <inkml:brush xml:id="br0">
      <inkml:brushProperty name="width" value="0.035" units="cm"/>
      <inkml:brushProperty name="height" value="0.035" units="cm"/>
    </inkml:brush>
  </inkml:definitions>
  <inkml:trace contextRef="#ctx0" brushRef="#br0">1 1 10666,'0'0'545,"2"11"117,54 466 1304,-25-163-1519,-23-249-396,18 208 122,-41-306 248,1-38-231,-11-143 0,19-76-161,4 151 112,2 83-58,0 13 396,-9-77 0,6 113 9,0 23-393,1 26-85,2-39-1,0 33 59,1-1 0,12 70 0,-12-97-66,1 0 0,0 0 0,0 0 0,1 0 0,0-1 0,0 1-1,1-1 1,0 0 0,0 0 0,0 0 0,1-1 0,0 1 0,1-1 0,-1 0-1,1-1 1,1 1 0,-1-1 0,1-1 0,9 6 0,-12-8 0,0 0 1,0 0 0,1-1-1,-1 0 1,0 0-1,1 0 1,-1 0 0,1-1-1,0 0 1,-1 0-1,1 0 1,-1 0 0,1-1-1,-1 0 1,1 0-1,-1 0 1,7-3 0,-4 1-65,1-1 1,-1-1 0,0 1 0,0-1 0,0 0 0,-1-1-1,0 1 1,11-14 0,-5 3-62,-1 0 1,0 0-1,-1-1 1,-1 0-1,0-1 1,-2 0-1,8-28 1,-14 43 141,0 0 0,0-1 0,-1 1 0,1 0 0,-1-1 0,0 1 0,0-1 0,-1 1 0,1-1 0,0 1 0,-2-4 0,2 7-8,0-1 0,0 1 0,0 0-1,-1 0 1,1-1 0,0 1 0,0 0-1,0 0 1,0 0 0,0-1-1,-1 1 1,1 0 0,0 0 0,0 0-1,0 0 1,0 0 0,-1-1 0,1 1-1,0 0 1,0 0 0,-1 0 0,1 0-1,0 0 1,0 0 0,-1 0-1,1 0 1,0 0 0,0 0 0,-1 0-1,1 0 1,0 0 0,0 0 0,0 0-1,-1 0 1,1 0 0,0 0-1,0 0 1,-1 0 0,1 0 0,0 0-1,0 0 1,-1 0 0,1 1 0,0-1-1,-16 22 304,14-16-274,-1 1 0,1 0 1,0 0-1,0 0 1,1 0-1,0 0 0,0 1 1,1-1-1,0 0 1,0 0-1,0 0 0,1 1 1,0-1-1,1 0 1,0 0-1,0 0 0,5 11 1,-2-7-303,0-1 0,0 0 1,1 0-1,1-1 0,0 1 1,0-1-1,1-1 0,0 0 1,0 0-1,14 10 0,2-5-3112,-1-9-1409</inkml:trace>
</inkml:ink>
</file>

<file path=ppt/ink/ink1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00.631"/>
    </inkml:context>
    <inkml:brush xml:id="br0">
      <inkml:brushProperty name="width" value="0.035" units="cm"/>
      <inkml:brushProperty name="height" value="0.035" units="cm"/>
    </inkml:brush>
  </inkml:definitions>
  <inkml:trace contextRef="#ctx0" brushRef="#br0">14 1 15695,'0'0'1633,"-14"48"-1601,14-23 32,0 5-64,0 2 33,2 0-33,3 2 0,1-2-129,-1-1-1344,0-6-961,2-8-1730,-2-10-417</inkml:trace>
</inkml:ink>
</file>

<file path=ppt/ink/ink1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00.815"/>
    </inkml:context>
    <inkml:brush xml:id="br0">
      <inkml:brushProperty name="width" value="0.035" units="cm"/>
      <inkml:brushProperty name="height" value="0.035" units="cm"/>
    </inkml:brush>
  </inkml:definitions>
  <inkml:trace contextRef="#ctx0" brushRef="#br0">155 0 12940,'0'0'1922,"30"59"-1858,-30-21 32,0 5-32,-13 2-32,-6 3 0,-6 0 0,-3-2-32,-3-1-64,-4-10-1441,1-8-3204</inkml:trace>
</inkml:ink>
</file>

<file path=ppt/ink/ink1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01.455"/>
    </inkml:context>
    <inkml:brush xml:id="br0">
      <inkml:brushProperty name="width" value="0.035" units="cm"/>
      <inkml:brushProperty name="height" value="0.035" units="cm"/>
    </inkml:brush>
  </inkml:definitions>
  <inkml:trace contextRef="#ctx0" brushRef="#br0">4 401 15663,'1'13'-22,"3"59"28,4 57 53,-16 234-1,5-348-25,0-13 55,0-27 5,10-120-108,32-186 0,-17 186 198,2-189 0,-26 319 333,-3 24-340,-5 23-179,-1 99 1,11-114 4,0 0-1,1-1 0,1 1 0,0 0 0,9 29 0,-10-42-1,1 1 0,0-1 0,0 1 0,0-1 0,1 0 0,0 0 0,-1 0-1,1 0 1,1-1 0,-1 1 0,0-1 0,1 0 0,0 0 0,0 0 0,4 3 0,-5-5 0,0 0 0,-1 0 0,1 0 1,0 0-1,0-1 0,-1 1 0,1-1 1,0 0-1,0 0 0,0 0 0,0 0 1,-1 0-1,1-1 0,0 1 0,0-1 1,0 0-1,-1 0 0,1 0 0,0 0 1,-1 0-1,1 0 0,-1-1 0,0 1 0,1-1 1,-1 0-1,0 0 0,3-2 0,12-14-34,-1-1 0,-1-1 0,0 0 0,-1-1 0,-2 0 0,14-31-1,26-40-57,-51 149 103,-3-7-85,0-16 257,2 0 0,4 39 0,-3-63-374,0-1-1,1 1 0,1-1 0,-1 0 0,1 0 1,1 0-1,0 0 0,0-1 0,1 1 1,0-1-1,0 0 0,9 10 0,5-1-3881</inkml:trace>
</inkml:ink>
</file>

<file path=ppt/ink/ink1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01.812"/>
    </inkml:context>
    <inkml:brush xml:id="br0">
      <inkml:brushProperty name="width" value="0.035" units="cm"/>
      <inkml:brushProperty name="height" value="0.035" units="cm"/>
    </inkml:brush>
  </inkml:definitions>
  <inkml:trace contextRef="#ctx0" brushRef="#br0">0 50 14734,'0'0'1746,"0"-7"-823,0-35-69,0 41-624,4 15-102,35 72-284,-29-68 94,-1 1 1,-1-1-1,0 1 1,-1 1-1,-2-1 1,0 1-1,-1 0 1,2 27-1,-6-45 63,0 0 0,-1 0 0,1-1 0,0 1 0,0 0 1,0-1-1,1 1 0,-1 0 0,0-1 0,1 1 0,-1 0 0,1-1 0,-1 1 0,1 0 1,0-1-1,-1 1 0,1-1 0,0 0 0,0 1 0,0-1 0,0 1 0,1-1 0,-1 0 0,0 0 1,0 0-1,1 0 0,-1 0 0,3 2 0,0-3 1,0 0 1,-1 0-1,1-1 0,-1 1 0,1-1 1,-1 0-1,1 1 0,-1-1 1,0-1-1,1 1 0,-1-1 0,0 1 1,4-3-1,58-27-591,-44 22-122,0 0-1,0-2 0,-1 0 0,-1-1 0,0-1 0,0-1 1,16-16-1,-12 0-5048</inkml:trace>
</inkml:ink>
</file>

<file path=ppt/ink/ink1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01.952"/>
    </inkml:context>
    <inkml:brush xml:id="br0">
      <inkml:brushProperty name="width" value="0.035" units="cm"/>
      <inkml:brushProperty name="height" value="0.035" units="cm"/>
    </inkml:brush>
  </inkml:definitions>
  <inkml:trace contextRef="#ctx0" brushRef="#br0">0 12 16015,'0'0'-32,"56"-12"865,-4 22-481</inkml:trace>
</inkml:ink>
</file>

<file path=ppt/ink/ink1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02.390"/>
    </inkml:context>
    <inkml:brush xml:id="br0">
      <inkml:brushProperty name="width" value="0.035" units="cm"/>
      <inkml:brushProperty name="height" value="0.035" units="cm"/>
    </inkml:brush>
  </inkml:definitions>
  <inkml:trace contextRef="#ctx0" brushRef="#br0">203 1 12588,'-56'80'352,"1"16"129,15 20-65,11 16-64,11 10-223,13 2-65,5-1 0,23-13-64,13-13-32,17-9 0,10-18-1954,6-27-1730,7-27-2145</inkml:trace>
</inkml:ink>
</file>

<file path=ppt/ink/ink1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03.117"/>
    </inkml:context>
    <inkml:brush xml:id="br0">
      <inkml:brushProperty name="width" value="0.035" units="cm"/>
      <inkml:brushProperty name="height" value="0.035" units="cm"/>
    </inkml:brush>
  </inkml:definitions>
  <inkml:trace contextRef="#ctx0" brushRef="#br0">16 78 4740,'0'0'983,"-3"-8"-295,-8-29 433,10 36-1041,1 0-1,0 0 1,0 0-1,0 0 0,0 0 1,0 0-1,0 1 0,0-1 1,0 0-1,0 0 0,0 0 1,0 0-1,0 0 0,0 0 1,1 1-1,-1-1 0,0 0 1,1 0-1,-1 0 0,1 1 1,-1-1-1,1 0 1,-1 0-1,1 1 0,0-1 1,-1 0-1,2 0 0,27-8 1238,33 13 56,-47 0-1250,0 0 1,-1 1 0,0 1-1,0 1 1,0 0 0,-1 1-1,0 0 1,0 1-1,-1 0 1,0 1 0,0 0-1,13 17 1,-5-5-51,-2 2 0,0 0 0,-1 1 0,-1 1-1,17 40 1,-17-27-37,-3 0-1,-1 0 1,-2 2-1,-1-1 1,-3 1-1,-1 0 1,-2 1-1,-1-1 1,-3 0-1,-1 1 0,-2-1 1,-11 46-1,6-48-323,-1 0 0,-2-1-1,-2 0 1,-1-1-1,-2 0 1,-2-2-1,-1 0 1,-1-1 0,-3-1-1,0-1 1,-2-1-1,-45 42 1,-44 16-4922</inkml:trace>
</inkml:ink>
</file>

<file path=ppt/ink/ink1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36.458"/>
    </inkml:context>
    <inkml:brush xml:id="br0">
      <inkml:brushProperty name="width" value="0.035" units="cm"/>
      <inkml:brushProperty name="height" value="0.035" units="cm"/>
    </inkml:brush>
  </inkml:definitions>
  <inkml:trace contextRef="#ctx0" brushRef="#br0">1 136 256,'383'31'4554,"473"3"-2098,-302-81-1513,-400 28-888,17 0-36,1 7 0,0 8 0,0 8 1,242 35-1,-189-6 160,396 10 0,46-74 999,37 1 478,725 46-1298,0 32-283,-353-9-50,0-67 35,-44-56 1678,514-32-689,-1526 115-1084,-5 1-68,1-1 0,-1-1 0,0 0 0,17-5 0,7-12-2385</inkml:trace>
</inkml:ink>
</file>

<file path=ppt/ink/ink1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38.883"/>
    </inkml:context>
    <inkml:brush xml:id="br0">
      <inkml:brushProperty name="width" value="0.035" units="cm"/>
      <inkml:brushProperty name="height" value="0.035" units="cm"/>
    </inkml:brush>
  </inkml:definitions>
  <inkml:trace contextRef="#ctx0" brushRef="#br0">1 118 3395,'47'-39'-672,"2"0"319,-1 0-768</inkml:trace>
</inkml:ink>
</file>

<file path=ppt/ink/ink1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39.193"/>
    </inkml:context>
    <inkml:brush xml:id="br0">
      <inkml:brushProperty name="width" value="0.035" units="cm"/>
      <inkml:brushProperty name="height" value="0.035" units="cm"/>
    </inkml:brush>
  </inkml:definitions>
  <inkml:trace contextRef="#ctx0" brushRef="#br0">523 122 288,'6'-9'1805,"-1"3"-1479,23-35 1243,-27 38-1347,1 0 0,0 0-1,-1 0 1,0 0 0,0 0-1,0-1 1,0 1 0,0 0-1,-1-1 1,1 1 0,-1 0 0,0-1-1,0 1 1,-1-4 0,0 6-156,1 0 0,-1 0 0,0 0 1,0 0-1,0 0 0,-1 0 0,1 0 1,0 0-1,0 1 0,0-1 0,-1 0 1,1 1-1,0-1 0,0 1 0,-1-1 1,1 1-1,-1 0 0,1 0 0,0 0 1,-1 0-1,1 0 0,0 0 0,-1 0 0,1 0 1,-1 0-1,1 0 0,-3 1 0,-40 9 92,31-3-78,0-1 1,1 2-1,-1 0 0,1 0 0,1 1 1,0 0-1,0 1 0,1 1 0,0-1 1,1 1-1,0 1 0,1 0 0,-10 18 1,1 4 14,1 0 1,1 1-1,2 0 1,-9 39 0,6-3-52,3 1 1,3 1 0,-1 109-1,25 220 89,-10-339-129,-2-26 261,-4 72-1,0-96-159,0 1-1,-1-1 0,0 1 0,-1-1 1,-1 0-1,0-1 0,-1 1 0,-10 17 1,7-16 97,-1 1 1,-1-2 0,-16 18 0,22-26-454,0 0 0,-1-1 0,1 1 0,-1-1 0,0 0 1,0-1-1,-1 0 0,1 0 0,-1 0 0,-12 4 0,-17-4-3817</inkml:trace>
</inkml:ink>
</file>

<file path=ppt/ink/ink1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39.364"/>
    </inkml:context>
    <inkml:brush xml:id="br0">
      <inkml:brushProperty name="width" value="0.035" units="cm"/>
      <inkml:brushProperty name="height" value="0.035" units="cm"/>
    </inkml:brush>
  </inkml:definitions>
  <inkml:trace contextRef="#ctx0" brushRef="#br0">0 456 13261,'0'0'96,"46"-80"352,-4 31-128,15-1-127,11 1-97,3 0-32,0 6 0,-3 5-32,-6 9 0,-8 7-32,-9 6-224,-11 1-2435,-8 0-2882</inkml:trace>
</inkml:ink>
</file>

<file path=ppt/ink/ink1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39.790"/>
    </inkml:context>
    <inkml:brush xml:id="br0">
      <inkml:brushProperty name="width" value="0.035" units="cm"/>
      <inkml:brushProperty name="height" value="0.035" units="cm"/>
    </inkml:brush>
  </inkml:definitions>
  <inkml:trace contextRef="#ctx0" brushRef="#br0">1 317 7911,'0'0'75,"11"1"43,1 0 179,0 1 0,0-2 1,-1 0-1,1 0 0,0-1 1,0-1-1,-1 0 0,1 0 0,-1-1 1,1-1-1,-1 1 0,18-11 1,1-5 162,-1-2-1,-1-1 1,-1-1 0,-1-2 0,-1 0 0,36-48 0,-59 70-456,1 0 0,-1 0 1,0 0-1,0 0 1,-1 0-1,1-1 0,0 1 1,-1 0-1,0-1 1,0 1-1,0-1 0,0 0 1,-1 1-1,1-1 0,-1 0 1,0-4-1,0 7-2,-1 0 1,1 0-1,-1 0 0,1 0 0,-1 0 0,1 0 0,-1 0 1,1 0-1,-1 1 0,0-1 0,1 0 0,-1 0 0,0 1 1,0-1-1,0 1 0,1-1 0,-1 1 0,0-1 0,0 1 1,0-1-1,-2 0 0,0 1 4,-1-1 0,0 0 0,1 1 0,-1 0 0,0 0 0,0 0 0,1 0 0,-7 2 0,-1 1 37,0 0 0,0 1 0,1 0 0,0 1 0,-1 0 0,2 1-1,-1 0 1,1 1 0,0 0 0,0 0 0,1 1 0,0 0 0,0 0 0,1 1 0,-12 17 0,14-18 3,-1 0 1,2 0-1,-1 0 0,1 0 0,0 1 1,1-1-1,0 1 0,0 0 0,1 0 1,0 0-1,1 0 0,0 0 0,0 1 1,1-1-1,0 0 0,1 1 0,0-1 1,0 0-1,6 17 0,-5-21-42,1 0-1,0 0 1,0 0-1,0-1 1,1 1-1,0-1 1,-1 1-1,2-1 1,-1 0-1,0-1 1,1 1-1,0-1 1,-1 0-1,1 0 1,1-1-1,-1 1 1,0-1-1,1 0 1,-1 0-1,1-1 1,-1 0-1,1 0 1,0 0-1,-1-1 1,1 1 0,10-2-1,0 0-270,0-1-1,0 0 1,-1-1-1,1 0 1,-1-1 0,0-1-1,0-1 1,23-11 0,-13 2-2239,-1 0 1,44-38-1,-14 3-4642</inkml:trace>
</inkml:ink>
</file>

<file path=ppt/ink/ink1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40.207"/>
    </inkml:context>
    <inkml:brush xml:id="br0">
      <inkml:brushProperty name="width" value="0.035" units="cm"/>
      <inkml:brushProperty name="height" value="0.035" units="cm"/>
    </inkml:brush>
  </inkml:definitions>
  <inkml:trace contextRef="#ctx0" brushRef="#br0">279 1 4837,'0'0'5306,"-10"0"-3838,-3-1-1097,0 1 0,0 1 0,0 0 0,0 1 0,0 0 0,0 1 0,1 1 0,-1 0 0,-22 10 0,26-8-267,0 0 1,1 0-1,0 0 0,0 1 0,1 0 0,0 1 1,0 0-1,0 0 0,1 0 0,1 1 1,-1 0-1,1 0 0,1 0 0,0 1 0,0-1 1,1 1-1,0 0 0,1 0 0,0 0 0,0 1 1,1-1-1,1 17 0,-1-26-105,1 0 0,0 1 1,0-1-1,0 0 0,0 0 0,0 0 0,0 0 1,1 1-1,-1-1 0,0 0 0,1 0 0,-1 0 1,1 0-1,-1 0 0,1 0 0,-1 0 0,1 0 1,0 0-1,-1 0 0,1 0 0,0 0 0,0 0 1,0 0-1,0-1 0,0 1 0,0 0 0,0-1 1,0 1-1,0-1 0,0 1 0,0-1 0,0 1 1,0-1-1,0 0 0,0 1 0,1-1 0,-1 0 1,0 0-1,0 0 0,0 0 0,0 0 0,1 0 1,-1 0-1,2-1 0,2 0-41,-1 0-1,0-1 1,1 1 0,-1-1-1,0 0 1,0 0 0,0 0-1,0 0 1,0-1 0,5-5-1,6-8-329,-2 0 0,0-1 0,19-33 0,14-19 520,-36 113 941,-8-29-1017,1-1-1,1 1 1,0-1-1,7 17 0,-9-27-107,0 0 0,0-1 0,0 1-1,0-1 1,1 0 0,-1 1 0,1-1 0,0 0-1,4 3 1,-5-5-63,-1 0 1,1 0-1,0 0 0,-1 0 0,1 0 1,0-1-1,-1 1 0,1-1 0,0 1 0,0-1 1,0 0-1,0 0 0,-1 0 0,1 0 1,0 0-1,0 0 0,0 0 0,0 0 1,-1-1-1,1 1 0,3-2 0,-3 1-227,0-1 0,1 1-1,-1-1 1,0 0 0,0 1-1,0-1 1,0 0-1,0 0 1,0-1 0,-1 1-1,1 0 1,-1-1 0,1 1-1,1-5 1,10-24-4121</inkml:trace>
</inkml:ink>
</file>

<file path=ppt/ink/ink1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40.424"/>
    </inkml:context>
    <inkml:brush xml:id="br0">
      <inkml:brushProperty name="width" value="0.035" units="cm"/>
      <inkml:brushProperty name="height" value="0.035" units="cm"/>
    </inkml:brush>
  </inkml:definitions>
  <inkml:trace contextRef="#ctx0" brushRef="#br0">8 1 12812,'0'0'1153,"-7"66"-480,8-22 160,8 7-65,2 6-447,0 2-225,1 2-32,-4 2-64,-3-2 32,0-1-32,-4-2-96,-1-7-705,0-9-2370,-7-16-3171</inkml:trace>
</inkml:ink>
</file>

<file path=ppt/ink/ink1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41.438"/>
    </inkml:context>
    <inkml:brush xml:id="br0">
      <inkml:brushProperty name="width" value="0.035" units="cm"/>
      <inkml:brushProperty name="height" value="0.035" units="cm"/>
    </inkml:brush>
  </inkml:definitions>
  <inkml:trace contextRef="#ctx0" brushRef="#br0">1 389 11787,'0'0'2264,"2"-11"-1629,1 4-577,-1 0 1,1 0-1,0 0 0,0 0 1,1 1-1,-1-1 0,2 1 1,-1 0-1,1 0 1,0 0-1,0 1 0,0 0 1,1 0-1,7-5 0,12-8 243,51-27 0,-66 40-204,1 1 0,-1-1 0,1 2 0,0-1-1,0 1 1,1 1 0,-1 0 0,14 0 0,-22 2-93,-1 0 1,0 1-1,0-1 0,0 1 1,0 0-1,0-1 0,0 1 1,0 0-1,-1 0 1,1 0-1,0 0 0,0 0 1,-1 1-1,1-1 1,-1 0-1,1 1 0,-1-1 1,1 1-1,-1 0 0,0 0 1,0-1-1,0 1 1,0 0-1,0 0 0,0 0 1,0 0-1,-1 0 1,1 0-1,-1 0 0,0 0 1,1 0-1,-1 3 0,2 11 28,-1 0 0,0 0 0,-2 21-1,0-15 23,1-21-52,0 13 12,0 0 0,1 0-1,6 24 1,-7-37-13,0 1-1,1 0 1,-1 0 0,1-1-1,0 1 1,-1-1-1,1 1 1,0 0 0,0-1-1,0 0 1,0 1-1,1-1 1,-1 0-1,0 1 1,0-1 0,1 0-1,1 1 1,-2-2-1,1 1 0,-1-1 0,1 0 0,-1 0 0,1 0 0,-1 0 0,1 0 0,-1 0 1,0-1-1,1 1 0,-1 0 0,1-1 0,-1 1 0,1-1 0,-1 1 0,0-1 0,1 0 0,-1 0 0,0 0 0,0 1 0,0-1 1,0 0-1,0 0 0,2-2 0,15-15-27,-1-1 0,0-1 0,23-37 1,-23 32-35,0 1 1,28-28 0,-45 52 67,1-1 0,-1 1 0,1-1 0,-1 1 0,1 0 0,-1-1 0,1 1 0,-1 0 0,1-1 0,0 1 0,-1 0 0,1 0 0,-1 0 0,1 0 0,0-1 0,-1 1 0,1 0 0,0 0 0,-1 0 0,1 0 0,-1 0 0,1 1 0,0-1 0,-1 0 0,1 0 1,-1 0-1,1 0 0,0 1 0,-1-1 0,1 0 0,-1 1 0,1-1 0,-1 0 0,1 1 0,-1-1 0,1 1 0,-1-1 0,1 1 0,-1-1 0,0 1 0,1-1 0,-1 1 0,0-1 0,1 1 0,-1-1 0,0 1 0,0-1 0,1 2 0,14 38 409,-11-28-269,0-2-66,-1-1-54,1-1 0,0 1 0,0-1 0,9 12 0,-13-19-25,1 0 0,-1 0 0,1 0 0,0-1 0,0 1 0,-1 0 0,1 0 0,0-1-1,0 1 1,0 0 0,0-1 0,0 1 0,0-1 0,-1 1 0,1-1 0,1 0 0,-1 1 0,0-1 0,0 0 0,0 0 0,0 1 0,0-1 0,0 0 0,0 0 0,0 0 0,0 0 0,0-1 0,0 1 0,0 0 0,0 0-1,0-1 1,0 1 0,0-1 0,0 1 0,0 0 0,0-1 0,0 0 0,0 1 0,0-1 0,0 0 0,0 1 0,-1-1 0,1 0 0,0 0 0,-1 0 0,1 0 0,0-1 0,10-13 17,-2 0 1,0-1 0,0 0 0,10-31-1,-15 34-19,1 0 0,1 0 0,0 0-1,1 1 1,0 0 0,1 0 0,0 1-1,1 0 1,10-11 0,-17 21 0,-1 0 0,1-1 0,0 1 0,0 0-1,-1 0 1,1 0 0,0 0 0,0 1 0,0-1 0,0 0 0,0 1 0,0-1 0,0 1 0,0 0 0,0 0 0,0 0 0,0 0 0,0 0-1,0 0 1,1 0 0,-1 1 0,0-1 0,0 1 0,0 0 0,-1-1 0,1 1 0,0 0 0,0 0 0,0 0 0,0 0 0,-1 1 0,1-1-1,-1 0 1,1 1 0,-1-1 0,1 1 0,-1-1 0,2 3 0,6 8-1,-1 1 1,0-1-1,0 1 0,6 18 0,-7-17 2,0 0 1,-3-4-2,1 0-1,0-1 1,1 1-1,0-1 1,0 0 0,11 11-1,-15-18 3,0 0-1,1-1 0,-1 1 1,1 0-1,0-1 0,-1 0 1,1 1-1,0-1 0,0 0 1,0-1-1,0 1 0,0 0 1,-1-1-1,1 0 0,0 1 1,1-1-1,-1 0 0,0-1 1,0 1-1,0-1 0,-1 1 1,1-1-1,0 0 0,0 0 1,0 0-1,0 0 0,-1 0 0,5-3 1,11-7 3,0 0 1,-1-2-1,0 0 1,-1 0-1,0-2 1,16-19-1,76-105-678,-102 130 631,-3 5 35,0 0 0,-1 1 1,1-1-1,-1 0 1,0 0-1,0 0 0,0 0 1,1-8-1,-3 11 7,0 1 1,0 0-1,0 0 1,0 0-1,0-1 0,0 1 1,0 0-1,0 0 0,0 0 1,0-1-1,0 1 0,-1 0 1,1 0-1,0 0 0,0-1 1,0 1-1,0 0 1,0 0-1,-1 0 0,1 0 1,0 0-1,0-1 0,0 1 1,-1 0-1,1 0 0,0 0 1,0 0-1,0 0 0,-1 0 1,1 0-1,0 0 1,0 0-1,-1 0 0,1 0 1,0 0-1,0 0 0,0 0 1,-1 0-1,1 0 0,0 0 1,0 0-1,-1 0 0,1 0 1,0 0-1,0 0 0,0 0 1,-1 1-1,1-1 1,0 0-1,0 0 0,0 0 1,0 0-1,-1 0 0,1 1 1,0-1-1,0 0 0,0 0 1,0 0-1,0 1 0,-8 5-3,1 1 0,0 0 0,1 1 0,-1-1 0,2 1 0,-1 0 0,1 1 0,-6 11 0,3-3 37,1 1-1,0-1 1,-6 29-1,11-42-21,1 0 0,0 1-1,1 0 1,-1-1 0,1 1-1,-1-1 1,2 1 0,-1 0-1,0-1 1,1 1 0,0 0 0,0-1-1,2 6 1,-2-8-6,1 0 0,0 0 0,-1 0 0,1 0 0,0-1 0,0 1 0,0 0 0,0-1 0,1 0 0,-1 1 0,0-1 1,1 0-1,-1 0 0,0 0 0,1 0 0,-1-1 0,1 1 0,0-1 0,-1 1 0,1-1 0,-1 0 0,1 0 0,0 0 0,2-1 0,2 1 1,-1-1 0,0 1 0,0-2 0,0 1 0,0 0-1,0-1 1,0 0 0,0-1 0,0 1 0,-1-1 0,1 0 0,5-5-1,7-6 1,-1-1-1,18-19 1,30-26-18,-59 56 10,0-1 1,0 2-1,0-1 0,1 1 0,-1 0 1,1 0-1,0 1 0,-1 0 1,14-3-1,-13 5-2,-1 0 0,1 1 0,-1-1 0,1 1 0,-1 0 0,1 1 0,-1-1 0,0 1 0,0 1 0,0-1 0,0 1 0,0 0 0,-1 0-1,1 1 1,-1 0 0,0 0 0,0 0 0,7 8 0,-7-8 4,-1 0 1,-1 1-1,1-1 0,0 1 0,-1 0 0,0 0 0,-1 0 1,1 0-1,-1 0 0,0 1 0,0-1 0,0 1 0,-1 0 1,0-1-1,0 1 0,0 0 0,-1 0 0,0 0 0,0-1 1,0 1-1,-2 7 0,0-9 4,0 0 0,0-1-1,0 1 1,0-1 0,-1 0 0,1 1 0,-1-1 0,0-1 0,0 1-1,0 0 1,0-1 0,0 1 0,-1-1 0,1 0 0,-1 0-1,0 0 1,1 0 0,-1-1 0,0 0 0,0 0 0,0 0-1,0 0 1,-7 0 0,-9 2-187,0-1-1,0 0 1,-27-3-1,-14-4-3009</inkml:trace>
</inkml:ink>
</file>

<file path=ppt/ink/ink1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49.374"/>
    </inkml:context>
    <inkml:brush xml:id="br0">
      <inkml:brushProperty name="width" value="0.035" units="cm"/>
      <inkml:brushProperty name="height" value="0.035" units="cm"/>
    </inkml:brush>
  </inkml:definitions>
  <inkml:trace contextRef="#ctx0" brushRef="#br0">175 389 5958,'-6'0'105,"1"0"0,-1 0 0,1 0 0,-1 1 0,1 0 0,0 0 0,-1 0 0,1 0 0,0 1 0,0 0 0,0 0-1,0 1 1,0-1 0,0 1 0,1 0 0,-1 1 0,1-1 0,0 1 0,0 0 0,0-1 0,0 2 0,1-1 0,0 0 0,-1 1 0,2 0 0,-6 9 0,0 3 21,1 1 0,0 0 0,1 0 0,1 1 0,1-1 0,0 1 0,2 0-1,0 0 1,1 0 0,1 1 0,3 27 0,-2-42-103,-1-1 0,1 1 0,0-1 0,1 0 0,-1 1 0,1-1 1,-1 0-1,2 0 0,-1 0 0,0 0 0,1 0 0,2 3 0,-4-6 50,0 0 1,0 0-1,0 0 0,0 0 1,0 0-1,1-1 1,-1 1-1,0 0 0,0-1 1,0 1-1,1-1 0,-1 1 1,0-1-1,1 0 1,-1 1-1,0-1 0,1 0 1,-1 0-1,0 0 1,1 0-1,-1 0 0,0 0 1,1 0-1,-1-1 0,0 1 1,1 0-1,-1-1 1,0 1-1,1-1 0,-1 1 1,0-1-1,0 0 1,0 1-1,0-1 0,1 0 1,-1 0-1,0 0 0,-1 0 1,1 0-1,0 0 1,0 0-1,0 0 0,1-3 1,6-7 32,-1 0-1,0-1 1,0 0 0,-1-1 0,-1 1 0,0-1-1,0 0 1,-1 0 0,-1-1 0,2-19 0,0-17-137,-2-76 1,-4 88 80,1-21-61,-4 0 0,-1 0 1,-4 1-1,-21-78 0,21 112 70,9 24-57,0 0-1,0 0 0,0 0 1,0 0-1,0 0 0,0 0 1,0 0-1,0 0 0,0-1 1,0 1-1,0 0 0,0 0 1,0 0-1,0 0 0,-1 0 1,1 0-1,0 0 0,0 0 1,0 0-1,0 0 1,0 0-1,0 0 0,0-1 1,-1 1-1,1 0 0,0 0 1,0 0-1,0 0 0,0 0 1,0 0-1,0 0 0,0 0 1,-1 0-1,1 0 0,0 0 1,0 0-1,0 0 0,0 1 1,0-1-1,0 0 0,0 0 1,-1 0-1,1 0 0,0 0 1,0 0-1,0 0 0,0 0 1,0 0-1,0 0 0,0 0 1,0 0-1,0 0 0,0 1 1,-1-1-1,1 0 0,0 0 1,0 0-1,0 0 0,0 0 1,0 0-1,0 0 0,0 1 1,0-1-1,0 0 0,0 0 1,0 0-1,0 0 0,0 0 1,0 0-1,-1 44 49,8 7-5,3 1-1,2-1 0,2-1 0,2-1 0,2 0 1,31 59-1,-6-33-552,-14-41-1710,-26-31 1499,1 0 1,-1-1 0,1 1 0,-1-1 0,1 0-1,0 0 1,5 2 0,5-1-4845</inkml:trace>
</inkml:ink>
</file>

<file path=ppt/ink/ink1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49.591"/>
    </inkml:context>
    <inkml:brush xml:id="br0">
      <inkml:brushProperty name="width" value="0.035" units="cm"/>
      <inkml:brushProperty name="height" value="0.035" units="cm"/>
    </inkml:brush>
  </inkml:definitions>
  <inkml:trace contextRef="#ctx0" brushRef="#br0">1 1 5285,'0'0'2466,"0"8"-1804,0 5-120,0 0-1,1 0 0,1 0 1,0-1-1,1 1 0,0-1 0,1 1 1,0-1-1,10 18 0,13 14 299,22 39-252,-45-75-595,0 0 0,-1 0 1,0 1-1,0 0 0,-1-1 0,-1 1 1,1 0-1,-1 11 0,-1-19-177,0-1-1,-1 1 1,1 0 0,-1 0-1,1 0 1,-1-1-1,1 1 1,-1 0 0,0 0-1,1-1 1,-1 1-1,0-1 1,1 1 0,-1-1-1,0 1 1,0-1 0,0 1-1,0-1 1,1 0-1,-1 1 1,0-1 0,0 0-1,0 0 1,0 1 0,0-1-1,0 0 1,0 0-1,0 0 1,0 0 0,0 0-1,1-1 1,-1 1 0,0 0-1,0 0 1,0-1-1,0 1 1,0 0 0,-1-2-1,-15-2-5543</inkml:trace>
</inkml:ink>
</file>

<file path=ppt/ink/ink1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49.858"/>
    </inkml:context>
    <inkml:brush xml:id="br0">
      <inkml:brushProperty name="width" value="0.035" units="cm"/>
      <inkml:brushProperty name="height" value="0.035" units="cm"/>
    </inkml:brush>
  </inkml:definitions>
  <inkml:trace contextRef="#ctx0" brushRef="#br0">82 83 9897,'3'-9'331,"-2"3"-52,2 0-1,-1 1 1,0-1 0,1 0-1,0 1 1,1 0-1,-1-1 1,7-6 0,-9 11-240,1-1 0,-1 1 1,1 0-1,-1-1 1,1 1-1,-1 0 1,1 0-1,0 0 0,0 0 1,0 0-1,-1 1 1,1-1-1,0 0 1,0 1-1,0 0 1,0-1-1,0 1 0,0 0 1,0 0-1,0 0 1,0 0-1,0 0 1,0 0-1,0 1 0,0-1 1,0 1-1,0 0 1,0-1-1,0 1 1,0 0-1,-1 0 1,1 0-1,0 0 0,-1 0 1,1 1-1,2 1 1,-1 0-36,0 0 1,-1 0 0,1 0 0,0 1-1,-1-1 1,0 1 0,0 0 0,0-1-1,0 1 1,-1 0 0,0 0-1,1 0 1,-1 0 0,-1 0 0,1 1-1,-1-1 1,1 0 0,-1 0 0,0 0-1,-1 1 1,1-1 0,-1 0-1,-1 7 1,0-2 3,-1 1-1,0-1 0,-1 0 1,1 0-1,-2 0 0,1 0 1,-1-1-1,0 0 0,-8 9 1,7-10-300,-1 0-1,0 0 1,0-1 0,-1 0 0,0 0 0,0-1 0,0 0 0,-1 0 0,0-1 0,0 0 0,0 0 0,0-1-1,-15 3 1,-12-2-2985</inkml:trace>
</inkml:ink>
</file>

<file path=ppt/ink/ink1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50.216"/>
    </inkml:context>
    <inkml:brush xml:id="br0">
      <inkml:brushProperty name="width" value="0.035" units="cm"/>
      <inkml:brushProperty name="height" value="0.035" units="cm"/>
    </inkml:brush>
  </inkml:definitions>
  <inkml:trace contextRef="#ctx0" brushRef="#br0">1 38 9577,'0'0'123,"7"-7"-27,-6 6-95,2-2 9,1-1 0,-1 1 0,1 0 0,0 0 0,0 0 0,1 1 0,8-4 0,-12 5-6,1 1 1,0-1-1,0 1 1,-1 0-1,1 0 1,0 0-1,0 0 1,-1 0-1,1 0 1,0 1 0,-1-1-1,1 1 1,0-1-1,-1 1 1,1-1-1,0 1 1,-1 0-1,1 0 1,-1 0-1,1 0 1,-1 0-1,0 0 1,1 0-1,-1 0 1,0 1 0,0-1-1,0 0 1,0 1-1,0-1 1,0 1-1,0-1 1,0 1-1,0 2 1,5 9 3,-1 0 1,0 0-1,-1 1 0,-1 0 1,0 0-1,-1 0 0,0 0 1,-1 0-1,0 0 0,-2 0 1,1 0-1,-2 0 0,0 0 1,-1 0-1,0 0 1,-1 0-1,0-1 0,-1 1 1,-1-1-1,0-1 0,-1 1 1,-10 13-1,17-26 13,0 0-1,0 0 1,0 1 0,0-1-1,0 0 1,-1 0 0,1 0-1,0 0 1,0 0 0,0 0-1,0 1 1,0-1-1,0 0 1,0 0 0,0 0-1,0 0 1,-1 1 0,1-1-1,0 0 1,0 0 0,0 0-1,0 0 1,0 1 0,0-1-1,0 0 1,0 0 0,0 0-1,0 1 1,0-1 0,0 0-1,0 0 1,1 0-1,-1 0 1,0 1 0,0-1-1,0 0 1,0 0 0,0 0-1,0 0 1,0 1 0,0-1-1,1 0 1,-1 0 0,0 0-1,0 0 1,0 0 0,0 0-1,0 0 1,1 0 0,-1 1-1,0-1 1,0 0-1,0 0 1,0 0 0,1 0-1,-1 0 1,19-2 652,35-15-246,-36 11-387,177-44-473,-126 29-2001</inkml:trace>
</inkml:ink>
</file>

<file path=ppt/ink/ink1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50.932"/>
    </inkml:context>
    <inkml:brush xml:id="br0">
      <inkml:brushProperty name="width" value="0.035" units="cm"/>
      <inkml:brushProperty name="height" value="0.035" units="cm"/>
    </inkml:brush>
  </inkml:definitions>
  <inkml:trace contextRef="#ctx0" brushRef="#br0">245 494 8456,'0'0'294,"-11"1"725,0 1-720,1 0-1,0 0 1,-1 1-1,1 0 1,1 1-1,-1 0 1,0 1-1,1 0 1,0 0-1,0 1 1,-9 8-1,3-1-70,1 1 0,0 0 0,-22 31 0,33-40-200,0-1 0,0 1 0,0 0 0,0 0 1,1 0-1,0 0 0,0 1 0,0-1 0,1 0 1,-1 1-1,1-1 0,1 1 0,-1-1 0,1 1 0,0 0 1,0-1-1,0 1 0,3 8 0,-2-12-27,-1-1 0,1 1 0,1-1 0,-1 1 0,0-1 0,0 1 0,0-1-1,1 0 1,-1 0 0,1 1 0,-1-1 0,1 0 0,-1-1 0,1 1 0,0 0 0,-1 0 0,1-1 0,0 1 0,0-1 0,-1 1 0,1-1-1,0 0 1,0 1 0,0-1 0,0 0 0,-1 0 0,1-1 0,0 1 0,0 0 0,0-1 0,0 1 0,1-1 0,4-1 4,0 1-1,-1-1 1,0 0 0,1-1 0,-1 0 0,0 0 0,10-6-1,-7 1 5,0 0 0,0-1-1,0 0 1,-1 0 0,-1-1 0,0 0-1,0 0 1,-1-1 0,0 0-1,5-14 1,-4 6 1,-2 1 0,0-1 0,0-1 0,-2 1-1,2-39 1,-5 25-2,-2 0-1,-1 1 0,-1-1 1,-2 1-1,-1 0 0,-2 0 1,-17-44-1,24 72 0,-38-82-30,36 78 85,-1 1 1,1-1-1,-1 1 0,-1 0 0,0 0 1,0 1-1,0-1 0,-9-5 0,15 11-40,-1 1 0,1-1 0,-1 1 0,1-1 0,-1 1 0,1 0 0,-1-1 0,0 1 0,1 0 0,-1-1 0,1 1 0,-1 0 0,0 0 0,1 0-1,-1 0 1,0 0 0,1-1 0,-1 1 0,0 0 0,1 0 0,-1 1 0,0-1 0,1 0 0,-1 0 0,0 0 0,1 0 0,-1 1 0,1-1 0,-1 0-1,-1 1 1,-4 19 219,10 31-131,0-33-58,1 1 1,2-1 0,-1 0-1,2 0 1,1-1 0,0 0-1,1 0 1,18 23 0,3-2-32,1-1 1,43 38 0,-47-50-195,41 31 0,-60-50-677,1 0 0,0-1 0,0 1 1,0-2-1,12 4 0,-1-4-4878</inkml:trace>
</inkml:ink>
</file>

<file path=ppt/ink/ink1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51.604"/>
    </inkml:context>
    <inkml:brush xml:id="br0">
      <inkml:brushProperty name="width" value="0.035" units="cm"/>
      <inkml:brushProperty name="height" value="0.035" units="cm"/>
    </inkml:brush>
  </inkml:definitions>
  <inkml:trace contextRef="#ctx0" brushRef="#br0">124 82 11691,'0'0'1030,"-9"1"369,6 0-1299,-1-1 0,0 1 0,1-1 0,-1 1-1,0 0 1,1 1 0,-1-1 0,1 0 0,0 1 0,-1 0 0,1 0 0,0 0-1,0 0 1,0 1 0,1-1 0,-1 1 0,0-1 0,1 1 0,0 0 0,-1 0 0,1 0-1,0 1 1,1-1 0,-1 0 0,1 1 0,-1-1 0,1 1 0,0-1 0,0 1-1,0 5 1,0-2-37,0 0 0,1 0-1,0 0 1,0 0 0,1 0-1,0 0 1,0 0 0,1-1-1,0 1 1,0 0 0,0-1 0,1 1-1,0-1 1,0 0 0,1 0-1,0 0 1,0 0 0,7 7-1,-8-9-60,1-1 0,0 1-1,1-1 1,-1 1 0,0-1-1,1 0 1,0-1 0,0 1-1,-1-1 1,1 0 0,1 0 0,-1-1-1,0 0 1,0 1 0,1-2-1,-1 1 1,0-1 0,1 1-1,-1-2 1,1 1 0,-1 0-1,0-1 1,1 0 0,7-3-1,-9 2 3,-1 1 0,1-1 0,-1 0 0,0-1 0,1 1 0,-1-1 0,0 1 0,0-1 0,-1 0 0,1 0 0,-1 0 0,1-1 0,-1 1 0,0 0 0,0-1 0,-1 0 0,1 1 0,-1-1 0,1 0 0,-1 0 0,0 1 0,-1-1 0,1 0 0,-1 0 0,0 0 0,0-5 0,1-1-18,-1 0 0,-1 0 0,0 0 0,0 0 0,-1 0 0,0 0 0,-1 0 0,0 1 0,-6-14 0,3 12 18,0 1 1,-1 0-1,0 0 0,-1 0 0,0 1 0,-1 0 0,1 1 0,-11-8 0,14 12-206,0 1 0,0 0 1,0 0-1,0 0 0,0 0 1,-1 1-1,1 0 0,-1 0 1,1 1-1,-1-1 0,0 1 1,1 1-1,-1-1 0,0 1 1,0 0-1,0 0 0,1 0 1,-13 3-1,16-2-209,-1 0 0,1 1 0,-1-1 0,1 0 0,-1 1 0,1-1-1,0 1 1,0 0 0,-1 0 0,1 0 0,1 0 0,-1 0 0,0 0 0,-2 5 0,-8 15-2952</inkml:trace>
</inkml:ink>
</file>

<file path=ppt/ink/ink1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51.757"/>
    </inkml:context>
    <inkml:brush xml:id="br0">
      <inkml:brushProperty name="width" value="0.035" units="cm"/>
      <inkml:brushProperty name="height" value="0.035" units="cm"/>
    </inkml:brush>
  </inkml:definitions>
  <inkml:trace contextRef="#ctx0" brushRef="#br0">0 0 3683,'0'0'2179,"44"7"575,-13-4-576,3 3-64,3 3-897,3 3-480,1 0-128,0 1-289,-2 1-192,-3-2-96,0-2 0,-8-2-416,-7-7-1346,-8-1-2370,-7-4-1697</inkml:trace>
</inkml:ink>
</file>

<file path=ppt/ink/ink1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52.131"/>
    </inkml:context>
    <inkml:brush xml:id="br0">
      <inkml:brushProperty name="width" value="0.035" units="cm"/>
      <inkml:brushProperty name="height" value="0.035" units="cm"/>
    </inkml:brush>
  </inkml:definitions>
  <inkml:trace contextRef="#ctx0" brushRef="#br0">0 61 11275,'2'-9'154,"-2"6"-79,1-1 0,0 1 0,0-1 0,0 1-1,0 0 1,0 0 0,1-1 0,0 1-1,0 0 1,-1 0 0,5-4 0,-5 6-38,1 0 1,-1 0-1,1 0 1,-1 1-1,1-1 1,0 0-1,-1 1 1,1-1-1,0 1 1,-1-1-1,1 1 1,0 0-1,-1-1 1,1 1-1,0 0 1,0 0 0,0 1-1,-1-1 1,1 0-1,0 0 1,-1 1-1,1-1 1,0 1-1,-1 0 1,1-1-1,0 1 1,-1 0-1,1 0 1,-1 0-1,1 0 1,-1 0-1,2 2 1,6 4-15,0 1 1,0 0-1,-1 0 1,0 1 0,-1 0-1,0 1 1,0 0-1,-1 0 1,0 0-1,-1 1 1,5 12-1,-5-10-34,0 0-1,-1 0 0,0 0 1,-2 1-1,1 0 0,-2-1 0,1 1 1,-2 0-1,-1 19 0,-1-26 11,14-17 40,3 2-24,1 2 0,0 0 1,0 0-1,1 2 0,0 0 1,24-3-1,104 0-3635,-98 7 572</inkml:trace>
</inkml:ink>
</file>

<file path=ppt/ink/ink1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52.708"/>
    </inkml:context>
    <inkml:brush xml:id="br0">
      <inkml:brushProperty name="width" value="0.035" units="cm"/>
      <inkml:brushProperty name="height" value="0.035" units="cm"/>
    </inkml:brush>
  </inkml:definitions>
  <inkml:trace contextRef="#ctx0" brushRef="#br0">149 426 12620,'-7'2'240,"-1"1"-109,1 0-1,0 0 1,0 1 0,0 0-1,0 1 1,0-1 0,1 1-1,0 0 1,0 1 0,1 0-1,-1 0 1,1 0-1,1 0 1,-1 1 0,1 0-1,-5 9 1,2 0-21,1 0 1,1 1-1,0 0 0,1 0 1,1 0-1,1 0 0,-1 18 1,3-22-104,0 0 0,0 0 0,1-1 0,0 1 0,1-1 0,1 1 0,0-1 1,1 0-1,0 0 0,8 15 0,-12-26-5,0 0 0,1 0 0,-1 0 1,1 0-1,-1 0 0,1 0 0,0 0 1,-1-1-1,1 1 0,0 0 0,0 0 0,-1-1 1,1 1-1,0 0 0,0-1 0,0 1 0,0-1 1,0 1-1,0-1 0,0 1 0,0-1 1,0 0-1,0 1 0,0-1 0,0 0 0,0 0 1,0 0-1,0 0 0,2 0 0,-1-1 2,0 0 0,0 0 0,0 0 0,0 0 0,0 0 0,-1-1 0,1 1 0,0 0 0,-1-1 0,1 0 0,-1 1 0,0-1 0,2-3 0,5-7 15,-1-1 0,-1 0 0,6-17-1,2-16-128,-3-1-1,-1 0 1,-3 0-1,-2-1 1,-1 0-1,-3 0 1,-2 0-1,-2 0 1,-12-59-1,13 92 106,-21-93-68,21 99 122,-1 0 0,0 0 0,-1 0 0,0 0 0,0 1 0,-1-1 0,0 1 0,-11-13 0,16 21-42,0-1 0,0 1 0,0 0 0,0-1 0,0 1 0,-1 0 0,1-1 0,0 1 0,0 0 0,0 0 0,-1-1 0,1 1 0,0 0 0,0-1 0,-1 1 0,1 0 0,0 0 0,-1 0 0,1-1 0,0 1 0,-1 0 0,1 0 0,0 0 0,-1 0 0,1 0 0,0 0 0,-1 0 0,1 0 0,0-1 0,-1 1 0,1 0 0,0 1 0,-1-1 0,1 0 0,-1 0 0,1 0 0,0 0 0,-1 0 0,1 0 0,0 0 0,-1 0 0,1 1 0,0-1 0,-1 0 0,1 0 0,0 0 0,0 1 0,-1-1 0,1 0 0,0 0 0,0 1 0,-1-1 0,1 0 0,0 1 0,0-1 0,0 0 0,0 1 0,-1-1 0,1 0 0,0 1 0,-2 23 101,2-21-114,1 12 45,0 1 0,2-1 0,0 0 0,0 0 0,1 0 0,1 0 0,9 19 0,58 100 43,-39-76-97,-28-48 0,54 106-1516,-29-35-4525,-21-41 904</inkml:trace>
</inkml:ink>
</file>

<file path=ppt/ink/ink1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53.238"/>
    </inkml:context>
    <inkml:brush xml:id="br0">
      <inkml:brushProperty name="width" value="0.035" units="cm"/>
      <inkml:brushProperty name="height" value="0.035" units="cm"/>
    </inkml:brush>
  </inkml:definitions>
  <inkml:trace contextRef="#ctx0" brushRef="#br0">0 41 11659,'0'0'662,"3"7"-27,12 39-111,-1 0 1,-3 1-1,-1 0 0,5 85 0,-29-169-636,7-1 124,3 1 0,1-1 0,1 0-1,5-55 1,-2 88 30,0-1 0,0 0 0,0 1 0,1 0 0,-1-1 0,1 1 0,0 0 0,1 0-1,4-9 1,-5 13-28,-1-1-1,0 0 0,0 1 0,1-1 1,-1 1-1,1-1 0,0 1 0,-1 0 1,1 0-1,0 0 0,0 0 0,-1 0 1,1 0-1,0 0 0,0 0 0,0 1 1,0-1-1,0 1 0,0-1 0,0 1 1,0 0-1,1 0 0,-1 0 0,0 0 1,0 0-1,0 1 0,0-1 0,0 1 1,3 0-1,-3 0-17,0 0 1,-1 1 0,1-1-1,0 1 1,0-1 0,-1 1-1,1 0 1,0 0 0,-1-1-1,0 1 1,1 0 0,-1 0-1,0 0 1,0 1 0,0-1-1,-1 0 1,1 0 0,0 0 0,-1 1-1,1-1 1,-1 0 0,0 1-1,0-1 1,0 0 0,0 1-1,0-1 1,-1 3 0,1 3-34,-1 0-1,0 0 1,-1 0 0,0 0 0,0 0 0,-5 12 0,-27 28-5,27-40 37,1-1 1,1 1-1,-1-1 1,1 2-1,-7 14 1,12-22 4,1 0 0,-1 0 0,0 0 0,0 0-1,0 0 1,0 0 0,1-1 0,-1 1 0,0 0 0,1 0 0,-1 0 0,1-1-1,-1 1 1,1 0 0,-1-1 0,1 1 0,-1 0 0,1-1 0,0 1 0,-1-1-1,1 1 1,0-1 0,0 1 0,-1-1 0,1 1 0,0-1 0,0 0 0,0 1-1,0-1 1,-1 0 0,1 0 0,2 1 0,37 9-6,-31-9 5,18 7-1233,1-2 0,-1-2 0,1 0 0,0-2 0,33-1 0,-44-3-2497</inkml:trace>
</inkml:ink>
</file>

<file path=ppt/ink/ink1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53.659"/>
    </inkml:context>
    <inkml:brush xml:id="br0">
      <inkml:brushProperty name="width" value="0.035" units="cm"/>
      <inkml:brushProperty name="height" value="0.035" units="cm"/>
    </inkml:brush>
  </inkml:definitions>
  <inkml:trace contextRef="#ctx0" brushRef="#br0">1 66 13261,'0'-9'309,"1"-25"641,0 32-914,-1 1 0,1 0 0,0-1 0,-1 1 0,1 0 0,0 0 0,0 0-1,0 0 1,0 0 0,0 0 0,0 0 0,0 0 0,0 0 0,0 0-1,0 0 1,0 1 0,1-1 0,-1 0 0,0 1 0,1-1 0,-1 1 0,0 0-1,1-1 1,-1 1 0,0 0 0,1 0 0,-1 0 0,1 0 0,-1 0 0,0 0-1,1 0 1,-1 0 0,0 1 0,3 0 0,3 0-13,0 0 0,-1 1 0,1 0 0,-1 0 0,10 5 0,-8-1-17,0 0 0,-1 0 0,0 1-1,0 0 1,-1 0 0,0 0 0,0 1 0,-1 0 0,1 0 0,-2 1 0,1-1 0,-1 1 0,-1 0 0,0 0 0,3 12 0,-5-16-18,0 1 0,0-1 1,0 1-1,-1-1 1,0 1-1,0 0 0,0-1 1,-1 1-1,0-1 1,0 1-1,0-1 0,-3 7 1,2-8-9,0-1 0,0 1-1,0-1 1,0 0 0,0 0 0,-1 0 0,0 0 0,0 0 0,1 0 0,-2-1 0,1 1 0,0-1 0,0 0-1,-1 0 1,1 0 0,-1-1 0,0 1 0,-6 1 0,6-5 25,11-7 15,15-10 14,47-19-323,1 2 1,141-47-1,-94 39-1034,-23 6-3663</inkml:trace>
</inkml:ink>
</file>

<file path=ppt/ink/ink1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00.188"/>
    </inkml:context>
    <inkml:brush xml:id="br0">
      <inkml:brushProperty name="width" value="0.035" units="cm"/>
      <inkml:brushProperty name="height" value="0.035" units="cm"/>
    </inkml:brush>
  </inkml:definitions>
  <inkml:trace contextRef="#ctx0" brushRef="#br0">310 440 8840,'0'0'3219,"-8"-7"-2514,1 1-498,0 1 0,0 0 0,0 0 0,-1 0-1,0 1 1,-12-5 0,16 8-121,0-1-1,0 1 1,0 0 0,-1 0-1,1 0 1,0 0-1,-1 1 1,1 0 0,-1 0-1,1 0 1,-1 1 0,1-1-1,0 1 1,-1 0-1,1 0 1,0 0 0,0 1-1,-6 3 1,0 1-43,0 2 0,1-1 0,-1 1 0,2 1 0,-1 0 0,1 0 0,-11 17 0,6-7 19,1 1 0,1 1 0,-9 23 1,17-39-53,2-1 0,-1 1 1,0 0-1,1 0 0,0 0 1,0 0-1,1 0 0,-1 0 1,1 0-1,0 0 0,0 0 1,1 0-1,0 0 0,-1 0 1,4 9-1,-2-11-2,-1-1 0,1 0 0,0 0 0,-1 0 0,1 0 1,0 0-1,0 0 0,0 0 0,1-1 0,-1 1 0,0-1 0,0 1 0,1-1 0,-1 0 0,1 0 1,0 0-1,-1 0 0,1-1 0,-1 1 0,1-1 0,0 0 0,0 1 0,-1-1 0,1 0 0,0 0 0,-1-1 1,1 1-1,0-1 0,-1 1 0,5-3 0,-2 2 0,0-1 0,-1 0 0,1 0 0,-1 0 0,0-1 0,1 0 0,-1 0 0,0 0-1,-1 0 1,1 0 0,-1-1 0,1 0 0,-1 0 0,0 0 0,0 0 0,-1 0 0,3-6 0,3-5-10,-1 0-1,0-1 1,7-28-1,-2-12-94,-3-1 0,-3 1 0,-2-1 0,-3 0 1,-6-66-1,2 89 342,-2 1 1,-11-42-1,17 83-217,0 0 0,0 0 0,-1 0-1,0 1 1,-1 7 0,1 25 35,10 27-86,4-1 0,3-1 1,30 80-1,-2-10-8609,-40-117 2904</inkml:trace>
</inkml:ink>
</file>

<file path=ppt/ink/ink1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00.823"/>
    </inkml:context>
    <inkml:brush xml:id="br0">
      <inkml:brushProperty name="width" value="0.035" units="cm"/>
      <inkml:brushProperty name="height" value="0.035" units="cm"/>
    </inkml:brush>
  </inkml:definitions>
  <inkml:trace contextRef="#ctx0" brushRef="#br0">1 30 11179,'0'0'3646,"9"-6"-3588,29-15-47,-37 21-11,0-1 1,0 1-1,0 0 0,0-1 1,0 1-1,0 0 0,0-1 1,0 1-1,0 0 0,0 0 1,0 0-1,0 0 0,0 0 1,0 0-1,0 0 0,0 1 1,1-1-1,-1 0 0,0 0 1,0 1-1,-1-1 0,1 1 1,0-1-1,0 1 0,0-1 1,0 1-1,0-1 0,0 1 1,-1 0-1,1 0 0,0-1 1,0 1-1,-1 0 0,1 0 1,-1 0-1,1 0 0,-1 0 1,1 0-1,-1 0 0,1 0 1,-1 0-1,0 0 0,1 1 1,5 41 21,-6-27-10,0 0 0,-1-1-1,-1 1 1,0-1 0,-2 1-1,1-1 1,-2 0 0,0 0-1,-1-1 1,-12 23 0,18-37-12,0 1 1,0 0-1,0-1 1,0 1 0,0-1-1,1 1 1,-1-1 0,0 1-1,0 0 1,0-1 0,0 1-1,1-1 1,-1 1-1,0-1 1,1 1 0,-1-1-1,0 0 1,1 1 0,-1-1-1,1 1 1,-1-1-1,1 0 1,-1 1 0,0-1-1,1 0 1,-1 1 0,1-1-1,0 0 1,-1 0 0,1 1-1,-1-1 1,1 0-1,-1 0 1,1 0 0,1 0-1,33 11 28,-17-6-20,-6 0-5,-1 0-1,0 1 1,-1 1-1,1 0 1,13 11-1,-22-16 3,1 0 1,-1 0-1,0 0 1,0 0-1,1 0 0,-1 1 1,0-1-1,-1 1 0,1-1 1,0 1-1,-1 0 1,0 0-1,1-1 0,-1 1 1,0 0-1,-1 0 1,1 0-1,0 0 0,-1 0 1,0 1-1,1-1 0,-1 0 1,-1 0-1,1 0 1,0 0-1,-1 0 0,-1 4 1,0-3 31,0-1 0,-1 0 1,1 0-1,-1 0 0,0 0 1,0-1-1,0 1 0,-1-1 1,1 0-1,0 0 0,-1 0 0,1 0 1,-1 0-1,0-1 0,0 0 1,1 0-1,-1 0 0,0 0 1,-6 0-1,-2 1-629,1-1-1,-1 0 1,0-1 0,1 0-1,-19-3 1,4-7-3076,3-7-1649</inkml:trace>
</inkml:ink>
</file>

<file path=ppt/ink/ink1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01.364"/>
    </inkml:context>
    <inkml:brush xml:id="br0">
      <inkml:brushProperty name="width" value="0.035" units="cm"/>
      <inkml:brushProperty name="height" value="0.035" units="cm"/>
    </inkml:brush>
  </inkml:definitions>
  <inkml:trace contextRef="#ctx0" brushRef="#br0">25 50 11627,'0'0'2877,"-4"-7"-2562,-15-22-197,19 29-110,0-1 1,0 1-1,-1 0 0,1-1 1,0 1-1,0 0 0,0-1 1,0 1-1,0 0 1,-1-1-1,1 1 0,0 0 1,0-1-1,0 1 0,0 0 1,0-1-1,0 1 1,0-1-1,0 1 0,0 0 1,1-1-1,-1 1 0,0 0 1,0-1-1,0 1 1,0 0-1,0-1 0,1 1 1,-1 0-1,0-1 0,0 1 1,0 0-1,1 0 1,-1-1-1,0 1 0,0 0 1,1 0-1,-1 0 0,0-1 1,1 1-1,-1 0 0,0 0 1,1 0-1,-1 0 1,0-1-1,1 1 0,-1 0 1,0 0-1,1 0 0,-1 0 1,0 0-1,1 0 1,-1 0-1,1 0 0,-1 0 1,0 0-1,1 0 0,-1 1 1,0-1-1,1 0 1,-1 0-1,23 4 39,-19-2-46,0 1 1,-1 0-1,1 0 1,0 0-1,-1 1 1,0-1-1,1 1 1,-1 0-1,-1 0 1,1 0-1,-1 0 1,1 0-1,-1 1 1,-1-1 0,1 1-1,0-1 1,-1 1-1,0 0 1,0-1-1,0 9 1,1 3 4,-1 0 1,0 0-1,-1 1 0,-5 30 1,-9-3 54,13-42-54,0 1 1,0-1-1,0 1 0,-1-1 1,1 0-1,-1 0 0,1 1 0,-1-1 1,0 0-1,0 0 0,0-1 1,0 1-1,0 0 0,-4 2 1,254-110 1009,-60 23-1132,-173 77-11,-3 2-690,0-1 0,0 0 0,15-10 0,-6-4-5035</inkml:trace>
</inkml:ink>
</file>

<file path=ppt/ink/ink1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46.331"/>
    </inkml:context>
    <inkml:brush xml:id="br0">
      <inkml:brushProperty name="width" value="0.035" units="cm"/>
      <inkml:brushProperty name="height" value="0.035" units="cm"/>
    </inkml:brush>
  </inkml:definitions>
  <inkml:trace contextRef="#ctx0" brushRef="#br0">248 356 7687,'0'0'1500,"-5"-2"-672,-1 1-619,0 0 1,0 0 0,0 0-1,0 1 1,0 0-1,0 0 1,0 0 0,1 1-1,-1 0 1,0 0-1,0 0 1,0 1 0,-5 2-1,4 0-168,-1 0 0,1 0-1,0 1 1,1 0 0,-1 1 0,1-1-1,0 1 1,0 0 0,-7 11 0,3-4 68,0 1 0,2 0 0,-1 1 1,2 0-1,0 0 0,1 0 1,0 1-1,1 0 0,1 0 0,1 0 1,0 1-1,1-1 0,1 1 1,0 0-1,2-1 0,1 19 0,-2-32-100,1 0 0,-1 0-1,0 0 1,1 0 0,0 0-1,0 0 1,0 0 0,0 0-1,0 0 1,1 0 0,-1-1-1,1 1 1,-1-1 0,1 1-1,0-1 1,0 0 0,0 1-1,1-1 1,-1 0-1,0 0 1,1-1 0,-1 1-1,1 0 1,0-1 0,-1 0-1,1 1 1,0-1 0,0 0-1,0-1 1,0 1 0,0 0-1,0-1 1,0 0 0,0 1-1,0-1 1,0-1 0,4 1-1,-1-1 34,-1-1-1,1 1 0,0-1 1,-1 0-1,1-1 1,-1 1-1,1-1 1,-1 0-1,0-1 0,0 1 1,-1-1-1,1 0 1,-1 0-1,1 0 0,-1-1 1,-1 1-1,1-1 1,3-7-1,0-2-28,0-1 0,-1 0 0,-1 1 1,-1-2-1,0 1 0,-1 0 0,1-22 0,-1-114 88,-4 93-88,1 16-5,-2-1 0,-2 1 0,-1 0 0,-3 0 0,-23-74 0,21 94 21,4 15 29,4 15 74,4 30-82,1-1 0,2 1 0,1-1 0,15 45-1,58 149 111,-38-118-158,-4-2 88,-5-16-1379,-10-33-2914,-13-40-218,-1-11-2599</inkml:trace>
</inkml:ink>
</file>

<file path=ppt/ink/ink1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46.519"/>
    </inkml:context>
    <inkml:brush xml:id="br0">
      <inkml:brushProperty name="width" value="0.035" units="cm"/>
      <inkml:brushProperty name="height" value="0.035" units="cm"/>
    </inkml:brush>
  </inkml:definitions>
  <inkml:trace contextRef="#ctx0" brushRef="#br0">0 1 865,'0'0'12940,"20"51"-12908,-11-22 64,3 6 32,0-2-32,0 0-32,-2 1-32,0-3-32,-2-6-32,-1-4-896,-6-11-3236</inkml:trace>
</inkml:ink>
</file>

<file path=ppt/ink/ink1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46.992"/>
    </inkml:context>
    <inkml:brush xml:id="br0">
      <inkml:brushProperty name="width" value="0.035" units="cm"/>
      <inkml:brushProperty name="height" value="0.035" units="cm"/>
    </inkml:brush>
  </inkml:definitions>
  <inkml:trace contextRef="#ctx0" brushRef="#br0">20 132 9257,'-2'-8'96,"-3"-9"874,1 0 0,1-1 1,-2-34-1,5 51-936,1 0 0,0-1-1,0 1 1,0 0 0,0 0 0,0 0 0,0-1 0,0 1 0,0 0-1,1 0 1,-1 1 0,0-1 0,1 0 0,-1 0 0,0 1 0,1-1-1,-1 0 1,1 1 0,-1 0 0,1-1 0,0 1 0,-1 0 0,1 0-1,-1 0 1,1 0 0,-1 0 0,1 0 0,-1 0 0,3 1 0,50 3-63,-48-2 30,1 1-1,-1 0 1,1 0-1,-1 0 1,0 1-1,0 0 1,0 0-1,-1 0 1,1 1-1,-1 0 1,0 0-1,-1 0 0,1 0 1,-1 1-1,0 0 1,0 0-1,-1 0 1,0 1-1,0-1 1,0 1-1,-1-1 1,0 1-1,0 0 1,-1 0-1,2 11 0,-1-3-1,-1 0-1,0 0 1,-1 0-1,-1 0 1,0 0-1,-1 0 0,0 0 1,-2 0-1,1-1 1,-12 28-1,-16 10 7,53-53 33,116-46 7,24-7-63,-159 53 12,49-13-1035,-21 5-3005,-6 2-4346</inkml:trace>
</inkml:ink>
</file>

<file path=ppt/ink/ink1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47.743"/>
    </inkml:context>
    <inkml:brush xml:id="br0">
      <inkml:brushProperty name="width" value="0.035" units="cm"/>
      <inkml:brushProperty name="height" value="0.035" units="cm"/>
    </inkml:brush>
  </inkml:definitions>
  <inkml:trace contextRef="#ctx0" brushRef="#br0">261 435 6342,'0'0'5333,"-8"-6"-4281,6 3-982,-1 1 1,1-1-1,-1 1 1,0 0-1,0 0 1,0 0-1,-1 0 0,1 1 1,0-1-1,-1 1 1,1 0-1,0 0 1,-1 0-1,1 1 1,-1-1-1,0 1 1,1 0-1,-1 0 1,1 0-1,-1 0 1,0 1-1,1-1 0,-1 1 1,1 0-1,-1 0 1,1 0-1,0 0 1,-1 1-1,1 0 1,0-1-1,0 1 1,0 0-1,0 1 1,-3 2-1,-6 5 24,0 1 0,1 0 0,1 0 0,-1 1 0,2 0-1,0 1 1,0 0 0,2 0 0,-1 1 0,2 0 0,0 1 0,0-1 0,2 1 0,-1 0 0,2 0 0,0 1-1,1-1 1,1 1 0,0-1 0,1 1 0,2 16 0,-2-29-88,1 1-1,0-1 1,1 0 0,-1 0 0,0 1-1,1-1 1,0 0 0,0 0 0,-1 0-1,2-1 1,-1 1 0,0 0 0,1-1-1,-1 0 1,1 1 0,0-1-1,3 2 1,-5-3-2,1 0 0,0 0-1,-1 0 1,1-1 0,-1 1-1,1-1 1,0 1-1,-1-1 1,1 0 0,0 1-1,-1-1 1,1 0 0,0 0-1,0 0 1,-1 0 0,1-1-1,0 1 1,0 0 0,-1-1-1,1 1 1,-1-1 0,1 1-1,0-1 1,-1 0 0,1 0-1,-1 0 1,1 0 0,-1 0-1,0 0 1,1 0 0,-1 0-1,0-1 1,0 1 0,0 0-1,2-3 1,5-10 18,-1 0 1,0 0-1,0-1 0,-2 0 0,1 0 1,-2-1-1,0 1 0,1-21 1,7-130 43,-12 149-63,1-182-223,-4 163 176,0 0-1,-3 0 0,-13-51 1,17 82 67,2 2 3,-1 0 0,1 1 0,-1-1 0,0 0 0,0 0 0,0 1 0,0-1 0,-1 0 0,1 1 0,-1-1 0,1 1 0,-1 0 0,0-1 0,0 1 0,0 0 0,0 0 0,-3-2 0,4 5-8,0 0-1,0 0 1,1 0 0,-1 0-1,1 0 1,-1 0 0,1 0-1,-1 0 1,1 0 0,-1 0-1,1 0 1,0 1 0,0-1-1,0 0 1,-1 0-1,1 0 1,0 0 0,1 1-1,-1-1 1,0 0 0,0 2-1,2 31 6,3-2 130,1-1 0,1 0 1,2 0-1,1-1 0,2-1 0,30 56 0,-9-26-425,4-3 0,54 66 0,-67-96-3465,-3-13-3139</inkml:trace>
</inkml:ink>
</file>

<file path=ppt/ink/ink1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8:59.171"/>
    </inkml:context>
    <inkml:brush xml:id="br0">
      <inkml:brushProperty name="width" value="0.035" units="cm"/>
      <inkml:brushProperty name="height" value="0.035" units="cm"/>
    </inkml:brush>
  </inkml:definitions>
  <inkml:trace contextRef="#ctx0" brushRef="#br0">1 122 1826,'4'-47'8066,"-3"44"-7896,-1-1 0,1 1 0,0-1-1,0 1 1,0 0 0,1 0 0,-1-1 0,1 1 0,0 0 0,-1 0 0,2 1-1,-1-1 1,0 0 0,0 1 0,1-1 0,-1 1 0,6-4 0,-5 4-49,-1 0 1,1 0 0,-1 1 0,1-1 0,0 1 0,-1-1 0,1 1 0,0 0-1,0 0 1,0 0 0,0 1 0,0-1 0,0 1 0,0-1 0,0 1 0,0 0-1,0 0 1,1 1 0,-1-1 0,0 1 0,3 0 0,-4 0-123,-1 1 0,1-1 1,-1 1-1,1 0 1,-1-1-1,0 1 0,1 0 1,-1 0-1,0 0 0,0 0 1,0 0-1,-1 0 0,1 0 1,0 0-1,-1 0 1,1 0-1,-1 0 0,0 0 1,0 1-1,0-1 0,0 3 1,-2 54-18,2-52 18,-4 14-3,0-1 0,-2 1 0,0-1 0,-1 0-1,-1 0 1,-1-1 0,0 0 0,-2 0 0,-15 20 0,7-8 2,19-31 2,1 1 0,-1-1 0,0 1 0,1-1 0,-1 1 0,1-1 0,-1 0 0,1 1 0,-1-1 0,1 1 0,-1-1 0,1 0 0,0 0 0,-1 1 0,1-1 0,-1 0 0,1 0 0,0 0 0,-1 1 0,1-1 0,-1 0 0,1 0 0,0 0 0,-1 0 0,1 0 0,0 0-1,-1-1 1,1 1 0,-1 0 0,1 0 0,0 0 0,-1-1 0,1 1 0,0-1 0,30-3 50,6-2-189,52-2 0,-55 5-1833,-16 1-2562</inkml:trace>
</inkml:ink>
</file>

<file path=ppt/ink/ink1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02.138"/>
    </inkml:context>
    <inkml:brush xml:id="br0">
      <inkml:brushProperty name="width" value="0.035" units="cm"/>
      <inkml:brushProperty name="height" value="0.035" units="cm"/>
    </inkml:brush>
  </inkml:definitions>
  <inkml:trace contextRef="#ctx0" brushRef="#br0">739 3 5349,'0'0'3011,"-7"-1"-2819,4 0-150,1 1 0,-1 0 0,1-1 0,-1 1 0,1 0 0,-1 1 0,1-1-1,-1 0 1,1 1 0,-1-1 0,1 1 0,-4 1 0,-32 27 1330,-37 32-795,-2-4 0,-3-2 1,-118 58-1,28-15-522,156-90-88,10-7 10,0 1-1,0 0 0,0 0 1,1 1-1,-1-1 0,0 1 1,1 0-1,0-1 0,0 2 1,-5 4-1,21-16-3307,-3-6 272</inkml:trace>
</inkml:ink>
</file>

<file path=ppt/ink/ink1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02.441"/>
    </inkml:context>
    <inkml:brush xml:id="br0">
      <inkml:brushProperty name="width" value="0.035" units="cm"/>
      <inkml:brushProperty name="height" value="0.035" units="cm"/>
    </inkml:brush>
  </inkml:definitions>
  <inkml:trace contextRef="#ctx0" brushRef="#br0">212 1 8616,'0'0'-85,"-8"0"213,-25 0 208,31 0-311,0 0 1,-1 1-1,1-1 0,0 1 1,-1 0-1,1 0 0,0 0 0,0 0 1,0 0-1,0 0 0,0 1 0,0-1 1,0 1-1,0-1 0,0 1 1,1 0-1,-1 0 0,1 0 0,-1 0 1,-1 2-1,-23 47 128,21-38 23,-10 18 147,-5 9-148,2 0 0,-22 76 0,40-115-157,-1 1-1,0 0 1,1-1-1,-1 1 1,1 0-1,0-1 1,0 1-1,-1 0 1,1-1-1,0 1 0,0 0 1,1-1-1,-1 1 1,0 0-1,0-1 1,1 1-1,-1 0 1,1-1-1,0 1 1,-1-1-1,1 1 1,0-1-1,0 1 0,0-1 1,0 1-1,0-1 1,0 0-1,0 0 1,1 1-1,-1-1 1,0 0-1,1 0 1,1 1-1,3 0 208,1-1-1,0 1 1,0-1 0,0-1-1,0 1 1,-1-1 0,9-1 0,-2 1 69,63-2-31,0-3-1,-1-4 1,96-23 0,-107 11-3829,-16-7-5642</inkml:trace>
</inkml:ink>
</file>

<file path=ppt/ink/ink1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02.938"/>
    </inkml:context>
    <inkml:brush xml:id="br0">
      <inkml:brushProperty name="width" value="0.035" units="cm"/>
      <inkml:brushProperty name="height" value="0.035" units="cm"/>
    </inkml:brush>
  </inkml:definitions>
  <inkml:trace contextRef="#ctx0" brushRef="#br0">26 1 9897,'-3'10'64,"-4"18"146,2 0-1,0 0 0,2 1 1,1-1-1,2 1 0,1-1 0,0 1 1,3-1-1,0 0 0,2 0 1,0 0-1,18 44 0,-16-55-123,-1 0 0,2 0-1,0-2 1,1 1 0,1-1-1,0 0 1,1-1 0,0-1-1,18 16 1,-18-20-84,-1-1 0,1 0 0,1-1 0,-1 0-1,1-1 1,0 0 0,1-1 0,-1-1 0,1 0 0,0-1-1,0 0 1,0-1 0,15 0 0,-23-1-272,-1-1-1,1 0 1,-1 0 0,1 0 0,-1-1 0,0 1-1,1-1 1,-1-1 0,0 1 0,0-1 0,0 0-1,6-3 1,14-18-4465</inkml:trace>
</inkml:ink>
</file>

<file path=ppt/ink/ink1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03.562"/>
    </inkml:context>
    <inkml:brush xml:id="br0">
      <inkml:brushProperty name="width" value="0.035" units="cm"/>
      <inkml:brushProperty name="height" value="0.035" units="cm"/>
    </inkml:brush>
  </inkml:definitions>
  <inkml:trace contextRef="#ctx0" brushRef="#br0">0 96 5605,'0'0'230,"0"-8"357,0 5-404,0-1-1,0 1 0,0-1 1,1 1-1,-1-1 1,1 1-1,0-1 1,0 1-1,0 0 1,0-1-1,1 1 0,-1 0 1,1 0-1,0 0 1,0 0-1,0 0 1,0 1-1,0-1 1,1 0-1,-1 1 0,1 0 1,0-1-1,0 1 1,0 0-1,0 1 1,0-1-1,0 0 1,0 1-1,0 0 0,1-1 1,-1 1-1,1 1 1,6-2-1,-7 2-146,0-1-1,1 1 1,-1 0-1,0 0 0,1 1 1,-1-1-1,0 1 1,0-1-1,1 1 1,-1 0-1,0 1 1,0-1-1,0 0 0,0 1 1,0-1-1,0 1 1,0 0-1,-1 0 1,4 4-1,-2-2-19,0 1 1,0 0-1,-1 0 0,0 1 1,0-1-1,0 1 1,0 0-1,-1 0 0,3 10 1,0 9-18,-1 0 1,-1 0-1,-1 49 0,-2-74 2,1 7 3,-1-1 1,0 1-1,0 0 1,-1-1-1,0 1 1,0 0-1,0-1 1,-1 1-1,0-1 1,0 0-1,-1 1 1,-5 8-1,5-44 87,5 9-91,0 0 0,2 0 0,10-35 0,-8 36 0,-1 0 0,-1-1 0,0 1 0,0-27 0,-4 44 12,0-1 0,0 0 1,0 1-1,0-1 0,-1 1 0,1-1 1,-1 0-1,1 1 0,-1-1 0,0 1 0,0-1 1,0 1-1,-3-4 0,3 5 71,0 0 0,-1 0 0,1 0 0,-1 0 1,1 0-1,-1 0 0,1 1 0,-1-1 0,0 1 0,1-1 0,-1 1 0,1-1 0,-1 1 0,0 0 0,0 0 0,1 0 0,-1 0 1,0 0-1,1 0 0,-1 1 0,0-1 0,-2 1 0,2 0-28,0 1 1,0-1 0,1 0-1,-1 0 1,0 1-1,1-1 1,-1 1 0,1-1-1,0 1 1,-1 0-1,1-1 1,0 1 0,0 0-1,0 0 1,0 0-1,0 0 1,1 0-1,-1 0 1,0 0 0,1 0-1,0 0 1,-1 0-1,1 1 1,0-1 0,0 3-1,0 4 20,-1 1 0,1 0 0,1-1 0,2 14 0,-1-16-61,0-1 0,1 1 0,-1-1 0,2 0 0,-1 0 0,1 0-1,-1 0 1,2-1 0,-1 0 0,0 1 0,1-1 0,0-1 0,0 1 0,1-1 0,-1 0-1,1 0 1,0-1 0,0 0 0,0 0 0,1 0 0,-1 0 0,11 2 0,-2-1-179,1-1 0,-1 0 0,1 0 0,-1-2 1,1 0-1,0-1 0,-1 0 0,30-5 0,-18-6-2771,-5-6-2119</inkml:trace>
</inkml:ink>
</file>

<file path=ppt/ink/ink1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04.103"/>
    </inkml:context>
    <inkml:brush xml:id="br0">
      <inkml:brushProperty name="width" value="0.035" units="cm"/>
      <inkml:brushProperty name="height" value="0.035" units="cm"/>
    </inkml:brush>
  </inkml:definitions>
  <inkml:trace contextRef="#ctx0" brushRef="#br0">44 5 4708,'0'0'5029,"-41"-4"-4452,38 12-289,3 5-128,0 3-96,0 6-32,8 2 0,6 3-32,4 4 0,2-2-64,0-5-2242</inkml:trace>
</inkml:ink>
</file>

<file path=ppt/ink/ink1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04.556"/>
    </inkml:context>
    <inkml:brush xml:id="br0">
      <inkml:brushProperty name="width" value="0.035" units="cm"/>
      <inkml:brushProperty name="height" value="0.035" units="cm"/>
    </inkml:brush>
  </inkml:definitions>
  <inkml:trace contextRef="#ctx0" brushRef="#br0">0 0 8136,'0'0'3395,"8"52"-2851,1-40-319,-1-1-129,2-1-32,-2 0-64,-1 1 0,-1-3 32,-1 2-128,-1-4-1185,-4-2-449</inkml:trace>
</inkml:ink>
</file>

<file path=ppt/ink/ink1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04.797"/>
    </inkml:context>
    <inkml:brush xml:id="br0">
      <inkml:brushProperty name="width" value="0.035" units="cm"/>
      <inkml:brushProperty name="height" value="0.035" units="cm"/>
    </inkml:brush>
  </inkml:definitions>
  <inkml:trace contextRef="#ctx0" brushRef="#br0">0 0 7687,'0'0'6054,"44"50"-5670,-41-25-223,0 1-97,-3 4-32,0 1-32,-11 2-32,-4-5-449,-4-10-4387</inkml:trace>
</inkml:ink>
</file>

<file path=ppt/ink/ink1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07.140"/>
    </inkml:context>
    <inkml:brush xml:id="br0">
      <inkml:brushProperty name="width" value="0.035" units="cm"/>
      <inkml:brushProperty name="height" value="0.035" units="cm"/>
    </inkml:brush>
  </inkml:definitions>
  <inkml:trace contextRef="#ctx0" brushRef="#br0">52 78 1441,'-3'-1'247,"1"0"0,-1 0 1,0 0-1,1-1 0,-1 1 0,1-1 0,-1 1 0,1-1 0,-1 0 0,1 0 0,0 0 0,0 0 0,0 0 0,-3-5 0,3 2 464,0-1-1,0 0 1,0 0 0,1 0-1,0 0 1,-1-8 0,4 36 714,-2-15-1215,0 1 1,1-1 0,0 1 0,0-1 0,1 0 0,0 0 0,4 10 0,169 288 1518,-157-283-1629,-14-20-4919,-4-15 276</inkml:trace>
</inkml:ink>
</file>

<file path=ppt/ink/ink1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08.294"/>
    </inkml:context>
    <inkml:brush xml:id="br0">
      <inkml:brushProperty name="width" value="0.035" units="cm"/>
      <inkml:brushProperty name="height" value="0.035" units="cm"/>
    </inkml:brush>
  </inkml:definitions>
  <inkml:trace contextRef="#ctx0" brushRef="#br0">55 33 673,'0'0'3096,"-35"-15"-80,24 13 1639,5-7-3146,3 2-178,18 13-2712,-6-2-5059</inkml:trace>
</inkml:ink>
</file>

<file path=ppt/ink/ink1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08.666"/>
    </inkml:context>
    <inkml:brush xml:id="br0">
      <inkml:brushProperty name="width" value="0.035" units="cm"/>
      <inkml:brushProperty name="height" value="0.035" units="cm"/>
    </inkml:brush>
  </inkml:definitions>
  <inkml:trace contextRef="#ctx0" brushRef="#br0">21 31 4612,'-2'-1'207,"1"0"0,0 0 0,-1-1 0,1 1 0,0 0 0,0-1 0,0 1-1,0-1 1,0 1 0,0-1 0,0 1 0,1-1 0,-1 1 0,0-4 0,-3-1 2214,3 22-1129,2-10-1112,0 1-1,0-1 0,1 1 1,-1-1-1,1 0 0,0 1 1,1-1-1,0 0 0,0-1 1,0 1-1,7 8 0,-8-11-377,0 0 0,0 0-1,1 0 1,-1 0 0,1 0 0,0-1-1,0 1 1,0-1 0,0 0 0,0 0-1,1 0 1,-1 0 0,0-1-1,1 1 1,-1-1 0,1 0 0,0 0-1,-1 0 1,1 0 0,0-1 0,6 1-1,1-3-4952</inkml:trace>
</inkml:ink>
</file>

<file path=ppt/ink/ink1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08.982"/>
    </inkml:context>
    <inkml:brush xml:id="br0">
      <inkml:brushProperty name="width" value="0.035" units="cm"/>
      <inkml:brushProperty name="height" value="0.035" units="cm"/>
    </inkml:brush>
  </inkml:definitions>
  <inkml:trace contextRef="#ctx0" brushRef="#br0">1 1 10474,'0'0'1826,"15"53"-1538,-8-25-64,0 4-128,-3 1 0,0 2-96,-3-1 0,-1 1 0,0-4 0,0-5-192,-5-7-2723,-2-11-800</inkml:trace>
</inkml:ink>
</file>

<file path=ppt/ink/ink1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09.745"/>
    </inkml:context>
    <inkml:brush xml:id="br0">
      <inkml:brushProperty name="width" value="0.035" units="cm"/>
      <inkml:brushProperty name="height" value="0.035" units="cm"/>
    </inkml:brush>
  </inkml:definitions>
  <inkml:trace contextRef="#ctx0" brushRef="#br0">31 62 8712,'0'0'865,"-5"-8"176,-1-1-622,4 7-244,-1-1-1,1 0 0,0 0 0,0-1 1,1 1-1,-1 0 0,1 0 1,0-1-1,-2-6 0,3 10-142,0 0 0,0 0 0,0 0 0,-1 0 0,1-1 0,0 1 0,0 0-1,0 0 1,0 0 0,0 0 0,0-1 0,0 1 0,0 0 0,0 0 0,0 0 0,0-1 0,0 1 0,0 0-1,0 0 1,0 0 0,0 0 0,0-1 0,0 1 0,0 0 0,0 0 0,1 0 0,-1 0 0,0-1 0,0 1 0,0 0-1,0 0 1,0 0 0,0 0 0,0 0 0,1-1 0,-1 1 0,0 0 0,0 0 0,0 0 0,0 0 0,1 0 0,-1 0-1,0 0 1,0 0 0,0 0 0,0 0 0,1 0 0,-1 0 0,0 0 0,12 5 274,10 12-388,-14-6 86,0 0 0,-1 1 0,0-1 0,-1 1-1,0 1 1,-1-1 0,-1 1 0,0 0 0,5 25-1,-4-11-76,-2 1 0,1 36 0,-4-127 126,2 1 1,14-72-1,-16 132-119,3-21 553,-5 21-67,-6 14-332,5-8-78,1 1 0,0-1 0,-1 1 0,2-1 0,-1 1 1,0 0-1,1 0 0,0-1 0,0 1 0,0 0 0,1 0 0,0 0 0,0 0 0,0 0 0,1 0 0,-1 0 1,1 0-1,0 0 0,0 0 0,1 0 0,0-1 0,0 1 0,0 0 0,0-1 0,1 0 0,-1 1 0,1-1 1,0 0-1,0 0 0,1-1 0,-1 1 0,1-1 0,8 6 0,-1-2-28,1 0 0,0-1 0,0 0 0,0-1 1,1 0-1,0-1 0,0 0 0,0-1 0,0-1 0,1 0 0,20 0 0,-26-2-135,-1 0-468,0 0 1,0 0 0,1 0 0,-1-1 0,0 0-1,9-3 1,12-11-3827</inkml:trace>
</inkml:ink>
</file>

<file path=ppt/ink/ink1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10.547"/>
    </inkml:context>
    <inkml:brush xml:id="br0">
      <inkml:brushProperty name="width" value="0.035" units="cm"/>
      <inkml:brushProperty name="height" value="0.035" units="cm"/>
    </inkml:brush>
  </inkml:definitions>
  <inkml:trace contextRef="#ctx0" brushRef="#br0">0 114 4708,'0'0'6038,"1"-8"-4895,-1 6-1035,6-50 1025,-6 49-1086,0 0 0,1 0 0,0 0 0,-1 0 0,1 0 0,0 0 0,1 0 0,-1 0 0,0 1-1,1-1 1,-1 1 0,1-1 0,0 1 0,0-1 0,0 1 0,4-3 0,-6 4-43,1 1 1,0 0-1,0-1 1,0 1-1,0 0 1,-1 0-1,1-1 1,0 1-1,0 0 1,0 0-1,0 0 1,0 0-1,0 0 1,0 0-1,-1 0 1,1 1-1,0-1 1,0 0-1,0 0 0,0 1 1,0-1-1,-1 0 1,1 1-1,0-1 1,0 1-1,-1-1 1,2 2-1,15 25 16,-3 37-32,-11-23 12,-2 58 0,-1-50 0,0-49 1,0 1 0,0-1-1,0 0 1,0 0 0,0 1-1,0-1 1,0 0-1,0 0 1,0 1 0,0-1-1,0 0 1,0 0 0,0 1-1,1-1 1,-1 0 0,0 0-1,0 1 1,0-1 0,0 0-1,1 0 1,-1 0-1,0 1 1,0-1 0,0 0-1,1 0 1,-1 0 0,0 0-1,0 1 1,1-1 0,-1 0-1,0 0 1,0 0 0,1 0-1,-1 0 1,0 0-1,1 0 1,-1 0 0,0 0-1,1 0 1,15-4 23,18-15-2,-31 17-24,116-67-3618,-92 49 828</inkml:trace>
</inkml:ink>
</file>

<file path=ppt/ink/ink1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16.101"/>
    </inkml:context>
    <inkml:brush xml:id="br0">
      <inkml:brushProperty name="width" value="0.035" units="cm"/>
      <inkml:brushProperty name="height" value="0.035" units="cm"/>
    </inkml:brush>
  </inkml:definitions>
  <inkml:trace contextRef="#ctx0" brushRef="#br0">23 86 64,'0'0'3059,"14"-36"-865,-14 26-1556,1 9-464,-1 0 0,0 0 0,0 0 0,0 0-1,0 0 1,0 0 0,0 0 0,0 0 0,0 0 0,0 0 0,0 0 0,-1 0 0,1 0-1,0 0 1,-1 0 0,1 0 0,-1 0 0,1 0 0,-1 0 0,1 0 0,-1 0 0,1 0-1,-1 1 1,0-1 0,0 0 0,0 0 0,1 1 0,-1-1 0,0 1 0,0-1 0,0 1-1,0-1 1,-1 0 0,2 1 131,-5-3 3731,-12-4-2430,18 17-1580,0-1 0,1 0 1,0 0-1,0 0 0,1 0 0,0 0 0,8 15 0,37 60 307,-35-62-218,-8-12-111,1-1 0,0 1 0,0-1 0,1 0 0,0-1 0,1 1 0,-1-2 0,2 1 0,-1-1 0,1 0 0,18 10 0,-18-15-1291</inkml:trace>
</inkml:ink>
</file>

<file path=ppt/ink/ink1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16.505"/>
    </inkml:context>
    <inkml:brush xml:id="br0">
      <inkml:brushProperty name="width" value="0.035" units="cm"/>
      <inkml:brushProperty name="height" value="0.035" units="cm"/>
    </inkml:brush>
  </inkml:definitions>
  <inkml:trace contextRef="#ctx0" brushRef="#br0">1 43 8040,'0'0'2626,"57"-41"-2530,-18 39 96,10 6 353,8 24 95,4 15-31,2 15-128,0 19-65,-4 17-160,-7 12-96,-8 12-32,-13 10-96,-17 5-96,-14-3-128,-19-13-5797</inkml:trace>
</inkml:ink>
</file>

<file path=ppt/ink/ink1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17.656"/>
    </inkml:context>
    <inkml:brush xml:id="br0">
      <inkml:brushProperty name="width" value="0.035" units="cm"/>
      <inkml:brushProperty name="height" value="0.035" units="cm"/>
    </inkml:brush>
  </inkml:definitions>
  <inkml:trace contextRef="#ctx0" brushRef="#br0">166 14 8712,'0'0'102,"-10"-3"36,4 1-131,4 1 30,-2-1 1,1 1-1,0 0 0,0 0 1,0 0-1,0 1 0,-1-1 1,1 1-1,0 0 0,0 0 1,-1 0-1,1 0 0,0 0 1,-1 1-1,1 0 0,0-1 0,0 1 1,0 0-1,0 1 0,0-1 1,0 0-1,0 1 0,0 0 1,0 0-1,1-1 0,-5 6 1,-1 4 197,0 1 0,1 0 0,1 1 1,0 0-1,0 0 0,2 0 0,-1 1 1,2 0-1,0-1 0,0 1 0,2 0 0,-1 18 1,1-11-93,2 0 0,0 0-1,1 0 1,1 0 0,1 0 0,0-1 0,13 33 0,-10-38-196,0 0-1,1-1 0,1 1 1,0-2-1,1 1 1,0-2-1,1 1 1,0-1-1,1-1 0,1 0 1,0-1-1,0 0 1,1-1-1,0 0 1,0-1-1,1-1 1,0 0-1,1-1 0,-1-1 1,1 0-1,0-2 1,0 1-1,1-2 1,-1 0-1,1-1 0,-1-1 1,1 0-1,-1-1 1,23-5-1,-32 5-511,0-1 0,0 0 0,0-1 0,0 0 0,9-5 0,25-21-5435</inkml:trace>
</inkml:ink>
</file>

<file path=ppt/ink/ink1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18.405"/>
    </inkml:context>
    <inkml:brush xml:id="br0">
      <inkml:brushProperty name="width" value="0.035" units="cm"/>
      <inkml:brushProperty name="height" value="0.035" units="cm"/>
    </inkml:brush>
  </inkml:definitions>
  <inkml:trace contextRef="#ctx0" brushRef="#br0">6 133 8136,'0'0'405,"-2"-11"946,1 2-997,0-1 0,0 1 0,1-1 1,0 0-1,1 1 0,2-13 0,-3 20-308,0 0 0,1 0 1,-1 0-1,1 0 0,0 0 1,0 0-1,0 0 0,0 0 0,0 1 1,0-1-1,0 0 0,0 0 0,1 1 1,-1-1-1,1 1 0,-1-1 0,1 1 1,0 0-1,-1-1 0,1 1 0,0 0 1,0 0-1,0 0 0,0 1 1,0-1-1,0 0 0,0 1 0,0-1 1,0 1-1,0 0 0,0-1 0,0 1 1,0 0-1,1 0 0,-1 1 0,0-1 1,0 0-1,0 1 0,0-1 0,0 1 1,0 0-1,3 1 0,-1 0-36,0 0-1,0 1 1,0-1-1,0 1 1,0 0 0,-1 0-1,1 1 1,-1-1-1,0 1 1,0 0-1,0-1 1,-1 1-1,1 0 1,-1 1-1,4 7 1,2 7 8,-1 0 1,6 25-1,-7-17-15,-2-1-1,0 1 0,-2-1 0,-1 29 0,7-257 153,-8 201-158,1-5 17,0 1 0,-1-1 0,1 1-1,-1-1 1,-1 0 0,1 1 0,-1-1 0,-1-6 0,1 11 58,0-1 0,0 1-1,-1-1 1,1 1-1,0 0 1,0-1-1,-1 1 1,1 0 0,-1 0-1,1 0 1,-1 0-1,0 0 1,1 0 0,-1 0-1,0 1 1,0-1-1,1 1 1,-1-1 0,0 1-1,0-1 1,0 1-1,0 0 1,1 0-1,-1 0 1,0 0 0,-3 1-1,4-1-48,0 0 0,1 0 0,-1 0 0,0 0 0,1 0 0,-1 0 0,0 0 0,1 0 0,-1 1 0,1-1 0,-1 0 0,0 0 0,1 1 0,-1-1 0,1 0 0,-1 1 0,1-1 0,-1 0 0,1 1 0,-1-1 0,1 1 0,-1-1 0,1 1 0,0-1 0,-1 1 0,1-1 0,0 1 0,-1-1 0,1 1 0,0 0 0,0-1 0,-1 2 0,4 24 129,20 25-166,-17-41 14,0-1 0,1 1-1,1-1 1,0 0 0,0 0-1,0-1 1,1-1 0,0 1 0,1-1-1,0-1 1,0 1 0,0-2 0,0 0-1,1 0 1,0-1 0,19 5 0,-20-7-399,-1-1 0,1 0 0,0 0 1,-1-1-1,1-1 0,0 1 1,-1-2-1,11-2 0,19-12-4277</inkml:trace>
</inkml:ink>
</file>

<file path=ppt/ink/ink1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18.798"/>
    </inkml:context>
    <inkml:brush xml:id="br0">
      <inkml:brushProperty name="width" value="0.035" units="cm"/>
      <inkml:brushProperty name="height" value="0.035" units="cm"/>
    </inkml:brush>
  </inkml:definitions>
  <inkml:trace contextRef="#ctx0" brushRef="#br0">12 1 10762,'0'0'1057,"-12"49"-769,12-28 129,0 2-97,9 0 0,0-1-63,3-1-129,-2-2-128,0 1 32,1-5-32,-4-4-128,-1-7-2114</inkml:trace>
</inkml:ink>
</file>

<file path=ppt/ink/ink1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19.529"/>
    </inkml:context>
    <inkml:brush xml:id="br0">
      <inkml:brushProperty name="width" value="0.035" units="cm"/>
      <inkml:brushProperty name="height" value="0.035" units="cm"/>
    </inkml:brush>
  </inkml:definitions>
  <inkml:trace contextRef="#ctx0" brushRef="#br0">12 113 3812,'0'0'7393,"-12"-43"-3880,12 39-3505,1 0-1,-1 0 1,1 0 0,-1 0-1,1 1 1,0-1 0,1 0 0,-1 1-1,1-1 1,-1 1 0,1-1-1,3-3 1,-4 6-7,0-1 1,0 1-1,0 0 1,1 0-1,-1-1 1,0 1-1,1 0 0,-1 0 1,1 0-1,-1 1 1,1-1-1,-1 0 0,1 0 1,0 1-1,-1-1 1,1 1-1,0 0 1,-1-1-1,1 1 0,0 0 1,-1 0-1,1 0 1,0 0-1,0 0 1,-1 0-1,1 1 0,0-1 1,-1 1-1,1-1 1,2 2-1,-2-1 0,1 1-1,-1 0 1,0 0 0,0 0 0,0 0-1,0 0 1,0 0 0,0 0-1,0 1 1,-1-1 0,1 0-1,-1 1 1,0 0 0,0-1-1,0 1 1,0 0 0,0-1-1,-1 1 1,1 0 0,0 4 0,3 63 16,-4-63-17,0 74 0,2-81 2,0 0-1,1-1 1,-1 1-1,0 0 1,1-1-1,-1 1 1,0-1-1,0 0 1,1 1-1,-1-1 1,0 0-1,0-1 1,3-1-1,32-20-325,9-5-1839,-1-3 1,53-46 0,-68 48-1426</inkml:trace>
</inkml:ink>
</file>

<file path=ppt/ink/ink1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19.875"/>
    </inkml:context>
    <inkml:brush xml:id="br0">
      <inkml:brushProperty name="width" value="0.035" units="cm"/>
      <inkml:brushProperty name="height" value="0.035" units="cm"/>
    </inkml:brush>
  </inkml:definitions>
  <inkml:trace contextRef="#ctx0" brushRef="#br0">1 1 12684,'0'0'2530,"37"68"-2498,-32-38 0,-2-1-32,-2 2 0,-1-1 0,0-2-32,-2-4-320,-6-5-1922,-1-11-3107</inkml:trace>
</inkml:ink>
</file>

<file path=ppt/ink/ink1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20.560"/>
    </inkml:context>
    <inkml:brush xml:id="br0">
      <inkml:brushProperty name="width" value="0.035" units="cm"/>
      <inkml:brushProperty name="height" value="0.035" units="cm"/>
    </inkml:brush>
  </inkml:definitions>
  <inkml:trace contextRef="#ctx0" brushRef="#br0">1 86 10858,'0'-86'3999,"13"145"-3668,-7-15-305,-4-24-32,1 1-1,1-1 1,0 0 0,2 0 0,13 31 0,-19-49 5,0-1 0,1 1 0,0-1 0,-1 0 0,1 0 0,0 1 0,-1-1 0,1 0-1,0 0 1,0 0 0,0 0 0,0 0 0,0 0 0,0 0 0,0 0 0,0 0 0,1 0 0,-1-1 0,0 1 0,0 0 0,1-1 0,-1 1 0,0-1 0,1 0-1,-1 1 1,2-1 0,-1 0-2,0-1 0,-1 0 1,1 0-1,0 0 0,-1 0 0,1 0 0,-1 0 0,0 0 0,1 0 0,-1 0 0,0-1 0,0 1 0,0-1 0,0 1 0,0-1 0,0 1 1,1-3-1,5-9-16,-1-1 1,-1 0 0,6-22-1,-9 26 66,0 1 0,0-1 0,-1 1 0,0-1 0,-1 1-1,0-1 1,-2-18 0,1 24-17,0 0 0,0 0 0,0 1-1,0-1 1,-1 0 0,0 1 0,0-1 0,0 1-1,0-1 1,0 1 0,-1 0 0,1 0-1,-1 0 1,0 0 0,0 1 0,0-1 0,0 1-1,-1 0 1,1 0 0,-1 0 0,-5-3 0,9 5 5,0 0 0,-1 0 0,1 0 0,0 0 0,0 0 0,-1 0 0,1-1 1,0 1-1,-1 0 0,1 0 0,0 0 0,0 0 0,-1 0 0,1 0 0,0 0 1,-1 0-1,1 0 0,0 0 0,0 0 0,-1 1 0,1-1 0,0 0 0,-1 0 1,1 0-1,0 0 0,0 0 0,-1 0 0,1 1 0,0-1 0,0 0 0,0 0 1,-1 0-1,1 1 0,0-1 0,0 0 0,0 0 0,0 1 0,-1-1 0,1 0 1,0 1-1,-1 16 225,9 19-300,-3-24 52,1 0 0,1-1 0,0 0 0,0 0-1,1-1 1,0 0 0,1 0 0,0-1 0,1 0 0,0 0 0,0-1 0,1-1 0,0 0 0,0 0 0,0-1 0,13 5 0,-14-8-700,0 1 0,1-1 0,-1-1 0,0 0 0,1 0 0,-1-1 0,16-1 0,-4-1-5382</inkml:trace>
</inkml:ink>
</file>

<file path=ppt/ink/ink1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21.140"/>
    </inkml:context>
    <inkml:brush xml:id="br0">
      <inkml:brushProperty name="width" value="0.035" units="cm"/>
      <inkml:brushProperty name="height" value="0.035" units="cm"/>
    </inkml:brush>
  </inkml:definitions>
  <inkml:trace contextRef="#ctx0" brushRef="#br0">0 64 5317,'0'0'1404,"1"-8"-240,-1 6-1069,0-1 1,0 1-1,0-1 1,1 1-1,-1 0 1,1-1-1,0 1 1,0 0 0,0-1-1,0 1 1,0 0-1,0 0 1,1 0-1,-1 0 1,1 0-1,2-3 1,-1 3 30,1 0-1,-1 0 1,1 0 0,-1 1 0,1 0-1,-1 0 1,1 0 0,0 0 0,-1 0-1,1 1 1,0 0 0,-1 0 0,7 0-1,-4 0-95,0 0 0,0 1 0,0 0-1,0 0 1,0 1 0,0-1-1,0 1 1,0 1 0,0-1 0,-1 1-1,1 0 1,-1 0 0,0 0 0,0 1-1,0 0 1,0 0 0,-1 0-1,0 0 1,1 1 0,-2 0 0,1 0-1,0 0 1,2 7 0,-1-3-51,0 1 1,-1-1-1,-1 1 1,0 0 0,0 0-1,-1 1 1,0-1-1,-1 0 1,0 1-1,-1-1 1,0 1-1,0-1 1,-3 12-1,-4-2-1473,-2-5-1918</inkml:trace>
</inkml:ink>
</file>

<file path=ppt/ink/ink1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21.406"/>
    </inkml:context>
    <inkml:brush xml:id="br0">
      <inkml:brushProperty name="width" value="0.035" units="cm"/>
      <inkml:brushProperty name="height" value="0.035" units="cm"/>
    </inkml:brush>
  </inkml:definitions>
  <inkml:trace contextRef="#ctx0" brushRef="#br0">91 1 9993,'0'0'577,"-61"5"224,46 11 544,5 4-320,5 3-256,5 1-1,0 1-383,12-1-193,9 0-160,7-2 0,5-1-64,4-4 64,3-3-64,-3-3-320,2-10-2179,-6-1-3170</inkml:trace>
</inkml:ink>
</file>

<file path=ppt/ink/ink1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21.749"/>
    </inkml:context>
    <inkml:brush xml:id="br0">
      <inkml:brushProperty name="width" value="0.035" units="cm"/>
      <inkml:brushProperty name="height" value="0.035" units="cm"/>
    </inkml:brush>
  </inkml:definitions>
  <inkml:trace contextRef="#ctx0" brushRef="#br0">1 7 10474,'0'0'4634,"8"-2"-4544,-7 1-87,1 1-2,-1-1 0,1 0-1,-1 1 1,1-1 0,-1 1 0,1 0-1,-1-1 1,1 1 0,0 0 0,-1 0-1,1 0 1,-1 0 0,1 0 0,0 1-1,-1-1 1,1 0 0,-1 1 0,1-1-1,-1 1 1,1-1 0,-1 1 0,0 0-1,1 0 1,-1-1 0,0 1 0,1 0-1,-1 0 1,0 0 0,0 1 0,0-1-1,0 0 1,0 0 0,0 1 0,0-1-1,0 0 1,-1 1 0,1-1 0,0 1-1,-1-1 1,1 1 0,-1-1 0,0 1-1,1-1 1,-1 1 0,0 1 0,1 10-83,0 0-1,-1 0 1,0-1 0,-1 1 0,0 0 0,-2 0-1,1-1 1,-8 23 0,-2 9-198,12-44 259,0 1 1,0-1-1,-1 0 0,1 0 0,0 1 1,0-1-1,0 0 0,0 1 1,0-1-1,0 0 0,0 0 0,0 1 1,0-1-1,0 0 0,0 1 0,0-1 1,0 0-1,0 0 0,0 1 0,0-1 1,1 0-1,-1 1 0,0-1 1,0 0-1,0 0 0,0 1 0,0-1 1,1 0-1,-1 0 0,0 0 0,0 1 1,0-1-1,1 0 0,-1 0 1,0 0-1,0 0 0,1 1 0,-1-1 1,0 0-1,0 0 0,1 0 0,-1 0 1,1 0-1,17-4-201,26-20 418,-36 20-299,29-16-141,37-22 441,-32 8-5205,-27 18 315</inkml:trace>
</inkml:ink>
</file>

<file path=ppt/ink/ink1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22.123"/>
    </inkml:context>
    <inkml:brush xml:id="br0">
      <inkml:brushProperty name="width" value="0.035" units="cm"/>
      <inkml:brushProperty name="height" value="0.035" units="cm"/>
    </inkml:brush>
  </inkml:definitions>
  <inkml:trace contextRef="#ctx0" brushRef="#br0">6 18 8648,'0'0'3903,"-2"9"-3866,2-9-36,-2 17 9,1-1-1,1 1 1,1 22-1,0-36-5,-1 0 1,0 0-1,1-1 0,0 1 0,-1 0 0,1 0 1,0-1-1,0 1 0,1-1 0,-1 1 0,0-1 1,1 1-1,0-1 0,2 4 0,-2-6 3,-1 1 0,1 0-1,0-1 1,-1 1-1,1-1 1,-1 1-1,1-1 1,0 0 0,-1 0-1,1 0 1,0 0-1,0 0 1,-1 0 0,1 0-1,0 0 1,-1-1-1,1 1 1,-1-1 0,1 1-1,0-1 1,-1 0-1,1 1 1,-1-1 0,1 0-1,-1 0 1,0 0-1,1 0 1,0-2 0,14-9 607,-1 0 0,19-21 0,-27 26-641,-1-1 0,2 1 1,-1 0-1,1 0 0,0 1 0,0 0 1,1 0-1,0 1 0,0 0 0,0 1 1,1 0-1,-1 1 0,19-5 1,-27 8-88,10-6-6093,-11 1 164</inkml:trace>
</inkml:ink>
</file>

<file path=ppt/ink/ink1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22.371"/>
    </inkml:context>
    <inkml:brush xml:id="br0">
      <inkml:brushProperty name="width" value="0.035" units="cm"/>
      <inkml:brushProperty name="height" value="0.035" units="cm"/>
    </inkml:brush>
  </inkml:definitions>
  <inkml:trace contextRef="#ctx0" brushRef="#br0">1 12 13677,'0'0'128,"44"-11"1025,-6 15-672,7 23-193,3 16-64,-1 10 160,-6 10-159,-8 8-65,-13 14-128,-12 9 0,-8 10-64,-28-2-256,-14-4-5318</inkml:trace>
</inkml:ink>
</file>

<file path=ppt/ink/ink1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23.226"/>
    </inkml:context>
    <inkml:brush xml:id="br0">
      <inkml:brushProperty name="width" value="0.035" units="cm"/>
      <inkml:brushProperty name="height" value="0.035" units="cm"/>
    </inkml:brush>
  </inkml:definitions>
  <inkml:trace contextRef="#ctx0" brushRef="#br0">207 29 6726,'0'0'-26,"-10"-5"191,3 1-61,0 1 0,-1-1 0,1 1 0,-1 1 0,0 0-1,-14-3 1,19 5-9,0 0-1,-1 0 1,1 0-1,-1 0 1,1 1-1,0-1 1,-1 1-1,1 0 1,0 0-1,0 0 1,0 0-1,0 1 1,0-1-1,0 1 1,0 0-1,0 0 1,0 0-1,1 0 1,-1 1-1,1-1 1,-1 0-1,1 1 1,-2 3-1,-4 6 199,1 1 0,0 0-1,1 0 1,0 0 0,1 1 0,1 0-1,0 0 1,1 0 0,1 1 0,0-1-1,0 1 1,2-1 0,0 1 0,0 0 0,4 17-1,0-8-210,0 0 1,2 0-1,1-1 0,0 0 0,2 0 0,1-1 0,0 0 1,20 29-1,-15-28-44,2-2-1,1 0 1,0-1 0,2 0 0,0-2 0,1 0-1,45 28 1,-53-38-196,0-1-1,0 0 1,0-1-1,1-1 1,0 0-1,0 0 1,0-2-1,1 0 1,-1 0-1,1-1 1,0-1 0,-1-1-1,1 0 1,0-1-1,-1 0 1,21-5-1,9-14-3668</inkml:trace>
</inkml:ink>
</file>

<file path=ppt/ink/ink1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23.849"/>
    </inkml:context>
    <inkml:brush xml:id="br0">
      <inkml:brushProperty name="width" value="0.035" units="cm"/>
      <inkml:brushProperty name="height" value="0.035" units="cm"/>
    </inkml:brush>
  </inkml:definitions>
  <inkml:trace contextRef="#ctx0" brushRef="#br0">1 140 8840,'0'-7'550,"0"-2"30,0 0 0,1 0 0,0 0-1,0 0 1,1 0 0,4-13 0,-5 20-518,0 0 0,0 0 0,0 0 0,0 0 0,1 0 0,-1 0 1,0 0-1,1 0 0,-1 0 0,1 1 0,0-1 0,0 0 0,0 1 0,-1 0 0,1-1 0,1 1 0,-1 0 1,0 0-1,0 0 0,0 0 0,0 1 0,1-1 0,-1 1 0,0-1 0,1 1 0,-1 0 0,0 0 0,1 0 1,-1 0-1,0 0 0,1 0 0,-1 1 0,0-1 0,1 1 0,2 1 0,1 0-51,0 1 0,0 0-1,0 0 1,0 1 0,0 0-1,-1 0 1,1 0 0,-1 1-1,0-1 1,-1 1-1,1 1 1,-1-1 0,0 1-1,0-1 1,5 11 0,-1 1-11,0-1 0,0 2 0,-2-1 0,8 29 0,-8-2 1,-3-22 43,-2-51-25,1 0-20,7-45 0,-5 53 8,-1 0 0,-1-1 0,0 1-1,-3-30 1,1 50-1,0 1 0,0-1-1,0 0 1,0 1 0,0-1 0,0 1-1,0-1 1,0 1 0,-1-1 0,1 0-1,0 1 1,0-1 0,0 1 0,-1-1-1,1 1 1,0-1 0,-1 1 0,1 0-1,0-1 1,-1 1 0,1-1 0,0 1-1,-1-1 1,1 1 0,-1 0 0,1 0-1,-1-1 1,1 1 0,-1 0 0,1-1-1,-1 1 1,1 0 0,-1 0 0,1 0-1,-1 0 1,0 0 0,1 0 0,-1 0-1,1 0 1,-1 0 0,1 0 0,-1 0-1,0 0 1,1 0 0,-1 0 0,1 0-1,-1 0 1,1 1 0,-1-1 0,1 0-1,-1 0 1,1 1 0,-1-1 0,1 0-1,-1 1 1,1-1 0,0 1 0,-1-1 0,0 1-1,-1 1 93,-1 0-1,1 0 0,0 0 1,-1 1-1,1-1 0,0 0 1,0 1-1,1 0 0,-3 4 1,2-3-27,1 0 0,0 0 0,0 1 0,0-1 0,1 1 0,0-1 1,0 1-1,0-1 0,0 1 0,0-1 0,1 0 0,0 1 0,0-1 0,0 0 1,1 1-1,-1-1 0,4 5 0,-2-3-44,2 0-1,-1 0 1,0-1-1,1 1 1,0-1-1,1 0 1,-1 0-1,1-1 1,11 7-1,1-1-76,1-1 0,-1-1 0,1-1 0,0-1 0,1 0 0,34 4 0,-33-7-1662,0-1 0,0-1 0,33-3-1,-24-4-3433</inkml:trace>
</inkml:ink>
</file>

<file path=ppt/ink/ink1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24.038"/>
    </inkml:context>
    <inkml:brush xml:id="br0">
      <inkml:brushProperty name="width" value="0.035" units="cm"/>
      <inkml:brushProperty name="height" value="0.035" units="cm"/>
    </inkml:brush>
  </inkml:definitions>
  <inkml:trace contextRef="#ctx0" brushRef="#br0">12 1 10474,'0'0'3523,"-11"46"-2978,24-27-225,5 1-224,0 0-64,3 2-32,-1 0 0,0-5-128,-3-5-2210,-1-8-3043</inkml:trace>
</inkml:ink>
</file>

<file path=ppt/ink/ink1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24.564"/>
    </inkml:context>
    <inkml:brush xml:id="br0">
      <inkml:brushProperty name="width" value="0.035" units="cm"/>
      <inkml:brushProperty name="height" value="0.035" units="cm"/>
    </inkml:brush>
  </inkml:definitions>
  <inkml:trace contextRef="#ctx0" brushRef="#br0">1 70 6919,'0'0'1809,"1"-8"-479,0 3-1156,0 1 1,1-1 0,-1 0 0,1 1 0,0 0 0,0-1 0,5-6 0,-6 9-139,0 1 1,0-1 0,0 1-1,0 0 1,1 0 0,-1 0-1,0-1 1,1 1 0,-1 1-1,1-1 1,0 0 0,-1 0 0,1 0-1,-1 1 1,1-1 0,0 1-1,0 0 1,-1-1 0,1 1-1,0 0 1,0 0 0,-1 0-1,1 0 1,0 0 0,0 0-1,-1 1 1,1-1 0,0 1 0,0-1-1,-1 1 1,2 0 0,0 1-36,-1-1 1,0 1-1,0 0 1,0 0 0,0 0-1,0 0 1,0 0-1,0 0 1,-1 1-1,1-1 1,-1 1 0,0-1-1,0 1 1,0-1-1,0 1 1,0 0-1,0-1 1,-1 1 0,1 0-1,-1 0 1,0 3-1,1 6 4,0-1 0,-1 1-1,-3 22 1,-5-16 5,6-13 5,18-7-3,-6 0-9,0 0-1,1 0 1,-1 2-1,1-1 0,-1 1 1,1 1-1,-1-1 1,17 5-1,-24-4-2,1 0 1,-1 0-1,0 0 0,1 1 1,-1-1-1,0 1 1,0 0-1,0 0 0,0 0 1,0 0-1,-1 1 0,1-1 1,-1 1-1,1-1 0,-1 1 1,0 0-1,0 0 0,0 0 1,-1 0-1,1 0 1,-1 1-1,1-1 0,-1 0 1,0 1-1,0-1 0,-1 1 1,1-1-1,-1 7 0,0-5 3,0 1 0,0-1 0,-1 1 0,0-1 0,0 0 0,0 0-1,-1 1 1,1-1 0,-1 0 0,-1 0 0,1 0 0,-1-1 0,0 1-1,0 0 1,0-1 0,0 0 0,-1 0 0,0 0 0,0 0 0,-6 4-1,4-4-21,1 0-1,-1 0 0,0-1 0,1 0 0,-1 0 0,-1-1 0,1 0 1,0 0-1,-1 0 0,1-1 0,-1 1 0,1-2 0,-1 1 0,1-1 1,-1 0-1,-12-2 0,5-4-1491,3-10-1831</inkml:trace>
</inkml:ink>
</file>

<file path=ppt/ink/ink1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24.737"/>
    </inkml:context>
    <inkml:brush xml:id="br0">
      <inkml:brushProperty name="width" value="0.035" units="cm"/>
      <inkml:brushProperty name="height" value="0.035" units="cm"/>
    </inkml:brush>
  </inkml:definitions>
  <inkml:trace contextRef="#ctx0" brushRef="#br0">1 0 13389,'0'0'0,"36"47"0,-23-25 32,-7 1 0,-1 1-64,-3 1 32,-2 2-225,-4-6-4387</inkml:trace>
</inkml:ink>
</file>

<file path=ppt/ink/ink1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25.439"/>
    </inkml:context>
    <inkml:brush xml:id="br0">
      <inkml:brushProperty name="width" value="0.035" units="cm"/>
      <inkml:brushProperty name="height" value="0.035" units="cm"/>
    </inkml:brush>
  </inkml:definitions>
  <inkml:trace contextRef="#ctx0" brushRef="#br0">26 204 7847,'0'0'630,"-3"-8"1394,-2-3-1359,1 0 0,1 0 0,0 0 0,1 0 0,0-1 0,-1-16 0,3 26-623,0 0 1,-1-1 0,1 1 0,1 0-1,-1 0 1,0-1 0,0 1-1,1 0 1,-1 0 0,1 0-1,0-1 1,0 1 0,-1 0 0,2 0-1,-1 0 1,0 0 0,0 1-1,0-1 1,1 0 0,-1 0 0,1 1-1,0-1 1,-1 1 0,1-1-1,0 1 1,0 0 0,0 0-1,0 0 1,0 0 0,0 0 0,0 0-1,0 0 1,0 1 0,0-1-1,1 1 1,-1-1 0,0 1 0,0 0-1,0 0 1,1 0 0,-1 0-1,0 1 1,0-1 0,4 1-1,-1 1-40,0-1-1,0 1 0,0 0 0,0 1 0,-1-1 0,1 1 0,-1 0 0,1 0 0,-1 0 0,0 1 0,0-1 0,-1 1 1,1 0-1,-1 0 0,1 0 0,-1 1 0,-1-1 0,1 1 0,-1 0 0,3 5 0,2 5 4,-1 1 0,0-1 1,-2 1-1,1 1 0,1 18 0,-3-12-51,0-1 0,-2 1 0,-1-1 0,-3 24 0,3-64 60,-1 7-6,1 0-1,0-1 0,3-19 0,28-66-6,-22 75-1,-1-1 1,-2 0 0,0 0 0,-1 0 0,3-42-1,-11 56 52,-3 14-39,-3 18 13,8-16-16,0 0-1,1 0 1,0 0 0,0 0-1,1 0 1,0 0 0,0 0-1,0 0 1,1-1 0,0 1-1,1 0 1,-1-1-1,1 0 1,0 1 0,1-1-1,0 0 1,0-1 0,0 1-1,0-1 1,8 7 0,3 2-96,0-1 1,1-1 0,1-1-1,0 0 1,37 16 0,-47-23-685,1-1 0,-1 0 1,1 0-1,0-1 0,13 2 1,4-3-3721</inkml:trace>
</inkml:ink>
</file>

<file path=ppt/ink/ink1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25.750"/>
    </inkml:context>
    <inkml:brush xml:id="br0">
      <inkml:brushProperty name="width" value="0.035" units="cm"/>
      <inkml:brushProperty name="height" value="0.035" units="cm"/>
    </inkml:brush>
  </inkml:definitions>
  <inkml:trace contextRef="#ctx0" brushRef="#br0">2 76 7591,'0'0'3294,"0"-9"-2146,-1 6-1059,1 1-1,0-1 1,-1 0 0,1 1 0,1-1-1,-1 0 1,0 1 0,1-1 0,-1 0 0,1 1-1,0-1 1,0 1 0,0-1 0,0 1 0,0-1-1,0 1 1,3-3 0,-2 3-25,1 0 0,-1 0 1,1 1-1,0-1 0,-1 1 0,1-1 0,0 1 1,0 0-1,0 0 0,0 1 0,0-1 1,0 0-1,0 1 0,0 0 0,0-1 1,0 1-1,0 1 0,0-1 0,4 1 0,-3-1-58,-1 1 0,1-1 0,-1 1-1,1 0 1,-1 0 0,1 1-1,-1-1 1,0 0 0,1 1-1,-1 0 1,0 0 0,0 0-1,-1 0 1,1 1 0,0-1 0,-1 1-1,5 4 1,-3-1-18,-1 0-1,0-1 1,0 1 0,0 1 0,-1-1-1,1 0 1,-1 1 0,-1-1 0,2 9-1,-2-3-205,0 1 1,0-1-1,-1 1 0,-1 0 0,0-1 0,-1 1 0,0-1 0,-1 1 0,-7 21 0,-7-7-321,7-13 76,22-22 403,50-38 45,-11 9-3147,-20 11-959</inkml:trace>
</inkml:ink>
</file>

<file path=ppt/ink/ink1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26.237"/>
    </inkml:context>
    <inkml:brush xml:id="br0">
      <inkml:brushProperty name="width" value="0.035" units="cm"/>
      <inkml:brushProperty name="height" value="0.035" units="cm"/>
    </inkml:brush>
  </inkml:definitions>
  <inkml:trace contextRef="#ctx0" brushRef="#br0">1 58 10442,'0'0'630,"0"-7"1035,0-24-581,0 30-1067,0 1-1,0-1 1,0 0 0,0 1-1,0-1 1,0 0-1,0 1 1,0-1 0,0 0-1,0 0 1,0 1 0,1-1-1,-1 1 1,0-1-1,0 0 1,1 1 0,-1-1-1,0 1 1,1-1 0,-1 0-1,1 1 1,-1-1-1,0 1 1,1-1 0,-1 1-1,1 0 1,0-1 0,-1 1-1,1-1 1,-1 1-1,1 0 1,0 0 0,-1-1-1,1 1 1,-1 0 0,1 0-1,0 0 1,-1 0-1,1 0 1,0 0 0,-1-1-1,1 2 1,0-1 0,-1 0-1,1 0 1,0 0-1,-1 0 1,1 0 0,0 0-1,-1 1 1,1-1 0,0 0-1,-1 1 1,1-1-1,-1 0 1,1 1 0,3 1-10,-1 0 0,1 0 0,-1 0 0,0 0 0,0 1 0,0-1 0,5 7 0,-3-2-25,-1 1 1,-1 1-1,0-1 1,0 1-1,0-1 0,-1 1 1,0 0-1,-1-1 1,0 1-1,0 0 1,-1 0-1,0 0 1,-3 15-1,3-21-14,-1 5-22,6-10 80,10-4-9,-4 2-6,0 1-1,0 1 0,0 0 1,0 1-1,0 0 1,1 0-1,17 2 0,-26 0-6,-1-1 0,0 0 0,0 1 0,1-1-1,-1 1 1,0-1 0,0 1 0,0 0 0,0 0-1,0 0 1,0 0 0,0 1 0,0-1 0,0 0 0,-1 1-1,1-1 1,0 1 0,-1 0 0,1 0 0,-1-1-1,0 1 1,0 0 0,1 0 0,-1 0 0,0 0 0,-1 0-1,1 1 1,0-1 0,-1 0 0,1 0 0,-1 1-1,0-1 1,1 0 0,-1 0 0,0 1 0,-1-1 0,1 0-1,0 0 1,-1 1 0,1-1 0,-1 0 0,1 0-1,-3 4 1,1-2 1,1 0-1,-1 0 0,0 0 0,-1 0 1,1 0-1,-1-1 0,1 1 0,-1-1 1,0 0-1,0 0 0,-1 0 0,1 0 1,-1 0-1,1-1 0,-1 0 0,0 0 1,0 0-1,0 0 0,-5 2 0,-1-1-136,-1 1-1,0-1 0,1-1 1,-1 0-1,-1-1 1,-14 1-1,9-4-2648,3-10-1175</inkml:trace>
</inkml:ink>
</file>

<file path=ppt/ink/ink1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26.534"/>
    </inkml:context>
    <inkml:brush xml:id="br0">
      <inkml:brushProperty name="width" value="0.035" units="cm"/>
      <inkml:brushProperty name="height" value="0.035" units="cm"/>
    </inkml:brush>
  </inkml:definitions>
  <inkml:trace contextRef="#ctx0" brushRef="#br0">0 20 12716,'0'0'1441,"60"-19"-384,-22 36-640,8 21-193,5 15-96,0 14 192,-4 12 1,-8 15-225,-12 15-32,-15 7-96,-12 6-128,-20 0-2403,-16-7-7302</inkml:trace>
</inkml:ink>
</file>

<file path=ppt/ink/ink1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37.808"/>
    </inkml:context>
    <inkml:brush xml:id="br0">
      <inkml:brushProperty name="width" value="0.035" units="cm"/>
      <inkml:brushProperty name="height" value="0.035" units="cm"/>
    </inkml:brush>
  </inkml:definitions>
  <inkml:trace contextRef="#ctx0" brushRef="#br0">696 0 6118,'-123'2'5228,"91"0"-5069,0 2 1,-1 0 0,-55 17 0,46-9-153,23-8-5,1 1 1,0 1-1,0 0 1,0 1-1,1 2 0,0-1 1,-23 17-1,37-22-1,0 1 1,0-1-1,1 0 0,0 1 0,0 0 0,-1-1 0,2 1 0,-1 0 1,0 0-1,1 0 0,0 0 0,0 1 0,0-1 0,0 6 0,0 67 33,2-47-21,-34 873 238,5-621-172,-49 473 2682,62-548-2205,16-206-555,-1 0 0,0 0 0,1 0 0,-1 0 0,1 0 0,-1 0 0,1 0 0,0 0 0,-1-1 0,1 1 0,0 0 1,0 0-1,-1-1 0,1 1 0,0-1 0,0 1 0,0-1 0,0 1 0,0-1 0,0 1 0,0-1 0,0 0 0,0 1 0,0-1 1,0 0-1,0 0 0,0 0 0,1 0 0,35 4 36,-34-4-31,62 2 64,39 2-76,0-3 1,162-22 0,-234 16-1084,-1-3 0,1 0 0,35-16 0,-18 1-2654</inkml:trace>
</inkml:ink>
</file>

<file path=ppt/ink/ink1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38.618"/>
    </inkml:context>
    <inkml:brush xml:id="br0">
      <inkml:brushProperty name="width" value="0.035" units="cm"/>
      <inkml:brushProperty name="height" value="0.035" units="cm"/>
    </inkml:brush>
  </inkml:definitions>
  <inkml:trace contextRef="#ctx0" brushRef="#br0">0 74 9961,'0'0'225,"4"-8"506,-3 4-646,1 0 0,0 0 0,0 0 0,0 0 0,0 1 0,1-1 0,0 1 0,-1 0 0,1-1 0,0 1 0,1 1 0,-1-1 0,0 0 0,1 1 0,-1 0 1,1-1-1,0 2 0,0-1 0,0 0 0,0 1 0,0 0 0,0-1 0,0 2 0,1-1 0,-1 0 0,0 1 0,9 0 0,-8 0-85,0 0 0,-1 1 0,1-1 0,0 1 0,0 0 0,-1 0 0,1 1 0,-1-1 0,1 1 1,-1 0-1,1 0 0,-1 1 0,0-1 0,0 1 0,0 0 0,-1 0 0,1 0 0,-1 1 0,1-1 0,2 6 0,-1-3 0,-1 2-1,-1-1 1,1 0-1,-1 1 0,0 0 1,-1 0-1,0-1 1,0 2-1,-1-1 1,0 0-1,0 11 1,0-3-2,-2 0 0,1 0 0,-2 0 0,0 0 0,-1 0 0,-1-1 0,0 0 1,-1 1-1,-1-1 0,0-1 0,-1 1 0,0-1 0,-1 0 0,-1-1 0,0 0 0,-18 19 1,27-32 1,0 0 0,0 1 1,0-1-1,0 1 1,-1-1-1,1 0 0,0 1 1,0-1-1,-1 0 1,1 1-1,0-1 1,-1 0-1,1 0 0,0 1 1,-1-1-1,1 0 1,0 0-1,-1 1 0,1-1 1,0 0-1,-1 0 1,1 0-1,-1 0 1,1 0-1,-1 0 0,1 1 1,0-1-1,-1 0 1,1 0-1,-1 0 0,1 0 1,-1-1-1,1 1 1,0 0-1,-2 0 1,4-17 32,16-24 15,9 2 300,44-47 1,-43 55 50,-2-1 1,34-56-1,-48 53 1675,-10 26-249,-7 25-1341,-3 19-458,2 1 1,2 0 0,1 0-1,2 0 1,5 56 0,-3-80-72,1-1 1,0 0 0,1 1-1,8 20 1,10 2-1947,-19-32 1629,0-1 0,-1 1 0,1-1 0,0 0 0,0 1-1,0-1 1,0 0 0,0 0 0,0 0 0,0 0 0,0-1 0,0 1-1,0 0 1,4-1 0,16 1-4581</inkml:trace>
</inkml:ink>
</file>

<file path=ppt/ink/ink1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38.832"/>
    </inkml:context>
    <inkml:brush xml:id="br0">
      <inkml:brushProperty name="width" value="0.035" units="cm"/>
      <inkml:brushProperty name="height" value="0.035" units="cm"/>
    </inkml:brush>
  </inkml:definitions>
  <inkml:trace contextRef="#ctx0" brushRef="#br0">20 1 10730,'0'0'5125,"-3"56"-4997,2-27 0,1 5-96,-1-3-32,-1 0 64,1-2-64,-1-4 0,-1 0 32,0-1-32,-1-1-96,4-4-1121,0-6-1537</inkml:trace>
</inkml:ink>
</file>

<file path=ppt/ink/ink1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39.066"/>
    </inkml:context>
    <inkml:brush xml:id="br0">
      <inkml:brushProperty name="width" value="0.035" units="cm"/>
      <inkml:brushProperty name="height" value="0.035" units="cm"/>
    </inkml:brush>
  </inkml:definitions>
  <inkml:trace contextRef="#ctx0" brushRef="#br0">0 1 9161,'0'0'6374,"29"65"-6310,-29-31 64,-2-2 0,-1 3-96,-3 0 0,2-1-32,-1-2-32,3-9-2114,1-11-7111</inkml:trace>
</inkml:ink>
</file>

<file path=ppt/ink/ink1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40.491"/>
    </inkml:context>
    <inkml:brush xml:id="br0">
      <inkml:brushProperty name="width" value="0.035" units="cm"/>
      <inkml:brushProperty name="height" value="0.035" units="cm"/>
    </inkml:brush>
  </inkml:definitions>
  <inkml:trace contextRef="#ctx0" brushRef="#br0">21 169 8488,'-3'-6'369,"0"-1"0,0 1-1,1-1 1,-1 1 0,1-1 0,1 0 0,-1 0 0,1 1-1,1-1 1,-1 0 0,1 0 0,1-12 0,0 15-253,0 1 0,0 0 0,0-1 0,0 1 0,1 0 0,-1 0 0,1 0 0,-1 0 0,1 0 1,0 0-1,0 0 0,1 1 0,-1-1 0,1 1 0,-1 0 0,1 0 0,0 0 0,-1 0 0,1 0 0,0 0 0,0 1 0,1-1 1,-1 1-1,0 0 0,0 0 0,1 0 0,5-1 0,-2 1-109,0 0 0,0 0 0,-1 0 1,1 1-1,0 0 0,0 1 0,0-1 0,0 1 1,0 1-1,0-1 0,-1 1 0,1 0 0,0 1 0,-1-1 1,0 1-1,0 1 0,0-1 0,0 1 0,0 0 0,-1 0 1,1 1-1,-1-1 0,0 1 0,5 7 0,-3-2-9,-1 0 0,0 1 0,0 0 0,-1 0 0,0 0-1,-1 1 1,0-1 0,-1 1 0,0 0 0,-1 0 0,0 0 0,-1 0 0,-1 14-1,0-15-62,0 0-1,-1 0 1,-1 1 0,0-1-1,0 0 1,-1 0-1,-1-1 1,-8 20-1,10-26 48,0 0 0,0 0 1,-1 0-1,0-1 0,0 1 0,0-1 0,0 1 0,0-1 0,-1 0 1,1 0-1,-1 0 0,0-1 0,0 1 0,0-1 0,0 0 0,0 0 1,-1-1-1,1 1 0,-1-1 0,1 0 0,-1 0 0,1 0 1,-1-1-1,-5 1 0,9-1-76,1-1-1,-1 1 1,1 0 0,0 0 0,-1 0-1,1-1 1,-1 1 0,1 0 0,0 0 0,-1-1-1,1 1 1,0 0 0,-1-1 0,1 1-1,0 0 1,-1-1 0,1 1 0,0 0 0,0-1-1,0 1 1,-1-1 0,1 1 0,0-1-1,0 1 1,0 0 0,0-1 0,0 1 0,0-1-1,0 1 1,0-1 0,0 1 0,0-1-1,0 1 1,0-1 0,0 1 0,0 0 0,0-1-1,0 1 1,1-1 0,-1 1 0,0-1-1,0 1 1,0 0 0,1-1 0,-1 1 0,1-1-1,10-23-3815,7-5-2501</inkml:trace>
</inkml:ink>
</file>

<file path=ppt/ink/ink1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40.722"/>
    </inkml:context>
    <inkml:brush xml:id="br0">
      <inkml:brushProperty name="width" value="0.035" units="cm"/>
      <inkml:brushProperty name="height" value="0.035" units="cm"/>
    </inkml:brush>
  </inkml:definitions>
  <inkml:trace contextRef="#ctx0" brushRef="#br0">141 43 7559,'0'0'5114,"-1"-7"-2824,-10-23-465,11 30-1787,0-1 1,-1 1 0,1-1 0,-1 1-1,1 0 1,0-1 0,-1 1 0,1 0 0,-1-1-1,1 1 1,-1 0 0,1-1 0,-1 1-1,1 0 1,-1 0 0,0 0 0,1 0 0,-1-1-1,1 1 1,-1 0 0,1 0 0,-1 0-1,-1 0 1,1 1-26,-1-1 0,1 1 0,0 0-1,-1 0 1,1-1 0,0 1 0,-1 0 0,1 0-1,0 0 1,0 0 0,0 0 0,0 1 0,0-1-1,-1 2 1,-11 15 113,1 2 0,1 0 0,1 0 0,0 0-1,2 2 1,0-1 0,2 1 0,0 0 0,1 0 0,2 0-1,0 1 1,1 0 0,3 44 0,-1-64-130,0 0 0,1-1 0,0 1 0,-1 0-1,1 0 1,0-1 0,0 1 0,1 0 0,-1-1 0,1 1 0,-1-1 0,1 1 0,0-1 0,0 0-1,0 0 1,0 0 0,0 0 0,0 0 0,0 0 0,1-1 0,2 3 0,1-2-489,0 0 0,-1 0 0,1 0 1,0 0-1,0-1 0,0 0 0,0 0 0,0-1 1,6 1-1,18-1-5257</inkml:trace>
</inkml:ink>
</file>

<file path=ppt/ink/ink1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41.142"/>
    </inkml:context>
    <inkml:brush xml:id="br0">
      <inkml:brushProperty name="width" value="0.035" units="cm"/>
      <inkml:brushProperty name="height" value="0.035" units="cm"/>
    </inkml:brush>
  </inkml:definitions>
  <inkml:trace contextRef="#ctx0" brushRef="#br0">5 89 15567,'0'0'2301,"-2"-8"-2205,2 6-76,-3-36-34,3 36 34,1 0 0,-1 0 0,0 0 0,0 0 0,1 0 0,-1 0 0,1 0 0,0 0 0,0 0-1,-1 0 1,1 0 0,0 1 0,1-1 0,-1 0 0,0 1 0,0-1 0,1 1 0,-1-1 0,1 1-1,-1 0 1,1 0 0,1-2 0,-2 3-17,-1 1 0,1-1 0,-1 0 0,1 0 0,-1 1 0,1-1 0,-1 0 0,1 1 0,-1-1 0,0 0 0,1 1 0,-1-1 0,0 0 0,1 1 0,-1-1 0,0 1 0,1-1 0,-1 1-1,0-1 1,0 1 0,0-1 0,1 1 0,-1-1 0,0 1 0,0-1 0,0 1 0,0-1 0,0 1 0,0-1 0,0 1 0,0-1 0,0 1 0,0-1 0,0 1 0,-1 0 0,2 29 38,-1-27-39,-8 88-594,4-66 322,2 1-1,1 31 0,1-55 261,0 0 0,0-1 1,0 1-1,1-1 0,-1 1 1,1-1-1,-1 1 1,1-1-1,0 1 0,-1-1 1,1 1-1,0-1 0,0 0 1,0 1-1,0-1 1,0 0-1,0 0 0,1 0 1,-1 0-1,0 0 0,0 0 1,1 0-1,1 1 1,2 0 12,-1-1 0,1 1 0,0-1 0,0 0 1,-1 0-1,1 0 0,9-1 0,5 0-98,1-2 0,36-7-1,10-7-5407,-47 6 2268</inkml:trace>
</inkml:ink>
</file>

<file path=ppt/ink/ink1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41.359"/>
    </inkml:context>
    <inkml:brush xml:id="br0">
      <inkml:brushProperty name="width" value="0.035" units="cm"/>
      <inkml:brushProperty name="height" value="0.035" units="cm"/>
    </inkml:brush>
  </inkml:definitions>
  <inkml:trace contextRef="#ctx0" brushRef="#br0">15 1 10314,'0'0'8264,"-14"50"-8104,14-18-96,0 2-32,0 2-32,0-1-32,0 0 32,0-3-64,0-3-769,0-10-1569</inkml:trace>
</inkml:ink>
</file>

<file path=ppt/ink/ink1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42.405"/>
    </inkml:context>
    <inkml:brush xml:id="br0">
      <inkml:brushProperty name="width" value="0.035" units="cm"/>
      <inkml:brushProperty name="height" value="0.035" units="cm"/>
    </inkml:brush>
  </inkml:definitions>
  <inkml:trace contextRef="#ctx0" brushRef="#br0">409 72 5509,'0'0'1730,"-3"-8"-662,-3-3-630,-6-17 69,3 4 3080,51 23-1799,195 11-818,-80-2-573,-147-8-332,0 1 1,-1 0 0,1 0-1,-1 0 1,1 2 0,-1-1-1,0 1 1,0 0 0,12 6-1,-15-5-9,-1 0 1,1 1-1,-1-1 0,0 1 0,0 0 0,-1 0 0,1 1 0,-1-1 0,0 1 0,-1 0 0,1 0 0,-1 0 0,4 12 0,3 11 159,-1 0-1,-2 1 1,0-1-1,2 36 1,2 126 680,-10-147-770,6 253 362,-13 0 1,-64 431 0,-14-313 424,83-412-903,-1 1-1,0 0 0,1-1 0,-1 0 1,-1 1-1,1-1 0,0 0 0,-1 0 1,1 0-1,-1-1 0,0 1 0,0-1 1,0 1-1,-6 3 0,-57 24 15,26-13 1,-62 36-289,-157 75 792,126-74-2531,-3-12-3541,26-19-3605</inkml:trace>
</inkml:ink>
</file>

<file path=ppt/ink/ink1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43.126"/>
    </inkml:context>
    <inkml:brush xml:id="br0">
      <inkml:brushProperty name="width" value="0.035" units="cm"/>
      <inkml:brushProperty name="height" value="0.035" units="cm"/>
    </inkml:brush>
  </inkml:definitions>
  <inkml:trace contextRef="#ctx0" brushRef="#br0">7 136 3651,'-5'-5'1186,"4"-1"767,1-3-447,0-1-1,6 0-127,10-3-33,7-3-256,5 0-256,5 1-321,3 1-320,1 4-128,-1 3-32,-3 3-32,-4 4-32,-5 0-672,-8 0-1410,-8 6-1185,-8-1-225</inkml:trace>
</inkml:ink>
</file>

<file path=ppt/ink/ink1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43.266"/>
    </inkml:context>
    <inkml:brush xml:id="br0">
      <inkml:brushProperty name="width" value="0.035" units="cm"/>
      <inkml:brushProperty name="height" value="0.035" units="cm"/>
    </inkml:brush>
  </inkml:definitions>
  <inkml:trace contextRef="#ctx0" brushRef="#br0">0 105 11627,'0'0'3940,"69"-19"-3844,-18 4-64,11 1-32,-1-3-801,-9-1-3011,-6-4-3266</inkml:trace>
</inkml:ink>
</file>

<file path=ppt/ink/ink1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44.141"/>
    </inkml:context>
    <inkml:brush xml:id="br0">
      <inkml:brushProperty name="width" value="0.035" units="cm"/>
      <inkml:brushProperty name="height" value="0.035" units="cm"/>
    </inkml:brush>
  </inkml:definitions>
  <inkml:trace contextRef="#ctx0" brushRef="#br0">0 274 6822,'0'0'262,"3"-10"662,4-14-10,1 0 0,1 1 1,1 0-1,1 0 1,16-23-1,-25 41-769,2 1-1,-1 0 0,0-1 1,1 2-1,0-1 0,0 0 1,0 1-1,0 0 1,1 0-1,-1 0 0,1 0 1,-1 1-1,1 0 0,6-2 1,-7 3-142,0 1-1,0-1 1,0 1 0,0 1 0,0-1 0,0 0-1,0 1 1,0 0 0,0 0 0,0 0 0,0 0-1,0 1 1,-1 0 0,1 0 0,0 0 0,-1 0 0,0 0-1,1 0 1,-1 1 0,0 0 0,4 4 0,3 3-3,0 1 1,-1 0-1,0 1 1,-1 0-1,0 1 1,-1-1-1,0 1 1,-1 1 0,0-1-1,-1 1 1,4 19-1,-4-9 0,-1 0 0,-1 1 0,-1-1-1,-1 1 1,-5 48 0,4-72 0,0 0 0,1-1 0,-1 1 0,0 0 0,0 0 0,0 0 0,-1 0 1,1-1-1,0 1 0,0 0 0,0 0 0,0-1 0,-1 1 0,1 0 0,0 0 0,-1-1 0,1 1 0,-1 0 1,1 0-1,-1-1 0,1 1 0,-1-1 0,1 1 0,-1 0 0,0-1 0,1 1 0,-1-1 0,0 0 0,1 1 0,-2 0 1,1-2-2,1 0 1,-1 0-1,1 0 0,-1 0 1,1 1-1,-1-1 1,1 0-1,0 0 1,-1 0-1,1 0 1,0 0-1,0 0 1,0 0-1,0 0 1,0 0-1,0 0 1,0 0-1,0 0 1,0 0-1,0 0 1,1 0-1,-1 0 1,0 0-1,1 0 1,0-1-1,6-16-56,1 0-1,1 1 1,0 0-1,22-29 1,-1 0 29,3-5 14,26-46 10,-54 87 19,-1 1 0,0-1 0,-1 1 1,0-1-1,0 0 0,-1 0 0,0 0 0,0-16 0,-2 25 7,0 0-1,0 0 1,-1 0 0,1 0 0,0 0 0,0 0 0,-1 0 0,1 0-1,0 0 1,-1 0 0,1 0 0,-1 0 0,0 0 0,1 0 0,-1 0 0,0 1-1,1-1 1,-1 0 0,0 0 0,0 1 0,0-1 0,1 0 0,-1 1 0,0-1-1,0 1 1,0-1 0,0 1 0,0 0 0,0-1 0,0 1 0,0 0-1,0 0 1,-1 0 0,1-1 0,0 1 0,0 0 0,0 0 0,0 1 0,0-1-1,0 0 1,0 0 0,-2 1 0,-1 0 6,-1 0 0,1 0 1,0 0-1,0 0 0,0 1 0,0 0 1,0 0-1,0 0 0,-5 4 0,0 4 80,0 0-1,1 0 1,0 1-1,1 0 1,0 0-1,1 1 1,0 0-1,1 0 1,0 1-1,1-1 1,1 1-1,0 0 1,0 0-1,1 0 1,1 0-1,0 15 1,1-14-100,0 0 1,0 0 0,2 0-1,0-1 1,0 1-1,1-1 1,1 1-1,0-1 1,1 0-1,0 0 1,1-1 0,0 1-1,1-1 1,1-1-1,11 15 1,-12-20-7,0 0 0,1 0 0,0 0 0,0-1 0,0 0 0,1 0 0,0-1 0,-1 0 0,2-1 0,-1 0 0,0 0 1,1-1-1,-1 0 0,1-1 0,-1 0 0,11 0 0,-4-1-488,0 0 1,0-2-1,0 0 1,0-1-1,0 0 1,0-1-1,-1-1 0,29-13 1,17-17-4982</inkml:trace>
</inkml:ink>
</file>

<file path=ppt/ink/ink1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45.094"/>
    </inkml:context>
    <inkml:brush xml:id="br0">
      <inkml:brushProperty name="width" value="0.035" units="cm"/>
      <inkml:brushProperty name="height" value="0.035" units="cm"/>
    </inkml:brush>
  </inkml:definitions>
  <inkml:trace contextRef="#ctx0" brushRef="#br0">0 163 5926,'12'-11'617,"12"-16"718,2 1 0,29-22 0,-47 42-1062,-1 0 1,1 1 0,1 0-1,-1 0 1,1 1-1,0 0 1,0 1-1,0 0 1,0 0-1,0 1 1,1 0-1,17-1 1,-23 4-262,0 0-1,1 0 1,-1 0-1,0 1 1,-1 0-1,1-1 1,0 1-1,0 1 1,-1-1-1,1 0 1,-1 1-1,0 0 1,0 0 0,0 0-1,0 0 1,0 0-1,-1 1 1,1-1-1,-1 1 1,0 0-1,0-1 1,0 1-1,2 7 1,5 12 18,0 0 1,8 40-1,-11-39-24,-1 0-1,-1 0 0,-1 1 1,-1-1-1,-1 1 0,-1 0 1,-7 45-1,6-66-49,0 1 0,-1-1 1,0 1-1,0-1 0,0 0 0,-1 0 0,1 0 1,-1 0-1,0-1 0,0 1 0,0-1 0,0 0 0,-1 1 1,1-1-1,-1-1 0,0 1 0,0-1 0,-6 4 1,5-4-436,0 0 1,0 0 0,0-1-1,-1 1 1,1-1-1,-1 0 1,1 0 0,-1-1-1,-7 0 1,11 0 340,1 0-1,0 0 1,0 0 0,-1-1-1,1 1 1,0 0-1,0-1 1,0 1 0,0-1-1,-1 1 1,1-1-1,0 0 1,0 1 0,0-1-1,0 0 1,0 0 0,0 0-1,1 0 1,-1 0-1,0 0 1,0 0 0,1 0-1,-1 0 1,0 0-1,0-1 1,-8-18-4010</inkml:trace>
</inkml:ink>
</file>

<file path=ppt/ink/ink1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45.484"/>
    </inkml:context>
    <inkml:brush xml:id="br0">
      <inkml:brushProperty name="width" value="0.035" units="cm"/>
      <inkml:brushProperty name="height" value="0.035" units="cm"/>
    </inkml:brush>
  </inkml:definitions>
  <inkml:trace contextRef="#ctx0" brushRef="#br0">165 54 6502,'0'0'1175,"0"-8"-444,1 4-595,0 2-95,0-1-1,-1 1 0,1 0 0,-1-1 0,0 1 1,0-1-1,1 1 0,-2-1 0,1 1 0,0 0 1,0-1-1,-1 1 0,0-4 0,-3 5 73,1 0-1,0 0 1,0 1-1,0-1 1,0 1-1,-1 0 1,1 0-1,0 0 1,0 0-1,-1 0 1,1 1-1,-4 1 1,0 1 182,1 0 0,0 0 0,0 1 0,0-1 0,1 1 0,-1 1 0,1-1 0,0 1 0,0 0 0,0 0 0,1 1 0,0-1 0,0 1 0,0 0 0,1 0 0,-4 8 0,2-1-162,-1 0 0,2 0 1,-1 1-1,2 0 0,0-1 0,1 1 0,-1 17 0,2-24-130,1 0-1,-1 0 0,2-1 0,-1 1 0,1 0 0,0 0 0,1 0 0,0 0 1,0 0-1,0-1 0,1 1 0,0-1 0,0 0 0,0 0 0,1 0 1,0 0-1,0-1 0,1 1 0,-1-1 0,1 0 0,0 0 0,1-1 1,-1 1-1,1-1 0,0-1 0,0 1 0,0-1 0,0 0 0,1 0 0,-1-1 1,1 0-1,0 0 0,-1 0 0,8 0 0,0 0-206,-1-1 0,0 0 0,1-1 1,-1 0-1,0-1 0,1-1 0,15-3 0,-22 3-504,0-1 1,0 1-1,0-1 1,-1 0-1,1-1 1,-1 0-1,0 0 0,0 0 1,6-6-1,15-19-5773</inkml:trace>
</inkml:ink>
</file>

<file path=ppt/ink/ink1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09:46.324"/>
    </inkml:context>
    <inkml:brush xml:id="br0">
      <inkml:brushProperty name="width" value="0.035" units="cm"/>
      <inkml:brushProperty name="height" value="0.035" units="cm"/>
    </inkml:brush>
  </inkml:definitions>
  <inkml:trace contextRef="#ctx0" brushRef="#br0">1 1 10634,'0'0'3294,"2"8"-2856,80 411 2877,-81-490-531,-4-159-2915,2 205 118,1 14 15,-1 1 0,0-1 0,0 1 0,-1-1 1,-6-18-1,8 29-2,0-1-1,0 1 1,0-1 0,0 1-1,0-1 1,-1 1 0,1 0-1,0-1 1,0 1 0,0-1-1,-1 1 1,1 0 0,0-1-1,-1 1 1,1 0 0,0-1-1,-1 1 1,1 0 0,0 0-1,-1-1 1,1 1 0,-1 0-1,1 0 1,0-1 0,-1 1-1,1 0 1,-1 0 0,1 0-1,-1 0 1,1 0-1,0 0 1,-1 0 0,1 0-1,-1 0 1,1 0 0,-1 0-1,1 0 1,-1 0 0,1 0-1,-1 0 1,1 0 0,0 1-1,-1-1 1,1 0 0,-1 0-1,1 0 1,0 1 0,-1-1-1,1 0 1,0 1 0,-1-1-1,1 0 1,0 1 0,-1-1-1,1 1 1,-13 22-8,9-5 39,0 0-1,2 0 1,-1 34 0,3-43-240,0 0 0,1 0 1,0 0-1,0 0 0,1 0 0,1 0 1,-1-1-1,1 1 0,7 12 1,6 1-3785</inkml:trace>
</inkml:ink>
</file>

<file path=ppt/ink/ink1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03.006"/>
    </inkml:context>
    <inkml:brush xml:id="br0">
      <inkml:brushProperty name="width" value="0.035" units="cm"/>
      <inkml:brushProperty name="height" value="0.035" units="cm"/>
    </inkml:brush>
  </inkml:definitions>
  <inkml:trace contextRef="#ctx0" brushRef="#br0">22 200 2114,'-21'2'1375,"29"0"-3,37 0-553,-10-7-619,-1-1 0,1-2 0,-1-1 0,-1-2 0,58-26 0,-21 8-97,5-1-8,-34 12-72,1 2 1,74-19-1,-116 35-24,0 0 0,1 0 1,-1-1-1,1 1 0,-1 0 0,1 0 0,-1 0 1,1-1-1,-1 1 0,0 0 0,1 0 0,-1 0 0,1 0 1,-1 0-1,1 0 0,-1 0 0,1 0 0,-1 0 1,1 0-1,-1 0 0,1 1 0,-1-1 0,1 0 0,-1 0 1,1 0-1,-1 1 0,0-1 0,1 0 0,-1 0 0,1 1 1,-1-1-1,0 0 0,1 1 0,0 0 0,-13 13-269,-28 16-1988,1-8-1917</inkml:trace>
</inkml:ink>
</file>

<file path=ppt/ink/ink1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03.322"/>
    </inkml:context>
    <inkml:brush xml:id="br0">
      <inkml:brushProperty name="width" value="0.035" units="cm"/>
      <inkml:brushProperty name="height" value="0.035" units="cm"/>
    </inkml:brush>
  </inkml:definitions>
  <inkml:trace contextRef="#ctx0" brushRef="#br0">1 232 4036,'0'0'3203,"71"-31"-3043,-24 10 0,9-5-64,9 0 32,4-2-64,2 1 33,-5 3-97,-4 7 32,-7 5-64,-8 3-97,-11-1-1824</inkml:trace>
</inkml:ink>
</file>

<file path=ppt/ink/ink1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01.297"/>
    </inkml:context>
    <inkml:brush xml:id="br0">
      <inkml:brushProperty name="width" value="0.035" units="cm"/>
      <inkml:brushProperty name="height" value="0.035" units="cm"/>
    </inkml:brush>
  </inkml:definitions>
  <inkml:trace contextRef="#ctx0" brushRef="#br0">0 127 1441,'0'0'3652,"19"0"-3508,6-3-23,1-2 1,0 0-1,-1-2 1,0-1 0,24-11-1,2 1-92,6-3-5,-35 11-22,1 2 0,0 0 0,39-7 0,-62 16-15,0-1-1,-1 0 1,1 1-1,0-1 1,-1 0-1,1 0 1,0 1-1,0-1 1,-1 1-1,1-1 1,0 0-1,0 1 1,-1-1-1,1 0 1,0 1-1,0-1 1,0 1-1,0-1 1,0 1-1,0-1 1,0 0-1,0 1 1,0-1-1,0 1 1,0-1-1,0 1 1,0-1-1,0 1 1,0-1-1,0 0 1,0 1-1,0-1 1,1 1-1,-1-1 1,0 0-1,0 1 1,1-1-1,-1 0 1,0 1-1,0-1 1,1 0-1,-1 1 1,0-1-1,1 0 1,-1 1-1,0-1 1,1 0-1,-1 0 1,1 0-1,-1 1 1,0-1-1,1 0 1,-1 0-1,1 0 1,-1 0-1,1 0 1,-1 0-1,1 0 1,-1 0-1,0 0 1,1 0-1,-1 0 1,1 0-1,-1 0 1,1 0-1,-1 0 1,0 0-1,1-1 1,0 1-1,-15 13-3050</inkml:trace>
</inkml:ink>
</file>

<file path=ppt/ink/ink1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01.589"/>
    </inkml:context>
    <inkml:brush xml:id="br0">
      <inkml:brushProperty name="width" value="0.035" units="cm"/>
      <inkml:brushProperty name="height" value="0.035" units="cm"/>
    </inkml:brush>
  </inkml:definitions>
  <inkml:trace contextRef="#ctx0" brushRef="#br0">1 266 6278,'0'0'96,"53"-21"-96,-25 11 32,8-3-32,8-7 32,7-3-32,9-1 32,6-5 0,3 0-32,4 2 0,-5 4 0,-4-1-32,-10 1-256</inkml:trace>
</inkml:ink>
</file>

<file path=ppt/ink/ink1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04.833"/>
    </inkml:context>
    <inkml:brush xml:id="br0">
      <inkml:brushProperty name="width" value="0.035" units="cm"/>
      <inkml:brushProperty name="height" value="0.035" units="cm"/>
    </inkml:brush>
  </inkml:definitions>
  <inkml:trace contextRef="#ctx0" brushRef="#br0">35 824 8296,'-17'4'132,"0"1"-73,22-7-79,7-5 43,-1 1 1,1-2-1,-2 1 1,1-2-1,-1 1 1,0-1-1,12-15 1,-9 11-4,28-31 34,-2-2 1,-1-1-1,-3-2 1,52-94 0,-68 106-36,-2-1 0,-1-1 0,-2-1 1,-1 1-1,-3-2 0,-1 0 1,6-74-1,-15 115-16,1-1 0,-1 0 0,0 1 0,0-1 0,0 0 0,0 0 0,1 0 0,-1 1 0,0-1 0,0 0 0,-1 0 0,1 1 0,0-1-1,0 0 1,0 0 0,0 1 0,-1-1 0,1 0 0,0 0 0,-1 1 0,1-1 0,-1 0 0,1 1 0,-1-1 0,1 1 0,-1-1 0,0 0 0,-14 13 32,-11 34-25,19-26-4,0 0-1,2 0 1,0 0 0,2 1-1,0 0 1,1 0 0,1 0-1,1 0 1,2 21 0,3-8-5,1-1 1,1 1-1,2-1 1,24 56-1,22 32 5,22 57-17,-77-177 12,1 0-1,-1 0 1,0 0 0,1 0 0,-1 0-1,0 0 1,0 0 0,0 0 0,0 0-1,0 0 1,0 1 0,0-1 0,0 0-1,0 0 1,0 0 0,-1 0 0,1 0-1,-1 0 1,1 0 0,0 0 0,-1 0 0,1 0-1,-1-1 1,0 1 0,1 0 0,-1 0-1,0 0 1,0-1 0,1 1 0,-1 0-1,0-1 1,0 1 0,0 0 0,0-1-1,0 1 1,0-1 0,0 0 0,0 1-1,0-1 1,0 0 0,0 0 0,0 1-1,0-1 1,0 0 0,-1 0 0,-9 1 12,0 0 0,0-1 0,-20-2 0,8 0-4,-78-1-4,-67 0 12,151 4-16,1 1 0,-1 0 0,1 1 1,-1 1-1,1 1 0,0 0 1,-23 12-1,30-9-20,23-6-27,23-5-76,-2-9-449,5-6-1650</inkml:trace>
</inkml:ink>
</file>

<file path=ppt/ink/ink1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05.615"/>
    </inkml:context>
    <inkml:brush xml:id="br0">
      <inkml:brushProperty name="width" value="0.035" units="cm"/>
      <inkml:brushProperty name="height" value="0.035" units="cm"/>
    </inkml:brush>
  </inkml:definitions>
  <inkml:trace contextRef="#ctx0" brushRef="#br0">0 29 10954,'0'0'166,"7"13"-102,68 154 1724,73 241 0,-114-307-2140,-32-96 356,1 4 2,0 0 0,-1-1-1,1 1 1,-2 0-1,2 15 1,-10-30 63,-5-15-60,1-1 1,1-1-1,1 0 1,1 0-1,1 0 0,-5-35 1,2 17 9,-9-41 51,4-1-1,4-1 1,-2-120-1,13 203-44,-1 0 0,1-1-1,0 1 1,0 0 0,0-1 0,1 1 0,-1-1-1,0 1 1,0 0 0,1-1 0,-1 1-1,0 0 1,1 0 0,0-1 0,-1 1 0,1 0-1,0 0 1,-1 0 0,1 0 0,0 0-1,0 0 1,0 0 0,0 0 0,0 0 0,2-1-1,-1 2-17,-1-1-1,1 1 0,-1 1 0,0-1 1,1 0-1,-1 0 0,1 0 0,-1 1 1,0-1-1,1 1 0,-1-1 0,0 1 1,1-1-1,-1 1 0,0 0 1,0 0-1,1 0 0,-1 0 0,0 0 1,0 0-1,0 0 0,0 0 0,-1 0 1,3 2-1,6 10-5,0 1-1,-1-1 1,0 2 0,-1-1-1,0 1 1,-2 0 0,1 0 0,-2 1-1,0-1 1,-1 1 0,-1 0-1,0 0 1,-1 0 0,-1 17 0,-1-28-16,0 0 0,-1 0 0,1 0 1,-1 0-1,0 0 0,0 0 1,-1-1-1,1 1 0,-1-1 1,0 0-1,-1 0 0,1 0 1,-1 0-1,1 0 0,-1-1 1,0 0-1,0 1 0,-1-1 1,1-1-1,-1 1 0,1-1 1,-1 0-1,0 0 0,0 0 1,0-1-1,0 1 0,0-1 0,0 0 1,0-1-1,0 1 0,-7-1 1,11-1 11,1 1 1,0 0 0,-1-1-1,1 1 1,0 0-1,-1-1 1,1 1 0,0-1-1,0 1 1,0 0-1,-1-1 1,1 1 0,0-1-1,0 1 1,0-1-1,0 1 1,0-1 0,0 1-1,0-1 1,0 1-1,0-1 1,0 1 0,0-1-1,0 1 1,0 0-1,0-1 1,0 1 0,0-1-1,1 1 1,-1-1-1,0 1 1,1-1 0,6-16-42,0 7 46,1 0-1,1 1 1,0 0 0,0 0-1,0 1 1,14-9 0,71-41 35,-63 41-33,29-17-4,59-35 0,-109 62 0,0-1 0,-1 0 0,0 0 0,0-1 0,0 0 0,-1 0 0,-1-1 0,10-16 0,-15 24 1,-1 1 0,0-1 0,0 0 1,-1 0-1,1 0 0,0 0 0,-1 0 0,1-1 0,-1 1 0,0 0 0,1 0 0,-1 0 0,0 0 0,-1-3 0,1 4 1,0 0-1,0 0 1,-1 1-1,1-1 1,-1 0-1,1 0 1,0 1-1,-1-1 1,0 0-1,1 1 1,-1-1-1,1 0 1,-1 1-1,0-1 1,1 1-1,-1-1 1,0 1-1,1 0 1,-1-1-1,0 1 1,0 0-1,0-1 1,1 1-1,-2 0 1,-2-1 3,1 1 0,-1 0 0,1 0 0,0 1 0,-1-1 0,1 1 0,0-1 0,0 1 0,-1 0 0,1 0 0,0 1 0,0-1 0,0 1 0,0-1 0,0 1 0,-3 2 0,-1 2 21,1 0 1,-1 0-1,1 1 1,0 0-1,1 0 0,0 0 1,0 0-1,0 1 0,1 0 1,0 0-1,1 0 1,0 1-1,0-1 0,0 1 1,1-1-1,1 1 0,-2 10 1,3-14-25,0 0 0,1 0 1,-1 0-1,1-1 0,-1 1 0,2 0 1,-1 0-1,0-1 0,1 1 1,0-1-1,0 1 0,0-1 0,1 0 1,-1 0-1,1 0 0,0 0 1,0 0-1,1 0 0,-1-1 0,1 0 1,-1 0-1,1 0 0,0 0 0,0 0 1,1-1-1,-1 0 0,0 0 1,1 0-1,-1 0 0,1-1 0,0 1 1,8 0-1,-3 0-55,1 0 0,0-1 0,0 0 0,0-1 0,0 0 0,0-1 1,0 0-1,0-1 0,0 0 0,-1-1 0,1 0 0,11-5 0,-8 1-940,1 0 0,-2-1 0,1-1 0,-1 0 0,0 0 0,-1-2 0,19-19 0,3-9-4773</inkml:trace>
</inkml:ink>
</file>

<file path=ppt/ink/ink1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06.004"/>
    </inkml:context>
    <inkml:brush xml:id="br0">
      <inkml:brushProperty name="width" value="0.035" units="cm"/>
      <inkml:brushProperty name="height" value="0.035" units="cm"/>
    </inkml:brush>
  </inkml:definitions>
  <inkml:trace contextRef="#ctx0" brushRef="#br0">113 7 8936,'0'0'225,"-10"4"351,1 0-271,0 0 1,1 0-1,0 1 0,-1 1 1,2-1-1,-1 1 0,-9 9 0,14-12-199,1 0-1,-1 1 0,1-1 0,-1 0 0,1 1 0,0-1 1,0 1-1,1-1 0,-1 1 0,1 0 0,0 0 0,0 0 1,0 0-1,0 0 0,1 0 0,-1 0 0,1 0 0,0 0 1,0 0-1,1 0 0,-1 0 0,1 0 0,0 0 1,2 5-1,-1-4-93,1 0 1,0 0 0,0 0-1,0-1 1,1 1 0,-1-1-1,1 0 1,0 0 0,0-1-1,0 1 1,1-1 0,0 0-1,-1 0 1,1 0 0,0-1-1,0 1 1,0-1 0,10 2-1,-5-1-18,0 0 0,0-1 1,0 0-1,0-1 0,0 0 0,0-1 0,1 0 0,-1 0 0,15-3 0,-18 0-4,0 1 1,-1-1-1,1 0 0,-1 0 1,0-1-1,0 0 0,0 0 0,0 0 1,-1-1-1,1 0 0,-1 0 1,-1 0-1,1-1 0,-1 0 0,0 1 1,0-1-1,4-9 0,-4 7-99,0 1 0,-1-1 0,0 0 0,0 0 0,-1 0 0,0 0 0,-1-1 0,1 1 0,-2 0 0,1-1 0,-1 1 0,0 0 0,-1-1 0,-2-12 0,3 20 129,0 1 0,0-1 0,0 0 0,0 1-1,0-1 1,0 1 0,0-1 0,-1 0 0,1 1-1,0-1 1,0 1 0,0-1 0,-1 1 0,1-1-1,0 1 1,-1-1 0,1 1 0,0-1 0,-1 1-1,1-1 1,-1 1 0,1 0 0,-1-1 0,1 1-1,-1 0 1,1-1 0,-1 1 0,1 0 0,-1-1-1,1 1 1,-1 0 0,1 0 0,-1 0-1,0 0 1,1 0 0,-1 0 0,1 0 0,-1 0-1,-1 0 1,2 0 21,-1 1-1,1 0 1,-1 0-1,1-1 0,-1 1 1,1 0-1,0 0 1,-1 0-1,1-1 1,0 1-1,0 0 1,-1 0-1,1 0 0,0 0 1,0 0-1,0 0 1,0 0-1,0-1 1,0 1-1,0 0 0,1 0 1,-1 0-1,0 0 1,0 0-1,1-1 1,-1 1-1,0 0 1,2 1-1,2 6-10,0-1 0,1 0 1,0 0-1,0 0 0,1 0 0,-1-1 0,2 0 0,6 6 1,58 41-68,-30-33 366,-17-15-1600,-24-5 1094,1 0-1,-1 0 1,1 0-1,-1 0 1,1 0-1,-1 0 1,1 0-1,-1-1 1,1 1-1,-1 0 1,0 0-1,1 0 1,-1-1-1,1 1 1,-1 0-1,1-1 0,-1 1 1,0 0-1,1-1 1,-1 1-1,0 0 1,1-1-1,-1 1 1,0-1-1,0 1 1,1 0-1,-1-1 1,0 1-1,0-1 1,0 1-1,0-1 1,0 1-1,1-2 1,-1-20-5728</inkml:trace>
</inkml:ink>
</file>

<file path=ppt/ink/ink1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06.126"/>
    </inkml:context>
    <inkml:brush xml:id="br0">
      <inkml:brushProperty name="width" value="0.035" units="cm"/>
      <inkml:brushProperty name="height" value="0.035" units="cm"/>
    </inkml:brush>
  </inkml:definitions>
  <inkml:trace contextRef="#ctx0" brushRef="#br0">0 0 5990,'0'0'2690</inkml:trace>
</inkml:ink>
</file>

<file path=ppt/ink/ink1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06.407"/>
    </inkml:context>
    <inkml:brush xml:id="br0">
      <inkml:brushProperty name="width" value="0.035" units="cm"/>
      <inkml:brushProperty name="height" value="0.035" units="cm"/>
    </inkml:brush>
  </inkml:definitions>
  <inkml:trace contextRef="#ctx0" brushRef="#br0">142 1 8168,'-10'4'5,"2"0"165,-1-1 1,1 2-1,0-1 0,1 1 0,-1 0 0,1 1 1,0-1-1,1 2 0,-1-1 0,1 1 1,0-1-1,1 2 0,-1-1 0,2 1 1,-1-1-1,1 1 0,-4 10 0,4-2 103,1-1-1,1 1 1,0 0-1,1 0 1,1 0-1,0 0 1,1 0-1,1 0 1,1 0-1,0-1 1,1 1-1,0-1 1,10 21-1,10 18-109,3-1-1,41 62 1,-46-80-104,23 35-46,44 79 17,-81-133-58,0 0 0,-2 1 0,0 0 0,0 0-1,-2 1 1,0 0 0,1 21 0,-8 0-1609,2-38 1391,1 1-1,-1-1 1,1 1 0,-1-1-1,0 0 1,0 0 0,0 1-1,0-1 1,0 0 0,0 0-1,0 0 1,0 0 0,0 0-1,0 0 1,-1 0 0,1 0-1,0 0 1,-1-1 0,1 1-1,-1-1 1,1 1 0,-3 0-1,-21 1-4920</inkml:trace>
</inkml:ink>
</file>

<file path=ppt/ink/ink1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06.695"/>
    </inkml:context>
    <inkml:brush xml:id="br0">
      <inkml:brushProperty name="width" value="0.035" units="cm"/>
      <inkml:brushProperty name="height" value="0.035" units="cm"/>
    </inkml:brush>
  </inkml:definitions>
  <inkml:trace contextRef="#ctx0" brushRef="#br0">0 365 11371,'5'-12'245,"3"-6"-104,1 1 0,0 0 0,1 1 0,1 0-1,0 1 1,2 0 0,17-18 0,-11 15-15,101-89 1630,-105 95-1576,0 2 0,0-1 1,1 2-1,1 0 0,-1 1 1,25-9-1,-39 16-174,0 1 0,-1-1 0,1 0 0,0 1 0,0-1 0,0 1 0,-1 0 0,1 0 0,0 0 0,0 0 0,0 0 0,-1 0 0,1 0 0,0 0 0,0 1 0,0-1 0,-1 1 0,1-1-1,0 1 1,0 0 0,-1-1 0,1 1 0,-1 0 0,1 0 0,-1 0 0,1 1 0,-1-1 0,0 0 0,1 0 0,-1 1 0,0-1 0,2 4 0,0 2 76,-1 0 1,1 1-1,-1-1 1,-1 1-1,1 0 0,-1 11 1,3 10 195,2 9-433,11 52 408,4-37-3688</inkml:trace>
</inkml:ink>
</file>

<file path=ppt/ink/ink1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06.859"/>
    </inkml:context>
    <inkml:brush xml:id="br0">
      <inkml:brushProperty name="width" value="0.035" units="cm"/>
      <inkml:brushProperty name="height" value="0.035" units="cm"/>
    </inkml:brush>
  </inkml:definitions>
  <inkml:trace contextRef="#ctx0" brushRef="#br0">44 55 11115,'0'0'256,"-42"-51"-192,40 47 0,4 4-224,13 6 128,3 7-64,7-1-161,3 1-3426,1-5-1602</inkml:trace>
</inkml:ink>
</file>

<file path=ppt/ink/ink1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07.077"/>
    </inkml:context>
    <inkml:brush xml:id="br0">
      <inkml:brushProperty name="width" value="0.035" units="cm"/>
      <inkml:brushProperty name="height" value="0.035" units="cm"/>
    </inkml:brush>
  </inkml:definitions>
  <inkml:trace contextRef="#ctx0" brushRef="#br0">129 0 8808,'0'0'342,"-9"5"624,1-1-661,0 0-1,0 1 0,0 0 0,1 1 1,0-1-1,0 1 0,0 1 1,1 0-1,0-1 0,0 2 0,1-1 1,0 1-1,0 0 0,1 0 1,0 0-1,0 0 0,-3 14 0,5-16-256,0 1 0,1-1 0,0 1 0,0-1 0,1 1 0,0 0 0,0-1 0,1 1 0,-1-1 0,1 1 0,1-1 0,-1 1 0,1-1 0,0 0 0,1 1 0,3 6-1,-3-8-49,1-1 0,-1 1 0,1-1 0,0 0 0,0 0 0,0-1 0,0 1 0,1-1 0,0 0 0,-1 0 0,1 0 0,0 0 0,0-1 0,1 0 0,-1 0 0,0-1 0,1 1 0,-1-1 0,11 1-1,-6-1-36,-1-1-1,1 0 1,0 0-1,0-1 1,0 0-1,0-1 1,-1 0-1,1 0 1,13-6-1,-14 4-535,0 0 1,0-1-1,0 0 0,0-1 1,10-9-1,20-24-3557</inkml:trace>
</inkml:ink>
</file>

<file path=ppt/ink/ink1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07.360"/>
    </inkml:context>
    <inkml:brush xml:id="br0">
      <inkml:brushProperty name="width" value="0.035" units="cm"/>
      <inkml:brushProperty name="height" value="0.035" units="cm"/>
    </inkml:brush>
  </inkml:definitions>
  <inkml:trace contextRef="#ctx0" brushRef="#br0">42 1 10570,'0'0'1698,"-37"53"-770,33-24-63,4 8-352,0 3-97,10 3-224,8 2 65,4 0-161,4-5-96,1-3-32,3-9-32,0-9-65,1-15-63,1-4-2210,-2-24-1922,-1-16-897</inkml:trace>
</inkml:ink>
</file>

<file path=ppt/ink/ink1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07.672"/>
    </inkml:context>
    <inkml:brush xml:id="br0">
      <inkml:brushProperty name="width" value="0.035" units="cm"/>
      <inkml:brushProperty name="height" value="0.035" units="cm"/>
    </inkml:brush>
  </inkml:definitions>
  <inkml:trace contextRef="#ctx0" brushRef="#br0">111 77 8072,'0'0'5904,"-8"4"-5194,5-3-645,0 0 0,0 1-1,1 0 1,-1-1 0,0 1 0,1 0 0,-1 0 0,1 0 0,0 0-1,0 1 1,-1-1 0,1 1 0,1-1 0,-1 1 0,0 0 0,1 0-1,-1 0 1,1 0 0,0 0 0,0 0 0,0 0 0,1 0-1,-1 0 1,1 0 0,-1 0 0,1 5 0,0-1-26,0 0 0,0-1-1,1 1 1,-1 0 0,2 0 0,-1-1 0,1 1-1,0 0 1,0-1 0,1 0 0,5 11 0,-6-14-32,0-1 0,-1 1 0,1-1-1,1 0 1,-1 0 0,0 1 0,0-2 0,1 1 0,-1 0 0,1 0 0,0-1 0,-1 1 0,1-1 0,0 0 0,0 0 0,0 0 0,0 0 0,0-1 0,0 1 0,0-1 0,0 0 0,0 1-1,0-1 1,0-1 0,0 1 0,1 0 0,-1-1 0,5-1 0,-5 1-7,0-1 0,0 1 0,0-1 0,0 0 0,-1 0 1,1 0-1,0 0 0,-1 0 0,1-1 0,-1 1 0,0-1 0,0 1 0,0-1 0,0 0 0,0 0 0,-1 0 0,1 0 0,-1 0 0,0 0 0,0 0 0,0 0 0,0-1 0,-1 1 0,1-7 1,0 4-2,0 0 1,-1 1-1,1-1 1,-2 0-1,1 0 1,-1 0-1,1 0 1,-2 1-1,1-1 1,0 0-1,-1 1 1,0-1-1,-5-7 1,-1 2-4,-1 2 1,0-1 0,-1 1-1,0 0 1,0 1 0,-1 1-1,0-1 1,0 2 0,0-1-1,-16-5 1,17 8-843,1 1 1,-1 0-1,0 0 0,-14-1 0,19 4-424</inkml:trace>
</inkml:ink>
</file>

<file path=ppt/ink/ink1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08.124"/>
    </inkml:context>
    <inkml:brush xml:id="br0">
      <inkml:brushProperty name="width" value="0.035" units="cm"/>
      <inkml:brushProperty name="height" value="0.035" units="cm"/>
    </inkml:brush>
  </inkml:definitions>
  <inkml:trace contextRef="#ctx0" brushRef="#br0">4 14 3491,'0'0'3652,"9"-1"-1891,-3 0-1440,0 0 0,0 0-1,0 0 1,1 1-1,-1 0 1,0 0 0,0 1-1,1 0 1,-1 0-1,0 0 1,0 1-1,0 0 1,0 0 0,0 0-1,-1 1 1,1 0-1,-1 0 1,8 6 0,-6-4-231,-1 1 0,-1 0 0,1 0 0,-1 0 0,5 7 0,-9-10-79,1-1-1,-1 1 0,1 0 1,-1-1-1,0 1 0,0 0 1,0-1-1,0 1 0,-1 0 0,1 0 1,-1 0-1,0 0 0,0 0 1,0 0-1,0 0 0,0 0 1,0 0-1,-2 4 0,-13-46 17,16 6-47,0 29 96,-1 0 1,1-1-1,-1 1 0,0-1 1,0 1-1,-1-1 0,1 1 1,-3-8-1,-3 9-52,1 1 0,-1 0-1,0 0 1,0 1 0,1 0-1,-1 0 1,-7 0-1,9 0-9,-8 0-32,-40-4 139,50 5-160,0 1 0,0-1-1,0 0 1,-1 0 0,1 1-1,0 0 1,0-1 0,0 1-1,0 0 1,0 0 0,0 0-1,0 0 1,0 0 0,1 0-1,-1 1 1,0-1 0,1 1-1,-1-1 1,-2 4 0,0 0-3031</inkml:trace>
</inkml:ink>
</file>

<file path=ppt/ink/ink1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08.575"/>
    </inkml:context>
    <inkml:brush xml:id="br0">
      <inkml:brushProperty name="width" value="0.035" units="cm"/>
      <inkml:brushProperty name="height" value="0.035" units="cm"/>
    </inkml:brush>
  </inkml:definitions>
  <inkml:trace contextRef="#ctx0" brushRef="#br0">0 225 1730,'0'0'8386,"8"6"-8316,-1 0-57,0 0 0,-1 0 0,0 1 0,-1 0 0,1 0 0,-1 0 0,-1 1 0,1 0 0,-1 0 0,-1 0 0,1 0 0,-1 1 0,-1-1 0,0 1 0,0 0 0,0 0 0,-1 12 1,-1-21-7,0 1 1,0-1-1,0 0 1,-1 0-1,1 0 1,0 0 0,0 0-1,0 0 1,-1 0-1,1 1 1,0-1 0,0 0-1,-1 0 1,1 0-1,0 0 1,0 0-1,-1 0 1,1 0 0,0 0-1,0 0 1,-1 0-1,1-1 1,0 1 0,0 0-1,0 0 1,-1 0-1,1 0 1,0 0-1,0 0 1,0 0 0,-1-1-1,1 1 1,0 0-1,0 0 1,0 0 0,-1 0-1,1-1 1,0 1-1,0 0 1,0 0-1,0 0 1,0-1 0,0 1-1,0 0 1,-1 0-1,1 0 1,0-1-1,0 1 1,0 0 0,0 0-1,0-1 1,0 1-1,-10-14 168,7 2-149,0 1-1,1 0 1,0-1-1,1 1 1,1-1-1,-1 1 1,2-1-1,0 1 1,0-1-1,1 1 1,0 0-1,1-1 1,0 1-1,1 0 1,0 1 0,1-1-1,8-12 1,-6 11-144,1 1 0,0 0 0,0 0 0,1 1 0,1 1 0,12-11 0,-12 12-482,1 0-1,0 1 1,1 0-1,0 1 1,0 0-1,18-6 0,6 2-4961</inkml:trace>
</inkml:ink>
</file>

<file path=ppt/ink/ink1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09.123"/>
    </inkml:context>
    <inkml:brush xml:id="br0">
      <inkml:brushProperty name="width" value="0.035" units="cm"/>
      <inkml:brushProperty name="height" value="0.035" units="cm"/>
    </inkml:brush>
  </inkml:definitions>
  <inkml:trace contextRef="#ctx0" brushRef="#br0">129 331 3043,'0'0'5936,"-10"8"-4478,-6 5-649,1 1 0,0 0 0,-13 18 0,23-26-678,0 1-1,0 0 1,1 0-1,0 0 1,0 0-1,1 1 1,0-1-1,0 1 0,1 0 1,0 0-1,0 0 1,-1 13-1,3-18-128,0-1-1,0 1 1,0 0-1,1 0 1,-1-1-1,1 1 1,-1 0-1,1-1 1,0 1-1,0-1 1,0 1-1,0-1 1,0 1-1,1-1 1,-1 0-1,1 0 1,0 1-1,-1-1 1,1 0-1,3 2 1,-4-4-3,1 1 0,-1 0 1,1-1-1,-1 0 1,0 1-1,1-1 1,-1 0-1,1 0 1,-1 1-1,1-1 1,0 0-1,-1-1 0,1 1 1,-1 0-1,1 0 1,-1-1-1,0 1 1,1-1-1,-1 1 1,1-1-1,-1 1 1,0-1-1,1 0 0,-1 0 1,0 0-1,0 0 1,0 0-1,1 0 1,-1 0-1,0 0 1,0 0-1,-1 0 1,1-1-1,0 1 1,0 0-1,-1-1 0,2-1 1,8-14 1,-1-1 0,-1 0 0,0 0 0,-1-1 0,-2 1 0,1-2-1,-2 1 1,2-21 0,-1-16-56,-2-88 0,-3 130 57,0 0-1,-1 1 0,-1-1 0,0 0 0,-1 1 0,-1-1 0,0 1 0,0 0 0,-11-21 0,14 33 4,1 1-1,0-1 1,0 0 0,-1 1-1,1-1 1,-1 0-1,1 1 1,0-1 0,-1 1-1,1-1 1,-1 1 0,1-1-1,-1 1 1,1-1-1,-1 1 1,0 0 0,1-1-1,-1 1 1,0 0-1,1-1 1,-1 1 0,0 0-1,1 0 1,-1 0-1,0-1 1,0 1 0,-7 15 67,6 34 20,2-45-71,2 14 7,0-1 1,2 0-1,0 0 1,0 0-1,2-1 1,0 0-1,1 0 1,1 0-1,0-1 0,1 0 1,0 0-1,2-1 1,-1 0-1,2-1 1,0 0-1,0-1 1,28 21-1,-36-30-28,0-1-1,-1 1 1,1-1-1,0 0 1,0 0-1,0 0 1,1 0-1,-1-1 1,0 1-1,1-1 0,-1-1 1,0 1-1,1 0 1,0-1-1,-1 0 1,1 0-1,-1 0 1,1-1-1,-1 1 1,0-1-1,1 0 1,-1-1-1,1 1 1,-1-1-1,0 0 1,0 0-1,0 0 1,0 0-1,0-1 0,-1 1 1,1-1-1,3-4 1,-1 0 1,0 0 1,-1 0-1,0-1 1,0 0-1,-1 0 0,0 0 1,0 0-1,-1 0 1,0-1-1,0 0 0,-1 0 1,0 0-1,-1 0 1,0 0-1,0-11 1,-6 27 377,1 14-310,4-12-40,0 0 0,1 0 0,1 0 0,-1 0 0,2 0 0,-1 0 0,7 14 0,-7-18-110,0-1 0,1 1 0,-1-1 1,1 0-1,0 0 0,0 0 0,1-1 0,-1 1 0,1-1 1,-1 0-1,1 0 0,0 0 0,0 0 0,0 0 0,1-1 0,4 2 1,3-3-4575,-4-6-2301</inkml:trace>
</inkml:ink>
</file>

<file path=ppt/ink/ink1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09.260"/>
    </inkml:context>
    <inkml:brush xml:id="br0">
      <inkml:brushProperty name="width" value="0.035" units="cm"/>
      <inkml:brushProperty name="height" value="0.035" units="cm"/>
    </inkml:brush>
  </inkml:definitions>
  <inkml:trace contextRef="#ctx0" brushRef="#br0">0 1 11563,'0'0'-64</inkml:trace>
</inkml:ink>
</file>

<file path=ppt/ink/ink1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09.591"/>
    </inkml:context>
    <inkml:brush xml:id="br0">
      <inkml:brushProperty name="width" value="0.035" units="cm"/>
      <inkml:brushProperty name="height" value="0.035" units="cm"/>
    </inkml:brush>
  </inkml:definitions>
  <inkml:trace contextRef="#ctx0" brushRef="#br0">0 1 7911,'0'0'609,"6"7"-454,2 5-121,45 62 200,-49-67-176,0 1-1,0-1 1,0 1-1,-1 0 1,-1-1-1,1 1 1,-1 0-1,0 1 1,0 12-1,-15-77 1246,13 54-1326,-2-9 113,1-1 0,1 0 0,0 0 0,0 1 1,4-20-1,-4 29-41,1 0 0,-1 0 1,1 1-1,0-1 1,-1 0-1,1 0 1,0 0-1,0 1 1,0-1-1,0 0 1,1 1-1,-1-1 0,0 1 1,1-1-1,-1 1 1,1 0-1,-1 0 1,1 0-1,0 0 1,-1 0-1,1 0 0,0 0 1,0 0-1,0 1 1,0-1-1,0 0 1,0 1-1,-1 0 1,1 0-1,0-1 0,0 1 1,0 0-1,0 0 1,0 1-1,0-1 1,0 0-1,0 1 1,0-1-1,0 1 0,0 0 1,3 1-1,6 2-37,-1 0-1,1 1 0,-1 1 0,15 9 0,-18-10-123,1 0 0,0 0 1,0-1-1,0 0 0,0 0 0,1-1 0,0 0 1,-1 0-1,17 2 0,9-6-4047,0-8-2978</inkml:trace>
</inkml:ink>
</file>

<file path=ppt/ink/ink1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09.960"/>
    </inkml:context>
    <inkml:brush xml:id="br0">
      <inkml:brushProperty name="width" value="0.035" units="cm"/>
      <inkml:brushProperty name="height" value="0.035" units="cm"/>
    </inkml:brush>
  </inkml:definitions>
  <inkml:trace contextRef="#ctx0" brushRef="#br0">212 38 11179,'0'0'250,"-10"-2"194,4 1-386,1-1 22,0 1 0,0 0-1,0 0 1,0 0 0,0 1 0,0 0 0,-1 0-1,1 0 1,0 1 0,0-1 0,0 1 0,0 0-1,0 1 1,0-1 0,0 1 0,0 0 0,-6 4-1,1 2 109,-1 0-1,2 0 0,-1 1 0,1 0 1,-13 17-1,19-20-112,-1-1-1,1 1 1,0-1-1,0 1 1,1 0-1,0 0 1,0 0-1,0 0 1,1 1 0,0-1-1,0 0 1,0 1-1,1 7 1,0-12-77,0-1 1,0 1-1,0-1 1,1 1-1,-1-1 0,0 0 1,1 1-1,-1-1 1,1 1-1,-1-1 1,1 0-1,0 1 1,-1-1-1,1 0 1,0 0-1,0 0 1,0 1-1,0-1 0,0 0 1,0 0-1,0 0 1,1-1-1,-1 1 1,0 0-1,0 0 1,1-1-1,-1 1 1,0-1-1,1 1 1,-1-1-1,1 1 0,-1-1 1,1 0-1,-1 0 1,0 0-1,1 0 1,-1 0-1,1 0 1,-1 0-1,1 0 1,-1 0-1,1-1 1,-1 1-1,0-1 0,3 0 1,2-1-8,0 0 1,0 0-1,-1 0 1,1-1-1,-1 0 0,1 0 1,-1 0-1,0-1 0,0 0 1,4-4-1,1-5-1,-2 0-1,1 0 0,-1-1 0,-1-1 1,-1 1-1,10-29 0,9-22-5,-25 64 19,1 1-1,-1-1 0,1 0 0,-1 0 0,1 1 0,0-1 1,-1 1-1,1-1 0,0 0 0,0 1 0,0-1 0,-1 1 0,1-1 1,0 1-1,0 0 0,0-1 0,0 1 0,0 0 0,0 0 0,0 0 1,-1-1-1,1 1 0,0 0 0,0 0 0,0 0 0,0 1 1,0-1-1,0 0 0,0 0 0,0 0 0,0 1 0,0-1 0,-1 0 1,1 1-1,0-1 0,0 1 0,0-1 0,-1 1 0,1-1 1,0 1-1,1 1 0,36 30 125,-32-26-115,15 14-185,15 13 234,-10-18-4695,-15-13 374</inkml:trace>
</inkml:ink>
</file>

<file path=ppt/ink/ink1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10.195"/>
    </inkml:context>
    <inkml:brush xml:id="br0">
      <inkml:brushProperty name="width" value="0.035" units="cm"/>
      <inkml:brushProperty name="height" value="0.035" units="cm"/>
    </inkml:brush>
  </inkml:definitions>
  <inkml:trace contextRef="#ctx0" brushRef="#br0">1 1 9897,'0'0'5253,"12"44"-4164,11-7-544,3 6-161,1-2-192,-2 4-128,-3 1-31,-7 2-66,-4 1 1,-9 0-192,-2-10-1537,0-8-3909,-10-13 866</inkml:trace>
</inkml:ink>
</file>

<file path=ppt/ink/ink1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10.505"/>
    </inkml:context>
    <inkml:brush xml:id="br0">
      <inkml:brushProperty name="width" value="0.035" units="cm"/>
      <inkml:brushProperty name="height" value="0.035" units="cm"/>
    </inkml:brush>
  </inkml:definitions>
  <inkml:trace contextRef="#ctx0" brushRef="#br0">1 195 9417,'4'-8'75,"1"1"54,0-1 1,1 1 0,-1-1-1,1 2 1,1-1 0,-1 1-1,1 0 1,0 0-1,1 1 1,-1-1 0,1 2-1,0-1 1,16-5 0,-3 3 971,42-17-3,-61 23-1093,0 0-1,0 0 1,0 0 0,0 0-1,0-1 1,0 1 0,0-1-1,-1 1 1,1-1 0,-1 0-1,1 1 1,-1-1 0,1 0-1,-1 0 1,0 0 0,0 0-1,0 0 1,0 0 0,0-1-1,-1 1 1,1 0 0,-1 0 0,1-3-1,-1 4 3,-1 0 0,1 0 0,0 0 0,-1 0-1,1 0 1,-1 0 0,1 0 0,-1 0 0,0 0 0,1 0 0,-1 0-1,0 1 1,1-1 0,-1 0 0,0 0 0,0 1 0,0-1-1,0 0 1,0 1 0,0-1 0,0 1 0,0-1 0,0 1-1,0 0 1,0 0 0,0-1 0,0 1 0,0 0 0,-1 0 0,1 0-1,0 0 1,0 0 0,0 0 0,0 0 0,0 0 0,0 1-1,0-1 1,-2 1 0,-1-1 162,0 1 0,0 0-1,0 0 1,0 0 0,0 0-1,0 0 1,0 1 0,1 0-1,-7 4 1,5-2-41,1 1-1,-1 1 0,1-1 1,1 0-1,-1 1 1,1 0-1,0 0 1,0 0-1,1 0 1,0 0-1,0 1 0,0-1 1,1 1-1,0-1 1,0 1-1,1 0 1,-1-1-1,3 13 1,-2-14-99,1 1 1,0-1 0,0 0 0,0 0-1,0 0 1,1 0 0,0 0 0,0-1-1,1 1 1,-1 0 0,1-1 0,0 0 0,0 0-1,1 0 1,-1 0 0,1 0 0,0 0-1,0-1 1,0 0 0,0 0 0,0 0-1,1 0 1,-1-1 0,8 3 0,-3-2-39,1 0 1,0-1-1,1 0 1,-1-1-1,0 0 1,0 0 0,1-1-1,-1 0 1,15-3-1,-17 2-551,0-1-1,-1 0 0,0-1 1,1 1-1,-1-1 0,0-1 1,0 1-1,7-6 1,35-30-10197</inkml:trace>
</inkml:ink>
</file>

<file path=ppt/ink/ink1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11.205"/>
    </inkml:context>
    <inkml:brush xml:id="br0">
      <inkml:brushProperty name="width" value="0.035" units="cm"/>
      <inkml:brushProperty name="height" value="0.035" units="cm"/>
    </inkml:brush>
  </inkml:definitions>
  <inkml:trace contextRef="#ctx0" brushRef="#br0">26 0 9833,'0'0'6171,"-5"12"-5535,3-7-549,-1 1 32,0 1-1,0 0 1,1 0-1,0 0 1,0 0-1,1 0 1,-1 0-1,2 1 1,-1-1-1,1 0 1,0 1-1,2 8 1,3 13 129,2-1 0,0 0 0,2 0 1,23 47-1,-27-67-243,-1 0 0,1-1 0,0 0 0,0 0-1,1-1 1,0 1 0,0-1 0,0 0 0,9 5 0,-10-8-3,-1-1 1,1 1-1,-1-1 0,1 0 1,0-1-1,0 1 0,0-1 1,0 0-1,0 0 0,0 0 0,0-1 1,0 0-1,0 0 0,0 0 1,0-1-1,10-1 0,-8 0-54,0-1 0,0 1 1,0-1-1,0-1 0,-1 1 0,1-1 0,-1 0 0,0-1 0,0 1 0,0-1 0,-1 0 1,8-10-1,-6 7-614,-1-1-1,0 1 1,0-1 0,-1 0 0,4-11 0,10-36-5900</inkml:trace>
</inkml:ink>
</file>

<file path=ppt/ink/ink1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11.593"/>
    </inkml:context>
    <inkml:brush xml:id="br0">
      <inkml:brushProperty name="width" value="0.035" units="cm"/>
      <inkml:brushProperty name="height" value="0.035" units="cm"/>
    </inkml:brush>
  </inkml:definitions>
  <inkml:trace contextRef="#ctx0" brushRef="#br0">77 93 10090,'-7'-3'149,"-36"-23"1421,41 24-1377,0 0 0,-1 0-1,1 0 1,0 0 0,1 0-1,-1-1 1,0 1 0,1 0 0,-1-1-1,1 0 1,0 1 0,0-1-1,0 0 1,0 1 0,0-1-1,1 0 1,-1 0 0,1-4 0,0 7-172,0-1-1,0 0 1,1 0 0,-1 1 0,0-1 0,1 1 0,-1-1 0,1 0-1,-1 1 1,0-1 0,1 1 0,-1-1 0,1 1 0,0-1 0,-1 1-1,1 0 1,-1-1 0,1 1 0,0 0 0,-1-1 0,1 1 0,0 0-1,-1 0 1,1-1 0,0 1 0,0 0 0,-1 0 0,1 0 0,0 0-1,-1 0 1,1 0 0,0 0 0,0 0 0,-1 0 0,1 1 0,0-1-1,-1 0 1,1 0 0,0 1 0,0-1 0,31 12-17,-28-9-3,1 1 0,-1 0-1,0 0 1,0 0 0,-1 0 0,1 1-1,-1 0 1,4 6 0,-6-8 2,1-1-1,-1 0 1,0 0-1,0 1 1,0-1 0,0 1-1,-1-1 1,1 1-1,-1-1 1,1 1 0,-1-1-1,0 1 1,0-1-1,0 1 1,0-1 0,-1 1-1,1-1 1,-1 1-1,1-1 1,-1 1 0,-1 2-1,1-4-3,0 0 0,0 0 0,0 0 0,0 0-1,0 0 1,0 0 0,0-1 0,0 1 0,0 0 0,0-1-1,0 1 1,0-1 0,0 1 0,-1-1 0,1 0 0,0 1 0,0-1-1,-2 0 1,2 0-1,1 0 0,-1 0 0,1 0 0,-1 0 0,0 0 0,1 0 0,-1 0 0,0 0 0,1 0 0,-1 0 0,1 0 0,-1-1 0,1 1 0,-1 0 0,0 0 0,1-1 0,-1 1 0,1 0 0,-1-1-1,1 1 1,0 0 0,-1-1 0,1 1 0,-1-1 0,1 1 0,0-1 0,-1 1 0,1-1 0,0 1 0,-1-1 0,1 1 0,0-1 0,0 0 0,0 1 0,-1-1 0,1 1 0,0-1 0,0 0 0,5-49-2107,7 10-2370</inkml:trace>
</inkml:ink>
</file>

<file path=ppt/ink/ink1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17.871"/>
    </inkml:context>
    <inkml:brush xml:id="br0">
      <inkml:brushProperty name="width" value="0.035" units="cm"/>
      <inkml:brushProperty name="height" value="0.035" units="cm"/>
    </inkml:brush>
  </inkml:definitions>
  <inkml:trace contextRef="#ctx0" brushRef="#br0">548 713 4548,'0'0'3075,"-7"-3"-2808,6 3-220,-1 0-22,0 0 0,0-1-1,0 1 1,0 0 0,1-1-1,-1 0 1,0 1 0,0-1-1,0 0 1,1 0 0,-1 0-1,0 0 1,1 0 0,-1-1-1,1 1 1,-1 0 0,-1-3-1,3 3-3,0 0-1,0 0 0,1-1 1,-1 1-1,0 0 0,1 0 1,-1 0-1,1 0 1,-1 0-1,1 0 0,-1 0 1,1 0-1,0 0 0,-1 0 1,1 0-1,0 0 0,0 0 1,0 1-1,0-1 0,0 0 1,0 0-1,0 1 1,0-1-1,0 1 0,0-1 1,0 1-1,0-1 0,0 1 1,0 0-1,2-1 0,47-13-95,-33 10 139,778-179 939,16 70-326,-764 107-623,944-137 1814,-47 6-1686,218 70 521,3 99 926,-1052-27-1633,1033 8 131,-502-12 34,-493 5-85,-2 7-1,1 6 1,-2 6 0,-1 7-1,142 51 1,-162-43 177,231 84-24,-308-102-41,-1 2-1,-1 2 1,-1 2-1,83 65 1,-77-51-106,3-3 0,1-2 1,1-3-1,79 34 0,-121-61 29,0 0-1,-1 1 0,0 1 1,-1 0-1,1 1 1,-2 0-1,0 1 1,0 1-1,-1 0 0,0 1 1,-1 0-1,0 1 1,-1 0-1,-1 1 1,13 27-1,-7-9-75,-1 1 0,-2 1 0,-2 0 0,-1 0 0,-1 1 0,-2 0 0,-2 0 0,0 38 0,-5-39 86,-2-1-1,-2 1 1,-15 62 0,-43 99 53,37-122-132,20-55-33,-1 0 1,0-1-1,-2 0 0,0-1 0,-1 0 0,-1 0 0,0-1 0,-1 0 0,-1-1 0,0-1 1,-1 0-1,-1-1 0,0 0 0,-1-1 0,0-1 0,-28 15 0,-48 21-3,-2-5 0,-1-3-1,-152 40 1,92-43-28,-250 26 0,-1158 114 16,406-86 6,-740-110 11,1454 14-4,-292-11 8,3 5-2,162 7-26,183-33 13,105 6 0,196 25 3,-441-51-12,455 45 19,1-4 0,1-3 0,0-2-1,1-4 1,-79-41 0,-102-86 7,216 129 0,1-2 0,2-2 0,0-1 0,-51-64-1,61 59 16,2 0 0,1-2 0,2 0 0,1-1 0,2 0 1,-10-52-1,16 59-30,2 0 1,1 0-1,1 0 1,2-1-1,1 1 0,2 0 1,0-1-1,3 1 1,0 0-1,2 1 1,1-1-1,1 2 1,1-1-1,18-33 1,6 11 2,1 3 0,2 1 0,51-49 0,-46 51-4,3-4-17,2 3 0,2 1 0,103-70 0,-106 92-81,-38 20-420,-1 0 1,1-1-1,-1 1 1,0-2-1,0 1 1,0-1-1,0 0 1,5-7-1,18-25-6770</inkml:trace>
</inkml:ink>
</file>

<file path=ppt/ink/ink1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0:57.437"/>
    </inkml:context>
    <inkml:brush xml:id="br0">
      <inkml:brushProperty name="width" value="0.035" units="cm"/>
      <inkml:brushProperty name="height" value="0.035" units="cm"/>
    </inkml:brush>
  </inkml:definitions>
  <inkml:trace contextRef="#ctx0" brushRef="#br0">20 48 1441,'0'0'3401,"-3"-6"-2889,-1 0-309,3 5-107,-1-1 1,1 0 0,0 0 0,0 0 0,0 0 0,0 0 0,0 0 0,0 0 0,1 0 0,-1-1 0,1 1 0,-1-4 0,26 5-828,-16-3-2953</inkml:trace>
</inkml:ink>
</file>

<file path=ppt/ink/ink1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1:01.883"/>
    </inkml:context>
    <inkml:brush xml:id="br0">
      <inkml:brushProperty name="width" value="0.035" units="cm"/>
      <inkml:brushProperty name="height" value="0.035" units="cm"/>
    </inkml:brush>
  </inkml:definitions>
  <inkml:trace contextRef="#ctx0" brushRef="#br0">29 53 5477,'0'-14'-45,"-2"-9"2142,1 22-1751,0 1 1,0-1-1,0 0 1,0 0-1,0 1 0,0-1 1,0 0-1,0 1 1,-1-1-1,1 1 0,0 0 1,0-1-1,0 1 1,-1 0-1,1 0 0,0 0 1,-1 0-1,1 0 1,0 0-1,-2 0 0,22 3-468,4-1-903,-7-5-2499,-1-7-4302</inkml:trace>
</inkml:ink>
</file>

<file path=ppt/ink/ink1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1:04.190"/>
    </inkml:context>
    <inkml:brush xml:id="br0">
      <inkml:brushProperty name="width" value="0.035" units="cm"/>
      <inkml:brushProperty name="height" value="0.035" units="cm"/>
    </inkml:brush>
  </inkml:definitions>
  <inkml:trace contextRef="#ctx0" brushRef="#br0">22 58 5221,'1'0'53,"0"0"209,-25-38 4131,25 23-5119,-1 10-1751</inkml:trace>
</inkml:ink>
</file>

<file path=ppt/ink/ink1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1:04.655"/>
    </inkml:context>
    <inkml:brush xml:id="br0">
      <inkml:brushProperty name="width" value="0.035" units="cm"/>
      <inkml:brushProperty name="height" value="0.035" units="cm"/>
    </inkml:brush>
  </inkml:definitions>
  <inkml:trace contextRef="#ctx0" brushRef="#br0">9 1 5701,'0'0'422,"4"19"1302,-4-19-1719,0 0 0,-1 0 0,1 0-1,-1 0 1,1-1 0,0 1 0,-1 0-1,1 0 1,0 0 0,-1 0 0,1 0-1,0 0 1,-1 0 0,1 0 0,-1 1-1,1-1 1,0 0 0,-1 0 0,1 0-1,0 0 1,-1 0 0,1 0 0,0 1-1,-1-1 1,1 0 0,0 0 0,-1 1-1,1-1 1,0 0 0,0 0-1,-1 1 1,1-1 0,0 0 0,0 1-1,0-1 1,0 0 0,-1 1 0,1-1-1,0 0 1,0 1 0,0-1 0,0 1-1,9 14-134,-1-5-237,-2 1-1486</inkml:trace>
</inkml:ink>
</file>

<file path=ppt/ink/ink1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1:08.739"/>
    </inkml:context>
    <inkml:brush xml:id="br0">
      <inkml:brushProperty name="width" value="0.035" units="cm"/>
      <inkml:brushProperty name="height" value="0.035" units="cm"/>
    </inkml:brush>
  </inkml:definitions>
  <inkml:trace contextRef="#ctx0" brushRef="#br0">1 64 5894,'0'0'122,"0"-7"167,0-33 701,0 23 2755,6 119-2285,4 0 0,41 173 0,-19-120-635,14 90-604,104 320 1,-139-535 29,-11-27 151,-1-7 61,-16-48 145,-77-345-643,32-8-37,17 95 46,34 228 159,12 82-133,-1-1 0,0 1 0,0 0 0,0-1 0,1 1 0,-1 0 0,0-1 0,0 1 0,1 0 0,-1 0 0,0-1 0,1 1 0,-1 0 0,0 0 0,1 0 0,-1 0 0,0-1 0,1 1 0,-1 0 0,0 0 0,1 0 0,-1 0 0,1 0 0,-1 0 0,0 0 0,1 0 0,-1 0 0,1 0 0,-1 0 0,0 0 0,1 0 0,-1 0 0,1 0-1,-1 0 1,0 1 0,1-1 0,-1 0 0,0 0 0,1 0 0,-1 1 0,0-1 0,1 0 0,-1 0 0,0 1 0,0-1 0,1 1 0,16 9-26,4 10 7,0 0-1,31 42 0,-28-32-14,33 32 0,-50-55 31,1 1-1,1-2 0,-1 1 1,1-2-1,0 1 0,1-1 1,-1 0-1,20 6 0,-25-9 4,-1-1 0,1 0 0,-1 0 0,1-1 0,-1 1 0,1 0 0,0-1 0,-1 0 0,1 0 0,0 0 0,-1-1 0,1 1 0,-1-1 0,1 0 0,-1 0 0,1 0 0,-1 0 0,1-1 0,-1 1 0,0-1 0,0 0 0,0 0 0,0 0 0,0 0 0,0-1 0,0 1 0,-1-1 0,1 1 0,-1-1 0,3-4 0,0-3 0,0 0 0,-1 0 0,0-1 0,-1 1 0,0-1 0,0 0 0,-1 0 0,0-20 0,0 15 6,0 3 18,-1 0 0,0 0 0,-1 0 0,0-1 0,-1 1 0,0 0 0,-6-21 0,7 34-15,0 0 1,0 0-1,0 0 1,0 0-1,0 0 1,-1 0-1,1 0 1,0 0-1,0 0 1,0 0-1,0 0 1,0 0-1,0 1 1,0-1-1,-1 0 1,1 0-1,0 0 1,0 0-1,0 0 1,0 0-1,0 0 1,0-1-1,-1 1 1,1 0-1,0 0 1,0 0 0,0 0-1,0 0 1,0 0-1,0 0 1,0 0-1,0 0 1,-1 0-1,1 0 1,0 0-1,0 0 1,0 0-1,0 0 1,0-1-1,0 1 1,0 0-1,0 0 1,0 0-1,0 0 1,0 0-1,0 0 1,0 0-1,0-1 1,0 1-1,0 0 1,0 0-1,0 0 1,0 0-1,0 0 1,0 0-1,0 0 1,0-1-1,0 1 1,-1 16 144,4 25-74,2-24-51,1 0 1,1 0-1,0-1 0,1 1 1,0-1-1,2-1 0,0 0 1,1 0-1,0-1 0,14 14 1,-15-19-174,0 0 1,0 0 0,1-1 0,-1 0 0,2-1-1,-1 0 1,1-1 0,0 0 0,1-1 0,-1 0-1,1-1 1,0 0 0,0-1 0,17 1-1,7-5-2952,-1-10-1687</inkml:trace>
</inkml:ink>
</file>

<file path=ppt/ink/ink1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1:09.379"/>
    </inkml:context>
    <inkml:brush xml:id="br0">
      <inkml:brushProperty name="width" value="0.035" units="cm"/>
      <inkml:brushProperty name="height" value="0.035" units="cm"/>
    </inkml:brush>
  </inkml:definitions>
  <inkml:trace contextRef="#ctx0" brushRef="#br0">1 55 8936,'15'-11'65,"6"-1"-98,3 5 33,0 0-160,-1 1-1729,0-1-674,-4 3-1313</inkml:trace>
</inkml:ink>
</file>

<file path=ppt/ink/ink1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1:09.565"/>
    </inkml:context>
    <inkml:brush xml:id="br0">
      <inkml:brushProperty name="width" value="0.035" units="cm"/>
      <inkml:brushProperty name="height" value="0.035" units="cm"/>
    </inkml:brush>
  </inkml:definitions>
  <inkml:trace contextRef="#ctx0" brushRef="#br0">1 61 9545,'0'0'256,"58"-4"-480,-25-8 224,5-6-448,-6-8-8297</inkml:trace>
</inkml:ink>
</file>

<file path=ppt/ink/ink1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1:36.058"/>
    </inkml:context>
    <inkml:brush xml:id="br0">
      <inkml:brushProperty name="width" value="0.035" units="cm"/>
      <inkml:brushProperty name="height" value="0.035" units="cm"/>
    </inkml:brush>
  </inkml:definitions>
  <inkml:trace contextRef="#ctx0" brushRef="#br0">328 1 2274,'0'0'673,"-12"-1"4038,-16 5-4057,12 6-503,-1 0 1,0-2-1,0 1 0,0-2 0,-1 0 1,-1-2-1,-33 7 0,-12 5 0,62-15-148,-1-1-1,1 1 1,-1-1 0,1 1-1,0 0 1,0 0 0,-1 0-1,2 0 1,-1 0 0,0 1-1,0-1 1,1 1 0,-1-1-1,1 1 1,0-1 0,0 1-1,0 0 1,0 0 0,0-1-1,0 5 1,-10 65 11,10-64-14,-1 35 189,1 1 0,2 0 1,11 62-1,34 131 766,-21-123-521,84 363 1050,44 243-668,-147-676-800,-1-7 110,11 42 0,-15-71-72,2 0 0,-1 0 0,1 0-1,1-1 1,-1 1 0,1-1 0,0 0 0,1 0-1,0 0 1,11 11 0,-14-16-21,0 0 0,1 0-1,-1 0 1,1 0 0,-1-1 0,1 0 0,0 1 0,-1-1 0,1 0-1,0 0 1,0-1 0,4 2 0,-7-2 26,28-20 31,27-10-20,2 2 0,1 3 0,86-25 0,66-28-56,-186 69-240,21-10 680,-43 18-718,1 0 0,-1 0 0,0 0 1,0-1-1,-1 1 0,1-1 0,0 1 0,0-1 1,-1 0-1,1 0 0,-1 1 0,1-1 0,-1 0 1,0 0-1,2-4 0,0-17-5192</inkml:trace>
</inkml:ink>
</file>

<file path=ppt/ink/ink1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1:40.028"/>
    </inkml:context>
    <inkml:brush xml:id="br0">
      <inkml:brushProperty name="width" value="0.035" units="cm"/>
      <inkml:brushProperty name="height" value="0.035" units="cm"/>
    </inkml:brush>
  </inkml:definitions>
  <inkml:trace contextRef="#ctx0" brushRef="#br0">18 120 2338,'4'-14'1364,"5"-37"3096,-6 95-2785,12 72-1,-1-17 134,33 204 335,-32-224-1638,-23-95 2391,-13-27-2925,1-26 41,2-1 1,-12-106 0,3-146 18,31 348-58,2 0 0,1 0 0,2 0 0,0-1-1,21 39 1,-13-27 14,-3-4 12,-9-19-4,1 0 1,0 0 0,1 0-1,1-1 1,0 0-1,18 21 1,-25-33 1,-1 0 0,1 0 1,0-1-1,0 1 0,-1 0 0,1-1 0,0 1 1,0-1-1,0 1 0,0-1 0,0 1 1,0-1-1,0 0 0,0 1 0,0-1 0,0 0 1,0 0-1,0 0 0,0 0 0,0 0 0,0 0 1,0 0-1,0 0 0,0 0 0,0 0 0,0 0 1,0-1-1,0 1 0,0 0 0,0-1 0,-1 1 1,1-1-1,0 1 0,0-1 0,0 1 0,0-1 1,-1 0-1,1 1 0,0-1 0,0 0 1,-1 0-1,1 1 0,-1-1 0,1 0 0,-1 0 1,1-1-1,23-52 97,-20 44-148,3-10 28,0-1 0,-1 0 0,-1 0 1,-1-1-1,-1 1 0,0-34 0,-2 63 37,0 0 0,1 1 0,0-1 0,0 0 1,1 0-1,0 0 0,0-1 0,1 1 0,0-1 1,1 0-1,-1 0 0,1 0 0,1-1 0,-1 1 1,1-1-1,0-1 0,1 1 0,9 6 0,-8-6-245,-1-1-1,1-1 0,1 1 1,-1-1-1,0-1 1,1 1-1,16 3 0,-19-6-302,0 0 0,0 0 0,0-1 0,0 0-1,0 0 1,1 0 0,-1-1 0,0 0-1,0 0 1,0 0 0,0-1 0,6-3 0,14-11-4209</inkml:trace>
</inkml:ink>
</file>

<file path=ppt/ink/ink1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1:40.231"/>
    </inkml:context>
    <inkml:brush xml:id="br0">
      <inkml:brushProperty name="width" value="0.035" units="cm"/>
      <inkml:brushProperty name="height" value="0.035" units="cm"/>
    </inkml:brush>
  </inkml:definitions>
  <inkml:trace contextRef="#ctx0" brushRef="#br0">1 1 6919,'0'0'6566,"0"50"-6374,3-22 0,3 4-128,4 5-32,6-1-64,2-1-128,4-9-2306,-2-14-3268</inkml:trace>
</inkml:ink>
</file>

<file path=ppt/ink/ink1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1:41.106"/>
    </inkml:context>
    <inkml:brush xml:id="br0">
      <inkml:brushProperty name="width" value="0.035" units="cm"/>
      <inkml:brushProperty name="height" value="0.035" units="cm"/>
    </inkml:brush>
  </inkml:definitions>
  <inkml:trace contextRef="#ctx0" brushRef="#br0">42 162 6150,'0'0'-102,"-2"-10"76,-2-13 101,2 0 0,-1-35 0,10 11 3784,-4 47-673,0 11-2550,2 13-615,35 345 2940,-22-169-2794,-15-165-129,-3-33 69,-3-20 1371,-19-105-1196,-50-221-174,64 320-93,8 24-14,0 0-1,0 0 1,0 0-1,-1 0 1,1 0-1,0 0 1,0 1-1,0-1 1,0 0-1,0 0 1,0 0-1,0 0 1,0 0-1,0 0 1,0 0-1,0 0 1,0 0 0,0 0-1,-1 0 1,1 0-1,0 0 1,0 0-1,0 0 1,0 0-1,0 0 1,0 0-1,0 0 1,0 0-1,0 0 1,-1 0-1,1 0 1,0 0-1,0 0 1,0 0-1,0 0 1,0 0 0,0 0-1,0 0 1,0 0-1,0 0 1,-1 0-1,1 0 1,0 0-1,0 0 1,0 0-1,0 0 1,0 0-1,0 0 1,0 0-1,0-1 1,0 1-1,0 0 1,0 0-1,0 0 1,0 0-1,0 0 1,0 0 0,0 0-1,0 0 1,0 0-1,-1 0 1,1-1-1,0 5 5,1-1 0,-1 1 0,0-1-1,1 1 1,0-1 0,0 0 0,0 1 0,0-1-1,2 4 1,1 2-5,30 59 12,-31-63-11,0 0 0,1 0 0,-1-1-1,1 1 1,0-1 0,0 0 0,0 0 0,1 0 0,-1 0 0,7 3 0,-9-6-2,0-1 0,0 1 0,0-1 1,0 1-1,0-1 0,0 0 0,0 1 1,1-1-1,-1 0 0,0-1 1,0 1-1,0 0 0,0 0 0,0-1 1,0 0-1,0 1 0,0-1 1,0 0-1,-1 0 0,1 0 0,0 0 1,0 0-1,-1 0 0,1 0 0,0-1 1,-1 1-1,1-1 0,-1 1 1,0-1-1,0 1 0,1-1 0,-1 0 1,1-3-1,6-8-5,-1-1 0,0 1-1,6-22 1,-9 25 7,1-3 3,-1 0-1,-1-1 0,0 1 0,-1 0 0,0-1 0,-1-21 0,-1 61 0,-1-20 1,0 0 1,1 0 0,0 0-1,0 0 1,0 0 0,1 0-1,0 0 1,0-1-1,1 1 1,0 0 0,0-1-1,0 1 1,0-1-1,1 1 1,0-1 0,0 0-1,0 0 1,6 5 0,-4-4-537,1 0 0,0 0 1,0-1-1,1 0 1,-1 0-1,1-1 1,0 0-1,0 0 1,1 0-1,-1-1 1,1 0-1,0-1 0,-1 0 1,1 0-1,0-1 1,0 1-1,1-2 1,-1 1-1,0-1 1,16-2-1,-2-5-6168</inkml:trace>
</inkml:ink>
</file>

<file path=ppt/ink/ink1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1:41.462"/>
    </inkml:context>
    <inkml:brush xml:id="br0">
      <inkml:brushProperty name="width" value="0.035" units="cm"/>
      <inkml:brushProperty name="height" value="0.035" units="cm"/>
    </inkml:brush>
  </inkml:definitions>
  <inkml:trace contextRef="#ctx0" brushRef="#br0">0 57 8168,'0'0'3310,"7"-8"-1650,-1-1-1078,-4 6-394,0 0 0,0 0 0,0 0-1,1 0 1,-1 0 0,1 0 0,0 1-1,0-1 1,0 1 0,5-3 0,-6 4-174,0 0 0,0 0 0,0 0 0,0 0 0,0 1 0,1-1 0,-1 1 0,0-1 1,0 1-1,1 0 0,-1 0 0,0 0 0,0 0 0,0 1 0,1-1 0,-1 1 0,0-1 1,0 1-1,0 0 0,0-1 0,0 1 0,0 0 0,0 1 0,0-1 0,0 0 0,0 0 0,0 1 1,-1-1-1,1 1 0,-1 0 0,1-1 0,-1 1 0,0 0 0,1 0 0,-1 0 0,0 0 1,0 0-1,0 2 0,4 4-42,-1 1 1,0 0 0,-1 0-1,0 0 1,0 0-1,-1 0 1,1 17 0,-2-16-147,-1 0 1,0 0 0,-1-1 0,0 1 0,-1 0-1,0 0 1,-1-1 0,0 0 0,-7 16 0,3-11 49,-1 0 1,-1-1 0,-1 0 0,1-1-1,-17 15 1,24-20 235,15-8-47,16-10 62,-1-2-96,37-18-799,103-65 0,-115 56-3220</inkml:trace>
</inkml:ink>
</file>

<file path=ppt/ink/ink1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1:42.523"/>
    </inkml:context>
    <inkml:brush xml:id="br0">
      <inkml:brushProperty name="width" value="0.035" units="cm"/>
      <inkml:brushProperty name="height" value="0.035" units="cm"/>
    </inkml:brush>
  </inkml:definitions>
  <inkml:trace contextRef="#ctx0" brushRef="#br0">5 187 5573,'0'0'4170,"-1"-7"-3551,0 4-580,1 1-9,-1 0 0,1 0 0,-1 0 0,1 0 0,0 0 0,-1 0-1,1 0 1,0 0 0,1 0 0,-1-1 0,0 1 0,1 0 0,-1 0 0,1 0 0,-1 0 0,1 0-1,0 0 1,0 0 0,0 1 0,0-1 0,0 0 0,0 0 0,1 1 0,-1-1 0,1 1 0,-1-1-1,1 1 1,-1 0 0,1-1 0,3-1 0,25-15 52,1 2 0,1 1 0,0 1-1,1 1 1,1 2 0,0 2 0,0 1 0,38-4 0,-64 11-87,0 0 0,0 1 0,0 0 0,0 0 1,0 1-1,-1 0 0,1 0 0,0 1 0,0 0 0,9 4 1,-13-4 7,1 1 1,-1 0 0,0 0 0,0 1-1,0-1 1,0 1 0,0 0 0,-1 0-1,0 0 1,1 1 0,-2-1 0,1 1-1,0-1 1,-1 1 0,0 0 0,2 8-1,10 37 379,-2 1-1,-2 1 1,5 90-1,-3-31-76,97 494 2195,40-8-958,-43-127-416,-106-469-1062,0 1 0,0-1 0,0 0 0,-1 1 0,1-1 1,-1 0-1,1 1 0,-1-1 0,0 0 0,1 0 0,-1 0 0,0 1 0,0-1 0,0 0 0,0 0 0,0 0 0,0-1 0,0 1 0,0 0 1,0 0-1,0 0 0,-1-1 0,1 1 0,0-1 0,0 1 0,-3 0 0,-48 20-270,35-15 358,-468 203-541,388-176-1599,87-31 1055,1 0 0,-1-1 0,0 0 1,-15-1-1,-24-10-9317</inkml:trace>
</inkml:ink>
</file>

<file path=ppt/ink/ink1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1:49.601"/>
    </inkml:context>
    <inkml:brush xml:id="br0">
      <inkml:brushProperty name="width" value="0.035" units="cm"/>
      <inkml:brushProperty name="height" value="0.035" units="cm"/>
    </inkml:brush>
  </inkml:definitions>
  <inkml:trace contextRef="#ctx0" brushRef="#br0">1 19 320,'0'0'-64,"0"-1"224,0-2-160,0 0-32,1 2 0,1-2 0,0 1-64,3 0-32,-3-2 32</inkml:trace>
</inkml:ink>
</file>

<file path=ppt/ink/ink1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2:02.924"/>
    </inkml:context>
    <inkml:brush xml:id="br0">
      <inkml:brushProperty name="width" value="0.035" units="cm"/>
      <inkml:brushProperty name="height" value="0.035" units="cm"/>
    </inkml:brush>
  </inkml:definitions>
  <inkml:trace contextRef="#ctx0" brushRef="#br0">25 517 1730,'-2'-1'416,"0"1"1,0-1 0,0 1 0,1 0 0,-1 0 0,0 0 0,0 0-1,0 0 1,1 0 0,-1 0 0,-2 1 0,5 10-356,0-1 0,0 1 0,1-1 0,1 0 0,0 0 0,0 0 0,1 0 0,0-1 0,1 1 0,0-1 1,0 0-1,1-1 0,0 1 0,0-1 0,1 0 0,0-1 0,1 1 0,0-1 0,0-1 0,12 8 0,-3-3-23,0-1-1,0 0 0,1-2 0,0 0 0,0-1 1,1-1-1,0 0 0,1-2 0,36 5 1,-4-7 11,0-1-1,0-3 1,0-3 0,66-13 0,-34-2 219,145-54-1,-225 73-265,237-82 363,-202 72-292,0 3 0,1 0 0,1 3-1,50-1 1,-68 6-43,1 1-1,-1 1 1,1 1-1,41 11 1,-51-9 8,-1 0 0,0 0 0,-1 1 0,1 1 0,-1 0 0,-1 1 1,1 0-1,-1 0 0,15 16 0,-5-1 28,-2 0 0,0 1-1,-2 1 1,0 1 0,25 54 0,-43-74 2216,-7-9-1768,-9-14-486,17 15-23,-1 1-1,1-1 1,-1 0 0,1 1 0,0-1 0,-1 0-1,1 0 1,0 1 0,0-1 0,0 0-1,0 0 1,1 0 0,-1 1 0,0-1 0,1 0-1,-1 1 1,1-1 0,-1 0 0,1 1-1,0-1 1,0 1 0,0-1 0,0 1 0,1-2-1,3-1-3,-1 0 0,1 1-1,0 0 1,-1 0 0,1 0-1,7-2 1,4-2 3,31-15 14,1 2 0,1 2 0,1 2 0,0 3 1,101-14-1,-69 19 41,0 4 1,-1 4-1,87 11 1,-128-8-38,0 0 0,61-6 0,-80 1 89,0-2 0,0 0 0,-1-1 0,0-1 0,0 0 0,30-16 0,-12 2 201,-1-2-1,-1-1 1,-1-2-1,-1-1 1,35-36-1,-51 44-264,-1 0 0,-1-1 0,0-1 0,-2-1 0,0 0 0,-2 0 0,0-1 1,-1-1-1,-1 0 0,7-29 0,-15 45-30,0-1 0,0 1 0,-1 0 1,0-1-1,-1 1 0,1-1 0,-2 1 1,1-1-1,-3-11 0,2 15-247,-1 0 0,1 0-1,-1 0 1,0 0 0,0 1 0,0-1 0,-1 1 0,1 0-1,-1 0 1,0 0 0,0 0 0,0 0 0,0 0-1,-1 1 1,1-1 0,-1 1 0,1 0 0,-7-2-1,-31-15-6030</inkml:trace>
</inkml:ink>
</file>

<file path=ppt/ink/ink1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2:45.737"/>
    </inkml:context>
    <inkml:brush xml:id="br0">
      <inkml:brushProperty name="width" value="0.035" units="cm"/>
      <inkml:brushProperty name="height" value="0.035" units="cm"/>
    </inkml:brush>
  </inkml:definitions>
  <inkml:trace contextRef="#ctx0" brushRef="#br0">51 147 2146,'0'0'3150,"-7"-2"-3012,-2-1-82,6 2-14,1-1 0,-1 1 0,0 0 0,0 1 0,0-1 0,0 0 0,-1 1 0,1 0 0,-5 0 0,8 0 155,1 1-141,-1 1 0,1 0 0,0 0 0,-1-1-1,1 1 1,0 0 0,0-1 0,0 1 0,1-1 0,-1 1-1,0-1 1,2 2 0,7 2 98,-1-1-1,1 0 1,0-1-1,-1 0 1,2-1-1,-1 0 1,16 1-1,77-1 229,-64-2-278,460-27 886,4-1 742,-94 34-437,97-1-941,-2-32 426,415-82 1254,-909 108-2030,1-1 20,1 1 0,-1 0-1,1 1 1,17 3 0,-20 3-482,-7-1-5031</inkml:trace>
</inkml:ink>
</file>

<file path=ppt/ink/ink1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2:48.197"/>
    </inkml:context>
    <inkml:brush xml:id="br0">
      <inkml:brushProperty name="width" value="0.035" units="cm"/>
      <inkml:brushProperty name="height" value="0.035" units="cm"/>
    </inkml:brush>
  </inkml:definitions>
  <inkml:trace contextRef="#ctx0" brushRef="#br0">1 110 865,'0'0'2343,"7"-3"-2284,-2 2-47,0 0 0,-1 0 0,1 0-1,0 0 1,0 1 0,-1 0 0,1 0 0,0 0-1,0 0 1,0 1 0,-1 0 0,1 0 0,6 2 0,14 1 638,0-1 0,1-1 1,-1-1-1,40-4 1,2 0-348,593 36 556,-512-18-545,0-7 0,1-6-1,266-31 1,-288 14-203,1 5 0,0 6 0,0 6 0,152 21 0,432 34 1912,566 60 550,-1144-102-2528,225-1-1,136-38 108,353-75 1256,-97 8-1300,542-2 89,-1078 91 508,-186-9-20,-26 9-680,-1 0 0,0 1-1,1 0 1,0-1 0,-1 1 0,1 0-1,-1 0 1,1 0 0,0 1 0,0-1-1,4 1 1,34-2-3454,-35-3-2140</inkml:trace>
</inkml:ink>
</file>

<file path=ppt/ink/ink1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0:15.742"/>
    </inkml:context>
    <inkml:brush xml:id="br0">
      <inkml:brushProperty name="width" value="0.035" units="cm"/>
      <inkml:brushProperty name="height" value="0.035" units="cm"/>
    </inkml:brush>
  </inkml:definitions>
  <inkml:trace contextRef="#ctx0" brushRef="#br0">11121 292 5958,'0'0'3010,"2"-7"-1936,0-1-762,3-27 822,-6 32-1060,1 1 0,-1 0 0,0 0 0,0 0-1,-1-1 1,1 1 0,0 0 0,-1 0 0,1 1-1,-1-1 1,0 0 0,1 0 0,-1 1 0,0-1 0,-2-1-1,-37-24 59,31 21-51,-11-7-47,-1 2 0,0 0 0,-1 1 1,0 2-1,0 0 0,-1 1 1,0 2-1,-40-5 0,-18 4-18,-104 6 1,36 1 47,-270-11-115,-976-22 593,833 18 3,-208-2 1008,165 4-1125,-574 9 84,58 31-291,-542 29 102,901 37-387,589-57 43,2 7 0,-220 87-1,-151 114-10,473-206 27,1 2 0,3 4-1,1 3 1,3 2 0,-79 83-1,125-116-8,0 2-1,2 0 1,0 0-1,2 1 1,0 1-1,1 0 1,1 1 0,1 0-1,0 1 1,2-1-1,1 1 1,1 1-1,1-1 1,1 1-1,1 0 1,1 0-1,1-1 1,1 1 0,1 0-1,1 0 1,2-1-1,0 0 1,9 25-1,4-4-6,2-1-1,2-1 0,1 0 0,3-2 1,41 51-1,-5-19-38,121 111-1,-132-141 38,2-1 0,2-3 0,113 59 0,193 64 45,-338-152-32,131 49 25,3-7-1,2-7 1,189 27 0,498 30 43,-609-78-4,823 74 458,2-45-127,388-68-209,307-102 54,-1583 99-29,611-80 25,-606 67 78,-2-8 0,230-84 1,97-85 118,-415 165-381,-3-4 0,-2-3 1,118-95-1,-151 102-30,-1-1 1,78-94-1,-103 106 78,-2 0 0,-1-1 0,-1-2 0,-3 0 0,28-75 0,-23 41 18,-4 0 0,-3-1 1,-3-1-1,-4 0 0,-2-1 0,-5-125 1,-5 167-93,-2 1 1,-1-1-1,-1 1 1,-2 0-1,0 1 1,-2 0-1,-2 1 0,-17-31 1,1 11 14,-2 0 0,-2 2 0,-60-65 0,78 96-79,0 1-1,0 0 1,-2 1 0,1 1-1,-2 1 1,1 0 0,-2 1-1,-32-13 1,13 11-321,0 1 0,-1 2 0,-62-7 0,1 2-2802,-6-6-2488</inkml:trace>
</inkml:ink>
</file>

<file path=ppt/ink/ink1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11.277"/>
    </inkml:context>
    <inkml:brush xml:id="br0">
      <inkml:brushProperty name="width" value="0.035" units="cm"/>
      <inkml:brushProperty name="height" value="0.035" units="cm"/>
    </inkml:brush>
  </inkml:definitions>
  <inkml:trace contextRef="#ctx0" brushRef="#br0">14 342 1185,'-1'-1'100,"0"1"0,0-1 0,1 1 0,-1-1 0,0 1 1,0-1-1,0 0 0,1 1 0,-1-1 0,1 0 0,-1 1 0,0-1 0,1 0 0,-1 0 0,1 0 0,0 0 0,-1 0 0,1 0 0,0 1 0,-1-1 0,1 0 1,0 0-1,0 0 0,0 0 0,0 0 0,0 0 0,0 0 0,0 0 0,0 0 0,0 0 0,0 0 0,1 0 0,-1 0 0,1-1 0,9-36 1187,6 15-1086,2 0 0,0 2 0,2 0 1,37-31-1,98-60 207,-152 109-406,0 1-1,0 0 0,1 0 1,-1 0-1,1 0 0,-1 0 1,1 1-1,0 0 0,0-1 1,-1 1-1,1 1 0,0-1 1,0 0-1,0 1 0,4 0 1,-6 12-1588,-3 1-106</inkml:trace>
</inkml:ink>
</file>

<file path=ppt/ink/ink1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11.498"/>
    </inkml:context>
    <inkml:brush xml:id="br0">
      <inkml:brushProperty name="width" value="0.035" units="cm"/>
      <inkml:brushProperty name="height" value="0.035" units="cm"/>
    </inkml:brush>
  </inkml:definitions>
  <inkml:trace contextRef="#ctx0" brushRef="#br0">0 316 7623,'0'0'641,"54"0"-417,-8-20-160,11-7 32,8-7-32,6-7 32,4-3-192,-2-5-640,-3 0-898,-7-3-1697</inkml:trace>
</inkml:ink>
</file>

<file path=ppt/ink/ink1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12.823"/>
    </inkml:context>
    <inkml:brush xml:id="br0">
      <inkml:brushProperty name="width" value="0.035" units="cm"/>
      <inkml:brushProperty name="height" value="0.035" units="cm"/>
    </inkml:brush>
  </inkml:definitions>
  <inkml:trace contextRef="#ctx0" brushRef="#br0">0 318 8136,'0'0'-192,"6"-5"-97,15-9 33,10-3 0,12-1 32,11-5 448,9-4 32,5-3 32,-1-1-192,0 0 65,-4 2-97,-4 3 0,-10 2-32,-10 2-545,-9 2-2113</inkml:trace>
</inkml:ink>
</file>

<file path=ppt/ink/ink1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13.241"/>
    </inkml:context>
    <inkml:brush xml:id="br0">
      <inkml:brushProperty name="width" value="0.035" units="cm"/>
      <inkml:brushProperty name="height" value="0.035" units="cm"/>
    </inkml:brush>
  </inkml:definitions>
  <inkml:trace contextRef="#ctx0" brushRef="#br0">30 353 7623,'0'0'80,"-6"-8"145,-15-24-252,21 32 9,-1-1-1,1 1 1,0-1 0,0 1-1,-1-1 1,1 0 0,0 1-1,0-1 1,0 1 0,0-1 0,0 1-1,0-1 1,-1 0 0,1 1-1,1-1 1,-1 1 0,0-1-1,0 0 1,0 1 0,0-1 0,0 1-1,0-1 1,1 1 0,-1-1-1,0 1 1,0-1 0,1 1-1,-1-1 1,0 1 0,1-1 0,-1 1-1,1-1 1,-1 1 0,1 0-1,-1-1 1,1 1 0,-1 0 0,1-1-1,-1 1 1,2-1 0,23-7-73,-20 7 46,496-183 1100,-297 103-3851,-158 63 373</inkml:trace>
</inkml:ink>
</file>

<file path=ppt/ink/ink1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13.556"/>
    </inkml:context>
    <inkml:brush xml:id="br0">
      <inkml:brushProperty name="width" value="0.035" units="cm"/>
      <inkml:brushProperty name="height" value="0.035" units="cm"/>
    </inkml:brush>
  </inkml:definitions>
  <inkml:trace contextRef="#ctx0" brushRef="#br0">52 1 128,'0'0'513,"-42"38"-481,36-30 0,2 0-32,4-2 32,0 1-32,0-1 32,0 1-32,0-3-769</inkml:trace>
</inkml:ink>
</file>

<file path=ppt/ink/ink1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13.803"/>
    </inkml:context>
    <inkml:brush xml:id="br0">
      <inkml:brushProperty name="width" value="0.035" units="cm"/>
      <inkml:brushProperty name="height" value="0.035" units="cm"/>
    </inkml:brush>
  </inkml:definitions>
  <inkml:trace contextRef="#ctx0" brushRef="#br0">1 341 5637,'0'0'609,"44"-28"-353,-9 13-32,12-4-128,8-2-31,12-5-33,10 0 32,7-7-32,9-2 96,8-5-96,2-5-833,-1-7-1025</inkml:trace>
</inkml:ink>
</file>

<file path=ppt/ink/ink1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28.106"/>
    </inkml:context>
    <inkml:brush xml:id="br0">
      <inkml:brushProperty name="width" value="0.035" units="cm"/>
      <inkml:brushProperty name="height" value="0.035" units="cm"/>
    </inkml:brush>
  </inkml:definitions>
  <inkml:trace contextRef="#ctx0" brushRef="#br0">1 1 11851,'0'0'705</inkml:trace>
</inkml:ink>
</file>

<file path=ppt/ink/ink1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0:22.989"/>
    </inkml:context>
    <inkml:brush xml:id="br0">
      <inkml:brushProperty name="width" value="0.035" units="cm"/>
      <inkml:brushProperty name="height" value="0.035" units="cm"/>
    </inkml:brush>
  </inkml:definitions>
  <inkml:trace contextRef="#ctx0" brushRef="#br0">11452 1069 5221,'0'0'1399,"0"-8"-663,-2-3-474,0 1-1,0 0 1,-1-1 0,0 1-1,-1 0 1,0 0-1,-1 1 1,0-1 0,0 1-1,-1 0 1,0 0-1,-9-10 1,-8-1-227,0 1 0,-1 0 0,-1 2 0,0 1-1,-1 1 1,-52-22 0,-178-50 17,252 85-49,-909-206 228,-16 73-196,751 111-29,-2341-232 362,510 188 1149,1554 91-1253,-500 90 0,680-60-250,1 12 0,5 11 0,2 13 0,-305 147-1,423-161-6,3 6 0,4 6-1,-183 148 1,265-185-8,2 2 0,2 3 0,-60 78 0,85-92-10,1 1 0,2 2 0,2 1 0,2 1 1,-34 91-1,48-106-1,1-1 0,2 1 0,1 0 1,2 0-1,1 1 0,1-1 0,2 1 0,1 0 1,1-1-1,2 1 0,1-1 0,1 0 0,2 0 1,1-1-1,2 0 0,1-1 0,1 0 1,1-1-1,1 0 0,2-1 0,1-1 0,1-1 1,24 26-1,13 5 7,114 92 1,-129-118 6,2-2 0,1-2 0,93 40 1,-45-32 45,0-5-1,100 19 1,198 19 179,-242-44-186,48 9 122,798 117 152,9-79-67,108-93 190,-982 15-421,887-60 37,-4-42-3,-978 106-50,705-97 98,3 37-6,500-11 8,-619 8 310,-427 37-280,220-64 0,-354 77-99,-1-3 0,-1-2 1,92-49-1,-132 60 32,-1-2-1,0 0 1,0 0 0,-1-2-1,-1 0 1,0-1-1,-2-1 1,0-1-1,0 0 1,-2 0 0,0-2-1,-1 0 1,13-31-1,-8 4 86,-2 0 0,-2-1 0,-2-1 0,-2 0 0,-3 0 0,-1-1-1,-3 1 1,-7-90 0,-3 81-123,-1 0 0,-4 0 0,-1 1 0,-4 1 0,-29-68 0,15 55 16,-3 1 1,-3 1-1,-73-95 1,79 123-243,-1 2-1,-2 2 1,-1 1 0,-2 2 0,-2 1 0,0 2-1,-65-35 1,43 24-3147,7-12-3395</inkml:trace>
</inkml:ink>
</file>

<file path=ppt/ink/ink1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0:25.946"/>
    </inkml:context>
    <inkml:brush xml:id="br0">
      <inkml:brushProperty name="width" value="0.035" units="cm"/>
      <inkml:brushProperty name="height" value="0.035" units="cm"/>
    </inkml:brush>
  </inkml:definitions>
  <inkml:trace contextRef="#ctx0" brushRef="#br0">478 1 6758,'0'0'3860,"-10"0"-3310,8 0-533,-7 0 99,-1 0 0,1 0 0,-1 1 0,1 0 0,0 1 1,0 0-1,-1 1 0,-13 5 0,-2 5 28,0 1-1,1 1 0,-36 30 1,53-39-153,0 0 1,1 0-1,-1 0 1,1 1-1,1-1 1,0 2-1,0-1 1,0 0-1,1 1 1,0 0-1,0 0 1,1 0-1,0 1 1,0-1-1,-2 17 1,5-21 3,0-1-1,1 1 1,0-1-1,-1 1 1,1-1 0,1 1-1,-1-1 1,0 0 0,1 0-1,0 1 1,-1-1-1,1 0 1,1 0 0,-1-1-1,0 1 1,1 0-1,-1-1 1,1 1 0,0-1-1,-1 0 1,7 3-1,8 6 11,0-2-1,32 14 0,-36-17-10,14 5 4,3 1 6,-1 2 0,38 23 0,-61-34-1,-1 1 1,1 0-1,-1 0 0,0 0 1,0 0-1,0 1 0,-1 0 0,1 0 1,-1 0-1,-1 1 0,1 0 1,-1-1-1,0 1 0,0 0 0,0 0 1,-1 1-1,3 10 0,-5-12 6,0-1-1,0 1 1,-1 0-1,1-1 1,-1 1-1,0 0 1,0-1-1,-1 1 1,0-1-1,1 0 1,-1 1-1,-1-1 0,1 0 1,0 0-1,-1 0 1,0-1-1,0 1 1,0-1-1,-1 1 1,1-1-1,-5 3 1,-10 8 32,-1-1 0,0-1 1,-23 11-1,26-15-19,-20 11-29,-1-1-1,-1-3 1,0 0 0,-54 11-1,69-21-825,1-2 0,-42 1 0,53-6-2028,8-11-1346</inkml:trace>
</inkml:ink>
</file>

<file path=ppt/ink/ink1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0:26.449"/>
    </inkml:context>
    <inkml:brush xml:id="br0">
      <inkml:brushProperty name="width" value="0.035" units="cm"/>
      <inkml:brushProperty name="height" value="0.035" units="cm"/>
    </inkml:brush>
  </inkml:definitions>
  <inkml:trace contextRef="#ctx0" brushRef="#br0">244 4 8264,'0'0'181,"-8"-1"-31,-5 0 78,1 0 1,-1 1 0,0 0-1,0 1 1,0 0 0,1 1-1,-1 1 1,1 0-1,-21 8 1,28-9-154,-1 0 0,1 0 0,0 1 0,1 0 0,-1 0 0,0 0 1,1 0-1,-1 1 0,1-1 0,0 1 0,1 0 0,-1 1 0,0-1 0,1 0 0,0 1 0,0 0 0,1 0 0,-1 0 1,1 0-1,0 0 0,0 0 0,1 1 0,0-1 0,0 1 0,0-1 0,0 8 0,1-6-74,0 0-1,1 0 0,0 0 1,1 0-1,-1 0 0,1 0 1,1 0-1,-1-1 1,1 1-1,0-1 0,0 0 1,9 12-1,-10-15-3,1 0 1,0 0-1,-1-1 0,1 1 1,0 0-1,0-1 1,1 0-1,-1 0 0,0 0 1,1 0-1,-1 0 0,1-1 1,0 0-1,0 1 0,-1-1 1,1-1-1,0 1 0,0 0 1,0-1-1,0 0 0,0 0 1,0 0-1,0-1 0,0 1 1,4-2-1,-3 0-6,0 0-1,0 0 0,0 0 1,0-1-1,-1 0 1,1 0-1,-1 0 1,1-1-1,-1 0 0,0 0 1,-1 0-1,1 0 1,-1 0-1,1-1 0,-1 1 1,-1-1-1,1 0 1,-1 0-1,4-9 1,-1 0 36,-1 1 0,0-1 1,0 0-1,-2 0 0,0 0 1,1-22-1,-4 43 2462,1-4-2486,0 0-1,0 0 0,1 0 0,-1 0 0,1 0 0,-1 0 1,1 1-1,0-1 0,0-1 0,1 1 0,-1 0 1,1 0-1,2 4 0,1-1 49,1 0-1,0 0 1,1 0 0,0 0 0,-1-1 0,2 0 0,7 4-1,23 3-1440,-35-12 902,-1 0-1,1 0 1,-1 0 0,0 0-1,1 0 1,-1 0 0,0-1-1,0 1 1,1-1 0,-1 0-1,0 0 1,0 0-1,4-2 1,8-12-6607</inkml:trace>
</inkml:ink>
</file>

<file path=ppt/ink/ink1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0:27.056"/>
    </inkml:context>
    <inkml:brush xml:id="br0">
      <inkml:brushProperty name="width" value="0.035" units="cm"/>
      <inkml:brushProperty name="height" value="0.035" units="cm"/>
    </inkml:brush>
  </inkml:definitions>
  <inkml:trace contextRef="#ctx0" brushRef="#br0">0 1 9417,'0'0'352,"2"9"-320,12 41 33,-6-26-19,-1 0-1,-1 0 1,-2 0 0,3 34 0,-7-77 11,0-2-41,0 1-1,5-31 0,-4 45-1,0 1 0,1-1 0,0 0 0,0 1 0,0-1 0,0 1 0,1 0 0,0 0 0,0 0 0,0 0 0,1 0 0,-1 1 0,8-7 0,-10 10 0,0 0 1,0 0 0,0 1-1,0-1 1,0 0 0,0 0-1,0 1 1,0-1 0,1 1-1,-1-1 1,0 1-1,0 0 1,1-1 0,-1 1-1,0 0 1,1 0 0,-1 0-1,0 0 1,1 0-1,-1 0 1,0 0 0,1 1-1,-1-1 1,2 1 0,0 0 9,0 1 1,0 0-1,-1-1 1,1 1-1,0 0 1,-1 0-1,0 0 1,1 1 0,3 4-1,0 2 75,0 1 0,0 0-1,-1 0 1,8 18 0,-11-20-77,0-1 1,0 1-1,0 0 1,-1 0-1,0 0 0,-1 0 1,0 0-1,0 0 1,-2 10-1,-1-14 8,-1-11 0,-1-10 1,5 11-29,0-1 1,1 0-1,0 1 1,0-1-1,1 1 1,0-1 0,0 1-1,1 0 1,-1 0-1,1 0 1,1 0-1,-1 0 1,1 1-1,0-1 1,0 1-1,1 0 1,-1 0-1,8-6 1,-11 11 4,0-1 0,0 1-1,-1-1 1,1 1 0,0-1 0,0 1 0,0 0 0,0-1 0,0 1-1,0 0 1,-1 0 0,1-1 0,0 1 0,0 0 0,0 0 0,0 0-1,0 0 1,0 0 0,0 1 0,0-1 0,0 0 0,0 0-1,-1 1 1,1-1 0,0 0 0,0 1 0,0-1 0,0 1 0,-1-1-1,1 1 1,0-1 0,0 1 0,-1-1 0,1 1 0,0 0 0,-1 0-1,2 1 1,22 40 79,-7-12-85,-2-20-314,-2-7-3421,-2-3-2154</inkml:trace>
</inkml:ink>
</file>

<file path=ppt/ink/ink1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0:27.508"/>
    </inkml:context>
    <inkml:brush xml:id="br0">
      <inkml:brushProperty name="width" value="0.035" units="cm"/>
      <inkml:brushProperty name="height" value="0.035" units="cm"/>
    </inkml:brush>
  </inkml:definitions>
  <inkml:trace contextRef="#ctx0" brushRef="#br0">56 0 9897,'0'0'182,"-1"8"240,-1 43 592,3-1 0,1 1 0,20 99 0,-11-82-763,4 113 1,-15-182-251,0 0 1,0 0-1,-1 1 1,1-1 0,-1 0-1,1 0 1,0 1 0,-1-1-1,1 1 1,-1-1-1,1 0 1,-1 1 0,0-1-1,1 1 1,-1-1 0,0 1-1,1 0 1,-1-1-1,0 1 1,1 0 0,-1-1-1,0 1 1,0 0 0,0 0-1,1-1 1,-1 1-1,0 0 1,0 0 0,1 0-1,-1 0 1,0 0 0,0 0-1,0 1 1,1-1-1,-1 0 1,0 0 0,0 0-1,1 1 1,-1-1 0,0 0-1,0 1 1,1-1-1,-1 1 1,0-1 0,1 1-1,-1-1 1,1 1 0,-1-1-1,1 1 1,-1 0-1,1-1 1,-1 1 0,1 0-1,-1-1 1,1 1 0,0 0-1,-1-1 1,1 1-1,0 0 1,0 0 0,0 0-1,0-1 1,0 1 0,-1 0-1,1 0 1,1 0-1,-1-1 1,0 2 0,-6-17-21,1 0 0,0 0 0,2-1 0,-1 1 0,2-1 0,0 0 0,1 0 0,1 0 1,2-23-1,-2 3-6,0 3 40,1-1-1,2 1 1,1 1-1,2-1 1,1 1-1,18-52 1,-25 83-10,1-1 1,-1 1 0,1-1-1,-1 1 1,1 0 0,0-1-1,-1 1 1,1-1 0,0 1-1,0 0 1,0 0 0,0 0-1,0-1 1,1 1 0,-1 0-1,0 0 1,0 0 0,1 1-1,-1-1 1,0 0 0,1 0-1,-1 1 1,1-1 0,-1 1-1,1-1 1,-1 1 0,1 0-1,-1 0 1,1 0 0,0-1-1,-1 1 1,3 1 0,-2 0-1,0-1 0,0 1 1,0 0-1,0 0 0,0 1 1,0-1-1,-1 0 0,1 1 1,-1-1-1,1 1 0,-1-1 1,1 1-1,-1 0 0,0-1 1,1 1-1,-1 0 0,0 0 1,0 0-1,-1 0 0,1 0 1,0 0-1,0 3 0,0 2 15,1-1 1,-1 0-1,-1 1 0,1-1 0,-1 1 1,0-1-1,-1 1 0,1-1 0,-1 0 1,-1 1-1,1-1 0,-1 0 0,0 0 0,-1 0 1,1 0-1,-1 0 0,0 0 0,-7 9 1,6-11-188,1 0 0,-1 0 0,0-1-1,0 1 1,0-1 0,-1 0 0,1 0 0,-1 0 0,1-1 0,-1 0 0,0 0 0,0 0 0,0 0 0,0-1 0,-1 0 0,1 0 0,0 0 0,0 0 0,-1-1 0,1 0 0,0 0 0,-1-1 0,-7-1-1,4-3-2565,3-10-577</inkml:trace>
</inkml:ink>
</file>

<file path=ppt/ink/ink1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0:27.821"/>
    </inkml:context>
    <inkml:brush xml:id="br0">
      <inkml:brushProperty name="width" value="0.035" units="cm"/>
      <inkml:brushProperty name="height" value="0.035" units="cm"/>
    </inkml:brush>
  </inkml:definitions>
  <inkml:trace contextRef="#ctx0" brushRef="#br0">1 1 12139,'0'0'1362,"-1"10"-1250,19 403 1625,-12-342-1782,-3-50 257,1-11-1750,3-9-4770,-3-7-915</inkml:trace>
</inkml:ink>
</file>

<file path=ppt/ink/ink1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0:28.255"/>
    </inkml:context>
    <inkml:brush xml:id="br0">
      <inkml:brushProperty name="width" value="0.035" units="cm"/>
      <inkml:brushProperty name="height" value="0.035" units="cm"/>
    </inkml:brush>
  </inkml:definitions>
  <inkml:trace contextRef="#ctx0" brushRef="#br0">1 269 12620,'0'0'486,"8"-6"-433,75-39 73,-54 32-74,-1-2 1,26-18 0,-47 28-50,0 0 0,0-1-1,-1 0 1,0 0 0,0 0 0,0-1 0,0 0-1,-1 0 1,-1 0 0,1-1 0,-1 0 0,3-8-1,-6 14 34,0 1 0,0-1 0,0 1 0,-1-1 0,1 0 0,-1 0-1,1 1 1,-1-1 0,0 0 0,0 0 0,1 1 0,-1-1 0,0 0-1,-1 0 1,1 0 0,0 1 0,0-1 0,-1 0 0,1 1 0,-1-1-1,0 0 1,1 1 0,-1-1 0,0 0 0,0 1 0,0-1 0,0 1-1,0 0 1,0-1 0,-1 1 0,1 0 0,0 0 0,-1-1 0,1 1-1,-1 0 1,1 0 0,-1 1 0,1-1 0,-1 0 0,0 0 0,1 1-1,-1-1 1,0 1 0,1 0 0,-1-1 0,0 1 0,0 0 0,0 0-1,1 0 1,-3 1 0,-3-2 177,0 2 1,0-1-1,0 1 0,0 0 1,0 0-1,1 1 0,-1 0 1,0 0-1,1 1 0,0 0 0,0 0 1,-8 5-1,5 0-94,1 1 1,-1-1-1,2 1 1,-1 1-1,1-1 0,1 1 1,0 1-1,0-1 0,1 1 1,1 0-1,-6 16 0,6-14-96,1 1 0,0 0 0,1 0 0,0 0-1,1 0 1,0 1 0,1-1 0,1 0 0,3 18-1,-3-29-24,0 1 0,0-1 0,0 1 0,1-1 0,-1 0 0,1 1-1,0-1 1,0 0 0,0 0 0,0 0 0,0 0 0,1-1 0,-1 1-1,1-1 1,0 1 0,0-1 0,5 3 0,-2-2 27,1 1 0,0-1 0,0-1 0,1 1 0,-1-2 0,0 1 0,1-1 0,8 1 0,1-1-472,0-1 0,0 0 0,0-2 0,-1 0 0,1-1 0,-1 0 0,19-7-1,25-16-4020</inkml:trace>
</inkml:ink>
</file>

<file path=ppt/ink/ink1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0:37.865"/>
    </inkml:context>
    <inkml:brush xml:id="br0">
      <inkml:brushProperty name="width" value="0.035" units="cm"/>
      <inkml:brushProperty name="height" value="0.035" units="cm"/>
    </inkml:brush>
  </inkml:definitions>
  <inkml:trace contextRef="#ctx0" brushRef="#br0">1 236 6342,'0'0'918,"7"-1"-800,48-13 475,0-2 0,-1-3 0,56-27 1,-40 17-549,25-16 54,-63 29-123,0 0 0,52-15 0,-68 28-2528</inkml:trace>
</inkml:ink>
</file>

<file path=ppt/ink/ink1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0:38.284"/>
    </inkml:context>
    <inkml:brush xml:id="br0">
      <inkml:brushProperty name="width" value="0.035" units="cm"/>
      <inkml:brushProperty name="height" value="0.035" units="cm"/>
    </inkml:brush>
  </inkml:definitions>
  <inkml:trace contextRef="#ctx0" brushRef="#br0">56 334 3171,'0'0'1292,"-7"0"-1100,-42 0 2098,89-10-1711,-1-2-1,0-1 0,72-36 1,-51 21-490,74-32 202,161-67 31,-251 109-514,-12 1-897</inkml:trace>
</inkml:ink>
</file>

<file path=ppt/ink/ink1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8:37.139"/>
    </inkml:context>
    <inkml:brush xml:id="br0">
      <inkml:brushProperty name="width" value="0.025" units="cm"/>
      <inkml:brushProperty name="height" value="0.025" units="cm"/>
    </inkml:brush>
  </inkml:definitions>
  <inkml:trace contextRef="#ctx0" brushRef="#br0">49 1 8968,'0'0'3182,"-3"12"-3166,-10 39 610,2 0 0,3 0-1,-3 76 1,9 176 1117,3-173-1510,-1-98-153,11 225 513,-4-328 2247,6-725-4463,-11 807 1572,0 0 0,0 0 1,1 0-1,1 0 0,-1 0 1,11 18-1,2 8 118,36 88 146,-21-59-31</inkml:trace>
</inkml:ink>
</file>

<file path=ppt/ink/ink1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8:38.186"/>
    </inkml:context>
    <inkml:brush xml:id="br0">
      <inkml:brushProperty name="width" value="0.025" units="cm"/>
      <inkml:brushProperty name="height" value="0.025" units="cm"/>
    </inkml:brush>
  </inkml:definitions>
  <inkml:trace contextRef="#ctx0" brushRef="#br0">1 252 3844,'0'0'-865,"1"-9"817,18-50 1490,1 15 4387,-19 43-5743,-1 1 0,0-1 0,0 1 0,1 0 1,-1-1-1,0 1 0,1 0 0,-1 0 0,1-1 0,-1 1 1,0 0-1,1 0 0,-1-1 0,1 1 0,-1 0 1,1 0-1,-1 0 0,1 0 0,-1 0 0,0 0 0,1 0 1,-1 0-1,1 0 0,-1 0 0,1 0 0,-1 0 1,1 0-1,-1 0 0,1 0 0,-1 0 0,0 0 0,1 1 1,-1-1-1,1 0 0,-1 0 0,1 0 0,-1 1 1,0-1-1,1 0 0,-1 1 0,0-1 0,1 0 0,-1 1 1,0-1-1,0 0 0,1 1 0,-1-1 0,0 1 1,0-1-1,0 1 0,1 0 0,18 26 404,-17-23-128,88 155 1233,-64-108-1166,2-1 0,56 74 0,-49-81-44,58 52-1,-111-146 1346,8 27-1727,2-2 1,1 1-1,1-1 1,1 0-1,1 0 0,0-29 1,10-159 4,-1 158-977,26-103 0,-30 157-124,0-3 422</inkml:trace>
</inkml:ink>
</file>

<file path=ppt/ink/ink1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8:38.762"/>
    </inkml:context>
    <inkml:brush xml:id="br0">
      <inkml:brushProperty name="width" value="0.025" units="cm"/>
      <inkml:brushProperty name="height" value="0.025" units="cm"/>
    </inkml:brush>
  </inkml:definitions>
  <inkml:trace contextRef="#ctx0" brushRef="#br0">171 11 11082,'0'0'3374,"-9"-3"-2781,6 2-551,0-1-1,1 1 1,-1 1-1,0-1 1,0 0 0,1 1-1,-1-1 1,0 1 0,0 0-1,0 0 1,0 0 0,0 0-1,1 0 1,-1 1-1,0-1 1,0 1 0,0 0-1,1 0 1,-1 0 0,0 0-1,1 0 1,-1 1 0,1-1-1,0 1 1,-1 0 0,1 0-1,0-1 1,0 1-1,0 1 1,0-1 0,0 0-1,1 0 1,-1 1 0,-2 4-1,-6 8 42,1 1-1,0 0 1,1 1 0,1 0-1,-10 34 1,14-40-82,0 1 0,1 0 0,0 0 0,1 0 0,0 0 0,1 1 0,1-1 0,0 0 0,0 0 0,4 12 0,-5-21-2,1 0 0,0-1 0,0 1 0,0-1 0,0 1 0,1-1 0,-1 1-1,1-1 1,-1 0 0,1 1 0,0-1 0,2 2 0,-3-3-1,0-1 0,0 1 0,0 0 0,0-1 0,0 1 0,0-1 0,0 1-1,1-1 1,-1 0 0,0 1 0,0-1 0,0 0 0,1 0 0,-1 0 0,0 0 0,0 0 0,0 0 0,1 0 0,-1 0 0,1-1 0,1 0-2,1-1 1,-1 0-1,0 1 1,0-1-1,0 0 0,-1-1 1,1 1-1,0 0 0,-1-1 1,0 0-1,1 1 0,-1-1 1,0 0-1,0 0 1,-1 0-1,1 0 0,1-4 1,7-20 177,-1 0-1,-1 0 1,-1 0 0,-1-1 0,-2 0 0,2-46 0,-6 90-340,0-1 1,2 1-1,0-1 1,0 1-1,8 22 1,-8-32 44,0-1 1,1 1-1,-1 0 1,1-1-1,0 1 0,1-1 1,-1 0-1,1 0 1,0 0-1,1-1 0,-1 1 1,1-1-1,0 0 1,0 0-1,0-1 1,11 6-1,4-4-3631,-9-11-1844,-5-7 199</inkml:trace>
</inkml:ink>
</file>

<file path=ppt/ink/ink1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8:39.419"/>
    </inkml:context>
    <inkml:brush xml:id="br0">
      <inkml:brushProperty name="width" value="0.025" units="cm"/>
      <inkml:brushProperty name="height" value="0.025" units="cm"/>
    </inkml:brush>
  </inkml:definitions>
  <inkml:trace contextRef="#ctx0" brushRef="#br0">1 1 15983,'0'0'160</inkml:trace>
</inkml:ink>
</file>

<file path=ppt/ink/ink1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8:40.262"/>
    </inkml:context>
    <inkml:brush xml:id="br0">
      <inkml:brushProperty name="width" value="0.025" units="cm"/>
      <inkml:brushProperty name="height" value="0.025" units="cm"/>
    </inkml:brush>
  </inkml:definitions>
  <inkml:trace contextRef="#ctx0" brushRef="#br0">1 1 9225,'0'0'4698,"8"0"-4650,-3 1 17,-1-1 0,0 1 1,0 0-1,0 1 1,0-1-1,0 1 0,0-1 1,0 1-1,0 0 1,-1 1-1,1-1 0,-1 1 1,0-1-1,1 1 0,-1 0 1,0 0-1,-1 1 1,1-1-1,-1 0 0,1 1 1,-1 0-1,0-1 1,2 7-1,8 14 200,-2 1 1,0 0-1,-1 1 1,-2 0-1,4 28 0,-5-25-238,1 0-1,1-1 0,21 47 1,-28-72-70,1-1 0,-1 0 0,1 1 1,-1-1-1,1 0 0,0 0 0,0 0 1,0 0-1,0 0 0,0 0 0,1 0 1,-1-1-1,1 1 0,-1-1 0,1 0 1,-1 0-1,1 0 0,0 0 0,-1 0 0,1-1 1,0 1-1,0-1 0,-1 1 0,1-1 1,0 0-1,0 0 0,0 0 0,0-1 1,4 0-1,-4 0-505,1 0 0,-1 0 0,0-1 0,0 1-1,0 0 1,0-1 0,0 0 0,0 0 0,0 0 0,0 0 0,-1 0 0,1-1 0,-1 1 0,1-1 0,1-3-1,4-8-4106</inkml:trace>
</inkml:ink>
</file>

<file path=ppt/ink/ink1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8:40.606"/>
    </inkml:context>
    <inkml:brush xml:id="br0">
      <inkml:brushProperty name="width" value="0.025" units="cm"/>
      <inkml:brushProperty name="height" value="0.025" units="cm"/>
    </inkml:brush>
  </inkml:definitions>
  <inkml:trace contextRef="#ctx0" brushRef="#br0">0 136 10154,'0'0'934,"7"-7"-342,13-12 78,1 2-1,0 0 0,29-17 0,-42 29-568,1-1 0,0 2 0,0-1 0,1 1-1,0 0 1,-1 1 0,1 0 0,0 1 0,0 0 0,0 0-1,1 1 1,17 0 0,-24 2-17,-1 1 1,1-1-1,-1 1 0,0-1 1,0 1-1,0 0 0,0 0 1,0 0-1,0 0 0,-1 1 1,1-1-1,-1 1 0,0 0 1,1 0-1,-1 0 0,0 0 1,-1 0-1,3 4 0,27 68 668,-25-60-661,5 17-50,-8-20-95,1 0 1,0 0-1,1 0 0,1-1 0,-1 0 0,14 18 0,-10-22-1376,-7-12-2820,-2-9-1569</inkml:trace>
</inkml:ink>
</file>

<file path=ppt/ink/ink1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8:40.764"/>
    </inkml:context>
    <inkml:brush xml:id="br0">
      <inkml:brushProperty name="width" value="0.025" units="cm"/>
      <inkml:brushProperty name="height" value="0.025" units="cm"/>
    </inkml:brush>
  </inkml:definitions>
  <inkml:trace contextRef="#ctx0" brushRef="#br0">1 38 15439,'0'0'-641,"57"-38"417,-35 43-1666,-4 6-544,2-3-1954</inkml:trace>
</inkml:ink>
</file>

<file path=ppt/ink/ink1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8:41.374"/>
    </inkml:context>
    <inkml:brush xml:id="br0">
      <inkml:brushProperty name="width" value="0.025" units="cm"/>
      <inkml:brushProperty name="height" value="0.025" units="cm"/>
    </inkml:brush>
  </inkml:definitions>
  <inkml:trace contextRef="#ctx0" brushRef="#br0">6 138 8296,'1'8'3795,"3"16"-3202,1-1 0,11 33 0,-13-46-551,1 0 1,0 0 0,1-1-1,0 0 1,0 0 0,1 0-1,0-1 1,14 16-1,-19-23-37,0-1-1,-1 1 0,1 0 0,0 0 1,-1 0-1,1-1 0,0 1 0,0 0 0,0-1 1,-1 1-1,1-1 0,0 1 0,0-1 0,0 1 1,0-1-1,0 0 0,0 1 0,0-1 1,0 0-1,0 0 0,0 0 0,0 0 0,0 0 1,0 0-1,0 0 0,1 0 0,-1 0 0,0-1 1,0 1-1,0 0 0,1-1 0,0-1 12,-1 0 0,0 0-1,0 1 1,1-1 0,-2 0-1,1 0 1,0 0 0,0 0 0,0 0-1,-1 0 1,0-1 0,1 1-1,-1 0 1,0-3 0,1-6 17,-1-1 1,0 0 0,-1 1 0,-4-22 0,1 22-87,-1 0 0,0 1 0,-1 0 0,0 0 0,-1 0 0,0 1-1,0 0 1,-1 0 0,-17-14 0,-14-19 146,38 42-80,0 0 1,1-1-1,-1 1 0,1-1 1,-1 1-1,1-1 1,-1 1-1,1-1 0,0 1 1,-1-1-1,1 1 1,-1-1-1,1 1 0,0-1 1,0 0-1,-1 1 0,1-1 1,0 0-1,0 1 1,0-1-1,0 0 0,0 1 1,0-1-1,0 0 0,0 1 1,0-1-1,0 0 1,0 1-1,0-1 0,0 0 1,0 1-1,1-1 1,-1 1-1,0-1 0,0 0 1,1 0-1,1 0-2,0 0 0,-1 1-1,1-1 1,0 0 0,0 1 0,0-1 0,0 1-1,-1 0 1,1 0 0,0-1 0,0 1-1,3 1 1,5-1 32,0 2 0,0-1-1,0 1 1,13 4 0,-2 5 89,-1 1 0,-1 0 0,0 2 0,-1 0 0,0 1 0,18 20 0,20 17 81,-67-90 299,5 24-502,1 0 1,0 0-1,1-1 0,1 0 0,0 0 0,1 1 1,1-1-1,0-1 0,1 1 0,2-17 0,-2 31 8,1 0-1,-1 0 1,0 0-1,1 0 0,-1 0 1,1 0-1,-1 0 0,1 0 1,-1 0-1,1 0 1,0 0-1,-1 0 0,1 0 1,0 1-1,0-1 0,0 0 1,-1 0-1,1 1 1,0-1-1,0 1 0,0-1 1,0 1-1,0-1 1,0 1-1,2-1 0,0 1-7,0-1 0,0 1 0,-1 0-1,1 0 1,0 1 0,0-1 0,0 0 0,-1 1 0,1 0-1,3 1 1,4 1-11,-1 2 0,1-1 0,-1 2 1,13 8-1,4 7 194,45 49 1,-8-8-1114,-17-26-2525,-28-26-1364,-4-7-2836</inkml:trace>
</inkml:ink>
</file>

<file path=ppt/ink/ink1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8:41.949"/>
    </inkml:context>
    <inkml:brush xml:id="br0">
      <inkml:brushProperty name="width" value="0.025" units="cm"/>
      <inkml:brushProperty name="height" value="0.025" units="cm"/>
    </inkml:brush>
  </inkml:definitions>
  <inkml:trace contextRef="#ctx0" brushRef="#br0">151 546 13036,'0'0'203,"-11"2"246,4-1-345,0 1 0,0 0 0,0 0 0,0 1 1,0-1-1,1 2 0,-1-1 0,1 1 1,0 0-1,0 0 0,0 0 0,0 1 0,1 0 1,0 0-1,0 0 0,0 1 0,1 0 0,0 0 1,0 0-1,0 0 0,1 1 0,-5 12 1,2 34 43,5-52-154,1 0 1,0 0-1,0 0 1,0 0-1,0 0 0,0 0 1,0 0-1,0 1 1,0-1-1,0 0 1,0 0-1,1 0 1,-1 0-1,0 0 0,1 0 1,-1 0-1,1 0 1,-1 0-1,1 0 1,0 0-1,-1 0 0,1-1 1,0 1-1,-1 0 1,1 0-1,0-1 1,0 1-1,0 0 1,0-1-1,0 1 0,0-1 1,0 1-1,0-1 1,0 1-1,0-1 1,0 0-1,0 0 1,0 1-1,0-1 0,0 0 1,0 0-1,1 0 1,1-1 11,-1 0 0,0 0 0,0-1 0,0 1 0,0-1 0,0 1 0,0-1-1,0 0 1,-1 1 0,1-1 0,-1 0 0,1 0 0,-1 0 0,1 0 0,-1 0 0,0-1 0,1-1 0,18-49 23,-14 38-106,-1-3 57,-4 14 100,-1 1-1,1-1 0,1 1 0,-1 0 1,0-1-1,1 1 0,-1 0 0,5-5 1,7 51 213,-8-30-276,1 1-1,0 0 1,0-1 0,1 0-1,10 12 1,-15-22-17,0 0 0,0 0 1,0-1-1,0 1 0,1 0 0,-1-1 1,1 0-1,0 0 0,-1 0 0,1 0 1,0 0-1,0 0 0,0-1 0,1 0 1,-1 1-1,0-1 0,0 0 0,1-1 1,-1 1-1,1 0 0,-1-1 0,0 0 1,1 0-1,-1 0 0,1 0 0,-1-1 1,7-1-1,-8 1 12,1 0 0,0-1 0,-1 0 0,1 0 0,-1 0 0,1 0 1,-1 0-1,0 0 0,0 0 0,0-1 0,0 1 0,0-1 0,0 1 0,-1-1 0,0 0 0,1 0 1,1-5-1,12-55 106,-9 7-112,-4 0-1,-1 0 0,-3-1 1,-3 1-1,-2 1 0,-2-1 1,-3 1-1,-2 1 0,-25-62 1,25 89 55,6 19 211,3 16 452,2 37-628,2 0 0,2 0 1,2 0-1,11 53 1,0-30 137,2-1 0,28 71 1,-29-97-100,33 61 1,-39-87-495,0 0 0,18 22-1,-21-31-313,0 1 0,1-1-1,-1-1 1,1 1 0,0-1-1,11 6 1,11 0-5002</inkml:trace>
</inkml:ink>
</file>

<file path=ppt/ink/ink1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8:42.554"/>
    </inkml:context>
    <inkml:brush xml:id="br0">
      <inkml:brushProperty name="width" value="0.025" units="cm"/>
      <inkml:brushProperty name="height" value="0.025" units="cm"/>
    </inkml:brush>
  </inkml:definitions>
  <inkml:trace contextRef="#ctx0" brushRef="#br0">503 16 14830,'0'0'-21,"-9"-4"272,5 3-224,1-1-14,-1 1 1,1-1-1,0 1 1,-1 0-1,1 0 1,-1 0 0,1 1-1,-1-1 1,1 1-1,-1 0 1,0 0-1,1 0 1,-1 0 0,1 1-1,-1 0 1,1-1-1,-1 1 1,1 0-1,-1 1 1,1-1 0,-4 2-1,-24 16 18,1 1 0,1 2-1,-28 26 1,39-32-16,2 0 0,0 2 0,1 0 1,1 0-1,-22 38 0,34-52-16,0-1 0,0 1 0,0 0 0,0 0 0,1 0 0,-1 0 0,1 0 0,0 0 1,1 1-1,-1-1 0,1 0 0,-1 0 0,1 0 0,1 1 0,-1-1 0,1 0 0,-1 0 0,1 1 0,0-1 0,1 0 1,-1 0-1,1 0 0,-1 0 0,1-1 0,0 1 0,1 0 0,-1-1 0,1 1 0,-1-1 0,1 0 0,0 0 0,1 0 1,-1 0-1,6 3 0,67 46 43,-50-37-31,-1 2-1,0 1 1,-1 1 0,-1 1 0,-1 1-1,34 42 1,-45-48-55,-1 1-1,0 1 0,-1-1 1,-1 1-1,-1 1 1,0-1-1,-1 1 0,-1 1 1,-1-1-1,-1 1 1,0-1-1,-1 1 0,-1 0 1,-1 0-1,-1 0 1,-4 31-1,2-41 76,0 0-1,-1-1 1,0 1-1,0-1 1,0 0-1,-1 0 1,-1-1-1,1 1 1,-1-1 0,0 0-1,-1-1 1,1 1-1,-2-1 1,1 0-1,0-1 1,-1 0-1,0 0 1,0-1 0,-1 0-1,1 0 1,-1-1-1,-12 3 1,-5 1 89,0-1 1,0-1 0,-1-2 0,0-1 0,1 0-1,-41-4 1,60 1-166,0 1 0,0-1 0,0 0 0,1-1 0,-1 1 0,0-1 0,1-1 0,-1 1 0,1-1 0,0 0 0,0-1 0,0 1 0,0-1 0,1-1 0,-1 1 0,1-1 0,0 1 0,1-2 0,-6-5 0,6 4-344,1 1 1,-1-1-1,1 1 1,1-1-1,-1 0 1,1 0-1,0 0 1,1-1-1,0 1 1,0 0-1,0-12 1,2-42-5239</inkml:trace>
</inkml:ink>
</file>

<file path=ppt/ink/ink1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8:42.788"/>
    </inkml:context>
    <inkml:brush xml:id="br0">
      <inkml:brushProperty name="width" value="0.025" units="cm"/>
      <inkml:brushProperty name="height" value="0.025" units="cm"/>
    </inkml:brush>
  </inkml:definitions>
  <inkml:trace contextRef="#ctx0" brushRef="#br0">9 1 17777,'0'0'96,"-8"60"-320,8-10 192,8 14 128,5 12-32,4 8-32,-1 3-32,4-3 0,-2-4 0,-2-6-32,-1-9-417,-7-13-2049,-7-13-1025,-1-16-2435</inkml:trace>
</inkml:ink>
</file>

<file path=ppt/ink/ink1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8:43.244"/>
    </inkml:context>
    <inkml:brush xml:id="br0">
      <inkml:brushProperty name="width" value="0.025" units="cm"/>
      <inkml:brushProperty name="height" value="0.025" units="cm"/>
    </inkml:brush>
  </inkml:definitions>
  <inkml:trace contextRef="#ctx0" brushRef="#br0">1 313 13773,'9'-10'107,"29"-23"196,0 1 0,2 2 0,58-32 0,151-68 1725,-243 127-1948,21-10 555,-20 14-165,-14 10 48,-23 23 376,11-14-634,0 2 0,-22 33 0,38-49-259,-1 0 1,1 0-1,0 0 1,0 1-1,1-1 1,-1 1-1,1-1 1,1 1-1,-1 0 1,1-1-1,1 1 1,-1 0-1,1 0 1,0 0-1,2 9 1,-2-15-15,0-1 1,1 1 0,-1-1 0,0 1-1,1 0 1,-1-1 0,1 1-1,-1-1 1,1 1 0,-1 0-1,1-1 1,-1 0 0,1 1 0,0-1-1,-1 1 1,1-1 0,0 0-1,-1 1 1,1-1 0,0 0-1,-1 0 1,1 1 0,0-1 0,-1 0-1,1 0 1,0 0 0,0 0-1,-1 0 1,1 0 0,0 0-1,0 0 1,-1 0 0,1 0 0,0-1-1,0 1 1,27-12-533,-21 4 479,-1 0 0,0-1 0,0 1 0,-1-1 0,0 0 0,0-1 0,-1 1 0,0-1 0,-1 1 0,2-13 0,13-28 333,4 105 165,-19-48-419,0-1-1,1 0 0,-1 0 0,1 0 0,1-1 0,-1 1 0,1-1 0,0 0 0,0 0 1,1-1-1,-1 0 0,12 7 0,-14-10-140,-1 1 0,1-1 0,0 0 0,1 0 0,-1 0 0,0 0 0,0-1 0,0 1 0,0-1 0,1 0 0,-1 1 0,0-2 0,0 1-1,1 0 1,-1-1 0,0 1 0,0-1 0,0 0 0,0 0 0,0 0 0,0-1 0,0 1 0,0-1 0,0 1 0,-1-1 0,1 0 0,-1 0 0,1 0 0,3-5 0,17-23-3561,-4-11-1847</inkml:trace>
</inkml:ink>
</file>

<file path=ppt/ink/ink1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8:43.601"/>
    </inkml:context>
    <inkml:brush xml:id="br0">
      <inkml:brushProperty name="width" value="0.025" units="cm"/>
      <inkml:brushProperty name="height" value="0.025" units="cm"/>
    </inkml:brush>
  </inkml:definitions>
  <inkml:trace contextRef="#ctx0" brushRef="#br0">5 1 15471,'-1'8'96,"-1"9"143,1 2 0,0-1 0,2 0 0,0 0 1,1 0-1,0-1 0,2 1 0,10 33 0,68 144 1409,-31-79-1802,-45-100 130,0 1 176,-4-31 62,-7-64-87,2 60-129,1-1 0,1 1 1,0-1-1,2 1 1,4-27-1,-5 43 7,0 0 0,0 0 0,1 0 0,-1 0 0,1 1 0,0-1 0,0 0-1,-1 0 1,1 1 0,0-1 0,0 0 0,0 1 0,1-1 0,-1 1 0,0 0 0,1-1 0,-1 1 0,1 0 0,-1 0 0,1 0 0,-1 0 0,1 0 0,0 0-1,2-1 1,-1 2-3,0-1 0,1 1 0,-1 0 0,0 0-1,0 0 1,0 1 0,1-1 0,-1 1-1,0 0 1,0 0 0,0 0 0,0 0 0,3 2-1,8 4 6,-1 1 0,-1 0-1,1 1 1,20 19-1,-15-9 31,-1 1-1,0 1 0,15 25 1,-1 2-2987,-27-42 2204,3 4-4496</inkml:trace>
</inkml:ink>
</file>

<file path=ppt/ink/ink1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8:43.742"/>
    </inkml:context>
    <inkml:brush xml:id="br0">
      <inkml:brushProperty name="width" value="0.025" units="cm"/>
      <inkml:brushProperty name="height" value="0.025" units="cm"/>
    </inkml:brush>
  </inkml:definitions>
  <inkml:trace contextRef="#ctx0" brushRef="#br0">0 50 13293,'0'0'4196,"15"-46"-6887,8 42-2434</inkml:trace>
</inkml:ink>
</file>

<file path=ppt/ink/ink1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8:44.008"/>
    </inkml:context>
    <inkml:brush xml:id="br0">
      <inkml:brushProperty name="width" value="0.025" units="cm"/>
      <inkml:brushProperty name="height" value="0.025" units="cm"/>
    </inkml:brush>
  </inkml:definitions>
  <inkml:trace contextRef="#ctx0" brushRef="#br0">1 242 17745,'1'-10'165,"-1"1"-70,12-93 1392,-10 93-1400,0-1 0,0 0 0,1 1-1,0 0 1,1 0 0,0 0 0,0 0 0,1 0 0,7-9 0,-10 17-88,-1-1 1,1 0 0,-1 1 0,1-1 0,0 1-1,0 0 1,-1-1 0,1 1 0,0 0 0,0 0-1,0 0 1,0 1 0,1-1 0,-1 0 0,0 1 0,0-1-1,0 1 1,1 0 0,-1 0 0,0 0 0,0 0-1,1 0 1,-1 0 0,0 1 0,0-1 0,0 1-1,0-1 1,1 1 0,-1 0 0,0 0 0,0 0-1,0 0 1,0 0 0,-1 1 0,1-1 0,0 0-1,0 1 1,-1-1 0,1 1 0,1 3 0,5 3-10,-1 0 0,-1 0 1,1 1-1,-1 0 0,-1 0 1,0 1-1,5 10 0,-7-9-147,0-1-1,0 0 1,-1 1-1,-1 0 1,1 12-1,-1 28-4198,-4-35 379,-6-10-1735</inkml:trace>
</inkml:ink>
</file>

<file path=ppt/ink/ink1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8:44.381"/>
    </inkml:context>
    <inkml:brush xml:id="br0">
      <inkml:brushProperty name="width" value="0.025" units="cm"/>
      <inkml:brushProperty name="height" value="0.025" units="cm"/>
    </inkml:brush>
  </inkml:definitions>
  <inkml:trace contextRef="#ctx0" brushRef="#br0">0 1 15182,'0'0'2317,"9"10"-2370,29 39 216,55 92-1,28 73 207,-119-210-369,24 50 1057,-22-46-135,-17-42-478,8 22-421,0 0 0,2-1 0,-1 0-1,1 0 1,1 0 0,1 0-1,-1-14 1,2 26-28,0 0 0,0 0 0,1 1 0,-1-1-1,0 0 1,0 0 0,1 1 0,-1-1 0,0 0 0,1 0 0,-1 1 0,0-1 0,1 0 0,-1 1 0,1-1-1,0 0 1,-1 1 0,1-1 0,-1 1 0,1-1 0,0 1 0,-1-1 0,1 1 0,0 0 0,0-1 0,-1 1-1,3-1 1,29-1-54,30 14 15,-30 1-102,53 29 0,-41-12-6464,-40-28 1469</inkml:trace>
</inkml:ink>
</file>

<file path=ppt/ink/ink1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8:44.522"/>
    </inkml:context>
    <inkml:brush xml:id="br0">
      <inkml:brushProperty name="width" value="0.025" units="cm"/>
      <inkml:brushProperty name="height" value="0.025" units="cm"/>
    </inkml:brush>
  </inkml:definitions>
  <inkml:trace contextRef="#ctx0" brushRef="#br0">0 40 12300,'0'0'96,"56"-39"-1377,-27 39-1987,4 0-831</inkml:trace>
</inkml:ink>
</file>

<file path=ppt/ink/ink1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8:44.879"/>
    </inkml:context>
    <inkml:brush xml:id="br0">
      <inkml:brushProperty name="width" value="0.025" units="cm"/>
      <inkml:brushProperty name="height" value="0.025" units="cm"/>
    </inkml:brush>
  </inkml:definitions>
  <inkml:trace contextRef="#ctx0" brushRef="#br0">40 11 13549,'0'0'721,"-6"7"-326,2-1-232,-1 1 0,2-1 1,-1 1-1,1 0 1,0 0-1,0 0 1,1 0-1,-3 13 0,5-18-154,-1 0 0,1 0 0,0 0-1,-1 0 1,1 1 0,0-1-1,1 0 1,-1 0 0,0 0-1,1 0 1,-1 0 0,1 1 0,-1-1-1,1 0 1,0 0 0,0 0-1,0-1 1,0 1 0,0 0-1,1 0 1,-1 0 0,1-1 0,-1 1-1,1-1 1,-1 1 0,1-1-1,0 0 1,0 1 0,-1-1 0,1 0-1,0 0 1,0 0 0,0-1-1,0 1 1,0 0 0,1-1-1,-1 1 1,0-1 0,0 0 0,0 0-1,3 0 1,-2 1 1,1-1 0,0 0 0,0 0 1,-1 0-1,1-1 0,0 0 0,-1 1 0,1-1 0,0 0 1,-1-1-1,1 1 0,-1 0 0,0-1 0,1 0 0,-1 0 1,0 0-1,4-4 0,3-3 44,-2 0-1,0-1 1,14-20 0,-17 21-41,0 1 1,1 1 0,0-1-1,0 1 1,1 0 0,0 1-1,12-11 1,-17 17-20,-1-1-1,0 0 1,1 0 0,-1 1-1,0-1 1,1 1-1,-1-1 1,1 1 0,-1 0-1,1 0 1,-1-1-1,1 1 1,-1 0 0,1 0-1,-1 1 1,1-1 0,-1 0-1,1 0 1,-1 1-1,1-1 1,-1 1 0,1-1-1,1 2 1,0 0 5,0 0-1,-1 0 1,1 0-1,-1 1 1,0-1 0,0 0-1,0 1 1,0 0 0,0 0-1,2 5 1,-1-3 15,0 1 0,-1 0 0,1 1-1,-2-1 1,1 0 0,-1 1 0,0-1 0,0 1-1,0-1 1,-2 13 0,1-18-76,0 0 1,-1 0-1,1-1 0,-1 1 1,1 0-1,-1-1 0,0 1 1,1-1-1,-1 1 0,0 0 0,1-1 1,-1 0-1,0 1 0,0-1 1,1 1-1,-1-1 0,0 0 1,0 1-1,0-1 0,1 0 1,-1 0-1,0 0 0,0 0 0,0 0 1,-1 0-1,-14-3-4916,6-10-1813</inkml:trace>
</inkml:ink>
</file>

<file path=ppt/ink/ink1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8:45.194"/>
    </inkml:context>
    <inkml:brush xml:id="br0">
      <inkml:brushProperty name="width" value="0.025" units="cm"/>
      <inkml:brushProperty name="height" value="0.025" units="cm"/>
    </inkml:brush>
  </inkml:definitions>
  <inkml:trace contextRef="#ctx0" brushRef="#br0">17 0 14670,'0'0'128,"-17"46"-192,17 0-64,5 10 256,16 13-64,1 6-128,2 6 128,0 1-64,-6-7-961,-7-6-1697,-11-13-2820</inkml:trace>
</inkml:ink>
</file>

<file path=ppt/ink/ink1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8:45.521"/>
    </inkml:context>
    <inkml:brush xml:id="br0">
      <inkml:brushProperty name="width" value="0.025" units="cm"/>
      <inkml:brushProperty name="height" value="0.025" units="cm"/>
    </inkml:brush>
  </inkml:definitions>
  <inkml:trace contextRef="#ctx0" brushRef="#br0">1 346 11563,'1'-39'208,"1"1"0,9-40 1,-9 64 68,1 1 0,1-1 0,0 1 0,1 0 0,1 0 0,0 1 0,0-1 0,2 1 0,8-11 0,-12 18-204,0 1 0,0 0-1,1 0 1,0 0 0,-1 0-1,2 1 1,-1-1 0,0 2 0,1-1-1,-1 0 1,1 1 0,0 0-1,-1 0 1,1 1 0,0 0-1,0 0 1,1 0 0,-1 1 0,0 0-1,0 0 1,0 0 0,0 1-1,0 0 1,0 0 0,0 0 0,0 1-1,0 0 1,6 3 0,8 3-99,-1 1 0,0 1 0,0 1 0,-1 0 0,0 2 0,26 23 0,-16-9 16,0 1 0,-2 2-1,-2 1 1,0 0 0,32 60-1,-42-64-2,-1 1-1,0 0 1,-3 0-1,0 2 0,-2-1 1,-1 1-1,6 56 0,-12-77 14,-1 0 0,-1 0 0,1 0 0,-1 0 0,-1 0 0,1-1 0,-2 1 0,1-1-1,-1 1 1,0-1 0,-1 0 0,0 0 0,0 0 0,-9 11 0,4-8 48,0-2 0,0 1 0,-1-1 0,0-1 0,-1 0 0,0 0 0,0-1 0,-23 11 0,-1-4-326,0-2 0,0-1 0,-1-1 0,0-3 0,0-1-1,-42 2 1,73-7-252,-33 1-657,23-8-3811,15-7-474</inkml:trace>
</inkml:ink>
</file>

<file path=ppt/ink/ink1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8:46.394"/>
    </inkml:context>
    <inkml:brush xml:id="br0">
      <inkml:brushProperty name="width" value="0.025" units="cm"/>
      <inkml:brushProperty name="height" value="0.025" units="cm"/>
    </inkml:brush>
  </inkml:definitions>
  <inkml:trace contextRef="#ctx0" brushRef="#br0">212 7 14221,'-7'-1'310,"-6"-1"88,0 0-1,-1 1 0,1 0 1,0 1-1,0 1 1,0 0-1,0 1 1,-16 4-1,25-5-359,0 0 0,0 1 0,0-1-1,1 1 1,-1 0 0,1 0 0,-1 0 0,1 1 0,0-1 0,0 1-1,0 0 1,0 0 0,0 0 0,0 0 0,1 0 0,0 1-1,-1-1 1,1 1 0,1-1 0,-1 1 0,0 0 0,1 0 0,0 0-1,0 0 1,0 0 0,0 0 0,1 0 0,-1 0 0,1 0-1,0 0 1,0 0 0,2 5 0,-2-5-51,1-1 0,0 1 1,0-1-1,0 0 0,0 0 0,1 0 1,-1 0-1,1 0 0,0 0 0,0 0 0,0 0 1,0 0-1,0-1 0,0 1 0,1-1 1,0 0-1,-1 0 0,1 0 0,0 0 0,0 0 1,0 0-1,0-1 0,0 0 0,5 2 1,-6-2-26,1 0 1,0 0 0,0 0 0,0-1-1,0 1 1,0-1 0,-1 0 0,1 0 0,0 0-1,0 0 1,0 0 0,0-1 0,0 1 0,0-1-1,0 0 1,-1 0 0,1 0 0,0 0-1,-1 0 1,1-1 0,-1 1 0,1-1 0,-1 0-1,0 0 1,1 1 0,-1-2 0,0 1 0,3-3-1,2-11 119,0 1 0,-1-1 0,-1-1-1,0 1 1,4-28 0,-9 43 256,1 8-326,0 0 0,1-1 0,-1 1-1,1-1 1,0 1 0,1-1-1,0 0 1,0 0 0,0 0-1,1 0 1,-1 0 0,2-1-1,-1 0 1,0 0 0,1 0-1,0 0 1,8 5 0,-10-8-8,-1 0 0,1 0 1,0 0-1,0 0 0,0-1 0,0 0 1,1 1-1,-1-1 0,0 0 0,0-1 1,1 1-1,-1-1 0,0 1 0,1-1 1,-1 0-1,1 0 0,-1 0 0,0-1 1,1 1-1,-1-1 0,0 0 0,0 0 1,1 0-1,-1 0 0,0-1 1,0 1-1,0-1 0,0 0 0,0 1 1,-1-2-1,1 1 0,-1 0 0,1 0 1,-1-1-1,4-4 0,-2 2 30,1-1-1,-1 1 0,0-1 1,0 0-1,0-1 1,-1 1-1,0 0 1,0-1-1,-1 0 1,0 0-1,2-9 1,-3 21-39,-1-1 0,1 1 0,0-1 1,1 1-1,-1-1 0,1 0 0,0 0 0,0 0 1,0 0-1,1 0 0,-1 0 0,1-1 0,0 1 1,0-1-1,0 1 0,1-1 0,-1 0 1,1-1-1,5 5 0,-7-6 8,0 0 1,0 0-1,0 0 1,0 1-1,0-2 1,0 1-1,0 0 1,0 0-1,0-1 1,0 1 0,1-1-1,-1 0 1,0 1-1,0-1 1,0 0-1,1 0 1,-1-1-1,0 1 1,0 0-1,0-1 1,1 1-1,-1-1 1,0 0-1,0 0 1,0 0-1,0 0 1,0 0-1,0 0 1,-1 0-1,1-1 1,0 1-1,-1-1 1,1 1-1,-1-1 1,1 0-1,-1 1 1,1-1-1,-1 0 1,0 0-1,0 0 1,1-3-1,3-8 50,0-1-1,-1 1 1,5-25-1,-6 24 10,-3 14-57,0 0 0,0-1 1,0 1-1,0 0 0,0 0 0,0 0 0,0 0 1,0 0-1,0 0 0,0 0 0,0 0 0,0-1 1,0 1-1,0 0 0,0 0 0,0 0 0,1 0 1,-1 0-1,0 0 0,0 0 0,0 0 0,0 0 1,0 0-1,0 0 0,0 0 0,0 0 0,1 0 1,-1 0-1,0-1 0,0 1 0,0 0 0,0 0 1,0 0-1,0 0 0,0 0 0,1 0 0,-1 1 1,0-1-1,0 0 0,0 0 0,0 0 0,0 0 1,0 0-1,0 0 0,0 0 0,1 0 0,-1 0 1,0 0-1,0 0 0,0 0 0,0 0 0,0 0 1,0 0-1,0 1 0,0-1 0,0 0 0,0 0 1,0 0-1,1 0 0,-1 0 0,0 0 0,0 0 1,0 1-1,9 11-19,5 16-111,0 12 80,-1 0 1,-2 1-1,-2 0 0,5 62 0,-7 169 387,-6-256-318,-1 0-1,-1 0 0,-1-1 1,0 1-1,-1 0 1,-1-1-1,0 0 1,-1 0-1,-12 24 0,16-37 11,0 0 0,0-1 0,0 1 0,0-1 0,0 1 0,0-1-1,0 1 1,0-1 0,-1 0 0,1 0 0,-1 1 0,1-1 0,-1 0 0,1 0-1,-1-1 1,0 1 0,1 0 0,-1 0 0,0-1 0,-3 1 0,3-1 21,0 0 0,1 0 0,-1-1 0,0 1 1,1-1-1,-1 1 0,1-1 0,-1 0 0,1 0 1,-1 0-1,1 0 0,-1 0 0,1 0 1,0 0-1,-1 0 0,1 0 0,0 0 0,-1-2 1,-3-4 49,0 0 1,1 0-1,0-1 1,0 1 0,1-1-1,0 0 1,-3-15 0,2 6-116,2 1 0,0-1 0,1 0 0,0 0 0,2 0 0,0 0 0,1 0 0,0 0 0,1 1 0,1-1 0,1 1 0,8-20 0,-4 18-540,0-1 0,1 2 0,22-30 0,-13 23-1528,1 2 0,27-24-1,17-9-6648</inkml:trace>
</inkml:ink>
</file>

<file path=ppt/ink/ink1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9:53.750"/>
    </inkml:context>
    <inkml:brush xml:id="br0">
      <inkml:brushProperty name="width" value="0.025" units="cm"/>
      <inkml:brushProperty name="height" value="0.025" units="cm"/>
    </inkml:brush>
  </inkml:definitions>
  <inkml:trace contextRef="#ctx0" brushRef="#br0">1089 215 4100,'0'0'10719,"1"-7"-10489,0-1-288,1-6 448,-1 0 1,0 0-1,-1-14 0,0 24-304,-1 0 0,1 0 0,-1 0 0,0 0 0,0 0-1,0 0 1,-1 0 0,1 0 0,-1 1 0,0-1 0,0 0-1,0 1 1,0 0 0,-1-1 0,1 1 0,-6-5 0,-1 2-51,-1 0 0,0 0 0,0 1 0,0 0 1,-1 0-1,1 1 0,-1 1 0,0 0 0,0 0 0,-18-1 1,-13 0 6,-65 4 0,50 1 21,33 1-46,1 0 0,0 2 0,0 0 1,1 2-1,-1 0 0,1 1 1,0 2-1,-20 10 0,-6 6 15,2 2 0,-60 44-1,79-50 11,1 1 0,0 1 0,2 1 0,0 1-1,-38 53 1,49-56-16,0 1 0,1 0 0,1 0 1,1 1-1,1 1 0,2-1 0,0 1 0,-5 38 0,2 31 134,4 1-1,3 1 0,5-1 0,4 0 1,34 170-1,-37-250-124,0-1 1,1 1-1,1-1 0,1 0 1,0 0-1,0-1 1,2 0-1,-1 0 1,2-1-1,0 1 0,0-2 1,1 0-1,0 0 1,1 0-1,0-1 0,1-1 1,0 0-1,1-1 1,-1 0-1,2-1 0,-1 0 1,1-1-1,0-1 1,0 0-1,0-1 1,1 0-1,0-1 0,-1-1 1,27 1-1,-9-3 48,0 0 0,0-3 0,0 0 0,0-2 0,38-11 0,-15-2 46,0-2 1,52-27-1,-68 29-109,-2-2-1,-1-1 1,40-30-1,-60 38 57,-2 0 0,0 0 0,0-2 0,-2 1 0,0-2 0,0 1 0,-1-2 0,-1 0 0,9-21 0,-9 15 3,-2 0 0,0-1 0,-1 0 0,-2-1 0,0 1 0,-2-1 0,0 0 0,-2 0 0,-4-50 0,-4 21 12,-3 0 0,-2 1 0,-28-78 0,22 79-94,-1 1 0,-3 0 1,-2 2-1,-2 1 0,-2 1 1,-2 1-1,-2 1 0,-2 2 1,-64-61-1,77 85-100,-32-30-658,49 45 671,1 1-1,0-1 1,0 0 0,0 0-1,1 0 1,-1 0-1,1-1 1,0 1 0,0 0-1,0-1 1,-1-6-1,4 10-241,-1 0-1,1 0 1,-1 0-1,1 0 1,-1 0-1,1 0 0,-1 1 1,1-1-1,0 0 1,0 0-1,0 0 1,-1 1-1,1-1 1,0 0-1,0 1 0,0-1 1,0 1-1,0-1 1,0 1-1,0 0 1,0-1-1,0 1 0,0 0 1,0 0-1,0-1 1,0 1-1,0 0 1,1 0-1,-1 0 1,2 1-1,2-2-1684,23-4-6642</inkml:trace>
</inkml:ink>
</file>

<file path=ppt/ink/ink1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9:54.313"/>
    </inkml:context>
    <inkml:brush xml:id="br0">
      <inkml:brushProperty name="width" value="0.025" units="cm"/>
      <inkml:brushProperty name="height" value="0.025" units="cm"/>
    </inkml:brush>
  </inkml:definitions>
  <inkml:trace contextRef="#ctx0" brushRef="#br0">16 514 7751,'-16'3'4954,"32"-3"-3812,35-4-757,159-47 1152,237-90-1,-324 99-1176,-96 33-329,306-108 398,-232 76-601,117-66 1,-218 107 97,0 0 1,0 0-1,0 0 0,0 0 1,0 0-1,0 0 0,0-1 0,0 1 1,0 0-1,0 0 0,-1 0 1,1 0-1,0 0 0,0 0 0,0 0 1,0 0-1,0 0 0,0-1 0,0 1 1,0 0-1,0 0 0,0 0 1,0 0-1,0 0 0,0 0 0,0 0 1,0-1-1,0 1 0,0 0 1,0 0-1,0 0 0,0 0 0,0 0 1,0 0-1,0 0 0,0 0 0,0-1 1,0 1-1,1 0 0,-1 0 1,0 0-1,0 0 0,0 0 0,0 0 1,0 0-1,0 0 0,0 0 1,0 0-1,-14 0-2810,9 0 1906,-19 2-3500</inkml:trace>
</inkml:ink>
</file>

<file path=ppt/ink/ink1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9:54.623"/>
    </inkml:context>
    <inkml:brush xml:id="br0">
      <inkml:brushProperty name="width" value="0.025" units="cm"/>
      <inkml:brushProperty name="height" value="0.025" units="cm"/>
    </inkml:brush>
  </inkml:definitions>
  <inkml:trace contextRef="#ctx0" brushRef="#br0">0 39 12940,'0'0'662,"9"-5"-470,1 0-71,0 0 0,0 0 0,1 1 0,0 1 0,-1 0-1,1 0 1,0 1 0,1 1 0,-1 0 0,17 0 0,-27 1-121,20 0 67,0 0-1,0 1 1,-1 1-1,1 1 0,31 9 1,-48-11-57,0 0 0,0 1 1,0 0-1,0 0 0,-1 0 0,1 0 1,0 0-1,-1 1 0,0-1 1,0 1-1,0 0 0,0 0 0,0 0 1,0 1-1,-1-1 0,0 1 0,1-1 1,-1 1-1,-1 0 0,1 0 0,0-1 1,-1 1-1,0 1 0,0-1 0,0 0 1,-1 0-1,1 0 0,-1 0 1,0 1-1,0-1 0,0 0 0,-1 0 1,1 0-1,-1 0 0,-1 5 0,-2 2 73,1 0-1,-1-1 0,-1 1 1,0-1-1,0 0 1,-1 0-1,-1-1 0,1 0 1,-2 0-1,-13 15 0,-13 8 11,-47 35 0,65-55-69,-86 75-1590,78-66-1213,5-4-1908</inkml:trace>
</inkml:ink>
</file>

<file path=ppt/ink/ink1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9:55.292"/>
    </inkml:context>
    <inkml:brush xml:id="br0">
      <inkml:brushProperty name="width" value="0.025" units="cm"/>
      <inkml:brushProperty name="height" value="0.025" units="cm"/>
    </inkml:brush>
  </inkml:definitions>
  <inkml:trace contextRef="#ctx0" brushRef="#br0">455 17 12107,'-10'-4'598,"2"2"-465,-1-1-1,1 1 0,-1 0 0,0 1 0,0 0 1,1 0-1,-1 1 0,0 0 0,0 0 1,0 1-1,1 0 0,-14 4 0,-8 8-55,0 0 1,1 3-1,0 0 0,2 1 0,0 2 0,1 1 0,1 1 0,-24 25 0,43-40-76,1 1-1,-1 0 0,1 0 1,1 0-1,-1 1 1,-6 15-1,10-21 1,1 0-1,-1 0 1,0 0-1,1 1 1,-1-1 0,1 0-1,-1 0 1,1 1-1,0-1 1,0 0 0,0 1-1,0-1 1,1 0-1,-1 0 1,1 1 0,-1-1-1,1 0 1,0 0-1,0 0 1,0 0 0,0 0-1,0 0 1,0 0-1,1 0 1,-1 0 0,0 0-1,1-1 1,0 1-1,-1 0 1,5 2 0,15 7 12,1 0 1,0-1-1,0-1 1,1-1-1,1-2 1,27 6-1,-14-4 7,50 19-1,-73-21-20,-1 0 0,1 1 0,-1 1 0,0 0 1,-1 0-1,0 1 0,0 1 0,13 14 0,-22-20 12,0-1 0,0 0 0,-1 1 0,1 0 0,-1 0 0,1 0 1,-1 0-1,0 0 0,-1 0 0,1 0 0,-1 0 0,0 1 0,0-1 0,0 1 0,-1-1 0,1 1 1,-1-1-1,0 1 0,0-1 0,-1 1 0,0-1 0,1 1 0,-1-1 0,-1 0 0,1 1 0,-1-1 1,1 0-1,-1 0 0,-1 0 0,1 0 0,-5 6 0,-7 6 96,0-1-1,-2 0 0,0 0 1,0-2-1,-2 0 1,1-1-1,-2-1 1,1 0-1,-1-2 1,-1 0-1,0-1 1,0-1-1,-1-1 0,1 0 1,-1-2-1,-37 3 1,55-7-142,1 1 0,-1-1-1,1 0 1,-1 0 0,1-1 0,-1 1 0,1 0 0,-1-1 0,1 0-1,-1 1 1,1-1 0,0 0 0,-1 0 0,1-1 0,0 1 0,0 0-1,-3-3 1,3 2-226,0-1-1,1 1 1,-1-1 0,1 1-1,0-1 1,0 0-1,-1 0 1,2 0 0,-1 1-1,0-1 1,1 0-1,-1 0 1,1 0 0,0-5-1,-1-29-4062</inkml:trace>
</inkml:ink>
</file>

<file path=ppt/ink/ink1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9:55.558"/>
    </inkml:context>
    <inkml:brush xml:id="br0">
      <inkml:brushProperty name="width" value="0.025" units="cm"/>
      <inkml:brushProperty name="height" value="0.025" units="cm"/>
    </inkml:brush>
  </inkml:definitions>
  <inkml:trace contextRef="#ctx0" brushRef="#br0">0 0 16432,'0'0'1089,"11"61"-1089,5-18 160,4 8-32,2 5 32,3 5-128,1 2 0,0 0 0,-2-3-32,0-6 0,-4-9 32,-3-8-705,-7-9-544,-6-5-769,-4-8-1889,-7-9 383</inkml:trace>
</inkml:ink>
</file>

<file path=ppt/ink/ink1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9:56.081"/>
    </inkml:context>
    <inkml:brush xml:id="br0">
      <inkml:brushProperty name="width" value="0.025" units="cm"/>
      <inkml:brushProperty name="height" value="0.025" units="cm"/>
    </inkml:brush>
  </inkml:definitions>
  <inkml:trace contextRef="#ctx0" brushRef="#br0">0 333 3331,'0'0'8056,"5"-11"-5974,1 1-1886,0 1 1,0-1 0,1 1-1,0 0 1,1 1 0,0 0-1,0 0 1,1 1-1,0 0 1,0 0 0,14-7-1,202-97 1216,-57 32-1318,-144 61 351,-21 11 496,-16 7-432,5 2-493,0 1-1,0 0 1,0 0-1,0 1 1,1 0 0,-1 0-1,1 1 1,0 0 0,1 0-1,-1 1 1,1 0-1,0 0 1,-5 8 0,4-7-2,1 1 0,0 1 0,1-1 0,0 1 0,0 0 0,1 0 0,0 0 0,0 0 0,1 1 0,-3 18 1,5-21-38,1 1 1,0-1-1,0 0 1,1 0-1,0 1 1,0-1-1,1 0 1,0 0-1,0 0 1,1 0-1,4 9 1,-6-14 12,1 1-1,-1-1 1,1 0 0,-1 0 0,1 0-1,0 0 1,0 0 0,0 0-1,0 0 1,0 0 0,0-1 0,1 1-1,-1-1 1,1 0 0,-1 1-1,0-1 1,1 0 0,0-1 0,-1 1-1,1 0 1,0-1 0,-1 1-1,1-1 1,0 0 0,0 0 0,-1 0-1,1 0 1,0-1 0,-1 1-1,1-1 1,0 1 0,-1-1 0,5-2-1,-4 1 7,1 0 0,-1 0 0,0-1-1,0 1 1,0-1 0,0 0-1,0 0 1,-1 0 0,1 0 0,-1 0-1,0 0 1,0-1 0,0 1 0,0-1-1,-1 0 1,1 0 0,-1 1 0,0-1-1,0 0 1,0 0 0,0-7 0,1-10 45,0-1 1,-3-33 0,2 53 59,-1-1 0,0 1-1,0-1 1,-1 1 0,1-1-1,-1 1 1,1-1 0,-1 1-1,0 0 1,1-1 0,-1 1-1,-1 0 1,1 0 0,0-1-1,0 1 1,-1 0 0,1 0-1,-1 1 1,0-1 0,-2-3-1,8 40 269,1-25-327,0 0-1,1-1 1,0 0 0,0 0 0,1-1 0,0 1 0,1-2 0,8 9-1,-11-12-362,1 0-1,-1 0 0,1-1 1,0 1-1,0-1 0,0 0 1,1-1-1,-1 1 0,0-1 1,1-1-1,0 1 0,-1-1 1,14 1-1,-6-5-3030,-4-11-1827</inkml:trace>
</inkml:ink>
</file>

<file path=ppt/ink/ink1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9:56.500"/>
    </inkml:context>
    <inkml:brush xml:id="br0">
      <inkml:brushProperty name="width" value="0.025" units="cm"/>
      <inkml:brushProperty name="height" value="0.025" units="cm"/>
    </inkml:brush>
  </inkml:definitions>
  <inkml:trace contextRef="#ctx0" brushRef="#br0">6 1 16944,'0'0'694,"-3"10"-673,2 2 22,0 1 0,1 0 0,0 0 0,1 0-1,0-1 1,1 1 0,1 0 0,4 16 0,43 113 560,-36-106-615,5 16 43,-6-16 3,1 0 1,30 55-1,-44-91-29,0 0 1,0 0-1,0 0 0,0 0 1,0 0-1,0 0 1,1-1-1,-1 1 0,0 0 1,0 0-1,0 0 1,0 0-1,0 0 0,0 0 1,0 0-1,0-1 1,0 1-1,0 0 0,0 0 1,0 0-1,0 0 1,1 0-1,-1 0 0,0 0 1,0 0-1,0 0 1,0 0-1,0 0 0,0-1 1,0 1-1,1 0 1,-1 0-1,0 0 1,0 0-1,0 0 0,0 0 1,0 0-1,0 0 1,1 0-1,-1 0 0,0 0 1,0 0-1,0 0 1,0 0-1,0 0 0,0 1 1,0-1-1,1 0 1,-1 0-1,0 0 0,0 0 1,0 0-1,0 0 1,0 0-1,0 0 0,0 0 1,0 0-1,1 0 1,-1 1-1,0-1 0,0 0 1,0 0-1,0 0 1,0 0-1,0 0 0,0 0 1,0 0-1,0 1 1,0-1-1,3-18 137,-1-28-130,-2 41 6,0-3 44,0 0 1,0 0-1,1 0 1,0 0 0,1 0-1,3-13 1,-4 19-34,0 0 0,1 0 0,-1 0 0,0 0 0,1 0 0,-1 0 0,1 1 0,-1-1-1,1 1 1,0-1 0,0 1 0,0-1 0,0 1 0,0 0 0,0 0 0,0 0 0,0 0 0,0 1 0,0-1 0,1 0 0,-1 1 0,0-1 0,1 1 0,-1 0 0,0 0 0,1 0 0,1 0 0,5 1-6,0 0 0,-1 0 0,1 0 1,-1 1-1,1 1 0,-1-1 0,0 1 0,0 1 1,0 0-1,-1 0 0,1 0 0,-1 1 0,0 0 0,0 0 1,0 1-1,-1 0 0,0 0 0,0 0 0,-1 1 1,8 12-1,-9-13-619,-1 0 0,0 0 0,0 0 0,-1 0-1,0 1 1,0-1 0,-1 1 0,1 0 0,-2-1 0,1 11 0,-1-7-4967</inkml:trace>
</inkml:ink>
</file>

<file path=ppt/ink/ink1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9:56.675"/>
    </inkml:context>
    <inkml:brush xml:id="br0">
      <inkml:brushProperty name="width" value="0.025" units="cm"/>
      <inkml:brushProperty name="height" value="0.025" units="cm"/>
    </inkml:brush>
  </inkml:definitions>
  <inkml:trace contextRef="#ctx0" brushRef="#br0">1 1 16207,'0'0'64</inkml:trace>
</inkml:ink>
</file>

<file path=ppt/ink/ink1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9:56.935"/>
    </inkml:context>
    <inkml:brush xml:id="br0">
      <inkml:brushProperty name="width" value="0.025" units="cm"/>
      <inkml:brushProperty name="height" value="0.025" units="cm"/>
    </inkml:brush>
  </inkml:definitions>
  <inkml:trace contextRef="#ctx0" brushRef="#br0">1 283 13453,'0'0'934,"0"-8"486,2-78 1770,3-44-59,-5 127-3122,0 0 0,1 0 1,-1 0-1,1 0 1,0 0-1,-1 1 1,2-1-1,-1 0 1,0 0-1,0 1 1,1-1-1,-1 1 0,1-1 1,0 1-1,0 0 1,0 0-1,0 0 1,2-2-1,-2 3 0,1 0-1,-1 0 1,0 0 0,0 0-1,0 0 1,1 1 0,-1 0-1,0-1 1,1 1-1,-1 0 1,0 0 0,1 0-1,-1 0 1,0 0 0,1 1-1,-1-1 1,4 2 0,2 1 3,0 0 1,-1 1-1,0 0 1,1 0-1,-1 1 1,-1 0 0,1 0-1,-1 0 1,0 1-1,0 0 1,6 8-1,-7-6-420,0 0-1,0 0 1,0 0-1,-1 1 1,0 0-1,-1 0 0,0 0 1,0 0-1,-1 0 1,0 1-1,-1-1 1,0 1-1,-1 0 0,0 16 1,0-25 214,0 0-1,0-1 1,0 1 0,0 0-1,0-1 1,0 1 0,0-1-1,-1 1 1,1 0 0,0-1-1,0 1 1,0-1 0,-1 1-1,1-1 1,0 1 0,-1 0 0,1-1-1,0 1 1,-1-1 0,1 0-1,0 1 1,-1-1 0,1 1-1,-1-1 1,1 1 0,-1-1-1,1 0 1,-1 0 0,0 1-1,1-1 1,-1 0 0,1 0-1,-1 1 1,0-1 0,-13 1-3244</inkml:trace>
</inkml:ink>
</file>

<file path=ppt/ink/ink1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9:57.326"/>
    </inkml:context>
    <inkml:brush xml:id="br0">
      <inkml:brushProperty name="width" value="0.025" units="cm"/>
      <inkml:brushProperty name="height" value="0.025" units="cm"/>
    </inkml:brush>
  </inkml:definitions>
  <inkml:trace contextRef="#ctx0" brushRef="#br0">0 0 16143,'0'0'395,"4"9"-32,17 37-46,-3 2-1,-2 0 1,15 78-1,-19-72-93,2-1-1,2 0 1,31 67 0,-47-120-203,0 1 1,0-1-1,0 0 0,0 0 1,0 1-1,0-1 0,0 0 0,0 0 1,1 1-1,-1-1 0,0 0 1,0 0-1,0 1 0,0-1 1,0 0-1,0 0 0,1 0 1,-1 1-1,0-1 0,0 0 0,0 0 1,0 0-1,1 0 0,-1 1 1,0-1-1,0 0 0,0 0 1,1 0-1,-1 0 0,0 0 1,0 0-1,1 0 0,-1 1 1,0-1-1,0 0 0,1 0 0,-1 0 1,0 0-1,0 0 0,1 0 1,-1 0-1,0 0 0,0-1 1,1 1-1,-1 0 0,5-15 550,-3-41-180,-1 34-400,10-62 35,-10 78-18,0-1 0,1 1 1,0 0-1,0 0 0,1 0 1,0 0-1,0 0 0,0 1 1,0-1-1,1 1 0,5-6 1,-8 10-7,1 0 1,0 0 0,0-1-1,0 1 1,0 0 0,0 0-1,0 1 1,1-1-1,-1 0 1,0 1 0,0-1-1,1 1 1,-1 0 0,0 0-1,0 0 1,1 0 0,-1 0-1,0 0 1,0 1 0,1-1-1,-1 1 1,0-1 0,0 1-1,0 0 1,0 0 0,0 0-1,0 0 1,0 0 0,0 1-1,0-1 1,0 0 0,2 3-1,8 6 7,-1 1-1,1 0 1,14 19-1,-19-22-6,6 8-415,-6-11-373,-1 1 0,-1 1 1,1-1-1,-1 1 0,0 0 1,-1 0-1,0 0 0,0 1 0,0 0 1,-1 0-1,3 12 0,-5-14-6494</inkml:trace>
</inkml:ink>
</file>

<file path=ppt/ink/ink1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9:57.484"/>
    </inkml:context>
    <inkml:brush xml:id="br0">
      <inkml:brushProperty name="width" value="0.025" units="cm"/>
      <inkml:brushProperty name="height" value="0.025" units="cm"/>
    </inkml:brush>
  </inkml:definitions>
  <inkml:trace contextRef="#ctx0" brushRef="#br0">19 81 16592,'0'0'0,"-17"-50"384,15 35 225,2 6-481,7 4-160,8 4 0,7 1-769,3 0-1537,5 0-2883</inkml:trace>
</inkml:ink>
</file>

<file path=ppt/ink/ink1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9:58.249"/>
    </inkml:context>
    <inkml:brush xml:id="br0">
      <inkml:brushProperty name="width" value="0.025" units="cm"/>
      <inkml:brushProperty name="height" value="0.025" units="cm"/>
    </inkml:brush>
  </inkml:definitions>
  <inkml:trace contextRef="#ctx0" brushRef="#br0">173 486 16720,'0'0'1084,"-10"0"837,3 0-1753,0 0-1,0 1 1,0 0-1,0 0 0,1 0 1,-1 1-1,0 0 1,0 0-1,1 1 0,-1 0 1,1 0-1,0 1 1,0-1-1,0 1 0,1 1 1,-1-1-1,1 1 1,0 0-1,0 0 1,1 0-1,-1 1 0,1-1 1,1 1-1,-4 7 1,4-8-165,1 0 0,0 0 1,0 1-1,1-1 1,-1 1-1,1-1 1,0 1-1,1 0 0,0-1 1,-1 1-1,2 0 1,-1-1-1,1 1 1,0 0-1,0-1 0,0 1 1,1-1-1,0 1 1,0-1-1,0 0 1,6 9-1,-4-9-8,0-1 1,0 1-1,0-1 1,1 1-1,0-1 1,0-1-1,0 1 0,0-1 1,1 1-1,-1-2 1,1 1-1,0-1 1,0 1-1,0-2 0,0 1 1,0-1-1,0 0 1,0 0-1,10 0 1,2-1-412,0-1 1,1-1-1,-1-1 1,0 0 0,0-2-1,0 0 1,-1 0 0,0-2-1,30-15 1,-23 9-866,-1-2 0,0 0-1,-1-1 1,0-1 0,37-39 0,-56 51 1295,1 1-1,-1 0 1,0-1-1,0 1 1,0-1-1,-1 0 1,1 0 0,-1 0-1,0 0 1,-1-1-1,2-5 1,-3 9 90,0 1 0,0-1 0,0 1 0,0-1 0,0 0 0,0 1 0,0-1 0,-1 0 0,1 1 0,0-1 0,-1 1 0,0-1 0,1 1 0,-1-1 0,0 1 0,0-1 0,0 1 0,0 0 0,0 0 0,0-1 0,0 1 1,0 0-1,0 0 0,-1 0 0,1 0 0,0 0 0,-1 0 0,1 1 0,-1-1 0,1 0 0,-1 1 0,1-1 0,-1 1 0,1-1 0,-1 1 0,0 0 0,1 0 0,-1 0 0,-2 0 0,-1-1-15,1 1 0,-1 0 0,0 0-1,0 0 1,1 0 0,-1 1 0,0 0 0,1 0-1,-1 0 1,0 0 0,1 1 0,0 0 0,-1 0-1,1 0 1,0 0 0,0 1 0,0 0 0,0 0-1,1 0 1,-1 0 0,1 0 0,-1 1 0,1-1-1,1 1 1,-1 0 0,0 0 0,1 0 0,0 0-1,0 1 1,0-1 0,0 1 0,1-1 0,0 1-1,0-1 1,0 1 0,0 0 0,1-1 0,-1 1-1,1 0 1,1 8 0,0-11-110,-1 5 33,0-1-1,1 0 0,-1 0 0,1 0 0,4 10 0,-5-15-25,0 0 0,1 0 0,-1 0-1,1 0 1,-1-1 0,1 1 0,-1 0 0,1 0-1,0 0 1,0 0 0,-1-1 0,1 1 0,0 0-1,0 0 1,0-1 0,0 1 0,0-1 0,0 1 0,0-1-1,0 1 1,0-1 0,0 0 0,0 1 0,0-1-1,0 0 1,0 0 0,0 0 0,0 0 0,0 0-1,0 0 1,0 0 0,1 0 0,-1 0 0,0-1-1,0 1 1,0 0 0,0-1 0,0 1 0,0-1-1,0 1 1,1-1 0,1-2-3,0 1-1,1-1 1,-1 0-1,0 0 1,0 0-1,-1 0 1,1 0 0,-1-1-1,1 1 1,-1-1-1,0 0 1,-1 0-1,1 1 1,0-1 0,0-5-1,15-63 206,-16 78-150,0-1-1,1 0 0,-1 0 1,1 0-1,1 0 1,-1-1-1,0 1 0,1-1 1,0 1-1,0-1 0,1 0 1,-1 0-1,1 0 1,0 0-1,0-1 0,0 0 1,0 0-1,0 0 0,1 0 1,-1 0-1,1-1 0,0 0 1,0 0-1,8 2 1,-9-4-23,1 1 0,-1-1 0,1 0 0,-1 0-1,1-1 1,-1 1 0,1-1 0,-1 0 0,0 0 0,1 0 0,-1-1 0,0 0 0,0 0 0,0 0 0,0 0 0,0 0 0,0-1 0,5-5 0,-4 2 10,0 1 0,0-1 0,-1-1 0,0 1 0,0-1 0,-1 1 0,0-1 0,0 0 0,-1 0 0,3-11 0,0-11 26,0 0 1,-3 0-1,0-1 1,-4-48-1,0 55-50,0-1 0,-1 0 0,-2 1 0,0 0 0,-2 0 0,0 1 0,-2-1 0,0 2 0,-1-1 0,-27-39 0,35 59 11,0-1 0,0 0 1,0 1-1,-1 0 0,1-1 0,-1 1 1,0 0-1,0 1 0,1-1 0,-1 0 0,0 1 1,-4-2-1,6 3-9,0 0 1,0 0-1,0 0 1,0 0-1,0 0 1,0 0-1,0 0 0,0 0 1,0 0-1,0 0 1,0 1-1,0-1 1,0 0-1,0 1 1,0-1-1,0 1 1,0-1-1,0 1 0,0 0 1,0-1-1,0 1 1,1 0-1,-1 0 1,0-1-1,1 1 1,-1 0-1,0 0 1,1 0-1,-1 0 1,1 0-1,-1 0 0,1 0 1,0 0-1,-1 0 1,1 0-1,0 0 1,0 0-1,-1 2 1,-3 16 5,1-1 0,1 1 0,0 0-1,1 1 1,1-1 0,1 0 0,1 0 0,1 0 0,0 0 0,1-1 0,1 1 0,1-1 0,1 0 0,16 32 0,4-2-747,3-2 0,1-1-1,70 79 1,-75-95-5193</inkml:trace>
</inkml:ink>
</file>

<file path=ppt/ink/ink1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9:59.080"/>
    </inkml:context>
    <inkml:brush xml:id="br0">
      <inkml:brushProperty name="width" value="0.025" units="cm"/>
      <inkml:brushProperty name="height" value="0.025" units="cm"/>
    </inkml:brush>
  </inkml:definitions>
  <inkml:trace contextRef="#ctx0" brushRef="#br0">291 308 17649,'-10'0'90,"1"0"-78,1 0-1,0 1 1,-1 0-1,1 1 0,0-1 1,0 2-1,0-1 1,0 1-1,0 0 0,0 1 1,1 0-1,0 0 0,0 1 1,-9 6-1,-3 5 90,1 1-1,1 0 0,0 1 1,-24 36-1,36-47-79,0 1 1,0-1-1,1 1 0,0 0 1,1 1-1,-1-1 1,2 0-1,-1 1 0,1 0 1,1 0-1,-1-1 0,2 1 1,-1 0-1,1 0 0,0 0 1,3 14-1,-3-20-19,1 0 0,0 0-1,0 0 1,0 0 0,0 0 0,1 0-1,-1 0 1,1 0 0,0-1-1,0 1 1,-1 0 0,2-1 0,-1 1-1,0-1 1,1 0 0,-1 0 0,1 0-1,-1 0 1,1 0 0,0-1 0,0 1-1,0-1 1,0 0 0,0 0 0,0 0-1,0 0 1,0 0 0,0-1 0,1 1-1,-1-1 1,0 0 0,0 0-1,0 0 1,1 0 0,3-2 0,1 1 10,0-1 0,-1 0 1,1 0-1,-1-1 0,0 1 1,0-2-1,0 1 0,0-1 0,-1 0 1,1-1-1,-1 1 0,0-1 1,10-11-1,-6 2-46,0-1-1,-1 0 1,-1-1 0,0 0-1,-2 0 1,1 0 0,-2-1-1,0 0 1,-1 0 0,-1 0-1,-1-1 1,0 1-1,-1-1 1,-1 1 0,-1-1-1,-4-29 1,2 23 60,-2 1-1,0-1 1,-2 1-1,0 0 1,-1 1-1,-2-1 1,0 2-1,-2-1 1,0 2-1,-1 0 1,-26-31-1,37 48 111,-1 0 0,1 1-1,-1-1 1,1 1 0,-1 0-1,0 0 1,0 0 0,0 0-1,0 1 1,-7-3 0,10 4-107,0-1 1,-1 1 0,1 0 0,-1 0-1,1 0 1,-1 0 0,1 0 0,0 0 0,-1 1-1,1-1 1,-1 0 0,1 0 0,0 0-1,-1 0 1,1 0 0,-1 1 0,1-1-1,0 0 1,-1 0 0,1 0 0,0 1 0,-1-1-1,1 0 1,0 1 0,-1-1 0,1 0-1,0 1 1,0-1 0,0 0 0,-1 1 0,1 0-1,-1 25 30,6-7-31,0 1 0,1-1-1,1 0 1,1 0 0,0 0 0,21 31 0,-6-15 14,2-1-1,37 40 1,-39-50-20,1 0 0,28 21-1,-44-39-38,0 0 0,0-1-1,0 0 1,1 0-1,0 0 1,0-1-1,0-1 1,0 0 0,1 0-1,-1 0 1,16 1-1,-23-4 5,-1-1 0,1 1-1,-1 0 1,1-1 0,-1 1-1,1-1 1,-1 0 0,1 1-1,-1-1 1,0 0 0,1 0-1,-1 0 1,0 0 0,0 0-1,0 0 1,1 0 0,-1 0-1,0 0 1,0-1 0,-1 1-1,1 0 1,0-1 0,0 1-1,-1-1 1,1 1 0,-1-1-1,1 1 1,-1-1 0,0 1-1,1-1 1,-1 1 0,0-1 0,0-1-1,2-66-426,-3 53 399,-11-88 1707,17 112-1683,-1 0 0,1 0 0,1-1 0,0 1 1,0-1-1,0-1 0,1 1 0,0-1 0,0 0 1,0-1-1,1 0 0,0 0 0,0-1 0,0 0 1,1 0-1,-1 0 0,1-2 0,0 1 0,0-1 0,0 0 1,0 0-1,0-1 0,0-1 0,1 0 0,-1 0 1,12-2-1,-20 2-190,1-1 1,-1 1-1,0 0 0,1-1 1,-1 0-1,0 1 1,1-1-1,-1 0 0,0 0 1,0 0-1,0 1 1,0-1-1,0 0 0,0-1 1,0 1-1,0 0 1,0 0-1,0 0 1,0-2-1,5-28-7560,-6 2-935</inkml:trace>
</inkml:ink>
</file>

<file path=ppt/ink/ink1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9:59.204"/>
    </inkml:context>
    <inkml:brush xml:id="br0">
      <inkml:brushProperty name="width" value="0.025" units="cm"/>
      <inkml:brushProperty name="height" value="0.025" units="cm"/>
    </inkml:brush>
  </inkml:definitions>
  <inkml:trace contextRef="#ctx0" brushRef="#br0">0 24 12780,'0'0'577,"62"-23"-6343,-27 23-1216</inkml:trace>
</inkml:ink>
</file>

<file path=ppt/ink/ink1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9:59.577"/>
    </inkml:context>
    <inkml:brush xml:id="br0">
      <inkml:brushProperty name="width" value="0.025" units="cm"/>
      <inkml:brushProperty name="height" value="0.025" units="cm"/>
    </inkml:brush>
  </inkml:definitions>
  <inkml:trace contextRef="#ctx0" brushRef="#br0">109 1 14286,'0'0'1494,"-9"6"-538,5-3-877,-5 3 273,0 1 0,1-1 0,0 1 0,0 1 0,-12 16-1,18-22-330,0 0 0,1 0 0,0 1 0,0-1 0,0 0 0,0 1 0,0-1 0,0 1 0,0-1 0,1 1 0,-1 0 0,1-1 0,0 1 0,0 0 0,0-1 0,0 1 0,0-1 0,1 1 0,-1 0 0,1-1 0,-1 1 0,1-1 0,0 1 0,0-1 0,0 1 0,1-1 0,-1 0 0,0 0 0,1 1 0,0-1 0,-1 0 0,1 0 0,4 3 0,46 38 193,-36-32-668,-1 1-1,26 28 0,-38-36 289,1 0-1,-1 1 1,0 0-1,0-1 1,-1 1 0,1 0-1,-1 0 1,0 1-1,0-1 1,-1 0-1,1 1 1,-1-1 0,-1 1-1,1 8 1,-1-13 186,0 1-1,-1-1 1,1 0 0,-1 1 0,0-1-1,1 0 1,-1 0 0,0 0 0,0 0-1,0 0 1,0 0 0,0 0 0,0 0-1,0 0 1,0 0 0,0 0 0,0 0-1,0-1 1,0 1 0,-1 0 0,1-1-1,0 1 1,-1-1 0,1 0 0,0 1 0,-1-1-1,1 0 1,0 0 0,-3 0 0,-47 4 1223,45-4-1136,-16 2 110,14-1-201,1 0 1,-1-1-1,0 0 0,1 0 0,-1 0 0,1-1 1,-1 0-1,-12-4 0,14-2-1035,5-9-5252,1 13 4710,0-11-4877</inkml:trace>
</inkml:ink>
</file>

<file path=ppt/ink/ink1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9:59.795"/>
    </inkml:context>
    <inkml:brush xml:id="br0">
      <inkml:brushProperty name="width" value="0.025" units="cm"/>
      <inkml:brushProperty name="height" value="0.025" units="cm"/>
    </inkml:brush>
  </inkml:definitions>
  <inkml:trace contextRef="#ctx0" brushRef="#br0">0 1 17392,'0'0'65,"8"44"63,5-7 352,8 9 161,2 2-65,4 5-255,4-2-97,-2-1-160,0-2-32,-5-5-32,-4-4-449,-7-7-2241,-7-11-2755,-6-13-2723</inkml:trace>
</inkml:ink>
</file>

<file path=ppt/ink/ink1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00.621"/>
    </inkml:context>
    <inkml:brush xml:id="br0">
      <inkml:brushProperty name="width" value="0.025" units="cm"/>
      <inkml:brushProperty name="height" value="0.025" units="cm"/>
    </inkml:brush>
  </inkml:definitions>
  <inkml:trace contextRef="#ctx0" brushRef="#br0">1 237 4965,'0'0'8045,"5"-9"-6342,1 0-1572,1 0 0,-1 1 0,1 0 0,1 0 0,0 0 0,0 1 0,0 0 0,1 1 0,0 0 0,12-6 0,11-6 251,1 2 0,0 1 1,1 2-1,63-16 0,-100 30-315,-1 1 0,1-1 1,-1 1-1,1-1 0,0 1 0,-1 0 0,1 1 1,0-1-1,0 0 0,1 1 0,-1 0 0,1-1 1,-1 1-1,1 0 0,0 0 0,0 1 0,-3 4 0,2-2-63,0 0 0,0 1 0,1-1 0,-1 1 0,1 0 0,1 0 0,-1 0 0,1 0 0,0 7 0,1-13-8,0 1 0,0 0 0,0-1-1,0 1 1,1-1 0,-1 1 0,0-1 0,1 1-1,-1-1 1,1 1 0,0-1 0,-1 1 0,1-1-1,0 0 1,0 1 0,0-1 0,0 0 0,0 0-1,0 0 1,0 1 0,1-1 0,-1 0 0,0-1-1,0 1 1,1 0 0,-1 0 0,1 0 0,-1-1 0,1 1-1,-1-1 1,1 1 0,-1-1 0,3 1-1,-2-1-24,1 0-1,-1 0 1,0 0-1,1 0 0,-1-1 1,0 1-1,0 0 0,0-1 1,1 0-1,-1 1 0,0-1 1,0 0-1,0 0 1,0 0-1,0-1 0,0 1 1,0 0-1,-1-1 0,1 1 1,0-1-1,-1 1 0,1-1 1,1-2-1,1-4 127,0 0 0,-1 0 0,0 0 0,0-1 0,-1 1 1,0-1-1,0 1 0,-1-1 0,0 0 0,-1-16 0,7 38 1337,0 1 0,16 22 1,-17-29-1342,0 0 1,0 0-1,1 0 1,0-1-1,1 0 1,-1 0-1,16 8 1,-19-11-322,0-1 0,0 0 1,0 0-1,0 0 1,0-1-1,0 0 0,1 0 1,-1 0-1,0 0 0,1 0 1,-1-1-1,1 0 1,-1 0-1,1 0 0,-1 0 1,1-1-1,-1 0 0,8-2 1,-9 1-267,-1 1-1,1-1 1,-1 1 0,0-1-1,0 0 1,0 0 0,0 0 0,0 0-1,-1 0 1,1-1 0,-1 1 0,1-1-1,-1 1 1,0-1 0,0 1-1,0-1 1,0 1 0,0-1 0,0-5-1,3-32-2609,-4 15 7733,0 16-448,25 22-695,-20-9-3420,0 1 0,-1 0-1,1 0 1,-1 0 0,-1 0 0,1 1 0,-1 0 0,3 6-1,-5-11-33,-2-17 193,-3-5-190,2 11-27,0 1-1,1 0 1,0-1-1,1 1 1,1-20 0,-1 27-9,1 0 0,-1 0 1,1 0-1,0 0 1,0 0-1,0 0 1,0 0-1,0 0 1,0 0-1,0 0 1,0 0-1,1 1 1,-1-1-1,1 1 1,0-1-1,-1 1 1,1-1-1,0 1 1,0 0-1,0 0 1,0 0-1,0 0 0,0 0 1,0 0-1,0 1 1,0-1-1,0 1 1,0-1-1,0 1 1,0 0-1,4 0 1,0 0 45,1 0 1,-1 1 0,0-1 0,1 1-1,-1 1 1,0-1 0,0 1-1,0 0 1,0 1 0,0-1-1,0 1 1,-1 0 0,9 7 0,19 9-1950,4-7-5021,-25-11 823</inkml:trace>
</inkml:ink>
</file>

<file path=ppt/ink/ink1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01.074"/>
    </inkml:context>
    <inkml:brush xml:id="br0">
      <inkml:brushProperty name="width" value="0.025" units="cm"/>
      <inkml:brushProperty name="height" value="0.025" units="cm"/>
    </inkml:brush>
  </inkml:definitions>
  <inkml:trace contextRef="#ctx0" brushRef="#br0">85 176 14382,'0'0'6940,"-9"-3"-6391,5 2-509,2 0-24,1 0 0,-1 0 0,0 1 0,1-1 0,-1 1 0,1-1 0,-1 1 0,0-1 0,0 1 0,1 0-1,-1 0 1,0 0 0,1 0 0,-1 0 0,0 0 0,0 0 0,1 1 0,-1-1 0,0 1 0,1-1 0,-1 1 0,1 0 0,-1-1 0,0 1 0,1 0 0,0 0 0,-1 0 0,1 0 0,0 0 0,-1 1 0,1-1 0,0 0 0,0 0 0,0 1 0,0-1 0,0 1 0,0-1 0,0 1-1,1-1 1,-1 1 0,0 3 0,-2 1 1,1 0-1,1 0 0,-1 0 1,1 1-1,0-1 0,0 1 0,1-1 1,0 0-1,1 13 0,-1-17-14,1 0 0,0 1 0,-1-1 0,1 0 0,0 0 0,0 1 0,1-1 0,-1 0 0,0 0 0,1 0 0,-1 0-1,1-1 1,-1 1 0,1 0 0,0-1 0,0 1 0,0-1 0,0 1 0,0-1 0,0 0 0,0 0 0,0 0 0,1 0 0,-1 0 0,0-1-1,1 1 1,-1 0 0,4-1 0,6 1-31,1 0 0,-1-1-1,1 0 1,-1-1 0,0-1-1,1 0 1,-1-1 0,0 0-1,0-1 1,0 0 0,-1-1-1,1 0 1,-1-1 0,-1 0 0,19-13-1,-5 1-67,-1-1 0,-1-2 0,-1 0 0,-1-1 0,26-35 0,-40 48 89,0 0 1,-1 0 0,9-19 0,-14 26 9,1 0 0,0 0 0,-1-1 0,1 1 0,-1 0 1,1 0-1,-1-1 0,0 1 0,0 0 0,0 0 0,-1-3 0,1 4 3,0 0 0,-1 0-1,1 1 1,-1-1 0,1 0-1,-1 0 1,1 0 0,-1 1-1,1-1 1,-1 0 0,0 0-1,1 1 1,-1-1 0,0 1-1,0-1 1,1 1 0,-1-1-1,0 1 1,0-1 0,0 1-1,0 0 1,1-1 0,-1 1-1,0 0 1,0 0 0,-2-1-1,-2 1 29,0-1-1,0 1 0,0 0 0,0 1 0,0-1 0,0 1 0,1 0 1,-1 0-1,0 0 0,0 1 0,0 0 0,1 0 0,-1 0 1,1 0-1,0 1 0,-1-1 0,1 1 0,0 0 0,1 1 0,-1-1 1,1 1-1,-1-1 0,1 1 0,0 0 0,0 0 0,1 1 1,-1-1-1,1 1 0,0-1 0,0 1 0,0-1 0,1 1 0,0 0 1,0 0-1,0 0 0,0 0 0,1 0 0,0 0 0,0 0 1,0 0-1,1 0 0,1 6 0,-1-7-3,0-1 1,0 1-1,1-1 0,-1 0 0,1 1 1,0-1-1,0 0 0,1 0 1,-1 0-1,0 0 0,1-1 0,0 1 1,0-1-1,0 1 0,0-1 1,0 0-1,0 0 0,0 0 1,1-1-1,-1 1 0,1-1 0,-1 0 1,1 0-1,-1 0 0,1 0 1,0-1-1,4 1 0,11 1 46,1 0 1,0-2-1,35-2 0,-27-2-125,-1-1 1,0 0-1,0-2 1,0-2-1,31-14 1,-29 10-1386,-1-1 0,32-23 0,13-18-6327</inkml:trace>
</inkml:ink>
</file>

<file path=ppt/ink/ink1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15.791"/>
    </inkml:context>
    <inkml:brush xml:id="br0">
      <inkml:brushProperty name="width" value="0.025" units="cm"/>
      <inkml:brushProperty name="height" value="0.025" units="cm"/>
    </inkml:brush>
  </inkml:definitions>
  <inkml:trace contextRef="#ctx0" brushRef="#br0">47 0 4644,'0'0'5755,"1"6"-5061,18 172 1362,-5 273-1,-14-293-1484,-24 850 1233,21-971-1810,-41 509 95,34 0-396,10-533-637,1 0 0,0-1 1,1 0-1,4 14 0,1-9-4037</inkml:trace>
</inkml:ink>
</file>

<file path=ppt/ink/ink1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16.561"/>
    </inkml:context>
    <inkml:brush xml:id="br0">
      <inkml:brushProperty name="width" value="0.025" units="cm"/>
      <inkml:brushProperty name="height" value="0.025" units="cm"/>
    </inkml:brush>
  </inkml:definitions>
  <inkml:trace contextRef="#ctx0" brushRef="#br0">0 579 11499,'10'0'53,"94"-10"237,127-29-1,-12 1 1390,747-23 1031,-288 31-2734,830-159 276,-675 71 452,1 36 96,-778 78-782,44-3 8,159 8-1,-237 5 47,-21-6-89,-1 0-1,0 1 0,0-1 0,0 0 1,0 0-1,1 0 0,-1 0 0,0 1 1,0-1-1,0 0 0,0 0 0,0 1 1,1-1-1,-1 0 0,0 0 0,0 1 1,0-1-1,0 0 0,0 0 0,0 1 1,0-1-1,0 0 0,0 0 0,0 1 1,0-1-1,0 0 0,0 0 0,0 1 1,0-1-1,0 0 0,-1 0 0,1 1 1,0-1-1,0 0 0,0 0 0,0 1 1,0-1-1,-1 0 0,-1 2-234,1-1 0,-1 1-1,0-1 1,0 0 0,0 0 0,0 0-1,0 0 1,-1 0 0,1 0 0,0-1-1,0 1 1,0-1 0,-1 1-1,-3-1 1,-36 1-6586</inkml:trace>
</inkml:ink>
</file>

<file path=ppt/ink/ink1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18.749"/>
    </inkml:context>
    <inkml:brush xml:id="br0">
      <inkml:brushProperty name="width" value="0.025" units="cm"/>
      <inkml:brushProperty name="height" value="0.025" units="cm"/>
    </inkml:brush>
  </inkml:definitions>
  <inkml:trace contextRef="#ctx0" brushRef="#br0">1 94 3011,'4'-11'1979,"0"-1"-1,-1 0 1,0 1 0,0-1 0,0-24-1,-1 45-1641,0 0 0,0-1 0,1 1-1,0-1 1,8 16 0,1 3 130,4 18-283,-1 1 0,-3 0-1,-2 1 1,-2 0 0,-2 0 0,1 59 0,-9-114-151,1 1 0,-1-1 0,-1 1 0,1 0 0,-1 0 0,0 0-1,-7-10 1,-5-14-24,-64-198 119,79 229-107,-2 41-10,4-34-11,-1 0 1,1 0-1,0 0 1,1 0-1,0-1 1,0 1-1,0-1 0,1 0 1,0 0-1,0 0 1,0 0-1,6 5 0,-7-7 1,0-1-1,0 0 0,0 0 0,0 0 1,0 0-1,0-1 0,1 1 0,-1-1 1,1 0-1,0 0 0,0 0 0,0 0 1,0-1-1,0 0 0,0 0 0,0 0 1,0 0-1,1 0 0,-1-1 0,0 0 0,5 0 1,-4-2 0,-1 0 0,0 0 0,0-1 0,0 1 0,-1-1 0,1 0 1,-1 0-1,1 0 0,-1 0 0,0-1 0,0 1 0,0-1 0,-1 0 0,1 0 0,-1 0 1,0 0-1,2-5 0,1-3 4,0 0 1,0-1 0,-1 1-1,4-24 1,-7-30 69,-1 66-22,0 3-42,0 0 0,0 0 0,1 0 0,-1 0 1,1 0-1,-1 0 0,1 0 0,0 0 0,0 0 0,0-1 0,3 5 0,9 13-5,2-2 0,-1 1 0,2-2 0,18 17 0,14 1-3911,-35-29 520,-2-3-982</inkml:trace>
</inkml:ink>
</file>

<file path=ppt/ink/ink1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18.952"/>
    </inkml:context>
    <inkml:brush xml:id="br0">
      <inkml:brushProperty name="width" value="0.025" units="cm"/>
      <inkml:brushProperty name="height" value="0.025" units="cm"/>
    </inkml:brush>
  </inkml:definitions>
  <inkml:trace contextRef="#ctx0" brushRef="#br0">1 1 10378,'0'0'6950,"24"54"-6693,-20-35-193,0 0-32,1-1-32,-2-1 0,-2-1-96,2-5-1442,-3-2-3010,1-6 896</inkml:trace>
</inkml:ink>
</file>

<file path=ppt/ink/ink1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19.388"/>
    </inkml:context>
    <inkml:brush xml:id="br0">
      <inkml:brushProperty name="width" value="0.025" units="cm"/>
      <inkml:brushProperty name="height" value="0.025" units="cm"/>
    </inkml:brush>
  </inkml:definitions>
  <inkml:trace contextRef="#ctx0" brushRef="#br0">45 1 9033,'0'0'2402,"4"48"-1121,-2-30-897,-2 3-288,0-3-31,-5 0-33,-5-1-32,-2-5-161,-1-2-2497,3-6-1250</inkml:trace>
</inkml:ink>
</file>

<file path=ppt/ink/ink1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20.031"/>
    </inkml:context>
    <inkml:brush xml:id="br0">
      <inkml:brushProperty name="width" value="0.025" units="cm"/>
      <inkml:brushProperty name="height" value="0.025" units="cm"/>
    </inkml:brush>
  </inkml:definitions>
  <inkml:trace contextRef="#ctx0" brushRef="#br0">3 357 11435,'0'0'2963,"6"-7"-2344,0 1-497,0-1 0,-1 0 0,0 0 0,0 0 0,-1-1 0,0 1 0,0-1 0,-1 0 1,0 0-1,0-1 0,-1 1 0,0 0 0,0-1 0,0-11 0,-2 1 8,0-1-1,-1 1 1,-5-26 0,4 39 34,1-1 0,-1 0 0,0 1-1,0 0 1,-1-1 0,0 1 0,0 0 0,0 0 0,-1 1 0,0-1 0,0 1 0,-1-1-1,-5-4 1,10 10-152,0-1 0,0 1 0,0 0 0,0 0 0,-1 0 0,1 0 0,0-1 0,0 1 0,0 0-1,0 0 1,-1 0 0,1 0 0,0-1 0,0 1 0,0 0 0,-1 0 0,1 0 0,0 0 0,0 0 0,0 0 0,-1 0-1,1 0 1,0 0 0,0 0 0,-1 0 0,1 0 0,0 0 0,0 0 0,0 0 0,-1 0 0,1 0 0,0 0 0,0 0-1,-1 0 1,1 0 0,0 0 0,0 0 0,0 0 0,-1 0 0,1 1 0,0-1 0,0 0 0,0 0 0,0 0 0,-1 0-1,1 1 1,0-1 0,0 0 0,0 0 0,0 0 0,-1 17 82,11 20-144,-3-23 57,2-1 0,0 1 0,0-1 0,19 18 1,-25-27-8,1 0 1,0-1 0,0 1 0,-1-1 0,2 0 0,-1-1 0,0 1 0,1-1 0,-1 1 0,1-1 0,0-1 0,-1 1-1,1-1 1,0 0 0,0 0 0,0 0 0,0 0 0,8-1 0,-10-1 1,0 0-1,0-1 1,0 1 0,0-1 0,0 1-1,-1-1 1,1 0 0,0 0-1,-1 0 1,0 0 0,1 0 0,-1-1-1,0 1 1,0-1 0,0 0-1,-1 1 1,1-1 0,-1 0 0,1 0-1,-1 0 1,0 0 0,0 0-1,1-5 1,2-8 7,-1 1-1,0-1 0,1-21 1,-4 22 10,0 10-15,-1 0 0,1 1 0,0-1 0,1 1 0,-1-1 0,1 1 0,0-1 0,0 1-1,2-6 1,-3 10-3,1 0 1,-1 0-1,1-1 0,-1 1 0,0 0 0,1 0 0,-1 0 0,1 0 0,-1 0 0,1 1 1,-1-1-1,1 0 0,-1 0 0,0 0 0,1 0 0,-1 0 0,1 1 0,-1-1 0,0 0 0,1 0 1,-1 1-1,1-1 0,-1 0 0,0 0 0,1 1 0,-1-1 0,0 1 0,0-1 0,1 0 1,-1 1-1,0-1 0,1 1 0,10 17 13,-8-13 5,51 64 166,5 7-753,-31-21-5642,-23-40 530</inkml:trace>
</inkml:ink>
</file>

<file path=ppt/ink/ink1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20.343"/>
    </inkml:context>
    <inkml:brush xml:id="br0">
      <inkml:brushProperty name="width" value="0.025" units="cm"/>
      <inkml:brushProperty name="height" value="0.025" units="cm"/>
    </inkml:brush>
  </inkml:definitions>
  <inkml:trace contextRef="#ctx0" brushRef="#br0">0 80 10442,'0'0'2861,"9"-9"-619,1-1-1686,1 1 1,0 0-1,18-12 0,-24 18-408,1 0 1,-1 0-1,0 1 1,1 0-1,0 0 0,0 0 1,-1 1-1,1-1 1,0 1-1,0 1 1,0-1-1,0 1 1,10 1-1,-14-1-146,-1 1 0,1 0-1,-1-1 1,1 1 0,-1 0 0,1 0 0,-1-1-1,0 1 1,0 0 0,1 1 0,-1-1-1,0 0 1,0 0 0,0 0 0,0 1-1,0-1 1,0 0 0,-1 1 0,1-1 0,0 1-1,-1-1 1,1 1 0,-1-1 0,0 1-1,1-1 1,-1 1 0,0 0 0,0-1-1,0 1 1,0-1 0,0 1 0,0 0 0,0-1-1,-1 1 1,1-1 0,-1 1 0,0 2-1,0 2-9,-1 1 0,0 0-1,0 0 1,0 0-1,-1-1 1,0 0 0,-6 10-1,-47 52-1502,97-75 1506,65-17 201,-76 18-1175,57-17 0,-55 10-4797</inkml:trace>
</inkml:ink>
</file>

<file path=ppt/ink/ink1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21.499"/>
    </inkml:context>
    <inkml:brush xml:id="br0">
      <inkml:brushProperty name="width" value="0.025" units="cm"/>
      <inkml:brushProperty name="height" value="0.025" units="cm"/>
    </inkml:brush>
  </inkml:definitions>
  <inkml:trace contextRef="#ctx0" brushRef="#br0">1 0 5669,'0'0'8302,"11"6"-7891,12 6-242,209 118 521,-231-129-1083,7 4 914,-5-1-6361</inkml:trace>
</inkml:ink>
</file>

<file path=ppt/ink/ink1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21.783"/>
    </inkml:context>
    <inkml:brush xml:id="br0">
      <inkml:brushProperty name="width" value="0.025" units="cm"/>
      <inkml:brushProperty name="height" value="0.025" units="cm"/>
    </inkml:brush>
  </inkml:definitions>
  <inkml:trace contextRef="#ctx0" brushRef="#br0">202 1 5958,'0'0'5872,"-8"6"-5146,-10 13-504,1 1 0,2 1 0,0 0 0,-24 44 0,19-30-1538,-38 52 0,47-74-1807</inkml:trace>
</inkml:ink>
</file>

<file path=ppt/ink/ink1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22.049"/>
    </inkml:context>
    <inkml:brush xml:id="br0">
      <inkml:brushProperty name="width" value="0.025" units="cm"/>
      <inkml:brushProperty name="height" value="0.025" units="cm"/>
    </inkml:brush>
  </inkml:definitions>
  <inkml:trace contextRef="#ctx0" brushRef="#br0">0 71 6919,'0'0'6662,"61"-33"-5765,-25 28-193,4-1-319,4 2-225,-1 0-32,-4 0-128,-3 3 0,-8 0 0,-6 0-256,-5 0-1122,-8-2-1696,-5-4-290</inkml:trace>
</inkml:ink>
</file>

<file path=ppt/ink/ink1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22.268"/>
    </inkml:context>
    <inkml:brush xml:id="br0">
      <inkml:brushProperty name="width" value="0.025" units="cm"/>
      <inkml:brushProperty name="height" value="0.025" units="cm"/>
    </inkml:brush>
  </inkml:definitions>
  <inkml:trace contextRef="#ctx0" brushRef="#br0">9 1 1537,'0'0'14702,"-8"39"-14253,17-11-193,1 4-192,2 3-64,-3 4 0,-1 0-32,-3-4-448,-3-4-4837,-2-8-2691</inkml:trace>
</inkml:ink>
</file>

<file path=ppt/ink/ink1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22.832"/>
    </inkml:context>
    <inkml:brush xml:id="br0">
      <inkml:brushProperty name="width" value="0.025" units="cm"/>
      <inkml:brushProperty name="height" value="0.025" units="cm"/>
    </inkml:brush>
  </inkml:definitions>
  <inkml:trace contextRef="#ctx0" brushRef="#br0">163 1 9513,'0'0'-43,"-10"1"102,4 0 135,1 0-1,-1 0 1,1 1 0,0-1-1,-1 1 1,1 0 0,0 1-1,0-1 1,0 1 0,0 0-1,1 0 1,-1 1 0,1-1-1,0 1 1,0 0 0,0 0-1,-6 9 1,1 0 83,2 1 0,-1 1 0,2-1 0,0 1 0,0 0 1,2 1-1,0-1 0,1 1 0,0 0 0,1 0 0,1 0 0,0 0 0,1 0 0,4 23 1,-3-30-297,0-1 1,1 1-1,0-1 1,1 1-1,0-1 1,0 0 0,1 0-1,0 0 1,0 0-1,1-1 1,0 0-1,0 0 1,1 0 0,0 0-1,0-1 1,0 0-1,1 0 1,0-1 0,0 0-1,0 0 1,1-1-1,0 0 1,0 0-1,0 0 1,0-1 0,0-1-1,13 3 1,-1-2-1719,-1 0 0,31-2 0,-9-1-2725</inkml:trace>
</inkml:ink>
</file>

<file path=ppt/ink/ink1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23.562"/>
    </inkml:context>
    <inkml:brush xml:id="br0">
      <inkml:brushProperty name="width" value="0.025" units="cm"/>
      <inkml:brushProperty name="height" value="0.025" units="cm"/>
    </inkml:brush>
  </inkml:definitions>
  <inkml:trace contextRef="#ctx0" brushRef="#br0">2 61 6342,'0'0'4004,"0"-7"-2590,0 4-1403,0 2 70,0-1 0,-1 0 0,1 0 0,0 1 1,0-1-1,0 0 0,0 1 0,0-1 0,0 0 0,1 0 1,-1 1-1,1-1 0,-1 0 0,1 1 0,-1-1 0,1 1 0,0-1 1,0 1-1,0-1 0,0 1 0,0-1 0,0 1 0,0 0 0,0 0 1,1-1-1,-1 1 0,0 0 0,1 0 0,-1 0 0,1 1 1,-1-1-1,1 0 0,0 0 0,-1 1 0,1-1 0,-1 1 0,1-1 1,0 1-1,0 0 0,-1 0 0,1 0 0,0 0 0,0 0 0,2 1 1,1-1-77,-1 1 1,1-1-1,-1 1 0,1 1 1,-1-1-1,0 1 1,1-1-1,-1 1 1,0 0-1,0 1 1,-1-1-1,1 1 1,0 0-1,-1-1 1,1 2-1,-1-1 1,0 0-1,0 1 1,-1-1-1,1 1 0,-1 0 1,1 0-1,-1 0 1,0 0-1,-1 0 1,1 0-1,-1 1 1,1-1-1,0 9 1,0-5-13,-1 0 0,1 0 0,-2 0 0,1 0 1,-1 0-1,0 0 0,-1 0 0,1 0 0,-2 0 0,1 0 1,-1 0-1,0 0 0,-1-1 0,0 1 0,0-1 0,-6 10 1,8-15-5,0 0 1,-1 0-1,0 0 1,1 0 0,-1 0-1,0 0 1,0 0 0,0 0-1,0-1 1,0 1-1,-1-1 1,1 1 0,0-1-1,-1 0 1,1 0 0,-1 0-1,-4 1 1,7-2 10,-1-1-1,1 1 1,0-1 0,-1 1 0,1-1 0,-1 1-1,1 0 1,0-1 0,0 1 0,-1-1 0,1 0-1,0 1 1,0-1 0,0 1 0,-1-1 0,1 1 0,0-1-1,0 1 1,0-1 0,0 0 0,0 1 0,0-1-1,0 1 1,0-1 0,0 1 0,1-1 0,-1 1-1,0-1 1,0 0 0,0 1 0,1-1 0,6-21 6,1 9-22,1 1 1,0 0-1,1 0 0,0 1 1,22-17-1,-18 15-8,0-1 0,23-27 0,-36 41 61,-1-1 0,1 0 1,-1 0-1,1 0 0,-1 0 0,1 0 0,-1 0 0,0 0 0,1 0 0,-1 0 0,0 0 0,0 0 0,1 0 1,-1 0-1,0 0 0,0 0 0,0 0 0,0 0 0,-1 0 0,1 0 0,0 0 0,0 0 0,0 0 0,-1 0 0,1 0 1,-1 0-1,1 0 0,-1 1 0,1-1 0,-1 0 0,1 0 0,-1 0 0,0 0 0,1 1 0,-1-1 0,0 0 1,-1 0-1,0 0 25,1 0 1,-1 0 0,1 0 0,-1 1 0,1-1-1,-1 1 1,1-1 0,-1 1 0,1-1-1,-1 1 1,0 0 0,1 0 0,-1 0 0,0 0-1,1 0 1,-1 0 0,1 0 0,-1 1-1,0-1 1,1 1 0,-1-1 0,1 1 0,-1-1-1,-1 2 1,2 0-41,0-1-1,0 1 1,0-1-1,1 1 1,-1-1-1,0 1 1,1 0-1,-1-1 1,1 1-1,0 0 1,-1 0-1,1-1 1,0 1 0,0 0-1,0 0 1,0-1-1,1 1 1,-1 2-1,8 33 88,-4-27-101,1-1 0,1 0 0,0 0 0,0-1 0,0 0 0,1 0 0,0 0 0,1-1 0,-1 0 0,2 0 0,-1-1 0,1 0 0,0 0 0,0-1 0,0-1 0,1 1 0,13 3-1,-12-4-1362,0-1-1,0-1 0,0 0 0,0 0 0,18 0 0,-11-2-6096</inkml:trace>
</inkml:ink>
</file>

<file path=ppt/ink/ink1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24.140"/>
    </inkml:context>
    <inkml:brush xml:id="br0">
      <inkml:brushProperty name="width" value="0.025" units="cm"/>
      <inkml:brushProperty name="height" value="0.025" units="cm"/>
    </inkml:brush>
  </inkml:definitions>
  <inkml:trace contextRef="#ctx0" brushRef="#br0">0 1 6086,'0'0'7644,"1"10"-6816,7 57-657,26 104-1,-32-164-2556,1-5-1735</inkml:trace>
</inkml:ink>
</file>

<file path=ppt/ink/ink1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24.485"/>
    </inkml:context>
    <inkml:brush xml:id="br0">
      <inkml:brushProperty name="width" value="0.025" units="cm"/>
      <inkml:brushProperty name="height" value="0.025" units="cm"/>
    </inkml:brush>
  </inkml:definitions>
  <inkml:trace contextRef="#ctx0" brushRef="#br0">6 1 6406,'0'0'7330,"-5"23"-5777,6-3-1379,1 1 0,2-1 0,7 28 0,4 23-176,-6-23-3169,-5-40-1409</inkml:trace>
</inkml:ink>
</file>

<file path=ppt/ink/ink1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25.678"/>
    </inkml:context>
    <inkml:brush xml:id="br0">
      <inkml:brushProperty name="width" value="0.025" units="cm"/>
      <inkml:brushProperty name="height" value="0.025" units="cm"/>
    </inkml:brush>
  </inkml:definitions>
  <inkml:trace contextRef="#ctx0" brushRef="#br0">41 55 5285,'0'0'4420,"-26"-26"-993,25 26-3377,0-1-1,1 1 1,-1-1-1,1 1 0,-1 0 1,1-1-1,0 1 0,-1-1 1,1 0-1,-1 1 1,1-1-1,0 1 0,-1-1 1,1 0-1,0 1 1,0-1-1,0 1 0,-1-1 1,1 0-1,0 1 0,0-1 1,0 0-1,0 0 1,0 1-1,0-1 0,0 0 1,0 1-1,1-1 0,-1 0 1,0 1-1,0-1 1,0 1-1,1-1 0,-1 0 1,0 1-1,1-1 0,-1 1 1,1-1-1,-1 1 1,0-1-1,1 1 0,-1-1 1,1 1-1,-1-1 1,1 1-1,0 0 0,-1-1 1,1 1-1,-1 0 0,1-1 1,0 1-1,-1 0 1,1 0-1,0 0 0,0-1 1,30 3 273,-30-2-320,0 0 0,0 1 0,0-1 0,0 1 0,-1-1 0,1 1 0,0 0 0,0-1 0,-1 1 0,1 0 0,0 0 0,-1-1 0,1 1 0,-1 0 0,1 0 0,-1 0 0,1 0 0,-1 0 0,1 0 1,-1 0-1,0 0 0,0 0 0,1 0 0,-1 0 0,0 0 0,0 0 0,0 0 0,0 1 0,-4 0 16,1 0 0,-1 0 0,0-1 0,1 1 0,-1-1 0,0 0 0,0 0 0,0 0 0,0-1 0,0 1 0,-4-1 0,-9 0-78,46-5-532,-8 0-2729,-1-1-3514</inkml:trace>
</inkml:ink>
</file>

<file path=ppt/ink/ink1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27.829"/>
    </inkml:context>
    <inkml:brush xml:id="br0">
      <inkml:brushProperty name="width" value="0.025" units="cm"/>
      <inkml:brushProperty name="height" value="0.025" units="cm"/>
    </inkml:brush>
  </inkml:definitions>
  <inkml:trace contextRef="#ctx0" brushRef="#br0">33 10 3043,'-15'-9'7549,"7"16"-4598,3 32-2685,5-28 88,-4 329 2267,11-342-8216,-4-6 332</inkml:trace>
</inkml:ink>
</file>

<file path=ppt/ink/ink1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28.359"/>
    </inkml:context>
    <inkml:brush xml:id="br0">
      <inkml:brushProperty name="width" value="0.025" units="cm"/>
      <inkml:brushProperty name="height" value="0.025" units="cm"/>
    </inkml:brush>
  </inkml:definitions>
  <inkml:trace contextRef="#ctx0" brushRef="#br0">32 9 8264,'0'0'4735,"-9"-4"-4538,41 0 492,-32 4-683,1 0 0,-1 0 0,1 0 1,-1 0-1,1-1 0,-1 1 0,1 0 1,-1 0-1,1 0 0,-1 1 0,1-1 1,-1 0-1,1 0 0,-1 0 0,1 0 1,-1 0-1,1 1 0,-1-1 0,1 0 1,-1 0-1,1 1 0,-1-1 0,0 0 1,1 1-1,-1-1 0,1 0 0,-1 1 1,0-1-1,0 1 0,1-1 0,-1 1 1,0-1-1,0 1 0,1-1 0,-1 0 1,0 1-1,0-1 0,0 1 0,0-1 1,0 1-1,0 0 0,0-1 0,0 1 1,0-1-1,0 1 0,0-1 0,0 1 1,0-1-1,0 1 0,0-1 0,0 1 1,0-1-1,-1 1 0,1-1 0,0 0 1,0 1-1,-1-1 0,0 1 0,-2 1 14,0 0-1,0 0 0,0 0 0,-1-1 0,1 1 0,-1-1 1,1 0-1,-1 0 0,1 0 0,-1-1 0,1 1 0,-1-1 0,0 0 1,1 0-1,-8-1 0,7 1 21,4-1-50,0 0-1,0 1 0,1-1 0,-1 0 0,0 1 0,1-1 0,-1 1 0,0-1 0,1 0 0,-1 1 0,1-1 1,-1 1-1,1-1 0,-1 1 0,1 0 0,0-1 0,-1 1 0,1-1 0,-1 1 0,1 0 0,0 0 0,0-1 1,19-6-1736,3-3-1857</inkml:trace>
</inkml:ink>
</file>

<file path=ppt/ink/ink1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28.860"/>
    </inkml:context>
    <inkml:brush xml:id="br0">
      <inkml:brushProperty name="width" value="0.025" units="cm"/>
      <inkml:brushProperty name="height" value="0.025" units="cm"/>
    </inkml:brush>
  </inkml:definitions>
  <inkml:trace contextRef="#ctx0" brushRef="#br0">0 1 8616,'0'0'7976,"36"49"-7752,-29-25-96,-7 2-96,0 1 0,0 1-32,-7-2-32,-2-1-993,-2-5-1153,-2-7-3235</inkml:trace>
</inkml:ink>
</file>

<file path=ppt/ink/ink1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29.544"/>
    </inkml:context>
    <inkml:brush xml:id="br0">
      <inkml:brushProperty name="width" value="0.025" units="cm"/>
      <inkml:brushProperty name="height" value="0.025" units="cm"/>
    </inkml:brush>
  </inkml:definitions>
  <inkml:trace contextRef="#ctx0" brushRef="#br0">1 18 12300,'0'0'1073,"8"-3"-556,-1 0-447,1 0 0,0 1-1,0 0 1,0 1 0,0-1-1,0 2 1,0-1 0,0 1-1,0 0 1,15 2 0,-20-1-54,0 0 1,0 0 0,0 0 0,0 0 0,0 0 0,0 1 0,0-1 0,0 1 0,0 0 0,0-1-1,-1 1 1,1 1 0,-1-1 0,0 0 0,1 1 0,-1-1 0,0 1 0,0-1 0,-1 1 0,1 0 0,-1 0-1,1 0 1,-1 0 0,0 0 0,0 0 0,0 1 0,0-1 0,-1 0 0,1 0 0,-1 1 0,0-1-1,0 6 1,-1-1-8,0 1-1,0-1 0,-1 0 1,0 1-1,-1-1 0,1 0 0,-1 0 1,-1 0-1,0-1 0,0 1 0,0-1 1,-1 0-1,0 0 0,0-1 1,-1 1-1,0-1 0,0 0 0,0-1 1,-12 8-1,49-48 211,11 1-224,-30 26 23,0 0 0,-1-2 1,1 1-1,-2-1 0,0-1 1,0 0-1,-1 0 1,15-24-1,-23 34 62,0-1 0,-1 1 0,1 0 1,0 0-1,-1-1 0,1 1 0,-1 0 0,0-1 0,1 1 0,-1 0 1,0-1-1,0 1 0,0 0 0,0-1 0,0 1 0,0-1 1,0 1-1,-1 0 0,1-1 0,0 1 0,-1 0 0,1-1 0,-1 1 1,1 0-1,-1 0 0,0-1 0,1 1 0,-1 0 0,0 0 1,0 0-1,0 0 0,0 0 0,0 0 0,0 0 0,0 0 0,-2 0 1,-1-1 67,0 0 0,-1 0 0,0 1 0,1 0 0,-1 0 0,0 0 0,0 1 1,1 0-1,-7 0 0,11 0-137,-1 0 0,1 0 0,-1 0-1,1 0 1,-1 0 0,1 0 0,-1 0 0,1 1 0,-1-1 0,1 0 0,-1 0 0,1 1 0,-1-1 0,1 0 0,-1 0 0,1 1-1,0-1 1,-1 1 0,1-1 0,0 0 0,-1 1 0,1-1 0,0 1 0,-1-1 0,1 1 0,0-1 0,0 1 0,0-1 0,-1 1-1,1-1 1,0 2 0,0 23 97,14 21-26,1-21 7,0 0 1,30 35-1,-36-49-437,1 0 1,0-1-1,1 0 0,0 0 0,1-1 0,0-1 0,14 8 1,-6-8-2680,-2-6-1287</inkml:trace>
</inkml:ink>
</file>

<file path=ppt/ink/ink1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29.889"/>
    </inkml:context>
    <inkml:brush xml:id="br0">
      <inkml:brushProperty name="width" value="0.025" units="cm"/>
      <inkml:brushProperty name="height" value="0.025" units="cm"/>
    </inkml:brush>
  </inkml:definitions>
  <inkml:trace contextRef="#ctx0" brushRef="#br0">0 41 64,'0'0'9743,"8"-5"-7245,0 0-1991,1 0 0,-1 1-1,1-1 1,0 2 0,1-1 0,17-3 0,-25 6-472,1 1 0,-1-1 0,0 1 0,0 0 1,1 0-1,-1 0 0,0 0 0,0 0 0,1 0 0,-1 1 0,0-1 0,0 1 1,1 0-1,-1-1 0,0 1 0,0 0 0,0 0 0,0 0 0,0 1 0,0-1 1,-1 0-1,1 1 0,0-1 0,0 1 0,-1 0 0,1-1 0,-1 1 1,0 0-1,0 0 0,1 0 0,-1 0 0,0 0 0,-1 0 0,1 0 0,0 0 1,0 1-1,-1-1 0,0 0 0,1 0 0,-1 1 0,0 1 0,0 4-36,0 0-1,0 0 1,0 0-1,-1 0 0,-1 0 1,1 0-1,-1-1 1,-1 1-1,1-1 0,-1 1 1,-1-1-1,1 0 1,-1 0-1,-1 0 1,1-1-1,-8 9 0,-23 40-921,79-52 784,-25-5-433,-1 0 0,27-8-1,9-6-3470,-31 7-286</inkml:trace>
</inkml:ink>
</file>

<file path=ppt/ink/ink1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30.220"/>
    </inkml:context>
    <inkml:brush xml:id="br0">
      <inkml:brushProperty name="width" value="0.025" units="cm"/>
      <inkml:brushProperty name="height" value="0.025" units="cm"/>
    </inkml:brush>
  </inkml:definitions>
  <inkml:trace contextRef="#ctx0" brushRef="#br0">1 1 13100,'0'0'4196,"2"9"-3576,16 163 42,-17-170-713,-1 0 1,0 0 0,1 0-1,0 0 1,-1-1-1,1 1 1,0 0 0,0 0-1,0 0 1,0-1 0,0 1-1,0-1 1,1 1 0,-1-1-1,0 1 1,1-1 0,0 0-1,-1 1 1,1-1-1,-1 0 1,1 0 0,0 0-1,0 0 1,0-1 0,0 1-1,0 0 1,-1-1 0,1 1-1,0-1 1,3 0 0,-1 0-360,0 0 0,0 0 0,0 0 0,0-1 0,-1 0 1,1 0-1,0 0 0,0 0 0,0 0 0,-1-1 0,1 0 0,0 0 1,-1 0-1,5-3 0,12-12-3989</inkml:trace>
</inkml:ink>
</file>

<file path=ppt/ink/ink1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30.627"/>
    </inkml:context>
    <inkml:brush xml:id="br0">
      <inkml:brushProperty name="width" value="0.025" units="cm"/>
      <inkml:brushProperty name="height" value="0.025" units="cm"/>
    </inkml:brush>
  </inkml:definitions>
  <inkml:trace contextRef="#ctx0" brushRef="#br0">30 47 8136,'0'0'6427,"3"-7"-5599,8-23-407,-1 21-218,-4 19-180,-2 15-41,-4-24 23,-1 1 0,1-1 0,0 1-1,0-1 1,0 0 0,-1 1 0,1-1-1,-1 0 1,1 1 0,-1-1-1,0 0 1,1 1 0,-1-1 0,0 0-1,0 0 1,0 0 0,0 0-1,0 0 1,0 0 0,0 0 0,0 0-1,0 0 1,-1 0 0,1-1 0,-3 2-1,1-1-69,0 0 0,0 0 0,-1 0 0,1 0 0,0-1-1,-1 1 1,1-1 0,0 0 0,-7-1 0,9 1-143,1-1 1,0 0-1,-1 0 0,1 1 1,0-1-1,0 0 0,0 0 1,0 1-1,0-1 0,0 0 1,0 0-1,0 0 0,0 1 1,0-1-1,0 0 0,0 0 1,1 1-1,-1-1 0,1-1 1,8-9-4053</inkml:trace>
</inkml:ink>
</file>

<file path=ppt/ink/ink1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31.002"/>
    </inkml:context>
    <inkml:brush xml:id="br0">
      <inkml:brushProperty name="width" value="0.025" units="cm"/>
      <inkml:brushProperty name="height" value="0.025" units="cm"/>
    </inkml:brush>
  </inkml:definitions>
  <inkml:trace contextRef="#ctx0" brushRef="#br0">106 0 13132,'0'0'3203,"68"55"-2178,-39-3-224,-1 16-481,-10 15-159,-11 14-97,-7 9-32,-12 3-32,-19-4 0,-10-5 0,-11-5-769,-7-12-1986,-1-12-2369</inkml:trace>
</inkml:ink>
</file>

<file path=ppt/ink/ink1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34.233"/>
    </inkml:context>
    <inkml:brush xml:id="br0">
      <inkml:brushProperty name="width" value="0.025" units="cm"/>
      <inkml:brushProperty name="height" value="0.025" units="cm"/>
    </inkml:brush>
  </inkml:definitions>
  <inkml:trace contextRef="#ctx0" brushRef="#br0">0 1587 705,'0'0'9251,"15"-2"-7142,-13 1-2015,0 1 1,0-1 0,0 0-1,0 0 1,0 0-1,0 0 1,0 0-1,0-1 1,0 1 0,0-1-1,-1 1 1,1-1-1,0 1 1,1-3 0,27-34 587,-18 22-472,175-205 1968,19-49 123,-104 160-1703,-67 76-337,42-55 1,13-24 118,28-41-7,-75 97-79,2 3-1,2 1 1,64-53-1,-88 82-241,-1-2-1,23-32 1,-7 8-4,37-41 2024,-74 90-1928,-4 19-3946,-2-7-1600,-5-2-2541</inkml:trace>
</inkml:ink>
</file>

<file path=ppt/ink/ink1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35.280"/>
    </inkml:context>
    <inkml:brush xml:id="br0">
      <inkml:brushProperty name="width" value="0.025" units="cm"/>
      <inkml:brushProperty name="height" value="0.025" units="cm"/>
    </inkml:brush>
  </inkml:definitions>
  <inkml:trace contextRef="#ctx0" brushRef="#br0">284 348 5894,'0'-1'386,"0"0"1,0-1-1,-1 1 1,1 0 0,0 0-1,-1 0 1,1-1 0,0 1-1,-1 0 1,1 0-1,-1 0 1,0 0 0,1 0-1,-1 0 1,0 0 0,0 0-1,0 0 1,0 0-1,1 0 1,-1 1 0,-2-2-1,-29-10 2871,-40 7-2273,67 5-657,-3 0-271,0 1 0,1 1-1,-1-1 1,1 1 0,0 0-1,0 1 1,-1-1 0,1 1-1,1 1 1,-1 0 0,0 0-1,1 0 1,0 0 0,0 1-1,0 0 1,-7 9 0,9-10-57,1 0 0,-1 0 1,1 0-1,0 1 0,0-1 0,1 1 1,-1 0-1,1 0 0,0 0 1,0 0-1,1 0 0,0 1 1,0-1-1,0 0 0,0 1 0,1-1 1,0 0-1,0 1 0,0-1 1,1 0-1,-1 1 0,1-1 1,1 0-1,2 8 0,-2-10-5,0 1 0,0 0 0,0-1 0,1 1-1,0-1 1,0 0 0,0 1 0,0-1 0,0-1 0,0 1 0,1 0 0,0-1-1,-1 0 1,1 0 0,0 0 0,0 0 0,0-1 0,0 1 0,0-1-1,0 0 1,1 0 0,-1-1 0,0 1 0,1-1 0,-1 0 0,0 0 0,1 0-1,-1-1 1,0 1 0,0-1 0,1 0 0,-1-1 0,0 1 0,0-1-1,0 1 1,0-1 0,-1 0 0,1-1 0,0 1 0,-1-1 0,1 1 0,-1-1-1,0 0 1,0-1 0,0 1 0,3-6 0,4-8-10,0-1-1,-1 0 1,-2-1 0,1 0 0,-2 0-1,-1-1 1,0 0 0,2-28-1,-2-3-170,-2 1-1,-5-60 0,1 101 181,0 1 0,0 1 0,-1-1-1,0 0 1,-6-14 0,7 19 25,0 1 0,0 0-1,0 0 1,0 0 0,0 0 0,0 0-1,-1 0 1,1 0 0,-1 0-1,1 0 1,-1 1 0,0-1 0,0 1-1,0-1 1,1 1 0,-1 0-1,-1-1 1,1 1 0,0 0 0,0 0-1,0 1 1,0-1 0,-1 0 0,-3 0-1,5 5 23,0-1 0,0 1 0,0-1 1,0 1-1,1 0 0,0-1 0,-1 1 0,1 0 0,0-1 0,1 7 0,0-5 26,2 18 93,0 0-1,2-1 1,1 1-1,1-1 1,1 0-1,1-1 0,14 27 1,-4-8-161,-9-14-176,25 48 516,-33-69-580,1 0 0,0-1 0,1 1 0,-1 0 0,1-1 0,0 0 0,0 0 0,0 0 0,0-1 0,1 1 0,5 3 0,-8-6-236,0 0 1,1-1 0,-1 1-1,0-1 1,0 1 0,0-1-1,0 0 1,1 0 0,-1 0-1,0 0 1,3 0 0,7-4-4819</inkml:trace>
</inkml:ink>
</file>

<file path=ppt/ink/ink1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36.156"/>
    </inkml:context>
    <inkml:brush xml:id="br0">
      <inkml:brushProperty name="width" value="0.025" units="cm"/>
      <inkml:brushProperty name="height" value="0.025" units="cm"/>
    </inkml:brush>
  </inkml:definitions>
  <inkml:trace contextRef="#ctx0" brushRef="#br0">3 121 4260,'0'0'11574,"0"-7"-10998,-1 1-500,0-2 15,0-1 1,1 0-1,0 1 0,1-1 0,2-14 0,-3 21-88,1 0-1,-1 0 0,1 0 0,0 0 0,-1 0 1,1 0-1,0 0 0,1 0 0,-1 0 0,0 0 1,0 1-1,1-1 0,-1 0 0,1 1 1,-1-1-1,1 1 0,0 0 0,0-1 0,0 1 1,-1 0-1,1 0 0,0 0 0,0 1 0,0-1 1,1 0-1,-1 1 0,0-1 0,0 1 1,0 0-1,0-1 0,4 1 0,-4 0-4,0 0-1,-1 1 1,1-1 0,-1 0-1,1 0 1,0 1 0,-1-1-1,1 1 1,-1-1-1,1 1 1,-1 0 0,0-1-1,1 1 1,-1 0-1,0 0 1,1 0 0,-1 0-1,0 0 1,0 0 0,0 1-1,0-1 1,0 0-1,0 1 1,1 1 0,0 2 1,0-1 1,-1 1 0,0-1 0,0 1 0,0-1 0,0 1-1,-1 0 1,0 8 0,0-1 4,-1 0 0,-1 0 0,0 0 1,0 0-1,-2 0 0,-5 14 0,-28 41 7,42-66 5,0 0 0,0 0 0,1-1 0,-1 0 0,0 0 0,0 0 0,6-1 0,69-26 379,-57 18-296,-1 2 1,36-9 0,-55 18-2569,-8 2-2637,-5-2-4487</inkml:trace>
</inkml:ink>
</file>

<file path=ppt/ink/ink1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42.091"/>
    </inkml:context>
    <inkml:brush xml:id="br0">
      <inkml:brushProperty name="width" value="0.025" units="cm"/>
      <inkml:brushProperty name="height" value="0.025" units="cm"/>
    </inkml:brush>
  </inkml:definitions>
  <inkml:trace contextRef="#ctx0" brushRef="#br0">18 50 4324,'0'-4'1051,"0"1"1,-1-1-1,1 1 0,-1-1 0,0 1 1,0-1-1,0 1 0,0-1 0,0 1 1,-1 0-1,0 0 0,-3-5 0,4 55-394,1-28-469,0-1 0,2 0 0,0 1-1,8 29 1,-10-45-230,1 0 0,0 0 0,0 0 0,0 0 0,0 0 0,0 0 0,1 0-1,-1 0 1,1-1 0,0 1 0,0 0 0,0-1 0,0 1 0,0-1 0,0 0 0,1 0-1,-1 0 1,1 0 0,-1 0 0,1-1 0,0 1 0,0-1 0,0 1 0,0-1 0,0 0 0,0 0-1,0-1 1,0 1 0,0-1 0,1 1 0,-1-1 0,0 0 0,0 0 0,0 0 0,4-1-1,-5 0-291,0 0 0,1 1-1,-1-1 1,0 0 0,0 0 0,0 0-1,0 0 1,-1 0 0,1-1-1,0 1 1,0 0 0,-1-1-1,1 1 1,-1-1 0,3-3-1,7-14-4410</inkml:trace>
</inkml:ink>
</file>

<file path=ppt/ink/ink1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0:42.529"/>
    </inkml:context>
    <inkml:brush xml:id="br0">
      <inkml:brushProperty name="width" value="0.025" units="cm"/>
      <inkml:brushProperty name="height" value="0.025" units="cm"/>
    </inkml:brush>
  </inkml:definitions>
  <inkml:trace contextRef="#ctx0" brushRef="#br0">24 61 9961,'0'0'4832,"-2"-8"-2777,-1-1-1443,-3-26 2054,7 35-2611,-1-1 1,0 0-1,1 1 1,-1-1-1,0 1 1,1-1-1,-1 1 1,1-1-1,0 1 1,-1-1-1,1 1 1,-1-1 0,1 1-1,-1 0 1,1-1-1,0 1 1,-1 0-1,1 0 1,0 0-1,-1-1 1,1 1-1,0 0 1,-1 0-1,1 0 1,0 0-1,0 0 1,-1 0-1,1 0 1,0 0-1,-1 0 1,1 1 0,0-1-1,-1 0 1,1 0-1,0 1 1,0-1-1,0 1-57,1-1-1,-1 0 1,1 0 0,-1 1-1,1-1 1,-1 1 0,1 0-1,-1-1 1,0 1 0,1 0-1,-1 0 1,0 0-1,0 0 1,0 0 0,0 0-1,0 0 1,0 0 0,0 0-1,1 2 1,-1 0-11,-1 0 1,0 1-1,1-1 1,-1 0-1,-1 1 1,1-1-1,0 0 1,-1 1-1,0-1 1,1 0-1,-1 1 1,0-1-1,-1 0 1,1 0-1,-1 0 1,1 0-1,-1 0 1,0-1 0,-4 6-1,4-6-153,1-1 1,-1 1-1,0 0 1,0-1-1,0 1 1,0-1-1,0 1 1,0-1-1,-1 0 1,1 0-1,0 0 0,-1 0 1,1 0-1,0-1 1,-1 1-1,1-1 1,-4 1-1,6-4 136,-1 0 0,1 0-1,1 0 1,-1 0 0,0 0 0,1 0-1,-1 0 1,3-5 0,8-12-545,3-9-4199,-9 8-1942</inkml:trace>
</inkml:ink>
</file>

<file path=ppt/ink/ink1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16.696"/>
    </inkml:context>
    <inkml:brush xml:id="br0">
      <inkml:brushProperty name="width" value="0.035" units="cm"/>
      <inkml:brushProperty name="height" value="0.035" units="cm"/>
    </inkml:brush>
  </inkml:definitions>
  <inkml:trace contextRef="#ctx0" brushRef="#br0">386 1 5477,'0'0'4468,"-9"1"-3987,-12 3-38,0 1 0,0 0-1,1 2 1,-38 16 0,52-20-352,0 0-1,0 0 1,0 0-1,0 1 1,0 0-1,0 0 1,1 0-1,0 1 1,0 0 0,0 0-1,1 0 1,0 1-1,0-1 1,0 1-1,0 0 1,1 0 0,0 0-1,0 1 1,1-1-1,-3 10 1,5-13-90,0-1-1,0 1 1,1-1 0,-1 1 0,0-1-1,1 1 1,0-1 0,-1 1 0,1-1-1,0 0 1,0 1 0,1-1 0,-1 0-1,0 0 1,1 0 0,-1 0 0,1 0-1,0 0 1,-1 0 0,1-1 0,0 1-1,0-1 1,0 1 0,4 1 0,6 4 8,0-1 0,1 0-1,17 5 1,-12-4 1,-4-2 2,26 10 3,0 2 0,-1 1 0,70 46-1,-99-57-12,0 1 0,-1 0-1,0 1 1,-1 0 0,0 0-1,0 1 1,12 21 0,-16-24 2,-1 0-1,1 1 1,-2 0 0,1 0 0,-1 0 0,0 0 0,-1 0 0,0 0-1,0 0 1,-1 0 0,0 1 0,-1-1 0,-1 10 0,0-12 56,1 0 1,-2 0 0,1 0-1,-1-1 1,1 1 0,-2-1-1,1 0 1,0 0 0,-1 0-1,0 0 1,0 0 0,-1-1-1,1 0 1,-1 0 0,0 0-1,0-1 1,0 1 0,-1-1-1,1 0 1,-1-1 0,-8 3-1,-12 5 290,-1-1 0,0-2-1,-36 6 1,31-7-317,0-1-1,0-1 1,-1-2 0,1-1 0,0-1 0,-55-9-1,83 8-59,0 0 0,0 0 0,0 0 0,0-1-1,1 0 1,-1 0 0,0 0 0,1 0 0,-1 0 0,1-1-1,0 1 1,0-1 0,0 0 0,0 0 0,0 0-1,1-1 1,-1 1 0,1 0 0,-3-7 0,2 4-658,1-1 1,0 0 0,0 0-1,1 0 1,0 0 0,0 0-1,1 0 1,0 0-1,0 0 1,3-13 0,7-27-7479</inkml:trace>
</inkml:ink>
</file>

<file path=ppt/ink/ink1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16.963"/>
    </inkml:context>
    <inkml:brush xml:id="br0">
      <inkml:brushProperty name="width" value="0.035" units="cm"/>
      <inkml:brushProperty name="height" value="0.035" units="cm"/>
    </inkml:brush>
  </inkml:definitions>
  <inkml:trace contextRef="#ctx0" brushRef="#br0">456 1 8008,'0'0'3731,"-10"12"-2898,5-8-706,-7 10 224,1 0 0,0 0-1,0 1 1,2 0 0,-9 17-1,-67 157 650,-135 262-2299,188-403-1647,1-10-1117</inkml:trace>
</inkml:ink>
</file>

<file path=ppt/ink/ink1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17.463"/>
    </inkml:context>
    <inkml:brush xml:id="br0">
      <inkml:brushProperty name="width" value="0.035" units="cm"/>
      <inkml:brushProperty name="height" value="0.035" units="cm"/>
    </inkml:brush>
  </inkml:definitions>
  <inkml:trace contextRef="#ctx0" brushRef="#br0">4 0 9545,'0'0'4495,"1"12"-3604,11 487 3012,-15-484-5252,3-15 1291,0 0 0,0 1 1,0-1-1,0 0 1,0 0-1,0 0 1,0 1-1,0-1 1,0 0-1,0 0 1,0 0-1,0 1 0,0-1 1,0 0-1,0 0 1,0 0-1,0 0 1,0 1-1,0-1 1,0 0-1,-1 0 1,1 0-1,0 0 0,0 1 1,0-1-1,0 0 1,0 0-1,0 0 1,-1 0-1,1 0 1,0 0-1,0 1 0,0-1 1,0 0-1,-1 0 1,1 0-1,0 0 1,0 0-1,0 0 1,-1 0-1,1 0 1,0 0-1,0 0 0,0 0 1,-1 0-1,1 0 1,0 0-1,0 0 1,0 0-1,0 0 1,-1 0-1,1 0 1,0 0-1,0-1 0,0 1 1,0 0-1,-1 0 1,1 0-1,0 0 1,0 0-1,0 0 1,0 0-1,0-1 1,-1 1-1,1 0 0,0 0 1,-5-12-6461</inkml:trace>
</inkml:ink>
</file>

<file path=ppt/ink/ink1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17.915"/>
    </inkml:context>
    <inkml:brush xml:id="br0">
      <inkml:brushProperty name="width" value="0.035" units="cm"/>
      <inkml:brushProperty name="height" value="0.035" units="cm"/>
    </inkml:brush>
  </inkml:definitions>
  <inkml:trace contextRef="#ctx0" brushRef="#br0">33 0 6983,'0'0'6315,"0"13"-4964,3 138 2076,-6 194-1868,3-339-1817,-7 43 720,0-26-1784,-5-8-3294,6-13-2046</inkml:trace>
</inkml:ink>
</file>

<file path=ppt/ink/ink1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18.241"/>
    </inkml:context>
    <inkml:brush xml:id="br0">
      <inkml:brushProperty name="width" value="0.035" units="cm"/>
      <inkml:brushProperty name="height" value="0.035" units="cm"/>
    </inkml:brush>
  </inkml:definitions>
  <inkml:trace contextRef="#ctx0" brushRef="#br0">1 1 11243,'0'0'3267,"53"0"-1858,-26 0-544,4-1-545,5 1-256,-2 0-32,-3 0-64,-1 1 32,-8 4-96,-7-1-1601,-6 0-3460</inkml:trace>
</inkml:ink>
</file>

<file path=ppt/ink/ink1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18.431"/>
    </inkml:context>
    <inkml:brush xml:id="br0">
      <inkml:brushProperty name="width" value="0.035" units="cm"/>
      <inkml:brushProperty name="height" value="0.035" units="cm"/>
    </inkml:brush>
  </inkml:definitions>
  <inkml:trace contextRef="#ctx0" brushRef="#br0">1 45 9001,'0'0'2658,"51"4"-128,-20-4-1280,4-1-642,3-6-512,6 2-32,-2-5-64,-2 0-1889,-1-6-4518</inkml:trace>
</inkml:ink>
</file>

<file path=ppt/ink/ink1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45.129"/>
    </inkml:context>
    <inkml:brush xml:id="br0">
      <inkml:brushProperty name="width" value="0.035" units="cm"/>
      <inkml:brushProperty name="height" value="0.035" units="cm"/>
    </inkml:brush>
  </inkml:definitions>
  <inkml:trace contextRef="#ctx0" brushRef="#br0">1 1147 11819,'0'0'2386,"0"-12"-1040,0 5-1253,0-1 0,1 0 0,0 1 1,0-1-1,1 1 0,0-1 0,0 1 0,1 0 1,0 0-1,0 0 0,0 0 0,7-8 1,44-63 199,34-48 77,80-150 0,-147 236-357,-2 0 0,-1-2-1,-3 0 1,-1 0 0,-2-2-1,-2 1 1,-2-2 0,3-64-1,-10 104-13,-1-1-1,0 1 1,-1-1-1,1 1 1,-1 0-1,0 0 1,0-1-1,-1 1 1,0 0-1,1 0 1,-2 0-1,-4-8 1,5 10-6,0 1 1,-1-1 0,1 1-1,-1 0 1,0 0-1,0 0 1,1 0-1,-1 0 1,-1 1-1,1-1 1,0 1-1,0 0 1,0 0 0,-1 0-1,1 0 1,0 1-1,-1-1 1,1 1-1,-1 0 1,-5 1-1,1-1 2,0 1-1,1 0 0,-1 1 1,0 0-1,0 0 0,1 1 1,-1 0-1,1 0 0,0 0 0,0 1 1,0 0-1,1 1 0,-1 0 1,1 0-1,0 0 0,0 0 1,1 1-1,0 0 0,0 0 0,0 1 1,-7 13-1,8-14 3,1 1 0,-1 0-1,2 0 1,-1 0 0,1 0 0,0 1-1,0-1 1,1 0 0,0 1 0,0 0 0,1-1-1,0 1 1,0-1 0,1 1 0,0-1-1,0 1 1,1-1 0,0 0 0,0 1 0,1-1-1,0 0 1,0 0 0,5 8 0,14 13 4,2-1 1,0-2 0,1 0-1,2-1 1,1-2 0,42 27 0,-30-21 3,-1 1-1,49 50 1,-83-75-4,-1 1-1,0 0 0,0 0 0,0 0 0,-1 1 1,0-1-1,0 1 0,0 0 0,0 0 0,-1 0 1,0 0-1,-1 0 0,1 1 0,-1-1 0,0 9 1,-1-10 0,0-1 1,-1 1-1,0 0 1,0 0 0,0-1-1,0 1 1,-1 0 0,0-1-1,0 0 1,0 1-1,-1-1 1,1 0 0,-1 0-1,0 0 1,0 0 0,0-1-1,-1 1 1,1-1-1,-1 0 1,-5 4 0,-5 2 6,-1 0-1,0-1 1,-1 0 0,1-1 0,-1-1 0,-20 5 0,-103 16-2,93-19-19,89-8-7045,-10-4 3273</inkml:trace>
</inkml:ink>
</file>

<file path=ppt/ink/ink1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45.424"/>
    </inkml:context>
    <inkml:brush xml:id="br0">
      <inkml:brushProperty name="width" value="0.035" units="cm"/>
      <inkml:brushProperty name="height" value="0.035" units="cm"/>
    </inkml:brush>
  </inkml:definitions>
  <inkml:trace contextRef="#ctx0" brushRef="#br0">1 69 7431,'0'0'1863,"9"-6"160,-3 1-1719,9-4 548,-1 0 0,1 0-1,1 1 1,29-10 0,-42 17-754,0 0 0,0 0-1,0 1 1,0-1 0,0 1 0,1 0 0,-1 0 0,0 0 0,0 0-1,0 0 1,0 1 0,0 0 0,0-1 0,0 1 0,5 2-1,-6-1-108,0 0-1,0 0 0,0 0 1,0 0-1,0 0 0,0 0 1,-1 0-1,1 1 0,-1-1 1,1 1-1,-1-1 0,0 1 1,0-1-1,0 1 0,0 0 1,-1 0-1,1-1 0,-1 1 1,1 0-1,-1 5 0,0 0 12,0 0-1,0-1 0,-1 1 1,1 0-1,-2-1 0,1 1 1,-1-1-1,0 0 0,-1 1 0,0-1 1,-6 11-1,-3 2-4,-1-2 0,-25 28 0,23-29 2,1 1 0,-22 35 0,36-53 3,-1 1 0,1-1 1,-1 1-1,1 0 0,0-1 0,-1 1 0,1-1 0,0 1 0,-1 0 0,1-1 1,0 1-1,0-1 0,0 1 0,0 0 0,-1-1 0,1 1 0,0 0 0,0-1 1,0 1-1,0 0 0,1 0 0,-1-1 0,0 1 0,0-1 0,0 1 0,0 0 1,1-1-1,-1 1 0,0 0 0,1-1 0,-1 1 0,1 0 0,22 1 8,32-18-4,-6-2-371,16-7-1424,-1-2-3316,-27 8-7</inkml:trace>
</inkml:ink>
</file>

<file path=ppt/ink/ink1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45.754"/>
    </inkml:context>
    <inkml:brush xml:id="br0">
      <inkml:brushProperty name="width" value="0.035" units="cm"/>
      <inkml:brushProperty name="height" value="0.035" units="cm"/>
    </inkml:brush>
  </inkml:definitions>
  <inkml:trace contextRef="#ctx0" brushRef="#br0">1 84 10890,'1'-8'438,"-1"5"-352,11-45 2588,-11 46-2616,0 1 1,1 0 0,-1 0-1,1 0 1,-1 0-1,1-1 1,-1 1 0,1 0-1,0 0 1,-1 0-1,1 0 1,0 0 0,0 0-1,0 0 1,0 1-1,0-1 1,0 0 0,0 0-1,0 1 1,0-1-1,0 1 1,0-1 0,1 1-1,-1-1 1,0 1-1,0 0 1,0-1 0,1 1-1,-1 0 1,0 0-1,1 0 1,-1 0 0,0 0-1,0 0 1,1 0-1,-1 1 1,0-1-1,0 0 1,0 1 0,2 0-1,-1 0-52,0 1 1,0 0-1,0-1 0,0 1 0,0 0 0,0 1 1,0-1-1,-1 0 0,1 0 0,-1 1 0,0-1 1,0 1-1,1-1 0,-2 1 0,1-1 0,0 1 0,0 0 1,-1-1-1,1 5 0,2 58 22,-3-58-20,-1 8-11,0-1 0,-2 1 0,0-1 0,0 0 0,-2 0 0,1 0 0,-11 19 0,6-14 2,2 1 0,-8 28 1,15-47 0,0-1 0,0 1 0,0 0 0,0-1 0,0 1 0,0-1 0,0 1 0,0 0 0,0-1 0,0 1 0,0-1 0,0 1 0,0 0 0,1-1 0,-1 1 0,0-1 0,0 1 0,1-1 0,-1 1 0,0 0 0,1-1 0,-1 0 0,1 1 0,-1-1 0,0 1 0,1-1 0,-1 1 0,1-1 0,-1 0 0,1 1 0,0-1 0,-1 0 0,1 0 0,-1 1 0,1-1 0,-1 0 0,1 0 0,0 0 0,-1 0-1,1 0 1,-1 0 0,1 0 0,0 0 0,-1 0 0,1 0 0,0 0 0,-1 0 0,1 0 0,-1 0 0,1-1 0,0 1 0,0 0 0,38-12 6,27-16-647,89-51-1,-19-11-4737,-80 44 889</inkml:trace>
</inkml:ink>
</file>

<file path=ppt/ink/ink1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45.987"/>
    </inkml:context>
    <inkml:brush xml:id="br0">
      <inkml:brushProperty name="width" value="0.035" units="cm"/>
      <inkml:brushProperty name="height" value="0.035" units="cm"/>
    </inkml:brush>
  </inkml:definitions>
  <inkml:trace contextRef="#ctx0" brushRef="#br0">0 73 13613,'0'0'705,"14"-43"928,8 28-960,2 6-481,4 3-96,2 6-64,-1 0-32,-1 4 0,-3 8-96,-5 3-1474,-7 1-2081,-8 0-129</inkml:trace>
</inkml:ink>
</file>

<file path=ppt/ink/ink1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46.140"/>
    </inkml:context>
    <inkml:brush xml:id="br0">
      <inkml:brushProperty name="width" value="0.035" units="cm"/>
      <inkml:brushProperty name="height" value="0.035" units="cm"/>
    </inkml:brush>
  </inkml:definitions>
  <inkml:trace contextRef="#ctx0" brushRef="#br0">28 72 6438,'0'0'5189,"-28"44"-3812,44-41 97,17-3-33,11 0-640,15-12-577,11-7-160,10-3-64,0-8-1890,-3-5-4292</inkml:trace>
</inkml:ink>
</file>

<file path=ppt/ink/ink1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5.048"/>
    </inkml:context>
    <inkml:brush xml:id="br0">
      <inkml:brushProperty name="width" value="0.035" units="cm"/>
      <inkml:brushProperty name="height" value="0.035" units="cm"/>
    </inkml:brush>
  </inkml:definitions>
  <inkml:trace contextRef="#ctx0" brushRef="#br0">755 102 11082,'-6'-9'187,"2"2"37,0 1 0,0-1-1,-1 1 1,0 0 0,0 1 0,-1-1-1,0 1 1,0 0 0,0 0-1,0 1 1,-1-1 0,0 1-1,1 1 1,-1 0 0,-1 0 0,1 0-1,0 1 1,-1 0 0,0 0-1,-14-1 1,-11 2-95,1 2-1,-1 1 1,1 1 0,0 2-1,0 1 1,1 2-1,0 1 1,0 1 0,1 2-1,-37 19 1,61-28-126,-1 1 1,1 0 0,0 0-1,0 0 1,0 0 0,1 1-1,-7 7 1,11-10-3,0-1-1,0 0 0,0 1 1,0-1-1,0 1 0,1 0 1,-1-1-1,1 1 0,-1 0 1,1-1-1,-1 1 0,1 0 1,0-1-1,0 1 1,0 0-1,0 0 0,0-1 1,0 1-1,0 0 0,1 0 1,-1-1-1,1 1 0,-1 0 1,1-1-1,0 1 1,-1-1-1,1 1 0,0-1 1,0 1-1,0-1 0,0 1 1,0-1-1,1 0 0,-1 0 1,0 1-1,2 0 0,24 20 12,0-1 0,59 33 0,2 2 11,-59-35-22,-1 1 0,0 2 0,36 39 0,-56-53 1,1 0 0,-2 0 0,1 1 0,-2 0 0,1 0 0,-1 1 0,-1 0 0,0 0 0,-1 0 0,0 0 0,-1 1 0,-1 0 0,2 15 0,-4-25 0,1 1-1,-2 0 1,1 0 0,0-1-1,-1 1 1,1 0 0,-1-1-1,0 1 1,-1 0 0,1-1-1,0 1 1,-1-1-1,0 0 1,0 1 0,0-1-1,0 0 1,-4 3 0,2-1-4,-1-1 1,0-1 0,0 1 0,0-1 0,-1 1 0,1-2 0,-1 1 0,0 0 0,-10 2-1,-7 0 88,0-1 1,0 0-1,0-2 0,-35-1 0,7-1 585,-89-13 1,121 10-676,-1-1 1,1-1-1,-1-1 0,2-1 0,-1 0 0,1-1 1,-26-16-1,42 23-2,0 0 0,1 0 0,-1 0 1,0 0-1,1 0 0,0 0 0,-1 0 0,1-1 1,0 1-1,-1 0 0,1-1 0,0 1 0,0-1 1,0 1-1,0-1 0,0 0 0,1 1 0,-1-1 1,-1-3-1,3 3-40,-1 1 0,1 0 0,-1 0 0,1 0 0,-1 0 0,1 0 0,-1 0 0,1 0 0,0 0 0,-1 1 0,1-1 0,0 0 0,0 0 0,0 0 0,0 1 0,0-1 0,0 0 0,0 1 0,0-1 0,0 1 0,0-1 0,0 1 0,1-1 0,14-3-939,-1 0 0,1 1 0,24-2-1,-25 3-120,55-9-4089,9-2-2620</inkml:trace>
</inkml:ink>
</file>

<file path=ppt/ink/ink1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5.487"/>
    </inkml:context>
    <inkml:brush xml:id="br0">
      <inkml:brushProperty name="width" value="0.035" units="cm"/>
      <inkml:brushProperty name="height" value="0.035" units="cm"/>
    </inkml:brush>
  </inkml:definitions>
  <inkml:trace contextRef="#ctx0" brushRef="#br0">374 67 11915,'0'0'395,"-2"-8"1009,1 5-1281,1 0-1,-1 1 0,0-1 0,0 0 1,0 1-1,0-1 0,-1 1 1,1-1-1,-1 1 0,0 0 0,1-1 1,-1 1-1,0 0 0,0 0 1,0 0-1,-1 1 0,1-1 0,0 0 1,-1 1-1,1-1 0,-1 1 1,1 0-1,-1 0 0,0 0 0,0 0 1,1 1-1,-1-1 0,0 1 1,0-1-1,0 1 0,-3 0 0,-14-2 362,0 0-1,0 1 0,0 1 1,0 1-1,0 1 0,0 0 1,-33 10-1,47-11-476,0 1 1,0 0-1,1 0 0,-1 0 0,1 1 1,-1 0-1,1 0 0,0 0 0,0 1 0,0 0 1,0 0-1,1 0 0,0 0 0,0 1 1,0 0-1,0-1 0,1 2 0,-1-1 1,1 0-1,1 0 0,-1 1 0,1 0 1,0-1-1,0 1 0,1 0 0,-1 0 0,1 0 1,1 0-1,-1 8 0,1-10-9,1 1 0,0-1 0,-1 0-1,1 0 1,1 0 0,-1 0 0,1 0 0,-1 0 0,1 0-1,0-1 1,0 1 0,1-1 0,-1 1 0,1-1-1,0 0 1,0 0 0,0 0 0,0 0 0,0 0 0,1-1-1,-1 0 1,1 1 0,0-1 0,0 0 0,-1-1-1,1 1 1,0-1 0,1 0 0,-1 0 0,4 1 0,0 0-46,0-1 1,1 0-1,-1 0 1,1 0-1,-1-1 1,0 0-1,1-1 1,-1 0-1,0 0 1,1-1 0,-1 0-1,0-1 1,0 1-1,12-7 1,-13 5 55,0 0 1,-1-1 0,0 1-1,0-2 1,0 1-1,0 0 1,-1-1 0,0 0-1,0 0 1,0-1-1,-1 1 1,0-1-1,0 0 1,-1 0 0,0 0-1,0-1 1,-1 1-1,0-1 1,0 0 0,0 1-1,-1-1 1,0-8-1,-1 15 259,19 34-75,-7-17-121,0-2 1,1 0-1,0 0 0,1-1 0,22 16 0,-27-23-301,0 0 0,1-1 0,0 0 0,14 5 0,-16-8-602,0 0 1,0 0-1,0 0 0,0-1 1,0 0-1,13-1 1,-3-4-3990,-4-9-85</inkml:trace>
</inkml:ink>
</file>

<file path=ppt/ink/ink1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6.005"/>
    </inkml:context>
    <inkml:brush xml:id="br0">
      <inkml:brushProperty name="width" value="0.035" units="cm"/>
      <inkml:brushProperty name="height" value="0.035" units="cm"/>
    </inkml:brush>
  </inkml:definitions>
  <inkml:trace contextRef="#ctx0" brushRef="#br0">1 40 7303,'0'0'8755,"7"-1"-7912,-4 1-782,-1-1-1,0 1 0,1 0 1,-1 0-1,0 0 0,1 0 1,-1 1-1,0-1 0,0 1 1,1-1-1,-1 1 0,0 0 1,0 0-1,0 0 0,0 0 1,0 0-1,0 0 1,4 3-1,-3 0 24,1 1-1,0-1 1,-1 1 0,0 0 0,0 0-1,-1 0 1,1 0 0,2 10 0,-2-6-50,-1 0 1,0 1 0,0-1 0,-1 1-1,-1 0 1,1-1 0,-3 18-1,2-28-32,0 1 0,0 0 0,0-1-1,0 1 1,-1-1 0,1 1-1,0 0 1,0-1 0,0 1 0,-1 0-1,1-1 1,0 1 0,-1 0-1,1-1 1,0 1 0,-1 0 0,1 0-1,0-1 1,-1 1 0,1 0-1,0 0 1,-1 0 0,1 0 0,-1-1-1,1 1 1,0 0 0,-1 0 0,1 0-1,-1 0 1,1 0 0,-1 0-1,1 0 1,0 0 0,-1 0 0,1 0-1,-1 0 1,1 0 0,0 0-1,-1 1 1,1-1 0,-1 0 0,1 0-1,0 0 1,-1 1 0,1-1-1,0 0 1,-1 0 0,1 1 0,0-1-1,-1 0 1,1 1 0,0-1-1,0 0 1,-1 1 0,1-1 0,0 0-1,0 1 1,-1 0 0,1-10 0,0 1 0,0-1 0,1 1 0,0 0 0,1-1 0,-1 1 1,1 0-1,1 0 0,0 0 0,6-13 0,-8 19-2,1-1 1,-1 1-1,1 0 1,-1-1-1,1 1 0,0 0 1,0 0-1,0 0 1,0 0-1,0 0 0,1 0 1,-1 1-1,0-1 1,1 1-1,-1 0 0,1 0 1,0 0-1,-1 0 1,1 0-1,0 0 0,-1 1 1,1-1-1,0 1 0,0 0 1,0-1-1,0 1 1,-1 1-1,1-1 0,0 0 1,0 1-1,0 0 1,-1-1-1,1 1 0,0 0 1,4 3-1,1 0 1,-1 1-1,0-1 1,0 2-1,0-1 1,-1 1-1,0 0 1,0 0-1,0 1 1,-1-1-1,0 1 1,0 1-1,-1-1 1,0 1-1,0-1 1,0 1-1,-1 0 1,-1 1-1,1-1 1,-1 0-1,1 16 1,-7-21 20,-5-9-22,-6-12-19,13 10 20,0 0 1,0-1-1,0 1 1,1 0-1,1-1 0,-1 1 1,1 0-1,1-1 1,-1 1-1,2 0 0,-1-1 1,1 1-1,0 0 1,1 0-1,3-8 0,-5 13 4,1-1 0,0 1 0,-1-1 0,1 1 0,1 0 0,-1-1 0,0 1 0,1 0 0,-1 1 0,1-1 0,0 0 0,0 1 0,0 0-1,0 0 1,1-1 0,-1 2 0,0-1 0,1 0 0,-1 1 0,1 0 0,0-1 0,0 2 0,-1-1 0,1 0 0,0 1 0,0-1 0,0 1 0,0 0-1,-1 1 1,1-1 0,0 1 0,0-1 0,0 1 0,6 2 0,-3 0 22,0 1 1,-1 0-1,1 0 0,-1 0 1,1 0-1,-1 1 0,0 0 1,-1 1-1,1-1 0,-1 1 1,-1 0-1,9 12 0,-3-1-791,0 0-1,-2 0 0,0 0 1,6 20-1,-9-24-4935</inkml:trace>
</inkml:ink>
</file>

<file path=ppt/ink/ink1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6.440"/>
    </inkml:context>
    <inkml:brush xml:id="br0">
      <inkml:brushProperty name="width" value="0.035" units="cm"/>
      <inkml:brushProperty name="height" value="0.035" units="cm"/>
    </inkml:brush>
  </inkml:definitions>
  <inkml:trace contextRef="#ctx0" brushRef="#br0">1 18 8072,'0'0'9155,"8"10"-8061,3 7-665,0 1 0,-2 0-1,0 1 1,-1-1-1,0 2 1,7 33 0,-1-2-255,-2 1 1,-3 0-1,-2 0 1,-2 1 0,-3 0-1,-5 74 1,3-127-175,-6 34 9,5-33-5,1 1-1,0-1 1,-1 0-1,1 1 1,-1-1-1,1 0 1,-1 0 0,1 1-1,-1-1 1,0 0-1,0 0 1,0 0-1,0 0 1,0 0-1,0 0 1,0 0-1,0 0 1,0 0 0,-2 1-1,2-2 2,0-1 0,0 1 0,1-1 0,-1 1 0,0 0 0,1-1-1,-1 0 1,0 1 0,1-1 0,-1 1 0,1-1 0,-1 0 0,1 1 0,-1-1 0,1 0 0,0 1 0,-1-1-1,1 0 1,0 0 0,-1 0 0,1 1 0,0-1 0,0 0 0,0 0 0,0 0 0,0 0 0,0 1 0,0-1-1,0-1 1,-3-33 20,3 33-21,-1-51-8,3 0 1,2 0-1,2 0 0,2 0 1,3 1-1,2 0 0,2 1 0,2 1 1,29-57-1,-43 102 3,-1 0 0,1 1 0,0-1 0,0 1 0,0 0-1,1 0 1,-1 0 0,1 0 0,8-6 0,-10 10 1,-1-1 0,0 0-1,0 1 1,1-1 0,-1 1 0,0 0-1,0-1 1,1 1 0,-1 0 0,0 0-1,1 0 1,-1 0 0,0 0 0,1 0-1,-1 0 1,0 0 0,1 1 0,-1-1-1,0 0 1,0 1 0,1-1 0,-1 1-1,0 0 1,0-1 0,0 1 0,0 0-1,0 0 1,0-1 0,0 1 0,0 0-1,0 0 1,0 0 0,0 0 0,0 0 0,-1 1-1,1-1 1,0 0 0,-1 0 0,1 0-1,-1 1 1,1-1 0,-1 3 0,6 10-3,0 0 0,-2 1 1,0 0-1,-1 0 0,0 0 1,-1 0-1,-1 0 0,0 1 1,-1-1-1,-1 0 0,-5 30 0,5-41-228,-1 0-1,1 0 0,-1 0 0,0 0 0,-1 0 0,1 0 0,0 0 0,-1-1 0,0 1 0,-5 4 1,5-5-261,-1 0 0,0 0 0,0 0 0,0 0 1,0 0-1,0-1 0,-1 0 0,1 0 0,-1 0 1,1 0-1,-1-1 0,0 1 0,0-1 0,0-1 0,1 1 1,-1-1-1,0 1 0,0-1 0,0-1 0,0 1 1,0-1-1,0 0 0,0 0 0,-8-3 0,-10-12-5385</inkml:trace>
</inkml:ink>
</file>

<file path=ppt/ink/ink1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6.658"/>
    </inkml:context>
    <inkml:brush xml:id="br0">
      <inkml:brushProperty name="width" value="0.035" units="cm"/>
      <inkml:brushProperty name="height" value="0.035" units="cm"/>
    </inkml:brush>
  </inkml:definitions>
  <inkml:trace contextRef="#ctx0" brushRef="#br0">1 1 15246,'0'0'193,"9"62"607,0-27 578,-1 2-289,3 4-192,-1 2-385,1 0-384,-2 3-96,-5-1 0,0-3-32,-3-4 0,-1-8-961,0-7-1345,0-10-1954</inkml:trace>
</inkml:ink>
</file>

<file path=ppt/ink/ink1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6.973"/>
    </inkml:context>
    <inkml:brush xml:id="br0">
      <inkml:brushProperty name="width" value="0.035" units="cm"/>
      <inkml:brushProperty name="height" value="0.035" units="cm"/>
    </inkml:brush>
  </inkml:definitions>
  <inkml:trace contextRef="#ctx0" brushRef="#br0">1 186 4933,'7'-3'5183,"124"-39"703,-73 25-4457,94-42 1,-148 57-1427,-1 0 1,0 1-1,0-2 1,0 1-1,0 0 1,0-1-1,-1 1 1,1-1-1,-1 0 1,3-4-1,-4 7-2,-1-1-1,0 0 1,1 1 0,-1-1-1,0 0 1,0 0 0,1 0-1,-1 1 1,0-1-1,0 0 1,0 0 0,0 0-1,0 1 1,0-1-1,0 0 1,0 0 0,-1 0-1,1 1 1,0-1-1,0 0 1,-1 0 0,1 1-1,0-1 1,-1 0 0,1 0-1,-1 1 1,1-1-1,-1 1 1,1-1 0,-1 0-1,1 1 1,-1-1-1,0 1 1,1-1 0,-1 1-1,0 0 1,1-1 0,-1 1-1,0-1 1,0 1-1,1 0 1,-1 0 0,0 0-1,0-1 1,0 1-1,1 0 1,-1 0 0,0 0-1,-1 0 1,-12-2 82,1 0 1,-1 0-1,1 1 0,-1 1 1,1 0-1,-1 1 0,1 1 1,-1 0-1,1 1 1,-1 0-1,1 1 0,-12 5 1,20-7-51,0 0 1,0 0 0,0 1 0,1 0-1,-1-1 1,1 1 0,0 1 0,0-1-1,0 1 1,0 0 0,0 0 0,1 0-1,0 0 1,0 0 0,0 1 0,0-1-1,1 1 1,0 0 0,0 0 0,0 0-1,0 0 1,1 0 0,0 0 0,0 1 0,0-1-1,1 0 1,0 1 0,0-1 0,0 0-1,0 1 1,1-1 0,0 0 0,2 8-1,0-7-20,-1 0-1,1-1 1,0 0-1,0 1 1,1-1-1,-1 0 1,1 0-1,0-1 1,1 1-1,-1-1 1,1 0-1,0 0 1,0 0-1,0-1 1,0 0-1,1 0 1,-1 0-1,1-1 1,0 1-1,-1-1 1,9 1-1,9 3-156,1 0-1,-1-2 0,1-1 1,27 0-1,7-3-3250,-1-6-3962</inkml:trace>
</inkml:ink>
</file>

<file path=ppt/ink/ink1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7.533"/>
    </inkml:context>
    <inkml:brush xml:id="br0">
      <inkml:brushProperty name="width" value="0.035" units="cm"/>
      <inkml:brushProperty name="height" value="0.035" units="cm"/>
    </inkml:brush>
  </inkml:definitions>
  <inkml:trace contextRef="#ctx0" brushRef="#br0">12 0 17424,'0'0'1025,"-11"66"-928,13-3 799,10 9-191,1 6 96,2 5-64,0 3-513,-3 7-160,-4 0 0,-5 1-32,-3-8-64,-2-6 0,-7-12-192,-7-16-1602,0-18-1473,0-20-3428</inkml:trace>
</inkml:ink>
</file>

<file path=ppt/ink/ink1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7.845"/>
    </inkml:context>
    <inkml:brush xml:id="br0">
      <inkml:brushProperty name="width" value="0.035" units="cm"/>
      <inkml:brushProperty name="height" value="0.035" units="cm"/>
    </inkml:brush>
  </inkml:definitions>
  <inkml:trace contextRef="#ctx0" brushRef="#br0">42 81 11755,'7'-10'171,"-2"2"-4,1 1-1,0 0 1,0 0 0,1 1-1,-1-1 1,9-4 0,-11 8-35,-1 1 0,1 0 0,0 0 0,0 1 0,0-1 0,0 1 0,0 0 0,0 0-1,0 0 1,0 0 0,0 1 0,1 0 0,-1 0 0,0 0 0,0 0 0,1 1 0,-1-1 0,0 1 0,6 2 0,-2 0-47,0 1 0,-1 0 0,1 0 0,-1 1-1,0-1 1,-1 2 0,1-1 0,-1 1 0,0 0 0,0 0-1,-1 1 1,1-1 0,-2 1 0,1 0 0,6 13 0,-7-10-55,1 0 1,-1 0 0,0 0-1,-1 0 1,-1 0 0,1 1-1,-2-1 1,1 1 0,-1 0-1,-1-1 1,0 1 0,-2 12 0,1-18-21,0 0 1,0 0 0,-1-1 0,0 1 0,0 0-1,0 0 1,0-1 0,-1 0 0,0 1 0,0-1-1,0 0 1,0 0 0,-1 0 0,-4 3 0,1-1-6,-1-1 1,0 0-1,0 0 1,0 0 0,-1-1-1,0 0 1,-10 2 0,-2 0-18,1-1 1,-1-2 0,0 0-1,0-1 1,0-1 0,-24-2 0,43 1 1,0 0 1,0 0-1,0 0 0,0 0 1,0-1-1,1 1 1,-1-1-1,0 1 1,0-1-1,0 0 0,0 0 1,1 0-1,-1 0 1,0 0-1,-1-1 1,2 1-77,1 0 0,-1 1 0,1-1 1,0 0-1,-1 1 0,1-1 0,0 0 1,0 0-1,0 1 0,-1-1 0,1 0 1,0 0-1,0 0 0,0 1 0,0-1 1,0 0-1,0 0 0,0 1 0,1-1 1,-1 0-1,0 0 0,0 1 0,1-1 1,-1 0-1,1-1 0,2-2-418,-1 0-1,1 0 0,1 0 1,-1 1-1,1-1 1,-1 1-1,1 0 1,0 0-1,0 0 0,6-3 1,38-20-3190</inkml:trace>
</inkml:ink>
</file>

<file path=ppt/ink/ink1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8.389"/>
    </inkml:context>
    <inkml:brush xml:id="br0">
      <inkml:brushProperty name="width" value="0.035" units="cm"/>
      <inkml:brushProperty name="height" value="0.035" units="cm"/>
    </inkml:brush>
  </inkml:definitions>
  <inkml:trace contextRef="#ctx0" brushRef="#br0">284 27 10025,'0'0'4666,"-9"-5"-2968,0 1-1395,0 1 0,0 0 0,-1 0 1,1 0-1,-1 1 0,1 1 0,-1 0 0,0 0 0,1 1 0,-1 0 1,0 0-1,0 1 0,1 1 0,-1-1 0,1 2 0,-1-1 1,1 1-1,-13 6 0,15-5-283,1 1 0,-1-1 0,1 1 0,0 0 0,0 0 0,0 1 0,1 0 0,0 0 0,0 0 0,-7 12 0,11-15-17,-1-1-1,1 1 1,0-1 0,0 1-1,0 0 1,0 0 0,0 0-1,0-1 1,1 1-1,0 0 1,-1 0 0,1 0-1,0 0 1,1 0 0,-1 0-1,0 0 1,1 0-1,-1-1 1,1 1 0,0 0-1,0 0 1,0-1 0,1 1-1,-1 0 1,0-1-1,1 1 1,0-1 0,0 0-1,0 0 1,0 1 0,3 2-1,0-1-2,-1-1 0,1 1-1,0-1 1,0 0 0,0 0 0,1-1-1,-1 1 1,1-1 0,-1 0-1,1-1 1,0 1 0,0-1 0,-1 0-1,1-1 1,0 1 0,0-1 0,0 0-1,0-1 1,0 0 0,0 0-1,0 0 1,-1 0 0,1-1 0,0 0-1,-1 0 1,0 0 0,1-1 0,6-4-1,-6 3 2,0-1-1,0 0 0,0 0 1,0 0-1,-1 0 0,0-1 1,0 0-1,0 0 1,-1 0-1,0-1 0,0 1 1,-1-1-1,0 0 0,0 0 1,0-1-1,-1 1 0,0 0 1,0-1-1,-1 1 1,0-1-1,0-13 0,-1 21 7,0-1 0,0 0 0,0 1 0,0-1-1,0 1 1,-1-1 0,1 1 0,0-1 0,0 0-1,0 1 1,0-1 0,-1 1 0,1-1 0,0 1 0,0-1-1,-1 1 1,1-1 0,-1 1 0,1-1 0,0 1 0,-1 0-1,1-1 1,-1 1 0,1 0 0,-1-1 0,1 1 0,-1 0-1,1-1 1,-1 1 0,1 0 0,-1 0 0,1 0-1,-1 0 1,1-1 0,-1 1 0,0 0 0,1 0 0,-1 0-1,0 0 1,1 1 12,-1-1 0,1 0 0,-1 1 0,1-1-1,-1 0 1,1 1 0,-1-1 0,1 1 0,0-1 0,-1 1 0,1-1-1,0 1 1,0-1 0,-1 1 0,1-1 0,0 1 0,0-1-1,0 1 1,-1 0 0,1-1 0,0 1 0,0-1 0,0 1 0,0 0-1,0-1 1,0 1 0,0-1 0,1 1 0,-1-1 0,0 1-1,0 0 1,0-1 0,0 1 0,1-1 0,-1 1 0,0-1 0,1 1-1,-1-1 1,0 1 0,1-1 0,-1 0 0,1 1 0,-1-1-1,1 1 1,13 16 20,0-2 1,1 1-1,0-2 0,2 0 0,-1-1 0,2 0 0,0-2 0,23 12 1,-38-21-40,0 0 0,1-1 1,-1 1-1,0-1 0,0 0 1,1 0-1,-1 0 0,1 0 1,-1-1-1,1 1 0,-1-1 1,1 0-1,-1 0 0,1 0 1,-1-1-1,1 1 0,-1-1 1,0 0-1,1 0 0,-1 0 0,0 0 1,1 0-1,-1-1 0,0 0 1,0 1-1,4-5 0,2-2 3,0-2-1,-1 1 0,0-1 1,0-1-1,-1 1 0,5-13 0,-6 12 0,1 0-1,0 0 1,1 1-1,16-19 1,-23 29-2,0-1 0,0 1 0,0-1 0,0 1 0,0 0 0,0-1 0,0 1 0,0 0 0,0 0 0,0 0 0,0-1 0,1 1 0,-1 0 0,0 1 0,0-1 0,0 0 0,0 0 0,0 0 0,0 1 0,0-1 0,0 0 0,0 1 0,0-1 0,0 1 0,0-1 0,0 1 0,0-1 0,-1 1 0,1 0 0,0 0 0,0-1 0,0 1 0,-1 0 0,1 0 0,-1 0 0,1 0 0,0 0 0,0 1 0,26 44 0,-22-36 0,2 4-117,42 66-3128,-45-75 2816,-1 0 1,1 0-1,1 0 1,-1-1-1,1 0 1,0 0-1,0 0 1,0 0-1,0-1 1,1 1-1,11 4 1,2-4-6123</inkml:trace>
</inkml:ink>
</file>

<file path=ppt/ink/ink1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8.792"/>
    </inkml:context>
    <inkml:brush xml:id="br0">
      <inkml:brushProperty name="width" value="0.035" units="cm"/>
      <inkml:brushProperty name="height" value="0.035" units="cm"/>
    </inkml:brush>
  </inkml:definitions>
  <inkml:trace contextRef="#ctx0" brushRef="#br0">255 48 192,'0'0'12012,"-5"-8"-9877,3 5-1931,0 1 0,-1-1-1,1 0 1,-1 1 0,1-1 0,-1 1 0,0 0 0,0-1-1,0 1 1,0 1 0,0-1 0,0 0 0,-1 1-1,-4-2 1,0 1 285,0 1-1,-1 0 0,1 0 0,-1 1 1,0-1-1,-12 3 0,13 0-380,0 0 0,0 0 0,0 0-1,0 1 1,1 1 0,-1-1 0,1 1-1,0 0 1,0 1 0,0 0 0,1 0-1,-10 10 1,13-13-107,1 0 0,0-1 0,1 1 0,-1 0 1,0 0-1,0 0 0,1 1 0,-1-1 0,1 0 0,0 1 0,0-1 0,0 0 0,0 1 0,0 0 1,0-1-1,1 1 0,-1-1 0,1 1 0,0 0 0,0-1 0,0 1 0,0 0 0,0-1 0,0 1 0,1 0 1,-1-1-1,1 1 0,0-1 0,0 1 0,0-1 0,0 1 0,0-1 0,1 0 0,-1 1 0,1-1 0,-1 0 1,1 0-1,0 0 0,0 0 0,0 0 0,4 3 0,-3-3-15,1 1 0,-1 0 0,1-1 0,-1 0 0,1 1 0,0-2 0,0 1 0,0 0 0,0-1 0,1 0 0,-1 1 0,0-2 0,0 1 0,1 0 0,-1-1 0,1 0 0,-1 0 0,0 0 0,1-1 0,-1 0 0,0 1 0,0-2 0,1 1 0,7-3 0,-8 1 3,1 0 0,-1 0 0,0-1 0,0 1 0,0-1 0,0 0 0,-1 0 0,1 0-1,-1 0 1,0-1 0,0 1 0,-1-1 0,1 0 0,-1 0 0,0 0 0,-1 0 0,1 0 0,-1 0 0,0 0 0,1-6 0,-2 11 13,2-49 16,-2 48 0,0 0 0,0-1 0,0 1 0,-1 0 0,1 0 0,0 0 0,0-1 1,-1 1-1,1 0 0,-1 0 0,1 0 0,-1 0 0,0 0 0,1 0 0,-1-1 0,0 2 0,0-1 0,1 0 0,-1 0 0,0 0 0,0 0 0,0 0 0,0 1 0,0-1 0,0 0 0,0 1 0,-1-1 0,1 1 0,0 0 0,0-1 0,0 1 0,0 0 0,-1-1 0,-1 1 0,3 0-8,-1 1-1,0-1 0,1 0 0,-1 0 0,0 1 0,1-1 1,-1 1-1,1-1 0,-1 0 0,1 1 0,-1-1 0,1 1 0,-1-1 1,1 1-1,-1 0 0,1-1 0,0 1 0,-1-1 0,1 1 0,0 0 1,-1-1-1,1 1 0,0 0 0,0-1 0,0 1 0,0 0 1,0 0-1,0-1 0,0 1 0,0 0 0,0-1 0,0 1 0,0 0 1,0-1-1,0 1 0,0 0 0,1-1 0,-1 1 0,0 0 1,0-1-1,1 1 0,-1 0 0,1 0 0,14 31 53,-4-18 86,0-1 0,1-1 0,0 0 0,20 14 0,17 3-2136,-44-27 734,1 0 0,-1-1 0,0 1 0,1-1 0,0 0 0,-1 0 0,7 0 0,4-1-7570</inkml:trace>
</inkml:ink>
</file>

<file path=ppt/ink/ink1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9.590"/>
    </inkml:context>
    <inkml:brush xml:id="br0">
      <inkml:brushProperty name="width" value="0.035" units="cm"/>
      <inkml:brushProperty name="height" value="0.035" units="cm"/>
    </inkml:brush>
  </inkml:definitions>
  <inkml:trace contextRef="#ctx0" brushRef="#br0">0 35 9769,'0'0'8600,"4"9"-7890,12 36-493,-2 1 1,9 55-1,-23-101-217,0 0 1,0 0-1,0 0 0,0-1 1,0 1-1,0 0 1,0 0-1,0 0 1,0 0-1,0 0 1,0 0-1,0 0 0,0-1 1,0 1-1,0 0 1,0 0-1,0 0 1,0 0-1,0 0 1,0 0-1,0 0 0,0 0 1,1 0-1,-1 0 1,0 0-1,0-1 1,0 1-1,0 0 1,0 0-1,0 0 0,0 0 1,0 0-1,0 0 1,1 0-1,-1 0 1,0 0-1,0 0 1,0 0-1,0 0 0,0 0 1,0 0-1,0 0 1,1 0-1,-1 0 1,0 0-1,0 0 1,0 0-1,0 0 0,0 0 1,0 0-1,0 0 1,0 0-1,0 0 1,1 1-1,-1-1 1,0 0-1,0 0 0,0 0 1,0 0-1,0 0 1,0 0-1,0 0 1,0 0-1,0 0 1,0 1-1,9-18 65,6-20 38,-10 21-94,3-9 27,1 1 1,1 0-1,17-30 1,-26 53-37,-1 0-1,1 0 1,-1 0 0,1 1-1,-1-1 1,1 0 0,-1 0-1,1 1 1,0-1 0,-1 0 0,1 0-1,0 1 1,-1-1 0,1 1-1,0-1 1,0 1 0,0-1-1,0 1 1,0 0 0,0-1-1,-1 1 1,1 0 0,0-1-1,0 1 1,0 0 0,0 0-1,0 0 1,0 0 0,0 0-1,1 0 1,0 1-1,0 0-1,-1 1 0,1-1 1,0 0-1,-1 0 1,1 1-1,-1-1 1,0 1-1,1-1 1,-1 1-1,0-1 1,0 1-1,1 3 0,23 61-30,-25-65 32,13 55 9,-8-33-9,0-1 1,12 31 0,-17-62 12,0 0 1,0 0-1,0 1 1,1-1-1,3-11 1,-2 5-10,2-9-7,0 1 1,8-26-1,-9 42 34,-1 0 0,1-1 0,0 1 0,0 0-1,1 1 1,0-1 0,0 1 0,1-1-1,0 1 1,8-8 0,-12 13-17,0 0 0,0 1-1,0-1 1,0 0 0,0 0 0,0 1 0,0-1-1,0 1 1,0-1 0,1 1 0,-1-1 0,0 1-1,0-1 1,0 1 0,1 0 0,-1 0 0,0 0-1,1 0 1,-1 0 0,0 0 0,0 0 0,1 0-1,-1 0 1,0 1 0,0-1 0,0 0 0,1 1-1,-1-1 1,0 1 0,0 0 0,0-1 0,0 1-1,0 0 1,0-1 0,0 1 0,0 0 0,0 0-1,0 0 1,0 0 0,-1 0 0,1 0 0,0 0-1,-1 0 1,1 0 0,-1 1 0,1 0 0,5 9-34,-2 0 1,1 0-1,-2 1 1,3 11 0,-2-7 70,-2-12-46,1 10-1,2 0 0,0-1 0,0 1 0,15 23 0,-18-34-1,0 1 0,1-1 0,0 0 0,0 0 0,0 0 0,0 0 0,0-1 0,0 1 0,1-1 0,-1 0 0,1 0 0,0 0 0,-1 0 0,1-1 0,0 0 0,0 1 0,0-1 0,0-1 0,1 1 0,-1-1 0,7 1 0,0-3-1,0 0-1,0 0 1,0-1-1,0 0 1,0-1 0,-1 0-1,0-1 1,0 0 0,0-1-1,-1 0 1,1 0-1,-1-1 1,-1 0 0,1-1-1,-1 0 1,-1 0 0,0 0-1,0-1 1,0-1-1,-1 1 1,0-1 0,5-14-1,-10 23 3,-1-1-1,1 1 0,-1-1 0,1 1 0,-1-1 0,0 1 0,1-1 1,-1 1-1,0-1 0,0 0 0,0 1 0,-1-1 0,1 1 0,0-1 1,0 1-1,-1-1 0,1 1 0,-1-1 0,0 1 0,1-1 0,-1 1 1,0-1-1,0 1 0,0 0 0,0 0 0,0-1 0,0 1 1,0 0-1,0 0 0,0 0 0,-1 0 0,1 0 0,0 0 0,-1 1 1,1-1-1,-1 0 0,1 1 0,-1-1 0,1 1 0,-1-1 0,1 1 1,-1 0-1,1 0 0,-1-1 0,0 1 0,-2 1 0,-1-2 46,1 1-1,-1 1 1,0-1-1,0 1 1,0-1-1,1 1 1,-1 1-1,1-1 1,-1 1-1,1 0 1,-1 0-1,1 0 1,0 0-1,-8 6 1,10-6-36,-1 0 0,1 1 0,0-1 0,0 0 0,-1 1 0,2 0 0,-1-1 0,0 1 0,0 0 0,1 0 0,0 0 0,-1 0 0,1 0 0,0 0 0,1 0 0,-1 1 0,0-1 0,1 0 0,0 0 0,0 1 1,0-1-1,0 0 0,0 0 0,1 1 0,-1-1 0,1 0 0,0 0 0,0 0 0,0 0 0,1 0 0,-1 0 0,2 3 0,1-1-13,0 0 0,0 0 0,0-1 0,1 0 1,0 0-1,-1 0 0,1 0 0,1-1 0,-1 0 0,0 0 0,1 0 1,0-1-1,-1 1 0,1-1 0,0-1 0,7 2 0,-4-1-128,0-1 0,1 0 0,-1 0 0,0-1 0,0 0 0,1-1 0,-1 0 0,0 0 0,0-1-1,0 0 1,0 0 0,0-1 0,0-1 0,-1 1 0,9-6 0,-8 3-590,-1 1 0,0-2 1,0 1-1,-1-1 0,10-11 1,-7 5-1383,0 0 0,0-1 0,6-15 0,6-13-5598</inkml:trace>
</inkml:ink>
</file>

<file path=ppt/ink/ink1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9.759"/>
    </inkml:context>
    <inkml:brush xml:id="br0">
      <inkml:brushProperty name="width" value="0.035" units="cm"/>
      <inkml:brushProperty name="height" value="0.035" units="cm"/>
    </inkml:brush>
  </inkml:definitions>
  <inkml:trace contextRef="#ctx0" brushRef="#br0">91 1 11883,'0'0'7367,"-40"44"-6470,38-1-224,2 4-161,0 6-256,3 1-159,1 3-65,-3-3-32,-1 0 0,0-3-225,-13-8-1280,-1-8-1314,1-13-4932,-4-11 3010</inkml:trace>
</inkml:ink>
</file>

<file path=ppt/ink/ink1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20.415"/>
    </inkml:context>
    <inkml:brush xml:id="br0">
      <inkml:brushProperty name="width" value="0.035" units="cm"/>
      <inkml:brushProperty name="height" value="0.035" units="cm"/>
    </inkml:brush>
  </inkml:definitions>
  <inkml:trace contextRef="#ctx0" brushRef="#br0">1 185 9449,'0'0'4255,"3"-9"-2211,-2 5-1907,0 0 0,0 1 0,1-1 0,-1 1 0,1 0-1,0-1 1,0 1 0,0 0 0,0 0 0,1 0 0,-1 1 0,1-1 0,0 0 0,0 1-1,0 0 1,0-1 0,0 1 0,0 1 0,0-1 0,1 0 0,-1 1 0,1-1-1,-1 1 1,8-1 0,31-5 817,48-3-1,38-5-767,-109 8-168,-26 2 53,4 5-55,1 0-1,-1 0 0,0 0 1,0 0-1,1 0 0,-1 1 1,0-1-1,1 1 0,-1 0 1,1 0-1,-1 0 0,1 0 1,-6 3-1,5-1 0,0 1 1,0-1-1,0 1 0,0 0 0,0 0 1,1 0-1,-1 0 0,1 1 0,1-1 1,-1 1-1,0-1 0,1 1 0,0 0 1,0-1-1,0 1 0,1 0 1,0 0-1,0-1 0,0 1 0,0 0 1,1 0-1,0 0 0,0-1 0,0 1 1,0 0-1,1-1 0,0 1 0,2 4 1,-3-6-17,1 1 0,0 0 0,0-1 0,0 1 0,0-1 0,0 1 0,1-1 0,-1 0 0,1 0 0,0 0 0,0 0 1,0-1-1,0 1 0,1-1 0,-1 0 0,1 0 0,-1 0 0,1 0 0,0 0 0,0-1 0,0 0 0,-1 0 0,1 0 0,0 0 1,1-1-1,-1 1 0,0-1 0,0 0 0,0 0 0,0-1 0,0 1 0,0-1 0,6-1 0,-6 0 2,-1-1-1,1 1 1,0-1 0,-1 1 0,1-1-1,-1 0 1,0 0 0,0-1-1,0 1 1,0-1 0,0 1-1,-1-1 1,4-6 0,27-62 21,-25 51-27,1 0 10,-6 12 0,0 0 1,1-1-1,0 2 0,1-1 1,-1 0-1,2 1 0,-1 0 1,1 0-1,1 1 1,8-10-1,-14 17-4,0-1 0,0 1 0,0-1 0,0 1 0,0 0-1,0-1 1,0 1 0,-1 0 0,1 0 0,0-1 0,0 1 0,0 0 0,0 0 0,0 0 0,0 0 0,0 0 0,0 1 0,0-1 0,0 0 0,0 0 0,0 1-1,0-1 1,0 0 0,0 1 0,0-1 0,0 1 0,0-1 0,-1 1 0,1 0 0,0-1 0,0 1 0,-1 0 0,1 0 0,-1-1 0,1 1 0,0 0 0,-1 0-1,1 0 1,-1 0 0,0-1 0,1 1 0,0 2 0,14 46 24,-13-41-15,3 17-2,-3-13-4,1-1 0,0 1 1,0-1-1,1 0 0,1 0 1,7 14-1,-10-22-4,0-1 1,0 1 0,1-1-1,-1 0 1,0 1-1,1-1 1,0 0-1,-1-1 1,1 1-1,0 0 1,0-1-1,0 1 1,0-1-1,0 0 1,0 0-1,0 0 1,0-1-1,1 1 1,-1-1-1,0 0 1,0 0-1,1 0 1,-1 0-1,0 0 1,0-1-1,1 1 1,-1-1-1,4-1 1,9-3 1,-1-1 1,1-1-1,-1-1 1,0 0-1,-1 0 0,0-2 1,17-14-1,-13 11 1,1 0 1,0 1-1,27-13 0,-46 24-3,1 1 1,-1-1-1,1 1 0,0-1 0,0 1 1,-1-1-1,1 1 0,0 0 0,0-1 1,0 1-1,-1 0 0,1 0 0,0-1 1,0 1-1,0 0 0,0 0 0,0 0 1,0 0-1,-1 0 0,1 0 0,0 0 1,0 1-1,0-1 0,0 0 0,-1 0 1,1 1-1,0-1 0,0 0 0,0 1 1,-1-1-1,1 1 0,0-1 0,-1 1 1,1-1-1,0 1 0,-1-1 0,1 1 1,0 0-1,-1-1 0,1 1 0,-1 0 1,0 0-1,1-1 0,-1 1 0,0 0 1,1 0-1,-1 0 0,0 0 0,0-1 1,1 1-1,-1 0 0,0 0 0,0 0 1,0 0-1,0 0 0,0 0 1,-1-1-1,1 1 0,0 0 0,0 0 1,0 0-1,-1 1 0,-1 5 2,0 0 1,0 0-1,0 0 0,0-1 0,-1 1 1,-6 9-1,-15 15 475,6-8-2196,7-8-5121</inkml:trace>
</inkml:ink>
</file>

<file path=ppt/ink/ink1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20.538"/>
    </inkml:context>
    <inkml:brush xml:id="br0">
      <inkml:brushProperty name="width" value="0.035" units="cm"/>
      <inkml:brushProperty name="height" value="0.035" units="cm"/>
    </inkml:brush>
  </inkml:definitions>
  <inkml:trace contextRef="#ctx0" brushRef="#br0">0 1 20307,'0'0'224</inkml:trace>
</inkml:ink>
</file>

<file path=ppt/ink/ink1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30.424"/>
    </inkml:context>
    <inkml:brush xml:id="br0">
      <inkml:brushProperty name="width" value="0.035" units="cm"/>
      <inkml:brushProperty name="height" value="0.035" units="cm"/>
    </inkml:brush>
  </inkml:definitions>
  <inkml:trace contextRef="#ctx0" brushRef="#br0">0 92 4933,'0'0'2327,"7"0"-1692,334-25 1101,-150 6-979,392-18 964,1 27 0,1138 127 0,-448 115-1604,-1214-219-102,-2 1-13,0-3 0,113 7 1,-181-25-2539,-10-8-2034</inkml:trace>
</inkml:ink>
</file>

<file path=ppt/ink/ink1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31.953"/>
    </inkml:context>
    <inkml:brush xml:id="br0">
      <inkml:brushProperty name="width" value="0.035" units="cm"/>
      <inkml:brushProperty name="height" value="0.035" units="cm"/>
    </inkml:brush>
  </inkml:definitions>
  <inkml:trace contextRef="#ctx0" brushRef="#br0">361 31 7944,'1'-3'581,"0"1"0,1 0 0,-1-1 0,1 1 0,0 0 0,0 0 0,0 0 0,0 0 0,0 0 0,0 0 1,0 1-1,4-3 0,-4 4-484,0-1 1,0 1 0,0 0-1,0 0 1,0-1 0,0 1-1,0 1 1,-1-1 0,1 0-1,0 0 1,0 1 0,0-1-1,0 1 1,0 0 0,0 0-1,-1-1 1,1 1 0,0 0 0,2 2-1,296 188 362,-261-168-444,-2-3-204,54 41 0,-93-58 194,1 0 0,-1 0 0,1 0 0,-1 0 0,0 0 1,0-1-1,0 1 0,0-1 0,-1 1 0,1-1 0,-6 4 0,2 0 132,-80 74 801,-3-4-1,-189 125 1,100-99-1361,140-84-2544,-51 16-1,-13-6-10752</inkml:trace>
</inkml:ink>
</file>

<file path=ppt/ink/ink1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32.594"/>
    </inkml:context>
    <inkml:brush xml:id="br0">
      <inkml:brushProperty name="width" value="0.035" units="cm"/>
      <inkml:brushProperty name="height" value="0.035" units="cm"/>
    </inkml:brush>
  </inkml:definitions>
  <inkml:trace contextRef="#ctx0" brushRef="#br0">899 40 9737,'-28'-10'460,"0"2"1,-1 2-1,0 0 0,-1 2 0,1 1 1,-1 1-1,1 2 0,-1 0 0,-34 7 1,28-2-331,1 3 0,0 0 0,0 3 0,1 0 0,1 3 0,0 0 0,-33 21 0,59-31-120,0 1-1,0-1 1,1 1 0,0 0 0,0 0 0,0 1-1,1 0 1,-9 12 0,13-16-11,-1 0 1,1 0-1,1 0 0,-1 0 1,0 1-1,0-1 0,1 0 1,-1 0-1,1 1 0,0-1 0,-1 0 1,1 1-1,0-1 0,1 0 1,-1 0-1,0 1 0,1-1 1,-1 0-1,1 1 0,0-1 1,-1 0-1,1 0 0,0 0 1,0 0-1,1 0 0,-1 0 0,0 0 1,1 0-1,-1-1 0,1 1 1,-1 0-1,1-1 0,0 1 1,3 1-1,21 15 0,1-2 0,0 0 0,1-2-1,53 18 1,16 10 7,-92-40-5,30 14 4,-2 2 1,38 27 0,-64-41-6,0 1 1,0 0-1,-1 1 1,0 0-1,0 0 1,0 0-1,-1 0 1,0 1-1,0 0 1,0 0-1,-1 1 1,0-1 0,-1 1-1,0 0 1,0 0-1,3 11 1,-6-15 0,0-1 1,0 1 0,-1-1 0,1 1-1,-1 0 1,1-1 0,-1 0 0,0 1-1,-1-1 1,1 1 0,-1-1 0,1 0-1,-1 0 1,0 0 0,0 0 0,0 0-1,0 0 1,-1-1 0,1 1 0,-1-1-1,0 1 1,0-1 0,1 0 0,-1 0-1,-1 0 1,1-1 0,0 1 0,-5 1-1,-10 4 13,1 0-1,-1-2 0,-1 0 1,-19 2-1,-57 7 87,-2-5 0,1-4 0,-126-10 0,174-4-37,47 9-65,1 0-1,-1-1 0,0 1 1,1 0-1,-1 0 0,1-1 1,-1 1-1,1 0 1,-1-1-1,1 1 0,-1 0 1,1-1-1,-1 1 0,1-1 1,-1 1-1,1-1 1,0 1-1,-1-1 0,1 1 1,0-1-1,-1 1 0,1-1 1,0 0-1,0 1 0,-1-2 1,2 1-20,-1 0 0,1 0-1,0 0 1,-1 0 0,1 0 0,0 0 0,0 0 0,-1 0 0,1 0-1,0 0 1,0 1 0,0-1 0,0 0 0,0 1 0,0-1 0,0 0-1,1 1 1,-1-1 0,1 1 0,99-39-6245,-28 13 1542</inkml:trace>
</inkml:ink>
</file>

<file path=ppt/ink/ink1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33.046"/>
    </inkml:context>
    <inkml:brush xml:id="br0">
      <inkml:brushProperty name="width" value="0.035" units="cm"/>
      <inkml:brushProperty name="height" value="0.035" units="cm"/>
    </inkml:brush>
  </inkml:definitions>
  <inkml:trace contextRef="#ctx0" brushRef="#br0">325 62 8616,'0'0'1062,"-3"-8"609,2 5-1520,0 0 0,-1 0 0,1 1 0,-1-1 0,1 0 0,-1 0 0,0 1 0,0-1-1,0 1 1,0 0 0,-1 0 0,1 0 0,0 0 0,-1 0 0,0 0 0,1 0 0,-1 1 0,0-1-1,0 1 1,0 0 0,0 0 0,0 0 0,0 0 0,0 1 0,0-1 0,-1 1 0,1 0 0,0 0-1,-6 0 1,-4 0 72,-1-1 1,1 2-1,0-1 0,-1 2 0,1 0 0,0 1 0,0 0 0,0 0 0,1 2 0,-15 6 0,22-8-217,-1 0-1,0 1 0,1 0 0,0 0 0,0 0 0,0 1 1,0 0-1,1 0 0,-1 0 0,2 0 0,-1 1 0,0-1 1,1 1-1,0 0 0,0 0 0,1 0 0,0 1 1,0-1-1,0 1 0,1-1 0,0 1 0,-1 8 0,2-11-3,-1 0 0,1 1 0,0-1-1,0 0 1,0 0 0,1 1 0,-1-1-1,1 0 1,0 0 0,0 0-1,1 0 1,-1 0 0,1 0 0,0 0-1,4 6 1,-4-7-1,1-1-1,0 1 1,0-1-1,0 0 1,1 0-1,-1 0 1,0-1-1,1 1 1,-1-1-1,1 0 1,-1 0-1,1 0 1,0 0-1,0-1 1,-1 1-1,1-1 1,0 0-1,4-1 1,0 1 3,-1-1 0,1-1 0,-1 1 1,1-2-1,-1 1 0,0-1 0,0 0 0,0 0 1,0 0-1,-1-1 0,1 0 0,-1-1 0,0 0 0,0 1 1,-1-2-1,1 1 0,-1-1 0,6-9 0,-4 7 5,-1-1 0,0 1-1,-1-2 1,0 1 0,-1 0-1,1-1 1,-2 0 0,0 0-1,0 0 1,0 0 0,-1-1-1,1-19 1,-3 28 29,0 0 1,0 1-1,-1-1 0,1 1 1,0-1-1,0 0 1,-1 1-1,1-1 0,-1 1 1,0-1-1,1 1 0,-1-1 1,0 1-1,0 0 0,0-1 1,0 1-1,0 0 1,0 0-1,0 0 0,0 0 1,0-1-1,-1 2 0,1-1 1,0 0-1,-1 0 0,1 0 1,-1 1-1,1-1 0,-1 0 1,1 1-1,-1 0 1,1-1-1,-1 1 0,0 0 1,1 0-1,-1 0 0,1 0 1,-1 0-1,0 0 0,1 0 1,-1 0-1,-2 1 1,3 0-27,0 0 1,0 0 0,0 0-1,0 0 1,0 0 0,1 0-1,-1 0 1,0 0-1,0 0 1,1 0 0,-1 0-1,1 1 1,-1-1 0,1 0-1,-1 0 1,1 1 0,0-1-1,0 0 1,-1 1 0,1-1-1,0 0 1,0 1 0,0-1-1,1 0 1,-1 0 0,1 3-1,7 36 63,-2-29-48,1-1-1,-1 0 1,2 0 0,-1-1 0,1 0-1,1-1 1,0 1 0,0-1-1,0-1 1,1 0 0,19 10 0,-13-8-609,0-1 0,0 0 0,1-2 0,0 0 0,0 0 0,1-2 0,22 4 0,-13-8-3950,-6 0-1292</inkml:trace>
</inkml:ink>
</file>

<file path=ppt/ink/ink1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33.623"/>
    </inkml:context>
    <inkml:brush xml:id="br0">
      <inkml:brushProperty name="width" value="0.035" units="cm"/>
      <inkml:brushProperty name="height" value="0.035" units="cm"/>
    </inkml:brush>
  </inkml:definitions>
  <inkml:trace contextRef="#ctx0" brushRef="#br0">0 50 9097,'0'0'5439,"7"3"-4307,2 2-902,0 1 1,0 0-1,-1 0 0,0 1 1,-1 0-1,1 1 0,-1-1 1,-1 1-1,1 1 0,6 12 1,-6-12-197,-1 1 1,-1 0 0,0 1-1,0-1 1,-1 1 0,0 0-1,-1 0 1,0 0 0,-1 1-1,1 13 1,-13-82 50,10 41-105,1 1 0,0 0-1,1 0 1,1 0 0,1 0 0,7-22-1,-9 32 22,0 0 0,0 0-1,0-1 1,1 2-1,0-1 1,0 0 0,0 0-1,0 1 1,1 0 0,0 0-1,0 0 1,0 0 0,0 0-1,1 1 1,-1 0-1,1 0 1,0 0 0,0 0-1,0 1 1,0 0 0,7-2-1,-9 4 5,0-1 1,0 1-1,0 0 0,0 0 1,0 0-1,0 0 0,0 0 0,0 1 1,0 0-1,0-1 0,0 1 1,0 0-1,0 0 0,-1 1 0,1-1 1,4 3-1,-2 0 6,0 1 1,0-1-1,0 1 0,0 0 1,-1 0-1,0 0 0,5 8 1,3 10 25,0 0 1,-1 1-1,7 25 1,-12-35-22,-3-5-10,0 0 0,-1 0 1,1 1-1,-2-1 0,1 1 0,-1 13 0,-1-23-6,0 1 1,0-1-1,0 0 0,0 0 0,0 1 1,-1-1-1,1 0 0,0 0 1,0 0-1,0 1 0,0-1 0,-1 0 1,1 0-1,0 0 0,0 0 1,0 1-1,-1-1 0,1 0 1,0 0-1,0 0 0,-1 0 0,1 0 1,0 0-1,0 0 0,-1 0 1,1 0-1,0 0 0,0 0 1,-1 0-1,1 0 0,0 0 0,0 0 1,-1 0-1,1 0 0,0 0 1,0 0-1,-1 0 0,1 0 0,0 0 1,0 0-1,0 0 0,-1-1 1,1 1-1,0 0 0,0 0 1,0 0-1,-1 0 0,1-1 0,0 1 1,0 0-1,0 0 0,0 0 1,-1-1-1,-12-10 16,8 1-22,0 0 0,0 0 0,1-1 0,1 1 0,-1-1 0,2 0 0,0 0 0,0-1-1,1 1 1,0 0 0,0 0 0,2-1 0,-1 1 0,4-17 0,-3 26 13,-1 0-1,1 0 0,-1 1 0,1-1 1,-1 0-1,1 1 0,0-1 1,0 1-1,0-1 0,0 0 1,0 1-1,0 0 0,0-1 1,1 1-1,-1 0 0,0 0 1,1 0-1,-1 0 0,1 0 1,-1 0-1,1 0 0,0 0 1,-1 0-1,1 1 0,0-1 1,-1 1-1,1-1 0,0 1 0,0 0 1,-1 0-1,1-1 0,0 1 1,0 1-1,0-1 0,-1 0 1,1 0-1,0 1 0,3 0 1,0 1 11,1 0 0,-1 1 0,0-1 0,0 1 0,0 0 1,0 0-1,-1 1 0,1-1 0,-1 1 0,0 0 0,4 5 1,18 28 10,-17-24-26,0 0-1,21 22 1,-29-34-84,0 0 1,0-1-1,-1 1 0,1-1 1,0 1-1,0-1 0,0 1 1,-1-1-1,1 1 0,0-1 1,0 0-1,0 1 0,0-1 1,0 0-1,0 0 0,0 0 1,0 0-1,0 0 0,0 0 1,0 0-1,0 0 0,0 0 1,0 0-1,0-1 0,0 1 0,-1 0 1,1 0-1,0-1 0,0 1 1,0-1-1,0 1 0,0-1 1,-1 1-1,1-1 0,0 0 1,-1 1-1,2-3 0,21-30-6815,-22 32 6662,15-31-7438</inkml:trace>
</inkml:ink>
</file>

<file path=ppt/ink/ink1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34.046"/>
    </inkml:context>
    <inkml:brush xml:id="br0">
      <inkml:brushProperty name="width" value="0.035" units="cm"/>
      <inkml:brushProperty name="height" value="0.035" units="cm"/>
    </inkml:brush>
  </inkml:definitions>
  <inkml:trace contextRef="#ctx0" brushRef="#br0">40 1 3844,'0'0'7233,"4"8"-5375,13 29 11,-1 1 0,17 62 0,-18-38-944,8 67 0,-11 0-853,-3 131 1,-12-243 100,-3-29-60,-4-30-90,5-15-53,3-1-1,2 0 0,2 0 1,3 0-1,3 1 0,2 0 1,31-97-1,-39 147 34,0 1 0,1-1 1,0 1-1,0-1 0,0 1 0,7-8 1,-10 13-5,1 1 0,-1-1 0,1 1 1,-1-1-1,1 0 0,0 1 1,-1-1-1,1 1 0,0-1 1,0 1-1,-1-1 0,1 1 1,0 0-1,0-1 0,0 1 1,-1 0-1,1 0 0,0 0 0,0 0 1,0-1-1,0 1 0,-1 0 1,2 1-1,0-1-1,-1 1-1,0 0 1,1 0 0,-1-1 0,0 1-1,0 0 1,0 0 0,0 1-1,0-1 1,0 0 0,0 0 0,0 0-1,0 1 1,0-1 0,-1 0-1,1 1 1,-1-1 0,1 2-1,5 11-3,-1 0-1,0 0 0,-2 0 0,1 0 0,-2 0 0,0 1 0,0-1 0,-2 28 0,0-36-2,-1 0 0,0 0 0,0 1 0,0-1 1,-1 0-1,0 0 0,0-1 0,0 1 0,-1 0 0,0-1 0,0 1 0,0-1 0,-1 0 1,1 0-1,-1 0 0,-1-1 0,1 1 0,-1-1 0,1 0 0,-1 0 0,-1-1 0,-10 7 1,4-5-639,-1 0 0,0-1 0,0 0 0,-1-1 1,-26 2-1,35-4 178,0 0 1,0-1-1,0 0 1,0 0 0,0 0-1,0-1 1,0 1-1,0-1 1,0-1-1,1 1 1,-1-1-1,0 1 1,1-1-1,-1-1 1,1 1 0,-1-1-1,1 1 1,0-1-1,-5-5 1,-7-20-4465</inkml:trace>
</inkml:ink>
</file>

<file path=ppt/ink/ink1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34.405"/>
    </inkml:context>
    <inkml:brush xml:id="br0">
      <inkml:brushProperty name="width" value="0.035" units="cm"/>
      <inkml:brushProperty name="height" value="0.035" units="cm"/>
    </inkml:brush>
  </inkml:definitions>
  <inkml:trace contextRef="#ctx0" brushRef="#br0">0 0 14382,'0'0'1131,"7"11"-773,8 22 252,-1 1 0,-2 0 0,13 59 0,-22-83-572,7 41 91,3 0 1,33 81 0,-45-129-130,0 0 1,0-1 0,0 1-1,0 0 1,1-1 0,-1 1-1,1-1 1,0 0 0,0 1 0,0-1-1,0 0 1,0 0 0,0 0-1,0 0 1,1-1 0,-1 1-1,1 0 1,-1-1 0,1 0-1,0 0 1,0 0 0,-1 0-1,1 0 1,0 0 0,0-1-1,3 1 1,-2-2-17,-1 0 1,1 0-1,-1 0 1,1 0-1,-1 0 0,0-1 1,0 0-1,0 0 0,0 0 1,0 0-1,0 0 1,0 0-1,0-1 0,-1 1 1,0-1-1,1 0 1,-1 0-1,0 0 0,0 0 1,2-5-1,1-1 38,-1-1 0,0 1 0,0-1 0,-1 0 0,-1 0-1,0 0 1,0 0 0,0 0 0,-1-13 0,-1 35 36,1 0 1,0-1-1,1 1 1,1 0-1,0-1 1,0 1-1,1-1 1,0 0-1,1 0 1,0 0-1,1-1 0,0 0 1,1 0-1,0 0 1,1-1-1,0 0 1,0 0-1,1-1 1,18 14-1,-11-16-2125,-6-7-2058,-2-5-3413</inkml:trace>
</inkml:ink>
</file>

<file path=ppt/ink/ink1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34.555"/>
    </inkml:context>
    <inkml:brush xml:id="br0">
      <inkml:brushProperty name="width" value="0.035" units="cm"/>
      <inkml:brushProperty name="height" value="0.035" units="cm"/>
    </inkml:brush>
  </inkml:definitions>
  <inkml:trace contextRef="#ctx0" brushRef="#br0">0 1 13229,'0'0'128,"14"52"-9962</inkml:trace>
</inkml:ink>
</file>

<file path=ppt/ink/ink1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34.866"/>
    </inkml:context>
    <inkml:brush xml:id="br0">
      <inkml:brushProperty name="width" value="0.035" units="cm"/>
      <inkml:brushProperty name="height" value="0.035" units="cm"/>
    </inkml:brush>
  </inkml:definitions>
  <inkml:trace contextRef="#ctx0" brushRef="#br0">0 29 8520,'0'0'988,"8"3"1521,7 3-1413,50 23 2433,-63-28-3491,0 0 1,0-1-1,0 2 1,0-1-1,0 0 1,-1 0-1,1 0 1,0 1-1,-1-1 1,1 1-1,-1 0 1,1-1-1,-1 1 1,0 0 0,0 0-1,1 0 1,-1 0-1,-1 0 1,1 0-1,0 0 1,0 0-1,-1 0 1,1 0-1,-1 0 1,0 4-1,-8-23-224,8 12 173,0 0 0,0 0 1,1 0-1,0 0 0,0 0 1,0 0-1,0 1 1,1-1-1,0 0 0,0 1 1,0-1-1,5-6 0,-5 9 18,0 0 1,-1 0-1,1 0 0,0 0 0,0 0 0,0 0 0,1 1 0,-1-1 0,0 1 0,1-1 0,-1 1 0,0 0 0,1 0 1,-1 0-1,1 1 0,0-1 0,-1 0 0,1 1 0,0 0 0,-1-1 0,1 1 0,0 0 0,-1 1 0,1-1 0,4 1 0,-4 0 2,1 1-1,-1-1 0,1 1 0,-1 0 0,0 0 0,0 0 1,0 0-1,0 0 0,0 1 0,0-1 0,-1 1 0,1 0 1,2 3-1,31 49-2,-17-24-116,4-7-2330,-1-17-3508,-3-6-1780</inkml:trace>
</inkml:ink>
</file>

<file path=ppt/ink/ink1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35.288"/>
    </inkml:context>
    <inkml:brush xml:id="br0">
      <inkml:brushProperty name="width" value="0.035" units="cm"/>
      <inkml:brushProperty name="height" value="0.035" units="cm"/>
    </inkml:brush>
  </inkml:definitions>
  <inkml:trace contextRef="#ctx0" brushRef="#br0">233 52 11787,'0'0'1986,"-10"-8"-214,2 3-1394,-1-1 0,1 1-1,-1 1 1,-1-1 0,1 1-1,-1 1 1,-18-5 0,23 7-285,0 0 0,-1 1 0,1-1 0,0 1 0,-1 0 0,1 0 0,0 0 0,0 1 0,-1 0 0,1 0 0,0 0 0,0 1 0,0 0 0,0 0 0,0 0 0,0 0 1,1 1-1,-1 0 0,1 0 0,-5 4 0,7-6-91,1 0 0,-1 1 0,0-1 0,1 1 0,-1-1 0,1 1 0,0 0 0,-1 0 0,1-1 0,0 1 0,0 0 0,0 0 0,1 0 0,-1 0 1,0 1-1,1-1 0,-1 0 0,1 0 0,0 0 0,0 0 0,0 0 0,0 1 0,0-1 0,0 0 0,1 4 0,0-4-1,1 1 0,-1-1 0,0 0 0,1 0 0,0-1 0,-1 1 0,1 0 0,0-1-1,0 1 1,0-1 0,0 1 0,0-1 0,0 0 0,0 0 0,1 0 0,-1 0 0,0 0 0,1 0 0,-1-1 0,0 1 0,1-1 0,3 1-1,9 0-10,1-1-1,-1 0 0,1-1 0,-1-1 0,0 0 0,22-6 0,16-3-9,-50 11 21,0-1-1,0 1 1,-1 0-1,1 0 0,0 0 1,0 1-1,0-1 1,-1 1-1,1-1 0,0 1 1,-1 0-1,1 0 1,0 0-1,-1 0 0,1 1 1,-1-1-1,0 1 1,1 0-1,-1-1 0,0 1 1,0 0-1,0 0 1,0 0-1,0 0 0,-1 1 1,1-1-1,-1 1 1,1-1-1,-1 1 0,0-1 1,0 1-1,0-1 1,0 1-1,-1 0 0,2 5 1,1 11 12,0 0 1,-1 0-1,-1 1 1,-1 21-1,0-26 7,-1 30 34,-1 1 0,-13 65 0,11-89-47,-2 1 1,0-1-1,-2-1 0,0 1 1,-2-1-1,-20 35 0,26-50-4,-1-1-1,1 0 1,0 0-1,-1 0 1,0-1-1,0 0 1,-1 0-1,1 0 1,-1 0-1,-12 5 1,17-9 3,-1 1 0,0 0 1,1-1-1,-1 1 1,0-1-1,1 0 0,-1 1 1,0-1-1,1 0 0,-1 0 1,0 0-1,0 0 1,1 0-1,-1-1 0,0 1 1,0 0-1,1-1 0,-1 1 1,0-1-1,1 0 0,-1 0 1,1 1-1,-1-1 1,1 0-1,-1 0 0,1 0 1,0-1-1,-1 1 0,1 0 1,0 0-1,0-1 1,0 1-1,0-1 0,0 1 1,0-1-1,0 1 0,1-1 1,-1 1-1,1-1 0,-1 0 1,1 1-1,-1-1 1,1 0-1,0 0 0,0-1 1,-2-6 42,1-1-1,0 1 1,1 0 0,0 0 0,1 0 0,-1 0 0,2 0 0,-1 0 0,1 0 0,5-13 0,-1 6-26,1 1 1,1-1 0,0 1 0,1 1 0,12-16 0,5-1-62,2 0 0,0 2-1,63-48 1,14 2-1540,-31 27-3132,27-16-8039</inkml:trace>
</inkml:ink>
</file>

<file path=ppt/ink/ink1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07.533"/>
    </inkml:context>
    <inkml:brush xml:id="br0">
      <inkml:brushProperty name="width" value="0.035" units="cm"/>
      <inkml:brushProperty name="height" value="0.035" units="cm"/>
    </inkml:brush>
  </inkml:definitions>
  <inkml:trace contextRef="#ctx0" brushRef="#br0">1 0 12492,'0'0'1265,"-1"10"-811,2 4-215,0-1 1,0 0 0,1 1-1,1-1 1,0 0-1,9 20 1,40 88 1593,-21-52-1366,-10-21-286,150 386 721,-143-351-1180,-4 1 1,-4 1 0,13 112-1,-30-158-2402,-3-13-2808</inkml:trace>
</inkml:ink>
</file>

<file path=ppt/ink/ink1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07.876"/>
    </inkml:context>
    <inkml:brush xml:id="br0">
      <inkml:brushProperty name="width" value="0.035" units="cm"/>
      <inkml:brushProperty name="height" value="0.035" units="cm"/>
    </inkml:brush>
  </inkml:definitions>
  <inkml:trace contextRef="#ctx0" brushRef="#br0">58 245 13229,'-8'-14'-38,"4"6"21,-5-6 90,2-1 0,0 0 0,-10-29 1,16 41 9,0-1 1,0 1-1,0-1 1,0 0-1,1 1 1,-1-1-1,1 0 1,0 0-1,0 1 1,0-1-1,1 0 1,0 1-1,-1-1 1,1 0-1,0 1 1,1-1-1,-1 1 1,0-1-1,1 1 1,0 0-1,0 0 1,0 0-1,0 0 1,1 0 0,-1 0-1,4-3 1,2 1 0,2 0 1,-1 0-1,0 1 1,1 0-1,0 0 1,0 1-1,0 1 1,0 0-1,0 0 1,1 1-1,-1 0 1,0 0-1,12 2 1,0 0-73,0 1 1,0 1 0,0 1 0,-1 1 0,25 9-1,-30-8-7,-1 1-1,0 0 1,-1 1-1,0 1 0,0 0 1,-1 1-1,20 19 1,-29-25-5,0 0-1,-1 0 1,1 0 0,-1 1 0,0 0 0,0 0 0,-1 0-1,1 0 1,-1 0 0,0 0 0,2 9 0,-4-10-2,0-1 0,0 1 1,0 0-1,0-1 0,0 1 0,-1 0 0,0 0 1,1-1-1,-1 1 0,-1-1 0,1 1 1,0-1-1,-1 1 0,0-1 0,0 0 1,0 0-1,0 0 0,-5 6 0,-5 3-44,-1 0-1,0-1 1,0-1-1,-1 0 1,0-1-1,-1 0 1,-16 7-1,-112 40-3408,140-55 3211,1 0-66,-1 0-1,1 0 0,0-1 0,0 1 0,-1 0 1,1-1-1,0 0 0,-1 0 0,1 1 0,-5-2 1,5-2-2007</inkml:trace>
</inkml:ink>
</file>

<file path=ppt/ink/ink1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08.205"/>
    </inkml:context>
    <inkml:brush xml:id="br0">
      <inkml:brushProperty name="width" value="0.035" units="cm"/>
      <inkml:brushProperty name="height" value="0.035" units="cm"/>
    </inkml:brush>
  </inkml:definitions>
  <inkml:trace contextRef="#ctx0" brushRef="#br0">171 20 11371,'0'0'213,"-5"11"310,-5 12 99,0 1 0,2 0-1,0 1 1,2 0-1,1 0 1,-3 30-1,8-48-580,0 1 0,1-1-1,0 1 1,0-1 0,0 0 0,1 0-1,0 1 1,0-1 0,1 0 0,0-1-1,0 1 1,1 0 0,7 11-1,-8-16-38,-1 1-1,0-1 1,1 0-1,0 1 1,0-1-1,0 0 1,-1 0-1,2-1 1,-1 1-1,0-1 1,0 1-1,0-1 1,1 0-1,-1 0 1,1-1-1,-1 1 1,1-1-1,-1 1 1,1-1-1,-1 0 1,0-1-1,1 1 1,-1 0-1,1-1 1,-1 0-1,1 0 1,-1 0-1,0 0 1,0-1-1,1 1 1,-1-1-1,3-2 0,1 0 2,0-1-1,0 0 0,-1-1 1,1 1-1,-1-1 0,0-1 1,-1 1-1,0-1 0,0 0 1,0 0-1,-1-1 0,0 1 0,0-1 1,-1 0-1,0 0 0,0 0 1,-1 0-1,0 0 0,1-10 0,-2 11-8,0-1 0,0 1 0,-1 0 0,0 0 0,0-1-1,-1 1 1,0 0 0,0 0 0,-1 0 0,1 0 0,-2 0-1,1 0 1,-1 0 0,0 0 0,0 1 0,-1 0-1,0 0 1,0 0 0,0 0 0,-1 0 0,0 1 0,-9-8-1,2 5-49,0 2 0,-1 0 0,1 0 0,-2 1-1,1 1 1,0 0 0,-1 1 0,0 0 0,0 1-1,0 1 1,0 0 0,0 1 0,0 0 0,0 1-1,1 1 1,-1 0 0,0 1 0,-18 6 0,21-2-816,7-4-777</inkml:trace>
</inkml:ink>
</file>

<file path=ppt/ink/ink1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08.390"/>
    </inkml:context>
    <inkml:brush xml:id="br0">
      <inkml:brushProperty name="width" value="0.035" units="cm"/>
      <inkml:brushProperty name="height" value="0.035" units="cm"/>
    </inkml:brush>
  </inkml:definitions>
  <inkml:trace contextRef="#ctx0" brushRef="#br0">1 1 10474,'0'0'128,"66"87"2018,-28-24-1025,3 8 128,3 8-768,0 3-353,-3 3 0,-3-1-64,-2 0-32,-5-3-32,-6-8-32,-7-10-160,-7-12-3331,-6-20-1891</inkml:trace>
</inkml:ink>
</file>

<file path=ppt/ink/ink1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08.720"/>
    </inkml:context>
    <inkml:brush xml:id="br0">
      <inkml:brushProperty name="width" value="0.035" units="cm"/>
      <inkml:brushProperty name="height" value="0.035" units="cm"/>
    </inkml:brush>
  </inkml:definitions>
  <inkml:trace contextRef="#ctx0" brushRef="#br0">44 142 13229,'-6'-13'149,"2"6"-15,-20-40 211,22 44-186,1-1 1,-1 1-1,1-1 1,0 1-1,0-1 1,1 1-1,-1-1 1,1 0-1,-1 1 1,1-1-1,0 0 1,1 1-1,0-7 1,0 9-128,1-1 0,-1 1-1,0-1 1,1 1 0,-1 0 0,1-1 0,0 1-1,-1 0 1,1 0 0,0 0 0,0 0 0,0 0 0,0 1-1,0-1 1,-1 1 0,1-1 0,0 1 0,0 0 0,0-1-1,1 1 1,-1 0 0,0 0 0,0 1 0,3-1-1,51 9 55,-45-5-81,-1 1 0,0 0 1,0 1-1,0 0 0,0 1 1,-1-1-1,0 2 0,0 0 1,-1 0-1,0 0 0,9 13 1,-12-15-7,-1-1 0,0 1 0,0 0 0,-1 0 0,0 0 0,0 0 0,0 1-1,-1-1 1,0 1 0,0 0 0,0-1 0,-1 1 0,0 0 0,-1 0 0,1 0 0,-1 0 0,-1 0 0,1 0 0,-1 0 0,-2 8 0,1-11-5,0-1-1,-1 1 1,1-1-1,-1 0 0,0 0 1,0 0-1,0 0 0,0 0 1,0-1-1,0 1 0,-1-1 1,1 0-1,-1 0 0,0 0 1,0 0-1,-6 1 1,-6 3-476,0-2 0,-29 6 0,33-7-332,-1-1 1,0-1 0,-1 0 0,1-1 0,-24-3-1,37 3 737,-1 0 0,1-1 0,0 1 0,-1 0 0,1-1 0,0 1 0,-1 0-1,1-1 1,0 1 0,0-1 0,-1 1 0,1 0 0,0-1 0,0 1 0,0-1 0,0 1-1,-1-1 1,1 1 0,0-1 0,0 1 0,0-1 0,0 1 0,0-1 0,0 1 0,0-1-1,1 1 1,-1-1 0,0 1 0,0-1 0,0 1 0,0 0 0,0-1 0,1 1 0,-1-1-1,1 0 1,10-13-2982</inkml:trace>
</inkml:ink>
</file>

<file path=ppt/ink/ink1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09.139"/>
    </inkml:context>
    <inkml:brush xml:id="br0">
      <inkml:brushProperty name="width" value="0.035" units="cm"/>
      <inkml:brushProperty name="height" value="0.035" units="cm"/>
    </inkml:brush>
  </inkml:definitions>
  <inkml:trace contextRef="#ctx0" brushRef="#br0">1 98 10954,'0'0'4693,"1"9"-4031,0-1-617,1-1 0,0 1-1,1-1 1,-1 0 0,1 0 0,1 0 0,0 0 0,0 0 0,0 0 0,1-1 0,-1 0 0,2 0 0,-1 0-1,1-1 1,-1 0 0,9 6 0,-10-8-42,-1-1 1,0 1-1,1 0 0,0-1 0,0 0 1,0 0-1,0 0 0,0 0 0,0 0 1,0-1-1,1 0 0,-1 0 0,1 0 1,-1-1-1,0 1 0,1-1 0,4 0 0,-6-1-1,0 0-1,0-1 0,0 1 0,-1 0 1,1-1-1,-1 0 0,1 0 0,-1 1 1,1-1-1,-1-1 0,0 1 0,0 0 1,0 0-1,0-1 0,-1 1 0,1-1 1,-1 0-1,1 0 0,-1 1 0,0-1 1,0 0-1,0 0 0,0 0 0,-1 0 1,1-4-1,2-4-10,-1 1-1,0-1 1,-1 0 0,0 0-1,-1 0 1,0 0 0,-1 0-1,0 0 1,0 0-1,-1 0 1,-1 1 0,0-1-1,0 1 1,-1-1 0,-7-12-1,6 18 1686,10 15-1207,12 18-46,3-3-96,2-2 0,43 36 0,-56-52-601,-1 0 0,1-1 0,1 0 0,-1 0 1,1-1-1,0-1 0,0 0 0,0 0 0,1-1 0,0 0 0,18 2 0,-7-7-4055,-3-11-1923</inkml:trace>
</inkml:ink>
</file>

<file path=ppt/ink/ink1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09.339"/>
    </inkml:context>
    <inkml:brush xml:id="br0">
      <inkml:brushProperty name="width" value="0.035" units="cm"/>
      <inkml:brushProperty name="height" value="0.035" units="cm"/>
    </inkml:brush>
  </inkml:definitions>
  <inkml:trace contextRef="#ctx0" brushRef="#br0">36 0 17392,'0'0'225,"-36"76"-33,38-34 320,18 7-191,7 0-161,7-1 0,5-1-32,3 0-96,-4 1 0,-3-1-64,-2-5-224,-7-7-3171,-5-15-5158</inkml:trace>
</inkml:ink>
</file>

<file path=ppt/ink/ink1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09.728"/>
    </inkml:context>
    <inkml:brush xml:id="br0">
      <inkml:brushProperty name="width" value="0.035" units="cm"/>
      <inkml:brushProperty name="height" value="0.035" units="cm"/>
    </inkml:brush>
  </inkml:definitions>
  <inkml:trace contextRef="#ctx0" brushRef="#br0">283 1 17136,'-14'0'283,"-1"0"-60,1 2 0,-1 0 0,0 1 0,1 0 0,-1 1 0,1 1 0,0 0 0,0 1 0,1 0 0,0 1 0,0 1 0,-15 11 0,21-13-87,0 0-1,1 0 1,-1 1 0,2 0 0,-1 0-1,0 0 1,1 1 0,1 0 0,-1 0-1,-4 13 1,8-19-135,0 1-1,1-1 1,-1 1 0,0-1 0,1 1-1,0-1 1,-1 1 0,1 0-1,0-1 1,0 1 0,1-1-1,-1 1 1,0 0 0,1-1-1,0 1 1,0-1 0,-1 0 0,1 1-1,1-1 1,-1 0 0,0 1-1,0-1 1,1 0 0,0 0-1,-1 0 1,1 0 0,0 0-1,0 0 1,0-1 0,0 1-1,0-1 1,0 1 0,0-1 0,1 0-1,-1 0 1,0 0 0,1 0-1,-1 0 1,1 0 0,4 0-1,-3 0-117,0 0-1,0 0 0,0 0 0,0-1 1,0 1-1,1-1 0,-1 0 1,0 0-1,0-1 0,1 1 0,-1-1 1,0 0-1,0 0 0,0 0 1,0-1-1,0 0 0,0 1 0,0-1 1,-1 0-1,1-1 0,-1 1 1,1-1-1,-1 1 0,5-6 0,-4 3 50,0 0 0,0-1 0,-1 1-1,0-1 1,0 1 0,0-1-1,-1 0 1,1 0 0,-1-1-1,-1 1 1,1 0 0,-1-1-1,0 1 1,-1 0 0,0-11 0,0 17 115,0-1 1,0 0 0,0 1 0,0-1-1,0 1 1,0-1 0,0 0 0,-1 1-1,1-1 1,0 0 0,0 1 0,-1-1-1,1 1 1,0-1 0,-1 1 0,1-1-1,0 1 1,-1-1 0,1 1 0,-1-1-1,1 1 1,-1 0 0,1-1 0,-1 1 0,0-1-1,1 1 1,-1 0 0,1 0 0,-1-1-1,1 1 1,-1 0 0,-1 0 0,0 3 526,13 5-541,5-1-33,-1-2 0,2 1 0,-1-2 0,0 0 1,1-1-1,27 1 0,16-7-3754,-35-5-2070</inkml:trace>
</inkml:ink>
</file>

<file path=ppt/ink/ink1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0.103"/>
    </inkml:context>
    <inkml:brush xml:id="br0">
      <inkml:brushProperty name="width" value="0.035" units="cm"/>
      <inkml:brushProperty name="height" value="0.035" units="cm"/>
    </inkml:brush>
  </inkml:definitions>
  <inkml:trace contextRef="#ctx0" brushRef="#br0">1 1 15631,'0'0'907,"7"12"-560,13 16 207,2 0 1,1-2-1,2 0 0,39 33 0,-35-34-385,73 68 82,-92-82-258,0 0 0,-1 1 1,0 0-1,-1 0 1,0 1-1,11 25 1,-33-67 63,8 17-52,1 1 1,-1-1 0,-4-18 0,8 19 10,-1-1 0,2 0 0,-1 1 1,2-1-1,0 0 0,0 0 0,1 0 1,4-23-1,-4 31 1,0 0-1,1 0 1,-1 1 0,1-1 0,0 0 0,0 1 0,0-1 0,0 1 0,1-1-1,-1 1 1,1 0 0,0 0 0,0 0 0,0 1 0,0-1 0,0 1 0,1-1-1,-1 1 1,1 0 0,-1 0 0,1 1 0,0-1 0,0 1 0,0 0-1,0 0 1,0 0 0,0 1 0,8-1 0,-3 0-16,0 2 0,0-1 1,0 1-1,0 0 0,0 1 0,-1 0 1,1 0-1,0 1 0,-1 0 0,0 1 1,14 7-1,0 4 102,1 1 1,29 28-1,-30-25-3738,46 32 0,-60-47-5745</inkml:trace>
</inkml:ink>
</file>

<file path=ppt/ink/ink1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0.275"/>
    </inkml:context>
    <inkml:brush xml:id="br0">
      <inkml:brushProperty name="width" value="0.035" units="cm"/>
      <inkml:brushProperty name="height" value="0.035" units="cm"/>
    </inkml:brush>
  </inkml:definitions>
  <inkml:trace contextRef="#ctx0" brushRef="#br0">48 74 14446,'0'0'-64,"-41"-36"192,34 22 0,7 6-128,18 4-32,10 4-96,6-3-2627,6-6-1024</inkml:trace>
</inkml:ink>
</file>

<file path=ppt/ink/ink1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0.820"/>
    </inkml:context>
    <inkml:brush xml:id="br0">
      <inkml:brushProperty name="width" value="0.035" units="cm"/>
      <inkml:brushProperty name="height" value="0.035" units="cm"/>
    </inkml:brush>
  </inkml:definitions>
  <inkml:trace contextRef="#ctx0" brushRef="#br0">57 231 14157,'-5'8'385,"4"-7"-364,-7 12 657,-1 1 1,2 0 0,-10 24-1,15-34-562,1-1-1,-1 1 1,1 0 0,0-1-1,0 1 1,1 0-1,-1 0 1,1 0-1,0-1 1,0 1 0,0 0-1,0 0 1,1 0-1,0 0 1,0-1-1,0 1 1,0 0 0,0-1-1,1 1 1,-1-1-1,1 1 1,0-1-1,5 6 1,-1-3-95,0 0 0,1 0 0,0-1 0,0 0 0,0-1 0,0 0 0,1 0 0,0 0 0,0-1 0,0 0 0,15 3-1,-21-5-19,1-1 0,0 0 0,-1 1 0,1-1 0,0-1-1,-1 1 1,1 0 0,0-1 0,-1 1 0,1-1 0,0 0-1,-1 0 1,1 0 0,-1 0 0,0 0 0,5-3-1,-5 2 3,0 0 0,0-1 0,0 1-1,0-1 1,0 0 0,0 1 0,-1-1-1,0 0 1,1 0 0,-1 0 0,0 0-1,0 0 1,0 0 0,-1 0 0,1-1-1,-1 1 1,0-4 0,1 0-6,-1 0 1,0 1 0,-1-1-1,1 0 1,-1 1-1,-1-1 1,1 1-1,-1-1 1,0 1-1,-1 0 1,1 0-1,-8-12 1,-1 3-12,0 0 1,-1 1-1,-18-16 1,8 7 8,20 21 8,0 0 1,0 0-1,0 0 0,0 0 0,0 0 0,0-1 0,1 1 1,-1-1-1,1 1 0,0-1 0,0 1 0,-2-5 1,11-2 26,16 6-11,-1 3-11,-1 2 1,0 1-1,0 1 1,0 1-1,36 12 1,100 51 1,-115-47-34,-42-23 24,0 1 0,-1-1 0,1 1 0,-1-1 0,1 0 0,-1 1 0,0-1 0,0 1 0,0-1 0,0 0 0,0 1 0,0-1 0,0 1 0,-1-4 0,-6-36 6,-7-51 16,14 85-20,-1 0 1,1-1 0,1 1 0,0 0 0,0 0 0,0 0 0,0 0-1,1 1 1,1-1 0,3-8 0,-5 12-2,1 0 0,0 0 0,0 1 0,0-1 1,1 1-1,-1-1 0,1 1 0,-1 0 0,1 0 0,0 0 0,0 0 0,0 0 1,0 1-1,0 0 0,0-1 0,0 1 0,0 0 0,1 0 0,-1 1 0,0-1 1,1 1-1,-1-1 0,1 1 0,-1 0 0,0 0 0,1 1 0,-1-1 0,0 1 0,1 0 1,-1 0-1,0 0 0,4 2 0,10 3 7,-1 0-1,-1 2 1,1 0-1,25 18 1,87 71 43,-77-52-5852,-38-31-8986</inkml:trace>
</inkml:ink>
</file>

<file path=ppt/ink/ink1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1.240"/>
    </inkml:context>
    <inkml:brush xml:id="br0">
      <inkml:brushProperty name="width" value="0.035" units="cm"/>
      <inkml:brushProperty name="height" value="0.035" units="cm"/>
    </inkml:brush>
  </inkml:definitions>
  <inkml:trace contextRef="#ctx0" brushRef="#br0">24 0 16560,'0'0'-128,"-23"66"96,24-10 64,12 20 256,16 10 737,9 10-224,3 7-225,6 6-320,-2 0-192,-3-5-32,-3-3 0,-4-6-32,-5-10-32,-12-15-1121,-5-18-2786,-13-18-4838</inkml:trace>
</inkml:ink>
</file>

<file path=ppt/ink/ink1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1.553"/>
    </inkml:context>
    <inkml:brush xml:id="br0">
      <inkml:brushProperty name="width" value="0.035" units="cm"/>
      <inkml:brushProperty name="height" value="0.035" units="cm"/>
    </inkml:brush>
  </inkml:definitions>
  <inkml:trace contextRef="#ctx0" brushRef="#br0">29 152 11851,'-5'-13'-347,"0"2"622,1 1 1,0-1-1,1 0 1,0-1-1,-1-13 0,4 23-181,0 0-1,0-1 1,0 1-1,0 0 1,0 0-1,0 0 1,1 0-1,-1 0 1,1 0-1,-1 0 1,1 0-1,0 0 1,0 0-1,0 0 1,0 1-1,0-1 1,0 0-1,0 1 1,1-1-1,-1 0 1,1 1-1,-1 0 1,1-1-1,0 1 1,-1 0-1,1 0 1,0 0-1,0 0 1,0 0-1,0 0 1,0 1-1,0-1 1,0 0-1,0 1 1,3-1-1,10-1-25,-1 1-1,1 1 0,-1 0 0,1 1 0,-1 0 1,1 1-1,-1 1 0,0 0 0,0 1 1,0 0-1,24 12 0,-27-11-58,1 1 0,-1 0 0,0 1 0,-1 0 1,0 1-1,0 0 0,-1 1 0,0 0 0,0 0 0,-1 1 0,0 0 0,-1 0 0,12 22 1,-17-27-6,1 0 0,-1 0 0,-1 0 0,1 0 0,-1 0 1,0 0-1,0 1 0,-1-1 0,1 0 0,-1 1 1,0-1-1,-1 1 0,1-1 0,-1 0 0,0 0 1,0 1-1,-1-1 0,0 0 0,0 0 0,0 0 1,0 0-1,-1-1 0,0 1 0,0-1 0,0 1 1,0-1-1,-1 0 0,0 0 0,1 0 0,-6 3 1,0 0-163,-1-1 0,1 0 1,-1 0-1,-1-1 0,1 0 1,-1-1-1,1 0 1,-1-1-1,0 0 0,0 0 1,-1-2-1,1 1 1,-14-1-1,24-1 38,0 1 1,0-1-1,0 0 0,0 0 1,-1 0-1,1 0 1,0 0-1,0 0 0,0 0 1,0-1-1,0 1 1,0 0-1,0-1 0,0 1 1,0 0-1,0-1 1,0 1-1,0-1 0,0 0 1,0 1-1,0-1 1,0 0-1,0 1 0,1-1 1,-1 0-1,0 0 1,1 0-1,-1 0 0,0 0 1,1 0-1,-1 0 1,1 0-1,0 0 0,-1 0 1,1 0-1,0 0 1,-1 0-1,1-2 0,1-1-171,-1 1 0,1-1 0,0 1 0,0 0 0,0-1 0,0 1 0,0 0 0,1 0 0,0-1 0,0 1 0,3-4 0,24-29-3889</inkml:trace>
</inkml:ink>
</file>

<file path=ppt/ink/ink1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2.107"/>
    </inkml:context>
    <inkml:brush xml:id="br0">
      <inkml:brushProperty name="width" value="0.035" units="cm"/>
      <inkml:brushProperty name="height" value="0.035" units="cm"/>
    </inkml:brush>
  </inkml:definitions>
  <inkml:trace contextRef="#ctx0" brushRef="#br0">297 80 9673,'0'0'1628,"-10"0"-779,-7 1-258,1 1 0,-1 1 0,1 1 1,0 0-1,0 1 0,0 1 0,0 0 0,1 1 0,0 1 0,-24 16 0,29-17-434,1 1 0,0 0-1,0 1 1,0-1-1,-11 18 1,17-23-134,1 1 1,0-1-1,0 1 0,0 0 1,0-1-1,0 1 1,1 0-1,0 0 0,0 0 1,0 0-1,0 0 1,0 1-1,1-1 0,0 0 1,0 0-1,0 0 0,1 1 1,-1-1-1,1 0 1,1 4-1,-1-5-23,1-1 0,0 0 0,-1 1 0,1-1 1,0 0-1,0 0 0,1 0 0,-1 0 0,0 0 0,1-1 0,-1 1 0,1-1 1,-1 1-1,1-1 0,0 0 0,-1 0 0,1 0 0,0 0 0,0-1 0,0 1 1,5-1-1,4 2-3,0-1 0,0-1 1,0 0-1,12-2 0,-18 1-9,-1 0-1,1 0 0,0-1 1,-1 0-1,0-1 0,1 1 1,-1-1-1,0 0 1,0 0-1,0 0 0,-1-1 1,1 1-1,-1-1 0,0-1 1,0 1-1,0 0 0,0-1 1,3-6-1,-3 4 10,0 0 0,0 0-1,-1 0 1,0 0 0,-1-1-1,1 1 1,-1-1 0,-1 0 0,1 0-1,-1 0 1,-1 0 0,0-15-1,0 24 10,0 0 0,0-1 0,0 1 0,0-1-1,-1 1 1,1 0 0,0-1 0,0 1 0,0 0 0,-1-1-1,1 1 1,0-1 0,-1 1 0,1-1 0,-1 1-1,1-1 1,-1 1 0,1-1 0,-1 1 0,1-1 0,-1 1-1,1-1 1,-1 0 0,1 1 0,-1-1 0,0 0-1,1 0 1,-1 1 0,1-1 0,-1 0 0,0 0 0,1 0-1,-1 0 1,0 0 0,1 0 0,-1 0 0,0 0-1,1 0 1,-1 0 0,0 0 0,1 0 0,-1 0-1,0-1 1,1 1 0,-1 0 0,1 0 0,-1-1 0,1 1-1,-1-1 1,0 1 0,1 0 0,-1-1 0,1 1-1,-1-1 1,1 1 0,0-1 0,-1 1 0,1-1 0,0 1-1,-1-1 1,1 0 0,0 1 0,-1-1 0,1 1-1,0-1 1,0-1 0,0 6 15,1 1 0,0-1-1,0 0 1,0 0 0,0 0 0,1-1 0,-1 1-1,1 0 1,0 0 0,0-1 0,0 1 0,1-1-1,0 0 1,-1 0 0,1 0 0,0 0 0,0 0-1,0 0 1,1-1 0,-1 0 0,1 1 0,-1-1-1,6 1 1,5 5 63,1-1 0,0 0 0,1-2-1,25 7 1,-37-11-83,0 0 0,0 0 0,0 0 1,1 0-1,-1-1 0,0 0 0,0 0 0,0 0 0,1 0 0,-1-1 0,0 0 0,0 1 0,0-1 0,0-1 0,0 1 0,0-1 0,0 0 1,-1 1-1,5-4 0,-3 0 0,-1 1 1,0-1 0,-1 0-1,1 0 1,-1 0 0,0-1-1,0 1 1,0-1-1,-1 0 1,0 1 0,0-1-1,1-9 1,9-60 4,-11 58 1,1 1-1,1-1 1,10-32-1,-13 48-6,1 0 0,0 0 0,-1 0 0,1-1 0,0 1 0,0 0 0,0 0 0,0 0 0,0 0 0,0 0 0,0 1 0,0-1 0,0 0 0,0 0 0,1 1 0,-1-1 0,0 1 0,1-1 0,-1 1 0,0-1 0,1 1 0,-1 0 0,0 0 0,1-1 0,-1 1 0,1 0 0,-1 0 0,0 0 0,1 1 0,-1-1 0,0 0 0,1 1 0,-1-1 0,0 0 0,1 1 0,-1 0 0,2 0 0,48 27 0,-47-25 0,27 17 165,40 20 0,-14-18-1972,0-13-5503,-37-9 2164</inkml:trace>
</inkml:ink>
</file>

<file path=ppt/ink/ink1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2.517"/>
    </inkml:context>
    <inkml:brush xml:id="br0">
      <inkml:brushProperty name="width" value="0.035" units="cm"/>
      <inkml:brushProperty name="height" value="0.035" units="cm"/>
    </inkml:brush>
  </inkml:definitions>
  <inkml:trace contextRef="#ctx0" brushRef="#br0">268 48 9257,'0'0'1703,"-10"-7"742,-1 1-1843,-1 0 1,0 1-1,0 0 1,-1 0-1,1 1 1,-18-2 0,23 4-396,1 1 0,-1 1 0,0-1 0,1 1 1,-1 0-1,0 1 0,1-1 0,-1 1 1,1 0-1,-1 1 0,1 0 0,-1 0 0,1 0 1,0 1-1,0 0 0,-10 7 0,13-9-201,1 1 0,-1 0 0,1 0 0,-1 0 0,1 0 0,0 0 0,0 0 0,0 1 0,0-1 0,1 1-1,-1-1 1,1 1 0,-1-1 0,1 1 0,0 0 0,0 0 0,0 0 0,0 0 0,1 0 0,-1 0 0,1 0 0,0 0-1,0 0 1,0 0 0,0 0 0,0 0 0,1 0 0,-1 0 0,2 3 0,0-3-3,-1 1 1,2-1-1,-1 0 0,0 0 1,1 0-1,-1 0 0,1 0 1,0 0-1,0-1 0,0 0 1,0 1-1,1-1 0,-1 0 1,0 0-1,1-1 0,0 1 1,-1-1-1,1 0 0,0 0 1,0 0-1,7 1 0,-4-1-10,0-1-1,0 0 1,0 0 0,0 0-1,0-1 1,0 0-1,0 0 1,0-1 0,-1 0-1,12-5 1,-16 7 5,0-1 0,1-1 0,-1 1 0,-1 0 0,1 0 0,0-1 0,0 1 0,0-1 0,-1 0 0,1 1 0,-1-1 0,1 0 0,-1 0 0,0 0 0,0 0 0,0 0 0,0 0 0,0 0 0,0 0 0,0-1 0,-1 1 0,1 0 0,-1 0 0,0-1 0,0 1 0,1 0 0,-2-1 0,1 1 0,0 0 0,0 0 0,-1-1 0,1 1 0,-1 0 0,0 0 0,1-1 0,-3-3 0,2 4 12,-1 0-1,1 0 0,-1 0 0,0 0 0,1 1 0,-1-1 0,0 0 0,0 1 0,0-1 0,0 1 0,0 0 1,0-1-1,-1 1 0,1 0 0,0 0 0,-1 1 0,1-1 0,0 0 0,-1 1 0,1-1 0,-1 1 1,1 0-1,-1 0 0,1 0 0,-1 0 0,-3 1 0,5-1-6,1 1 1,-1-1-1,1 0 0,0 1 0,-1-1 1,1 0-1,-1 1 0,1-1 0,0 1 1,-1-1-1,1 1 0,0-1 0,0 0 1,-1 1-1,1-1 0,0 1 1,0-1-1,0 1 0,0-1 0,0 1 1,0-1-1,0 1 0,0-1 0,0 1 1,0-1-1,0 1 0,0 0 1,0-1-1,0 1 0,0-1 0,0 1 1,0-1-1,1 0 0,-1 1 0,0-1 1,0 1-1,1-1 0,-1 1 1,0-1-1,0 1 0,1-1 0,-1 0 1,1 1-1,-1-1 0,1 1 0,17 18 39,-4-10-79,0 0 0,0-2 0,1 1 0,-1-2 0,2 0 0,-1-1 0,1 0 0,21 2 0,-25-5-1920,1-1-1,0 0 1,19-2 0,-16-2-4129</inkml:trace>
</inkml:ink>
</file>

<file path=ppt/ink/ink1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3.283"/>
    </inkml:context>
    <inkml:brush xml:id="br0">
      <inkml:brushProperty name="width" value="0.035" units="cm"/>
      <inkml:brushProperty name="height" value="0.035" units="cm"/>
    </inkml:brush>
  </inkml:definitions>
  <inkml:trace contextRef="#ctx0" brushRef="#br0">1 278 10794,'0'0'6161,"9"7"-5756,40 40-131,-45-44-250,-1 1 0,1 0-1,-1-1 1,0 1 0,0 0-1,-1 1 1,0-1 0,1 0 0,-1 1-1,-1-1 1,1 1 0,1 8-1,-3-43-3,-1 17-16,0-1 1,1 0-1,1 1 1,0-1-1,1 1 0,0 0 1,1-1-1,1 1 1,5-14-1,-9 26-3,1 0 0,0 0 0,-1 0 0,1 0 0,0 0 0,0 0 0,-1 0 0,1 0 0,0 0 0,0 0 0,0 0 0,0 1 0,0-1 0,0 0 0,1 1 0,-1-1 0,0 0 0,0 1 0,0 0 0,1-1 0,-1 1 0,0 0-1,0 0 1,1-1 0,-1 1 0,2 0 0,0 1-1,1 0 1,-1-1-1,0 1 0,1 0 0,-1 1 0,0-1 0,0 1 1,0-1-1,6 5 0,4 4 4,0 2 0,0-1 0,11 15 0,-22-24 0,5 6-15,3 1 9,-1 1 0,-1 0 0,0 1 0,8 13 0,-22-38 21,0-1 0,1 1 0,1-1 0,0-1 0,1 1 0,1 0 0,0-1-1,1 1 1,1-1 0,1-16 0,-1 30 17,0 1-1,0 0 1,0-1-1,0 1 1,0 0-1,0-1 1,0 1-1,0 0 0,1-1 1,-1 1-1,0 0 1,1-1-1,-1 1 1,1 0-1,0 0 1,-1-1-1,1 1 1,0 0-1,0 0 1,0 0-1,0 0 0,-1 0 1,1 0-1,1 0 1,-1 0-1,0 1 1,0-1-1,0 0 1,0 1-1,1-1 1,-1 0-1,0 1 1,0 0-1,1-1 0,-1 1 1,2-1-1,0 2-23,0-1-1,-1 1 0,1 0 1,0 0-1,-1 0 0,1 0 1,-1 0-1,1 0 0,-1 1 1,0-1-1,1 1 0,-1 0 1,0-1-1,0 1 0,0 0 1,0 0-1,1 3 0,6 7-8,2 3 4,1-1-1,0 0 1,0-1 0,26 21-1,-35-32-5,0 1 0,-1-2-1,1 1 1,0 0 0,0-1-1,0 1 1,0-1 0,0 0-1,0 0 1,1 0 0,-1 0-1,0 0 1,1-1 0,-1 0-1,0 0 1,1 0 0,-1 0-1,0 0 1,1 0 0,-1-1-1,0 0 1,0 0 0,1 0-1,-1 0 1,0 0 0,0 0-1,0-1 1,0 0 0,0 1-1,-1-1 1,1 0 0,0 0-1,3-4 1,3-4 5,0 0 0,0-1-1,-1 0 1,0-1 0,11-24 0,-15 29-2,-1 0 0,0-1 0,0 0 1,-1 1-1,0-1 0,0 0 0,-1 0 1,0-1-1,-1 1 0,0 0 0,-1-11 0,1 18 20,0 0 0,-1-1 0,1 1-1,-1 0 1,0 0 0,1 0-1,-1-1 1,0 1 0,0 0 0,0 0-1,1 0 1,-1 0 0,0 0-1,0 1 1,-1-1 0,1 0 0,0 0-1,0 1 1,0-1 0,0 1-1,-1-1 1,1 1 0,0-1 0,0 1-1,-1 0 1,1-1 0,0 1-1,-1 0 1,1 0 0,0 0 0,-1 0-1,1 0 1,0 0 0,-1 1-1,-1 0 1,-1-1 51,0 1 1,1-1-1,-1 1 0,0 0 0,1 1 0,-1-1 1,1 1-1,-1-1 0,1 1 0,0 0 1,-5 4-1,5-4-43,1 0 1,-1 1-1,1 0 0,0-1 1,0 1-1,0 0 1,0 0-1,0 0 0,1 0 1,-1 0-1,1 0 0,0 0 1,0 1-1,0-1 1,0 1-1,1-1 0,-1 0 1,1 1-1,0-1 1,0 1-1,0-1 0,0 1 1,1-1-1,0 0 0,-1 1 1,1-1-1,0 0 1,0 1-1,3 3 0,-1-3-28,0 0 0,0 0 0,0-1 0,1 1-1,-1-1 1,1 0 0,0 0 0,0 0 0,0 0 0,0-1-1,1 0 1,-1 0 0,1 0 0,-1 0 0,1-1-1,0 1 1,-1-1 0,1 0 0,0-1 0,6 1-1,2 0-461,0-1-1,-1-1 1,1 1 0,0-2-1,-1 0 1,1-1-1,-1 0 1,0 0-1,0-1 1,19-10-1,-24 10 38,1-1-1,-1 0 1,0-1-1,0 0 1,0 0-1,-1 0 1,0 0-1,0-1 1,0 0-1,-1-1 1,0 1-1,-1-1 1,0 0-1,0 0 1,-1 0-1,3-10 1,6-28-4218</inkml:trace>
</inkml:ink>
</file>

<file path=ppt/ink/ink1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3.454"/>
    </inkml:context>
    <inkml:brush xml:id="br0">
      <inkml:brushProperty name="width" value="0.035" units="cm"/>
      <inkml:brushProperty name="height" value="0.035" units="cm"/>
    </inkml:brush>
  </inkml:definitions>
  <inkml:trace contextRef="#ctx0" brushRef="#br0">58 12 11435,'0'0'1473,"-45"-12"1410,35 12-1314,7 22-832,3 9-32,7 6 160,13 5-289,5 3-320,6 2-160,2 2-96,-1 1 33,-1 1-66,-4-1-415,-9-4-2307,-5-9-3010,-9-12-4773</inkml:trace>
</inkml:ink>
</file>

<file path=ppt/ink/ink1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14.075"/>
    </inkml:context>
    <inkml:brush xml:id="br0">
      <inkml:brushProperty name="width" value="0.035" units="cm"/>
      <inkml:brushProperty name="height" value="0.035" units="cm"/>
    </inkml:brush>
  </inkml:definitions>
  <inkml:trace contextRef="#ctx0" brushRef="#br0">6 364 14189,'-2'-8'1186,"1"4"-1063,1 0 0,-1 1 0,0-1 0,1 0 1,0 0-1,0 0 0,0 1 0,0-1 0,1 0 1,-1 0-1,1 1 0,0-1 0,0 0 0,0 1 1,1-1-1,-1 1 0,1-1 0,0 1 1,0 0-1,0 0 0,0 0 0,1 0 0,-1 0 1,5-4-1,20-13 289,1 2 1,1 0 0,1 2-1,48-19 1,-36 17-358,59-36 0,-96 48 60,-17 4-81,-19 9-18,29-6-16,-1 0 1,1 1-1,0-1 1,-1 1-1,1 0 1,0 0-1,0-1 1,0 1-1,0 1 1,0-1-1,0 0 1,1 0-1,-1 1 1,1-1-1,-1 1 1,1-1-1,0 1 1,0-1-1,0 1 0,1 0 1,-1 0-1,0-1 1,1 1-1,0 0 1,0 0-1,0 0 1,0 0-1,0-1 1,0 1-1,1 0 1,1 5-1,0-4 1,0 0-1,0 0 1,0 1 0,0-1-1,1-1 1,0 1-1,0 0 1,0-1 0,0 1-1,0-1 1,1 0-1,0 0 1,-1 0 0,1-1-1,0 1 1,0-1-1,1 0 1,5 2 0,-4-1-4,0-1 0,-1-1 1,1 1-1,0-1 0,0 0 1,0 0-1,0-1 1,0 0-1,0 0 0,0 0 1,12-3-1,-15 2 6,0 0-1,0-1 1,0 1 0,0-1-1,-1 0 1,1 1 0,0-1-1,-1 0 1,1-1 0,-1 1-1,0 0 1,0-1-1,0 1 1,0-1 0,0 0-1,0 0 1,-1 0 0,1 0-1,-1 0 1,0 0 0,0 0-1,0 0 1,0-4 0,4-21 76,-1 1-1,-1-1 1,-2-48 0,-1 59 177,1 25-194,1 0 0,1-1 1,-1 1-1,1-1 0,0 0 0,6 9 1,-1 0-19,-6-11-43,0 0-1,0 0 0,1-1 0,-1 0 1,1 1-1,1-1 0,-1 0 0,0-1 1,1 1-1,0 0 0,0-1 0,0 0 1,0 0-1,0 0 0,1-1 0,-1 1 1,1-1-1,0 0 0,0 0 0,-1-1 1,1 1-1,0-1 0,0 0 0,1 0 1,-1-1-1,9 0 0,-1-1 0,-1-1 0,0 0 0,0-1 0,-1 0-1,1-1 1,-1 0 0,1-1 0,-1 0 0,-1-1 0,14-9 0,0-1 4,-18 10-2,0 1 1,1 0 0,0 1-1,0-1 1,1 2-1,-1-1 1,1 1-1,0 0 1,-1 0-1,13-2 1,-19 5-3,0 0 0,0 1 1,-1-1-1,1 0 0,0 0 1,0 1-1,-1-1 0,1 0 0,0 1 1,-1-1-1,1 1 0,0-1 1,-1 1-1,1-1 0,0 1 1,-1-1-1,1 1 0,-1 0 0,1-1 1,-1 1-1,1 0 0,-1-1 1,0 1-1,1 0 0,-1 0 1,0-1-1,0 1 0,1 0 1,-1 0-1,0 0 0,0-1 0,0 1 1,0 0-1,0 0 0,0 0 1,0 0-1,0-1 0,-1 1 1,1 0-1,0 0 0,0-1 0,-1 1 1,1 0-1,0 0 0,-1 0 1,-15 39 17,9-32-168,1 1 1,-1-1-1,-1-1 1,1 1-1,-1-1 1,-1 0-1,1-1 1,-1 0 0,0-1-1,-1 0 1,1 0-1,-20 7 1,-17-2-4667</inkml:trace>
</inkml:ink>
</file>

<file path=ppt/ink/ink1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42.063"/>
    </inkml:context>
    <inkml:brush xml:id="br0">
      <inkml:brushProperty name="width" value="0.035" units="cm"/>
      <inkml:brushProperty name="height" value="0.035" units="cm"/>
    </inkml:brush>
  </inkml:definitions>
  <inkml:trace contextRef="#ctx0" brushRef="#br0">3 74 8968,'0'0'4298,"7"7"-3209,10 12-247,0 0 0,-2 1 1,0 0-1,17 34 0,48 106 624,-57-113-1346,3 7 16,13 24 98,-4 1 0,34 112 1,-94-268-203,-60-122 1,73 173-45,-99-194-86,89 182 107,-2 1-1,-2 1 0,-47-50 1,86 96 154,0-1 1,0 0-1,1-1 1,19 9 0,88 39-181,-90-42 75,-12-5-59,-13-6-3,0 1-1,0-1 1,1 0 0,-1-1-1,1 1 1,-1-1-1,1-1 1,0 1-1,0-1 1,0 0-1,0-1 1,7 0 0,-13-1-5,0 0 1,0 0 0,0 0 0,0 0 0,0 0 0,-1-1-1,1 1 1,-1 0 0,1 0 0,-1-1 0,1 1 0,-1 0 0,0-1-1,1 1 1,-1 0 0,0-1 0,0 1 0,0-1 0,0 1-1,0 0 1,0-1 0,-1-1 0,-4-36-119,1 23 71,-2 0 1,0 0 0,-15-28 0,14 30 224,0 0 0,1 0 0,0-1 0,-5-26 0,13 44-51,0 0 1,0 0-1,1 0 0,-1 0 0,1-1 0,0 0 0,0 1 0,3 1 1,1 2 34,18 13 209,1 0 1,1-1-1,37 17 0,1-3-2276,0 1-6995</inkml:trace>
</inkml:ink>
</file>

<file path=ppt/ink/ink1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42.264"/>
    </inkml:context>
    <inkml:brush xml:id="br0">
      <inkml:brushProperty name="width" value="0.035" units="cm"/>
      <inkml:brushProperty name="height" value="0.035" units="cm"/>
    </inkml:brush>
  </inkml:definitions>
  <inkml:trace contextRef="#ctx0" brushRef="#br0">0 1 11563,'0'0'9000,"42"34"-8167,-29-15-448,3 3-289,-1 0-32,1 1-32,-1-1-64,-1-2-385,-3-7-2177,-5-5-2435</inkml:trace>
</inkml:ink>
</file>

<file path=ppt/ink/ink1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42.513"/>
    </inkml:context>
    <inkml:brush xml:id="br0">
      <inkml:brushProperty name="width" value="0.035" units="cm"/>
      <inkml:brushProperty name="height" value="0.035" units="cm"/>
    </inkml:brush>
  </inkml:definitions>
  <inkml:trace contextRef="#ctx0" brushRef="#br0">1 0 11211,'0'0'7879,"55"46"-6566,-43-21-512,-2 1-385,-3 2-319,-2 3-65,-5 3 0,0-4-32,0 0-64,-13-5-897,-1-4-1698,-3-8-1056,-5-7-3268</inkml:trace>
</inkml:ink>
</file>

<file path=ppt/ink/ink1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43.075"/>
    </inkml:context>
    <inkml:brush xml:id="br0">
      <inkml:brushProperty name="width" value="0.035" units="cm"/>
      <inkml:brushProperty name="height" value="0.035" units="cm"/>
    </inkml:brush>
  </inkml:definitions>
  <inkml:trace contextRef="#ctx0" brushRef="#br0">327 422 10442,'0'0'1137,"0"-7"1367,1-22-102,-1 28-2329,0 1 0,0-1-1,0 1 1,0-1 0,0 1 0,0-1 0,1 1-1,-1-1 1,0 1 0,0 0 0,0-1 0,1 1 0,-1-1-1,0 1 1,1 0 0,-1-1 0,0 1 0,1 0-1,-1-1 1,0 1 0,1 0 0,-1 0 0,1-1 0,-1 1-1,0 0 1,1 0 0,-1 0 0,1 0 0,-1-1-1,1 1 1,-1 0 0,1 0 0,-1 0 0,1 0-1,-1 0 1,0 0 0,1 0 0,-1 0 0,1 0 0,-1 1-1,1-1 1,-1 0 0,1 0 0,17 8 764,-8 0-624,-1 1 1,0 0-1,0 0 0,-1 1 0,0 0 0,-1 0 1,0 0-1,-1 1 0,10 23 0,-12-26-202,-1 0 1,0 1-1,0-1 0,-1 0 0,0 1 1,-1 0-1,0-1 0,0 1 0,-1 0 0,0 0 1,-1-1-1,1 1 0,-2 0 0,1-1 0,-4 12 1,2-16-12,1 1 1,0-1-1,-1 0 0,1-1 1,-1 1-1,0 0 1,-1-1-1,1 1 1,0-1-1,-1 0 1,0 0-1,0-1 1,0 1-1,0-1 1,0 1-1,0-1 1,-1-1-1,1 1 1,-1-1-1,1 1 0,-1-1 1,0-1-1,1 1 1,-1-1-1,0 1 1,1-2-1,-1 1 1,0 0-1,-6-2 1,-9-1-21,0-1-1,1 0 1,0-2 0,0 0 0,-30-15 0,33 13-10,-77-39-105,84 42 135,1-1 1,-1 0 0,1 0-1,0-1 1,1 1-1,0-2 1,-11-13 0,17 20-1,0-1 1,0 1-1,0-1 0,0 0 1,1 1-1,-1-1 1,0 0-1,1 1 0,0-1 1,-1 0-1,1 0 1,0 0-1,0 0 1,0 1-1,0-1 0,0 0 1,0 0-1,1 0 1,-1 1-1,1-1 0,-1 0 1,1 0-1,0 1 1,-1-1-1,1 0 1,0 1-1,0-1 0,0 1 1,0-1-1,1 1 1,0-2-1,6-4 3,-1 0 0,1 1 1,1 0-1,12-8 0,-8 6 5,338-194 121,-2 0-87,-332 192-128,28-23-1867</inkml:trace>
</inkml:ink>
</file>

<file path=ppt/ink/ink1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43.277"/>
    </inkml:context>
    <inkml:brush xml:id="br0">
      <inkml:brushProperty name="width" value="0.035" units="cm"/>
      <inkml:brushProperty name="height" value="0.035" units="cm"/>
    </inkml:brush>
  </inkml:definitions>
  <inkml:trace contextRef="#ctx0" brushRef="#br0">0 1 13805,'0'0'3716,"18"43"-1731,-9-21-415,2 4-673,1 4-385,-1 4-384,4 5-96,0 1 32,-4 0-384,0-6-1986,-4-7-7335</inkml:trace>
</inkml:ink>
</file>

<file path=ppt/ink/ink1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44.415"/>
    </inkml:context>
    <inkml:brush xml:id="br0">
      <inkml:brushProperty name="width" value="0.035" units="cm"/>
      <inkml:brushProperty name="height" value="0.035" units="cm"/>
    </inkml:brush>
  </inkml:definitions>
  <inkml:trace contextRef="#ctx0" brushRef="#br0">0 16 8200,'0'-6'1185,"0"-1"1762,0 4-705,3 3-513,2 0-736,1 11 289,5 7 31,2 7-384,0 1-257,3 6-287,1-1-225,1-1-96,0-2-32,-2-2 32,0-1-64,-4-3-320,-7-4-2307,-5-4-5348</inkml:trace>
</inkml:ink>
</file>

<file path=ppt/ink/ink1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45.554"/>
    </inkml:context>
    <inkml:brush xml:id="br0">
      <inkml:brushProperty name="width" value="0.035" units="cm"/>
      <inkml:brushProperty name="height" value="0.035" units="cm"/>
    </inkml:brush>
  </inkml:definitions>
  <inkml:trace contextRef="#ctx0" brushRef="#br0">38 88 12684,'0'0'2285,"2"12"-1559,5 15 85,1 0 0,1 0 0,24 46 0,53 80 934,-57-108-1608,-3 1 0,-1 1 0,-3 2 1,21 65-1,-39-87-82,-16-35 15,-17-39-14,-48-121-57,42 85-8,-4 3 1,-85-133-1,111 199 16,11 20 10,17 27 23,-5-22-28,1 0-1,0 0 0,1-2 0,0 1 1,0-1-1,1-1 0,0-1 0,1 1 1,0-2-1,0 0 0,0-1 0,0 0 1,1-1-1,0-1 0,0 0 0,0-1 0,0 0 1,28-2-1,-40 0-11,1 0-1,-1-1 1,1 1-1,-1-1 1,1 0 0,-1 0-1,0 0 1,0 0-1,1-1 1,-1 1 0,0-1-1,0 0 1,0 0-1,0 0 1,-1 0-1,1-1 1,-1 1 0,1-1-1,-1 1 1,0-1-1,0 0 1,0 0 0,0 0-1,0 0 1,-1 0-1,1 0 1,-1 0 0,0-1-1,0 1 1,0-1-1,-1 1 1,1 0 0,-1-1-1,0 1 1,0-5-1,1-2-4,-1 1 0,-1 0 0,1-1 0,-1 1 0,-1 0 0,0 0 0,0 0 0,-1 0 0,0 0 0,-1 0 0,0 1 0,-7-13 0,-29-23 2,38 42 8,0 0-1,-1 0 1,1 0-1,-1 0 1,0 1-1,1-1 1,-1 1-1,0-1 1,0 1-1,0 0 1,0 0-1,0 0 1,0 1-1,-1-1 1,-4 1-1,13 13 28,2-6-26,1 1 1,0-2-1,1 1 0,0-1 0,0-1 0,0 0 1,0 0-1,14 5 0,90 26-89,-39-14-263,-63-19-433,43 19-3843,-27 1-7023,-28-25 12482,0 0 0,0 0-1,1 0 1,-1 0 0,0 0-1,1 0 1,-1 0 0,1 0-1,0 0 1,0-1 0,-1 1 0,2-3-1,-1 3-692,0 0 0,0 1 0,1-1 0,-1 0 0,1 0 0,-1 1 0,1-1 0,0 0-1,-1 1 1,1-1 0,0 1 0,0-1 0,0 1 0,0 0 0,0-1 0,1 1 0,-1 0 0,0 0 0,1 0-1,-1 0 1,1 0 0,-1 0 0,1 0 0,-1 0 0,1 0 0,-1 1 0,1-1 0,0 1 0,0-1 0,-1 1-1,1 0 1,0-1 0,0 1 0,-1 0 0,3 1 0,-1-2-131,-1 1 1,0 0-1,1 0 1,-1 0-1,0 1 1,0-1-1,0 1 1,1-1-1,-1 1 0,0-1 1,0 1-1,0 0 1,0 0-1,0 0 1,0 1-1,0-1 0,0 0 1,0 1-1,-1-1 1,1 1-1,-1-1 1,3 4-1,-2-1-6,0 0-1,-1-1 1,1 1-1,-1 0 1,0 0-1,0 0 1,0 0-1,-1 0 1,0 0-1,1 0 1,-2 8-1,-1 3-6,0 1-1,-1 0 1,-1-1-1,-1 0 1,-9 23-1,8-26 5,-8 24-1,14-35-3,0-1 0,0 1 0,0 0 0,0-1 0,1 1 0,-1 0 0,0 0 0,0-1 0,1 1 0,-1 0 0,0-1 0,1 1 0,-1-1 0,0 1 0,1 0 0,-1-1 0,1 1-1,-1-1 1,1 1 0,0-1 0,-1 1 0,1-1 0,-1 0 0,1 1 0,0-1 0,-1 0 0,1 1 0,0-1 0,-1 0 0,1 0 0,0 1 0,0-1 0,-1 0 0,1 0 0,0 0 0,-1 0 0,1 0 0,0 0 0,0 0 0,-1-1 0,1 1 0,0 0 0,-1 0 0,1 0 0,0-1 0,0 1 0,8-2-62,0 0 0,0-1 0,0 0 0,0 0-1,-1-1 1,0 0 0,0-1 0,9-6 0,61-47-1653,-75 55 1597,30-26-3320,-4-2-1847</inkml:trace>
</inkml:ink>
</file>

<file path=ppt/ink/ink1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45.724"/>
    </inkml:context>
    <inkml:brush xml:id="br0">
      <inkml:brushProperty name="width" value="0.035" units="cm"/>
      <inkml:brushProperty name="height" value="0.035" units="cm"/>
    </inkml:brush>
  </inkml:definitions>
  <inkml:trace contextRef="#ctx0" brushRef="#br0">0 1 9737,'0'0'4773,"9"54"-3428,-1-29-128,3 4-512,-1 0-289,-1 4-320,-4 0-64,-3-2 0,-2 0-32,0-3-64,-2-1-2562,-10-8-1890,-5-5-6631</inkml:trace>
</inkml:ink>
</file>

<file path=ppt/ink/ink1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46.193"/>
    </inkml:context>
    <inkml:brush xml:id="br0">
      <inkml:brushProperty name="width" value="0.035" units="cm"/>
      <inkml:brushProperty name="height" value="0.035" units="cm"/>
    </inkml:brush>
  </inkml:definitions>
  <inkml:trace contextRef="#ctx0" brushRef="#br0">413 381 15407,'0'0'774,"7"0"373,-3 0-1062,-1 0 0,0 1 0,0-1-1,0 1 1,0-1 0,0 1 0,0 0-1,0 0 1,0 1 0,-1-1 0,1 1 0,0-1-1,-1 1 1,5 3 0,-2 0 116,0 0-1,-1 0 1,0 0 0,0 1 0,0 0-1,-1-1 1,5 11 0,-5-11-157,-1 0 0,0 0 0,0 1 1,0-1-1,-1 1 0,1-1 0,-1 1 0,-1-1 0,1 1 1,-1 0-1,0-1 0,0 1 0,-1 0 0,1-1 1,-1 1-1,-1 0 0,1-1 0,-4 9 0,2-10-19,1 1-1,-1-1 0,0 0 1,-1 0-1,1 0 0,-1-1 1,1 1-1,-1-1 0,0 0 1,0 0-1,-1 0 0,1 0 1,-1-1-1,1 0 0,-1 0 1,0 0-1,0 0 0,0-1 1,0 0-1,-8 1 0,-3 0-29,0-2-1,0 1 0,0-2 0,0 0 0,-1-1 0,2-1 1,-1 0-1,0-1 0,1-1 0,-27-12 0,8 1-10,1-1 0,1-2 0,-46-35 0,74 51 17,1 0 1,-1 1-1,1-2 0,0 1 0,-1 0 0,1-1 0,1 1 0,-1-1 0,1 0 1,-4-7-1,5 9 0,1 0 1,-1 0-1,1 0 1,0 0-1,0 0 1,0 0-1,0 0 1,0 0-1,0 0 1,1 0-1,-1 0 1,0 0-1,1 1 1,0-1-1,-1 0 1,1 0-1,0 0 1,0 0 0,0 1-1,0-1 1,1 0-1,-1 1 1,0-1-1,1 1 1,-1-1-1,4-1 1,25-20 5,1 1 0,1 2 1,1 1-1,52-21 0,-26 12 26,410-203-1837,-453 223-2430</inkml:trace>
</inkml:ink>
</file>

<file path=ppt/ink/ink1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46.553"/>
    </inkml:context>
    <inkml:brush xml:id="br0">
      <inkml:brushProperty name="width" value="0.035" units="cm"/>
      <inkml:brushProperty name="height" value="0.035" units="cm"/>
    </inkml:brush>
  </inkml:definitions>
  <inkml:trace contextRef="#ctx0" brushRef="#br0">1 14 10602,'0'0'5499,"8"-3"-4031,-7 3-1442,5-2 226,0 0 0,0 0 0,0 0 1,1 1-1,-1 0 0,0 1 0,8-1 0,-11 2-231,-1-1 0,0 1-1,1-1 1,-1 1-1,1 0 1,-1 0-1,0 0 1,1 0-1,-1 0 1,0 0 0,0 1-1,0-1 1,0 1-1,0 0 1,-1-1-1,1 1 1,0 0 0,-1 0-1,1 0 1,-1 0-1,0 0 1,1 1-1,-1-1 1,0 0 0,1 4-1,1 3-15,-1-1 0,1 0 0,-2 1 0,1-1 0,-1 1 1,0-1-1,-1 1 0,0 0 0,0-1 0,-1 1 0,0 0 0,-4 14 0,-3 1-15,-1-1 0,-23 45 0,27-56 1,41-34 14,43-35-558,124-104-4473,-185 142-520,-8 4-2195</inkml:trace>
</inkml:ink>
</file>

<file path=ppt/ink/ink1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46.814"/>
    </inkml:context>
    <inkml:brush xml:id="br0">
      <inkml:brushProperty name="width" value="0.035" units="cm"/>
      <inkml:brushProperty name="height" value="0.035" units="cm"/>
    </inkml:brush>
  </inkml:definitions>
  <inkml:trace contextRef="#ctx0" brushRef="#br0">1 35 6438,'0'0'11083,"8"-6"-10571,-5 4-469,1-1 0,-1 1-1,1 0 1,0 0 0,0 0 0,-1 0 0,2 1 0,5-2-1,-9 3-36,1 0 0,0 0 0,-1 0 0,1 0 0,0 0 0,-1 0 0,1 1 0,-1-1 0,1 1 0,0-1 0,-1 1 0,1 0 0,-1-1 0,1 1 0,-1 0 0,0 0 0,1 0 0,-1 0 0,0 0 0,0 1-1,1-1 1,-1 0 0,0 0 0,0 1 0,-1-1 0,1 1 0,0-1 0,0 1 0,-1-1 0,1 1 0,-1-1 0,1 4 0,1-1-2,0 1-1,-1 0 1,0-1 0,0 1-1,0 0 1,-1 0 0,0 0-1,0-1 1,0 1-1,0 0 1,-1 0 0,0 0-1,-2 7 1,-1 0 4,-2 0 1,1 0-1,-12 17 0,10-18 0,0 1 1,1 0-1,-7 19 0,13-31-6,0 1 0,0-1 0,0 0 0,0 1-1,0-1 1,0 0 0,0 1 0,0-1 0,0 0-1,0 1 1,0-1 0,0 1 0,0-1 0,1 0-1,-1 1 1,0-1 0,0 0 0,0 0 0,1 1-1,-1-1 1,0 0 0,0 1 0,1-1 0,-1 0-1,0 0 1,0 0 0,1 1 0,-1-1 0,0 0-1,1 0 1,-1 0 0,0 0 0,1 0 0,-1 1-1,1-1 1,-1 0 0,0 0 0,1 0 0,-1 0-1,0 0 1,1 0 0,-1 0 0,0 0 0,1 0-1,-1 0 1,1-1 0,-1 1 0,0 0 0,1 0-1,-1 0 1,0 0 0,1 0 0,-1-1 0,0 1-1,1 0 1,-1-1 15,20-5 144,-1-1 0,0-1 0,0 0 0,-1-2 0,26-16 0,-8 4-150,212-117-919,-204 112-3149</inkml:trace>
</inkml:ink>
</file>

<file path=ppt/ink/ink1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49.441"/>
    </inkml:context>
    <inkml:brush xml:id="br0">
      <inkml:brushProperty name="width" value="0.035" units="cm"/>
      <inkml:brushProperty name="height" value="0.035" units="cm"/>
    </inkml:brush>
  </inkml:definitions>
  <inkml:trace contextRef="#ctx0" brushRef="#br0">1 85 11851,'0'0'5894,"97"-47"-5766,-23 40 0,16-1-32,6 0-64,2 2 0,-5 0-32,-9 3 32,-11 3-32,-16 0-897,-16 0-2498,-12 0-3684</inkml:trace>
</inkml:ink>
</file>

<file path=ppt/ink/ink1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48.911"/>
    </inkml:context>
    <inkml:brush xml:id="br0">
      <inkml:brushProperty name="width" value="0.035" units="cm"/>
      <inkml:brushProperty name="height" value="0.035" units="cm"/>
    </inkml:brush>
  </inkml:definitions>
  <inkml:trace contextRef="#ctx0" brushRef="#br0">0 46 6951,'0'-2'245,"0"1"1,0 0 0,1-1 0,-1 1 0,0-1 0,0 1-1,1 0 1,-1-1 0,1 1 0,0 0 0,-1-1 0,1 1-1,0 0 1,0 0 0,-1 0 0,1 0 0,0-1 0,0 1-1,0 1 1,0-1 0,1 0 0,-1 0 0,0 0 0,0 0 0,2 0-1,1-1-49,0 1 0,1 0 0,-1-1 0,1 1 0,-1 1 0,0-1 0,1 1-1,6 0 1,-2 0-153,-1 0-1,1 1 0,-1 1 1,1-1-1,-1 1 1,1 1-1,-1-1 0,15 8 1,-17-5-31,-1-1 1,0 0 0,0 1-1,0 0 1,0 1 0,-1-1 0,0 1-1,0-1 1,0 1 0,-1 0-1,0 1 1,0-1 0,0 1-1,-1-1 1,0 1 0,-1 0 0,1-1-1,-1 1 1,0 0 0,-1 0-1,0 0 1,0 0 0,0 0-1,-1 0 1,-2 11 0,1-10 19,0 0 0,0-1 1,-1 1-1,1 0 0,-2-1 1,1 0-1,-1 1 0,0-1 1,-1-1-1,0 1 0,0-1 1,0 1-1,-1-1 0,1-1 0,-1 1 1,-1-1-1,1 0 0,-1-1 1,0 0-1,0 0 0,-15 6 1,-1-7 130,23-4-156,0 1 0,-1 0 0,1 0 0,0 0 0,-1-1 0,1 1-1,0 0 1,0 0 0,-1-1 0,1 1 0,0 0 0,0-1 0,-1 1-1,1 0 1,0-1 0,0 1 0,0 0 0,0-1 0,-1 1 0,1 0 0,0-1-1,0 1 1,0 0 0,0-1 0,0 1 0,0-1 0,0 1 0,0 0-1,0-1 1,0 1 0,0-1 0,1-2 8,1 0-1,-1 0 1,0-1 0,1 1-1,-1 1 1,1-1 0,0 0-1,0 0 1,0 1 0,4-4-1,30-27 8,41-29 0,-49 41-17,0-1 0,-2-2 0,45-50 0,-69 72 126,0-1-1,-1 0 1,1 0-1,-1 0 1,1 0-1,-1 0 0,0 0 1,-1 0-1,1-1 1,0 1-1,-1 0 1,1 0-1,-1-1 1,0 1-1,-1-4 1,1 6-72,-1 0 0,1 1 1,-1-1-1,1 1 1,-1-1-1,1 1 0,-1-1 1,1 1-1,-1-1 1,0 1-1,1 0 1,-1-1-1,0 1 0,1 0 1,-1 0-1,0-1 1,1 1-1,-1 0 1,0 0-1,1 0 0,-1 0 1,0 0-1,0 0 1,1 0-1,-1 0 0,0 0 1,-1 0-1,-23 5 450,21-2-486,0 1 0,0-1 0,0 1 0,1 0 0,-1 0 0,1 1-1,0-1 1,0 1 0,0-1 0,1 1 0,0 0 0,-1 0 0,2 0 0,-1 0-1,1 0 1,0 0 0,0 1 0,0-1 0,0 0 0,1 7 0,0 1 21,-1 0 0,2 0 0,0 0 0,0 0 0,1 0 0,1 0 0,5 16 0,-2-14-672,1 0-1,0-1 1,1 1 0,0-2-1,11 14 1,-15-22 201,0-1 0,0 1 1,0-1-1,0 0 0,1 0 1,-1 0-1,1-1 0,0 1 1,0-1-1,0-1 0,1 1 1,-1-1-1,1 0 0,-1 0 1,1 0-1,10 1 0,6-2-8344</inkml:trace>
</inkml:ink>
</file>

<file path=ppt/ink/ink1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49.097"/>
    </inkml:context>
    <inkml:brush xml:id="br0">
      <inkml:brushProperty name="width" value="0.035" units="cm"/>
      <inkml:brushProperty name="height" value="0.035" units="cm"/>
    </inkml:brush>
  </inkml:definitions>
  <inkml:trace contextRef="#ctx0" brushRef="#br0">0 0 9801,'0'0'4388,"11"50"-3267,-9-30 737,1 2-1153,1-1-225,1 2-287,-3 2-129,0 1-64,-2 3 64,0-1-96,0-3-801,-7-3-2178,-1-6-1089</inkml:trace>
</inkml:ink>
</file>

<file path=ppt/ink/ink1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49.831"/>
    </inkml:context>
    <inkml:brush xml:id="br0">
      <inkml:brushProperty name="width" value="0.035" units="cm"/>
      <inkml:brushProperty name="height" value="0.035" units="cm"/>
    </inkml:brush>
  </inkml:definitions>
  <inkml:trace contextRef="#ctx0" brushRef="#br0">144 0 11307,'0'0'4260,"27"55"-3043,-25-28-416,-2 8-161,-8 2-480,-10 3-96,-7-1-32,-3 0 1,-3-5-162,0-7-2625,0-10-2916</inkml:trace>
</inkml:ink>
</file>

<file path=ppt/ink/ink1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51.768"/>
    </inkml:context>
    <inkml:brush xml:id="br0">
      <inkml:brushProperty name="width" value="0.035" units="cm"/>
      <inkml:brushProperty name="height" value="0.035" units="cm"/>
    </inkml:brush>
  </inkml:definitions>
  <inkml:trace contextRef="#ctx0" brushRef="#br0">1 481 9961,'104'-86'7611,"94"-107"-6573,-183 175-1007,0 0 0,15-27 0,-27 40-28,0 0 1,0 0 0,-1 0 0,0-1 0,0 1 0,0 0 0,0-1-1,-1 1 1,0-1 0,0 1 0,-1-1 0,1 0 0,-1 0 0,-1 1 0,0-9-1,0 12-2,0 1-1,0-1 1,0 0-1,0 1 1,0-1-1,0 1 1,-1 0-1,1-1 1,0 1-1,-1 0 1,1 0-1,-1 0 1,0 0-1,1 0 1,-1 0-1,0 0 1,1 1-1,-1-1 1,0 0-1,0 1 1,0 0-1,1-1 1,-1 1-1,0 0 1,0 0-1,0 0 1,0 0-1,0 0 1,0 1-1,1-1 1,-4 1-1,-2 0-2,1 1 1,-1-1-1,1 1 0,0 0 0,0 0 1,0 1-1,0-1 0,-6 5 0,9-5 1,0 0 0,1 0-1,-1 0 1,0 0-1,1 0 1,-1 1-1,1-1 1,0 1-1,0 0 1,0-1 0,0 1-1,0 0 1,1 0-1,-1 0 1,1 0-1,0 1 1,0-1-1,0 0 1,0 0-1,1 1 1,-1-1 0,1 1-1,0-1 1,0 0-1,0 1 1,0-1-1,1 0 1,-1 1-1,1-1 1,0 0 0,0 1-1,0-1 1,0 0-1,1 0 1,-1 0-1,1 0 1,4 5-1,6 8 4,1-1-1,1-1 1,0 0-1,1-1 0,22 15 1,-17-13-9,3 3-1,-6-6 14,-1 1-1,0 0 1,-1 1 0,0 1 0,-1 0-1,12 19 1,-25-33-4,0 0 0,-1 0 0,1 0 0,0 1 1,-1-1-1,1 0 0,-1 1 0,1-1 0,-1 0 0,0 1 0,1-1 0,-1 1 0,0-1 1,0 0-1,0 1 0,0-1 0,0 1 0,0-1 0,0 1 0,-1-1 0,1 0 0,-1 1 0,0 1 1,0-1-1,-1 0 1,1 0 0,-1-1 0,0 1 0,0-1-1,1 1 1,-1-1 0,0 0 0,0 0 0,0 1-1,0-1 1,0-1 0,-4 2 0,-10 2 9,0 0 1,-1-2 0,-25 2-1,23-3-2,-40 3-10,36-3-116,0 1 0,0 1-1,-30 7 1,53-10-38,0 0 1,0 0-1,1 0 0,-1 1 0,0-1 1,1 0-1,-1 0 0,0 0 0,0 1 0,1-1 1,-1 0-1,0 0 0,0 0 0,1 1 1,-1-1-1,0 0 0,0 1 0,0-1 1,0 0-1,1 0 0,-1 1 0,0-1 1,0 0-1,0 1 0,0-1 0,0 0 0,0 1 1,0-1-1,0 0 0,0 1 0,0-1 1,0 0-1,0 1 0,0-1 0,0 0 1,0 1-1,0-1 0,0 0 0,-1 1 1,1-1-1,0 0 0,0 0 0,0 1 0,0-1 1,-1 0-1,1 1 0,0-1 0,0 0 1,-1 0-1,1 0 0,0 1 0,0-1 1,-1 0-1,1 0 0,-1 0 0,18 0-5371</inkml:trace>
</inkml:ink>
</file>

<file path=ppt/ink/ink1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52.002"/>
    </inkml:context>
    <inkml:brush xml:id="br0">
      <inkml:brushProperty name="width" value="0.035" units="cm"/>
      <inkml:brushProperty name="height" value="0.035" units="cm"/>
    </inkml:brush>
  </inkml:definitions>
  <inkml:trace contextRef="#ctx0" brushRef="#br0">1 0 11851,'0'0'4292,"48"3"-3107,-42 17-32,-1 4-416,-1 4-256,-1 5-321,-3-1-64,0 1-64,0-1 0,0-3-32,-4-3-64,-1-6-1570,1-8-1825,3-4-2178</inkml:trace>
</inkml:ink>
</file>

<file path=ppt/ink/ink1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52.188"/>
    </inkml:context>
    <inkml:brush xml:id="br0">
      <inkml:brushProperty name="width" value="0.035" units="cm"/>
      <inkml:brushProperty name="height" value="0.035" units="cm"/>
    </inkml:brush>
  </inkml:definitions>
  <inkml:trace contextRef="#ctx0" brushRef="#br0">1 0 13036,'0'0'6887,"36"56"-5446,-22-28-768,2 3-289,-1 1-256,-2 2-96,-5-2 0,-7 0-288,-1-4-3716,-9-8-6854</inkml:trace>
</inkml:ink>
</file>

<file path=ppt/ink/ink1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53.040"/>
    </inkml:context>
    <inkml:brush xml:id="br0">
      <inkml:brushProperty name="width" value="0.035" units="cm"/>
      <inkml:brushProperty name="height" value="0.035" units="cm"/>
    </inkml:brush>
  </inkml:definitions>
  <inkml:trace contextRef="#ctx0" brushRef="#br0">1 59 10762,'0'0'1009,"4"-8"822,-2 4-1717,1 1 0,-1-1-1,1 1 1,-1 0 0,1 0-1,0 0 1,1 0 0,-1 0 0,0 0-1,1 1 1,-1 0 0,1 0-1,0 0 1,0 0 0,0 0 0,0 1-1,0 0 1,0 0 0,0 0-1,0 0 1,1 0 0,-1 1-1,0 0 1,0 0 0,1 0 0,-1 1-1,0-1 1,0 1 0,7 2-1,-4-1-99,0 1-1,-1 0 0,0 0 1,0 1-1,0 0 0,0 0 0,0 0 1,-1 1-1,1-1 0,-1 1 0,-1 1 1,1-1-1,-1 1 0,0-1 1,0 1-1,0 1 0,-1-1 0,0 0 1,0 1-1,-1 0 0,0-1 0,0 1 1,2 12-1,-3-9-10,1-1 0,-2 1 0,1-1 0,-1 0 0,-1 1 0,1-1 0,-2 1 0,1-1 1,-1 0-1,-1 0 0,0 0 0,0 0 0,0 0 0,-1 0 0,-1-1 0,1 0 0,-9 11 0,7-12-1,-1 0 0,1 0 0,-1 0 0,0-1 0,-1 0-1,0-1 1,1 0 0,-2 0 0,1 0 0,-1-1 0,1-1 0,-1 1 0,0-1 0,0-1-1,-1 0 1,-12 2 0,21-4-1,1 0 0,0-1-1,0 1 1,-1 0 0,1-1 0,0 1 0,0 0-1,-1-1 1,1 1 0,0 0 0,0-1-1,0 1 1,0 0 0,0-1 0,0 1 0,-1 0-1,1-1 1,0 1 0,0 0 0,0-1-1,0 1 1,0-1 0,0 1 0,1 0-1,-1-1 1,0 1 0,0 0 0,0-1 0,0 1-1,0 0 1,0-1 0,1 1 0,-1 0-1,0-1 1,0 1 0,0 0 0,1 0 0,-1-1-1,0 1 1,0 0 0,1 0 0,-1-1-1,0 1 1,1 0 0,11-17 2,20-10-19,58-39 1,-66 51 6,0-1 0,-2-1-1,0-2 1,0 0 0,34-41 0,-55 58 42,1 1 0,-1-1 0,0 0 0,0 1 0,0-1 0,0 0 1,0 0-1,0 0 0,0 1 0,-1-1 0,1 0 0,-1 0 0,1 0 0,-1 0 0,0 0 0,0 0 0,0 0 0,0 0 0,0-3 0,-1 4 32,1 0-1,-1 0 1,0 0-1,0 0 1,1 0-1,-1 0 0,0 0 1,0 0-1,0 0 1,0 1-1,0-1 1,0 0-1,0 1 1,0-1-1,0 0 0,0 1 1,0-1-1,-1 1 1,1 0-1,0-1 1,0 1-1,-3 0 0,0-1 87,-1 1 0,0 0 0,0 0 0,1 1 0,-1-1 0,0 1 0,0 0 0,1 0 0,-1 0 0,1 1 0,-1 0 0,1 0 0,0 0 0,0 0 0,-5 3 0,5-1-109,0-1 0,0 1 0,0 0 0,1 0-1,0 1 1,-1-1 0,1 0 0,0 1 0,1 0 0,-1 0 0,1 0 0,0 0 0,1 0-1,-1 0 1,1 0 0,0 1 0,0-1 0,0 1 0,1-1 0,0 0 0,0 1-1,0-1 1,1 1 0,0-1 0,0 0 0,0 1 0,4 8 0,0-3-57,0 1 0,1-1 0,0-1 0,0 1 0,1-1 0,1 0 0,0 0 0,0-1 0,1 0 0,0-1 0,11 8 0,35 21-2509,-16-19-3483,-14-11-1306</inkml:trace>
</inkml:ink>
</file>

<file path=ppt/ink/ink1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53.367"/>
    </inkml:context>
    <inkml:brush xml:id="br0">
      <inkml:brushProperty name="width" value="0.035" units="cm"/>
      <inkml:brushProperty name="height" value="0.035" units="cm"/>
    </inkml:brush>
  </inkml:definitions>
  <inkml:trace contextRef="#ctx0" brushRef="#br0">17 20 11787,'0'0'689,"7"-4"758,-2 2-1084,0-1 0,1 1 0,-1 0 0,1 0 1,-1 1-1,1 0 0,11-1 0,-15 2-314,-1 0 0,1 0-1,0 0 1,0 1 0,0-1 0,-1 0-1,1 1 1,0 0 0,-1-1 0,1 1 0,0 0-1,-1 0 1,1 0 0,-1 0 0,0 0-1,1 0 1,-1 0 0,0 0 0,1 1-1,-1-1 1,0 1 0,0-1 0,0 1-1,0-1 1,0 1 0,-1-1 0,1 1 0,0 0-1,-1-1 1,1 1 0,-1 0 0,0 0-1,1-1 1,-1 5 0,1 2-35,-1 0-1,0 0 1,0 0 0,0 0 0,-1 0-1,0 0 1,-1-1 0,0 1 0,0 0 0,-1-1-1,-5 12 1,-3 3-27,-1-1 0,-22 27-1,-7 13-661,40-61 663,1 0 1,0 0-1,-1 1 1,1-1-1,0 1 1,0-1-1,-1 0 0,1 1 1,0-1-1,0 1 1,-1-1-1,1 0 0,0 1 1,0-1-1,0 1 1,0-1-1,0 1 1,0-1-1,0 1 0,0-1 1,0 1-1,0-1 1,0 1-1,0-1 0,0 0 1,0 1-1,0-1 1,0 1-1,1-1 1,-1 1-1,0-1 0,0 0 1,1 1-1,-1-1 1,0 1-1,0-1 0,1 0 1,0 1-1,21 0-46,29-14 130,44-18-83,149-55-266,-219 73-1757,-9-2-1948</inkml:trace>
</inkml:ink>
</file>

<file path=ppt/ink/ink1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53.616"/>
    </inkml:context>
    <inkml:brush xml:id="br0">
      <inkml:brushProperty name="width" value="0.035" units="cm"/>
      <inkml:brushProperty name="height" value="0.035" units="cm"/>
    </inkml:brush>
  </inkml:definitions>
  <inkml:trace contextRef="#ctx0" brushRef="#br0">1 135 12940,'0'0'4292,"64"-51"-3651,5 35-353,14 4-64,22-1 1,9 3-1,2-1-96,-10 7-128,-12 3 96,-19 1-128,-20-4-3267,-19-9-6086</inkml:trace>
</inkml:ink>
</file>

<file path=ppt/ink/ink1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53.992"/>
    </inkml:context>
    <inkml:brush xml:id="br0">
      <inkml:brushProperty name="width" value="0.035" units="cm"/>
      <inkml:brushProperty name="height" value="0.035" units="cm"/>
    </inkml:brush>
  </inkml:definitions>
  <inkml:trace contextRef="#ctx0" brushRef="#br0">123 2 9321,'0'0'5797,"46"-1"-4483,-39 36-1026,-7 12 0,0 8-96,-11 7-96,-14 3-64,-4-1-64,-5 1-32,-5-9-897,1-8-3651</inkml:trace>
</inkml:ink>
</file>

<file path=ppt/ink/ink1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54.522"/>
    </inkml:context>
    <inkml:brush xml:id="br0">
      <inkml:brushProperty name="width" value="0.035" units="cm"/>
      <inkml:brushProperty name="height" value="0.035" units="cm"/>
    </inkml:brush>
  </inkml:definitions>
  <inkml:trace contextRef="#ctx0" brushRef="#br0">1 562 14734,'12'-11'342,"63"-57"268,-31 31 296,64-71 0,-98 97-819,0-1 1,-1 0-1,-1 0 0,0 0 1,-1-1-1,0-1 0,-1 1 0,0-1 1,-2 0-1,1 0 0,3-25 1,-7 33-89,-1 0 0,0 1 1,0-1-1,0 1 1,-1-1-1,0 0 0,0 1 1,-1-1-1,1 1 1,-1 0-1,0-1 1,-1 1-1,1 0 0,-1 0 1,0 0-1,0 1 1,-1-1-1,1 1 0,-1 0 1,0 0-1,0 0 1,0 0-1,-1 1 0,-4-4 1,1 2-2,0 1 1,0 0-1,0 1 1,-1-1-1,1 1 1,-1 1-1,0 0 1,0 0-1,1 1 1,-1 0-1,0 0 1,0 1-1,0 0 1,-14 3-1,21-3 1,0 0 0,1 0-1,-1 0 1,1 1 0,-1-1-1,1 1 1,-1-1 0,0 1-1,1 0 1,0-1 0,-1 1-1,1 0 1,-1 0 0,1 0-1,0 0 1,0 0 0,0 0-1,-1 1 1,1-1 0,0 0-1,1 1 1,-1-1-1,0 0 1,0 1 0,0-1-1,1 1 1,-1-1 0,1 1-1,-1-1 1,1 1 0,0 0-1,0-1 1,-1 1 0,1 0-1,0-1 1,1 3 0,-1 1-3,1 0 1,1 0-1,-1 0 1,0-1 0,1 1-1,0 0 1,0-1-1,1 0 1,-1 1-1,1-1 1,4 5-1,26 27 19,47 42 0,-52-55-2,-2 2 1,-1 1-1,-2 0 0,29 43 1,-48-65-11,-2 1 1,1-1 0,-1 1 0,1 0 0,-1-1 0,-1 1 0,1 0-1,-1 0 1,1 1 0,-2-1 0,1 0 0,0 0 0,-1 1 0,0-1 0,0 0-1,-1 0 1,0 1 0,-1 5 0,0-7 0,0 1 0,0-1 0,-1 0 0,0 0 0,1 0 0,-2 0 1,1 0-1,0-1 0,-1 1 0,1-1 0,-1 0 0,0 0 0,0 0 0,0-1 0,-1 1 0,1-1 0,-1 0 0,1 0 0,-7 1 0,-6 2 6,1-1 0,-1 0 0,0-1 0,-20 0 0,28-2-4,0-1-1,0 0 0,-1-1 0,1 0 0,0 0 0,0-1 0,0 0 0,0 0 1,-11-6-1,18 8-11,1-1 0,0 1-1,0-1 1,-1 1 0,1-1 0,0 0 0,0 0 0,0 1 0,0-1 0,0 0-1,0 0 1,0 0 0,0 0 0,0 0 0,1 0 0,-1-1 0,0 1 0,1 0 0,-1 0-1,1-1 1,-1 1 0,1 0 0,0 0 0,-1-1 0,1-2 0,0 3-229,1-1 0,-1 1 0,1-1 0,0 1 0,-1 0 0,1-1 0,0 1 0,0 0 0,0-1 0,0 1 0,0 0 0,0 0 0,0 0 1,1 0-1,-1 0 0,0 0 0,1 0 0,-1 0 0,0 1 0,3-2 0,20-9-7004</inkml:trace>
</inkml:ink>
</file>

<file path=ppt/ink/ink1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54.839"/>
    </inkml:context>
    <inkml:brush xml:id="br0">
      <inkml:brushProperty name="width" value="0.035" units="cm"/>
      <inkml:brushProperty name="height" value="0.035" units="cm"/>
    </inkml:brush>
  </inkml:definitions>
  <inkml:trace contextRef="#ctx0" brushRef="#br0">40 29 13100,'0'0'150,"11"-3"229,-1-1-266,49-13 1639,-54 16-1487,0 0 0,-1 0 0,1 0 0,0 1 0,0 0 0,-1 0 0,1 0 0,0 0 0,0 1 0,-1 0 0,7 2 0,-9-2-255,-1 0 0,1 0 1,-1 1-1,1-1 0,-1 0 1,0 1-1,0 0 0,1-1 1,-1 1-1,0 0 0,-1-1 1,1 1-1,0 0 0,0 0 1,-1 0-1,1 0 0,-1-1 1,1 1-1,-1 0 0,0 0 1,0 0-1,0 0 1,0 0-1,0 0 0,-1 0 1,1 0-1,0 0 0,-1 2 1,-1 3-12,1-1 1,-1 1 0,0 0 0,-1-1 0,1 1 0,-8 10 0,-4 2-4,-2-1 0,0 0 0,-1-1 0,-36 27 0,-9 9-884,62-53 878,0 0 0,1 0 1,-1 0-1,0 0 0,1 0 0,-1 0 0,0 0 0,0 0 0,1 0 0,-1 0 1,0 0-1,1 0 0,-1 0 0,0 0 0,0 0 0,1 0 0,-1 0 1,0 0-1,0 0 0,1 0 0,-1 0 0,0 1 0,0-1 0,1 0 1,-1 0-1,0 0 0,0 1 0,1-1 0,-1 0 0,0 0 0,0 0 1,0 1-1,0-1 0,1 0 0,-1 0 0,0 1 0,0-1 0,0 0 1,0 0-1,0 1 0,0-1 0,0 0 0,0 1 0,0-1 0,0 0 0,0 0 1,0 1-1,0-1 0,0 0 0,0 1 0,0-1 0,0 0 0,0 0 1,0 1-1,0-1 0,0 0 0,0 0 0,-1 1 0,1-1 0,0 0 1,0 0-1,0 1 0,-1-1 0,1 0 0,0 0 0,0 0 0,0 1 1,-1-1-1,31-1 96,-25 1-127,55-6 56,84-21 0,-49 8 30,15-1-1866,-71 11-2460</inkml:trace>
</inkml:ink>
</file>

<file path=ppt/ink/ink1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55.194"/>
    </inkml:context>
    <inkml:brush xml:id="br0">
      <inkml:brushProperty name="width" value="0.035" units="cm"/>
      <inkml:brushProperty name="height" value="0.035" units="cm"/>
    </inkml:brush>
  </inkml:definitions>
  <inkml:trace contextRef="#ctx0" brushRef="#br0">1 28 10954,'0'0'1346,"7"-6"-439,23-15-432,-29 21-469,0 0 0,0 0 0,0-1 0,-1 1 0,1 0 0,0 0 0,0 0 0,-1 0 0,1 0 0,0 0 0,0 1 0,0-1 0,-1 0 0,1 0 0,0 1 0,0-1 0,-1 0 0,1 1 0,0-1 0,-1 0 0,1 1 0,0-1 0,-1 1 0,1-1 0,-1 1 0,1 0 0,-1-1 0,1 1 0,-1-1 0,1 1 0,-1 0 0,1-1 0,-1 2 0,13 27 133,-11-24-92,4 11-5,-1 0-1,0 1 1,-1 0-1,-1 0 1,0 0-1,-2 0 1,0 0-1,-2 32 1,0-46 46,0 0 1,0 0-1,0 0 0,-1 0 1,1-1-1,-1 1 1,0-1-1,0 1 0,0-1 1,0 0-1,0 1 1,0-1-1,-1 0 0,1 0 1,-4 1-1,-2 6 1057,34-10-469,445-60 504,-383 47-1677,-14-6-2012</inkml:trace>
</inkml:ink>
</file>

<file path=ppt/ink/ink1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37.638"/>
    </inkml:context>
    <inkml:brush xml:id="br0">
      <inkml:brushProperty name="width" value="0.035" units="cm"/>
      <inkml:brushProperty name="height" value="0.035" units="cm"/>
    </inkml:brush>
  </inkml:definitions>
  <inkml:trace contextRef="#ctx0" brushRef="#br0">202 1 12940,'0'0'96,"-57"31"64,24 8-127,2 16 127,0 14 192,7 7 160,6 8-255,11 6-97,7-1-32,9-4-128,20-10 32,7-10-32,5-14 0,4-18-897,1-18-2466,-2-15-737</inkml:trace>
</inkml:ink>
</file>

<file path=ppt/ink/ink1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38.226"/>
    </inkml:context>
    <inkml:brush xml:id="br0">
      <inkml:brushProperty name="width" value="0.035" units="cm"/>
      <inkml:brushProperty name="height" value="0.035" units="cm"/>
    </inkml:brush>
  </inkml:definitions>
  <inkml:trace contextRef="#ctx0" brushRef="#br0">1 37 9161,'0'0'1596,"8"-6"-53,-5 3-1455,0 0 0,1 0 0,0 0 1,-1 1-1,1-1 0,0 1 0,0 0 1,0 0-1,1 1 0,-1-1 1,0 1-1,1 0 0,-1 0 0,1 0 1,-1 1-1,1 0 0,-1 0 0,1 0 1,-1 0-1,1 0 0,-1 1 0,1 0 1,-1 0-1,0 0 0,1 1 0,-1 0 1,0-1-1,0 1 0,4 3 0,0 1-83,-1 1 0,0 0 0,0 0 0,-1 0 0,0 1 0,0 0 0,-1 0 0,0 1 0,-1-1 0,0 1 0,0 0 0,0 0 0,2 14 0,-4-17-3,-1 1 0,1 0-1,-1 0 1,-1 0 0,1 0 0,-1 0 0,0 0 0,-1-1 0,0 1 0,0 0-1,0 0 1,-1 0 0,0-1 0,0 1 0,-1-1 0,0 1 0,0-1-1,0 0 1,-7 8 0,10-13-1,0 0 0,-1 0 0,0 0-1,1-1 1,-1 1 0,1 0 0,-1 0 0,0-1-1,1 1 1,-1 0 0,0-1 0,0 1 0,0-1-1,1 1 1,-1-1 0,0 1 0,0-1 0,0 0-1,0 1 1,0-1 0,0 0 0,0 0 0,0 0-1,-1 1 1,1-2 1,0 0 0,1 0 1,-1 1-1,1-1 0,-1 0 0,1 0 0,-1 1 0,1-1 0,0 0 0,-1 0 0,1 0 0,0 0 1,0 0-1,-1 0 0,1 0 0,0 0 0,0 1 0,0-1 0,0 0 0,1-1 0,-1-4 6,0-1 0,1 1 0,0 0 0,0 0 0,1 0 0,0-1 0,2-4 0,51-65-19,-40 59 17,-2-1-1,0-1 1,11-21-1,-19 19 1059,-5 20-1016,0 1-1,-1 0 1,1 0 0,0-1 0,0 1 0,-1 0 0,1 0-1,0-1 1,-1 1 0,1 0 0,0 0 0,-1 0-1,1 0 1,-1 0 0,1 0 0,0 0 0,-1 0 0,1 0-1,0 0 1,-1 0 0,1 0 0,-1 0 0,1 0 0,0 0-1,-1 0 1,1 0 0,0 0 0,-1 0 0,1 0-1,0 1 1,-1-1 0,-2 1 42,0 1 1,0-1-1,1 1 0,-1 0 1,1-1-1,-1 1 0,1 0 1,0 1-1,0-1 1,-1 0-1,-2 5 0,2-1-45,0 1-1,0-1 0,0 1 1,0 0-1,1 0 1,1 0-1,-1 0 0,1 0 1,0 0-1,0 0 1,1 0-1,0 0 1,1 0-1,-1 1 0,1-1 1,1 0-1,-1 0 1,1 0-1,0 0 0,1-1 1,0 1-1,0-1 1,0 1-1,7 8 0,-4-7-59,1 0 0,0 0 0,0-1 0,0 0 0,1 0 0,0-1 0,1 0 0,-1-1 0,1 0 0,0 0 0,1 0 0,-1-1 0,1-1 0,0 0-1,0 0 1,15 2 0,52-2-5035,-40-5-1874</inkml:trace>
</inkml:ink>
</file>

<file path=ppt/ink/ink1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36.465"/>
    </inkml:context>
    <inkml:brush xml:id="br0">
      <inkml:brushProperty name="width" value="0.035" units="cm"/>
      <inkml:brushProperty name="height" value="0.035" units="cm"/>
    </inkml:brush>
  </inkml:definitions>
  <inkml:trace contextRef="#ctx0" brushRef="#br0">1 0 11275,'0'0'0,"0"67"-96,4-24 128,-1 11 64,3 9 32,0 2-32,-2 2-64,4-1-32,-2-4 0,0-9-32,-3-9-96,0-13-2435,-3-15-512</inkml:trace>
</inkml:ink>
</file>

<file path=ppt/ink/ink1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37.135"/>
    </inkml:context>
    <inkml:brush xml:id="br0">
      <inkml:brushProperty name="width" value="0.035" units="cm"/>
      <inkml:brushProperty name="height" value="0.035" units="cm"/>
    </inkml:brush>
  </inkml:definitions>
  <inkml:trace contextRef="#ctx0" brushRef="#br0">634 1 12812,'0'0'21,"-1"7"-138,-4 6 132,0 1 1,0-1-1,-1-1 0,-1 1 1,0-1-1,-1 0 0,0 0 1,-1-1-1,0 0 0,-1-1 1,0 0-1,-16 12 0,-19 13 233,-89 50 0,102-66-126,30-18-124,1 0-1,0-1 1,-1 1 0,1 0-1,0-1 1,0 1 0,-1 0 0,1 0-1,0 0 1,0 0 0,0 0-1,0 0 1,1 1 0,-1-1 0,0 0-1,0 0 1,1 1 0,-1-1 0,0 0-1,1 1 1,-1 1 0,1-2 2,1 0 1,-1 0 0,1 0 0,-1 0-1,1 0 1,-1 0 0,1-1-1,-1 1 1,1 0 0,0 0-1,-1 0 1,1 0 0,0-1 0,0 1-1,0 0 1,0-1 0,0 1-1,-1-1 1,1 1 0,0-1 0,2 1-1,11 4 25,0 0-1,0-2 1,20 4-1,-17-4-7,25 6-2,61 16 36,-95-22-46,0 0 1,0 0 0,-1 0-1,0 1 1,0 0 0,0 1-1,0 0 1,-1 0 0,1 0-1,5 8 1,-9-11-6,-1 1 0,-1-1 0,1 1-1,0 0 1,-1-1 0,1 1 0,-1 0 0,0 0 0,0 0 0,0 0-1,0 0 1,-1 1 0,1-1 0,-1 0 0,0 0 0,0 0 0,0 0-1,0 1 1,-2 5 0,1-3 1,-2 1 0,1-1 0,-1 0 0,0 0 0,0 0 0,0 0 0,-1-1 0,0 1 0,-5 4 0,-10 10 13,0-2 0,-1-1 1,-36 25-1,-175 92 391,13-10 1438,184-94-1559,33-29-283,1-1 0,-1 1 0,0 0-1,1-1 1,-1 1 0,1 0 0,-1 0-1,1-1 1,-1 1 0,1 0 0,-1 0-1,1 0 1,0-1 0,0 1 0,-1 0-1,1 0 1,0 0 0,0 0 0,0 0-1,0 0 1,0 0 0,0-1 0,0 1-1,0 0 1,0 0 0,1 0 0,-1 0-1,0 0 1,0 0 0,1-1 0,-1 1-1,1 0 1,-1 0 0,1 0 0,-1-1 0,1 1-1,-1 0 1,1-1 0,0 1 0,-1-1-1,1 1 1,0 0 0,-1-1 0,1 1-1,0-1 1,1 1 0,6 2 7,1 0-1,0-1 1,0 0 0,1 0-1,-1-1 1,0 0 0,0 0 0,12-2-1,78-6 25,-53-1 5,-1-1 0,49-18 0,-46 13 1,74-13 0,-121 27-19,1 0 0,-1 0 1,1 0-1,-1 0 0,0 0 0,1 1 1,-1-1-1,1 0 0,-1 1 0,0 0 0,1-1 1,-1 1-1,0 0 0,1-1 0,-1 1 0,0 0 1,0 0-1,0 0 0,0 0 0,0 0 0,0 1 1,0-1-1,0 0 0,0 0 0,-1 0 0,1 1 1,-1-1-1,1 0 0,0 1 0,-1-1 0,0 1 1,1 1-1,10 59 732,-9-40-609,4 10-62,9 48-542,7 160 0,-23-218-2292,-7-7-2579</inkml:trace>
</inkml:ink>
</file>

<file path=ppt/ink/ink1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39.731"/>
    </inkml:context>
    <inkml:brush xml:id="br0">
      <inkml:brushProperty name="width" value="0.035" units="cm"/>
      <inkml:brushProperty name="height" value="0.035" units="cm"/>
    </inkml:brush>
  </inkml:definitions>
  <inkml:trace contextRef="#ctx0" brushRef="#br0">9 11 9513,'-3'-8'224,"-1"5"2723,2 3-1410,2 5-1216,0 15-289,0 4 128,0 8 320,3 2 65,3 1-385,3 1-96,-3-1-32,2-1 0,-3-2-32,0-5 0,-3-4 0,-2-7-64,0-12-3427</inkml:trace>
</inkml:ink>
</file>

<file path=ppt/ink/ink1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39.932"/>
    </inkml:context>
    <inkml:brush xml:id="br0">
      <inkml:brushProperty name="width" value="0.035" units="cm"/>
      <inkml:brushProperty name="height" value="0.035" units="cm"/>
    </inkml:brush>
  </inkml:definitions>
  <inkml:trace contextRef="#ctx0" brushRef="#br0">0 31 13389,'0'0'1569,"13"-30"-1729,-4 38-3107,0 0-2595</inkml:trace>
</inkml:ink>
</file>

<file path=ppt/ink/ink1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40.154"/>
    </inkml:context>
    <inkml:brush xml:id="br0">
      <inkml:brushProperty name="width" value="0.035" units="cm"/>
      <inkml:brushProperty name="height" value="0.035" units="cm"/>
    </inkml:brush>
  </inkml:definitions>
  <inkml:trace contextRef="#ctx0" brushRef="#br0">1 24 15983,'0'0'801,"44"-16"-545,-25 11-96,4 3 32,-1 2-127,2 0-65,-2 0 0,-2 6-33,-6 6-927,-7 0-1635,-5 3-1537,-2 1-96</inkml:trace>
</inkml:ink>
</file>

<file path=ppt/ink/ink1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40.306"/>
    </inkml:context>
    <inkml:brush xml:id="br0">
      <inkml:brushProperty name="width" value="0.035" units="cm"/>
      <inkml:brushProperty name="height" value="0.035" units="cm"/>
    </inkml:brush>
  </inkml:definitions>
  <inkml:trace contextRef="#ctx0" brushRef="#br0">1 88 7751,'0'0'3588,"41"5"-1570,-12-12-1025,4-2-705,6-4-192,0 0-32,1 0-192,-2-5-2819,-3-2-1377</inkml:trace>
</inkml:ink>
</file>

<file path=ppt/ink/ink1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40.492"/>
    </inkml:context>
    <inkml:brush xml:id="br0">
      <inkml:brushProperty name="width" value="0.035" units="cm"/>
      <inkml:brushProperty name="height" value="0.035" units="cm"/>
    </inkml:brush>
  </inkml:definitions>
  <inkml:trace contextRef="#ctx0" brushRef="#br0">1 0 13741,'0'0'2018,"46"54"-1313,-33-32-353,1 4 513,-1 2-577,1 6-256,-3 1-32,-3 1 0,-6-7-769,-2-8-3395</inkml:trace>
</inkml:ink>
</file>

<file path=ppt/ink/ink1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42.072"/>
    </inkml:context>
    <inkml:brush xml:id="br0">
      <inkml:brushProperty name="width" value="0.035" units="cm"/>
      <inkml:brushProperty name="height" value="0.035" units="cm"/>
    </inkml:brush>
  </inkml:definitions>
  <inkml:trace contextRef="#ctx0" brushRef="#br0">64 182 224,'-3'0'849,"0"0"-1,0-1 0,0 1 1,0-1-1,1 1 1,-1-1-1,0 0 0,0 0 1,1 0-1,-1 0 1,-4-3-1,4 2-671,1 0-1,0 0 0,1 1 1,-1-1-1,0 0 0,0 0 1,1-1-1,-1 1 1,1 0-1,0 0 0,0-1 1,0 1-1,0-1 1,0 1-1,0-1 0,0 1 1,1-1-1,0 0 1,-1 1-1,1-5 0,1 5-171,-1 1-1,1 0 1,0 0-1,-1 0 0,1-1 1,0 1-1,0 0 1,0 0-1,-1 0 1,1 1-1,0-1 0,0 0 1,1 0-1,-1 0 1,0 1-1,0-1 0,0 0 1,0 1-1,1-1 1,-1 1-1,0 0 1,1-1-1,-1 1 0,0 0 1,0 0-1,3 0 1,37-5 19,-41 5-24,10 0-3,0 0 0,-1 0 0,1 1-1,-1 1 1,1-1 0,-1 2 0,0-1-1,1 1 1,-1 1 0,-1-1 0,15 9-1,-18-9 4,0 0-1,-1 1 0,0-1 0,0 1 0,0-1 0,0 1 0,0 1 0,-1-1 0,0 0 1,0 1-1,0 0 0,0-1 0,-1 1 0,0 0 0,0 0 0,0 1 0,0-1 0,-1 0 0,0 1 1,0-1-1,0 11 0,-1-15 50,0-1 1,-1 1-1,1-1 1,0 1-1,-1-1 0,1 1 1,0-1-1,-1 1 1,1-1-1,-1 1 1,1-1-1,0 0 1,-1 1-1,1-1 1,-1 0-1,1 1 0,-1-1 1,1 0-1,-1 0 1,1 0-1,-1 1 1,0-1-1,1 0 1,-1 0-1,1 0 1,-1 0-1,1 0 0,-1 0 1,0 0-1,1 0 1,-1 0-1,1 0 1,-1 0-1,1 0 1,-1-1-1,0 1 1,1 0-1,-1 0 0,0-1 1,0 1 13,-1-1 0,1 1 1,-1-1-1,1 1 0,-1-1 1,1 1-1,0-1 0,-1 0 1,1 0-1,0 0 0,0 0 1,0 0-1,-1 0 0,1 0 0,0 0 1,0 0-1,-1-2 0,1-4-50,-1-1-1,1 0 0,0 1 0,1-1 1,0 0-1,0 1 0,0-1 0,1 0 1,0 1-1,1-1 0,0 1 0,0-1 1,0 1-1,1 0 0,0 0 1,1 0-1,-1 0 0,10-11 0,-10 12-13,1 1 0,-1 0-1,1 0 1,1 0 0,-1 1-1,1-1 1,0 1 0,-1 0 0,2 0-1,-1 1 1,0 0 0,1 0-1,0 0 1,-1 0 0,1 1-1,0 0 1,1 0 0,-1 1-1,0 0 1,0 0 0,1 0 0,11 1-1,-13 1 0,0 0 0,0 1-1,0 0 1,-1 0-1,1 1 1,-1-1 0,1 1-1,-1 0 1,0 0 0,0 1-1,-1-1 1,1 1 0,3 4-1,45 61-30,-40-51 14,14 27 146,2 3-3644,-20-41-4085</inkml:trace>
</inkml:ink>
</file>

<file path=ppt/ink/ink1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44.528"/>
    </inkml:context>
    <inkml:brush xml:id="br0">
      <inkml:brushProperty name="width" value="0.035" units="cm"/>
      <inkml:brushProperty name="height" value="0.035" units="cm"/>
    </inkml:brush>
  </inkml:definitions>
  <inkml:trace contextRef="#ctx0" brushRef="#br0">1 32 2402,'0'-26'5959,"0"21"-1349,8 21-3397,7 22-459,-2 2 0,-1 0-1,-2 0 1,8 77 0,-18-117-737,0 0-149,0 1-1,0-1 1,0 0-1,0 0 1,0 1 0,0-1-1,0 0 1,0 0-1,0 1 1,0-1 0,0 0-1,0 0 1,0 1 0,0-1-1,1 0 1,-1 0-1,0 0 1,0 1 0,0-1-1,0 0 1,0 0-1,1 0 1,-1 1 0,0-1-1,0 0 1,0 0-1,0 0 1,1 0 0,-1 1-1,0-1 1,0 0-1,1 0 1,-1 0 0,0 0-1,0 0 1,1 0 0,-1 0-1,0 0 1,0 0-1,1 0 1,-1 0 0,0 0-1,1 0 1,5 0-5639</inkml:trace>
</inkml:ink>
</file>

<file path=ppt/ink/ink1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46.388"/>
    </inkml:context>
    <inkml:brush xml:id="br0">
      <inkml:brushProperty name="width" value="0.035" units="cm"/>
      <inkml:brushProperty name="height" value="0.035" units="cm"/>
    </inkml:brush>
  </inkml:definitions>
  <inkml:trace contextRef="#ctx0" brushRef="#br0">14 42 2306,'-3'-39'7753,"3"39"-7697,0 0 0,0 0-1,0 0 1,-1 0 0,1 0 0,0 0-1,0 0 1,0 0 0,0 0-1,0 0 1,0 0 0,0 0 0,0 0-1,0 0 1,0 0 0,-1 0-1,1 0 1,0 0 0,0 0 0,0 0-1,0 0 1,0 0 0,0 0-1,0 0 1,0 0 0,0 0 0,0 0-1,0 0 1,0 0 0,-1 0-1,1 0 1,0-1 0,0 1 0,0 0-1,0 0 1,0 0 0,0 0-1,0 0 1,0 0 0,0 0 0,0 0-1,0 0 1,0 0 0,0 0-1,0 0 1,0-1 0,0 1 0,0 0-1,0 0 1,0 0 0,0 0-1,-3 23 287,0-1-55,2 0 1,0 0-1,2 0 1,0 0-1,8 37 1,-8-54-277,1 0 0,-1 0 1,1 0-1,0-1 0,0 1 1,0-1-1,1 0 0,-1 1 1,1-1-1,0 0 0,1 0 1,-1-1-1,0 1 0,1-1 1,0 0-1,0 0 0,0 0 1,0 0-1,1-1 0,-1 1 1,1-1-1,-1 0 0,1-1 1,0 1-1,-1-1 0,1 0 1,0 0-1,0 0 0,0-1 1,0 0-1,6 0 0,-8 0 68,16-2-1363,-18 2 1051,0 0 0,-1-1 0,1 1-1,0-1 1,0 1 0,-1-1 0,1 1-1,-1-1 1,1 1 0,0-1 0,-1 0-1,1 1 1,-1-1 0,1 0-1,-1 1 1,0-1 0,1 0 0,-1 0-1,0 1 1,0-1 0,1-1 0,2-17-6510</inkml:trace>
</inkml:ink>
</file>

<file path=ppt/ink/ink1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46.638"/>
    </inkml:context>
    <inkml:brush xml:id="br0">
      <inkml:brushProperty name="width" value="0.035" units="cm"/>
      <inkml:brushProperty name="height" value="0.035" units="cm"/>
    </inkml:brush>
  </inkml:definitions>
  <inkml:trace contextRef="#ctx0" brushRef="#br0">67 73 5990,'0'0'3427,"-40"-45"-1537,31 37 96,3 0-161,1 1-608,1 3-448,1 4-513,6 12-352,9 4 32,0-2-704,-1-7-5574</inkml:trace>
</inkml:ink>
</file>

<file path=ppt/ink/ink1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47.215"/>
    </inkml:context>
    <inkml:brush xml:id="br0">
      <inkml:brushProperty name="width" value="0.035" units="cm"/>
      <inkml:brushProperty name="height" value="0.035" units="cm"/>
    </inkml:brush>
  </inkml:definitions>
  <inkml:trace contextRef="#ctx0" brushRef="#br0">0 124 6662,'0'0'5857,"13"-2"-4544,549-107 2119,-558 108-3570,-3 1-52,-1 0 0,1 0 0,0 0-1,-1 0 1,1 0 0,0 0 0,0 0 0,-1 0-1,1 0 1,-1-1 0,1 1 0,0 0 0,-1 0-1,1-1 1,0 1 0,-1 0 0,1-1 0,-1 1-1,1-1 1,-1 1 0,1-1 0,-1 1 0,1-1-1,-1 1 1,0-1 0,1 0 0,-1 1 0,0-1-1,1 1 1,-1-1 0,0-1 0</inkml:trace>
</inkml:ink>
</file>

<file path=ppt/ink/ink1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49.455"/>
    </inkml:context>
    <inkml:brush xml:id="br0">
      <inkml:brushProperty name="width" value="0.035" units="cm"/>
      <inkml:brushProperty name="height" value="0.035" units="cm"/>
    </inkml:brush>
  </inkml:definitions>
  <inkml:trace contextRef="#ctx0" brushRef="#br0">111 36 2755,'-3'-2'9911,"-4"0"-8804,5 2-1107,1 0 0,0 0 0,0 0-5,0 0-11,-8 4 696,4-3 262,1-10-450,2 77-300,40 494 1756,-37-562-1930,-1 1-1,0-1 1,0 1 0,0 0-1,0-1 1,0 1-1,0-1 1,0 1-1,0-1 1,0 1 0,0-1-1,0 1 1,0 0-1,0-1 1,0 1-1,-1-1 1,1 1-1,0-1 1,0 1 0,-1-1-1,1 1 1,0-1-1,-1 0 1,1 1-1,0-1 1,-1 1-1,1-1 1,-1 0 0,1 1-1,0-1 1,-1 1-1,-13-11 1307,-10-28-439,13 11-869,2 0 1,0-1-1,2 0 0,0-1 1,-2-34-1,-2-150 48,8 117-55,-1-9-175,8 116 163,0-1-1,0 1 1,1-1 0,0 0-1,1 0 1,0-1-1,0 0 1,1 0-1,0 0 1,1-1 0,0 0-1,0 0 1,1-1-1,11 7 1,-10-7 5,0 0-1,0-2 1,0 1 0,1-1 0,-1 0 0,1-1-1,0-1 1,1 0 0,-1 0 0,0-1-1,1 0 1,0-1 0,18-1 0,-26 0-4,0-1-1,0 0 1,0-1 0,0 1 0,-1-1 0,1 0 0,-1 1 0,1-1 0,-1-1-1,0 1 1,1 0 0,-1-1 0,0 0 0,-1 0 0,1 0 0,0 0 0,-1 0-1,0 0 1,0-1 0,0 1 0,0-1 0,0 1 0,-1-1 0,1 0 0,-1 0-1,1-4 1,1-5-9,0 1 1,-1-1-1,-1 0 0,0 0 0,0 0 0,-3-25 0,-7 22 9,9 15 0,0 1 0,0 0 0,-1 0 0,1 0 0,0 0 0,-1 0 0,1 0 0,0 0 0,0 0 0,-1 0 0,1 0 1,0 0-1,-1 0 0,1 0 0,0 0 0,0 1 0,-1-1 0,1 0 0,0 0 0,0 0 0,-1 0 0,1 0 0,0 0 0,0 1 0,-1-1 0,1 0 0,0 0 0,0 0 0,0 1 0,0-1 0,-1 0 0,1 0 1,0 1-1,0-1 0,0 0 0,0 0 0,0 1 0,0-1 0,0 0 0,0 1 0,0-1 0,0 0 0,-1 0 0,1 1 0,1-1 0,-1 0 0,0 1 0,0-1 0,0 0 0,0 0 0,0 1 0,0-1 0,0 0 1,0 0-1,0 1 0,0-1 0,1 0 0,-1 1 0,1 10 9,1 0 0,0-1 0,1 1 0,0 0 0,1-1 0,0 0 0,0 0 0,1 0 0,0 0 0,1-1 0,0 0 0,11 12 0,11 13-1040,55 51 0,-44-51-5059,-22-26 541</inkml:trace>
</inkml:ink>
</file>

<file path=ppt/ink/ink1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49.754"/>
    </inkml:context>
    <inkml:brush xml:id="br0">
      <inkml:brushProperty name="width" value="0.035" units="cm"/>
      <inkml:brushProperty name="height" value="0.035" units="cm"/>
    </inkml:brush>
  </inkml:definitions>
  <inkml:trace contextRef="#ctx0" brushRef="#br0">14 13 7399,'-2'-13'4786,"-2"16"-1647,-3 23-1914,7-14-1021,-1 21 248,6 57-1,-4-81-477,1 0 0,-1 0 0,2 0 0,-1 0 0,1-1 0,1 1 0,0-1 0,0 0 0,0 0 0,1 0 0,7 9 0,-11-16-295,4 4-785,0-3-2896</inkml:trace>
</inkml:ink>
</file>

<file path=ppt/ink/ink1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50.139"/>
    </inkml:context>
    <inkml:brush xml:id="br0">
      <inkml:brushProperty name="width" value="0.035" units="cm"/>
      <inkml:brushProperty name="height" value="0.035" units="cm"/>
    </inkml:brush>
  </inkml:definitions>
  <inkml:trace contextRef="#ctx0" brushRef="#br0">1 11 9353,'0'0'2899,"7"-4"-1842,-5 3-996,1 0 1,0 0 0,-1 0-1,1 0 1,0 1 0,-1-1 0,1 1-1,0-1 1,0 1 0,0 0 0,-1 0-1,1 0 1,0 1 0,0-1-1,-1 1 1,1-1 0,3 2 0,1 2 115,1-1 1,0 2 0,-1-1 0,0 1 0,12 10 0,0 1-71,-2 1 0,0 1 0,-1 1 0,-1 0 0,0 1 0,-2 0 0,0 1 0,-2 1 0,0 0 0,-1 0 0,13 46 0,-14-31-96,-1 1 0,-2 0 0,-2 0 0,-1 1 0,-2-1 0,-8 74 0,3-80 46,-2 0-1,-1-1 1,-2 0-1,-24 60 1,24-73-459,0 0 0,0-1 0,-2 0 0,0-1 0,-1 0 0,0 0 0,-1-1 0,-1-1 0,-20 16 0,-4-5-5022</inkml:trace>
</inkml:ink>
</file>

<file path=ppt/ink/ink1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50.738"/>
    </inkml:context>
    <inkml:brush xml:id="br0">
      <inkml:brushProperty name="width" value="0.035" units="cm"/>
      <inkml:brushProperty name="height" value="0.035" units="cm"/>
    </inkml:brush>
  </inkml:definitions>
  <inkml:trace contextRef="#ctx0" brushRef="#br0">8 127 6694,'0'0'1479,"-1"-8"-155,0-2-1303,-4-35 2930,5 43-2842,0 1 0,0-1 0,0 0 0,0 0 0,1 0 0,-1 0 0,1 0 0,-1 0 0,1 0 0,0 1 0,-1-1 0,1 0 0,0 1 0,0-1 0,0 0 0,0 1 0,1-1 0,-1 1 0,0-1 0,1 1 0,1-2 0,4 0-102,0-1 0,-1 1-1,2 0 1,-1 0 0,0 1-1,0 0 1,1 1 0,-1-1-1,1 1 1,-1 1 0,1-1-1,0 1 1,-1 1 0,1-1 0,-1 2-1,11 1 1,-13-1-6,-1-1 1,0 1-1,1 0 1,-1 0-1,0 1 1,0-1-1,0 1 1,0 0-1,-1 0 1,1 0-1,-1 0 1,0 1-1,0-1 1,0 1-1,0 0 0,-1 0 1,1 0-1,-1 0 1,0 1-1,0-1 1,-1 0-1,1 1 1,-1 0-1,0-1 1,0 1-1,-1-1 1,1 6-1,-1 3 3,0-1-1,-1 1 0,0-1 1,-1 1-1,-1-1 0,0 0 1,0 0-1,-1 0 1,-1 0-1,0-1 0,0 0 1,-1 0-1,-1 0 0,0 0 1,0-1-1,-1-1 1,0 1-1,-11 8 0,19-17-2,-1-1 0,1 0-1,-1 0 1,1 1 0,-1-1 0,1 0-1,0 1 1,-1-1 0,1 1 0,0-1-1,-1 0 1,1 1 0,0-1 0,-1 1-1,1-1 1,0 1 0,0-1-1,0 1 1,0-1 0,-1 1 0,1-1-1,0 1 1,0-1 0,0 1 0,0-1-1,0 1 1,0-1 0,0 1 0,0 0-1,0-1 1,1 1 0,-1-1-1,0 1 1,0-1 0,0 1 0,1-1-1,-1 0 1,0 1 0,1 0 0,25 5 531,47-11 702,-68 5-1167,303-42 222,-254 30-2195,-11-4-5418</inkml:trace>
</inkml:ink>
</file>

<file path=ppt/ink/ink1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52.304"/>
    </inkml:context>
    <inkml:brush xml:id="br0">
      <inkml:brushProperty name="width" value="0.035" units="cm"/>
      <inkml:brushProperty name="height" value="0.035" units="cm"/>
    </inkml:brush>
  </inkml:definitions>
  <inkml:trace contextRef="#ctx0" brushRef="#br0">0 1045 6919,'0'0'2194,"9"-1"-2088,718-112 4635,2-48-2761,-340 72-1318,1804-379 1191,-1257 271-924,-932 196-1025,33-8 339,-30 5-545,-21 3-1033,-16 1-2204,-12 0-2200</inkml:trace>
</inkml:ink>
</file>

<file path=ppt/ink/ink1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53.721"/>
    </inkml:context>
    <inkml:brush xml:id="br0">
      <inkml:brushProperty name="width" value="0.035" units="cm"/>
      <inkml:brushProperty name="height" value="0.035" units="cm"/>
    </inkml:brush>
  </inkml:definitions>
  <inkml:trace contextRef="#ctx0" brushRef="#br0">3 250 6470,'0'0'8376,"-1"-7"-8136,1 4-213,-1-1-1,0 0 1,1 0-1,0 0 1,0 1-1,0-1 0,1 0 1,-1 0-1,1 0 1,0 1-1,0-1 1,0 0-1,0 1 1,1-1-1,0 1 1,-1-1-1,1 1 1,0 0-1,1 0 0,-1 0 1,1 0-1,2-3 1,0 2-25,0-1 0,1 1 1,0-1-1,0 2 0,0-1 1,0 1-1,0 0 0,1 0 0,-1 0 1,1 1-1,0 0 0,0 1 1,0-1-1,0 1 0,0 1 0,0-1 1,0 1-1,0 0 0,0 1 1,0 0-1,0 0 0,0 0 0,0 1 1,-1 0-1,1 0 0,0 1 1,-1 0-1,0 0 0,1 1 0,-1-1 1,-1 1-1,1 0 0,0 1 1,-1 0-1,0 0 0,0 0 1,-1 0-1,1 1 0,-1-1 0,0 1 1,3 7-1,-1-2-4,-1 0 0,0 0 1,0 1-1,-1-1 0,0 1 0,-1 0 0,-1 0 1,0 0-1,-1 0 0,0 0 0,0 1 1,-1-1-1,-1 0 0,-3 16 0,3-25 18,1-1-1,-1 1 1,0-1-1,0 0 0,0 1 1,-1-1-1,1 0 1,0 0-1,-1 0 1,0 0-1,1 0 0,-1 0 1,0 0-1,0 0 1,0-1-1,0 1 0,0-1 1,0 0-1,-1 0 1,1 1-1,0-1 1,-1 0-1,1-1 0,-1 1 1,1 0-1,-4 0 1,4-1 39,0 0-1,1 0 1,-1 0 0,0 0 0,1 0 0,-1-1-1,0 1 1,1 0 0,-1-1 0,1 1 0,-1-1 0,1 0-1,-1 1 1,1-1 0,-1 0 0,1 0 0,0 0-1,-1 0 1,1 0 0,0 0 0,0-1 0,0 1-1,0 0 1,0 0 0,0-1 0,0 1 0,0-1 0,0 1-1,1-1 1,-1 1 0,0-1 0,1 1 0,0-1-1,-1 0 1,1 1 0,0-1 0,0 0 0,0 1 0,0-1-1,0-2 1,0 4-2,0 0-35,0-1 1,-1 1-1,1 0 0,0 0 0,0-1 1,0 1-1,0 0 0,0-1 0,0 1 0,0 0 1,0 0-1,0-1 0,-1 1 0,1 0 0,0-1 1,0 1-1,1 0 0,-1-1 0,0 1 1,0 0-1,0 0 0,0-1 0,0 1 0,0 0 1,0-1-1,0 1 0,0 0 0,1 0 0,-1-1 1,0 1-1,0 0 0,0 0 0,1 0 0,-1-1 1,0 1-1,0 0 0,1 0 0,-1 0 1,0-1-1,0 1 0,1 0 0,-1 0 0,0 0 1,0 0-1,1 0 0,-1 0 0,0 0 0,1 0 1,-1 0-1,0 0 0,1 0 0,-1 0 1,0 0-1,0 0 0,1 0 0,-5 4 69,4-4-86,-1 0 1,1 0 0,0 0-1,0 0 1,-1 0-1,1 0 1,0 0-1,0 0 1,0 0 0,-1 0-1,1-1 1,0 1-1,0 0 1,-1 0-1,1 0 1,0 0 0,0 0-1,0-1 1,0 1-1,-1 0 1,1 0-1,0 0 1,0-1 0,0 1-1,0 0 1,0 0-1,0 0 1,-1-1 0,1 1-1,0 0 1,0 0-1,0-1 1,0 1-1,0 0 1,0 0 0,0-1-1,0 1 1,0 0-1,0 0 1,0-1-1,0 1 1,0 0 0,1 0-1,-1-1 1,0 1-1,0 0 1,0 0-1,0 0 1,0-1 0,0-19-5,1 0 0,1 0 1,1 0-1,0 0 0,2 1 1,0-1-1,1 1 0,1 1 1,13-27-1,-17 41 3,1 0-1,0 0 1,-1 1-1,2 0 1,-1 0 0,0 0-1,0 0 1,1 0 0,-1 1-1,1 0 1,0 0 0,0 0-1,0 1 1,9-3 0,31-13 0,20-23 3,31-17 4,-96 57-7,1-1 0,0 1 0,0 0 0,0-1 0,0 1 0,0 0 0,0 0-1,0 0 1,0 0 0,0-1 0,0 1 0,0 0 0,0 1 0,0-1 0,0 0 0,0 0 0,0 0 0,0 1-1,0-1 1,-1 0 0,1 1 0,0-1 0,0 1 0,0-1 0,0 1 0,0-1 0,-1 1 0,1-1 0,0 1-1,-1 0 1,1 0 0,0-1 0,-1 1 0,1 0 0,-1 0 0,1 0 0,-1 0 0,1 1 0,14 47-6,-9-27 5,22 54 30,23 73-53,-51-147-29,1 0 1,-1 0-1,0 0 0,1 0 0,-1 0 1,0 0-1,0 0 0,0 0 1,-1 0-1,1 0 0,0 0 1,-2 4-1,-7 1-5428</inkml:trace>
</inkml:ink>
</file>

<file path=ppt/ink/ink1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54.064"/>
    </inkml:context>
    <inkml:brush xml:id="br0">
      <inkml:brushProperty name="width" value="0.035" units="cm"/>
      <inkml:brushProperty name="height" value="0.035" units="cm"/>
    </inkml:brush>
  </inkml:definitions>
  <inkml:trace contextRef="#ctx0" brushRef="#br0">7 137 8456,'-6'-2'3812,"13"-3"-1967,16-5-1027,167-42 678,23-6-3974,-197 53-2011,-3 1-1736</inkml:trace>
</inkml:ink>
</file>

<file path=ppt/ink/ink1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54.576"/>
    </inkml:context>
    <inkml:brush xml:id="br0">
      <inkml:brushProperty name="width" value="0.035" units="cm"/>
      <inkml:brushProperty name="height" value="0.035" units="cm"/>
    </inkml:brush>
  </inkml:definitions>
  <inkml:trace contextRef="#ctx0" brushRef="#br0">32 24 7239,'0'0'6892,"1"-5"-6775,-1-13 117,1 30 1364,7 51 889,5-3-2098,-1 0-1,-4 0 1,-2 1-1,-2 66 1,-5-126-447,1 0 0,0 0-1,-1 0 1,1 0 0,-1 0 0,1 0 0,-1 0-1,1 0 1,-1 0 0,1 0 0,-1 0-1,0 0 1,0-1 0,1 1 0,-1 0 0,0 0-1,0-1 1,0 1 0,0-1 0,0 1 0,0-1-1,0 1 1,0-1 0,0 1 0,0-1-1,0 0 1,0 0 0,-2 1 0,-31 2-5466,8-6-4379</inkml:trace>
</inkml:ink>
</file>

<file path=ppt/ink/ink1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57.953"/>
    </inkml:context>
    <inkml:brush xml:id="br0">
      <inkml:brushProperty name="width" value="0.035" units="cm"/>
      <inkml:brushProperty name="height" value="0.035" units="cm"/>
    </inkml:brush>
  </inkml:definitions>
  <inkml:trace contextRef="#ctx0" brushRef="#br0">10 0 5285,'0'0'4351,"-2"11"-3780,-1 10-155,0 1 0,2-1 0,0 1 0,2-1 0,0 1 0,8 35 0,39 136-266,-26-115-132,-14-39-1178,-6-14-3451,-2-16-855</inkml:trace>
</inkml:ink>
</file>

<file path=ppt/ink/ink1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58.720"/>
    </inkml:context>
    <inkml:brush xml:id="br0">
      <inkml:brushProperty name="width" value="0.035" units="cm"/>
      <inkml:brushProperty name="height" value="0.035" units="cm"/>
    </inkml:brush>
  </inkml:definitions>
  <inkml:trace contextRef="#ctx0" brushRef="#br0">433 0 7591,'0'0'2023,"3"4"-1579,-1-2-417,-1-1 0,0 1 1,0-1-1,0 1 1,0-1-1,0 1 1,0-1-1,0 1 1,0 0-1,-1 0 1,1 0-1,-1-1 1,1 1-1,-1 0 1,0 0-1,0 0 1,0 0-1,0 0 1,0-1-1,0 1 1,0 0-1,-1 0 1,1 2-1,-3 2 35,1 1 0,-1-1 0,-1 0 1,1 0-1,-1 0 0,-5 6 0,-20 23 51,-2-2 0,-1-2 0,-1-1 0,-55 39 0,42-35-107,-78 78-1,120-109-5,1 1 0,-1-1 0,1 1 0,0 0-1,1 0 1,-1 0 0,1 0 0,0 1 0,0-1 0,0 1-1,0-1 1,1 1 0,0 0 0,0-1 0,-1 9-1,3-10 0,-1 0 0,1 0 0,0 0 0,0-1 0,0 1 0,0 0 0,1 0-1,-1-1 1,1 1 0,-1-1 0,1 1 0,0-1 0,0 0 0,0 0 0,0 1 0,1-2-1,-1 1 1,1 0 0,-1 0 0,1-1 0,-1 1 0,1-1 0,0 0 0,0 0 0,4 1-1,34 12 32,77 17-1,-92-27-25,1 1-1,-1 2 1,0 1-1,-1 1 1,0 1 0,0 1-1,-1 1 1,22 16-1,-41-25-2,-1 0 0,0 0 0,-1 1 1,1-1-1,-1 1 0,1 0 0,-1 0 0,0 0 0,0 0 0,-1 1 0,1-1 0,-1 1 0,0-1 0,0 1 1,-1 0-1,1 0 0,-1 0 0,1 9 0,-2-7 1,-1 1 1,0-1-1,0 0 1,0 0 0,-1 0-1,0 0 1,-1 0-1,1-1 1,-1 1-1,-1-1 1,-7 12-1,-9 9 7,-1-1 0,-2-1 0,-1-1 0,-39 31 0,57-50-9,-62 50 2,36-31 6,0 2 1,2 2-1,1 0 0,-31 41 0,56-64-2,1 0 1,0 1-1,0-1 1,0 1-1,1-1 1,-1 1 0,-1 7-1,4-11-6,0-1 0,-1 0 0,1 0 0,0 1 0,0-1 0,0 0 0,0 1 0,0-1 0,0 0 0,0 1 0,0-1 0,1 0 0,-1 0 0,0 1 1,1-1-1,-1 0 0,1 0 0,0 1 0,-1-1 0,1 0 0,0 0 0,0 0 0,-1 0 0,1 0 0,0 0 0,0 0 0,0 0 0,0-1 0,0 1 0,0 0 0,1 0 0,-1-1 0,0 1 0,0-1 0,0 1 0,1-1 0,-1 0 0,0 1 0,2-1 0,14 3 72,1-1 1,-1-1-1,1-1 0,-1-1 0,1 0 0,-1-1 0,24-5 0,122-41 1108,-109 31-828,-3 1-91,92-32-42,-126 41-178,0-1 0,0-1 0,-1 0 0,0-1 0,26-21 0,-29 12 799,-9 12 1526,-2 19-1680,1 27-550,2-1-1,2 0 1,16 55 0,-12-51-178,-1 0-1,5 58 1,-15-75-1741,-4-11-3352</inkml:trace>
</inkml:ink>
</file>

<file path=ppt/ink/ink1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01.157"/>
    </inkml:context>
    <inkml:brush xml:id="br0">
      <inkml:brushProperty name="width" value="0.035" units="cm"/>
      <inkml:brushProperty name="height" value="0.035" units="cm"/>
    </inkml:brush>
  </inkml:definitions>
  <inkml:trace contextRef="#ctx0" brushRef="#br0">184 26 3235,'0'-1'320,"0"0"-1,0 0 1,0 0-1,0 0 1,0 0-1,0 0 1,0 0-1,0 0 1,0 0-1,-1 1 1,1-1 0,0 0-1,-1 0 1,1 0-1,-1 0 1,1 0-1,-1 0 1,0 1-1,1-1 1,-1 0-1,0 0 1,1 1-1,-1-1 1,0 1 0,0-1-1,0 0 1,1 1-1,-1 0 1,0-1-1,0 1 1,0-1-1,0 1 1,0 0-1,-2-1 1,1 39 1164,4-12-1024,1-1-1,1 1 0,2-1 1,11 34-1,9 44 191,-22-82-594,-1 1 1,-1 0-1,-1 0 0,0 0 1,-6 42-1,5-59-51,-1 0 1,-1 0-1,1 0 0,0 0 0,-1 0 0,0-1 0,0 1 0,-1-1 0,1 1 0,-1-1 0,0 0 1,0 0-1,-1 0 0,1 0 0,-1-1 0,0 1 0,1-1 0,-2 0 0,1 0 0,0 0 0,0-1 1,-1 1-1,0-1 0,1 0 0,-1-1 0,0 1 0,0-1 0,0 0 0,0 0 0,0 0 1,-7-1-1,9 1-66,0-1 1,0 0-1,-1 0 1,1 0-1,0 0 1,-1-1-1,1 1 1,0-1-1,0 0 1,0 0 0,-1 0-1,1 0 1,0 0-1,0-1 1,1 0-1,-1 1 1,0-1-1,-3-4 1,1 1-870,1 0 1,1 0 0,-1-1-1,1 0 1,0 0 0,0 0-1,1 0 1,-4-12 0,-9-32-8558</inkml:trace>
</inkml:ink>
</file>

<file path=ppt/ink/ink1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01.394"/>
    </inkml:context>
    <inkml:brush xml:id="br0">
      <inkml:brushProperty name="width" value="0.035" units="cm"/>
      <inkml:brushProperty name="height" value="0.035" units="cm"/>
    </inkml:brush>
  </inkml:definitions>
  <inkml:trace contextRef="#ctx0" brushRef="#br0">2 56 5125,'0'0'7687,"0"-48"-5829,0 43-1218,-1 3 65,1 8-737,3 4 0,6 2-64,0-1-1506,1 0-3234,0-7-1762</inkml:trace>
</inkml:ink>
</file>

<file path=ppt/ink/ink1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01.643"/>
    </inkml:context>
    <inkml:brush xml:id="br0">
      <inkml:brushProperty name="width" value="0.035" units="cm"/>
      <inkml:brushProperty name="height" value="0.035" units="cm"/>
    </inkml:brush>
  </inkml:definitions>
  <inkml:trace contextRef="#ctx0" brushRef="#br0">0 14 8968,'0'0'7303,"52"-8"-7014,-34 5-193,0 2-64,1 0-32,-1 1 0,-2 0 0,-1 0-192,-4 3-1858,-7 2-2274,-4 1-1122</inkml:trace>
</inkml:ink>
</file>

<file path=ppt/ink/ink1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01.831"/>
    </inkml:context>
    <inkml:brush xml:id="br0">
      <inkml:brushProperty name="width" value="0.035" units="cm"/>
      <inkml:brushProperty name="height" value="0.035" units="cm"/>
    </inkml:brush>
  </inkml:definitions>
  <inkml:trace contextRef="#ctx0" brushRef="#br0">0 84 6534,'0'0'2370,"42"-9"-480,-12-3-448,1 2-610,4-1-543,0 1-193,3 2-64,-2 2-32,-4 1-64,1-1-2947,-5-1-1634</inkml:trace>
</inkml:ink>
</file>

<file path=ppt/ink/ink1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02.080"/>
    </inkml:context>
    <inkml:brush xml:id="br0">
      <inkml:brushProperty name="width" value="0.035" units="cm"/>
      <inkml:brushProperty name="height" value="0.035" units="cm"/>
    </inkml:brush>
  </inkml:definitions>
  <inkml:trace contextRef="#ctx0" brushRef="#br0">1 1 10570,'0'0'8808,"29"49"-8327,-19-20-257,0 4-192,1 3-32,-1-1 0,0 0 0,-2 0-32,-1-8-1473,-1-12-3588</inkml:trace>
</inkml:ink>
</file>

<file path=ppt/ink/ink1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02.987"/>
    </inkml:context>
    <inkml:brush xml:id="br0">
      <inkml:brushProperty name="width" value="0.035" units="cm"/>
      <inkml:brushProperty name="height" value="0.035" units="cm"/>
    </inkml:brush>
  </inkml:definitions>
  <inkml:trace contextRef="#ctx0" brushRef="#br0">265 8 7495,'-8'-1'235,"4"-1"-137,-1 1 1,0 0-1,0 0 1,1 0-1,-1 1 1,0 0-1,0 0 1,0 0-1,0 0 1,0 1-1,0 0 1,1 0-1,-1 0 1,0 1-1,1-1 1,-1 1-1,1 0 1,-1 1-1,-5 3 1,-4 7 239,1 0-1,1 1 1,0 0 0,1 1 0,0 0-1,2 1 1,-1 0 0,2 1 0,0-1-1,1 2 1,1-1 0,-5 24-1,3-7-109,2 1-1,1-1 1,2 1-1,1 0 0,5 58 1,-1-74-187,1 0 0,1-1 0,0 1-1,2-1 1,0 0 0,1 0 0,1-1 0,1 0 0,0 0 0,16 20 0,-17-26-213,0 0 0,1-1-1,0 0 1,1-1 0,0 0-1,1 0 1,-1-1 0,2 0 0,-1-1-1,1-1 1,0 0 0,1 0-1,-1-1 1,1-1 0,17 4-1,22-3-4423</inkml:trace>
</inkml:ink>
</file>

<file path=ppt/ink/ink1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04.348"/>
    </inkml:context>
    <inkml:brush xml:id="br0">
      <inkml:brushProperty name="width" value="0.035" units="cm"/>
      <inkml:brushProperty name="height" value="0.035" units="cm"/>
    </inkml:brush>
  </inkml:definitions>
  <inkml:trace contextRef="#ctx0" brushRef="#br0">15 120 1537,'0'0'10949,"-3"-5"-10297,1 3-598,1 0 0,0 1 0,0-1 0,0 0 0,0 0 0,0 0 0,0 1 0,1-1 0,-1 0 0,1 0-1,-1 0 1,1 0 0,0 0 0,-1 0 0,1-4 0,1 4-5,0 0 0,1-1 1,-1 1-1,0 0 0,0 0 0,1 0 0,-1 1 0,1-1 0,0 0 0,0 1 0,-1-1 0,1 1 0,0-1 0,0 1 0,0 0 0,4-2 0,0 0-23,0 0 0,1 0-1,-1 0 1,1 1 0,-1 0-1,1 0 1,0 1 0,0-1-1,-1 2 1,1-1 0,0 1-1,0 0 1,0 0 0,0 1-1,0 0 1,12 3 0,-15-2-15,1-1 0,-1 1 1,0 0-1,-1 0 0,1 0 1,0 1-1,-1-1 0,1 1 0,-1 0 1,0 0-1,1 0 0,-1 0 1,-1 1-1,1-1 0,-1 1 1,1 0-1,-1 0 0,0 0 0,0 0 1,-1 0-1,1 0 0,-1 0 1,0 0-1,0 1 0,0-1 0,-1 0 1,1 6-1,-2 2-9,0-1 0,-1 0-1,0 0 1,0 0 0,-1-1 0,-1 1 0,0-1-1,0 1 1,-1-1 0,0 0 0,-1-1-1,0 0 1,-1 1 0,0-2 0,0 1 0,0-1-1,-1 0 1,-1-1 0,1 0 0,-11 6-1,68-70 69,-9 19-54,-22 22-3,0 0 0,-1-2 0,-1 0 0,-1 0 0,0-2 0,13-24 0,-25 38 22,-1 0 1,0 1 0,-1-1-1,1-1 1,-1 1 0,0 0 0,0-7-1,-1 12 7,0-1 1,0 1-1,0 0 0,0 0 0,0-1 1,0 1-1,0 0 0,0-1 0,0 1 0,-1 0 1,1-1-1,0 1 0,-1 0 0,1 0 1,-1 0-1,1-1 0,-1 1 0,0 0 1,0 0-1,1 0 0,-1 0 0,0 0 0,0 0 1,0 0-1,0 1 0,0-1 0,0 0 1,0 0-1,0 1 0,-1-1 0,1 1 0,0-1 1,0 1-1,-1-1 0,1 1 0,0 0 1,0-1-1,-2 1 0,2 0-26,0 1 0,0-1 0,0 1-1,0-1 1,0 0 0,1 1 0,-1 0 0,0-1 0,0 1-1,0-1 1,1 1 0,-1 0 0,0 0 0,1-1 0,-1 1-1,1 0 1,-1 0 0,1 0 0,-1 0 0,1 0 0,-1 0-1,1 0 1,0-1 0,0 1 0,-1 0 0,1 0 0,0 0-1,0 0 1,0 0 0,0 2 0,0 40 422,0-34-139,0 2-205,1 0 0,0 0 0,1 0 0,0 0 0,1 0-1,0 0 1,0-1 0,1 1 0,1-1 0,0 0 0,0-1 0,12 16 0,-14-20-154,1 0-1,0-1 1,0 0 0,0 0-1,0 0 1,1-1 0,0 1-1,0-1 1,0 0 0,0 0 0,0-1-1,0 1 1,1-1 0,-1 0-1,1-1 1,0 0 0,-1 0-1,1 0 1,0 0 0,0-1-1,0 0 1,-1 0 0,1 0 0,0-1-1,10-2 1,12-11-3148,-3-7-3102</inkml:trace>
</inkml:ink>
</file>

<file path=ppt/ink/ink1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06.298"/>
    </inkml:context>
    <inkml:brush xml:id="br0">
      <inkml:brushProperty name="width" value="0.035" units="cm"/>
      <inkml:brushProperty name="height" value="0.035" units="cm"/>
    </inkml:brush>
  </inkml:definitions>
  <inkml:trace contextRef="#ctx0" brushRef="#br0">1 132 2723,'-1'-22'7798,"1"-2"-3266,5-7-4083,-3 28-478,-1 0 1,1 0-1,0 1 0,-1-1 0,1 0 1,1 1-1,-1-1 0,0 1 0,1 0 1,-1 0-1,1 0 0,-1 0 1,1 0-1,0 0 0,0 1 0,0-1 1,3 0-1,1-1 28,-1 1 0,1 0 1,0 0-1,0 1 0,0-1 1,0 2-1,1-1 0,-1 1 0,0 0 1,0 0-1,0 1 0,13 3 0,-17-4 1,0 1-1,0 0 1,0 0-1,0 0 1,0 1-1,0-1 1,0 0-1,-1 1 0,1 0 1,-1 0-1,1 0 1,-1 0-1,1 0 1,-1 0-1,0 1 1,0-1-1,0 1 0,-1 0 1,1-1-1,-1 1 1,1 0-1,-1 0 1,0 0-1,0 0 1,0 0-1,0 0 0,-1 0 1,1 0-1,-1 0 1,0 4-1,0 2 2,-1-1 0,0 1 0,0-1 0,-1 1 0,0-1 0,-1 0 0,0 0 0,0 0 0,-1 0 0,0 0 0,-7 10 0,-5 5 5,-2-1 0,-23 23 0,8-9-4,32-36-2,1 0 1,-1 0-1,1 1 0,0-1 0,0 0 0,-1 0 1,1 1-1,0-1 0,-1 0 0,1 1 0,0-1 1,0 0-1,-1 1 0,1-1 0,0 0 0,0 1 1,0-1-1,0 0 0,-1 1 0,1-1 0,0 1 1,0-1-1,0 0 0,0 1 0,0-1 0,0 1 0,0-1 1,0 0-1,0 1 0,0-1 0,0 1 0,0-1 1,1 0-1,-1 1 0,0-1 0,0 1 0,0-1 1,0 0-1,1 1 0,-1-1 0,0 0 0,1 1 1,21 2 16,30-12 53,87-41 75,19-5-322,-147 51-1344,-7 0-2915</inkml:trace>
</inkml:ink>
</file>

<file path=ppt/ink/ink1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07.037"/>
    </inkml:context>
    <inkml:brush xml:id="br0">
      <inkml:brushProperty name="width" value="0.035" units="cm"/>
      <inkml:brushProperty name="height" value="0.035" units="cm"/>
    </inkml:brush>
  </inkml:definitions>
  <inkml:trace contextRef="#ctx0" brushRef="#br0">247 0 6342,'0'0'5082,"0"9"-3438,2 31 66,12 63-1,-8-71-1578,-1 1 0,-2 0 0,-1 1 0,-4 49 0,2-80-128,-1 1 0,1-1 0,-1 0 0,0 0 0,-1 0 1,1 1-1,0-1 0,-1 0 0,0-1 0,0 1 0,0 0 0,0 0 1,0-1-1,0 1 0,-1-1 0,-4 4 0,1-2 7,0 0-1,0-1 0,0 0 1,-1 0-1,0 0 0,1-1 1,-12 2-1,-7 0-61,-1 0-1,1-3 1,-34 0 0,55-1 26,2 0-126,1 0 0,-1 0 0,0 0 1,1-1-1,-1 1 0,0 0 0,1-1 1,-1 1-1,0-1 0,1 1 0,-1-1 0,1 0 1,-1 0-1,1 0 0,-1 1 0,1-2 0,0 1 1,-1 0-1,1 0 0,0 0 0,0 0 1,0-1-1,0 1 0,0-1 0,0 1 0,0-1 1,0 1-1,1-1 0,-1 1 0,0-1 0,1 0 1,0 1-1,-1-1 0,1 0 0,0 1 1,0-3-1,-3-26-3996</inkml:trace>
</inkml:ink>
</file>

<file path=ppt/ink/ink1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07.237"/>
    </inkml:context>
    <inkml:brush xml:id="br0">
      <inkml:brushProperty name="width" value="0.035" units="cm"/>
      <inkml:brushProperty name="height" value="0.035" units="cm"/>
    </inkml:brush>
  </inkml:definitions>
  <inkml:trace contextRef="#ctx0" brushRef="#br0">0 52 9065,'0'0'2818,"0"-49"-1056,0 47-1186,0 5-576,0 9-32,0 1-32,2-1-897</inkml:trace>
</inkml:ink>
</file>

<file path=ppt/ink/ink1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07.532"/>
    </inkml:context>
    <inkml:brush xml:id="br0">
      <inkml:brushProperty name="width" value="0.035" units="cm"/>
      <inkml:brushProperty name="height" value="0.035" units="cm"/>
    </inkml:brush>
  </inkml:definitions>
  <inkml:trace contextRef="#ctx0" brushRef="#br0">1 119 9673,'0'0'4548,"68"-16"-3298,-36 5-450,9 0-31,1-1-320,5-1-225,-2 2-160,-1 2-64,-3 2 0,-5 0-32,-3-1-705,-9-5-4388</inkml:trace>
</inkml:ink>
</file>

<file path=ppt/ink/ink1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08.699"/>
    </inkml:context>
    <inkml:brush xml:id="br0">
      <inkml:brushProperty name="width" value="0.035" units="cm"/>
      <inkml:brushProperty name="height" value="0.035" units="cm"/>
    </inkml:brush>
  </inkml:definitions>
  <inkml:trace contextRef="#ctx0" brushRef="#br0">0 230 6726,'0'0'871,"2"-8"1205,-1 2-1731,2-7 842,0 0 0,0 0-1,2 0 1,9-21 0,-12 30-1090,0 0 1,1 0-1,0 0 0,-1 1 1,1-1-1,0 1 1,1 0-1,-1 0 0,1 0 1,-1 0-1,1 1 0,0-1 1,0 1-1,0 0 1,0 0-1,0 0 0,1 1 1,-1 0-1,8-2 1,-3 1-93,0 1 0,0 0 0,0 1 0,0 0 0,0 0 0,0 1 0,0 0 0,0 1 0,0-1 0,-1 2 0,1-1 0,10 6 0,-15-6-4,0 1 0,0-1 0,0 1 0,0 0 0,0 0 0,0 1 0,-1-1 0,0 1 1,1 0-1,-1 0 0,-1 0 0,1 0 0,-1 0 0,1 1 0,-1-1 0,-1 1 0,1-1 0,0 1 0,-1 0 0,0 0 0,0 0 0,-1 0 0,1 9 0,-1-7 0,0 1-1,-1-1 0,0 1 1,0-1-1,0 1 0,-1-1 1,0 0-1,-1 0 0,1 0 1,-1 0-1,-5 8 0,5-11 1,1-1-1,0 1 1,-1-1-1,0 0 1,0 0-1,0 0 1,0 0 0,0-1-1,-1 1 1,1-1-1,-1 0 1,1 0-1,-1 0 1,0 0-1,0-1 1,0 1-1,0-1 1,0 0-1,0-1 1,0 1-1,0-1 1,-5 1-1,8-2 5,1 0-1,-1 0 0,0 0 0,1 0 0,-1 0 1,1 0-1,-1 0 0,1 0 0,-1 0 0,1 0 1,0 0-1,0 0 0,-1 0 0,1 0 0,0 0 1,0 0-1,0-1 0,0 1 0,0 0 1,0 0-1,1 0 0,-1-2 0,4-29-5,2-13 335,-2 0-1,-2-1 0,-2 1 0,-6-48 0,37 226-77,9 50 177,-23-61-387,-5 1 0,-6 176 0,-6-296-36,0 0-1,-1 0 1,1-1-1,-1 1 0,1 0 1,-1-1-1,0 1 0,0-1 1,0 1-1,-1-1 0,-1 4 1,-6-4 76,0-19-28,1-25-16,2 1 1,3-1 0,1 0 0,6-76-1,-2 58-31,3-63-10,-2-185 62,-3 301-63,0 1 0,0 0 0,-1-1 0,0 1 0,0 0 0,0 0 0,-1 0 0,0 0 0,-1 0 0,1 0 0,-5-7 0,6 15-9,0 0 0,1 0 1,-1-1-1,0 1 0,1 0 0,-1 0 1,1 0-1,0 0 0,-1 0 0,1 0 1,0 0-1,0 0 0,1 4 0,0 5 9,1 1 0,0-1 0,0 1 0,1-1-1,0 0 1,1 0 0,1-1 0,0 1 0,0-1 0,1 0 0,0 0-1,1-1 1,0 1 0,0-1 0,1-1 0,10 9 0,-11-10-1,0-1 1,1 1 0,-1-1 0,1-1 0,1 0 0,-1 0 0,1 0 0,0-1-1,0 0 1,0-1 0,0 0 0,1-1 0,-1 0 0,1 0 0,0-1-1,-1 0 1,1-1 0,0 0 0,15-2 0,-20 0-15,0 0 1,0 0-1,0 0 0,-1-1 1,1 0-1,-1 0 1,0 0-1,1 0 0,-1-1 1,-1 0-1,1 0 0,-1 0 1,1 0-1,-1 0 1,0-1-1,-1 0 0,1 1 1,-1-1-1,0 0 0,0 0 1,0 0-1,1-7 1,2-7-54,-1 0 1,0-1 0,-1 1 0,-1-34-1,-1 44 70,-4-39 26,2 47-27,1 0-1,0-1 1,0 1 0,0 0 0,-1 0 0,1 0 0,0 0 0,-1 0-1,1 0 1,-1 0 0,0 0 0,1 0 0,-1 0 0,0 0 0,1 0-1,-1 0 1,0 0 0,0 1 0,0-1 0,0 0 0,0 0 0,0 1-1,0-1 1,0 1 0,0-1 0,0 1 0,0-1 0,0 1 0,0 0 0,-1 0-1,1-1 1,0 1 0,-2 0 0,1 1 0,1-1 0,0 1-1,0 0 1,-1 0 0,1 0 0,0 0-1,0-1 1,0 1 0,0 1 0,0-1 0,0 0-1,0 0 1,1 0 0,-1 0 0,0 1 0,0-1-1,1 0 1,-1 1 0,1-1 0,-1 1-1,1-1 1,0 0 0,0 1 0,0-1 0,-1 1-1,2 2 1,-4 48 61,4-44-44,-1 4 9,2 1-1,0 0 1,0-1-1,2 1 1,-1-1-1,1 0 0,1 0 1,0-1-1,1 1 1,0-1-1,1 0 0,11 14 1,-6-10-348,1 1-1,1-2 1,0 0 0,1 0 0,0-2 0,1 1-1,23 12 1,-10-12-4302,-1-7-3326</inkml:trace>
</inkml:ink>
</file>

<file path=ppt/ink/ink1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09.056"/>
    </inkml:context>
    <inkml:brush xml:id="br0">
      <inkml:brushProperty name="width" value="0.035" units="cm"/>
      <inkml:brushProperty name="height" value="0.035" units="cm"/>
    </inkml:brush>
  </inkml:definitions>
  <inkml:trace contextRef="#ctx0" brushRef="#br0">1 38 12300,'16'-14'1132,"14"-7"1349,-29 20-2441,0 1 1,1-1-1,-1 1 1,1 0-1,-1 0 1,1 0-1,-1 0 0,0 0 1,1 0-1,-1 0 1,1 1-1,-1-1 1,1 0-1,-1 1 1,0-1-1,1 1 1,-1-1-1,0 1 1,0 0-1,1 0 1,-1-1-1,0 1 1,0 0-1,0 0 1,2 2-1,0 1-32,1 0 0,-1 1 0,0-1 0,0 1 0,0-1 0,0 1 0,-1 0 0,0 0 0,0 0 0,0 1 0,-1-1 0,0 0 0,0 1 0,0-1 0,-1 1 0,1-1 0,-1 1 0,-1-1 0,1 1 0,-1-1 0,0 0 0,-2 9 0,-1-1-10,0 1 1,-1-1-1,-1 0 1,0 0-1,0-1 0,-1 0 1,-14 18-1,8-16 10,10-12-5,0 1 0,1 0 0,-1 0 0,1 0 0,-1 1 0,1-1 0,-3 8 0,10-10 9,1 0 0,0 0 0,-1 0 0,1-1 0,0 1 0,0-1 0,8-2 0,33-5 23,-1-2-1,-1-2 0,0-2 0,58-24 0,-98 35-98,54-25-1409,-56 24 689,1 0 0,0 1-1,-1-1 1,1-1 0,-1 1 0,0 0 0,3-5 0,7-17-8361</inkml:trace>
</inkml:ink>
</file>

<file path=ppt/ink/ink1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09.513"/>
    </inkml:context>
    <inkml:brush xml:id="br0">
      <inkml:brushProperty name="width" value="0.035" units="cm"/>
      <inkml:brushProperty name="height" value="0.035" units="cm"/>
    </inkml:brush>
  </inkml:definitions>
  <inkml:trace contextRef="#ctx0" brushRef="#br0">25 21 9097,'8'-4'1441,"-5"2"-1219,1 0 0,0 0-1,-1 0 1,1 0 0,0 1 0,0-1-1,0 1 1,0 0 0,0 1 0,0-1-1,0 1 1,1-1 0,-1 1 0,0 0-1,0 1 1,0-1 0,0 1 0,0 0 0,0 0-1,0 0 1,0 0 0,0 1 0,5 2-1,2 5-68,0 1-1,0 1 0,-1-1 0,-1 1 1,0 1-1,0 0 0,-1 0 1,0 1-1,10 24 0,-2 1 143,-2 0 0,12 54 0,-10-24-169,-4 1 0,6 89 0,-16-117-127,-2 0 0,-2 0 1,-1 0-1,-2-1 0,-13 51 1,10-65-50,0-1 1,-2-1 0,-1 0 0,0 0 0,-2-1 0,-16 22 0,18-30-543,-1 0 0,0-1 0,-1-1 0,-1 0 1,0 0-1,-1-1 0,0-1 0,0-1 1,-21 11-1,-29 7-4966</inkml:trace>
</inkml:ink>
</file>

<file path=ppt/ink/ink1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10.040"/>
    </inkml:context>
    <inkml:brush xml:id="br0">
      <inkml:brushProperty name="width" value="0.035" units="cm"/>
      <inkml:brushProperty name="height" value="0.035" units="cm"/>
    </inkml:brush>
  </inkml:definitions>
  <inkml:trace contextRef="#ctx0" brushRef="#br0">1 176 7847,'2'-10'102,"0"-2"-361,0-5 901,1 0 1,2 1-1,7-24 0,-11 37-474,1-1-1,-1 0 1,1 1 0,0-1-1,0 1 1,0-1 0,0 1-1,1 0 1,-1 0-1,1 0 1,0 0 0,0 1-1,0-1 1,0 1 0,0 0-1,0 0 1,1 0 0,-1 0-1,1 0 1,0 1-1,-1-1 1,7 0 0,-3 1-159,-1 1 0,0 0 0,1 0 0,-1 1 0,1-1 1,-1 1-1,0 1 0,0-1 0,0 1 0,1 0 0,-2 1 1,1 0-1,0-1 0,0 2 0,-1-1 0,0 1 0,0 0 1,0 0-1,0 0 0,0 1 0,-1-1 0,0 1 0,0 0 1,0 0-1,-1 1 0,1-1 0,-1 1 0,-1 0 0,3 6 1,-2-4-11,0 0 1,0-1 0,-1 1 0,0 0 0,-1 0 0,0 0 0,0 0 0,-1 1 0,0-1-1,0 0 1,-1 0 0,0 0 0,0 0 0,-1 0 0,0 0 0,0 0 0,-1 0 0,0-1-1,0 0 1,-1 1 0,0-1 0,-8 11 0,6-12 3,-1 0 0,0 0 0,0-1 0,0 0 0,0 0 0,-9 4 1,-14 10 326,86-16 2372,348-13-1565,-338 7-1986,-8-6-2915</inkml:trace>
</inkml:ink>
</file>

<file path=ppt/ink/ink1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10.821"/>
    </inkml:context>
    <inkml:brush xml:id="br0">
      <inkml:brushProperty name="width" value="0.035" units="cm"/>
      <inkml:brushProperty name="height" value="0.035" units="cm"/>
    </inkml:brush>
  </inkml:definitions>
  <inkml:trace contextRef="#ctx0" brushRef="#br0">1 1410 8200,'0'0'1244,"10"-2"-700,282-64 3427,-15 4-2219,844-230 1207,50-13-1872,1392-305-569,-2424 577-689,-118 24-465,-18 0-1542,-5 8 1738,1 0 0,-1-1 0,0 1 0,0 0 0,1 0 0,-1 0 0,0 0 0,0 0 0,0 1 0,0-1 1,-1 0-1,1 1 0,-3-1 0,-48-8-8769</inkml:trace>
</inkml:ink>
</file>

<file path=ppt/ink/ink1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12.619"/>
    </inkml:context>
    <inkml:brush xml:id="br0">
      <inkml:brushProperty name="width" value="0.035" units="cm"/>
      <inkml:brushProperty name="height" value="0.035" units="cm"/>
    </inkml:brush>
  </inkml:definitions>
  <inkml:trace contextRef="#ctx0" brushRef="#br0">21 111 7335,'0'0'1628,"-4"-8"-416,3 6-1165,-2-3 202,1 0 0,0-1 0,0 1 0,0 0 0,1-1 0,-1 1 0,0-9 1,2 12-218,1 1 1,-1-1-1,0 0 1,0 1 0,1-1-1,-1 0 1,1 1 0,-1-1-1,1 1 1,0-1 0,0 1-1,0-1 1,0 1-1,0-1 1,0 1 0,0 0-1,0 0 1,0-1 0,0 1-1,1 0 1,-1 0-1,1 0 1,-1 1 0,1-1-1,-1 0 1,1 0 0,-1 1-1,1-1 1,-1 1-1,1-1 1,0 1 0,-1 0-1,1 0 1,3 0 0,-1-1 21,0 0 1,0 1-1,0 0 0,0 0 1,0 0-1,1 1 1,-1-1-1,0 1 1,0 0-1,0 0 1,0 0-1,0 1 1,0-1-1,-1 1 1,1 0-1,-1 0 0,7 5 1,-4-1 41,0 0 0,0 0 0,-1 0 0,0 0 0,0 1 1,-1 0-1,1 0 0,4 13 0,-1 1-26,0 0 1,-2 1-1,-1 0 1,0 0-1,-2 0 0,1 23 1,-5-21 132,-4-33 809,-6-39-209,8 34-785,1 0 0,1 0 1,0-1-1,1 1 0,1 0 1,0 0-1,1 0 0,0 0 0,2 0 1,-1 0-1,1 1 0,1-1 1,11-20-1,-15 32-17,0 0 0,0 0 0,1 1-1,-1-1 1,0 0 0,1 1 0,0-1 0,-1 1 0,1-1-1,0 1 1,-1 0 0,1 0 0,0 0 0,0 0 0,0 0-1,0 0 1,0 0 0,1 0 0,-1 1 0,0 0 0,4-1 0,-3 1 2,1 1 0,-1-1 0,0 1 1,1 0-1,-1 0 0,0 0 1,1 0-1,-1 1 0,0-1 1,0 1-1,0 0 0,4 3 1,8 9 17,0 0 1,-1 0-1,23 32 0,-25-30-13,-5-7-130,1-1-37,-2 0-1,1 0 1,-1 1 0,0-1 0,-1 1-1,0 1 1,0-1 0,-1 1 0,0 0-1,4 16 1,-7-5-4976</inkml:trace>
</inkml:ink>
</file>

<file path=ppt/ink/ink1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13.679"/>
    </inkml:context>
    <inkml:brush xml:id="br0">
      <inkml:brushProperty name="width" value="0.035" units="cm"/>
      <inkml:brushProperty name="height" value="0.035" units="cm"/>
    </inkml:brush>
  </inkml:definitions>
  <inkml:trace contextRef="#ctx0" brushRef="#br0">1 151 8360,'0'0'1110,"0"-8"342,0-1-1121,0 1 0,1-1 0,0 0-1,1 1 1,0-1 0,5-13 0,-5 18-242,0 0 1,0-1-1,0 1 1,1 0 0,-1 1-1,1-1 1,0 0 0,0 1-1,0 0 1,1-1 0,-1 1-1,1 1 1,-1-1 0,1 0-1,0 1 1,0 0 0,5-2-1,-5 2-65,0 1-1,1 0 0,-1 0 1,0 0-1,1 0 0,-1 1 0,1 0 1,-1 0-1,0 0 0,1 0 1,-1 1-1,1-1 0,-1 1 1,0 1-1,0-1 0,6 3 0,-2-1 63,-1 1 0,0 1-1,0-1 1,-1 1 0,1 1-1,-1-1 1,0 1-1,7 8 1,-2 1 86,0 0 0,0 1-1,-2 0 1,0 1 0,-1 0 0,0 0 0,5 21-1,-10-27-102,-1 1 0,0 0 0,-1 0 0,0-1 0,-1 1 0,-2 17-1,2-27-47,0 1 1,-1 0-1,1 0 0,-1 0 0,0 0 0,0-1 0,0 1 0,0 0 0,-1-1 1,1 1-1,-1-1 0,0 1 0,-2 2 0,2-4-1,1 0-1,-1 0 0,0 0 1,1 0-1,-1 0 1,0 0-1,1-1 1,-1 1-1,0-1 0,0 0 1,1 1-1,-1-1 1,0 0-1,0 0 0,0 0 1,0 0-1,1 0 1,-1-1-1,0 1 1,0 0-1,0-1 0,1 0 1,-4-1-1,1 0 26,1 0 0,0 0 0,0 0 1,0-1-1,0 1 0,0-1 0,1 0 0,-1 0 0,1 0 0,0 0 0,0-1 0,0 1 0,0 0 0,0-1 0,1 1 0,0-1 0,0 0 0,0 1 0,0-1 0,0 0 0,1 0 0,-1-5 0,0-2-32,0-1-1,1 1 0,0-1 0,1 1 0,0-1 0,4-15 0,-2 16-7,1 0 0,1 0 0,-1 1 0,2 0-1,-1-1 1,2 2 0,-1-1 0,1 1 0,1 0 0,0 0-1,0 1 1,0 0 0,15-10 0,-18 14 1,1 1 1,-1-1 0,1 1-1,-1 0 1,1 1 0,0-1-1,0 1 1,1 0 0,-1 1-1,0 0 1,1 0 0,-1 0-1,0 0 1,1 1 0,-1 0-1,1 1 1,-1-1-1,0 1 1,1 1 0,-1-1-1,0 1 1,0 0 0,0 0-1,0 1 1,9 4 0,3 6 25,-1-1 0,1 2 0,-2 0 1,0 1-1,-1 1 0,-1 0 0,0 1 0,20 33 1,-11-6-3782,-6 0-4040</inkml:trace>
</inkml:ink>
</file>

<file path=ppt/ink/ink1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13.956"/>
    </inkml:context>
    <inkml:brush xml:id="br0">
      <inkml:brushProperty name="width" value="0.035" units="cm"/>
      <inkml:brushProperty name="height" value="0.035" units="cm"/>
    </inkml:brush>
  </inkml:definitions>
  <inkml:trace contextRef="#ctx0" brushRef="#br0">0 298 9897,'0'0'5958,"55"-49"-5125,-29 39-129,7-1-287,6-4-193,7 0-192,4-2 0,3-4-32,4-1 0,1-4-32,0 1 0,-7-2-1025,-5-2-2819,-8-2-3491</inkml:trace>
</inkml:ink>
</file>

<file path=ppt/ink/ink1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14.539"/>
    </inkml:context>
    <inkml:brush xml:id="br0">
      <inkml:brushProperty name="width" value="0.035" units="cm"/>
      <inkml:brushProperty name="height" value="0.035" units="cm"/>
    </inkml:brush>
  </inkml:definitions>
  <inkml:trace contextRef="#ctx0" brushRef="#br0">21 44 4933,'0'0'11061,"-1"-6"-10276,-2-18-220,3 24-470,0-1 0,0 1 0,0-1 0,0 1 0,0 0 0,-1-1-1,1 1 1,0 0 0,0-1 0,0 1 0,-1 0 0,1-1 0,0 1-1,-1 0 1,1 0 0,0-1 0,0 1 0,-1 0 0,1 0 0,0-1-1,-1 1 1,1 0 0,-1 0 0,1 0 0,0 0 0,-1 0 0,1 0-1,-1-1 1,0 1 0,-7-5 855,25 92-678,67 139 905,-39-115-1313,-40-92-904,-4-8-3344</inkml:trace>
</inkml:ink>
</file>

<file path=ppt/ink/ink1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4:29.289"/>
    </inkml:context>
    <inkml:brush xml:id="br0">
      <inkml:brushProperty name="width" value="0.035" units="cm"/>
      <inkml:brushProperty name="height" value="0.035" units="cm"/>
    </inkml:brush>
  </inkml:definitions>
  <inkml:trace contextRef="#ctx0" brushRef="#br0">0 0 4356,'0'0'1313</inkml:trace>
</inkml:ink>
</file>

<file path=ppt/ink/ink1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4:30.345"/>
    </inkml:context>
    <inkml:brush xml:id="br0">
      <inkml:brushProperty name="width" value="0.035" units="cm"/>
      <inkml:brushProperty name="height" value="0.035" units="cm"/>
    </inkml:brush>
  </inkml:definitions>
  <inkml:trace contextRef="#ctx0" brushRef="#br0">0 16 3171,'0'0'2947,"13"-16"-2979,-7 23-160,0-5-2147</inkml:trace>
</inkml:ink>
</file>

<file path=ppt/ink/ink1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4:32.869"/>
    </inkml:context>
    <inkml:brush xml:id="br0">
      <inkml:brushProperty name="width" value="0.035" units="cm"/>
      <inkml:brushProperty name="height" value="0.035" units="cm"/>
    </inkml:brush>
  </inkml:definitions>
  <inkml:trace contextRef="#ctx0" brushRef="#br0">3 12 8296,'-2'-12'-3780</inkml:trace>
</inkml:ink>
</file>

<file path=ppt/ink/ink1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06.290"/>
    </inkml:context>
    <inkml:brush xml:id="br0">
      <inkml:brushProperty name="width" value="0.035" units="cm"/>
      <inkml:brushProperty name="height" value="0.035" units="cm"/>
    </inkml:brush>
  </inkml:definitions>
  <inkml:trace contextRef="#ctx0" brushRef="#br0">1 1 993</inkml:trace>
</inkml:ink>
</file>

<file path=ppt/ink/ink1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07.039"/>
    </inkml:context>
    <inkml:brush xml:id="br0">
      <inkml:brushProperty name="width" value="0.035" units="cm"/>
      <inkml:brushProperty name="height" value="0.035" units="cm"/>
    </inkml:brush>
  </inkml:definitions>
  <inkml:trace contextRef="#ctx0" brushRef="#br0">1 0 8872,'0'0'161</inkml:trace>
</inkml:ink>
</file>

<file path=ppt/ink/ink1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46.576"/>
    </inkml:context>
    <inkml:brush xml:id="br0">
      <inkml:brushProperty name="width" value="0.035" units="cm"/>
      <inkml:brushProperty name="height" value="0.035" units="cm"/>
    </inkml:brush>
  </inkml:definitions>
  <inkml:trace contextRef="#ctx0" brushRef="#br0">28 0 11563,'0'0'1249,"42"20"-993,-42 22 417,0 11 512,0 7-480,-5 5-289,-2 2-192,-2 0-160,3 2-32,-4-4-32,0-1 0,3-6 0,1-11-480,1-10-2947,0-19-1538</inkml:trace>
</inkml:ink>
</file>

<file path=ppt/ink/ink1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47.216"/>
    </inkml:context>
    <inkml:brush xml:id="br0">
      <inkml:brushProperty name="width" value="0.035" units="cm"/>
      <inkml:brushProperty name="height" value="0.035" units="cm"/>
    </inkml:brush>
  </inkml:definitions>
  <inkml:trace contextRef="#ctx0" brushRef="#br0">762 0 9097,'0'0'1500,"-6"8"-1324,-15 21 223,-2-2 0,-1 0 1,-1-2-1,-1-1 0,-1 0 0,-1-2 1,-32 18-1,-9 1-348,-1-3 0,-86 33 0,142-65-35,-41 18 5,53-24-21,0 1 0,0 1 0,0-1 0,0 0 0,0 0 0,1 1 0,-1-1 0,0 1 0,1 0 0,-1-1 0,1 1 0,-1 0 0,1 0 0,0 0 0,-1 0 0,1 0 0,1 0 0,-1 0 0,-1 3 0,2-3 1,1-1-1,-1 0 0,1 0 0,-1 0 0,1 0 0,-1 1 1,1-1-1,0 0 0,-1 0 0,1 0 0,0 0 0,0 0 0,0-1 1,0 1-1,0 0 0,0 0 0,0-1 0,0 1 0,0 0 1,0-1-1,0 1 0,0-1 0,1 1 0,-1-1 0,2 1 1,41 10 4,-34-9-4,147 26 311,-107-21-66,-1 1 1,0 3-1,89 32 0,-130-39-212,-1-1 0,1 2-1,-1-1 1,1 1 0,-2 0-1,1 0 1,0 1 0,5 7-1,-9-11-28,-1 0 0,-1 1 0,1 0-1,0-1 1,0 1 0,-1 0 0,0 0-1,1 0 1,-1 0 0,0 0 0,-1 0-1,1 0 1,0 0 0,-1 1 0,0-1-1,0 0 1,0 0 0,0 0 0,0 1-1,-1-1 1,1 0 0,-1 0 0,0 0-1,-2 5 1,-1 0-4,-1 1 1,0-1-1,-1 0 0,0 0 1,0-1-1,-1 0 0,0 0 1,0 0-1,0-1 0,-12 7 0,-88 51 22,104-62-23,-272 117 63,60-30 99,209-86-152,-25 13 44,30-16-51,0 0 0,0 1 1,0-1-1,0 1 1,0-1-1,1 1 1,-1 0-1,0-1 0,0 1 1,1 0-1,-1-1 1,0 1-1,1 0 0,-1 0 1,1 0-1,-1 0 1,1-1-1,-1 1 1,1 0-1,0 0 0,-1 0 1,1 0-1,0 0 1,0 2-1,0-2 0,1 0-1,0 0 0,0 0 1,0-1-1,0 1 1,0 0-1,0 0 1,0-1-1,1 1 1,-1-1-1,0 1 1,0-1-1,0 1 0,1-1 1,-1 0-1,0 0 1,0 1-1,1-1 1,-1 0-1,0 0 1,1 0-1,-1-1 1,0 1-1,2 0 0,4 0 23,60-1 327,-1-2 1,108-19 0,130-45 382,-137 28-436,-125 29-227,-15 3 106,0 1 0,0 1 1,36-1-1,-63 6-168,1 0 0,-1 1 0,1-1 0,-1 0 0,1 0-1,-1 0 1,0 1 0,1-1 0,-1 0 0,1 1 0,-1-1 0,0 0 0,1 1 0,-1-1 0,0 0 0,1 1 0,-1-1 0,0 1-1,0-1 1,1 0 0,-1 1 0,0-1 0,0 1 0,0-1 0,0 1 0,0-1 0,0 1 0,0-1 0,1 1 0,-1-1 0,-1 1-1,1-1 1,0 1 0,0-1 0,0 1 0,-3 21 44,-7 9 61,-1 0 0,-26 52 0,-8 18 10,13-7-412,-35 87-166,57-158-1597,-2-1-1,-1 0 0,-15 20 1,-8 0-8445</inkml:trace>
</inkml:ink>
</file>

<file path=ppt/ink/ink1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47.605"/>
    </inkml:context>
    <inkml:brush xml:id="br0">
      <inkml:brushProperty name="width" value="0.035" units="cm"/>
      <inkml:brushProperty name="height" value="0.035" units="cm"/>
    </inkml:brush>
  </inkml:definitions>
  <inkml:trace contextRef="#ctx0" brushRef="#br0">1 0 14061,'0'0'2435,"4"51"-1955,1-21-96,4-2-191,-2 2-129,-1-1 0,-2-3-64,-4 1 0,0-3-32,0-1-801,-6-5-1377,-7-8-1826,-3-7-416</inkml:trace>
</inkml:ink>
</file>

<file path=ppt/ink/ink1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47.806"/>
    </inkml:context>
    <inkml:brush xml:id="br0">
      <inkml:brushProperty name="width" value="0.035" units="cm"/>
      <inkml:brushProperty name="height" value="0.035" units="cm"/>
    </inkml:brush>
  </inkml:definitions>
  <inkml:trace contextRef="#ctx0" brushRef="#br0">1 54 15791,'0'0'0,"0"-46"320,0 40-31,0 5-33,0 5-256,3 8 0,2 3-160,-3 2-2563,-2-1-2402,0-2-2786</inkml:trace>
</inkml:ink>
</file>

<file path=ppt/ink/ink1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48.358"/>
    </inkml:context>
    <inkml:brush xml:id="br0">
      <inkml:brushProperty name="width" value="0.035" units="cm"/>
      <inkml:brushProperty name="height" value="0.035" units="cm"/>
    </inkml:brush>
  </inkml:definitions>
  <inkml:trace contextRef="#ctx0" brushRef="#br0">205 1 705,'0'0'16202,"7"10"-15151,2 4-857,-1 1 0,-1-1-1,0 2 1,-1-1 0,-1 1-1,0 0 1,-1 0-1,-1 0 1,0 1 0,0 29-1,-3-36-163,0 0-1,-1 1 0,0-1 0,0 0 1,-1 0-1,0 0 0,-1 0 0,0-1 1,-7 15-1,7-19-22,0-1 1,0 1-1,-1-1 1,1 0-1,-1 0 1,0 0 0,0-1-1,0 1 1,-1-1-1,1 0 1,-1 0-1,0-1 1,0 1-1,0-1 1,0 0-1,0-1 1,0 1-1,0-1 1,-9 2-1,5-2 8,1 1 0,-1-2-1,1 1 1,-1-1 0,1 0-1,-1-1 1,0 1 0,1-2-1,-16-4 1,21 5-137,0 0 1,0-1-1,0 1 1,0-1-1,0 0 0,1 0 1,-1 0-1,1 0 1,-1-1-1,1 1 1,-3-5-1,2 4-342,1-1 0,0 0 0,0 0 0,1 0 0,-1 0 0,1-1 0,0 1 0,0 0 0,0 0 0,0-7 0,1-29-6092</inkml:trace>
</inkml:ink>
</file>

<file path=ppt/ink/ink1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48.624"/>
    </inkml:context>
    <inkml:brush xml:id="br0">
      <inkml:brushProperty name="width" value="0.035" units="cm"/>
      <inkml:brushProperty name="height" value="0.035" units="cm"/>
    </inkml:brush>
  </inkml:definitions>
  <inkml:trace contextRef="#ctx0" brushRef="#br0">1 54 14286,'0'0'2274,"57"-44"-1922,-35 39-192,-1 1-128,1 3 0,0 1-32,-3 0 0,-3 0-1217,-5 5-1666,-6 3-1345,-3 2-288</inkml:trace>
</inkml:ink>
</file>

<file path=ppt/ink/ink1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48.810"/>
    </inkml:context>
    <inkml:brush xml:id="br0">
      <inkml:brushProperty name="width" value="0.035" units="cm"/>
      <inkml:brushProperty name="height" value="0.035" units="cm"/>
    </inkml:brush>
  </inkml:definitions>
  <inkml:trace contextRef="#ctx0" brushRef="#br0">0 95 4356,'0'0'11691,"43"35"-10922,-7-44-545,5-5-128,5 0-64,1-2-32,-1 1-160,1-2-1409,-3-4-2595,-1-3-5285</inkml:trace>
</inkml:ink>
</file>

<file path=ppt/ink/ink1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48.993"/>
    </inkml:context>
    <inkml:brush xml:id="br0">
      <inkml:brushProperty name="width" value="0.035" units="cm"/>
      <inkml:brushProperty name="height" value="0.035" units="cm"/>
    </inkml:brush>
  </inkml:definitions>
  <inkml:trace contextRef="#ctx0" brushRef="#br0">1 0 18321,'0'0'128,"22"54"1,-14-29 159,2 2 0,-1 2-96,-4 0-96,-1 1-32,-4 0-64,0 0-1249,-4-8-2498</inkml:trace>
</inkml:ink>
</file>

<file path=ppt/ink/ink1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50.220"/>
    </inkml:context>
    <inkml:brush xml:id="br0">
      <inkml:brushProperty name="width" value="0.035" units="cm"/>
      <inkml:brushProperty name="height" value="0.035" units="cm"/>
    </inkml:brush>
  </inkml:definitions>
  <inkml:trace contextRef="#ctx0" brushRef="#br0">10 240 4965,'0'0'10698,"-2"-7"-10634,1 1-94,-1 1 0,1-1 0,0 0 0,0 0 0,0 0 1,1 0-1,0 0 0,0 0 0,1 0 0,-1 0 0,1 0 0,1 0 0,-1 1 0,1-1 0,0 0 1,0 1-1,1-1 0,0 1 0,5-8 0,-6 9-48,1 1 1,0-1-1,0 1 1,0-1-1,1 1 1,-1 0-1,1 0 1,-1 0-1,1 1 1,0 0-1,0-1 0,0 1 1,1 1-1,-1-1 1,0 0-1,1 1 1,-1 0-1,1 0 1,-1 1-1,1-1 1,0 1-1,-1 0 0,1 0 1,-1 0-1,1 1 1,0 0-1,-1 0 1,1 0-1,-1 0 1,0 1-1,1-1 1,-1 1-1,0 0 0,8 5 1,-2 1 264,0-1 1,0 1-1,-1 1 1,0 0-1,-1 0 1,0 1-1,0 0 1,-1 0-1,0 1 1,-1-1-1,10 23 1,6 42 1024,-20-69-1172,-1 0 0,0 1 0,0-1 0,-1 1 0,0-1 0,0 1 0,-1-1 0,1 1 0,-4 10 0,4-16-14,0 0 1,0-1 0,-1 1-1,1 0 1,0 0-1,-1-1 1,1 1 0,-1 0-1,1-1 1,-1 1 0,1-1-1,-1 1 1,1 0-1,-1-1 1,1 1 0,-1-1-1,0 0 1,1 1 0,-1-1-1,0 1 1,1-1 0,-1 0-1,0 0 1,0 1-1,1-1 1,-1 0 0,0 0-1,0 0 1,1 0 0,-1 0-1,0 0 1,0 0-1,0 0 1,1 0 0,-1 0-1,0 0 1,0 0 0,1-1-1,-1 1 1,0 0-1,0-1 1,1 1 0,-1 0-1,0-1 1,1 1 0,-1-1-1,1 1 1,-1-1-1,1 1 1,-1-1 0,0 0-1,1 1 1,0-1 0,-1 0-1,0 0 1,-26-36 649,24 26-717,-1 0 1,1 0-1,1 0 0,0-1 0,0 1 0,2-1 1,-1 1-1,1 0 0,1-1 0,0 1 1,0-1-1,1 1 0,1 0 0,6-17 0,-7 19-240,2 0 0,-1 0 0,1 0-1,1 1 1,0 0 0,0 0-1,0 0 1,1 0 0,0 1 0,1 0-1,-1 0 1,1 0 0,1 1 0,-1 0-1,1 1 1,0-1 0,15-6-1,-16 11 271,0-1-1,0 1 0,-1 0 0,1 0 0,0 1 0,0 0 0,0 0 0,0 1 0,0 0 0,0 0 0,0 1 1,0-1-1,-1 1 0,1 1 0,-1 0 0,1-1 0,-1 2 0,0-1 0,0 1 0,10 8 0,6 5 832,-1 1-1,-1 1 0,33 41 0,-43-48-766,0 0-1,-2 1 1,1 0-1,-2 0 1,1 1 0,7 20-1,-13-26-635,0-1 1,-1 1-1,1-1 0,-1 1 1,0 8-1,-1 5-5519</inkml:trace>
</inkml:ink>
</file>

<file path=ppt/ink/ink1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50.825"/>
    </inkml:context>
    <inkml:brush xml:id="br0">
      <inkml:brushProperty name="width" value="0.035" units="cm"/>
      <inkml:brushProperty name="height" value="0.035" units="cm"/>
    </inkml:brush>
  </inkml:definitions>
  <inkml:trace contextRef="#ctx0" brushRef="#br0">214 0 9321,'0'0'128,"-72"8"64,37 16 32,4 12 1090,0 15-193,9 8 256,7 9-576,8 3 224,7-1-673,7-1-224,17-6-64,9-7 0,8-11-32,1-9-32,4-11-993,-2-8-2274,-2-12 64,-4-5-2082</inkml:trace>
</inkml:ink>
</file>

<file path=ppt/ink/ink1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51.579"/>
    </inkml:context>
    <inkml:brush xml:id="br0">
      <inkml:brushProperty name="width" value="0.035" units="cm"/>
      <inkml:brushProperty name="height" value="0.035" units="cm"/>
    </inkml:brush>
  </inkml:definitions>
  <inkml:trace contextRef="#ctx0" brushRef="#br0">10 170 4644,'0'0'433,"-1"-7"763,-1-1-662,0 0 1,0 0-1,1 0 1,0 0-1,1 0 0,0-1 1,0 1-1,2-12 1,-1 16-409,0 1 1,0 0-1,0 0 0,1 0 1,-1 1-1,1-1 1,-1 0-1,1 0 0,0 1 1,0-1-1,0 1 1,1 0-1,-1-1 0,0 1 1,1 0-1,0 0 1,-1 1-1,1-1 0,0 0 1,0 1-1,0 0 0,0 0 1,0 0-1,0 0 1,0 0-1,0 0 0,5 1 1,-1-2-107,1 2 1,-1-1-1,1 1 1,-1 0-1,0 0 1,1 1-1,-1 0 1,1 1-1,-1 0 1,0 0-1,0 0 0,0 1 1,0 0-1,0 0 1,0 0-1,-1 1 1,0 0-1,0 1 1,0 0-1,0-1 1,-1 2-1,9 10 1,-7-8-20,-2 0 0,1 1 0,-1 0 0,-1 0 1,1 0-1,-1 0 0,-1 1 0,0 0 0,-1 0 1,1 0-1,-2 0 0,1 0 0,-2 0 0,1 0 1,-1 0-1,-3 16 0,3-21-2,-2 0-1,1-1 1,0 1 0,-1-1 0,0 1-1,0-1 1,0 1 0,-1-1 0,1 0-1,-1 0 1,-5 6 0,6-8 2,0-1 0,0 1 0,1 0 0,-2 0 0,1-1 1,0 1-1,0-1 0,0 0 0,-1 1 0,1-1 0,0 0 0,-1 0 0,1-1 1,-1 1-1,0-1 0,1 1 0,-1-1 0,1 0 0,-1 0 0,0 0 0,1 0 1,-5-1-1,5 0 2,1 0 0,-1 0 0,1 0 0,0 0 0,-1-1 0,1 1 0,0-1 0,0 1 0,0-1 0,0 1 0,0-1 0,0 1 1,0-1-1,1 0 0,-1 0 0,1 1 0,-1-1 0,1 0 0,-1 0 0,1 0 0,0 1 0,0-1 0,0 0 0,0 0 0,0 0 0,1 0 0,0-2 1,9-54 27,-1 36-36,2 1-1,1 1 0,0-1 1,2 2-1,26-31 1,20-31 470,-66 90 1073,2-5-1443,1 0 0,0 0 0,0 1 0,0-1 0,0 1 0,1 0 0,0 0 0,0 0 0,0 0 0,0 0-1,1 1 1,0-1 0,-1 8 0,2-7-119,1-1 0,0 0 1,-1 0-1,2 1 0,-1-1 0,1 0 0,-1 0 0,1 0 0,1 0 0,-1 0 0,1-1 0,0 1 1,5 5-1,-2-2 204,1 0 0,1-1 1,0 0-1,0 0 1,0-1-1,16 9 0,-9-7-583,0-1 0,0-1 0,28 9 0,-30-12-1390,0 0 1,0-1-1,0 0 1,18 0 0,-12-3-5629</inkml:trace>
</inkml:ink>
</file>

<file path=ppt/ink/ink1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52.421"/>
    </inkml:context>
    <inkml:brush xml:id="br0">
      <inkml:brushProperty name="width" value="0.035" units="cm"/>
      <inkml:brushProperty name="height" value="0.035" units="cm"/>
    </inkml:brush>
  </inkml:definitions>
  <inkml:trace contextRef="#ctx0" brushRef="#br0">0 95 6374,'8'-24'2589,"-7"18"-1737,1 0-1,0 0 1,0 0-1,1 1 0,5-11 1,-6 14-764,-1 0 0,1 0 1,0 0-1,0 0 0,0 1 0,0-1 0,0 1 1,0-1-1,1 1 0,-1 0 0,0 0 1,1 0-1,-1 0 0,1 0 0,-1 0 1,1 1-1,-1 0 0,4-1 0,-2 0-81,0 1 0,0-1 0,0 1 0,0 0 0,0 0 0,0 0 0,0 1 0,0 0 0,0-1 0,0 1 0,-1 1 1,1-1-1,0 0 0,-1 1 0,1 0 0,-1 0 0,1 0 0,3 3 0,-4-1-3,0-1 0,-1 1 0,0 0 0,1-1 0,-1 1 0,-1 0 0,1 0 0,0 1 0,-1-1 1,0 0-1,0 0 0,0 1 0,-1-1 0,0 1 0,1-1 0,-2 7 0,1-4-3,-1 0 0,0-1 0,0 1 1,-1 0-1,0 0 0,0-1 0,0 1 0,-1-1 0,0 0 0,0 0 1,-1 0-1,-5 8 0,-5 3 6,-1 0 1,-25 22-1,46-34 7,15-4 6,23-2 5,-23-2-764,-1-1 1,0-1-1,0-1 0,0 0 1,-1-2-1,0 0 0,19-12 1,-6-2-4083</inkml:trace>
</inkml:ink>
</file>

<file path=ppt/ink/ink1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52.699"/>
    </inkml:context>
    <inkml:brush xml:id="br0">
      <inkml:brushProperty name="width" value="0.035" units="cm"/>
      <inkml:brushProperty name="height" value="0.035" units="cm"/>
    </inkml:brush>
  </inkml:definitions>
  <inkml:trace contextRef="#ctx0" brushRef="#br0">253 1 5637,'0'0'7212,"5"10"-5909,4 10-864,-2 0 0,0 1 0,-1-1 0,-1 1 0,-2 0 1,0 1-1,1 34 0,-4-39-392,0 0 1,-1 0-1,-1 0 1,0-1-1,-10 33 1,10-44-46,0 0 0,0 0 0,-1 0 0,0 0 0,0 0 0,0-1 0,0 1 0,-1-1 0,1 0 0,-1 0 0,0 0 0,-1-1 0,1 1 0,-1-1 0,1 0 0,-1 0 0,0-1 0,0 1 0,0-1 0,-1 0 0,1-1 0,-7 2 0,0 0-79,0-1 0,-1 0-1,1-1 1,-1 0 0,-17-2 0,25 1-295,1-1 0,-1 1 0,1-1 0,0 0 0,-1-1 0,1 1 0,0-1-1,0 1 1,0-1 0,0-1 0,0 1 0,0 0 0,0-1 0,1 0 0,-1 0 0,1 0-1,0 0 1,-4-5 0,-9-24-3749</inkml:trace>
</inkml:ink>
</file>

<file path=ppt/ink/ink1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52.888"/>
    </inkml:context>
    <inkml:brush xml:id="br0">
      <inkml:brushProperty name="width" value="0.035" units="cm"/>
      <inkml:brushProperty name="height" value="0.035" units="cm"/>
    </inkml:brush>
  </inkml:definitions>
  <inkml:trace contextRef="#ctx0" brushRef="#br0">1 66 9225,'0'0'3331,"10"-46"-1473,-7 37-1058,-3 2 1,1 4-256,0 3-353,1 3-224,0 9 0,-2 0-160,2-1-2147</inkml:trace>
</inkml:ink>
</file>

<file path=ppt/ink/ink1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53.153"/>
    </inkml:context>
    <inkml:brush xml:id="br0">
      <inkml:brushProperty name="width" value="0.035" units="cm"/>
      <inkml:brushProperty name="height" value="0.035" units="cm"/>
    </inkml:brush>
  </inkml:definitions>
  <inkml:trace contextRef="#ctx0" brushRef="#br0">0 72 9513,'0'0'5061,"50"-5"-3940,-17 1-577,7 0-287,2 0-193,2-1-64,1 1 0,-6-2-32,-2-1-1346,-4-6-2593,-4-7-2179</inkml:trace>
</inkml:ink>
</file>

<file path=ppt/ink/ink1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53.774"/>
    </inkml:context>
    <inkml:brush xml:id="br0">
      <inkml:brushProperty name="width" value="0.035" units="cm"/>
      <inkml:brushProperty name="height" value="0.035" units="cm"/>
    </inkml:brush>
  </inkml:definitions>
  <inkml:trace contextRef="#ctx0" brushRef="#br0">0 112 8936,'0'0'1025,"2"-9"1223,-2 8-2177,1-3 104,-1 1-1,0-1 0,1 1 1,-1 0-1,1-1 1,0 1-1,0 0 0,0-1 1,1 1-1,-1 0 1,1 0-1,0 0 0,-1 0 1,2 1-1,-1-1 0,0 0 1,0 1-1,1-1 1,-1 1-1,1 0 0,0 0 1,0 0-1,0 0 0,0 0 1,0 1-1,0-1 1,0 1-1,0 0 0,1 0 1,5-1-1,-2 2-169,0-1 1,0 1-1,0 1 0,0 0 1,0 0-1,0 0 0,-1 0 1,1 1-1,0 0 0,-1 1 1,0 0-1,1 0 0,-1 0 1,0 0-1,-1 1 0,1 0 1,0 1-1,-1-1 0,0 1 1,0 0-1,-1 0 1,1 0-1,-1 1 0,0 0 1,-1-1-1,1 1 0,-1 1 1,0-1-1,-1 0 0,0 1 1,0 0-1,0-1 0,0 1 1,-1 0-1,-1 0 0,1 0 1,-1-1-1,0 1 0,0 0 1,-1 0-1,0 0 0,0 0 1,-1 0-1,0-1 0,0 1 1,0-1-1,-1 1 0,0-1 1,0 0-1,-5 6 0,-31 33-119,36-42 110,1-1 0,-1 1 0,0-1 0,0 0 0,0 0 0,-1 0-1,1-1 1,0 1 0,-1-1 0,1 0 0,-1 0 0,1 0-1,-1 0 1,-4 0 0,7-2 9,1 0-1,0 0 1,-1 0-1,1 0 1,0 0-1,0-1 1,0 1-1,0 0 1,0 0 0,0 0-1,1 0 1,-1 0-1,0 0 1,0 0-1,1 0 1,-1 0-1,1 0 1,-1 0-1,1-1 1,8-9-11,0 1 0,1 0 0,0 0 1,1 1-1,0 0 0,22-12 0,10-10-22,-35 24 20,8-5 3,-1-1 0,0-1 0,13-16-1,-25 27 7,0-1-1,0 1 0,-1-1 0,1 1 0,-1-1 0,0 0 0,0 0 0,-1 0 0,1 0 0,-1 0 0,0 0 0,0 0 0,0-1 0,-1 1 0,1 0 0,-1-1 1,0 1-1,0 0 0,-1-1 0,0-6 0,-1 8 11,1 1 0,0-1 1,-1 0-1,1 1 0,-1 0 0,0-1 0,0 1 1,0 0-1,0 0 0,0 0 0,0 0 1,-1 0-1,1 1 0,-1-1 0,-3-1 1,5 2 0,0 1 1,0-1-1,0 1 1,0-1 0,0 1-1,0-1 1,0 1-1,0 0 1,0 0 0,-1-1-1,1 1 1,0 0-1,0 0 1,0 0-1,0 0 1,-1 0 0,1 1-1,0-1 1,0 0-1,0 1 1,0-1 0,0 0-1,0 1 1,0-1-1,0 1 1,0 0-1,0-1 1,0 1 0,0 0-1,0-1 1,0 1-1,0 0 1,1 0 0,-1 0-1,0 0 1,1 0-1,-1 0 1,0 0 0,0 2-1,-2 7 19,0 1-1,0 0 1,1-1-1,0 1 1,1 0-1,0 0 1,1 0-1,1 0 1,-1 0-1,2 0 1,-1 0 0,1 0-1,1-1 1,0 1-1,1-1 1,0 0-1,0 0 1,1 0-1,1 0 1,-1-1-1,1 0 1,1 0-1,0 0 1,0-1-1,1 0 1,0-1-1,0 0 1,11 8 0,-11-9-642,1-1 0,-1 0 0,1-1 0,0 0 0,0 0 0,0-1 0,0 0 0,1 0 0,-1-1 0,1-1 0,0 1 0,14-1 0,9-2-8005</inkml:trace>
</inkml:ink>
</file>

<file path=ppt/ink/ink1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54.605"/>
    </inkml:context>
    <inkml:brush xml:id="br0">
      <inkml:brushProperty name="width" value="0.035" units="cm"/>
      <inkml:brushProperty name="height" value="0.035" units="cm"/>
    </inkml:brush>
  </inkml:definitions>
  <inkml:trace contextRef="#ctx0" brushRef="#br0">0 51 3587,'99'-7'10682,"23"-8"-7318,-28 1-4053,192-1 0,-271 17-1152,-9 2-2772</inkml:trace>
</inkml:ink>
</file>

<file path=ppt/ink/ink1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55.588"/>
    </inkml:context>
    <inkml:brush xml:id="br0">
      <inkml:brushProperty name="width" value="0.035" units="cm"/>
      <inkml:brushProperty name="height" value="0.035" units="cm"/>
    </inkml:brush>
  </inkml:definitions>
  <inkml:trace contextRef="#ctx0" brushRef="#br0">0 67 5061,'0'0'10746,"2"-7"-9609,0 3-1049,-1 0 0,1 1 0,0-1 0,0 0 0,0 1 1,0 0-1,0-1 0,1 1 0,0 0 0,0 0 0,0 1 0,0-1 0,3-2 0,-3 3-60,-1 1 0,0 0 0,1-1 0,-1 1 0,0 0-1,1 0 1,-1 1 0,1-1 0,0 0 0,-1 1 0,1-1 0,0 1 0,-1 0-1,1 0 1,-1 0 0,1 1 0,0-1 0,-1 0 0,1 1 0,0 0 0,-1-1 0,1 1-1,-1 0 1,0 1 0,1-1 0,1 2 0,-1-2-28,-1 0 0,1 1 0,-1 0-1,0 0 1,0-1 0,0 1 0,0 0 0,0 1 0,0-1 0,-1 0-1,1 0 1,-1 1 0,1-1 0,-1 1 0,0-1 0,0 1 0,0 0 0,0-1-1,0 6 1,-1-3 0,0-1-1,0 0 1,-1 1-1,1-1 0,-1 0 1,0 1-1,0-1 1,-1 0-1,1 0 1,-1 0-1,-3 6 1,-5 5-4,0 0 1,-2 0-1,1-1 1,-24 22-1,22-25-1,9-8 4,1 0 1,-1 1-1,1-1 1,-1 1-1,1 0 0,0-1 1,0 1-1,-3 6 1,8-9-2,0 0 0,0 0 0,0-1 0,0 1 0,0-1 0,0 1 1,0-1-1,0 0 0,0 0 0,0 0 0,0 0 0,0 0 0,2-1 1,-1 1 0,40 0-1360,0-2-1,-1-2 1,1-1 0,48-14-1,-50 6-4611</inkml:trace>
</inkml:ink>
</file>

<file path=ppt/ink/ink1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55.933"/>
    </inkml:context>
    <inkml:brush xml:id="br0">
      <inkml:brushProperty name="width" value="0.035" units="cm"/>
      <inkml:brushProperty name="height" value="0.035" units="cm"/>
    </inkml:brush>
  </inkml:definitions>
  <inkml:trace contextRef="#ctx0" brushRef="#br0">85 45 10218,'0'0'-166,"1"-7"230,-1 5-52,0 0 0,1 0 0,-1 1 0,1-1 0,-1 0 0,1 0 0,0 1 0,-1-1 0,1 0 0,0 1 0,0-1 0,0 1 1,0-1-1,0 1 0,1 0 0,-1-1 0,0 1 0,1 0 0,-1 0 0,1 0 0,-1 0 0,1 0 0,1-1 0,0 2 11,0-1 1,1 1-1,-1 0 0,0 0 1,0 0-1,0 0 1,0 0-1,0 1 0,0-1 1,0 1-1,0 0 1,0 0-1,0 0 1,0 0-1,0 1 0,-1-1 1,4 3-1,16 9 291,-2 2 0,0 0 0,-1 1 0,0 1 0,-1 0-1,-1 2 1,-1 0 0,0 1 0,-2 0 0,0 2 0,-2-1-1,0 2 1,-1-1 0,-2 1 0,12 42 0,-8-19-33,-3 1 0,-2-1 0,-2 2 1,-2-1-1,-2 1 0,-3-1 0,-8 69 0,2-71-245,-2 0 0,-2 0 0,-2-1 0,-1 0-1,-3-1 1,-31 57 0,27-62-531,-3-1 0,-40 50-1,40-60-918,-1 0 0,-1-2 0,-36 28-1,-34 11-7420</inkml:trace>
</inkml:ink>
</file>

<file path=ppt/ink/ink1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57.040"/>
    </inkml:context>
    <inkml:brush xml:id="br0">
      <inkml:brushProperty name="width" value="0.035" units="cm"/>
      <inkml:brushProperty name="height" value="0.035" units="cm"/>
    </inkml:brush>
  </inkml:definitions>
  <inkml:trace contextRef="#ctx0" brushRef="#br0">1 148 5733,'0'0'139,"3"-10"342,2-11-133,-3 9 201,1 1 0,0-1 0,1 0 0,0 1 0,1-1 0,0 1 0,9-14 0,-12 24-545,-1 0 0,1 0 1,-1 0-1,1 0 0,0 0 0,0 0 0,-1 0 0,1 1 1,0-1-1,0 1 0,0 0 0,0-1 0,0 1 1,0 0-1,0 0 0,-1 0 0,1 0 0,0 0 0,0 1 1,0-1-1,0 1 0,0-1 0,0 1 0,-1-1 0,1 1 1,0 0-1,-1 0 0,1 0 0,2 2 0,0-1-18,1 1 0,-1 1 0,0-1 0,0 1 0,0-1 0,0 1-1,0 0 1,-1 1 0,3 4 0,-3-3 48,0-1 0,-1 1 0,0 0 0,-1-1 0,1 1 0,-1 0 0,0 0 0,0 0 0,-1 0 0,0 1 0,0-1 0,0 0 0,-1 0 0,0 0 0,0 0 0,-1 0 0,1-1 0,-1 1 0,0 0 0,-1-1 0,-3 7 0,-4 6 67,-2 0 1,0-1-1,0-1 0,-28 28 1,40-44-89,0 0 0,-1 0 0,1 0 0,0 0-1,0 1 1,0-1 0,-1 0 0,1 0 0,0 0 0,0 0 0,0 1 0,0-1 0,0 0 0,0 0 0,-1 0 0,1 1 0,0-1 0,0 0 0,0 0 0,0 1 0,0-1 0,0 0 0,0 0 0,0 0 0,0 1 0,0-1 0,0 0 0,0 0 0,0 1-1,0-1 1,0 0 0,0 0 0,0 1 0,0-1 0,1 0 0,-1 0 0,0 0 0,0 1 0,0-1 0,0 0 0,1 0 0,12 4 674,29-3 399,-30-1-1006,78 2-12,53-1 10,-51-10-3225,-36-6-6595</inkml:trace>
</inkml:ink>
</file>

<file path=ppt/ink/ink1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57.724"/>
    </inkml:context>
    <inkml:brush xml:id="br0">
      <inkml:brushProperty name="width" value="0.035" units="cm"/>
      <inkml:brushProperty name="height" value="0.035" units="cm"/>
    </inkml:brush>
  </inkml:definitions>
  <inkml:trace contextRef="#ctx0" brushRef="#br0">1 763 9289,'0'0'85,"8"1"-21,38 2 586,0-2 0,0-2-1,0-2 1,0-2 0,51-12 0,-40 7-273,1073-176 3726,899-139-1527,-701 129-1760,-1118 172-938,-182 24-509,-47 6-2731,-43 7-2393</inkml:trace>
</inkml:ink>
</file>

<file path=ppt/ink/ink1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58.223"/>
    </inkml:context>
    <inkml:brush xml:id="br0">
      <inkml:brushProperty name="width" value="0.035" units="cm"/>
      <inkml:brushProperty name="height" value="0.035" units="cm"/>
    </inkml:brush>
  </inkml:definitions>
  <inkml:trace contextRef="#ctx0" brushRef="#br0">0 166 8360,'10'-7'4148,"-1"1"-3763,-2 0-53,-1 1-1,1 1 0,1-1 0,-1 1 0,15-6 0,-19 9-302,-1 1 0,0-1-1,1 1 1,-1-1 0,0 1 0,1 0-1,-1 0 1,1 0 0,-1 0 0,0 0-1,1 1 1,-1-1 0,0 1 0,1-1-1,-1 1 1,0 0 0,0 0 0,0 0 0,0 0-1,0 0 1,0 1 0,0-1 0,0 1-1,0-1 1,0 1 0,-1 0 0,1-1-1,-1 1 1,3 3 0,2 6 16,1 1 1,-1 0-1,-1 0 1,0 1 0,-1-1-1,0 1 1,-1 0-1,0 0 1,-1 1-1,0 19 1,-1-12-2,-1 0 0,-1-1 1,-1 1-1,-1 0 1,0 0-1,-7 20 0,8-36-40,2-2 0,-1-1 0,1 0 0,-1 0-1,1 0 1,-1 0 0,0 0 0,0 0 0,0 0 0,0 0-1,0 0 1,0 0 0,0-1 0,-1 1 0,1 0-1,-1-1 1,1 1 0,-1-1 0,0 0 0,-2 2-1,3-3 7,1 0 0,-1 0 0,1 0 0,0 0 0,-1-1 0,1 1 0,-1 0 0,1 0 0,-1-1 0,1 1 0,0 0 0,-1 0 0,1-1 0,-1 1 0,1 0-1,0-1 1,-1 1 0,1-1 0,0 1 0,0 0 0,-1-1 0,1 1 0,0-1 0,0 1 0,0-1 0,0 1 0,-1-1 0,1 1 0,0-1 0,0 1 0,0-1 0,0 1-1,0-1 1,0 1 0,0-1 0,0-25 335,0 22-268,1-20-21,1-1 0,1 1 0,2 0 0,0 1 0,2-1 0,0 1 1,1 0-1,20-36 0,-19 40 36,2 1 1,0 0-1,1 1 0,1 0 1,1 1-1,0 0 1,1 1-1,0 1 0,1 0 1,23-14-1,-34 25-53,0 0 0,1 0 0,-1 0 0,0 1 0,1 0-1,0 0 1,-1 0 0,1 1 0,0 0 0,0 0 0,0 0 0,0 1-1,0 0 1,0 0 0,0 0 0,0 1 0,9 2 0,-9-1-33,1 1 0,-1 0 1,-1 0-1,1 0 0,0 1 1,-1 0-1,0 0 0,0 0 1,0 1-1,0 0 0,-1 0 1,0 0-1,0 0 0,0 1 1,4 6-1,9 21 162,-1 0 0,-2 0 0,19 65 0,-10-10-2413,-6-28-2673,-11-37-2786</inkml:trace>
</inkml:ink>
</file>

<file path=ppt/ink/ink1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58.412"/>
    </inkml:context>
    <inkml:brush xml:id="br0">
      <inkml:brushProperty name="width" value="0.035" units="cm"/>
      <inkml:brushProperty name="height" value="0.035" units="cm"/>
    </inkml:brush>
  </inkml:definitions>
  <inkml:trace contextRef="#ctx0" brushRef="#br0">0 242 12460,'0'0'128,"56"-44"1794,-22 23-513,2 6 161,6 2-802,3 2-255,7-2-257,5 2-192,7-1 0,4 1-64,3-4-32,2-1-1569,-2-9-1795,-2-10-3650</inkml:trace>
</inkml:ink>
</file>

<file path=ppt/ink/ink1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58.538"/>
    </inkml:context>
    <inkml:brush xml:id="br0">
      <inkml:brushProperty name="width" value="0.035" units="cm"/>
      <inkml:brushProperty name="height" value="0.035" units="cm"/>
    </inkml:brush>
  </inkml:definitions>
  <inkml:trace contextRef="#ctx0" brushRef="#br0">0 0 15727,'0'0'1217,"8"53"353,2-5 63,-2 14-224,-2 14-544,1 9-480,-2 4-289,-5 3-64,0-1-32,-10-13-1922,-3-23-6854</inkml:trace>
</inkml:ink>
</file>

<file path=ppt/ink/ink1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04.313"/>
    </inkml:context>
    <inkml:brush xml:id="br0">
      <inkml:brushProperty name="width" value="0.035" units="cm"/>
      <inkml:brushProperty name="height" value="0.035" units="cm"/>
    </inkml:brush>
  </inkml:definitions>
  <inkml:trace contextRef="#ctx0" brushRef="#br0">0 0 2883</inkml:trace>
</inkml:ink>
</file>

<file path=ppt/ink/ink1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05.214"/>
    </inkml:context>
    <inkml:brush xml:id="br0">
      <inkml:brushProperty name="width" value="0.035" units="cm"/>
      <inkml:brushProperty name="height" value="0.035" units="cm"/>
    </inkml:brush>
  </inkml:definitions>
  <inkml:trace contextRef="#ctx0" brushRef="#br0">0 63 2723,'0'0'8167,"0"-52"-8231,0 42 32,3 21-3523,1 1 1633,-3-4-2594</inkml:trace>
</inkml:ink>
</file>

<file path=ppt/ink/ink1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09.389"/>
    </inkml:context>
    <inkml:brush xml:id="br0">
      <inkml:brushProperty name="width" value="0.035" units="cm"/>
      <inkml:brushProperty name="height" value="0.035" units="cm"/>
    </inkml:brush>
  </inkml:definitions>
  <inkml:trace contextRef="#ctx0" brushRef="#br0">286 42 2402,'0'0'1975,"-27"-42"5958,20 50-7745,-1 0-1,2 0 0,-1 1 0,-8 16 0,-5 6 292,-40 47 499,-70 101-152,125-165-765,5-10-4430,0-20-670</inkml:trace>
</inkml:ink>
</file>

<file path=ppt/ink/ink1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21.772"/>
    </inkml:context>
    <inkml:brush xml:id="br0">
      <inkml:brushProperty name="width" value="0.035" units="cm"/>
      <inkml:brushProperty name="height" value="0.035" units="cm"/>
    </inkml:brush>
  </inkml:definitions>
  <inkml:trace contextRef="#ctx0" brushRef="#br0">27 232 6406,'0'0'3016,"-3"-8"-1569,1 1-1060,-3-6 409,1 1 0,0-1 0,1 0 0,1 0 1,-1-20-1,2 30-768,1 1 0,0-1 1,0 1-1,1-1 0,-1 1 0,1-1 1,-1 1-1,1 0 0,0-1 1,0 1-1,-1-1 0,2 1 1,-1 0-1,0 0 0,0 0 0,1 0 1,-1 0-1,1 0 0,0 0 1,0 0-1,0 0 0,0 1 0,0-1 1,0 1-1,0 0 0,0-1 1,0 1-1,1 0 0,-1 0 1,0 0-1,1 1 0,-1-1 0,1 1 1,-1-1-1,1 1 0,-1 0 1,1 0-1,4 0 0,-2 0-30,0 1-1,0 0 0,0 0 1,0 1-1,0-1 0,0 1 1,0 0-1,0 0 1,-1 0-1,1 1 0,-1 0 1,0 0-1,0 0 0,0 0 1,0 1-1,0 0 1,-1-1-1,1 1 0,-1 1 1,0-1-1,0 0 0,-1 1 1,1-1-1,1 6 1,2 3-5,-1 0 1,0 0 0,0 0-1,-2 0 1,0 1-1,0-1 1,-1 1 0,0 16-1,-21-67 520,17 26-428,0 0 0,0 0 0,1 0 0,0 0 0,1-1 0,0 1 0,1 0 1,0 0-1,1 0 0,0 0 0,7-19 0,-7 25-82,0 0 0,0 0 0,0 1 0,1-1 0,0 1 0,0 0 0,0 0 0,0 0 0,1 0 0,-1 0 0,1 1 0,0 0 0,0 0 0,0 0 0,1 0 0,-1 0 0,1 1 0,0 0 0,-1 0 0,1 0 0,0 1 0,0-1 0,0 1 0,0 0 0,0 1 0,0-1 0,9 1 0,-7 1-10,-1 1 1,1-1-1,0 1 1,-1 1-1,1-1 0,-1 1 1,0 0-1,1 0 1,-2 1-1,1 0 0,0 0 1,-1 0-1,0 1 1,0 0-1,0 0 0,0 0 1,3 6-1,7 8-4,-2 0-1,0 0 0,18 40 0,-24-43-561,-1 1-1,0 0 0,-1 0 0,-1 1 0,2 21 0,-4-3-5736</inkml:trace>
</inkml:ink>
</file>

<file path=ppt/ink/ink1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18.872"/>
    </inkml:context>
    <inkml:brush xml:id="br0">
      <inkml:brushProperty name="width" value="0.035" units="cm"/>
      <inkml:brushProperty name="height" value="0.035" units="cm"/>
    </inkml:brush>
  </inkml:definitions>
  <inkml:trace contextRef="#ctx0" brushRef="#br0">57 0 12139,'0'0'65,"21"63"-258,-20-24 450,-1 9 319,0 4-127,0 3-193,-9 4-192,0 1 0,-1 1-64,-4-3 0,1-11-64,1-9-4452,0-14-3300</inkml:trace>
</inkml:ink>
</file>

<file path=ppt/ink/ink1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19.525"/>
    </inkml:context>
    <inkml:brush xml:id="br0">
      <inkml:brushProperty name="width" value="0.035" units="cm"/>
      <inkml:brushProperty name="height" value="0.035" units="cm"/>
    </inkml:brush>
  </inkml:definitions>
  <inkml:trace contextRef="#ctx0" brushRef="#br0">697 0 11147,'0'0'2669,"-9"12"-2541,-9 10-31,-1-1 0,-2-1 0,0-1 0,-31 22 1,-13-1-10,-132 57 0,121-62-29,69-32-70,4-2 11,1-1-1,0 1 1,0 0-1,0 0 0,0 0 1,0 0-1,0 0 1,0 0-1,0 0 1,1 1-1,-1-1 1,0 1-1,1-1 0,-1 1 1,1 0-1,-1-1 1,1 1-1,0 0 1,-2 3-1,4-4 1,-1 0 0,1 0 0,-1 0 0,1 0 0,-1 0 0,1-1 0,0 1-1,-1 0 1,1 0 0,0-1 0,0 1 0,-1 0 0,1-1 0,0 1 0,0-1 0,0 1 0,0-1 0,0 0-1,0 1 1,0-1 0,0 0 0,0 0 0,2 1 0,33 6 22,-27-6-10,99 16 115,-55-10 76,0 2 0,-1 3 1,63 21-1,-109-30-174,1 0 0,-1 0 0,0 0 0,0 0 0,0 1 0,0 0 0,0 0 1,-1 1-1,0 0 0,9 10 0,-13-13-28,0 0-1,0 0 1,0 0-1,0 1 1,0-1 0,0 0-1,-1 1 1,1-1 0,-1 0-1,1 1 1,-1-1-1,0 1 1,0-1 0,0 1-1,0-1 1,-1 1 0,1-1-1,-1 0 1,1 1 0,-1-1-1,0 0 1,0 1-1,0-1 1,0 0 0,-1 0-1,1 0 1,0 0 0,-1 0-1,1 0 1,-1 0 0,0 0-1,0-1 1,-3 3-1,-13 12 26,-1 0 0,0-2 0,-1 0 0,-34 16 0,-95 38 123,131-60-145,-88 35 40,-116 55 105,215-94-143,4-3-5,0 0 0,1 0 0,-1 0 1,0 0-1,1 1 0,-1-1 0,1 1 0,-1 0 0,1 0 1,0 0-1,0 0 0,0 0 0,0 0 0,0 1 0,0-1 1,1 1-1,-1-1 0,1 1 0,0-1 0,-1 1 0,0 3 1,3-5-1,-1 0 1,1 1 0,-1-1-1,1 0 1,0 0 0,0 0 0,-1 0-1,1 0 1,0 0 0,0 0 0,0-1-1,0 1 1,0 0 0,0 0-1,0-1 1,0 1 0,0 0 0,0-1-1,1 1 1,-1-1 0,0 0-1,0 1 1,1-1 0,-1 0 0,0 0-1,3 0 1,41 5 97,-39-5-79,57 1 104,0-3 1,100-16-1,123-39 1188,-245 48-851,-40 9-406,0-1 1,0 1-1,0 0 0,0-1 0,0 1 1,0 0-1,0 0 0,0 0 0,0 0 1,0 0-1,0 0 0,0 0 0,0 0 1,0 0-1,0 0 0,0 0 0,0 1 1,0-1-1,0 0 0,0 1 0,0-1 1,0 1-1,0-1 0,-1 1 0,1-1 1,0 1-1,0 0 0,1 1 0,0 28 524,-2-14-689,0-7-12,0 38 341,-8 65 1,6-97-751,-1 0 1,0-1-1,-1 1 1,-1-1-1,0 0 1,-1 0 0,-1-1-1,-13 22 1,-4-6-5289</inkml:trace>
</inkml:ink>
</file>

<file path=ppt/ink/ink1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20.006"/>
    </inkml:context>
    <inkml:brush xml:id="br0">
      <inkml:brushProperty name="width" value="0.035" units="cm"/>
      <inkml:brushProperty name="height" value="0.035" units="cm"/>
    </inkml:brush>
  </inkml:definitions>
  <inkml:trace contextRef="#ctx0" brushRef="#br0">47 1 11819,'0'0'2627,"5"64"-1218,0-30-704,-1 4-353,1-1-224,-1 0-96,-4-5 0,0-3 0,0-3-32,-8-7-32,-5-3-1217,-2-8-1442,1-5-1697,-6-3-1794</inkml:trace>
</inkml:ink>
</file>

<file path=ppt/ink/ink1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20.195"/>
    </inkml:context>
    <inkml:brush xml:id="br0">
      <inkml:brushProperty name="width" value="0.035" units="cm"/>
      <inkml:brushProperty name="height" value="0.035" units="cm"/>
    </inkml:brush>
  </inkml:definitions>
  <inkml:trace contextRef="#ctx0" brushRef="#br0">0 49 12812,'0'0'2274,"10"-47"-1409,-9 46-577,2 1-224,0 0-64,2 0-32,2 11-32,4 1-192,-1 0-3171,1-2-2403</inkml:trace>
</inkml:ink>
</file>

<file path=ppt/ink/ink1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20.416"/>
    </inkml:context>
    <inkml:brush xml:id="br0">
      <inkml:brushProperty name="width" value="0.035" units="cm"/>
      <inkml:brushProperty name="height" value="0.035" units="cm"/>
    </inkml:brush>
  </inkml:definitions>
  <inkml:trace contextRef="#ctx0" brushRef="#br0">1 3 12620,'0'0'2114,"50"-2"-1089,-30 2-449,2 0 1,0 0-289,-3 0-192,-1 0-64,-4 4-64,-2 4 32,-6 1-672,-5-2-2467,-1 3-3107</inkml:trace>
</inkml:ink>
</file>

<file path=ppt/ink/ink1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20.571"/>
    </inkml:context>
    <inkml:brush xml:id="br0">
      <inkml:brushProperty name="width" value="0.035" units="cm"/>
      <inkml:brushProperty name="height" value="0.035" units="cm"/>
    </inkml:brush>
  </inkml:definitions>
  <inkml:trace contextRef="#ctx0" brushRef="#br0">0 0 9545,'0'0'1409,"46"19"-1088,-12-18 95,8-1-192,7 0-96,4 0-96,4-5-128,-3-10-3427</inkml:trace>
</inkml:ink>
</file>

<file path=ppt/ink/ink1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20.759"/>
    </inkml:context>
    <inkml:brush xml:id="br0">
      <inkml:brushProperty name="width" value="0.035" units="cm"/>
      <inkml:brushProperty name="height" value="0.035" units="cm"/>
    </inkml:brush>
  </inkml:definitions>
  <inkml:trace contextRef="#ctx0" brushRef="#br0">0 0 14382,'0'0'1953,"11"50"-607,-5-23-513,1 0-193,0 3-352,0 2-159,-3-1-65,-4 2-64,0-7-1986,0-9-4613</inkml:trace>
</inkml:ink>
</file>

<file path=ppt/ink/ink1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22.286"/>
    </inkml:context>
    <inkml:brush xml:id="br0">
      <inkml:brushProperty name="width" value="0.035" units="cm"/>
      <inkml:brushProperty name="height" value="0.035" units="cm"/>
    </inkml:brush>
  </inkml:definitions>
  <inkml:trace contextRef="#ctx0" brushRef="#br0">245 1 10186,'-8'3'299,"-5"4"-62,0 1 0,0 0 0,1 0 1,1 2-1,-1-1 0,2 2 0,-1-1 0,1 2 1,1-1-1,0 1 0,1 0 0,0 1 1,-11 24-1,5-8-34,2 0 1,0 1 0,2 0-1,2 1 1,-9 56 0,14-64-131,1 1 0,2-1 1,0 1-1,2-1 0,0 0 1,1 0-1,13 44 1,-13-59-235,-1 0 0,1 0 1,1-1-1,-1 0 1,1 1-1,1-1 1,-1 0-1,1-1 1,1 1-1,-1-1 0,1 0 1,0 0-1,0-1 1,0 0-1,1 0 1,0 0-1,0-1 1,0 0-1,1-1 0,-1 1 1,1-1-1,0-1 1,0 1-1,0-2 1,13 3-1,13-3-4040</inkml:trace>
</inkml:ink>
</file>

<file path=ppt/ink/ink1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22.925"/>
    </inkml:context>
    <inkml:brush xml:id="br0">
      <inkml:brushProperty name="width" value="0.035" units="cm"/>
      <inkml:brushProperty name="height" value="0.035" units="cm"/>
    </inkml:brush>
  </inkml:definitions>
  <inkml:trace contextRef="#ctx0" brushRef="#br0">0 109 6951,'0'0'800,"1"-8"247,0 3-800,-1 1 0,1-1 1,-1 1-1,1 0 0,1-1 0,-1 1 1,1 0-1,-1 0 0,1-1 1,1 1-1,-1 1 0,0-1 0,1 0 1,0 1-1,0-1 0,0 1 1,0 0-1,0 0 0,1 0 0,-1 0 1,1 1-1,0-1 0,0 1 1,0 0-1,0 0 0,0 0 0,0 1 1,1 0-1,-1-1 0,9 0 1,-7 2-240,0-1 1,0 1 0,0 1 0,0-1 0,0 1 0,-1 0 0,1 0 0,0 1 0,0 0 0,-1 0-1,1 0 1,-1 0 0,0 1 0,0 0 0,0 0 0,0 1 0,0-1 0,0 1 0,-1 0 0,0 0-1,0 1 1,0-1 0,0 1 0,-1 0 0,0 0 0,0 0 0,0 0 0,-1 1 0,1-1 0,-1 1-1,-1-1 1,1 1 0,-1 0 0,0 0 0,1 10 0,-1-3-13,0 0 1,-1 1-1,-1-1 0,0 1 1,0-1-1,-5 15 0,5-22 4,0-1 0,-1 0-1,0 0 1,0 0 0,0-1-1,-1 1 1,1 0 0,-1-1-1,0 0 1,-1 1 0,1-1-1,-1-1 1,1 1 0,-1 0-1,0-1 1,-1 0 0,1 0-1,-8 4 1,12-7 3,0 0 1,-1 0-1,1 0 1,0 0-1,0 0 0,-1-1 1,1 1-1,0 0 1,-1 0-1,1 0 1,0 0-1,0-1 1,-1 1-1,1 0 0,0 0 1,0 0-1,-1-1 1,1 1-1,0 0 1,0-1-1,0 1 1,0 0-1,-1 0 0,1-1 1,0 1-1,0 0 1,0-1-1,0 1 1,0 0-1,0-1 1,0 1-1,0 0 0,0-1 1,0 1-1,0 0 1,0-1-1,0 1 1,0 0-1,0-1 0,0 1 1,0 0-1,1-1 1,1-19 35,4 5-61,1 1 0,1-1 1,0 1-1,0 0 1,22-24-1,22-39 196,-48 70 167,0 0 0,-1 0 0,0-1 0,-1 1 0,0-1 0,0 1 0,0-1 0,-1 0 0,1-12 0,-16 72-149,13-39-135,1 0 0,0 1 1,1-1-1,0 1 0,1-1 0,1 0 1,0 0-1,1 0 0,1 0 1,5 12-1,-5-16-341,0 0 1,0 0-1,1 0 0,0 0 1,13 12-1,-14-15-707,1-1 1,0 0-1,0-1 0,0 1 0,0-1 1,1-1-1,0 1 0,10 3 1,7-1-6692</inkml:trace>
</inkml:ink>
</file>

<file path=ppt/ink/ink1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23.143"/>
    </inkml:context>
    <inkml:brush xml:id="br0">
      <inkml:brushProperty name="width" value="0.035" units="cm"/>
      <inkml:brushProperty name="height" value="0.035" units="cm"/>
    </inkml:brush>
  </inkml:definitions>
  <inkml:trace contextRef="#ctx0" brushRef="#br0">4 1 9993,'0'0'6049,"1"10"-5462,2 44-452,-2-1 1,-8 58-1,5-81-627,2-11-3379,0-15 2196,0 3-5158</inkml:trace>
</inkml:ink>
</file>

<file path=ppt/ink/ink1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23.563"/>
    </inkml:context>
    <inkml:brush xml:id="br0">
      <inkml:brushProperty name="width" value="0.035" units="cm"/>
      <inkml:brushProperty name="height" value="0.035" units="cm"/>
    </inkml:brush>
  </inkml:definitions>
  <inkml:trace contextRef="#ctx0" brushRef="#br0">1 0 9161,'0'0'7324,"3"9"-7030,4 13-59,-2 1 1,5 39 0,-6-33-219,1 0 0,10 33 0,-7-50-1156,1-10-3274,-3-5-141</inkml:trace>
</inkml:ink>
</file>

<file path=ppt/ink/ink1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23.765"/>
    </inkml:context>
    <inkml:brush xml:id="br0">
      <inkml:brushProperty name="width" value="0.035" units="cm"/>
      <inkml:brushProperty name="height" value="0.035" units="cm"/>
    </inkml:brush>
  </inkml:definitions>
  <inkml:trace contextRef="#ctx0" brushRef="#br0">11 0 12524,'0'0'3331,"-10"10"-12780</inkml:trace>
</inkml:ink>
</file>

<file path=ppt/ink/ink1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26.249"/>
    </inkml:context>
    <inkml:brush xml:id="br0">
      <inkml:brushProperty name="width" value="0.035" units="cm"/>
      <inkml:brushProperty name="height" value="0.035" units="cm"/>
    </inkml:brush>
  </inkml:definitions>
  <inkml:trace contextRef="#ctx0" brushRef="#br0">0 28 2434,'0'0'8777,"22"-2"-6215,425-23 1255,-447 25-3737</inkml:trace>
</inkml:ink>
</file>

<file path=ppt/ink/ink1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37.543"/>
    </inkml:context>
    <inkml:brush xml:id="br0">
      <inkml:brushProperty name="width" value="0.035" units="cm"/>
      <inkml:brushProperty name="height" value="0.035" units="cm"/>
    </inkml:brush>
  </inkml:definitions>
  <inkml:trace contextRef="#ctx0" brushRef="#br0">52 76 2498,'0'0'9428,"-3"-7"-8787,-20-39 1772,23 45-2382,0 1 1,0 0 0,0-1 0,-1 1 0,1 0 0,0-1 0,0 1-1,0 0 1,0-1 0,0 1 0,0 0 0,0-1 0,0 1 0,0 0-1,0-1 1,0 1 0,0-1 0,0 1 0,0 0 0,0-1 0,0 1 0,0 0-1,0-1 1,0 1 0,1 0 0,-1-1 0,0 1 0,0 0 0,0 0-1,1-1 1,-1 1 0,0 0 0,0 0 0,1-1 0,-1 1 0,0 0 0,0 0-1,1-1 1,19-5 357,20 3-280,-32 3-103,0 0-1,-1 1 1,1 0 0,0 0 0,0 1 0,0 0 0,-1 0-1,1 1 1,-1 0 0,1 0 0,-1 1 0,6 4 0,-8-5-7,-1 1 0,0-1 1,0 1-1,-1 0 0,1 0 1,-1 0-1,0 0 1,0 1-1,0 0 0,0-1 1,-1 1-1,0 0 1,0 0-1,0 0 0,-1 0 1,0 1-1,0-1 0,1 10 1,-2-6-6,0-1 0,-1 1 0,0-1 1,0 0-1,-1 1 0,0-1 0,0 0 0,-1 0 0,0 0 1,0-1-1,-1 1 0,0-1 0,-1 0 0,0 0 0,0 0 0,0-1 1,0 1-1,-1-1 0,-12 9 0,9-7 23,-1-1 0,0-1 0,0 1 1,0-2-1,-1 1 0,0-1 0,0-1 0,0 0 0,-1-1 0,1 0 0,-1 0 0,0-1 1,-18 0-1,47-18-113,9 2-767,66-42-7003,-58 30 713</inkml:trace>
</inkml:ink>
</file>

<file path=ppt/ink/ink1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38.093"/>
    </inkml:context>
    <inkml:brush xml:id="br0">
      <inkml:brushProperty name="width" value="0.035" units="cm"/>
      <inkml:brushProperty name="height" value="0.035" units="cm"/>
    </inkml:brush>
  </inkml:definitions>
  <inkml:trace contextRef="#ctx0" brushRef="#br0">143 31 5990,'0'0'5728,"0"-2"-5702,0 1-26,0 1-1,0-1 0,0 0 1,0 1-1,0-1 0,1 1 1,-1-1-1,0 1 0,0-1 1,1 1-1,-1-1 0,0 1 1,1-1-1,-1 1 0,0-1 1,1 1-1,-1-1 0,1 1 1,-1 0-1,1-1 0,-1 1 1,1 0-1,-1 0 0,1-1 1,-1 1-1,1 0 0,-1 0 1,1 0-1,0-1 0,-1 1 1,1 0-1,-1 0 0,1 0 1,0 0-1,20 1 5,-18-1-6,28-2-194,-30 2 288,0 0 1,0 0-1,0 0 0,0-1 1,0 1-1,0 0 1,0 0-1,0 0 0,0-1 1,0 1-1,0-1 1,0 1-1,0-1 1,0 1-1,-1-1 0,1 1 1,0-1-1,0 0 1,0 0-1,-1 1 0,1-1 1,0 0-1,-1 0 1,2-1-1,-7 1 108,0 1 0,0 0 1,0-1-1,0 2 0,0-1 0,0 1 0,-7 1 1,2 2-70,-1 0 0,1 1 1,0 1-1,1 0 0,-1 0 0,1 0 1,1 1-1,-1 1 0,1 0 1,0 0-1,1 0 0,0 1 0,0 0 1,1 0-1,-7 14 0,6-11-89,0 1-1,2 0 0,-1 0 0,2 1 0,-1-1 0,2 1 0,0 0 1,1 1-1,0-1 0,1 0 0,1 24 0,1-35-30,-1 1-1,1-1 1,0 1-1,0-1 1,1 1-1,-1-1 1,1 0-1,-1 0 1,1 0-1,0 0 1,0 0 0,0 0-1,1 0 1,-1 0-1,1-1 1,-1 1-1,1-1 1,0 0-1,0 0 1,0 0-1,0 0 1,0-1-1,1 1 1,-1-1 0,4 2-1,3-1-505,0 1-1,0-1 1,0 0 0,0-1-1,0 0 1,1-1 0,17-2-1,3-3-6289</inkml:trace>
</inkml:ink>
</file>

<file path=ppt/ink/ink1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40.288"/>
    </inkml:context>
    <inkml:brush xml:id="br0">
      <inkml:brushProperty name="width" value="0.035" units="cm"/>
      <inkml:brushProperty name="height" value="0.035" units="cm"/>
    </inkml:brush>
  </inkml:definitions>
  <inkml:trace contextRef="#ctx0" brushRef="#br0">0 1 7815,'0'78'8692,"0"112"-11410</inkml:trace>
</inkml:ink>
</file>

<file path=ppt/ink/ink1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40.955"/>
    </inkml:context>
    <inkml:brush xml:id="br0">
      <inkml:brushProperty name="width" value="0.035" units="cm"/>
      <inkml:brushProperty name="height" value="0.035" units="cm"/>
    </inkml:brush>
  </inkml:definitions>
  <inkml:trace contextRef="#ctx0" brushRef="#br0">4 39 3267,'0'0'9508,"0"0"-9478,0 0 0,-1-1 1,1 1-1,0 0 0,-1 0 1,1-1-1,0 1 0,0 0 0,0-1 1,-1 1-1,1-1 0,0 1 1,0 0-1,0-1 0,0 1 1,0 0-1,0-1 0,0 1 1,0-1-1,0 1 0,0 0 0,0-1 1,0 1-1,0-1 0,0 1 1,0 0-1,0-1 0,0 1 1,0-1-1,0 1 0,1 0 0,-1-1 1,0 0-1,4 0 164,0 0-1,0 1 0,0-1 1,0 1-1,0-1 1,0 1-1,0 0 1,7 1-1,5 0 207,418-17 2707,-433 16-3107,13-2-3299,-9-4-2141</inkml:trace>
</inkml:ink>
</file>

<file path=ppt/ink/ink1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41.505"/>
    </inkml:context>
    <inkml:brush xml:id="br0">
      <inkml:brushProperty name="width" value="0.035" units="cm"/>
      <inkml:brushProperty name="height" value="0.035" units="cm"/>
    </inkml:brush>
  </inkml:definitions>
  <inkml:trace contextRef="#ctx0" brushRef="#br0">93 0 4260,'0'0'6967,"9"9"-5937,6 9-721,0 2 0,-2-1 1,0 1-1,-1 1 0,0 1 0,-2-1 1,10 33-1,-10-20-178,-1 1 0,-1 0 0,-3 1 0,3 59-1,-7-53-150,-2 1-1,-3-1 0,-1 0 0,-1 0 0,-3 0 0,-1-1 1,-3 0-1,-1-1 0,-24 48 0,25-64-884,0-1-1,-2-1 1,-1 0-1,-28 30 1,-7-2-4204</inkml:trace>
</inkml:ink>
</file>

<file path=ppt/ink/ink1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42.128"/>
    </inkml:context>
    <inkml:brush xml:id="br0">
      <inkml:brushProperty name="width" value="0.035" units="cm"/>
      <inkml:brushProperty name="height" value="0.035" units="cm"/>
    </inkml:brush>
  </inkml:definitions>
  <inkml:trace contextRef="#ctx0" brushRef="#br0">0 72 6919,'0'0'1553,"4"-8"-106,-2 3-1420,-1 1 155,0 1-1,0 0 1,0 0 0,0 0-1,1 0 1,-1 0 0,1 1-1,0-1 1,0 0 0,0 1-1,0-1 1,0 1 0,0 0 0,1 0-1,-1 0 1,1 0 0,0 0-1,-1 0 1,1 1 0,0-1-1,0 1 1,0 0 0,0 0-1,0 0 1,6-1 0,-3 1-168,-1 1-1,1 0 1,-1 0-1,1 1 1,-1 0 0,1 0-1,-1 0 1,1 0 0,-1 1-1,0 0 1,1 0 0,-1 0-1,0 1 1,-1 0 0,1 0-1,0 0 1,-1 0-1,8 8 1,-7-5-13,0 0 0,-1 0 0,0 0 0,0 0 0,0 1 0,-1 0 0,0 0 0,-1 0 0,1 0 0,-1 0-1,-1 0 1,1 0 0,0 9 0,-1-9 3,-1 1 0,1 0 0,-1 0 0,0 0 0,-1-1 0,0 1 0,0 0 0,-1 0 0,0-1 0,0 1 0,-1-1 0,0 0 0,0 0 0,-1 0 0,0 0 0,0 0 0,0-1 0,-1 0 0,0 0 0,0 0 0,-1 0 0,0-1 0,0 0 0,0 0 0,0-1 0,-1 1 0,-13 6 0,112-9 1080,-45-3-1208,108-5-155,-52-1-4336,-36-1-3782</inkml:trace>
</inkml:ink>
</file>

<file path=ppt/ink/ink1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42.972"/>
    </inkml:context>
    <inkml:brush xml:id="br0">
      <inkml:brushProperty name="width" value="0.035" units="cm"/>
      <inkml:brushProperty name="height" value="0.035" units="cm"/>
    </inkml:brush>
  </inkml:definitions>
  <inkml:trace contextRef="#ctx0" brushRef="#br0">1 788 9705,'0'0'2824,"14"-8"-2002,5-3-622,0 2-1,1 0 0,0 1 0,1 1 1,36-7-1,1854-304 4657,8 40-3799,-1820 264-1044,290-37-184,-334 43-758,-35-1-1059,-20 8 1835,0 0-1,0 1 0,0-1 1,0 0-1,1 1 1,-2-1-1,1 1 0,0-1 1,0 0-1,0 1 1,0-1-1,0 0 1,0 1-1,-1-1 0,1 1 1,0-1-1,0 0 1,-1 1-1,1-1 0,0 1 1,-1-1-1,1 1 1,-1-1-1,1 1 1,-1-1-1,1 1 0,-1 0 1,1-1-1,-1 1 1,1 0-1,-1-1 0,-38-24-9593</inkml:trace>
</inkml:ink>
</file>

<file path=ppt/ink/ink1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43.598"/>
    </inkml:context>
    <inkml:brush xml:id="br0">
      <inkml:brushProperty name="width" value="0.035" units="cm"/>
      <inkml:brushProperty name="height" value="0.035" units="cm"/>
    </inkml:brush>
  </inkml:definitions>
  <inkml:trace contextRef="#ctx0" brushRef="#br0">1 134 8488,'0'0'3822,"4"-10"-2818,0 0-700,0 0 1,2 0 0,-1 0-1,1 0 1,0 1-1,1 0 1,15-15-1,-19 21-226,0 0 1,0 0-1,0 1 0,0-1 0,1 1 0,0 0 0,-1-1 1,1 2-1,0-1 0,0 0 0,0 1 0,0 0 0,0 0 1,0 0-1,0 0 0,0 1 0,0-1 0,1 1 0,-1 0 1,0 1-1,0-1 0,0 1 0,1 0 0,-1 0 0,0 0 1,0 0-1,0 1 0,5 2 0,-2 1-52,0 0 0,0 0 0,-1 1 0,1 0 0,-1 0 0,0 1 0,-1-1 0,0 2 0,0-1 0,0 0 0,-1 1 0,0 0 0,-1 0 0,4 8 0,2 10 14,-2-1 0,0 2 0,4 33 0,-6 67 440,-8-156-387,0 0 0,2 1-1,2-1 1,4-39-1,-4 60-79,1 0-1,-1 1 0,1-1 0,1 0 1,-1 1-1,1-1 0,0 1 1,1 0-1,0 0 0,0 0 0,1 1 1,-1-1-1,1 1 0,1 0 0,-1 1 1,1-1-1,0 1 0,0 0 1,1 0-1,12-6 0,-15 9-4,-1 1-1,1-1 1,0 1-1,0 0 0,1 0 1,-1 0-1,0 0 1,0 1-1,0 0 1,1-1-1,-1 2 1,0-1-1,0 0 1,0 1-1,1 0 1,4 2-1,-3-1 1,0 1-1,0 0 0,0 1 0,0-1 1,0 1-1,-1 0 0,1 1 0,-1-1 1,5 8-1,8 10-28,-2 0 0,0 2 0,23 49 1,-29-55-28,-5-8-149,0 0-1254,1 1 0,0-1 1,13 17-1,-7-16-3450</inkml:trace>
</inkml:ink>
</file>

<file path=ppt/ink/ink1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43.772"/>
    </inkml:context>
    <inkml:brush xml:id="br0">
      <inkml:brushProperty name="width" value="0.035" units="cm"/>
      <inkml:brushProperty name="height" value="0.035" units="cm"/>
    </inkml:brush>
  </inkml:definitions>
  <inkml:trace contextRef="#ctx0" brushRef="#br0">1 56 2498,'0'0'13645,"61"-18"-13356,-33 18-193,4 0-64,5 0-32,2-4-705,5-10-2114,-1-5-4035</inkml:trace>
</inkml:ink>
</file>

<file path=ppt/ink/ink1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2:43.939"/>
    </inkml:context>
    <inkml:brush xml:id="br0">
      <inkml:brushProperty name="width" value="0.035" units="cm"/>
      <inkml:brushProperty name="height" value="0.035" units="cm"/>
    </inkml:brush>
  </inkml:definitions>
  <inkml:trace contextRef="#ctx0" brushRef="#br0">0 0 17424,'0'0'193,"29"63"607,-12-27 354,2 5-770,0 4-64,-2 3-224,0 4 0,-3 2-64,-6-6-128,-6-5-3011,-2-12-8071</inkml:trace>
</inkml:ink>
</file>

<file path=ppt/ink/ink1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11.040"/>
    </inkml:context>
    <inkml:brush xml:id="br0">
      <inkml:brushProperty name="width" value="0.035" units="cm"/>
      <inkml:brushProperty name="height" value="0.035" units="cm"/>
    </inkml:brush>
  </inkml:definitions>
  <inkml:trace contextRef="#ctx0" brushRef="#br0">155 1 3748,'0'0'4526,"-8"5"-4344,3-2-81,0 1 1,0-1-1,0 1 1,0 0-1,1 1 1,0-1-1,0 1 0,0 0 1,0 0-1,1 0 1,-4 8-1,-31 47 1182,32-53-1250,0 1 0,1 0 0,-1 0 1,1 1-1,1 0 0,0 0 0,0 0 0,1 0 0,0 0 0,0 1 1,1-1-1,-1 14 0</inkml:trace>
</inkml:ink>
</file>

<file path=ppt/ink/ink1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13.006"/>
    </inkml:context>
    <inkml:brush xml:id="br0">
      <inkml:brushProperty name="width" value="0.035" units="cm"/>
      <inkml:brushProperty name="height" value="0.035" units="cm"/>
    </inkml:brush>
  </inkml:definitions>
  <inkml:trace contextRef="#ctx0" brushRef="#br0">255 1 4708,'0'0'4095,"-5"0"-3967,2 0-110,0 1-1,1-1 1,-1 1 0,0 0-1,0 0 1,0 1 0,0-1-1,1 0 1,-1 1 0,1 0-1,-1-1 1,1 1-1,0 0 1,-1 0 0,1 1-1,0-1 1,0 0 0,1 1-1,-1-1 1,-2 4 0,-43 72 485,29-45-443,4-9-224,4-7-102,0 1 0,-1-2-1,0 1 1,-2-2-1,0 0 1,-26 25 0,29-37-5617</inkml:trace>
</inkml:ink>
</file>

<file path=ppt/ink/ink1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14.122"/>
    </inkml:context>
    <inkml:brush xml:id="br0">
      <inkml:brushProperty name="width" value="0.035" units="cm"/>
      <inkml:brushProperty name="height" value="0.035" units="cm"/>
    </inkml:brush>
  </inkml:definitions>
  <inkml:trace contextRef="#ctx0" brushRef="#br0">305 1 5445,'0'0'3652,"-52"55"-3428,12-5-128,-17 12 0,-16 5-160,-9-9-64</inkml:trace>
</inkml:ink>
</file>

<file path=ppt/ink/ink1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21.362"/>
    </inkml:context>
    <inkml:brush xml:id="br0">
      <inkml:brushProperty name="width" value="0.035" units="cm"/>
      <inkml:brushProperty name="height" value="0.035" units="cm"/>
    </inkml:brush>
  </inkml:definitions>
  <inkml:trace contextRef="#ctx0" brushRef="#br0">1 151 1602,'0'0'4644,"0"-9"-4484,0 5-179,-1-1 113,1-1 1,0 1 0,0 0-1,1 0 1,-1 0 0,1-1-1,0 1 1,0 0 0,1 0-1,0 0 1,-1 0 0,2 1-1,-1-1 1,0 0 0,1 1-1,0 0 1,0-1 0,1 1-1,4-5 1,-4 6-43,0-1-1,1 1 1,-1-1 0,1 1-1,0 0 1,0 1 0,0-1 0,1 1-1,-1 0 1,0 1 0,1-1 0,-1 1-1,1 0 1,-1 0 0,9 0-1,-10 2-33,-1-1 0,1 1-1,0 0 1,0 0-1,-1 0 1,1 0-1,-1 0 1,1 1 0,-1 0-1,0 0 1,1 0-1,-1 0 1,0 0-1,0 0 1,0 1-1,-1 0 1,1-1 0,-1 1-1,1 0 1,-1 0-1,0 1 1,0-1-1,2 6 1,6 14 112,-1 0 0,-1 1 0,-1-1 0,-1 2 1,4 42-1,1 129 153,-11-174-269,2 22 53,0-22 48,-2-1 0,0 1 1,-1 0-1,-1 0 0,-8 36 0,5-49 113,2-16 57,2-16 19,3-23-288,2 0 1,1 1-1,16-55 0,45-133-67,-62 218 64,-3 13-3,2-9 0,1-1-1,0 0 1,1 1-1,12-20 1,-16 29 15,0 0 0,0 1 0,0-1 0,0 1 0,0 0 0,1-1 0,-1 1 0,0 0 1,1 0-1,-1 0 0,1-1 0,-1 2 0,1-1 0,-1 0 0,1 0 0,0 0 0,-1 1 0,1-1 1,0 1-1,0-1 0,-1 1 0,1 0 0,0 0 0,0 0 0,0 0 0,0 0 0,-1 0 0,1 0 1,0 1-1,0-1 0,-1 0 0,1 1 0,0 0 0,0-1 0,-1 1 0,1 0 0,-1 0 0,1 0 1,-1 0-1,1 0 0,-1 0 0,3 3 0,6 6 243,0 0 1,-1 1-1,0 0 1,-1 0-1,0 1 1,0 0-1,-1 1 1,-1 0-1,8 23 1,2 10-149,13 71 0,-9 8-241,-17-72-5769,-3-44 146</inkml:trace>
</inkml:ink>
</file>

<file path=ppt/ink/ink1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23.697"/>
    </inkml:context>
    <inkml:brush xml:id="br0">
      <inkml:brushProperty name="width" value="0.035" units="cm"/>
      <inkml:brushProperty name="height" value="0.035" units="cm"/>
    </inkml:brush>
  </inkml:definitions>
  <inkml:trace contextRef="#ctx0" brushRef="#br0">308 0 5189,'-18'28'1243,"-1"-2"0,-1 0 1,-33 32-1,20-21-846,11-12-197,-44 46-40,59-64 56,1-1 0,-1 0 1,-1-1-1,1 0 0,-1 0 1,0-1-1,0 1 0,-10 2 1,117 23 1758,-29-9-1826,-1 3 1,117 58-1,-149-64-1857,-8-9-4346</inkml:trace>
</inkml:ink>
</file>

<file path=ppt/ink/ink1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24.616"/>
    </inkml:context>
    <inkml:brush xml:id="br0">
      <inkml:brushProperty name="width" value="0.035" units="cm"/>
      <inkml:brushProperty name="height" value="0.035" units="cm"/>
    </inkml:brush>
  </inkml:definitions>
  <inkml:trace contextRef="#ctx0" brushRef="#br0">20 182 4805,'0'0'7041,"-3"2"-6577,3-1-384,-1-1 0,1 1 0,0-1 0,0 0 0,-1 1 0,1-1 0,0 1 0,-1-1 0,1 0 0,0 1 0,-1-1 0,1 0 0,-1 1 0,1-1 0,-1 0 0,1 0 0,-1 1 0,1-1 0,-1 0 0,1 0 0,-1 0 0,1 0 0,-1 0 0,1 0 0,-1 0 0,1 0 0,-1 0 0,1 0 0,-1 0 0,1 0 0,-1 0 0,1 0 0,-1 0 0,1 0 0,-1-1 0,3-18 705,21-31-489,-19 45-263,-1 0-1,1 0 1,-1 1 0,1-1-1,1 1 1,-1 0-1,1 0 1,-1 1-1,1-1 1,0 1-1,0 0 1,1 0-1,-1 1 1,0 0 0,1 0-1,0 0 1,-1 0-1,1 1 1,11-1-1,-12 2-30,-1 0 0,1 0 0,0 1 1,-1-1-1,1 1 0,0 1 0,-1-1 0,1 0 0,-1 1 0,0 0 0,1 0 0,-1 1 0,0-1 0,0 1 0,-1-1 0,1 1 0,0 1 1,-1-1-1,0 0 0,0 1 0,0 0 0,0-1 0,0 1 0,-1 0 0,3 6 0,7 17 22,-2 0 0,-1 1-1,-1 0 1,-1 0 0,-2 1 0,0 0 0,-2 0-1,-2 0 1,0 0 0,-5 36 0,4-64 0,0 0 1,0 0-1,0 1 1,0-1-1,0 0 1,0 0-1,0 1 1,-1-1-1,1 0 1,-1 0-1,1 0 0,-1 0 1,1 0-1,-1 0 1,1 0-1,-1 0 1,0 0-1,0 0 1,0 0-1,1 0 1,-1 0-1,0 0 1,0-1-1,0 1 1,0 0-1,0-1 1,-1 1-1,1-1 1,0 1-1,0-1 1,0 1-1,0-1 1,-1 0-1,1 0 1,0 1-1,0-1 1,0 0-1,-1 0 1,-1-1-1,1 1 38,-1-1 0,1 0 0,-1 0-1,1 0 1,-1 0 0,1 0 0,0 0 0,0 0 0,0-1 0,0 1-1,0-1 1,0 0 0,0 0 0,0 0 0,0 0 0,1 0-1,-3-3 1,-1-6-32,1 0 0,-1 0-1,2-1 1,0 1 0,0-1 0,1 0-1,0 1 1,1-1 0,1 0 0,0 0-1,0 0 1,1 0 0,1 0-1,6-23 1,-3 16-27,1-1-1,1 1 0,1 0 0,1 0 1,1 1-1,0 0 0,24-30 1,-26 38-3,0 1 1,1 1-1,0-1 1,0 1-1,1 1 1,0 0-1,0 0 1,0 1-1,15-6 1,-21 10-4,-1 1 1,1 0-1,-1 0 0,1 0 1,0 0-1,-1 0 0,1 1 1,0-1-1,0 1 0,0 0 1,-1 1-1,1-1 0,0 0 1,0 1-1,-1 0 0,1 0 1,0 0-1,-1 0 0,1 1 1,-1 0-1,1-1 0,-1 1 1,0 0-1,0 0 0,0 1 1,0-1-1,0 1 0,-1 0 1,1-1-1,-1 1 0,1 0 1,-1 0-1,2 4 0,10 22 22,-2 0 0,0 1 0,-2 0 0,-2 0 0,0 1 0,3 40-1,1-7-288,-7-37-1498,-5-9-2993</inkml:trace>
</inkml:ink>
</file>

<file path=ppt/ink/ink1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25.051"/>
    </inkml:context>
    <inkml:brush xml:id="br0">
      <inkml:brushProperty name="width" value="0.035" units="cm"/>
      <inkml:brushProperty name="height" value="0.035" units="cm"/>
    </inkml:brush>
  </inkml:definitions>
  <inkml:trace contextRef="#ctx0" brushRef="#br0">100 0 9513,'0'0'5733,"-13"68"-4644,3-25-576,1 3-97,-2 5-320,0 2-96,-3-1-64,0-3-640,-3-6-5574</inkml:trace>
</inkml:ink>
</file>

<file path=ppt/ink/ink1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25.956"/>
    </inkml:context>
    <inkml:brush xml:id="br0">
      <inkml:brushProperty name="width" value="0.035" units="cm"/>
      <inkml:brushProperty name="height" value="0.035" units="cm"/>
    </inkml:brush>
  </inkml:definitions>
  <inkml:trace contextRef="#ctx0" brushRef="#br0">1 156 6342,'0'0'6470,"10"-28"-5626,-5 22-820,1 1 0,-1 0 0,1 0 1,0 0-1,1 1 0,-1 0 0,1 0 1,0 0-1,0 1 0,0 0 0,9-2 1,-12 4-23,0 0 1,-1 0-1,1 0 1,0 1-1,0-1 1,0 1-1,0 0 1,0 0 0,0 1-1,0-1 1,-1 1-1,1 0 1,0 0-1,0 0 1,-1 0-1,1 1 1,0 0 0,-1-1-1,0 1 1,1 0-1,-1 1 1,0-1-1,5 5 1,1 4 79,0 1 0,-1 0 1,0 1-1,-1-1 0,-1 2 1,0-1-1,0 0 0,-1 1 0,-1 0 1,-1 1-1,4 19 0,-1 18 599,-1 93 1,-5-140-667,-6 61 330,6-64-321,0 0 0,-1 1-1,1-1 1,-1 0 0,1 0-1,-1 0 1,0 0 0,0 0-1,0 0 1,0 0 0,0 0 0,0-1-1,-1 1 1,1 0 0,0 0-1,-1-1 1,0 1 0,1-1-1,-1 0 1,0 1 0,0-1 0,1 0-1,-1 0 1,0 0 0,0 0-1,0-1 1,-3 2 0,4-2 2,-1 0 0,1-1 0,-1 1 0,1 0 0,0-1 0,-1 1 0,1-1 0,-1 0 0,1 1 0,0-1 0,0 0 0,-1 0 0,1 1 0,0-1 1,0 0-1,0 0 0,0-1 0,0 1 0,0 0 0,0 0 0,1 0 0,-1 0 0,0-1 0,1 1 0,-1 0 0,1-1 0,-1 1 0,1-1 0,0 1 0,-1-3 0,-6-48 165,6 24-186,1 0-1,2 0 1,1 0 0,1 0-1,1 0 1,1 1 0,2 0-1,1 0 1,1 1 0,1 1-1,1-1 1,2 2 0,0 0-1,1 0 1,24-26 0,-34 44-2,1 0-1,0 0 1,0 1 0,0 0 0,1 0-1,-1 1 1,1-1 0,14-5 0,-19 9-3,1 0 0,-1 1 1,1-1-1,-1 0 0,1 1 0,0-1 0,-1 1 1,1 0-1,0 0 0,0 0 0,-1 0 1,1 1-1,-1-1 0,1 1 0,0-1 1,-1 1-1,1 0 0,-1 0 0,1 0 0,-1 1 1,0-1-1,1 0 0,-1 1 0,0 0 1,0-1-1,0 1 0,0 0 0,0 0 1,1 2-1,6 8 25,-1 1-1,-1 0 1,0 0 0,-1 1 0,0 0 0,-1 0 0,0 0-1,2 17 1,16 125 185,-20-131-205,4 29-378,5 63 658,-9-40-6732,-3-61 527</inkml:trace>
</inkml:ink>
</file>

<file path=ppt/ink/ink1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26.592"/>
    </inkml:context>
    <inkml:brush xml:id="br0">
      <inkml:brushProperty name="width" value="0.035" units="cm"/>
      <inkml:brushProperty name="height" value="0.035" units="cm"/>
    </inkml:brush>
  </inkml:definitions>
  <inkml:trace contextRef="#ctx0" brushRef="#br0">124 1 8264,'0'0'1804,"10"5"-1217,45 25 719,-2 3-1,51 41 1,41 26-744,-139-95-416,0-2-1,0 1 1,0-1-1,1 0 1,-1 0-1,1-1 1,0 0-1,0 0 1,0 0-1,0-1 1,7 0-1,-14 1 53,-1 0 1,1 0-1,-1 0 0,1 0 0,-1 0 1,0 0-1,1 0 0,-1 0 1,0 0-1,0 0 0,0-1 0,-1 1 1,0 1-1,-105 172 248,11-15-396,68-120-104,-1 0 0,-2-2 0,-2-1 0,-1-1 0,-2-3 0,-69 52-1,101-83-317,1 1-1,-1-1 0,0 0 1,0 0-1,0 0 0,1-1 0,-2 1 1,1-1-1,0 0 0,-6 1 0,-6-3-5050</inkml:trace>
</inkml:ink>
</file>

<file path=ppt/ink/ink1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31.171"/>
    </inkml:context>
    <inkml:brush xml:id="br0">
      <inkml:brushProperty name="width" value="0.035" units="cm"/>
      <inkml:brushProperty name="height" value="0.035" units="cm"/>
    </inkml:brush>
  </inkml:definitions>
  <inkml:trace contextRef="#ctx0" brushRef="#br0">1 248 1313,'0'-31'5958,"12"28"-6033,4-4-879,-10-18 2538,-6 25-1526,0 0-1,0-1 1,0 1 0,0 0-1,0 0 1,0 0-1,1-1 1,-1 1 0,0 0-1,0 0 1,0 0 0,0-1-1,0 1 1,1 0-1,-1 0 1,0 0 0,0 0-1,0 0 1,0-1-1,1 1 1,-1 0 0,0 0-1,0 0 1,0 0 0,1 0-1,-1 0 1,0 0-1,0 0 1,1 0 0,-1 0-1,0 0 1,0 0 0,0 0-1,1 0 1,-1 0-1,0 0 1,0 0 0,0 0-1,1 0 1,-1 0 0,0 0-1,0 0 1,1 1-1,-1-1 1,0 0 0,0 0-1,0 0 1,0 0-1,1 0 1,-1 0 0,0 1-1,0-1 1,0 0 0,0 0-1,0 0 1,0 1-1,1-1 1,-1 0 0,0 0-1,0 0 1,0 1 0,0-1-1,0 0 1,0 0-1,0 1 1,0-1 0,0 0-1,10 15 72,1 8 170,-1 1-1,-1 0 1,-2 1 0,0-1 0,-2 1 0,-1 1 0,0-1 0,-1 31 0,-3-55-257,0-1 0,0 0 1,-1 1-1,1-1 0,0 0 0,0 0 0,0 1 0,0-1 0,-1 0 1,1 1-1,0-1 0,0 0 0,0 0 0,-1 1 0,1-1 1,0 0-1,-1 0 0,1 0 0,0 1 0,0-1 0,-1 0 0,1 0 1,0 0-1,-1 0 0,1 0 0,0 1 0,-1-1 0,1 0 1,-1 0-1,1 0 0,0 0 0,-1 0 0,1 0 0,0 0 0,-1 0 1,1-1-1,0 1 0,-1 0 0,1 0 0,0 0 0,-1 0 1,1 0-1,0 0 0,-1-1 0,1 1 0,0 0 0,0 0 0,-1-1 1,1 1-1,0 0 0,-1-1 0,-16-12 62,12 3-56,1 1 0,0-1 0,1 0 0,0 0 0,0 0 0,1-1 0,1 1 0,-1 0 0,2-1 1,0-16-1,1 8-31,1 0 1,0 0 0,2 1-1,0-1 1,7-17 0,-5 20 48,0 0 0,2 0 0,0 1 0,0 0 0,2 0 0,0 1 0,11-13 0,-17 23-40,0 0-1,0 0 1,0 0 0,0 1-1,1-1 1,-1 1 0,1 0-1,0 0 1,0 0 0,0 1-1,0 0 1,0 0 0,1 0 0,-1 1-1,1 0 1,-1 0 0,1 0-1,-1 0 1,1 1 0,-1 0-1,1 0 1,0 1 0,-1 0-1,1 0 1,7 2 0,-6 0 4,-1 1 0,1-1 0,-1 1 0,0 1 0,0-1 0,0 1 1,-1 0-1,0 0 0,0 1 0,0 0 0,0 0 0,-1 0 0,0 0 0,4 10 1,5 9-6,-1 1 1,12 37-1,-17-37-310,0-1 1,-2 1-1,3 32 0,-4 32-6226,-4-68 2694</inkml:trace>
</inkml:ink>
</file>

<file path=ppt/ink/ink1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31.405"/>
    </inkml:context>
    <inkml:brush xml:id="br0">
      <inkml:brushProperty name="width" value="0.035" units="cm"/>
      <inkml:brushProperty name="height" value="0.035" units="cm"/>
    </inkml:brush>
  </inkml:definitions>
  <inkml:trace contextRef="#ctx0" brushRef="#br0">199 0 11627,'0'0'4100,"-37"80"-3716,14-9 33,-4 11-257,-6 12-128,-3 0-288,-6-7-6567</inkml:trace>
</inkml:ink>
</file>

<file path=ppt/ink/ink1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33.837"/>
    </inkml:context>
    <inkml:brush xml:id="br0">
      <inkml:brushProperty name="width" value="0.035" units="cm"/>
      <inkml:brushProperty name="height" value="0.035" units="cm"/>
    </inkml:brush>
  </inkml:definitions>
  <inkml:trace contextRef="#ctx0" brushRef="#br0">24 237 3523,'-3'-4'404,"0"0"-1,1-1 1,-1 1 0,1-1-1,0 0 1,0 0-1,1 0 1,-1 0-1,1 0 1,0 0-1,0 0 1,1-1-1,0 1 1,0-10 0,1 12-353,0 0 1,0 1-1,0-1 1,0 0-1,1 1 1,-1-1-1,1 1 1,-1 0 0,1-1-1,0 1 1,0 0-1,0 0 1,0 0-1,0 0 1,0 1 0,1-1-1,-1 1 1,1-1-1,-1 1 1,1 0-1,-1 0 1,1 0-1,0 0 1,-1 0 0,1 1-1,0-1 1,0 1-1,4-1 1,-1 0-42,1 1 1,0-1-1,0 1 1,-1 0-1,1 1 1,0-1-1,0 1 1,-1 1-1,1-1 1,-1 1-1,1 0 1,-1 1-1,0 0 1,0 0-1,0 0 1,9 7-1,-6-2 7,0 0-1,0 0 0,-1 1 1,-1 0-1,0 1 0,0 0 1,0 0-1,7 19 0,-4-10 77,-1 0-1,-1 1 0,-1 0 0,-1 0 0,-1 1 0,-1-1 0,0 1 0,-2 0 0,0 1 0,-1-1 0,-3 22 0,2-42-37,0 1-1,-1-1 0,1 1 0,-1-1 1,1 1-1,-1-1 0,1 0 0,-1 1 1,0-1-1,0 0 0,0 1 0,0-1 0,0 0 1,0 0-1,0 0 0,0 0 0,0 0 1,0 0-1,-1 0 0,1 0 0,0 0 0,-1-1 1,1 1-1,0 0 0,-1-1 0,1 0 1,-1 1-1,1-1 0,-1 0 0,1 1 0,-3-1 1,2 0-1,0 0 1,-1 0 0,1 0-1,0-1 1,0 1 0,-1-1-1,1 1 1,0-1-1,0 0 1,0 1 0,0-1-1,0-1 1,0 1 0,0 0-1,0 0 1,0-1 0,0 1-1,0-1 1,1 1 0,-3-4-1,0-2-14,0-1 0,0 0 0,1 1 0,0-2 0,1 1 0,-1 0 0,2-1-1,-1 1 1,1-1 0,0 1 0,1-1 0,1-10 0,0-3-19,1-1 0,2 1 0,8-32 0,-2 18 1,2 2 0,19-40 0,-26 63-17,0 1-1,1 0 1,0 0 0,1 0 0,0 1 0,0 0-1,1 0 1,0 1 0,1 0 0,0 0-1,10-6 1,-16 12-2,-1 1 1,1-1-1,0 1 0,1-1 0,-1 1 1,0 0-1,0 0 0,0 1 0,1-1 0,-1 1 1,0 0-1,1-1 0,-1 1 0,0 1 0,1-1 1,-1 0-1,0 1 0,0 0 0,1 0 1,2 1-1,-1 0 11,0 1 0,0 0 0,0 1 0,0-1 0,-1 1 0,0 0 0,1 0 0,-1 0 0,-1 1 0,6 7 0,5 11 54,-1 0 1,-2 1-1,18 49 1,-26-64-63,39 125 171,0 2-466,-6-50-3373,-27-70-577,-1-11-1702</inkml:trace>
</inkml:ink>
</file>

<file path=ppt/ink/ink1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34.056"/>
    </inkml:context>
    <inkml:brush xml:id="br0">
      <inkml:brushProperty name="width" value="0.035" units="cm"/>
      <inkml:brushProperty name="height" value="0.035" units="cm"/>
    </inkml:brush>
  </inkml:definitions>
  <inkml:trace contextRef="#ctx0" brushRef="#br0">0 56 12011,'0'0'705,"42"-33"416,-16 21-160,1 6-705,-1 2-192,1 4-32,-2 0 0,-2 0-32,-1 0 32,0 0-64,-2 2-192,-2 4-2114,-8-1-1410,-4 1-2273</inkml:trace>
</inkml:ink>
</file>

<file path=ppt/ink/ink1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34.225"/>
    </inkml:context>
    <inkml:brush xml:id="br0">
      <inkml:brushProperty name="width" value="0.035" units="cm"/>
      <inkml:brushProperty name="height" value="0.035" units="cm"/>
    </inkml:brush>
  </inkml:definitions>
  <inkml:trace contextRef="#ctx0" brushRef="#br0">24 152 8552,'0'0'3203,"-23"43"-2722,36-41 127,8-2-31,9-6-33,6-11-223,6-5-289,5-3 32,3-1-96,1-4-769,-3-3-2723,-3-5-3170</inkml:trace>
</inkml:ink>
</file>

<file path=ppt/ink/ink1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34.771"/>
    </inkml:context>
    <inkml:brush xml:id="br0">
      <inkml:brushProperty name="width" value="0.035" units="cm"/>
      <inkml:brushProperty name="height" value="0.035" units="cm"/>
    </inkml:brush>
  </inkml:definitions>
  <inkml:trace contextRef="#ctx0" brushRef="#br0">21 1 10858,'0'0'4009,"6"13"-3731,8 22-75,-3 0 0,0 1 0,-3 1-1,-1-1 1,4 51 0,-11-75-182,3 20 29,-2 0 0,-4 46 0,3-77-40,0 0-1,1 0 1,-1 0-1,-1 1 1,1-1 0,0 0-1,0 0 1,0 0-1,-1 0 1,1 1 0,0-1-1,-1 0 1,1 0 0,-1 0-1,0 0 1,1 0-1,-1 0 1,0 0 0,1 0-1,-1 0 1,0-1-1,0 1 1,0 0 0,0 0-1,0-1 1,0 1 0,0 0-1,0-1 1,0 1-1,0-1 1,0 1 0,0-1-1,-1 0 1,1 0-1,0 1 1,0-1 0,0 0-1,0 0 1,-1 0-1,0 0 1,-1-1 35,1 0-1,0 0 1,0 0-1,-1 0 1,1 0-1,0-1 1,0 1-1,0-1 1,0 1-1,0-1 1,1 0 0,-1 1-1,0-1 1,1 0-1,-1 0 1,1 0-1,-3-5 1,0-4-21,0-1-1,0 1 1,1-1 0,1 0-1,0 0 1,0 0 0,1-1 0,1 1-1,0 0 1,1 0 0,0 0 0,1 0-1,4-19 1,-2 16-6,1 1 0,0 0 0,1 0-1,0 0 1,1 1 0,0-1 0,2 2 0,-1-1 0,1 1-1,17-16 1,-21 23-19,0 0 0,0 1 0,0 0 0,1 0 0,0 0 0,0 1 0,0 0 0,0 0 0,0 0 0,1 1 0,-1 0 0,1 0 0,0 1 0,-1-1 0,13 1 0,-14 1 0,1 1 1,-1-1-1,0 1 0,1 0 0,-1 1 1,0 0-1,0 0 0,0 0 0,0 0 1,0 1-1,0-1 0,-1 1 0,1 0 1,-1 1-1,0-1 0,0 1 0,0 0 1,0 0-1,-1 0 0,4 5 0,11 20 10,-1 0 1,-2 1-1,0 0 0,-2 2 0,-2-1 0,13 52 0,-24-82-28,7 46-482,-9-24-1935,2-22 2201,-1 0 0,1-1 0,0 1 0,0-1 0,-1 1-1,1 0 1,0-1 0,-1 1 0,1-1 0,0 1 0,-1-1 0,1 1-1,-1-1 1,1 1 0,-1-1 0,1 0 0,-1 1 0,1-1-1,-1 0 1,0 1 0,1-1 0,-1 0 0,0 0 0,1 0 0,-2 1-1,-8-1-3698</inkml:trace>
</inkml:ink>
</file>

<file path=ppt/ink/ink1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35.004"/>
    </inkml:context>
    <inkml:brush xml:id="br0">
      <inkml:brushProperty name="width" value="0.035" units="cm"/>
      <inkml:brushProperty name="height" value="0.035" units="cm"/>
    </inkml:brush>
  </inkml:definitions>
  <inkml:trace contextRef="#ctx0" brushRef="#br0">160 1 13132,'0'0'3844,"-20"97"-3363,1-25 127,-3 10-159,-3 6-289,3 2-64,-1-11-128,-5-18-3876</inkml:trace>
</inkml:ink>
</file>

<file path=ppt/ink/ink1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37.038"/>
    </inkml:context>
    <inkml:brush xml:id="br0">
      <inkml:brushProperty name="width" value="0.035" units="cm"/>
      <inkml:brushProperty name="height" value="0.035" units="cm"/>
    </inkml:brush>
  </inkml:definitions>
  <inkml:trace contextRef="#ctx0" brushRef="#br0">102 351 897,'-7'-3'3053,"1"0"-2839,0 1 0,1-2 0,-1 1 0,1 0-1,-1-1 1,1 0 0,0-1 0,1 1-1,-1-1 1,1 0 0,0 0 0,0 0 0,0 0-1,1-1 1,0 0 0,0 1 0,0-1-1,1 0 1,0-1 0,0 1 0,-2-9 0,3 10-158,0 0 1,0 0-1,1 0 1,-1-1-1,1 1 1,0 0 0,1 0-1,-1 0 1,1 0-1,0 0 1,0 0-1,0 0 1,1 0 0,0 0-1,0 1 1,0-1-1,4-6 1,-3 8-32,0 1 1,0-1 0,-1 1 0,1 0-1,1-1 1,-1 1 0,0 1-1,0-1 1,1 0 0,-1 1-1,1 0 1,-1-1 0,1 1-1,0 1 1,-1-1 0,1 1-1,0-1 1,0 1 0,0 0-1,-1 0 1,1 1 0,0-1-1,0 1 1,5 1 0,0 1-14,-1 0 0,1 1 1,-1 0-1,0 0 1,0 1-1,0-1 0,-1 2 1,1-1-1,-1 1 0,0 0 1,-1 1-1,0 0 1,0 0-1,9 14 0,1 4 45,0 0-1,-2 2 0,13 33 1,-19-41-8,0 1-1,-2 0 1,0 0 0,-1 1-1,-1 0 1,-1 0 0,0 29 0,-3-50-38,0 0 0,1 0 0,-1 0 0,0 1 0,0-1 0,0 0 1,0 0-1,0 1 0,0-1 0,0 0 0,0 0 0,0 0 0,0 1 1,-1-1-1,1 0 0,0 0 0,0 0 0,0 1 0,0-1 0,0 0 1,0 0-1,0 0 0,0 0 0,-1 1 0,1-1 0,0 0 1,0 0-1,0 0 0,0 0 0,0 0 0,-1 0 0,1 1 0,0-1 1,0 0-1,0 0 0,-1 0 0,1 0 0,0 0 0,0 0 0,0 0 1,-1 0-1,1 0 0,0 0 0,0 0 0,0 0 0,-1 0 1,1 0-1,-11-8 718,-8-15 126,11 3-790,0 0 0,1 0 1,1 0-1,1-1 0,1 0 0,1 0 0,-1-35 1,3 27-21,2 0 1,1 0-1,1 0 1,1 1 0,10-31-1,-11 47-45,1 0 0,0 0 0,1 1-1,0 0 1,8-12 0,-12 21 0,0 0 0,0 1 0,0-1 1,0 1-1,1-1 0,-1 1 0,0-1 0,1 1 0,-1 0 0,0-1 1,1 1-1,0 0 0,-1 0 0,1 0 0,0 0 0,-1 1 1,1-1-1,0 0 0,0 1 0,0-1 0,-1 1 0,1 0 1,0-1-1,0 1 0,0 0 0,0 0 0,0 0 0,0 1 0,0-1 1,0 0-1,-1 1 0,1-1 0,0 1 0,0-1 0,0 1 1,-1 0-1,1 0 0,0 0 0,-1 0 0,1 0 0,-1 0 0,3 3 1,6 5 41,-1 0-1,0 1 1,-1 1 0,0-1 0,0 1 0,8 16 0,34 81 363,-22-44-249,1-2-166,16 33-243,-12-37-4449,-19-40-3268</inkml:trace>
</inkml:ink>
</file>

<file path=ppt/ink/ink1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37.918"/>
    </inkml:context>
    <inkml:brush xml:id="br0">
      <inkml:brushProperty name="width" value="0.035" units="cm"/>
      <inkml:brushProperty name="height" value="0.035" units="cm"/>
    </inkml:brush>
  </inkml:definitions>
  <inkml:trace contextRef="#ctx0" brushRef="#br0">350 1 2947,'0'0'5530,"-1"12"-4611,1 7-582,1 1 0,0-1 0,2 0-1,1 0 1,0 0 0,1 0 0,8 18 0,97 317 838,-114-370-1096,-2 1 0,1 1 0,-2-1 0,0 1 0,0 1 0,-1-1 0,-1 1 0,0 0 0,-1 1 0,-1 0 0,-16-15 0,21 23-88,1-1 0,-1 1 0,0 0 1,0 0-1,0 1 0,0-1 0,-1 2 1,1-1-1,-1 1 0,0 0 0,1 0 1,-1 0-1,0 1 0,0 0 0,0 1 1,-1 0-1,1 0 0,0 0 0,0 1 1,0 0-1,0 0 0,0 1 0,1 0 1,-1 0-1,0 1 0,1-1 0,-1 1 1,-8 7-1,-5 2 36,1 2 0,0 1 0,-31 32 0,42-39-10,0 0-1,1 0 1,0 1 0,1 0 0,0 1 0,0-1 0,1 1 0,1 1 0,-1-1 0,-3 16-1,7-25-11,1 0 0,0 1 0,-1-1 0,1 1 0,0-1 0,0 0-1,0 1 1,0-1 0,0 1 0,0-1 0,1 1 0,-1-1-1,0 0 1,1 1 0,-1-1 0,1 0 0,-1 1 0,1-1 0,0 0-1,0 1 1,-1-1 0,1 0 0,0 0 0,0 0 0,0 0-1,0 0 1,0 0 0,2 1 0,0-1 5,0 0 1,0 0-1,0 0 0,0 0 1,1 0-1,-1-1 0,0 1 1,1-1-1,-1 0 0,0 0 1,6-1-1,8-1 41,-1-1-1,0-1 1,0 0 0,15-7-1,40-20 2,-2-3-1,76-50 1,31-38-4307,-114 74 503</inkml:trace>
</inkml:ink>
</file>

<file path=ppt/ink/ink1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38.325"/>
    </inkml:context>
    <inkml:brush xml:id="br0">
      <inkml:brushProperty name="width" value="0.035" units="cm"/>
      <inkml:brushProperty name="height" value="0.035" units="cm"/>
    </inkml:brush>
  </inkml:definitions>
  <inkml:trace contextRef="#ctx0" brushRef="#br0">1 0 12588,'0'0'-384,"9"8"528,9 9 72,0 0 1,-1 1 0,28 39-1,-38-47-150,0 1-1,-1-1 0,0 1 0,-1 0 1,0 0-1,-1 0 0,0 1 0,-1-1 1,0 1-1,-1 0 0,2 16 0,-5-28-59,1 0-1,0 1 1,0-1-1,0 0 1,0 0-1,0 0 1,0 1-1,-1-1 1,1 0-1,0 0 1,0 0-1,0 0 1,0 1-1,-1-1 1,1 0-1,0 0 1,0 0-1,0 0 1,-1 0-1,1 0 1,0 0-1,0 0 1,-1 0-1,1 0 1,0 0-1,0 0 1,-1 0-1,1 0 1,0 0-1,0 0 1,0 0-1,-1 0 1,1 0-1,0 0 1,0 0-1,-1 0 1,1 0-1,0 0 1,0 0-1,0 0 1,-1-1-1,1 1 1,0 0-1,0 0 1,0 0-1,0 0 1,-1 0-1,1-1 1,0 1-1,-12-9 105,5 1-91,1-1 0,0 0 0,1 0 0,0 0 0,1 0 0,-1-1 0,2 0 0,0 0 1,0 0-1,0 0 0,2-1 0,-1 1 0,1 0 0,1-1 0,-1 1 0,2-1 0,0 1 1,3-16-1,-4 24-12,1 0-1,0 0 1,0 0 0,0 0 0,0 0 0,0 0 0,0 1 0,0-1 0,0 0-1,1 1 1,-1-1 0,1 1 0,-1-1 0,1 1 0,0 0 0,-1 0 0,1 0 0,0 0-1,0 0 1,0 0 0,0 0 0,0 0 0,0 1 0,0-1 0,0 1 0,0 0 0,0-1-1,0 1 1,0 0 0,0 0 0,0 0 0,0 1 0,0-1 0,0 0 0,0 1 0,0-1-1,0 1 1,0 0 0,0 0 0,0 0 0,2 1 0,7 3 2,-1 1-1,1 0 1,-1 1 0,0 0 0,14 13-1,-8-5 60,0 2 0,20 26 0,-12-6-2674,-19-26-1462</inkml:trace>
</inkml:ink>
</file>

<file path=ppt/ink/ink1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38.532"/>
    </inkml:context>
    <inkml:brush xml:id="br0">
      <inkml:brushProperty name="width" value="0.035" units="cm"/>
      <inkml:brushProperty name="height" value="0.035" units="cm"/>
    </inkml:brush>
  </inkml:definitions>
  <inkml:trace contextRef="#ctx0" brushRef="#br0">0 1 12684,'0'0'1730,"27"46"-1538,-13-4 0,-1 1-160,1 4 64,3 3 0,-2-3-256,-2-4-2210,-1-11-4485</inkml:trace>
</inkml:ink>
</file>

<file path=ppt/ink/ink1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39.289"/>
    </inkml:context>
    <inkml:brush xml:id="br0">
      <inkml:brushProperty name="width" value="0.035" units="cm"/>
      <inkml:brushProperty name="height" value="0.035" units="cm"/>
    </inkml:brush>
  </inkml:definitions>
  <inkml:trace contextRef="#ctx0" brushRef="#br0">58 132 5573,'0'0'219,"-8"-7"678,-25-19 897,33 26-1737,-1-1-1,1 1 1,-1 0 0,1 0 0,-1 0 0,1 0 0,-1 0 0,1 0-1,-1 0 1,1 0 0,-1 0 0,1 0 0,0 0 0,-1 0 0,1 0-1,-1 0 1,1 0 0,-1 0 0,1 0 0,-1 1 0,1-1 0,-1 0-1,1 0 1,0 1 0,-1-1 0,1 0 0,-1 0 0,1 1 0,0-1-1,-1 0 1,1 1 0,0-1 0,-1 1 0,1-1 0,0 1 0,0-1-1,0 0 1,-1 1 0,1-1 0,0 1 0,0-1 0,0 1 0,0-1-1,0 1 1,0-1 0,0 1 0,0-1 0,0 1 0,0-1 0,0 1-1,0-1 1,0 1 0,0-1 0,1 1 0,-2 35 569,1-32-311,0 11-45,2 0 1,0 0 0,1 0-1,0 0 1,2-1 0,-1 1-1,2-1 1,0 0 0,0-1 0,16 24-1,-8-16-182,1-1-1,1-1 0,0 0 1,1-1-1,39 30 1,-51-44-80,0 0 0,0-1 0,1 1 0,0-1 1,0 0-1,-1-1 0,2 1 0,-1-1 1,0-1-1,0 1 0,1-1 0,-1 0 1,9 0-1,-12-1-2,0 0-1,0-1 1,1 1-1,-1-1 1,0 0 0,0 0-1,0-1 1,0 1-1,0 0 1,0-1 0,0 0-1,0 0 1,-1 0-1,1 0 1,-1 0 0,1 0-1,-1-1 1,0 1-1,0-1 1,0 1 0,0-1-1,0 0 1,-1 0-1,1 0 1,-1 0 0,0 0-1,1-4 1,4-10 0,-2-1 1,0-1 0,-1 1-1,0 0 1,-2-1 0,0 1-1,-3-26 1,-1 15-3,0 1 1,-3 0-1,0 0 0,-10-28 1,14 51-5,-25-61 6,25 63-4,1 0 0,-1 0 0,0 0 0,0 0 0,0 0 0,0 0 0,0 1 0,-1-1 0,1 1 0,-1-1 0,0 1 0,0 0 0,1 0 0,-1 0 0,0 1 0,-1-1 0,-3-1 0,7 3 3,-1 0-1,1 0 0,-1 0 0,1 0 1,0 0-1,-1 0 0,1 0 0,-1 0 1,1 0-1,-1 0 0,1 0 1,-1 0-1,1 1 0,-1-1 0,1 0 1,-1 0-1,1 0 0,-1 1 1,1-1-1,0 0 0,-1 0 0,1 1 1,-1-1-1,1 1 0,0-1 1,-1 0-1,1 1 0,0-1 0,0 1 1,-1-1-1,1 0 0,0 1 1,0-1-1,0 1 0,-1 0 0,0 24 131,14 27 163,-2-32-344,2-1 0,0 0 0,1-1-1,1 0 1,1-1 0,0-1 0,2 0-1,-1-1 1,2-1 0,0-1 0,0-1-1,1 0 1,1-2 0,23 9-1,-12-10-3075,-4-8-2692</inkml:trace>
</inkml:ink>
</file>

<file path=ppt/ink/ink1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39.686"/>
    </inkml:context>
    <inkml:brush xml:id="br0">
      <inkml:brushProperty name="width" value="0.035" units="cm"/>
      <inkml:brushProperty name="height" value="0.035" units="cm"/>
    </inkml:brush>
  </inkml:definitions>
  <inkml:trace contextRef="#ctx0" brushRef="#br0">0 69 9385,'0'-8'326,"1"-28"560,-1 35-826,0 0 0,1-1 0,-1 1 0,1 0 0,-1 0 0,1-1 1,0 1-1,-1 0 0,1 0 0,0 0 0,0 0 0,0 0 0,0 0 0,0 0 0,0 0 1,0 0-1,0 0 0,0 1 0,0-1 0,0 0 0,1 1 0,-1-1 0,0 1 1,0-1-1,1 1 0,-1 0 0,0-1 0,1 1 0,-1 0 0,0 0 0,1 0 0,-1 0 1,1 0-1,-1 0 0,0 1 0,1-1 0,1 1 0,3-1 62,0 1 0,1 1 0,-1-1 0,0 1 1,0 0-1,8 4 0,-4 0-43,-1 0 0,1 1 1,-1 1-1,-1-1 1,1 2-1,-1-1 0,-1 1 1,1 0-1,-1 0 0,-1 1 1,0 0-1,0 0 1,-1 1-1,-1 0 0,0 0 1,0 0-1,-1 0 0,0 0 1,-1 1-1,0-1 1,-1 1-1,0 18 0,-1-29-76,0 0 1,0 0-1,0 0 0,0 1 0,0-1 0,0 0 0,0 0 0,0 0 0,0 0 0,-1 0 0,1 0 0,0 1 1,-1-1-1,1 0 0,-1 0 0,1 0 0,-1 0 0,1 0 0,-1 0 0,0-1 0,0 1 0,1 0 0,-1 0 1,0 0-1,0-1 0,0 1 0,0 0 0,0-1 0,0 1 0,0-1 0,0 1 0,0-1 0,0 1 0,0-1 1,0 0-1,0 0 0,0 0 0,-1 1 0,1-1 0,0 0 0,0 0 0,0 0 0,0-1 0,0 1 0,-1 0 1,1 0-1,0-1 0,0 1 0,0 0 0,0-1 0,-2 0 0,-2-1 4,0 0 1,1-1-1,-1 1 0,0-1 0,1 0 0,-1 0 1,1 0-1,0-1 0,0 0 0,-4-4 1,2-2-4,1 1 0,0-1 0,0 0 1,1 0-1,0 0 0,1-1 0,0 0 0,0 1 1,1-1-1,1 0 0,0-21 0,0 28-3,1 0 0,0 0 0,0 1 0,1-1 0,0 0 0,-1 0 0,1 0 0,0 0 0,1 1 0,-1-1 0,0 1 0,1-1 0,0 1 0,0-1 0,0 1 0,1 0 0,-1 0 0,1 0 0,-1 0 0,1 1 0,0-1 0,0 1-1,0-1 1,0 1 0,1 0 0,-1 0 0,1 0 0,-1 1 0,1-1 0,-1 1 0,1 0 0,0 0 0,0 0 0,0 1 0,6-1 0,2 1-106,0 1 0,-1 0 0,1 1 0,0 0 1,-1 1-1,1 1 0,-1-1 0,0 2 0,0-1 0,0 2 0,-1-1 0,0 1 0,0 1 0,0 0 1,-1 0-1,0 1 0,0 0 0,-1 1 0,13 17 0,-10-12-3915</inkml:trace>
</inkml:ink>
</file>

<file path=ppt/ink/ink1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40.024"/>
    </inkml:context>
    <inkml:brush xml:id="br0">
      <inkml:brushProperty name="width" value="0.035" units="cm"/>
      <inkml:brushProperty name="height" value="0.035" units="cm"/>
    </inkml:brush>
  </inkml:definitions>
  <inkml:trace contextRef="#ctx0" brushRef="#br0">1 257 10346,'0'0'2135,"9"-5"-1174,-8 5-955,1-2 77,0 1 1,0-1 0,0 1-1,0 0 1,1-1-1,-1 1 1,1 0-1,-1 1 1,1-1 0,-1 0-1,1 1 1,-1-1-1,1 1 1,0 0-1,-1 0 1,1 0 0,0 0-1,-1 1 1,1-1-1,-1 1 1,1-1-1,-1 1 1,1 0 0,-1 0-1,1 0 1,-1 0-1,0 0 1,1 1-1,-1-1 1,0 1 0,0-1-1,0 1 1,0 0-1,2 3 1,13 11 59,-2 0-1,0 0 1,-1 2 0,0-1 0,-2 2 0,0 0-1,9 20 1,-31-106 119,4 41-156,1 0 1,1 0 0,2-1-1,1-38 1,2 49-422,0 0 0,2-1 0,5-17-1,-5 21-1028,2 2 1,-1-1-1,1 0 0,12-18 0,-2 8-5367</inkml:trace>
</inkml:ink>
</file>

<file path=ppt/ink/ink1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40.566"/>
    </inkml:context>
    <inkml:brush xml:id="br0">
      <inkml:brushProperty name="width" value="0.035" units="cm"/>
      <inkml:brushProperty name="height" value="0.035" units="cm"/>
    </inkml:brush>
  </inkml:definitions>
  <inkml:trace contextRef="#ctx0" brushRef="#br0">1 718 11851,'0'0'144,"7"-9"81,31-38 172,-7 11-244,-2-1 0,-1-1 1,-2-1-1,27-57 0,-51 93-152,-1-1-1,1 0 0,-1 0 0,0 0 1,0 0-1,0 0 0,-1 0 0,1 0 1,-1 0-1,0 0 0,-1-6 0,1 9 8,-1 0 0,1 0 0,-1 0 0,0 0 0,1 0 0,-1 0 0,0 0 0,0 0 0,1 0 0,-1 0 0,0 0 0,0 0 0,0 1 0,0-1 0,0 0 0,0 1 0,-1-1 0,1 1 0,0-1 0,0 1 0,0 0 0,0-1 0,-1 1 0,1 0 0,0 0 0,0 0 0,-1 0 0,1 0 0,0 0 0,0 0 0,-1 0 0,1 0 0,0 0 0,0 1 0,0-1 0,-1 1 0,1-1 0,-2 2 0,-4 0 123,1 1 0,-1 0 0,1 0-1,0 1 1,0-1 0,0 1 0,0 1-1,0-1 1,1 1 0,0 0 0,0 0-1,0 1 1,1-1 0,0 1 0,0 0-1,0 0 1,-3 10 0,3-8-66,0 1 0,1-1 1,0 1-1,0-1 0,1 1 0,0 0 1,1 0-1,0 0 0,1 0 0,-1 0 1,2 0-1,-1 0 0,4 15 0,-2-19-39,1 0 0,-1 0 0,1 0 0,0 0 0,1 0 0,-1 0 0,1-1 0,0 0-1,0 1 1,1-2 0,-1 1 0,1 0 0,0-1 0,0 0 0,0 0 0,0 0 0,0-1 0,1 0-1,-1 0 1,1 0 0,0-1 0,10 2 0,-8-1-12,1 0-1,-1-1 0,1 0 1,-1-1-1,1 0 1,-1 0-1,1-1 1,0 0-1,-1 0 1,0-1-1,1 0 1,-1 0-1,0-1 1,0 0-1,8-5 1,-8 1-19,0 0-1,0-1 1,-1 1 0,-1-1 0,1 0 0,-1-1 0,-1 0-1,1 0 1,-1 0 0,-1-1 0,0 1 0,0-1 0,-1 0-1,0 0 1,-1 0 0,2-16 0,0-15-12,-1 0 0,-5-74 0,0 84-20,-1 0 0,-12-49 0,12 68 35,-1-1 0,0 1 1,-1 0-1,0 0 0,0 1 1,-2-1-1,1 1 0,-1 0 1,-10-10-1,17 20 19,-1 0 0,1 0 1,-1 1-1,1-1 0,-1 0 1,1 1-1,-1-1 0,1 0 0,-1 1 1,0-1-1,1 1 0,-1-1 0,0 1 1,1-1-1,-1 1 0,0 0 0,0-1 1,1 1-1,-1 0 0,0 0 1,0-1-1,0 1 0,1 0 0,-1 0 1,0 0-1,0 0 0,0 0 0,0 0 1,1 0-1,-1 0 0,0 1 1,0-1-1,0 0 0,0 2 1,0-1 0,0 1 0,0-1-1,0 1 1,0 0 0,1-1 0,-1 1 0,1 0 0,-1-1-1,1 1 1,0 0 0,0-1 0,0 1 0,0 2 0,0 8 53,0 0 1,1 0 0,5 22 0,5-8 42,1 0 0,2-1 0,0 0 0,1-1 0,2-1 1,34 38-1,0 3 11,-29-36-127,36 48-1273,-16-31-2877,-17-28-1422,-1-11-1910</inkml:trace>
</inkml:ink>
</file>

<file path=ppt/ink/ink1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41.189"/>
    </inkml:context>
    <inkml:brush xml:id="br0">
      <inkml:brushProperty name="width" value="0.035" units="cm"/>
      <inkml:brushProperty name="height" value="0.035" units="cm"/>
    </inkml:brush>
  </inkml:definitions>
  <inkml:trace contextRef="#ctx0" brushRef="#br0">289 494 10570,'-5'-7'1991,"2"2"-1790,0 1 0,0 1 0,0-1-1,-1 0 1,0 1 0,0 0 0,0 0 0,0 0-1,0 0 1,-1 1 0,1-1 0,-1 1 0,0 0-1,0 1 1,0-1 0,1 1 0,-1 0 0,0 0 0,-1 0-1,1 1 1,0 0 0,0 0 0,0 0 0,0 1-1,-5 0 1,1 1-58,0 0-1,0 1 0,1 0 1,-1 0-1,1 1 1,-1 0-1,2 0 0,-1 1 1,0 0-1,1 1 0,0-1 1,0 1-1,0 1 1,1-1-1,0 1 0,-7 10 1,10-13-135,0 0 1,0 0 0,1 0-1,0 0 1,-1 0-1,1 1 1,1-1 0,-1 1-1,1 0 1,-1-1-1,1 1 1,1 0 0,-1 0-1,1 0 1,0 0-1,0-1 1,0 1 0,0 0-1,1 0 1,0 0-1,0 0 1,1-1 0,-1 1-1,1-1 1,0 1-1,0-1 1,0 1 0,1-1-1,-1 0 1,1 0-1,5 5 1,-5-6-52,0 0 0,-1 0 0,1 0-1,0-1 1,1 1 0,-1-1 0,0 0 0,1 0 0,-1 0 0,1 0-1,0-1 1,-1 1 0,1-1 0,0 0 0,0 0 0,0 0-1,0-1 1,0 1 0,0-1 0,0 0 0,0 0 0,0-1 0,0 1-1,0-1 1,-1 0 0,1 0 0,0 0 0,0 0 0,0-1-1,-1 0 1,1 1 0,5-5 0,-4 2 6,1-1 0,-1 1 0,0-1-1,0 0 1,-1 0 0,1-1 0,-1 0 0,0 0 0,-1 0 0,1 0-1,-1 0 1,-1 0 0,1-1 0,-1 0 0,0 1 0,0-1 0,1-14-1,-3 17 47,-1-46-2,1 49 1,0-1 0,0 1 0,-1 0 0,1-1 0,0 1 0,-1 0 0,1 0 0,-1 0 0,1-1-1,-1 1 1,0 0 0,0 0 0,1 0 0,-1 0 0,0 0 0,0 0 0,0 0 0,0 0 0,0 1 0,0-1 0,0 0 0,0 1 0,0-1 0,-1 0 0,1 1-1,0-1 1,0 1 0,-1 0 0,1-1 0,0 1 0,0 0 0,-3 0 0,4 0-3,-1 1-1,1-1 1,-1 1-1,1-1 1,0 0 0,-1 1-1,1 0 1,0-1-1,-1 1 1,1-1 0,0 1-1,0-1 1,0 1-1,-1 0 1,1-1 0,0 1-1,0-1 1,0 1-1,0 0 1,0-1 0,0 1-1,0-1 1,0 1-1,0 0 1,1-1 0,-1 1-1,0-1 1,0 1-1,0 0 1,1-1 0,-1 1-1,0-1 1,1 1-1,8 23 112,0-11 18,1 0 0,0-1 0,1-1 0,17 16 0,-23-22-359,1-1 0,-1 1-1,1-1 1,1 0 0,-1-1-1,0 1 1,1-1 0,0-1-1,0 1 1,0-1 0,13 2-1,-19-4 75,1 0 0,-1 0 0,1-1 0,-1 1-1,1-1 1,-1 1 0,1-1 0,-1 0-1,1 1 1,-1-1 0,1 0 0,-1 0 0,0 0-1,0 0 1,1 0 0,-1 0 0,0 0 0,0-1-1,0 1 1,0 0 0,0-1 0,-1 1 0,1 0-1,0-1 1,-1 1 0,1-1 0,-1 0 0,1 1-1,-1-1 1,0 1 0,1-1 0,-1 1 0,0-4-1,3-65-1174,-3 56 1040,-3-46 191,-1 0 0,-4 0 0,-2 0-1,-3 1 1,-36-103 0,44 148 393,-10-25 1894,-1 21 2391,16 41-2634,9 5-1590,2 1 0,1-1 0,0-1 0,21 32 1,12 26-42,-8-3-319,30 102 1,-36-67-5423,-27-96 512</inkml:trace>
</inkml:ink>
</file>

<file path=ppt/ink/ink1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41.920"/>
    </inkml:context>
    <inkml:brush xml:id="br0">
      <inkml:brushProperty name="width" value="0.035" units="cm"/>
      <inkml:brushProperty name="height" value="0.035" units="cm"/>
    </inkml:brush>
  </inkml:definitions>
  <inkml:trace contextRef="#ctx0" brushRef="#br0">5 892 11755,'-1'-7'315,"0"1"-220,0 1 0,0-1 0,0 1 0,1-1 0,0 1 1,0-1-1,1 1 0,-1-1 0,1 1 0,0 0 0,1-1 0,-1 1 0,1 0 0,0 0 0,1 0 0,-1 0 0,1 0 0,0 0 0,0 1 1,5-7-1,24-22 665,2 2 0,0 2 0,44-29 0,57-49-603,-124 92-129,-20 11 11,-26 12 12,16 2-45,1 0 1,1 1 0,-1 1-1,2 0 1,0 2 0,-23 23-1,28-26 0,0 2-1,1-1 1,1 1-1,0 0 1,1 1-1,0 0 1,1 0-1,1 1 1,-6 17-1,11-27-5,-1-1 1,1 0-1,1 0 0,-1 1 1,1-1-1,-1 0 0,1 1 0,1-1 1,-1 0-1,0 1 0,1-1 0,0 0 1,0 1-1,0-1 0,1 0 1,2 4-1,-2-5 2,0 0-1,0 0 1,1 0 0,0-1-1,-1 1 1,1-1 0,0 0 0,0 0-1,0 0 1,0 0 0,1-1 0,-1 1-1,1-1 1,-1 1 0,1-1-1,-1-1 1,1 1 0,7 0 0,14 2-21,0-2-1,1-1 1,-1-1 0,1-2 0,-1 0 0,0-1 0,0-2 0,-1 0 0,0-2 0,0-1 0,0 0 0,-1-2 0,-1-1 0,1-1 0,-2 0 0,0-2-1,-1 0 1,-1-2 0,0 0 0,27-32 0,-41 43 2,-1 0-1,0-1 0,-1 1 1,0-1-1,0 0 0,0 0 1,-1 0-1,3-9 0,-5 14 18,1 1 0,-1-1-1,0 0 1,0 1 0,0-1-1,0 0 1,0 0 0,0 1 0,0-1-1,0 0 1,-1 0 0,1 1-1,-1-1 1,1 0 0,-1 1 0,0-1-1,0 1 1,1-1 0,-1 1-1,0-1 1,0 1 0,0 0-1,-1-1 1,1 1 0,0 0 0,0 0-1,-1 0 1,1 0 0,-1 0-1,1 0 1,-1 0 0,1 0-1,-1 1 1,0-1 0,1 1 0,-1-1-1,0 1 1,1 0 0,-3-1-1,-4 0 28,0 1 0,0 0 0,1 0 0,-1 0 0,0 1 0,0 0 0,1 1 0,-1 0 0,1 0 0,-1 0 0,1 1 0,0 0-1,0 1 1,0-1 0,0 1 0,-9 8 0,12-9-19,0 1-1,0-1 1,0 1-1,0 0 1,0 0-1,1 0 1,0 1-1,0-1 1,0 1-1,0 0 1,1 0 0,0 0-1,0 0 1,0 0-1,1 0 1,0 0-1,0 1 1,0-1-1,0 1 1,1-1-1,0 0 1,0 1-1,0-1 1,3 9-1,-2-10 5,0 0 0,1 0 1,0-1-1,0 1 0,0-1 0,1 1 0,-1-1 0,1 0 0,-1 1 0,1-1 0,0-1 0,1 1 0,-1 0 1,0-1-1,1 0 0,-1 1 0,1-1 0,0-1 0,-1 1 0,1-1 0,0 1 0,0-1 0,0 0 0,0 0 0,1-1 1,-1 1-1,5-1 0,-2 1-3,0-1-1,1 0 1,-1 0 0,0 0 0,1-1-1,-1 0 1,0-1 0,0 1 0,0-1-1,0-1 1,0 0 0,0 0 0,0 0-1,9-7 1,-9 3-5,0 0 1,0 0-1,-1-1 0,0 0 1,-1 0-1,0-1 0,0 1 1,-1-1-1,0 0 0,0-1 0,-1 1 1,-1-1-1,1 1 0,-1-1 1,0-11-1,2-19 16,-3 0-1,-4-54 1,3 83-20,-4-37-12,-1 0 0,-3 1 0,-1 0-1,-3 0 1,-2 1 0,-21-49 0,34 92 19,0 0 1,0 1-1,-1-1 0,1 1 1,0-1-1,-1 1 1,0-1-1,0 1 0,1 0 1,-1 0-1,0 0 0,-3-2 1,4 4-2,1 0 0,0 0-1,-1 0 1,1 0 0,-1 0 0,1 0 0,-1 0 0,1 0 0,-1 0-1,1 0 1,-1 0 0,1 1 0,-1-1 0,1 0 0,-1 0 0,1 0-1,0 1 1,-1-1 0,1 0 0,-1 0 0,1 1 0,0-1-1,-1 0 1,1 1 0,0-1 0,-1 1 0,1-1 0,0 0 0,0 1-1,-1-1 1,1 1 0,0-1 0,0 1 0,0-1 0,0 1 0,0-1-1,0 0 1,-1 2 0,0 6 56,-1 0-1,1 0 1,0 0-1,1 0 1,0 0-1,0 1 1,2 8 0,2 7 161,2 1 0,1-1 0,1 0 1,1 0-1,1-1 0,23 40 0,97 127 378,-32-52-645,-70-93-1905,-6-14-2188</inkml:trace>
</inkml:ink>
</file>

<file path=ppt/ink/ink1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45.411"/>
    </inkml:context>
    <inkml:brush xml:id="br0">
      <inkml:brushProperty name="width" value="0.035" units="cm"/>
      <inkml:brushProperty name="height" value="0.035" units="cm"/>
    </inkml:brush>
  </inkml:definitions>
  <inkml:trace contextRef="#ctx0" brushRef="#br0">7 223 8584,'0'0'1388,"-2"9"-1404,0 11 253,1 0 1,0 1-1,2 0 1,0-1-1,2 0 0,0 1 1,9 28-1,6 55 448,-12 3-61,-20-191-20,-16-450-353,30 534-241,-1-1 0,1 1 0,0-1 1,0 0-1,0 1 0,0-1 1,0 1-1,1-1 0,-1 0 0,0 1 1,0-1-1,0 1 0,0-1 1,1 1-1,-1-1 0,0 1 0,1-1 1,-1 1-1,0-1 0,1 1 1,-1-1-1,0 1 0,1-1 0,-1 1 1,1 0-1,-1-1 0,1 1 0,-1 0 1,1-1-1,-1 1 0,1 0 1,0 0-1,-1-1 0,1 1 0,-1 0 1,2 0-1,25 7 68,25 26 110,240 207 2032,-278-227-2264,-1 0-1,23 28 0,-32-37-418,-1 0 0,-1 1-1,1-1 1,0 1 0,-1 0-1,0 0 1,0 0 0,0 0-1,-1 0 1,0 0 0,0 0-1,0 1 1,-1-1 0,0 11-1,-4 5-5013</inkml:trace>
</inkml:ink>
</file>

<file path=ppt/ink/ink1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45.643"/>
    </inkml:context>
    <inkml:brush xml:id="br0">
      <inkml:brushProperty name="width" value="0.035" units="cm"/>
      <inkml:brushProperty name="height" value="0.035" units="cm"/>
    </inkml:brush>
  </inkml:definitions>
  <inkml:trace contextRef="#ctx0" brushRef="#br0">1 159 14574,'0'0'0,"75"-58"64,-38 41 32,0-2-32,-1 2-480,-4-4-1923,-10-5-3138</inkml:trace>
</inkml:ink>
</file>

<file path=ppt/ink/ink1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45.862"/>
    </inkml:context>
    <inkml:brush xml:id="br0">
      <inkml:brushProperty name="width" value="0.035" units="cm"/>
      <inkml:brushProperty name="height" value="0.035" units="cm"/>
    </inkml:brush>
  </inkml:definitions>
  <inkml:trace contextRef="#ctx0" brushRef="#br0">113 1 15150,'-48'62'96,"9"-2"65,18 4-193,16 7-33,6 4 65,21-2 0,7-7 129,9-5-97,4-8 32,6-10 0,4-11-481,3-17-1408,-5-15-2019,-6-27-3075</inkml:trace>
</inkml:ink>
</file>

<file path=ppt/ink/ink1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46.048"/>
    </inkml:context>
    <inkml:brush xml:id="br0">
      <inkml:brushProperty name="width" value="0.035" units="cm"/>
      <inkml:brushProperty name="height" value="0.035" units="cm"/>
    </inkml:brush>
  </inkml:definitions>
  <inkml:trace contextRef="#ctx0" brushRef="#br0">1 1 16400,'0'0'256,"50"58"-609,-12-14 417,9 11 1,-1 10 95,-4 12-32,-10 2 96,-11 5-64,-10 3-480,-11 7-1089,-7-1-1282,-21-8-2690</inkml:trace>
</inkml:ink>
</file>

<file path=ppt/ink/ink1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46.392"/>
    </inkml:context>
    <inkml:brush xml:id="br0">
      <inkml:brushProperty name="width" value="0.035" units="cm"/>
      <inkml:brushProperty name="height" value="0.035" units="cm"/>
    </inkml:brush>
  </inkml:definitions>
  <inkml:trace contextRef="#ctx0" brushRef="#br0">1 0 13485,'0'0'256,"28"70"-352,-10-21 128,8 12 32,2 4-64,-2 1 0,-1 0 64,-5 0 32,-6-5-1249,-5-12-2178,-9-14-2531</inkml:trace>
</inkml:ink>
</file>

<file path=ppt/ink/ink1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46.810"/>
    </inkml:context>
    <inkml:brush xml:id="br0">
      <inkml:brushProperty name="width" value="0.035" units="cm"/>
      <inkml:brushProperty name="height" value="0.035" units="cm"/>
    </inkml:brush>
  </inkml:definitions>
  <inkml:trace contextRef="#ctx0" brushRef="#br0">33 150 13613,'-13'-42'-78,"9"32"281,1 0-1,0 0 1,0 0-1,1 0 1,0-1 0,1 1-1,-1-21 1,3 31-203,-1-1 1,0 1 0,1 0 0,-1-1 0,0 1-1,1 0 1,-1-1 0,0 1 0,1 0-1,-1-1 1,1 1 0,-1 0 0,1 0 0,-1 0-1,0-1 1,1 1 0,-1 0 0,1 0-1,-1 0 1,1 0 0,-1 0 0,1 0 0,-1 0-1,1 0 1,-1 0 0,1 0 0,-1 0-1,1 0 1,-1 1 0,1-1 0,-1 0 0,1 0-1,-1 0 1,0 1 0,1-1 0,-1 0 0,1 0-1,-1 1 1,0-1 0,1 0 0,-1 1-1,0-1 1,1 0 0,-1 1 0,0-1 0,1 2-1,19 14-68,-10-5 93,-1 0 1,0 1 0,-1 0 0,-1 1-1,0-1 1,9 24 0,20 84 30,-8-21-4157,-27-97 3975,-1 0 0,1 0 0,0-1 0,-1 1 0,1-1 0,0 1 0,0 0 0,0-1 0,0 1 1,0-1-1,0 0 0,1 1 0,-1-1 0,0 0 0,1 0 0,-1 0 0,1 0 0,-1 0 0,1 0 0,-1 0 0,1-1 1,0 1-1,-1 0 0,1-1 0,0 1 0,0-1 0,3 0 0,3 0 211,-1-1 0,1 0 0,0 0 0,-1-1 0,13-4 0,-16 3 51,1 2-1,-1-1 1,1 0 0,-1 1 0,1 0 0,0 0-1,0 0 1,-1 1 0,1-1 0,0 1 0,0 1 0,0-1-1,-1 0 1,1 1 0,0 0 0,0 0 0,7 3-1,-9-1-67,1 0 0,-1 0 0,0 1 0,0-1 0,0 1-1,0 0 1,0-1 0,-1 1 0,0 0 0,0 0 0,0 1-1,0-1 1,-1 0 0,1 1 0,-1-1 0,0 1 0,0-1-1,-1 1 1,0-1 0,1 1 0,-1 0 0,-1-1 0,1 1-1,-1-1 1,-1 7 0,-1 2 17,0-1 0,-1 0 1,0 0-1,0 0 0,-2-1 0,1 0 0,-2 0 1,-8 13-1,7-13-454,-1-1 0,0 0 0,0 0 0,-1-1 0,0-1 1,0 1-1,-1-2 0,0 1 0,-13 5 0,-26 5-3779</inkml:trace>
</inkml:ink>
</file>

<file path=ppt/ink/ink1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47.012"/>
    </inkml:context>
    <inkml:brush xml:id="br0">
      <inkml:brushProperty name="width" value="0.035" units="cm"/>
      <inkml:brushProperty name="height" value="0.035" units="cm"/>
    </inkml:brush>
  </inkml:definitions>
  <inkml:trace contextRef="#ctx0" brushRef="#br0">18 1 13068,'0'0'32,"-18"70"-224,18-12 64,11 12 288,16 6 225,8-2-65,8-4-192,7-8-32,5-4 32,2-3 0,0-6 0,-2-10-832,-7-16-2531,-7-16-1570</inkml:trace>
</inkml:ink>
</file>

<file path=ppt/ink/ink1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47.172"/>
    </inkml:context>
    <inkml:brush xml:id="br0">
      <inkml:brushProperty name="width" value="0.035" units="cm"/>
      <inkml:brushProperty name="height" value="0.035" units="cm"/>
    </inkml:brush>
  </inkml:definitions>
  <inkml:trace contextRef="#ctx0" brushRef="#br0">0 1 16432,'0'0'672,"67"56"-1024,-33 3 448,-6 17-32,-5 11 64,-8 10 96,-9 11 97,-6 8-706,-7-2-1921,-19-9-3139</inkml:trace>
</inkml:ink>
</file>

<file path=ppt/ink/ink1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47.672"/>
    </inkml:context>
    <inkml:brush xml:id="br0">
      <inkml:brushProperty name="width" value="0.035" units="cm"/>
      <inkml:brushProperty name="height" value="0.035" units="cm"/>
    </inkml:brush>
  </inkml:definitions>
  <inkml:trace contextRef="#ctx0" brushRef="#br0">122 1 13773,'0'0'128,"-70"54"289,45-9-65,9 9 96,8 2-63,5-2-161,3-3-160,11-7 32,12-9 32,5-8 64,8-11-32,1-9 33,6-7 63,-3-8-224,0-15-1153,-8-9-929,-7-11-2947</inkml:trace>
</inkml:ink>
</file>

<file path=ppt/ink/ink1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47.905"/>
    </inkml:context>
    <inkml:brush xml:id="br0">
      <inkml:brushProperty name="width" value="0.035" units="cm"/>
      <inkml:brushProperty name="height" value="0.035" units="cm"/>
    </inkml:brush>
  </inkml:definitions>
  <inkml:trace contextRef="#ctx0" brushRef="#br0">138 0 16496,'-55'66'-193,"9"-4"161,17 6 64,22 0 32,7-3 1,20-7-1,15-6-32,8-7 64,8-5 32,3-7 96,5-9-288,1-12-1217,-3-12-1410,-8-19-1537,-9-24-2979</inkml:trace>
</inkml:ink>
</file>

<file path=ppt/ink/ink1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48.074"/>
    </inkml:context>
    <inkml:brush xml:id="br0">
      <inkml:brushProperty name="width" value="0.035" units="cm"/>
      <inkml:brushProperty name="height" value="0.035" units="cm"/>
    </inkml:brush>
  </inkml:definitions>
  <inkml:trace contextRef="#ctx0" brushRef="#br0">0 0 16111,'0'0'32,"58"65"-448,-22-19 352,5 15 128,-1 12 64,-4 9 0,-9 3 192,-13 1-191,-7 0-322,-7 2-864,-11-5-1441,-17-10-2659</inkml:trace>
</inkml:ink>
</file>

<file path=ppt/ink/ink1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48.383"/>
    </inkml:context>
    <inkml:brush xml:id="br0">
      <inkml:brushProperty name="width" value="0.035" units="cm"/>
      <inkml:brushProperty name="height" value="0.035" units="cm"/>
    </inkml:brush>
  </inkml:definitions>
  <inkml:trace contextRef="#ctx0" brushRef="#br0">0 1 13901,'0'0'-96,"24"53"128,-5-17-32,-1 4 64,2 1-32,-2-4-32,-6-5-737,-4-7-832,-6-5-1090,-2-7-2273</inkml:trace>
</inkml:ink>
</file>

<file path=ppt/ink/ink1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48.650"/>
    </inkml:context>
    <inkml:brush xml:id="br0">
      <inkml:brushProperty name="width" value="0.035" units="cm"/>
      <inkml:brushProperty name="height" value="0.035" units="cm"/>
    </inkml:brush>
  </inkml:definitions>
  <inkml:trace contextRef="#ctx0" brushRef="#br0">0 89 13581,'0'-10'5,"1"-32"161,-1 41-145,1-1 0,-1 1 1,0-1-1,0 1 1,1-1-1,-1 1 0,1 0 1,-1-1-1,1 1 1,-1-1-1,1 1 0,0 0 1,0 0-1,0-1 1,0 1-1,0 0 0,0 0 1,0 0-1,0 0 1,0 0-1,0 0 0,1 1 1,1-2-1,1 0 10,-1 1 0,1 0 0,-1 0 0,1 1 0,0-1 0,-1 1 0,1 0 0,-1 0 1,7 0-1,0 1 0,0 1 0,0 0 0,-1 0 0,1 1 0,-1 1 0,12 5 0,-6-1 24,-1 1 0,-1 0 0,0 1 0,0 1 0,-1 0 0,0 1 0,-1 0 0,0 1 0,16 24 0,-24-31-23,1 0 1,-1 0 0,0 0-1,-1 0 1,1 1-1,-1-1 1,0 1 0,-1-1-1,0 1 1,0 0 0,0 0-1,-1-1 1,0 1-1,0 0 1,0 0 0,-1-1-1,0 1 1,-1 0-1,0-1 1,0 1 0,0-1-1,0 0 1,-1 1 0,0-1-1,-1 0 1,-5 7-1,-4 3-471,0-1 0,-1-1-1,0 0 1,-1-1-1,-1-1 1,-28 18-1,27-20-1320,-1 0 0,-1-2 0,-30 11 0,6-9-3450</inkml:trace>
</inkml:ink>
</file>

<file path=ppt/ink/ink1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48.864"/>
    </inkml:context>
    <inkml:brush xml:id="br0">
      <inkml:brushProperty name="width" value="0.035" units="cm"/>
      <inkml:brushProperty name="height" value="0.035" units="cm"/>
    </inkml:brush>
  </inkml:definitions>
  <inkml:trace contextRef="#ctx0" brushRef="#br0">42 1 13901,'0'0'288,"-42"88"1,42-23 63,13 10 128,13 5-31,8-2-161,6-8 32,7-11-95,5-13-33,4-11 32,6-15 32,1-13 33,0-7-321,-3-21-1826,-7-20-1121,-10-17-3523</inkml:trace>
</inkml:ink>
</file>

<file path=ppt/ink/ink1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5:49.020"/>
    </inkml:context>
    <inkml:brush xml:id="br0">
      <inkml:brushProperty name="width" value="0.035" units="cm"/>
      <inkml:brushProperty name="height" value="0.035" units="cm"/>
    </inkml:brush>
  </inkml:definitions>
  <inkml:trace contextRef="#ctx0" brushRef="#br0">1 1 16239,'0'0'225,"41"92"-706,-15-25 513,4 19 577,-1 13-289,-7 7-32,-8 2 1,-10 2 63,-4-1-608,-22-11-4613</inkml:trace>
</inkml:ink>
</file>

<file path=ppt/ink/ink1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15.356"/>
    </inkml:context>
    <inkml:brush xml:id="br0">
      <inkml:brushProperty name="width" value="0.035" units="cm"/>
      <inkml:brushProperty name="height" value="0.035" units="cm"/>
    </inkml:brush>
  </inkml:definitions>
  <inkml:trace contextRef="#ctx0" brushRef="#br0">1 1118 6662,'0'0'6273,"4"5"-5584,3 7-391,0 0 1,-1 1 0,0 0-1,-1 0 1,6 23 0,20 47 129,-22-67-419,0 0-1,1 0 1,23 28 0,-29-39 76,-1-1 0,1 0 0,1-1 0,-1 1 0,1-1 0,-1 1 0,1-1 0,0 0 0,0-1 0,0 0 0,0 1 0,1-1 0,-1-1 0,1 1 0,-1-1-1,1 0 1,7 0 0,-11-1 7,-1-1 0,1 1 0,-1-1 0,0 1-1,1-1 1,-1 0 0,1 1 0,-1-1 0,0 0-1,0 0 1,0 0 0,1 0 0,-1 0 0,0 0-1,0-1 1,0 1 0,-1 0 0,2-2 0,18-31 690,-12 19-463,133-207 215,10 6 0,200-220-1,-265 338-1475,116-134-4319,-65 58-1358</inkml:trace>
</inkml:ink>
</file>

<file path=ppt/ink/ink1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56.742"/>
    </inkml:context>
    <inkml:brush xml:id="br0">
      <inkml:brushProperty name="width" value="0.035" units="cm"/>
      <inkml:brushProperty name="height" value="0.035" units="cm"/>
    </inkml:brush>
  </inkml:definitions>
  <inkml:trace contextRef="#ctx0" brushRef="#br0">1 44 12620,'0'0'1633,"42"-34"-1376,-24 30-161,4 2-32,-3 0 0,6 1-64,-3 1 0,2 0 0,-5 0 0,-4 0-160,-2 0-3716,-9 0-1185</inkml:trace>
</inkml:ink>
</file>

<file path=ppt/ink/ink1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56.931"/>
    </inkml:context>
    <inkml:brush xml:id="br0">
      <inkml:brushProperty name="width" value="0.035" units="cm"/>
      <inkml:brushProperty name="height" value="0.035" units="cm"/>
    </inkml:brush>
  </inkml:definitions>
  <inkml:trace contextRef="#ctx0" brushRef="#br0">0 17 8456,'0'0'8904,"66"34"-8103,-35-42-577,3 1-128,-6 1-63,1 1-33,-7 1 32,-6-4-1666,-10-5-5381</inkml:trace>
</inkml:ink>
</file>

<file path=ppt/ink/ink1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3:59.666"/>
    </inkml:context>
    <inkml:brush xml:id="br0">
      <inkml:brushProperty name="width" value="0.035" units="cm"/>
      <inkml:brushProperty name="height" value="0.035" units="cm"/>
    </inkml:brush>
  </inkml:definitions>
  <inkml:trace contextRef="#ctx0" brushRef="#br0">3599 1449 4708,'0'0'1319,"-3"-8"-668,2 7-640,0-2 30,1 1 1,-1-1-1,0 0 1,0 1-1,0 0 1,-1-1-1,1 1 0,0 0 1,-1-1-1,0 1 1,1 0-1,-1 0 1,0 0-1,0 1 1,0-1-1,0 0 1,-1 1-1,1-1 1,0 1-1,-1 0 1,1 0-1,-1 0 1,1 0-1,-1 0 0,1 0 1,-1 1-1,0-1 1,1 1-1,-4 0 1,-20 0 139,1 1 0,0 1 0,0 1 0,0 2 0,0 0 0,1 2 0,0 0 0,0 2-1,1 1 1,-37 20 0,-17 17 41,-114 88-1,182-128-188,-196 155 295,8 9 1,8 8-1,7 9 0,9 7 1,-212 311-1,84-41-280,-401 842 0,565-1004-37,13 5-1,-113 430 1,198-560 16,8 3 0,-10 215 0,32 367 84,15-610-41,37 215 0,-24-268-19,4-2-1,4 0 1,48 109-1,-59-169-29,2-1 0,2 0 0,1-2 0,1-1 0,2 0 0,2-2 0,1-1 0,40 37 0,-43-48-2,0-1 0,1-1 0,1-2 0,1 0 0,0-2 0,1-1 0,0-1 0,1-1-1,0-2 1,1-1 0,54 8 0,-46-12 30,1-2-1,-1-1 1,1-3-1,-1 0 1,0-3 0,49-11-1,-34 1 179,-1-1-1,0-3 1,86-46-1,-5-14 376,-4-6 0,139-120 0,-184 138-483,342-285-11,-16-18 0,-17-19 0,-16-15 0,329-465 0,-16-119 1601,-465 655-1454,316-479 26,-41-34 49,-91-42 185,-328 662-237,-10-3 0,45-255-1,-96 380-247,-6-1 0,-3 0 0,-6 0 0,-14-191 0,6 263-28,-3 0-1,-1 0 1,-1 0 0,-1 1 0,-2 1-1,-2 0 1,-1 0 0,-1 2 0,-1-1 0,-1 2-1,-2 0 1,-1 1 0,-1 2 0,-2 0-1,0 1 1,-1 1 0,-2 1 0,0 1 0,-1 2-1,-59-32 1,33 25 2,-1 3-1,-1 3 1,-1 2 0,-1 2-1,0 3 1,-61-6-1,-28 5 19,-183 5 1,179 16-7,0 6 1,2 6 0,0 7 0,1 7 0,-225 80 0,137-22-113,5 11 0,-335 200 0,-52 113-534,27 40-3951,368-281 396</inkml:trace>
</inkml:ink>
</file>

<file path=ppt/ink/ink1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4:00.322"/>
    </inkml:context>
    <inkml:brush xml:id="br0">
      <inkml:brushProperty name="width" value="0.035" units="cm"/>
      <inkml:brushProperty name="height" value="0.035" units="cm"/>
    </inkml:brush>
  </inkml:definitions>
  <inkml:trace contextRef="#ctx0" brushRef="#br0">1 0 8040,'0'0'-32,"41"65"224,-5-11 737,8 17 896,8 10-447,6 8-994,-2 5-320,-1-1-32,-6-3-32,-10-9 0,-6-10-32,-9-9 32,-7-11-544,-11-12-2339,-6-17-1537</inkml:trace>
</inkml:ink>
</file>

<file path=ppt/ink/ink1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4:00.638"/>
    </inkml:context>
    <inkml:brush xml:id="br0">
      <inkml:brushProperty name="width" value="0.035" units="cm"/>
      <inkml:brushProperty name="height" value="0.035" units="cm"/>
    </inkml:brush>
  </inkml:definitions>
  <inkml:trace contextRef="#ctx0" brushRef="#br0">13 172 11018,'-2'-13'1725,"-1"0"-1602,1 4-31,0-1-1,1 0 0,0 0 1,0 1-1,1-11 0,0 17-56,1 0-1,-1 0 1,1 0-1,-1 1 0,1-1 1,0 0-1,0 0 1,0 1-1,0-1 0,1 1 1,-1-1-1,1 1 1,-1-1-1,1 1 1,0 0-1,0 0 0,0 0 1,0 0-1,0 0 1,1 0-1,-1 1 1,1-1-1,-1 1 0,5-2 1,4-1-5,1 0-1,0 1 1,0 1 0,0 0-1,1 0 1,-1 1 0,0 1-1,1 0 1,-1 1 0,0 0-1,0 1 1,23 6 0,-25-5-21,0 0 0,0 1 0,0 0-1,0 0 1,-1 1 0,0 1 0,0-1 0,0 2 0,-1-1 0,0 1 0,0 0 0,0 1 0,-1 0 0,0 0-1,6 11 1,-8-10-90,-1 0 0,0 0 0,-1 1 0,0-1 0,-1 1 0,0-1 0,0 1 0,-1 0 0,0 0 0,-1 0 0,0 0 0,-1 0 0,0 0 0,0 0 0,-1 0 0,-1-1 0,1 1 0,-1-1-1,-1 1 1,0-1 0,0 0 0,-1-1 0,0 1 0,0-1 0,-1 0 0,0 0 0,-1 0 0,0-1 0,0 0 0,0-1 0,-1 1 0,-9 5 0,-12 1-1452,28-12 1430,1-1-1,-1 1 1,0-1-1,0 0 1,0 0 0,0 1-1,0-1 1,-1 0-1,1 0 1,0 0-1,0 0 1,0 0-1,0 0 1,0 0 0,0 0-1,0-1 1,0 1-1,0 0 1,0-1-1,0 1 1,0-1 0,0 1-1,1-1 1,-1 1-1,0-1 1,0 1-1,0-1 1,-1-1 0,-4-22-2337</inkml:trace>
</inkml:ink>
</file>

<file path=ppt/ink/ink1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4:00.948"/>
    </inkml:context>
    <inkml:brush xml:id="br0">
      <inkml:brushProperty name="width" value="0.035" units="cm"/>
      <inkml:brushProperty name="height" value="0.035" units="cm"/>
    </inkml:brush>
  </inkml:definitions>
  <inkml:trace contextRef="#ctx0" brushRef="#br0">104 90 12011,'0'0'502,"-1"10"-139,0 0-204,-1 4 190,1 0 0,0 1-1,1-1 1,1 1 0,3 22-1,-3-34-331,0 1-1,0-1 0,0 1 1,0-1-1,1 1 1,-1-1-1,1 0 1,0 0-1,0 0 0,0 0 1,0 0-1,0 0 1,1-1-1,0 1 0,-1-1 1,1 1-1,0-1 1,0 0-1,0 0 1,0-1-1,1 1 0,-1-1 1,0 1-1,1-1 1,-1 0-1,1 0 0,-1 0 1,1-1-1,-1 1 1,5-1-1,-4 0-9,0 0 0,0 0 0,0 0 0,0-1 0,0 1 0,-1-1 0,1 0-1,0 0 1,0 0 0,-1-1 0,1 0 0,-1 1 0,1-1 0,-1 0 0,0 0 0,0-1 0,0 1 0,0-1 0,4-4 0,-3 2 7,0-1 1,0 1 0,0-1 0,-1 0 0,0-1 0,0 1-1,0 0 1,-1-1 0,0 0 0,2-11 0,-3 10-7,0-1-1,0 0 1,-1 0 0,0 0 0,-1 1-1,0-1 1,0 0 0,-4-12 0,4 16-18,0 1 1,-1-1-1,0 1 1,0-1-1,0 1 1,-1 0-1,0-1 1,1 1-1,-1 1 1,-1-1 0,1 0-1,0 1 1,-1 0-1,-8-6 1,7 6-18,-1 0 0,1 0 0,-1 1 0,0 0 1,0 0-1,0 1 0,0-1 0,0 1 0,-1 1 0,1-1 1,0 1-1,0 0 0,-1 0 0,1 1 0,-11 2 0,-3 3-1299,1 0 1,0 1-1,-26 13 0,26-10-1210,4-5-801</inkml:trace>
</inkml:ink>
</file>

<file path=ppt/ink/ink1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4:01.164"/>
    </inkml:context>
    <inkml:brush xml:id="br0">
      <inkml:brushProperty name="width" value="0.035" units="cm"/>
      <inkml:brushProperty name="height" value="0.035" units="cm"/>
    </inkml:brush>
  </inkml:definitions>
  <inkml:trace contextRef="#ctx0" brushRef="#br0">0 0 10634,'10'0'1121,"-2"1"-965,1-1-1,-1 2 1,1-1 0,-1 1-1,1 0 1,-1 0 0,0 1-1,0 1 1,0-1-1,-1 1 1,1 0 0,11 10-1,15 13 184,-3 2 0,0 2 0,38 49 0,71 112-247,-124-169-66,9 17-7,22 26-3151,-56-83-7085</inkml:trace>
</inkml:ink>
</file>

<file path=ppt/ink/ink1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4:01.474"/>
    </inkml:context>
    <inkml:brush xml:id="br0">
      <inkml:brushProperty name="width" value="0.035" units="cm"/>
      <inkml:brushProperty name="height" value="0.035" units="cm"/>
    </inkml:brush>
  </inkml:definitions>
  <inkml:trace contextRef="#ctx0" brushRef="#br0">86 172 9961,'-9'-9'193,"4"4"-466,-6-6 963,0 0 0,1 0 0,-17-25 0,25 34-514,1-1 0,-1 0 0,1 0-1,0 1 1,0-1 0,0 0 0,0 0 0,0 0 0,0-1 0,1 1 0,0 0 0,-1-3 0,2 4-117,-1 0 0,1 1 0,-1-1 0,1 0 0,-1 1 0,1-1 0,0 1 0,0-1 1,0 1-1,0-1 0,0 1 0,0-1 0,0 1 0,0 0 0,0 0 0,1 0 0,-1-1 1,0 1-1,1 1 0,-1-1 0,1 0 0,-1 0 0,4-1 0,5-1-45,0 0 1,0 0-1,1 1 0,-1 1 1,1 0-1,-1 0 0,1 1 1,-1 0-1,1 1 0,-1 0 0,0 0 1,1 1-1,16 6 0,-19-6-8,0 1-1,0 0 0,1 0 0,-2 1 0,1 0 0,0 1 1,-1 0-1,0 0 0,0 0 0,0 1 0,-1 0 1,0 0-1,0 1 0,-1-1 0,1 1 0,7 14 0,-11-17-66,-1 1-1,1-1 1,-1 1-1,0-1 0,0 1 1,-1-1-1,1 1 1,-1-1-1,0 1 0,0-1 1,-1 1-1,1-1 0,-1 1 1,0-1-1,0 1 1,0-1-1,-1 0 0,0 1 1,0-1-1,0 0 1,0 0-1,0 0 0,-5 5 1,3-4-77,0-1 0,-1 1 0,1-1 0,-1 1 0,0-1 1,0-1-1,0 1 0,-1-1 0,0 0 0,1 0 0,-1 0 0,0-1 1,0 0-1,0 0 0,0-1 0,-9 2 0,14-3-40,-1 0-1,1 1 1,0-1-1,0 0 1,-1 0-1,1 0 1,0 0-1,-1 0 1,1-1 0,0 1-1,0 0 1,-1-1-1,1 1 1,0 0-1,0-1 1,0 0-1,0 1 1,-1-1-1,1 0 1,0 1 0,0-1-1,0 0 1,0 0-1,1 0 1,-1 0-1,0 0 1,-1-1-1,-6-21-3024</inkml:trace>
</inkml:ink>
</file>

<file path=ppt/ink/ink1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4:02.007"/>
    </inkml:context>
    <inkml:brush xml:id="br0">
      <inkml:brushProperty name="width" value="0.035" units="cm"/>
      <inkml:brushProperty name="height" value="0.035" units="cm"/>
    </inkml:brush>
  </inkml:definitions>
  <inkml:trace contextRef="#ctx0" brushRef="#br0">1 672 9961,'0'0'3027,"8"5"-2039,2 2-692,62 34 625,-66-39-906,1 1 1,-1 0-1,0-1 1,1 0 0,-1-1-1,1 0 1,-1 0-1,1 0 1,-1 0 0,1-1-1,7-1 1,-13 0-13,1 1 1,-1-1 0,1 0-1,-1 1 1,0-1-1,1 0 1,-1 0-1,0 0 1,0 0-1,0-1 1,0 1-1,0 0 1,0 0 0,0-1-1,0 1 1,0 0-1,-1-1 1,1 1-1,0-1 1,-1 1-1,1-1 1,-1 1 0,1-4-1,5-41 76,-6 41-72,1-10-12,1 3 8,-1 1-1,0-1 1,-1 1 0,0-1 0,-1 0 0,-1 1 0,0-1 0,-5-17 0,3 22-19,13 16 0,0-3 23,1-2-1,0 1 1,0-1-1,1-1 1,-1 0-1,1 0 1,-1-1-1,1 0 1,15 0-1,-20-2-2,-1 0 0,0 0 0,0 0 0,0-1 0,0 0 0,0 0 0,0-1 0,0 1 0,9-5 0,-11 5-3,-1-1 0,0 1 0,0-1 0,0 0-1,0 1 1,0-1 0,0 0 0,-1 0 0,1 0 0,0-1-1,-1 1 1,0 0 0,1 0 0,-1-1 0,0 1 0,0-1-1,-1 1 1,1-1 0,0 0 0,0-2 0,0-8-25,-1-1-1,0 0 1,-1 1 0,-1-1 0,0 1-1,0-1 1,-2 1 0,1 0 0,-2 0 0,0 0-1,-7-14 1,-12-18-168,-45-66 0,65 105 184,-17-26 52,-2 1 0,-1 1 0,-31-31 0,43 53 872,12 15-408,15 20-395,8 1-251,1-1 0,1-1-1,1-2 1,1-1 0,1 0-1,1-2 1,1-2 0,1-1-1,1-1 1,57 22 0,-80-36-851,1 0 1,-1-1 0,1 0-1,0-1 1,-1 0 0,12-1-1,10-1-3548</inkml:trace>
</inkml:ink>
</file>

<file path=ppt/ink/ink1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4:02.367"/>
    </inkml:context>
    <inkml:brush xml:id="br0">
      <inkml:brushProperty name="width" value="0.035" units="cm"/>
      <inkml:brushProperty name="height" value="0.035" units="cm"/>
    </inkml:brush>
  </inkml:definitions>
  <inkml:trace contextRef="#ctx0" brushRef="#br0">137 16 13164,'-7'-1'257,"0"1"-37,-1-1 0,1 1 1,0 1-1,-1-1 1,1 1-1,-1 0 0,-12 4 1,17-3-161,0-1 0,-1 1 0,1 0 1,0 0-1,0 0 0,0 0 0,0 0 0,0 1 0,1-1 1,-1 1-1,1 0 0,-1 0 0,1 0 0,0 0 1,0 0-1,1 0 0,-1 1 0,1-1 0,-1 1 0,0 4 1,0-3-54,1 0 1,0 0 0,1 0 0,-1 0-1,1 0 1,0 0 0,0 0 0,0 0 0,1-1-1,0 1 1,0 0 0,0 0 0,0 0-1,1-1 1,0 1 0,0 0 0,0-1 0,1 0-1,2 5 1,-2-6-8,-1-1-1,0 1 1,1-1 0,-1 0-1,1 0 1,0 0-1,-1 0 1,1 0 0,0 0-1,0-1 1,1 0 0,-1 1-1,0-1 1,0 0-1,1-1 1,-1 1 0,0-1-1,1 1 1,-1-1 0,0 0-1,1 0 1,-1 0-1,1-1 1,-1 1 0,0-1-1,1 0 1,-1 0-1,0 0 1,4-2 0,-3 1-13,-1 0 1,1-1-1,0 1 0,-1-1 1,1 0-1,-1-1 1,0 1-1,0 0 1,0-1-1,0 0 0,-1 1 1,1-1-1,-1 0 1,0 0-1,0-1 1,-1 1-1,1 0 1,-1 0-1,0-1 0,0 1 1,0-9-1,0 9 98,-1 1-1,1-1 0,-1 0 1,0 0-1,0 0 0,0 1 1,0-1-1,-1 0 0,0 0 1,0 0-1,0 1 0,0-1 1,0 1-1,-1-1 0,0 1 1,1-1-1,-1 1 0,0 0 1,-1 0-1,1 0 0,-1 0 1,1 0-1,-1 0 0,0 1 1,-5-4-1,61 9 104,-24-2-184,-17 0-150,44 2-1112,-54-3 930,0 0 0,0 0 0,1 0 1,-1 0-1,0 0 0,0 0 0,0-1 1,0 1-1,0-1 0,0 0 0,0 1 1,0-1-1,0 0 0,0 0 1,-1 0-1,1-1 0,0 1 0,-1 0 1,4-3-1,0-13-4936</inkml:trace>
</inkml:ink>
</file>

<file path=ppt/ink/ink1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4:02.756"/>
    </inkml:context>
    <inkml:brush xml:id="br0">
      <inkml:brushProperty name="width" value="0.035" units="cm"/>
      <inkml:brushProperty name="height" value="0.035" units="cm"/>
    </inkml:brush>
  </inkml:definitions>
  <inkml:trace contextRef="#ctx0" brushRef="#br0">1 1 15471,'0'0'154,"5"7"-239,20 21 96,0-2 0,2-1-1,0-1 1,2-1 0,43 26-1,-22-14 20,47 43-1,-85-73 293,-12-18 403,-15-25 489,15 37-1196,-16-30 23,-13-34-33,27 61-4,1 0 0,0-1 0,0 1 1,0 0-1,0 0 0,1-1 0,-1 1 0,1 0 0,0-1 0,1 1 0,-1 0 0,2-8 0,-1 10 0,0 1-1,0 0 1,0 0 0,0-1 0,0 1 0,0 0 0,0 0 0,1 0-1,-1 0 1,0 0 0,0 1 0,1-1 0,-1 0 0,1 1-1,-1-1 1,1 1 0,-1-1 0,1 1 0,-1-1 0,1 1 0,-1 0-1,1 0 1,2 0 0,41 1-19,-38-1 18,4 2 14,1 0 0,0 1 0,-1 0-1,1 0 1,-1 1 0,0 1 0,13 7 0,72 48-1027,-58-34-1793,-27-19-2258</inkml:trace>
</inkml:ink>
</file>

<file path=ppt/ink/ink1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4:02.929"/>
    </inkml:context>
    <inkml:brush xml:id="br0">
      <inkml:brushProperty name="width" value="0.035" units="cm"/>
      <inkml:brushProperty name="height" value="0.035" units="cm"/>
    </inkml:brush>
  </inkml:definitions>
  <inkml:trace contextRef="#ctx0" brushRef="#br0">31 72 15503,'0'0'96,"-31"-43"-64,31 37-64,12 3-673,8 0-1313,4-2-1473,0-7-2082</inkml:trace>
</inkml:ink>
</file>

<file path=ppt/ink/ink1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4:03.539"/>
    </inkml:context>
    <inkml:brush xml:id="br0">
      <inkml:brushProperty name="width" value="0.035" units="cm"/>
      <inkml:brushProperty name="height" value="0.035" units="cm"/>
    </inkml:brush>
  </inkml:definitions>
  <inkml:trace contextRef="#ctx0" brushRef="#br0">72 313 12396,'0'0'101,"-2"8"33,-1-2-24,2-1 1,-1 1-1,1 0 1,-1 0 0,2 0-1,-1 0 1,1 0 0,0 0-1,0 0 1,0 0-1,1 0 1,0-1 0,0 1-1,1 0 1,-1 0-1,1 0 1,1-1 0,-1 1-1,1-1 1,0 0-1,0 0 1,0 0 0,1 0-1,4 5 1,-1-5-98,-1 0-1,0 0 1,1 0-1,0-1 1,0 0 0,0-1-1,1 1 1,-1-1 0,1-1-1,11 3 1,-17-5-7,0 1 0,1-1-1,-1 0 1,1 0 0,-1 0 0,1 0 0,-1 0 0,1-1 0,-1 1 0,0-1 0,1 0 0,-1 1-1,0-1 1,1 0 0,-1 0 0,0-1 0,0 1 0,0 0 0,0-1 0,0 1 0,0-1 0,-1 0-1,1 1 1,0-1 0,-1 0 0,1 0 0,-1 0 0,0 0 0,0-1 0,0 1 0,0 0 0,0 0-1,0-1 1,0 1 0,-1 0 0,1-1 0,-1-2 0,2-3-4,0 1 1,-1-1-1,0 1 1,-1-1-1,0 1 1,0-1-1,0 1 1,-1-1-1,0 1 1,-1-1-1,1 1 1,-1 0 0,-5-11-1,4 14 0,1 0 0,-1 0 0,0 1 0,1-1 1,-2 1-1,1 0 0,0 0 0,-1 0 0,0 0 0,1 0 0,-1 1 0,0 0 0,0 0 0,0 0 0,-1 0 1,1 0-1,0 1 0,-1 0 0,1 0 0,-1 0 0,0 1 0,1-1 0,-6 1 0,-68 1-62,73 0 57,-1 0 1,0 0 0,0 0 0,1 1-1,-1 0 1,0 0 0,1 0 0,0 1-1,-1 0 1,-8 6 0,72-42 7,-21 7-53,-10 6 197,2 1 1,42-21-1,-63 36-112,1 1 1,0-1-1,-1 1 1,1 1-1,0 0 1,0 0-1,0 1 0,1 0 1,-1 0-1,0 1 1,0 0-1,1 1 0,15 3 1,-22-3-29,0 0 1,0 0 0,0 0-1,1 1 1,-2-1 0,1 1 0,0 0-1,0 0 1,0 0 0,-1 0-1,1 0 1,-1 1 0,0-1-1,0 1 1,4 5 0,-26-18 513,16 5-461,0 1 0,0-1 1,0 0-1,1 0 0,0 0 0,0 0 1,0 0-1,0-1 0,1 1 0,0-1 1,0 0-1,0 0 0,1 0 0,0 0 1,0 0-1,0-6 0,1 8-26,1 1-1,-1-1 1,0 1 0,1-1-1,0 1 1,0-1 0,0 1-1,0 0 1,0-1 0,1 1-1,0 0 1,-1 0 0,1 0-1,0 0 1,1 0 0,-1 1-1,0-1 1,1 0 0,-1 1-1,1 0 1,0 0 0,0 0-1,0 0 1,0 0 0,0 0-1,0 1 1,1-1 0,4 0-1,0-1-92,0 1 0,0 0 0,0 1-1,1 0 1,-1 0 0,1 1-1,-1 0 1,0 0 0,1 1-1,-1 0 1,1 0 0,-1 1 0,0 0-1,0 1 1,0 0 0,0 0-1,-1 1 1,1 0 0,-1 0-1,0 0 1,0 1 0,0 0 0,-1 1-1,0 0 1,0 0 0,0 0-1,-1 0 1,1 1 0,7 13-1,-4 11-4196</inkml:trace>
</inkml:ink>
</file>

<file path=ppt/ink/ink1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35.792"/>
    </inkml:context>
    <inkml:brush xml:id="br0">
      <inkml:brushProperty name="width" value="0.035" units="cm"/>
      <inkml:brushProperty name="height" value="0.035" units="cm"/>
    </inkml:brush>
  </inkml:definitions>
  <inkml:trace contextRef="#ctx0" brushRef="#br0">0 20 7527,'0'0'9001,"54"-13"-8937,-31 13 160,3 0 0,3 0-160,2 0-32,2 0-32,0 0-32,-9 0-1185,-2-2-3427,-13-2-2467</inkml:trace>
</inkml:ink>
</file>

<file path=ppt/ink/ink1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35.932"/>
    </inkml:context>
    <inkml:brush xml:id="br0">
      <inkml:brushProperty name="width" value="0.035" units="cm"/>
      <inkml:brushProperty name="height" value="0.035" units="cm"/>
    </inkml:brush>
  </inkml:definitions>
  <inkml:trace contextRef="#ctx0" brushRef="#br0">0 46 8200,'0'0'1249,"47"5"160,-16-5-256,6-5-896,7-7-193,5-2-64,0-6-2563</inkml:trace>
</inkml:ink>
</file>

<file path=ppt/ink/ink1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55.613"/>
    </inkml:context>
    <inkml:brush xml:id="br0">
      <inkml:brushProperty name="width" value="0.035" units="cm"/>
      <inkml:brushProperty name="height" value="0.035" units="cm"/>
    </inkml:brush>
  </inkml:definitions>
  <inkml:trace contextRef="#ctx0" brushRef="#br0">412 290 7111,'0'0'4425,"9"12"-4201,15 25 429,-1 1 0,-2 1-1,32 83 1,-50-111-636,2 0 7,-1 1 1,-1-1-1,0 1 1,0 0-1,-2 0 1,1 0-1,-1 0 1,-1 0-1,-1 15 1,0-26 29,1-1 0,-1 1 1,0 0-1,0 0 1,0 0-1,1 0 1,-1-1-1,0 1 1,0-1-1,0 1 1,0 0-1,0-1 1,0 1-1,0-1 0,-1 0 1,1 1-1,0-1 1,0 0-1,0 0 1,0 0-1,0 0 1,0 0-1,-1 0 1,-1 0-1,-32-2 347,34 2-407,-16-4 20,1 0 1,0 0-1,0-2 0,0 0 1,0 0-1,1-2 1,0 0-1,1-1 1,0 0-1,-17-14 0,-17-18-6,-56-61 0,102 99-6,-39-38 16,13 14-4,0-2-1,-36-50 1,63 78-14,1 0 0,0 0 0,0 0 0,0 0 0,0 1 0,0-1 0,-1 0 0,2 0 0,-1 0 0,0 0 0,0 0 0,0 0 0,0 1 0,0-1 0,1 0 0,-1 0 0,0 0 0,1 1 0,-1-1 0,1 0 0,-1 0 0,1 1 0,-1-1 0,1 0 0,-1 1 0,1-1 0,0 0 0,-1 1 0,1-1 0,0 1 0,-1-1 0,1 1 0,0 0 0,0-1 0,-1 1 0,1 0 0,0-1 0,0 1 0,0 0 0,0 0 0,0 0 0,1 0 0,50-14 0,-41 12 0,735-205 192,-740 205-192,12-4-18,1 0 0,0 1-1,0 1 1,38-3 0,-56 7 5,-1 0-38,0-1-1,0 1 1,0 0 0,1 0-1,-1 0 1,0 0 0,0 0 0,0 0-1,1 0 1,-1 0 0,0 0 0,0 0-1,1-1 1,-1 1 0,0 0-1,0 0 1,0 0 0,1 0 0,-1 1-1,0-1 1,0 0 0,1 0 0,-1 0-1,0 0 1,0 0 0,0 0-1,1 0 1,-1 0 0,0 0 0,0 0-1,0 1 1,0-1 0,1 0 0,-1 0-1,0 0 1,0 0 0,0 1-1,0-1 1,0 0 0,1 0 0,-1 0-1,0 0 1,0 1 0,0-1-1,0 0 1,0 0 0,0 1 0,0-1-1,0 0 1,0 0 0,0 0 0,0 1-1,0-1 1,0 0 0,0 0-1,0 1 1,0-1 0,0 0 0,0 0-1,0 0 1,0 1 0,-6 6-4834</inkml:trace>
</inkml:ink>
</file>

<file path=ppt/ink/ink1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56.049"/>
    </inkml:context>
    <inkml:brush xml:id="br0">
      <inkml:brushProperty name="width" value="0.035" units="cm"/>
      <inkml:brushProperty name="height" value="0.035" units="cm"/>
    </inkml:brush>
  </inkml:definitions>
  <inkml:trace contextRef="#ctx0" brushRef="#br0">0 99 9673,'0'0'1548,"2"-7"214,-1 2-1590,0 0 0,0 1 1,1-1-1,0 1 0,-1-1 0,2 1 1,-1 0-1,0 0 0,1 0 0,0 0 1,0 0-1,0 1 0,0-1 0,1 1 1,-1 0-1,1 0 0,0 0 0,0 0 1,0 1-1,0-1 0,0 1 0,1 0 1,-1 0-1,0 1 0,1-1 0,0 1 1,-1 0-1,1 1 0,7-1 1,-8 0-170,0 2 1,-1-1 0,1 0 0,0 1 0,0-1 0,-1 1 0,1 0 0,0 1 0,-1-1 0,1 0 0,-1 1 0,0 0-1,1 0 1,-1 0 0,0 0 0,0 0 0,0 1 0,4 4 0,-4-2-3,1 0 0,-1 0 0,0 0 0,-1 0 0,1 1 0,-1-1 0,0 1 0,-1-1 0,1 1 0,-1 0 0,1 6 0,-1 2-5,-1 0 0,0 0-1,-1 0 1,0 0-1,-1 0 1,0 0-1,-1-1 1,-1 1 0,-8 20-1,-15 12-4,21-37 10,0 1 1,0 0 0,1 0-1,1 0 1,-6 16-1,10-26 0,0 1-1,0-1 0,0 1 1,1-1-1,-1 1 0,0-1 1,0 1-1,0 0 1,1-1-1,-1 1 0,0-1 1,0 0-1,1 1 1,-1-1-1,0 1 0,1-1 1,-1 1-1,1-1 0,-1 0 1,1 1-1,-1-1 1,0 0-1,1 0 0,-1 1 1,1-1-1,-1 0 0,1 0 1,-1 0-1,1 1 1,0-1-1,-1 0 0,1 0 1,-1 0-1,1 0 1,-1 0-1,1 0 0,-1 0 1,1 0-1,0 0 0,-1-1 1,1 1-1,26-2 16,-2-5-12,0-2-1,-1 0 0,-1-1 1,1-1-1,-2-2 1,23-15-1,0 2-112,-40 23-25,39-25-1566,-17 4-3753,-16 9-115</inkml:trace>
</inkml:ink>
</file>

<file path=ppt/ink/ink1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56.427"/>
    </inkml:context>
    <inkml:brush xml:id="br0">
      <inkml:brushProperty name="width" value="0.035" units="cm"/>
      <inkml:brushProperty name="height" value="0.035" units="cm"/>
    </inkml:brush>
  </inkml:definitions>
  <inkml:trace contextRef="#ctx0" brushRef="#br0">1 80 10410,'3'-7'165,"-1"1"107,1 1-1,0-1 1,1 1-1,-1-1 0,1 1 1,0 0-1,1 0 1,-1 1-1,1-1 0,5-3 1,-8 6-198,0 1 1,1-1 0,-1 1-1,0 0 1,0 0-1,1 0 1,-1 0-1,0 1 1,1-1-1,-1 0 1,1 1-1,-1 0 1,1 0-1,-1-1 1,1 1 0,-1 1-1,1-1 1,0 0-1,-1 1 1,0-1-1,1 1 1,-1 0-1,1 0 1,-1 0-1,0 0 1,0 0-1,1 0 1,-1 1 0,0-1-1,0 1 1,0-1-1,0 1 1,2 3-1,0-1-70,0 0 1,0 0-1,-1 1 0,1 0 0,-1 0 1,0 0-1,-1 0 0,1 0 0,-1 0 0,0 1 1,0-1-1,0 1 0,-1 0 0,0-1 1,0 1-1,-1 0 0,1 9 0,-2-6 0,0 0-1,-1 0 0,0 0 0,-1 0 1,1-1-1,-1 1 0,-1-1 1,0 0-1,0 0 0,-8 12 0,9-17-1,1 0-1,-1 0 0,1 1 0,0-1 0,0 1 1,1-1-1,-1 1 0,1-1 0,0 1 1,0 0-1,-1 6 0,2-9 0,0-1-1,0 1 1,1 0-1,-1-1 1,0 1-1,0 0 1,1-1-1,-1 1 1,0-1-1,1 1 1,-1 0-1,1-1 1,-1 1-1,1-1 1,-1 1-1,1-1 1,-1 0-1,1 1 1,-1-1-1,1 1 1,-1-1-1,1 0 1,1 1-1,29 3 11,-15-5-2,1-1 0,-1 0 0,1-1 0,-1-1 0,0-1 0,-1 0 0,22-11 0,35-21-1649,-8-5-3791,-24 12-67</inkml:trace>
</inkml:ink>
</file>

<file path=ppt/ink/ink1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34.937"/>
    </inkml:context>
    <inkml:brush xml:id="br0">
      <inkml:brushProperty name="width" value="0.035" units="cm"/>
      <inkml:brushProperty name="height" value="0.035" units="cm"/>
    </inkml:brush>
  </inkml:definitions>
  <inkml:trace contextRef="#ctx0" brushRef="#br0">103 277 2626,'0'-1'135,"1"1"0,-1-1 0,0 0-1,0 0 1,0 0 0,-1 1 0,1-1-1,0 0 1,0 0 0,0 1-1,0-1 1,-1 0 0,1 0 0,0 1-1,-1-1 1,1 0 0,-1 1 0,1-1-1,-1 0 1,1 1 0,-1-1-1,1 1 1,-1-1 0,1 1 0,-1-1-1,0 1 1,1-1 0,-1 1-1,0 0 1,1-1 0,-1 1 0,0 0-1,0 0 1,1-1 0,-1 1 0,0 0-1,-1 0 1,1 0-76,6-43 3923,-3 42-3887,0 0 0,0 0 0,0 0 0,0 0 0,-1 0 0,1 1 0,1-1 0,-1 1-1,0-1 1,0 1 0,0 0 0,0 0 0,0 0 0,0 0 0,0 0 0,0 0 0,0 0 0,0 1 0,0-1 0,0 1 0,0 0 0,0-1-1,0 1 1,0 0 0,0 0 0,0 0 0,-1 0 0,1 1 0,0-1 0,-1 0 0,1 1 0,1 2 0,9 7 47,-1 1 0,0 0 0,11 17 0,-13-17 81,4 6-164,-1 1 0,0 0 0,-1 1 0,-1 0 0,-1 1 0,-1 0 0,-1 1 0,0-1 1,-2 1-1,-1 1 0,0-1 0,-2 0 0,-1 1 0,-1 27 0,0-47-43,-1 1 0,1 0 0,-1-1 0,0 1 0,0-1 0,0 0 0,-1 1-1,1-1 1,-1 0 0,0 0 0,0 0 0,0 0 0,0 0 0,0 0 0,-1 0 0,1-1 0,-1 1 0,0-1 0,1 0 0,-1 0 0,0 0 0,-1 0-1,1 0 1,0-1 0,0 1 0,-1-1 0,-6 2 0,5-2 2,-1 0 0,1 0 0,0-1 1,-1 1-1,1-1 0,-1 0 0,1-1 0,0 1 0,-1-1 0,1 0 0,0 0 0,-1-1 1,1 1-1,0-1 0,0-1 0,0 1 0,1-1 0,-7-3 0,2-2-13,0-1 0,0 0 0,1 0 0,0 0 1,1-1-1,0 0 0,0-1 0,1 0 0,1 0 0,0 0 0,0 0 0,1-1 0,-3-14 0,-2-20-16,1 1 0,-2-59-1,-4-27 18,-2 79-1,28 52-69,96-9 104,0-5 0,157-40 0,-8 1 22,-42 24-2897,-176 24-2915</inkml:trace>
</inkml:ink>
</file>

<file path=ppt/ink/ink1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35.220"/>
    </inkml:context>
    <inkml:brush xml:id="br0">
      <inkml:brushProperty name="width" value="0.035" units="cm"/>
      <inkml:brushProperty name="height" value="0.035" units="cm"/>
    </inkml:brush>
  </inkml:definitions>
  <inkml:trace contextRef="#ctx0" brushRef="#br0">0 1 13389,'0'0'576,"0"46"-352,0-17 609,1 5-352,3 4-353,0-1 0,4 2-96,-2-1-32,2-3 64,0-3-64,0-5-64,-3-6-96,-3-8-3267,-1-8-1955</inkml:trace>
</inkml:ink>
</file>

<file path=ppt/ink/ink1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1:35.467"/>
    </inkml:context>
    <inkml:brush xml:id="br0">
      <inkml:brushProperty name="width" value="0.035" units="cm"/>
      <inkml:brushProperty name="height" value="0.035" units="cm"/>
    </inkml:brush>
  </inkml:definitions>
  <inkml:trace contextRef="#ctx0" brushRef="#br0">1 1 12236,'0'0'4804,"16"70"-4067,-7-37-353,-1 4-224,1 6-128,1 2-32,-2-4 0,2-2 0,0-8-608,-3-9-2211,-1-11-3459</inkml:trace>
</inkml:ink>
</file>

<file path=ppt/ink/ink1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26.295"/>
    </inkml:context>
    <inkml:brush xml:id="br0">
      <inkml:brushProperty name="width" value="0.035" units="cm"/>
      <inkml:brushProperty name="height" value="0.035" units="cm"/>
    </inkml:brush>
  </inkml:definitions>
  <inkml:trace contextRef="#ctx0" brushRef="#br0">1331 250 6951,'-13'-6'128,"-1"-1"-65,1 2 1,-2-1 0,1 1-1,0 1 1,-1 1 0,0 0-1,1 1 1,-1 0 0,0 2-1,0-1 1,0 2-1,-29 4 1,23 1-56,1 2-1,-1 0 1,1 1-1,1 1 1,0 1-1,-22 17 1,-102 90 121,90-69 210,3 3 1,2 2-1,2 2 1,3 2-1,2 2 1,3 1-1,-39 87 1,57-103-133,2 1 0,2 0-1,2 1 1,2 1 0,3 0 0,1 1 0,2 0 0,3 0 0,2 0 0,2 1 0,12 80 0,-6-95-150,1 0-1,3 0 0,0-1 0,2-1 1,2 0-1,1-1 0,1 0 1,2-2-1,1 0 0,1-1 1,2-1-1,1-1 0,0-1 0,51 39 1,-37-36 22,1-2 0,2-2 0,0-1 0,2-3 0,1-1 0,0-2 0,1-2 0,1-2 0,0-2 0,79 9 0,-69-15 3,1-4 0,-1-1 0,1-3 0,0-3 0,-1-2 1,0-2-1,-1-3 0,88-31 0,-77 17 37,-2-2 1,-1-3-1,-1-3 0,-2-3 1,-1-2-1,84-74 1,-78 54 139,-3-2 1,-3-3 0,-3-3-1,-3-2 1,-2-2 0,80-154-1,-103 167-260,-3-1-1,-2-1 0,-3 0 1,-3-2-1,-2 0 0,-3-1 1,-3-1-1,-2 0 0,-4 0 0,-4-75 1,-2 110-38,0 0 0,-2 0 0,-1 0 1,-2 1-1,-1 0 0,-1 0 0,-1 1 0,-28-50 1,27 58 21,-2 0 0,0 0 0,-1 2 1,0 0-1,-2 0 0,0 2 1,-1 0-1,0 1 0,-1 1 0,-1 0 1,-38-17-1,21 15 3,0 2 1,0 1-1,-1 3 1,-1 0-1,1 3 0,-43-2 1,5 5-7,-1 4 0,-91 11 0,51 6 47,1 4 0,-209 69 0,-208 126-241,142-18 15,324-159-469,2 2-1,3 4 1,-91 83 0,133-110-222,2 2 0,-20 27 0,-6 26-2489</inkml:trace>
</inkml:ink>
</file>

<file path=ppt/ink/ink1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28.557"/>
    </inkml:context>
    <inkml:brush xml:id="br0">
      <inkml:brushProperty name="width" value="0.035" units="cm"/>
      <inkml:brushProperty name="height" value="0.035" units="cm"/>
    </inkml:brush>
  </inkml:definitions>
  <inkml:trace contextRef="#ctx0" brushRef="#br0">43 1 32,'-2'0'351,"0"0"1,0 0-1,0 0 1,0 0-1,0 0 1,0 0-1,0 1 1,0-1-1,0 1 1,0 0-1,0-1 0,0 1 1,-3 2-1,-6 17-3237,11-14 1012</inkml:trace>
</inkml:ink>
</file>

<file path=ppt/ink/ink1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29.079"/>
    </inkml:context>
    <inkml:brush xml:id="br0">
      <inkml:brushProperty name="width" value="0.035" units="cm"/>
      <inkml:brushProperty name="height" value="0.035" units="cm"/>
    </inkml:brush>
  </inkml:definitions>
  <inkml:trace contextRef="#ctx0" brushRef="#br0">107 90 416,'-35'32'1896,"41"-35"-1617,0 1 1,0 1 0,0-1-1,1 1 1,-1 0 0,1 1 0,10 0-1,46-8 745,-58 6-868,0 1 1,-1-2-1,1 1 0,0 0 0,-1-1 0,1 0 0,-1 0 0,7-7 1,-9 8-66,0 1-1,0-1 1,-1 0 0,1 0 0,-1 0 0,0-1 0,0 1 0,1 0 0,-1 0 0,-1-1 0,1 1 0,0 0 0,-1-1 0,1 1 0,-1-1 0,1 1 0,-1-1 0,0 1 0,0-1-1,-1-3 1,0 5-7,1-1-1,-1 1 0,0 0 0,1 0 0,-1 0 1,0-1-1,0 1 0,0 0 0,0 0 0,0 0 0,0 0 1,0 1-1,0-1 0,0 0 0,-1 0 0,1 1 1,0-1-1,0 1 0,-1-1 0,1 1 0,0-1 0,-1 1 1,1 0-1,-1-1 0,-1 1 0,-42-2 572,39 2-430,-1 0-153,-1 1 0,1 0-1,0 1 1,0-1 0,0 1-1,0 1 1,0-1 0,0 1-1,1 0 1,-1 1 0,1 0-1,0 0 1,0 0 0,0 0-1,1 1 1,-1 0 0,1 0-1,0 1 1,-5 7 0,4-4-66,0-1 1,1 1 0,0 0-1,1 0 1,-1 0 0,2 1-1,-1 0 1,2 0 0,-1 0-1,1 0 1,1 0 0,0 0-1,0 14 1,1-21-5,1 1 0,-1-1 0,1 0 0,0 0 0,0 1 0,0-1 0,0 0 0,1 0 0,-1 0 0,1 0 0,0 0 0,0-1 0,0 1 0,0 0 0,0-1 0,1 0 0,-1 1 0,1-1 0,-1 0 0,1 0 0,0 0 0,0-1 0,0 1 0,0-1 0,0 0 0,0 1 0,1-1 0,-1-1 0,5 2 0,13 2 30,0-1 0,-1-1 0,38-2 0,-23 1 111,-20-1-112,0 1 1,0 0-1,0 2 0,-1-1 1,29 11-1,-40-12-26,1 0 0,-1 1 0,0 0 0,0 0 0,0-1 0,0 2 0,0-1 0,0 0 0,-1 1 0,1-1 0,-1 1-1,1 0 1,-1 0 0,0 0 0,0 0 0,0 0 0,-1 0 0,1 1 0,-1-1 0,1 0 0,-1 1 0,-1-1 0,1 1 0,0 0 0,-1-1 0,1 1 0,-1 0-1,0-1 1,-1 7 0,0-7 15,0 0-1,0 0 1,0-1-1,0 1 1,-1 0-1,1 0 1,-1-1-1,0 1 1,0-1-1,0 1 1,0-1-1,0 0 1,0 1-1,-1-1 1,1-1-1,-1 1 1,1 0-1,-6 2 0,-58 27 503,54-27-474,-49 17 140,-22 10-478,88-31-6089,8-6 3080</inkml:trace>
</inkml:ink>
</file>

<file path=ppt/ink/ink1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29.298"/>
    </inkml:context>
    <inkml:brush xml:id="br0">
      <inkml:brushProperty name="width" value="0.035" units="cm"/>
      <inkml:brushProperty name="height" value="0.035" units="cm"/>
    </inkml:brush>
  </inkml:definitions>
  <inkml:trace contextRef="#ctx0" brushRef="#br0">0 0 6983,'0'0'9224,"41"56"-8775,-34-19-257,1 6-64,2 2-128,-1 2 0,3 3-32,-4-4-224,-5-14-3492</inkml:trace>
</inkml:ink>
</file>

<file path=ppt/ink/ink1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32.056"/>
    </inkml:context>
    <inkml:brush xml:id="br0">
      <inkml:brushProperty name="width" value="0.035" units="cm"/>
      <inkml:brushProperty name="height" value="0.035" units="cm"/>
    </inkml:brush>
  </inkml:definitions>
  <inkml:trace contextRef="#ctx0" brushRef="#br0">177 9 7815,'0'0'353,"-8"-2"661,6 1-923,-1 0 0,0 0 0,0 0 1,0 0-1,0 0 0,0 1 0,0 0 0,0-1 0,0 1 0,0 0 1,0 1-1,0-1 0,0 0 0,0 1 0,1-1 0,-1 1 1,0 0-1,0 0 0,0 0 0,1 1 0,-1-1 0,0 1 0,1-1 1,-1 1-1,1 0 0,-3 3 0,-6 5 193,1 2-1,0-1 1,1 1-1,1 1 1,-11 20-1,15-26-237,0 1-1,1 0 1,0 0-1,1 0 1,-1 0-1,2 1 1,-1-1-1,1 0 1,1 1-1,-1-1 1,2 14-1,0-18-41,0 0 0,1-1 0,-1 1-1,1 0 1,0 0 0,0-1-1,0 1 1,0-1 0,1 1-1,-1-1 1,1 0 0,0 0-1,0 0 1,0-1 0,0 1-1,1-1 1,6 5 0,9 3 27,1 1 1,24 7-1,-14-5 17,-10-4-14,-3-2-218,0 1 0,28 17 0,-43-23 157,1 0 0,0-1-1,-1 1 1,1 1-1,-1-1 1,1 0-1,-1 0 1,0 1 0,0 0-1,0-1 1,0 1-1,-1 0 1,1 0 0,-1 0-1,1 0 1,-1 0-1,0 0 1,0 0 0,-1 0-1,1 0 1,-1 1-1,1 4 1,-2-6 53,0 0 0,0 0 0,1 1 1,-2-1-1,1 0 0,0 0 0,0 0 0,-1 0 1,1 0-1,-1 0 0,1-1 0,-1 1 0,0 0 0,0-1 1,0 1-1,0-1 0,0 0 0,0 0 0,-4 2 1,-50 20 1055,40-17-814,-10 3-240,-23 8 299,26 1-4360</inkml:trace>
</inkml:ink>
</file>

<file path=ppt/ink/ink1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32.368"/>
    </inkml:context>
    <inkml:brush xml:id="br0">
      <inkml:brushProperty name="width" value="0.035" units="cm"/>
      <inkml:brushProperty name="height" value="0.035" units="cm"/>
    </inkml:brush>
  </inkml:definitions>
  <inkml:trace contextRef="#ctx0" brushRef="#br0">17 32 9993,'0'0'294,"8"-6"-11,22-17-107,-30 22-172,1 1-1,-1 0 1,0 0 0,1-1-1,-1 1 1,0 0 0,1 0-1,-1 0 1,1 0-1,-1-1 1,1 1 0,-1 0-1,0 0 1,1 0-1,-1 0 1,1 0 0,-1 0-1,0 0 1,1 0 0,-1 0-1,1 0 1,-1 1-1,1-1 1,-1 0 0,0 0-1,1 0 1,-1 0 0,0 1-1,1-1 1,-1 0-1,1 0 1,-1 1 0,0-1-1,0 0 1,1 1 0,-1-1-1,0 0 1,1 1-1,-1-1 1,0 0 0,0 1-1,0-1 1,1 0-1,-1 1 1,0-1 0,0 1-1,0-1 1,0 0 0,0 1-1,0-1 1,0 1-1,0-1 1,0 1 0,2 24 281,-2-23-216,-1 10-4,-1 0 1,0-1-1,0 1 1,-2 0-1,1-1 0,-1 0 1,-1 0-1,-9 18 1,6-14-56,1 1 0,0 0 1,-5 23-1,12-38-7,-1-1 0,1 1 0,0 0 0,0 0 0,0-1 0,0 1 1,0 0-1,0-1 0,0 1 0,0 0 0,0 0 0,0-1 0,0 1 0,0 0 0,0-1 0,1 1 0,-1 0 0,0-1 0,0 1 1,1 0-1,-1-1 0,1 1 0,-1-1 0,0 1 0,1-1 0,-1 1 0,1-1 0,-1 1 0,1-1 0,0 1 0,0 0 1,27 1 189,31-19 49,-3-3-278,-26 10-328,0-2 1,-1 0 0,0-2 0,34-23-1,-23 4-7873</inkml:trace>
</inkml:ink>
</file>

<file path=ppt/ink/ink1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34.388"/>
    </inkml:context>
    <inkml:brush xml:id="br0">
      <inkml:brushProperty name="width" value="0.035" units="cm"/>
      <inkml:brushProperty name="height" value="0.035" units="cm"/>
    </inkml:brush>
  </inkml:definitions>
  <inkml:trace contextRef="#ctx0" brushRef="#br0">1523 234 5669,'0'-9'59,"0"8"-59,0-4 16,0 0 1,0-1 0,0 1-1,-1 0 1,1 0 0,-1 0 0,-4-9-1,4 12 33,0 0 0,0-1 0,-1 1-1,1 0 1,-1 1 0,0-1 0,1 0-1,-1 0 1,0 1 0,0-1 0,0 1-1,0 0 1,-1-1 0,1 1 0,0 0-1,0 0 1,-1 0 0,1 1 0,-1-1-1,1 0 1,0 1 0,-6-1 0,-8 0 122,-1 1-1,1 1 1,-1 0 0,1 1 0,-1 0 0,1 2 0,0 0 0,0 0 0,1 2 0,-1 0 0,1 1 0,-20 12-1,-19 13-82,-92 76-1,141-104-65,-107 89 31,5 5 1,3 5-1,6 4 0,4 4 1,5 4-1,-98 167 1,142-203 647,3 2-1,-60 165 1,90-209-450,1 0-1,2 1 1,2 1-1,1-1 0,2 1 1,2 0-1,1 0 1,2 0-1,9 55 1,-5-72-197,0-1 0,2 1 0,1-1 0,0-1 0,2 0 0,0 0 0,1 0 0,1-2 0,1 1 0,0-2 0,2 1 0,0-2 0,0 0 0,2-1 0,0-1 0,0 0 0,2-1 0,32 17 0,-21-15 26,0-1-1,1-2 1,1-1-1,0-2 1,0-1-1,1-1 1,-1-2-1,1-1 1,1-2-1,-1-1 1,66-7-1,-44-3 137,-1-2 0,-1-3-1,0-2 1,-1-3 0,66-32 0,0-10 255,116-81 0,-99 50-264,-4-5 1,-4-6-1,-5-5 0,-5-5 0,110-139 1,-188 203-198,-3-1 1,-1-2 0,-3-2-1,-3-1 1,-1-1-1,-4-1 1,-1-1 0,23-101-1,-39 125-27,-2 0 1,-2-1-1,-1 1 0,-1 0 1,-2-1-1,-2 1 0,-8-46 1,4 53-11,0 1 0,-2-1 1,0 1-1,-2 1 1,-1 0-1,-1 0 0,-2 1 1,0 1-1,-1 1 0,-19-21 1,15 22-1,0 0 0,-2 2 0,0 1 0,-1 0 0,-1 2-1,-1 0 1,0 2 0,-30-12 0,18 11 2,-1 2 0,0 2 0,-1 1 0,0 2 0,-53-4-1,19 9-34,0 3 0,0 3-1,1 3 1,-1 4 0,2 3-1,-82 24 1,20 3-597,2 6-1,2 5 0,3 6 1,2 6-1,-118 79 1,180-100-248,-56 50 0,97-73 64,0 1 0,1 2 1,1 0-1,1 0 0,-23 40 0,4 18-5837</inkml:trace>
</inkml:ink>
</file>

<file path=ppt/ink/ink1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34.899"/>
    </inkml:context>
    <inkml:brush xml:id="br0">
      <inkml:brushProperty name="width" value="0.035" units="cm"/>
      <inkml:brushProperty name="height" value="0.035" units="cm"/>
    </inkml:brush>
  </inkml:definitions>
  <inkml:trace contextRef="#ctx0" brushRef="#br0">383 117 9737,'-7'-9'171,"-2"-1"-409,-1-3 792,0 1 1,-1 0 0,-1 0-1,-17-13 1,25 22-443,0 1 0,1-1 0,-1 1 0,0 0 0,0 0 1,0 0-1,0 1 0,0-1 0,-1 1 0,1 0 0,0 0 0,-1 1 1,1-1-1,0 1 0,-1 0 0,1 0 0,-1 0 0,1 1 1,0 0-1,-1-1 0,1 2 0,0-1 0,-7 3 0,-4 4-85,0 2 0,0 0 1,1 0-1,0 1 0,1 1 0,-17 19 0,22-23-19,0 1 0,1 0 0,0 1 0,1-1 0,0 1 0,0 1 0,1-1 0,1 1 0,-1-1 0,-4 22 0,9-29-7,0 0-1,0 0 1,0 1-1,0-1 1,1 0 0,-1 0-1,1 0 1,0 0 0,0 0-1,0-1 1,0 1-1,0 0 1,1 0 0,-1-1-1,1 1 1,0-1 0,0 1-1,0-1 1,0 1 0,0-1-1,0 0 1,0 0-1,1 0 1,-1-1 0,1 1-1,0-1 1,-1 1 0,1-1-1,3 1 1,11 5 26,0-1 1,1-1-1,32 6 0,-28-7 5,76 15 16,-55-13-26,-1 2-1,0 2 0,0 2 1,70 30-1,-110-41-22,1 0 0,-1 0-1,1 1 1,-1-1 0,0 0 0,1 1 0,-1 0 0,0-1 0,0 1 0,0 0-1,0 0 1,-1 0 0,1 1 0,0-1 0,-1 0 0,0 0 0,1 1-1,-1-1 1,0 1 0,0-1 0,1 5 0,-2-4-2,-1 0-1,1 0 1,-1 0 0,1 0 0,-1 0-1,0-1 1,0 1 0,0 0 0,0-1-1,-1 1 1,1 0 0,-1-1 0,1 0 0,-1 1-1,0-1 1,-4 3 0,-7 8-13,-2-1 0,0-1 0,0 0 0,-32 16 0,38-23-8,-4 4-366,0 0 1,0-1-1,-1-1 1,0-1 0,-1 0-1,1 0 1,-1-1-1,-28 3 1,31-10-1949,6-10-860</inkml:trace>
</inkml:ink>
</file>

<file path=ppt/ink/ink1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35.320"/>
    </inkml:context>
    <inkml:brush xml:id="br0">
      <inkml:brushProperty name="width" value="0.035" units="cm"/>
      <inkml:brushProperty name="height" value="0.035" units="cm"/>
    </inkml:brush>
  </inkml:definitions>
  <inkml:trace contextRef="#ctx0" brushRef="#br0">1 63 13741,'0'0'149,"0"-8"919,1-27-64,-1 34-957,0 0 0,-1 0 0,2 0 1,-1 0-1,0 0 0,0 0 0,0 0 1,0 0-1,1 0 0,-1 0 0,0 0 1,1 0-1,-1 0 0,1 0 0,-1 0 1,1 0-1,-1 1 0,2-3 0,11 6 153,8 22-278,-16-11 81,-1 1-1,-1 1 0,0-1 0,0 29 0,-2-28 8,0-1-1,1 1 1,1-1 0,7 25-1,-8-36-14,0-1 1,0 0-1,0 1 0,0-1 1,0 0-1,1 0 0,-1-1 1,1 1-1,0 0 0,0-1 1,0 0-1,0 1 0,0-1 0,1-1 1,-1 1-1,1 0 0,-1-1 1,7 2-1,9 2-7,-1-1 1,32 3-1,-6 0 35,-39-6-22,77 21 21,-77-21-21,-1 0 0,1 1 0,-1 0 0,0 0-1,0 0 1,0 1 0,0 0 0,0-1 0,-1 1 0,1 0 0,-1 1 0,0-1-1,0 1 1,0-1 0,4 7 0,-6-8 10,-1-1 1,0 1-1,0-1 0,1 1 0,-1-1 0,0 1 1,0-1-1,0 1 0,0-1 0,-1 1 1,1-1-1,0 1 0,-1-1 0,1 1 1,-1-1-1,1 1 0,-1-1 0,0 0 1,1 1-1,-1-1 0,0 0 0,0 0 1,0 0-1,0 0 0,0 1 0,0-1 0,-1-1 1,1 1-1,0 0 0,0 0 0,-2 1 1,-51 25 538,38-20-456,-10 5-131,-22 11-595,0-2 0,-75 22 0,46-27-4268</inkml:trace>
</inkml:ink>
</file>

<file path=ppt/ink/ink1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43.798"/>
    </inkml:context>
    <inkml:brush xml:id="br0">
      <inkml:brushProperty name="width" value="0.035" units="cm"/>
      <inkml:brushProperty name="height" value="0.035" units="cm"/>
    </inkml:brush>
  </inkml:definitions>
  <inkml:trace contextRef="#ctx0" brushRef="#br0">1 75 1730,'0'0'7271,"0"1"-7143,0-1 1,0 0 0,0 1 0,0-1 0,1 0 0,-1 1-1,0-1 1,0 0 0,0 1 0,1-1 0,-1 0 0,0 0-1,0 1 1,1-1 0,-1 0 0,0 0 0,0 1 0,1-1-1,-1 0 1,0 0 0,1 0 0,-1 0 0,0 1 0,1-1-1,-1 0 1,0 0 0,1 0 0,-1 0 0,1 0 0,40-34 572,-37 29-691,0 1 0,0 0 0,0 0 1,1 1-1,-1-1 0,1 1 0,-1 0 1,1 0-1,0 1 0,1 0 0,-1-1 1,0 2-1,0-1 0,1 0 0,-1 1 1,11-1-1,-13 2-11,1 1 1,-1-1-1,0 1 1,1-1-1,-1 1 0,0 0 1,0 0-1,0 1 1,0-1-1,0 1 0,0-1 1,0 1-1,0 0 1,0 0-1,-1 0 0,1 1 1,-1-1-1,0 0 1,1 1-1,-1 0 0,-1-1 1,1 1-1,0 0 1,0 0-1,-1 0 1,0 0-1,0 0 0,0 1 1,0-1-1,0 0 1,0 4-1,3 14 5,-1-1 0,-1 0-1,-1 39 1,-1-49 0,-1-1-7,0 0 1,-1 0-1,0 0 1,-1 0-1,0 0 1,0 0-1,-1-1 1,0 1-1,-1-1 1,0 0-1,0-1 1,0 1-1,-1-1 1,0 0-1,-1 0 1,-8 6-1,15-21-5751</inkml:trace>
</inkml:ink>
</file>

<file path=ppt/ink/ink1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44.330"/>
    </inkml:context>
    <inkml:brush xml:id="br0">
      <inkml:brushProperty name="width" value="0.035" units="cm"/>
      <inkml:brushProperty name="height" value="0.035" units="cm"/>
    </inkml:brush>
  </inkml:definitions>
  <inkml:trace contextRef="#ctx0" brushRef="#br0">111 0 3459,'0'0'7074,"-7"1"-6460,3-1-505,0 1 0,0 0 0,1 0 0,-1 0 0,0 0 0,1 0 0,-1 1 0,1 0 1,-1 0-1,1 0 0,0 0 0,0 0 0,0 1 0,0-1 0,0 1 0,1 0 1,-1 0-1,1 0 0,0 0 0,-1 0 0,1 0 0,1 1 0,-1-1 0,-2 7 0,-1 1 124,1 1 1,0 0-1,0 0 0,1 0 0,0 0 0,1 1 0,1-1 0,0 0 0,1 1 0,0 0 0,1-1 0,4 25 0,-3-31-194,-1-1-1,1 1 1,0 0 0,0-1 0,1 1-1,-1-1 1,1 0 0,1 0 0,-1 0-1,1 0 1,-1-1 0,1 1 0,1-1-1,-1 0 1,1 0 0,-1 0 0,1-1-1,0 0 1,0 0 0,1 0 0,-1 0-1,1-1 1,-1 0 0,1 0 0,0-1-1,-1 1 1,1-1 0,12 0 0,-11 0-32,0-1 0,1-1 1,-1 1-1,0-1 0,0 0 0,0-1 1,1 1-1,-1-2 0,-1 1 1,1-1-1,0 0 0,9-6 1,-9 5-415,-1-1 1,0 0 0,0 0 0,0 0-1,-1-1 1,0 1 0,6-10 0,7-16-4345</inkml:trace>
</inkml:ink>
</file>

<file path=ppt/ink/ink1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48.141"/>
    </inkml:context>
    <inkml:brush xml:id="br0">
      <inkml:brushProperty name="width" value="0.035" units="cm"/>
      <inkml:brushProperty name="height" value="0.035" units="cm"/>
    </inkml:brush>
  </inkml:definitions>
  <inkml:trace contextRef="#ctx0" brushRef="#br0">1 445 2626,'3'-4'8542,"8"-5"-6124,59-38-979,-2-3 0,90-86-1,67-51-891,-216 180-535,-9 6-50,0 1 0,0 0-1,0 0 1,0 0 0,1-1-1,-1 1 1,0 0 0,0 0-1,0-1 1,0 1 0,0 0-1,1 0 1,-1 0-1,0 0 1,0-1 0,0 1-1,0 0 1,1 0 0,-1 0-1,0 0 1,0 0 0,1-1-1,-1 1 1,0 0 0,0 0-1,1 0 1,-1 0-1,0 0 1,0 0 0,1 0-1,-1 0 1,0 0 0,0 0-1,1 0 1,-1 0 0,0 0-1,0 0 1,0 0 0,1 0-1,-1 1 1,0-1-1,0 0 1,1 0 0,-1 0-1,0 0 1,0 0 0,0 1-1,1-1 1,-1 0 0</inkml:trace>
</inkml:ink>
</file>

<file path=ppt/ink/ink1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48.768"/>
    </inkml:context>
    <inkml:brush xml:id="br0">
      <inkml:brushProperty name="width" value="0.035" units="cm"/>
      <inkml:brushProperty name="height" value="0.035" units="cm"/>
    </inkml:brush>
  </inkml:definitions>
  <inkml:trace contextRef="#ctx0" brushRef="#br0">127 67 3427,'0'0'4276,"0"-7"-3112,1-2-645,0 6-259,-1 0 0,0 1 0,1-1 0,-1 0 0,0 0 0,0 0 0,0 0 0,-1 0 0,1 1 0,-2-6 0,1 7-141,1 1 0,0-1 0,-1 0 0,1 0-1,-1 0 1,0 0 0,1 1 0,-1-1 0,0 0-1,0 0 1,1 1 0,-1-1 0,0 1 0,0-1-1,0 0 1,0 1 0,0 0 0,0-1 0,1 1 0,-1 0-1,0-1 1,0 1 0,0 0 0,0 0 0,0 0-1,0 0 1,0 0 0,-1 0 0,1 0 0,0 0 0,0 0-1,0 0 1,0 1 0,1-1 0,-1 0 0,0 1-1,0-1 1,0 1 0,0-1 0,0 1 0,0-1 0,-1 2-1,-35 25-139,32-22 28,0 0-1,0 1 1,1 0 0,-1 0 0,1 0 0,1 1-1,0-1 1,-1 1 0,2 0 0,-1 0 0,1 0 0,0 0-1,1 0 1,-1 0 0,2 0 0,-1 1 0,1 7 0,0-14-9,1 0 0,-1 0 0,1 0 1,0 0-1,-1 0 0,1 0 1,0 0-1,0-1 0,0 1 1,-1 0-1,1 0 0,0-1 0,0 1 1,0 0-1,0-1 0,0 1 1,0-1-1,0 1 0,1-1 1,-1 0-1,0 1 0,0-1 0,0 0 1,0 0-1,0 0 0,1 0 1,0 0-1,41 1-67,-34-1 15,4-1-192,0 2 1,0 0 0,0 1 0,0 0 0,17 5 0,-28-6 225,0-1 0,0 1 0,0-1 0,-1 1 0,1 0 0,0-1 0,-1 1 1,1 0-1,0 0 0,-1 1 0,1-1 0,-1 0 0,1 0 0,-1 1 0,0-1 1,0 1-1,1-1 0,-1 1 0,0-1 0,0 1 0,-1 0 0,1 0 0,0-1 1,-1 1-1,1 0 0,-1 0 0,1 0 0,-1 0 0,0-1 0,1 1 0,-1 0 1,0 0-1,-1 0 0,1 0 0,0 0 0,0 0 0,-1 0 0,1 0 0,-1-1 1,0 1-1,1 0 0,-1 0 0,0-1 0,0 1 0,0 0 0,0-1 0,-1 1 1,0 1-1,-6 8 71,-1 0 1,0 0 0,-1 0 0,1-1-1,-2-1 1,0 0 0,0 0 0,0-1-1,-1 0 1,0-1 0,-1-1 0,-21 9-1,33-15-399,-7 1 453,5-15-11692</inkml:trace>
</inkml:ink>
</file>

<file path=ppt/ink/ink1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49.421"/>
    </inkml:context>
    <inkml:brush xml:id="br0">
      <inkml:brushProperty name="width" value="0.035" units="cm"/>
      <inkml:brushProperty name="height" value="0.035" units="cm"/>
    </inkml:brush>
  </inkml:definitions>
  <inkml:trace contextRef="#ctx0" brushRef="#br0">0 107 8232,'0'0'5167,"0"-8"-4259,1 2-773,0 0 0,0-1 0,0 1 1,1 0-1,0 0 0,0 0 0,1 0 0,4-9 0,-5 13-126,-1-1 0,0 1-1,1 0 1,0-1 0,-1 1 0,1 0-1,0 0 1,0 1 0,0-1 0,0 0-1,1 1 1,-1-1 0,0 1-1,1 0 1,-1-1 0,1 1 0,-1 0-1,1 1 1,-1-1 0,1 0 0,0 1-1,0-1 1,-1 1 0,1 0-1,0 0 1,5 1 0,-7-1-9,0 1 1,0 0-1,0 0 1,1-1-1,-1 1 0,0 0 1,0 0-1,0 0 1,-1 0-1,1 0 1,0 1-1,0-1 0,-1 0 1,1 0-1,0 0 1,-1 1-1,1-1 1,-1 0-1,0 1 0,1-1 1,-1 0-1,0 1 1,0-1-1,0 0 1,0 2-1,1 43-13,-1-39 10,0-1 9,-1 0 1,0 0-1,0 0 1,-1 0 0,-3 11-1,-5 25 83,12-42-88,0 0-1,0 0 1,0 1 0,0-2 0,0 1 0,1 0 0,-1 0 0,0-1 0,0 1 0,0-1-1,3-1 1,5-3 3,0 1-1,-1 0 0,1 1 0,1 0 1,-1 1-1,21-3 0,-29 5-3,1 0 1,-1 1-1,0-1 1,1 0-1,-1 1 0,0-1 1,1 1-1,-1 0 1,0-1-1,1 1 0,-1 0 1,0 1-1,0-1 1,0 0-1,0 1 0,0-1 1,0 1-1,-1-1 1,1 1-1,0 0 0,-1 0 1,1 0-1,-1 0 1,0 0-1,0 0 0,0 0 1,0 0-1,0 0 1,0 1-1,0-1 0,-1 0 1,1 1-1,-1-1 1,1 0-1,-1 1 0,0 2 1,0 1 17,0-1 0,-1 1-1,1-1 1,-1 1 0,-1-1 0,1 1 0,-1-1 0,1 0 0,-1 1 0,-1-1 0,1 0-1,-1-1 1,0 1 0,0 0 0,0-1 0,-1 1 0,0-1 0,0 0 0,0-1 0,0 1-1,0 0 1,-1-1 0,1 0 0,-1 0 0,0-1 0,0 1 0,0-1 0,0 0 0,-1 0-1,1-1 1,0 0 0,-1 0 0,1 0 0,-1 0 0,0-1 0,-5 0 0,10 0-79,-1 0 0,1 0 0,0 0 0,0-1 0,0 1 1,0 0-1,0 0 0,0-1 0,0 1 0,0-1 0,0 1 0,0-1 1,0 1-1,0-1 0,0 0 0,0 1 0,0-1 0,0 0 0,0 0 1,1 0-1,-1 0 0,0 0 0,1 1 0,-1-1 0,1 0 0,-1-1 1,1 1-1,-1 0 0,1-1 0,-11-25-5737</inkml:trace>
</inkml:ink>
</file>

<file path=ppt/ink/ink1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50.516"/>
    </inkml:context>
    <inkml:brush xml:id="br0">
      <inkml:brushProperty name="width" value="0.035" units="cm"/>
      <inkml:brushProperty name="height" value="0.035" units="cm"/>
    </inkml:brush>
  </inkml:definitions>
  <inkml:trace contextRef="#ctx0" brushRef="#br0">17 238 8072,'0'0'2850,"-3"-8"-1921,-10-26-336,13 33-578,0 0 1,0-1 0,0 1-1,0-1 1,0 1-1,0 0 1,0-1 0,1 1-1,-1-1 1,0 1-1,1 0 1,0-1-1,-1 1 1,1 0 0,0 0-1,-1-1 1,1 1-1,0 0 1,0 0 0,0 0-1,0 0 1,0 0-1,0 0 1,0 0 0,0 1-1,1-1 1,-1 0-1,0 1 1,0-1 0,1 0-1,-1 1 1,0 0-1,3-1 1,43-10 110,-41 10-118,1 1 0,0 0-1,-1 0 1,1 1 0,-1-1 0,1 1-1,-1 1 1,0 0 0,1-1-1,-1 2 1,0-1 0,0 1-1,0 0 1,0 0 0,-1 1-1,1-1 1,-1 1 0,0 0 0,0 1-1,-1-1 1,1 1 0,-1 0-1,0 0 1,0 1 0,0-1-1,-1 1 1,0 0 0,0 0-1,-1 0 1,1 0 0,-1 0 0,-1 0-1,3 10 1,-2-3 7,0-1 1,-1 0-1,0 1 0,-1-1 0,-2 15 1,2-24-6,0 0 0,0 0 0,-1 0 0,1 0 0,-1 0 0,0 0 0,0 0 0,0 0 0,0 0 0,0 0 0,-1-1 0,1 1 0,-1 0 0,0-1 0,0 1 0,0-1 0,0 0 1,0 0-1,0 0 0,-1 0 0,1 0 0,-1 0 0,1 0 0,-1-1 0,0 1 0,-3 0 0,6-2-1,-1 0-1,1-1 1,-1 1 0,1 0 0,-1-1 0,1 1-1,0 0 1,-1-1 0,1 1 0,-1 0-1,1-1 1,0 1 0,-1-1 0,1 1-1,0-1 1,-1 1 0,1-1 0,0 1-1,0-1 1,0 1 0,-1-1 0,1 1-1,0-1 1,0 1 0,0-1 0,0 0-1,0 1 1,0-1 0,0 1 0,0-1-1,0 1 1,0-1 0,0 1 0,1-1-1,-1 0 1,0 0 0,4-26 115,28-75 20,-18 65-135,8-41 0,-19 66-2,-1 0-1,0 0 1,-1-1-1,-1 1 1,0 0-1,0-1 1,-4-19-1,3 29 127,0 0 0,1 0 1,-1 1-1,0-1 0,-1 0 0,1 1 1,0-1-1,-1 1 0,1-1 0,-1 1 1,0 0-1,0-1 0,0 1 0,0 0 0,0 0 1,-1 1-1,1-1 0,0 0 0,-1 1 1,1-1-1,-1 1 0,0 0 0,-2-1 1,4 4-100,0 1 1,0 0 0,0-1 0,0 1-1,1 0 1,-1-1 0,1 1 0,-1 0-1,1 0 1,0-1 0,0 1 0,1 0-1,0 3 1,-1 0 34,0 1-45,1 0 1,0 0-1,1 0 1,-1 0 0,1 0-1,1-1 1,-1 1-1,1-1 1,0 1-1,0-1 1,1 0-1,0 0 1,6 7-1,-2-5 98,-1 1 0,1-1 1,1-1-1,-1 0 0,1 0 0,0-1 0,1 0 0,14 7 0,-17-10-165,0 0 0,0 0 0,0-1 1,0 0-1,0 0 0,0-1 0,1 0 0,-1 0 0,1-1 1,-1 0-1,0 0 0,13-3 0,-15 2-177,0 0 0,0-1 0,0 0 0,-1 0 0,1 0 0,-1-1-1,0 0 1,1 1 0,-1-1 0,-1-1 0,1 1 0,0-1 0,-1 1 0,1-1 0,-1 0-1,0 0 1,-1-1 0,1 1 0,-1 0 0,2-6 0,4-18-4825,-4-5-3576</inkml:trace>
</inkml:ink>
</file>

<file path=ppt/ink/ink1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50.901"/>
    </inkml:context>
    <inkml:brush xml:id="br0">
      <inkml:brushProperty name="width" value="0.035" units="cm"/>
      <inkml:brushProperty name="height" value="0.035" units="cm"/>
    </inkml:brush>
  </inkml:definitions>
  <inkml:trace contextRef="#ctx0" brushRef="#br0">90 271 4965,'0'0'320,"-7"0"406,3 0-574,-37 1 1253,39 0-1136,0-1 0,-1 0 0,1 0 0,0 1 0,0-1 0,0 1-1,-1 0 1,1-1 0,0 1 0,0 0 0,0 1 0,0-1 0,0 0 0,1 0 0,-1 1 0,-3 2-1,49-21 2455,308-227-1671,-335 231-3572,-9-2-1777</inkml:trace>
</inkml:ink>
</file>

<file path=ppt/ink/ink1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51.568"/>
    </inkml:context>
    <inkml:brush xml:id="br0">
      <inkml:brushProperty name="width" value="0.035" units="cm"/>
      <inkml:brushProperty name="height" value="0.035" units="cm"/>
    </inkml:brush>
  </inkml:definitions>
  <inkml:trace contextRef="#ctx0" brushRef="#br0">129 71 3267,'0'0'5066,"0"-7"-3624,1 5-1434,3-32 1918,-4 33-1783,0 0 0,1 0-1,-1 0 1,0 0 0,0 0-1,0 0 1,0 0 0,0 0 0,0 0-1,0 0 1,0 0 0,-1 0-1,1 1 1,0-1 0,0 0-1,-1 0 1,1 0 0,-1 0 0,1 0-1,-1 1 1,1-1 0,-1 0-1,1 0 1,-1 1 0,0-1-1,1 0 1,-1 1 0,0-1 0,0 1-1,1-1 1,-1 1 0,0-1-1,0 1 1,-1-1 0,-1 2-135,1 0 1,-1-1-1,0 1 1,1 0-1,-1 1 1,1-1-1,-1 0 1,1 1-1,0-1 0,-1 1 1,1 0-1,0 0 1,0 0-1,0 0 1,-2 3-1,-29 38-15,28-36 18,0 0-5,0 0 0,1 0 1,0 0-1,0 0 0,0 1 1,1 0-1,0 0 0,1 0 1,0 0-1,0 0 0,0 1 1,1-1-1,1 0 0,-1 1 1,2 12-1,0-20-4,0 1 0,0 0 0,-1 0 1,1-1-1,1 1 0,-1 0 0,0-1 0,0 1 0,1-1 0,-1 0 1,1 1-1,-1-1 0,1 0 0,-1 0 0,1 0 0,0 0 0,0 0 1,-1 0-1,1 0 0,0-1 0,0 1 0,0-1 0,0 1 0,0-1 1,3 0-1,60 1 77,-46-1-59,5-1 71,-12 1-140,0-1 0,0 2-1,0-1 1,0 2-1,0 0 1,14 4-1,-23-5 27,0 0-1,0 1 0,0-1 0,0 1 0,0 0 1,-1 0-1,1 0 0,0 1 0,-1-1 0,0 1 1,1-1-1,-1 1 0,0 0 0,0-1 0,-1 1 1,1 0-1,0 0 0,-1 1 0,0-1 1,0 0-1,0 0 0,0 1 0,0-1 0,-1 0 1,0 1-1,1 4 0,-2-2 11,0 0 1,1 0-1,-2-1 1,1 1-1,-1-1 0,0 1 1,0-1-1,0 0 1,-1 0-1,0 0 0,0 0 1,0 0-1,0 0 1,-1-1-1,0 0 0,0 0 1,0 0-1,0 0 1,-1 0-1,-7 3 1,3 1 12,-2-2 0,1 1 0,-1-1 1,0-1-1,0 0 0,-1-1 1,1 0-1,-23 4 0,33-7-111,1-1-1,-1 0 0,1 0 0,-1 0 0,1 1 0,-1-1 0,1 0 0,-1 0 0,1 0 0,-1 0 0,1 0 0,-1 0 1,1 0-1,-1 0 0,0 0 0,1-1 0,-1 1 0,1 0 0,-1 0 0,1 0 0,-1 0 0,1-1 0,-1 1 1,1 0-1,0-1 0,-1 1 0,1 0 0,-1-1 0,1 1 0,0 0 0,-1-1 0,1 1 0,0-1 0,-1 1 1,1-1-1,0 1 0,0-1 0,-1 1 0,1-1 0,0 1 0,0-1 0,0 1 0,0-1 0,0 1 0,0-1 0,0 1 1,0-1-1,0 1 0,0-1 0,0 1 0,0-1 0,0 0 0,0 1 0,1-1 0,-1-19-6150</inkml:trace>
</inkml:ink>
</file>

<file path=ppt/ink/ink1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52.305"/>
    </inkml:context>
    <inkml:brush xml:id="br0">
      <inkml:brushProperty name="width" value="0.035" units="cm"/>
      <inkml:brushProperty name="height" value="0.035" units="cm"/>
    </inkml:brush>
  </inkml:definitions>
  <inkml:trace contextRef="#ctx0" brushRef="#br0">31 195 4740,'0'0'9519,"-5"-6"-8943,2 2-484,0 0 0,1 0 0,-1-1-1,1 1 1,0 0 0,0-1 0,0 0-1,0 1 1,1-1 0,0 0 0,0 0-1,0 0 1,1 0 0,-1 0 0,1-5-1,1 4-76,0 1-1,0-1 0,0 1 0,0 0 0,1 0 0,0-1 0,0 1 0,0 0 0,1 1 0,-1-1 0,1 0 1,0 1-1,1-1 0,-1 1 0,9-7 0,-10 9-16,0-1 0,1 1-1,-1 0 1,1 0 0,0 1 0,-1-1 0,1 0-1,0 1 1,0 0 0,0 0 0,0 0 0,0 0 0,0 0-1,0 0 1,1 1 0,-1 0 0,0 0 0,0-1 0,1 2-1,-1-1 1,0 0 0,0 1 0,0-1 0,0 1-1,0 0 1,0 0 0,0 0 0,0 1 0,3 1 0,-2 0-2,-1 0 0,1 1 1,-1 0-1,0-1 1,0 1-1,0 0 0,0 1 1,-1-1-1,1 0 1,-1 1-1,-1 0 1,1-1-1,0 1 0,-1 0 1,0 0-1,0-1 1,-1 1-1,1 0 0,-1 10 1,0 0 9,-1 1-1,0-1 1,-1 0 0,0 1-1,-6 16 1,-27 63 64,35-94-70,0-1 1,0 0-1,0 0 1,0 1 0,1-1-1,-1 0 1,0 0-1,0 0 1,0 1 0,0-1-1,0 0 1,1 0-1,-1 0 1,0 1 0,0-1-1,0 0 1,1 0-1,-1 0 1,0 0-1,0 0 1,1 0 0,-1 1-1,0-1 1,0 0-1,1 0 1,-1 0 0,0 0-1,0 0 1,1 0-1,-1 0 1,0 0 0,0 0-1,1 0 1,-1 0-1,0 0 1,0 0 0,1 0-1,-1-1 1,0 1-1,0 0 1,0 0 0,1 0-1,-1 0 1,0 0-1,0 0 1,1-1 0,-1 1-1,0 0 1,0 0-1,0 0 1,0 0-1,1-1 1,-1 1 0,13-8 63,56-47 44,98-101 0,-141 130-57,-26 25-30,-15 2-2327,-2 1-4004</inkml:trace>
</inkml:ink>
</file>

<file path=ppt/ink/ink1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53.513"/>
    </inkml:context>
    <inkml:brush xml:id="br0">
      <inkml:brushProperty name="width" value="0.035" units="cm"/>
      <inkml:brushProperty name="height" value="0.035" units="cm"/>
    </inkml:brush>
  </inkml:definitions>
  <inkml:trace contextRef="#ctx0" brushRef="#br0">15 177 5669,'0'0'3817,"-3"-8"-2664,-8-24-32,11 30-1046,-1 0 0,1 1 0,0-1 0,1 0 0,-1 0 0,0 0 0,0 1 0,1-1 0,-1 0 0,1 1 0,0-1 0,-1 0 0,1 1 0,0-1 0,0 1 0,0-1 0,0 1 0,0-1 0,0 1 0,1 0 0,-1-1 0,0 1 0,1 0 0,-1 0 0,1 0 0,-1 0 0,1 0 0,-1 0 0,4 0 0,2-3 2,1 1-1,-1 0 1,1 0-1,14-2 0,-17 4-74,0 0-1,0 0 1,0 1 0,0-1-1,0 1 1,0 1-1,1-1 1,-1 1 0,0-1-1,0 2 1,0-1-1,0 0 1,0 1 0,-1 0-1,1 0 1,4 3-1,-5-2-7,-1 0 1,0 0-1,0 0 0,-1 1 0,1-1 0,-1 1 0,0-1 0,1 1 0,-2 0 0,1 0 1,0 0-1,-1 0 0,0 0 0,0 0 0,0 1 0,0-1 0,-1 0 0,1 1 0,-2 6 1,2 2 31,0-1 1,-1 1 0,-1 0-1,0-1 1,-1 1 0,0-1-1,-1 1 1,-1-1 0,1 0-1,-2 0 1,0 0 0,0-1 0,-14 21-1,24-74 508,35-50-268,6-16-299,-42 96 566,0-1 1,-1 0-1,0 0 0,-1 0 1,-1 0-1,0-22 0,-1 34-518,0 1 0,0 0 0,0 0-1,0-1 1,0 1 0,0 0-1,0-1 1,0 1 0,0 0-1,0 0 1,0-1 0,0 1-1,0 0 1,0-1 0,0 1-1,0 0 1,-1 0 0,1-1-1,0 1 1,0 0 0,0 0-1,0-1 1,-1 1 0,1 0 0,0 0-1,0 0 1,0-1 0,-1 1-1,1 0 1,0 0 0,0 0-1,-1 0 1,1 0 0,0 0-1,0-1 1,-1 1 0,1 0-1,0 0 1,-1 0 0,1 0-1,0 0 1,0 0 0,-1 0-1,1 0 1,0 0 0,-1 0-1,1 0 1,0 0 0,0 0 0,-1 1-1,1-1 1,0 0 0,0 0-1,-1 0 1,1 0 0,0 0-1,0 1 1,-1-1 0,1 0-1,0 0 1,0 0 0,0 1-1,-1-1 1,1 0 0,0 1-1,-13 18 587,13-9-621,-1 1 0,2-1 1,-1 0-1,1 0 0,1 0 1,0 0-1,0 0 0,1 0 0,0 0 1,1-1-1,0 1 0,0-1 0,9 12 1,-11-17-5,1 0-1,-1-1 1,1 1 0,0 0 0,0-1 0,1 0 0,-1 0 0,1 0-1,-1 0 1,1-1 0,0 1 0,0-1 0,0 0 0,1 0 0,-1 0-1,0-1 1,1 0 0,-1 1 0,1-2 0,-1 1 0,1 0 0,-1-1-1,1 0 1,0 0 0,-1 0 0,1-1 0,-1 1 0,1-1 0,-1 0-1,1-1 1,-1 1 0,5-3 0,-5 2-381,0 0 1,0 0-1,0-1 0,0 1 0,0-1 1,-1 0-1,1 0 0,-1 0 1,0-1-1,0 1 0,0-1 0,-1 0 1,1 1-1,-1-1 0,4-8 0,1-15-4687</inkml:trace>
</inkml:ink>
</file>

<file path=ppt/ink/ink1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53.807"/>
    </inkml:context>
    <inkml:brush xml:id="br0">
      <inkml:brushProperty name="width" value="0.035" units="cm"/>
      <inkml:brushProperty name="height" value="0.035" units="cm"/>
    </inkml:brush>
  </inkml:definitions>
  <inkml:trace contextRef="#ctx0" brushRef="#br0">13 305 9129,'0'0'7559,"-13"-48"-6919,39 25-383,8-4-33,10-7 64,7-3-128,3 2-96,-2 3-32,-4 6-32,-7 8-32,-8 6-897,-9 6-2145,-8-1-1987</inkml:trace>
</inkml:ink>
</file>

<file path=ppt/ink/ink1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54.335"/>
    </inkml:context>
    <inkml:brush xml:id="br0">
      <inkml:brushProperty name="width" value="0.035" units="cm"/>
      <inkml:brushProperty name="height" value="0.035" units="cm"/>
    </inkml:brush>
  </inkml:definitions>
  <inkml:trace contextRef="#ctx0" brushRef="#br0">111 7 7175,'0'0'7901,"-9"-2"-7437,6 1-442,0 0-1,0 0 1,0 1-1,0-1 1,0 1 0,-1 0-1,1-1 1,0 2 0,0-1-1,0 0 1,0 1-1,0-1 1,-1 1 0,1 0-1,0 0 1,0 0-1,0 0 1,1 1 0,-1-1-1,0 1 1,0 0 0,1-1-1,-1 1 1,1 1-1,0-1 1,0 0 0,-1 0-1,1 1 1,1-1-1,-1 1 1,0 0 0,1 0-1,-1-1 1,1 1 0,0 0-1,0 0 1,0 0-1,0 0 1,1 1 0,-1 3-1,0-5-14,1-1 0,0 1-1,-1 0 1,1 0-1,0 0 1,1 0 0,-1 0-1,0 0 1,0 0 0,1 0-1,-1 0 1,1 0 0,0 0-1,-1 0 1,1-1 0,0 1-1,0 0 1,0 0 0,0-1-1,1 1 1,-1-1 0,0 1-1,1-1 1,-1 0 0,1 1-1,-1-1 1,1 0 0,0 0-1,-1 0 1,1 0 0,0 0-1,0-1 1,2 2 0,8 1 54,0 0 1,0-1-1,0-1 1,21 1 0,15 2-20,-44-3-70,1 0-1,-1 0 1,1 1 0,-1-1 0,0 1 0,0 0-1,0 0 1,0 1 0,0-1 0,0 1 0,-1 0-1,1 0 1,-1 0 0,5 7 0,-6-8 14,-1 0 1,0 0 0,0 0-1,0 0 1,0 0-1,0 0 1,-1 1 0,1-1-1,-1 0 1,1 1-1,-1-1 1,0 0 0,0 1-1,0-1 1,0 0-1,0 1 1,-1-1 0,1 0-1,-1 1 1,1-1 0,-1 0-1,0 0 1,0 0-1,0 1 1,0-1 0,0 0-1,-1 0 1,1-1-1,0 1 1,-4 3 0,-6 7 28,-1 0 1,0-1-1,-1 0 1,-1-1-1,-25 15 1,-78 33-35,117-58-64,-1 0-1,1 0 0,0 0 0,0 0 1,0 0-1,0 0 0,0 0 0,0 0 0,-1 0 1,1 0-1,0 0 0,0 0 0,0 0 1,0 0-1,0 0 0,-1 0 0,1 0 1,0 0-1,0 0 0,0 0 0,0-1 1,0 1-1,0 0 0,0 0 0,0 0 0,-1 0 1,1 0-1,0 0 0,0 0 0,0-1 1,0 1-1,0 0 0,0 0 0,0 0 1,0 0-1,0 0 0,0 0 0,0-1 0,0 1 1,0 0-1,0 0 0,0 0 0,0 0 1,0 0-1,0-1 0,0 1 0,0 0 1,0 0-1,0 0 0,0 0 0,0 0 1,0-1-1,0 1 0,1 0 0,-1 0 0,0 0 1,0 0-1,0 0 0,0 0 0,0 0 1,0 0-1,0-1 0,0 1 0,1 0 1,-1 0-1,0 0 0,0 0 0,6-14-5943</inkml:trace>
</inkml:ink>
</file>

<file path=ppt/ink/ink1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54.674"/>
    </inkml:context>
    <inkml:brush xml:id="br0">
      <inkml:brushProperty name="width" value="0.035" units="cm"/>
      <inkml:brushProperty name="height" value="0.035" units="cm"/>
    </inkml:brush>
  </inkml:definitions>
  <inkml:trace contextRef="#ctx0" brushRef="#br0">1 1 7207,'0'0'8819,"5"9"-8195,48 74 637,-28-48-805,38 75 0,-57-83-2052,-6-22-3748</inkml:trace>
</inkml:ink>
</file>

<file path=ppt/ink/ink1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6:56.855"/>
    </inkml:context>
    <inkml:brush xml:id="br0">
      <inkml:brushProperty name="width" value="0.035" units="cm"/>
      <inkml:brushProperty name="height" value="0.035" units="cm"/>
    </inkml:brush>
  </inkml:definitions>
  <inkml:trace contextRef="#ctx0" brushRef="#br0">1 1 7431,'0'0'1036,"3"8"-748,96 239 4986,17 2-3517,47 108-1143,-157-336-313,-15-35 561,-17-35-226,-86-223-469,66 152 206,-121-224-1,207 384-323,-14-17-28,-3 1 1,44 34-1,-60-52-13,0-1 0,0 0 0,0-1 0,1 0 0,0 0 0,0 0 0,0-1 0,0-1 0,0 1 0,0-1 0,18 2 0,-25-4-2,0-1 1,0 1-1,1-1 1,-1 0-1,0 1 1,0-1 0,0 0-1,0 1 1,0-1-1,0 0 1,0 0-1,0 0 1,0 0 0,0 0-1,-1 0 1,1 0-1,0 0 1,-1 0-1,1-1 1,-1 1 0,1 0-1,-1 0 1,1-1-1,-1 1 1,0 0-1,0 0 1,0-1 0,1 1-1,-1 0 1,-1-1-1,1 0 1,0-54 50,0 44-41,-1-1-16,0-1 1,0 1-1,-1-1 0,-1 1 1,0 0-1,-1 0 1,-1 0-1,0 0 1,0 0-1,-11-16 1,16 29-1,0-1 0,0 1 1,0 0-1,0 0 0,0 0 0,0-1 0,0 1 1,0 0-1,0 0 0,0 0 0,0 0 0,0-1 1,-1 1-1,1 0 0,0 0 0,0 0 0,0 0 1,0 0-1,0-1 0,0 1 0,0 0 0,-1 0 1,1 0-1,0 0 0,0 0 0,0 0 0,0 0 1,-1 0-1,1-1 0,0 1 0,0 0 1,0 0-1,0 0 0,-1 0 0,1 0 0,0 0 1,0 0-1,0 0 0,0 0 0,-1 0 0,1 0 1,0 0-1,0 0 0,0 0 0,0 0 0,-1 0 1,1 1-1,0-1 0,0 0 0,0 0 0,0 0 1,-1 0-1,1 0 0,0 14 69,7 19 230,-1-23-215,0-1 1,1 1 0,0-1-1,0-1 1,1 1-1,0-1 1,0-1-1,1 0 1,0 0-1,15 9 1,-18-13-108,-1 0 0,1 0 1,1 0-1,-1-1 0,0 0 0,0 0 1,1-1-1,-1 0 0,1 0 0,0 0 1,-1-1-1,1 0 0,-1 0 0,1-1 1,0 0-1,-1 0 0,1 0 1,-1-1-1,11-4 0,-14 4-305,1 1 0,-1-2 0,0 1-1,0 0 1,0 0 0,0-1 0,0 0 0,3-4 0,10-17-4892,-4-13-7069</inkml:trace>
</inkml:ink>
</file>

<file path=ppt/ink/ink1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7:23.091"/>
    </inkml:context>
    <inkml:brush xml:id="br0">
      <inkml:brushProperty name="width" value="0.035" units="cm"/>
      <inkml:brushProperty name="height" value="0.035" units="cm"/>
    </inkml:brush>
  </inkml:definitions>
  <inkml:trace contextRef="#ctx0" brushRef="#br0">1234 240 10730,'0'-9'176,"6"-35"-49,-3 27 86,0 0 0,-1-1 0,-1 1 0,-1 0-1,-3-28 1,2 42-155,0 0 1,0 0-1,-1 0 0,0 0 0,0 0 0,0 0 1,0 1-1,0-1 0,0 1 0,0-1 0,-1 1 0,0 0 1,1 0-1,-1 0 0,0 0 0,0 0 0,0 1 0,0-1 1,0 1-1,0 0 0,0 0 0,-1 0 0,1 0 1,0 1-1,-6-1 0,-8-1 35,1 1 0,0 0 0,-32 4 0,31 0-39,-1 0 0,1 2-1,0 0 1,1 0 0,-1 2 0,-27 14 0,-92 65 36,92-57-82,-104 71 13,4 6 1,-129 125-1,254-212-16,1 0 0,1 1 0,0 1-1,2 0 1,0 1 0,2 1 0,0 0 0,2 1 0,0 0 0,-7 27 0,12-31 29,1 1 0,2 0 1,0 0-1,1 0 0,0 0 0,2 0 1,1 0-1,1 0 0,0 0 1,2 0-1,0 0 0,1-1 0,9 22 1,1-6 99,2 0 0,2-2 0,1 0 1,1 0-1,2-2 0,1-1 0,29 28 1,-11-18-39,1-1-1,1-3 1,2-1 0,59 33 0,-80-55-49,0-1-1,1-1 1,1-1 0,0-1-1,0-1 1,1-2-1,0 0 1,0-2-1,1-2 1,52 1 0,-43-5 133,-1-3 0,0-1 0,0-2 0,0-1 1,-1-2-1,-1-1 0,64-30 0,-44 15 58,-2-2-1,0-3 1,-3-1-1,0-3 1,56-53-1,-84 67-191,-1-1-1,-1 0 0,-1-2 0,-1 0 0,-1-1 0,-1-1 1,-1 0-1,-2-1 0,-1-1 0,0 0 0,-3-1 0,10-43 1,-11 30 33,-2-1 1,-2 0-1,-2 1 1,-1-1 0,-3 0-1,-2 0 1,-1 1-1,-2-1 1,-19-61 0,17 78 6,0 1 0,-2 0 0,-1 1 0,-1 0 0,-1 1 0,-1 0 0,-1 1 0,-1 1 0,-1 0 0,0 2 0,-2 0 0,0 1 0,-1 1 0,-1 0 0,-1 2 0,-27-14 0,16 13-65,-1 1-1,-1 2 1,0 1 0,0 2 0,-55-7-1,-188-6-1016,39 5-3535,215 14 1865,-46-12-1,-17-18-7433</inkml:trace>
</inkml:ink>
</file>

<file path=ppt/ink/ink1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7:24.925"/>
    </inkml:context>
    <inkml:brush xml:id="br0">
      <inkml:brushProperty name="width" value="0.035" units="cm"/>
      <inkml:brushProperty name="height" value="0.035" units="cm"/>
    </inkml:brush>
  </inkml:definitions>
  <inkml:trace contextRef="#ctx0" brushRef="#br0">5202 1 5317,'-53'12'6490,"-32"-2"-3327,15-1-1936,-202 17 693,184-22-1563,1 5 0,-1 3-1,-118 33 1,-284 133-228,98-32-98,-59 2-3,-501 183 168,461-153 34,354-138-139,-234 37-1,-57 13 321,202-53-286,181-32-116,44-5-9,1 0 1,-1 0-1,0 0 1,1 0-1,-1 0 1,1 0 0,-1 0-1,1 0 1,-1 0-1,1 1 1,-1-1-1,1 0 1,-1 0-1,1 1 1,-1-1-1,1 0 1,-1 0-1,1 1 1,0-1 0,-1 0-1,1 1 1,-1-1-1,1 1 1,0-1-1,-1 0 1,1 1-1,0-1 1,0 1-1,-1-1 1,1 1-1,0-1 1,0 1 0,9 16 40,31 17 45,-33-29-76,20 19-6,-19-16 6,0 0-1,1-1 1,-1 0 0,1-1-1,0 1 1,1-2 0,0 1 0,0-1-1,12 4 1,-39-37 887,-17-10-836,-2 1 1,-55-44-1,80 72-55,-1 0-1,-1 1 1,0 0-1,0 1 1,0 1-1,-1 0 1,0 0-1,0 2 1,0 0-1,-1 0 1,1 2 0,-30-3-1,-15 13-10,58-8-22,39-2-133,-11-8 179,0-1-1,0-1 1,-1-1-1,46-32 1,-24 15-5,20-10-113,173-110-672,-93 39-4312,-101 68 167</inkml:trace>
</inkml:ink>
</file>

<file path=ppt/ink/ink1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7:25.734"/>
    </inkml:context>
    <inkml:brush xml:id="br0">
      <inkml:brushProperty name="width" value="0.035" units="cm"/>
      <inkml:brushProperty name="height" value="0.035" units="cm"/>
    </inkml:brush>
  </inkml:definitions>
  <inkml:trace contextRef="#ctx0" brushRef="#br0">23 0 5573,'-11'43'3792,"6"-3"-3730,1 0 0,2 56-1,2-92-32,1 1 0,-1-1-1,1 1 1,0-1-1,0 0 1,1 1-1,-1-1 1,1 0 0,0 0-1,0 0 1,0 0-1,1-1 1,-1 1-1,1-1 1,0 1 0,0-1-1,0 0 1,1 0-1,-1 0 1,1 0-1,-1-1 1,1 0 0,0 1-1,0-1 1,0 0-1,0-1 1,0 1 0,1-1-1,-1 0 1,0 0-1,1 0 1,-1-1-1,1 0 1,-1 1 0,1-1-1,-1-1 1,1 1-1,-1-1 1,0 0-1,1 0 1,-1 0 0,0 0-1,0-1 1,0 0-1,0 1 1,0-2-1,0 1 1,0 0 0,0-1-1,4-4 1,7-6-28,1-2 0,-2 1 0,0-2-1,14-20 1,-18 21-995,-1 0-1,13-29 1,-6 4-2359</inkml:trace>
</inkml:ink>
</file>

<file path=ppt/ink/ink1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7:26.342"/>
    </inkml:context>
    <inkml:brush xml:id="br0">
      <inkml:brushProperty name="width" value="0.035" units="cm"/>
      <inkml:brushProperty name="height" value="0.035" units="cm"/>
    </inkml:brush>
  </inkml:definitions>
  <inkml:trace contextRef="#ctx0" brushRef="#br0">0 99 10570,'0'0'609,"10"-4"-535,-4 1-27,1 0 0,0 0-1,0 1 1,0 0 0,0 1-1,1-1 1,-1 1-1,0 1 1,1-1 0,-1 1-1,0 1 1,1-1 0,-1 1-1,0 0 1,1 1 0,-1 0-1,0 0 1,12 6-1,57 30 135,-58-27-151,0-1-1,1-1 1,-1 0-1,2-2 1,-1 0-1,1-1 0,33 5 1,-52-11 48,-1 0 0,1 1-1,-1-1 1,1 0 0,-1 0 0,1 0 0,-1 0 0,1 0-1,-1 0 1,1 0 0,-1 0 0,1 0 0,-1 0 0,1 0-1,-1 0 1,1-1 0,-1 1 0,1 0 0,-1 0 0,1 0-1,-1-1 1,1 1 0,-1 0 0,1-1 0,-1 1 0,0 0-1,1-1 1,-1 1 0,0 0 0,1-1 0,-1 1 0,0-1-1,1 1 1,-1-1 0,0 0 0,-9-17 638,-32-21-1068,37 36 544,-2-2-164,1-1 0,-1 1 0,1-1 0,0 0 0,1-1 0,-1 1 0,1-1 1,1 1-1,-6-14 0,8 18-16,1 1 1,-1-1-1,1 0 0,0 0 1,0 0-1,-1 0 1,1 1-1,0-1 1,0 0-1,1 0 0,-1 0 1,0 0-1,1 0 1,-1 1-1,1-1 0,-1 0 1,1 0-1,1-1 1,0 1-14,-1 0 1,1 0-1,0 0 1,0 1-1,0-1 0,0 1 1,0-1-1,1 1 1,-1 0-1,0 0 1,1 0-1,-1 0 1,0 0-1,1 1 1,-1-1-1,1 1 0,2-1 1,13-1-38,-1 2 0,0 0-1,0 0 1,0 2 0,0 0 0,20 5 0,43 5-4126,-44-11-331</inkml:trace>
</inkml:ink>
</file>

<file path=ppt/ink/ink1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7:28.194"/>
    </inkml:context>
    <inkml:brush xml:id="br0">
      <inkml:brushProperty name="width" value="0.035" units="cm"/>
      <inkml:brushProperty name="height" value="0.035" units="cm"/>
    </inkml:brush>
  </inkml:definitions>
  <inkml:trace contextRef="#ctx0" brushRef="#br0">4008 151 4356,'0'0'4089,"3"5"-4051,1 0-34,-2-3-4,-1-1 0,0 0 1,0 1-1,0-1 0,0 1 1,0-1-1,0 1 1,-1-1-1,1 1 0,0 0 1,-1 0-1,1-1 0,-1 1 1,0 0-1,1-1 1,-1 1-1,0 3 1250,-5-4 3674,-20-2-4371,-85-25 280,-1 4 1,-211-14-1,19 4-573,-295-38-197,478 64-66,1 6 1,0 4-1,-124 22 1,-503 150 59,193-35 12,420-115-58,-1-5 1,-166 3-1,213-17 16,114-3-317,-3-2-5111,-20-16-5206</inkml:trace>
</inkml:ink>
</file>

<file path=ppt/ink/ink1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7:28.539"/>
    </inkml:context>
    <inkml:brush xml:id="br0">
      <inkml:brushProperty name="width" value="0.035" units="cm"/>
      <inkml:brushProperty name="height" value="0.035" units="cm"/>
    </inkml:brush>
  </inkml:definitions>
  <inkml:trace contextRef="#ctx0" brushRef="#br0">142 0 8904,'0'0'2269,"-7"6"-2194,-2 4-32,0 0-1,0 0 1,1 1-1,1 0 1,0 0-1,1 0 1,-10 24 0,-35 103 103,47-127-153,2-7 41,1-1-1,0 1 0,0 0 1,0-1-1,0 1 0,1 0 1,-1 0-1,1 0 0,0 0 1,0-1-1,1 7 0,0-8 29,0-1-1,0 1 0,0-1 0,0 1 0,0-1 1,0 0-1,1 1 0,-1-1 0,0 0 0,1 0 1,-1 0-1,1 0 0,0 0 0,-1 0 0,1-1 1,0 1-1,-1 0 0,1-1 0,0 1 0,0-1 1,-1 0-1,1 0 0,0 1 0,0-1 0,2-1 1,220 8 1517,-78-12-3660,-138 5 1846,39-4-4933</inkml:trace>
</inkml:ink>
</file>

<file path=ppt/ink/ink1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7:30.516"/>
    </inkml:context>
    <inkml:brush xml:id="br0">
      <inkml:brushProperty name="width" value="0.035" units="cm"/>
      <inkml:brushProperty name="height" value="0.035" units="cm"/>
    </inkml:brush>
  </inkml:definitions>
  <inkml:trace contextRef="#ctx0" brushRef="#br0">38 181 5701,'0'-1'27,"-3"-5"345,1 0 0,-1 0 0,0 1 0,0-1 0,0 1 0,-1 0-1,0 0 1,-8-8 0,19 37 904,31 35-665,3-2 0,2-2 0,52 51 0,-42-47-599,-27-27-7,-18-21-4,0-1-1,1 0 1,0 0 0,0-1-1,1 0 1,0-1 0,19 13-1,-28-23 24,0 1 0,-1-1 0,1 0 0,-1 1 0,1-1 0,-1 0 0,1 1-1,-1-1 1,0 0 0,0 0 0,0 1 0,0-1 0,0 0 0,0 0-1,-1 1 1,1-3 0,-3-13 3,-1 1 0,0 0-1,-1 0 1,0 0 0,-1 1 0,-9-17-1,-56-88 48,57 97-63,1 3 31,-51-78 396,55 87-43,-1-1 0,1 1 0,-2 1 1,1 0-1,-22-15 0,15 19-67,14 15-2,18 21 24,-10-23-345,1-2 0,0 1 0,0-1 0,1 0 1,0 0-1,0 0 0,0-1 0,0-1 0,0 1 0,1-1 1,0 0-1,0 0 0,-1-1 0,13 1 0,-17-2-2,0-1-1,0 0 1,1 0-1,-1 0 0,0 0 1,1 0-1,-1-1 1,0 0-1,0 1 1,0-1-1,0 0 1,0-1-1,0 1 1,0-1-1,0 1 0,0-1 1,0 0-1,-1 0 1,1 0-1,-1 0 1,0 0-1,1-1 1,-1 1-1,0-1 1,0 1-1,-1-1 1,1 0-1,0 0 0,-1 0 1,0 0-1,0 0 1,0 0-1,0 0 1,0 0-1,0-1 1,-1 1-1,1-6 1,0-4 35,1 0 0,-2-1 0,0 1 0,0 0 0,-1 0 0,-1 0 0,-4-20 0,11 41 63,1-1 0,0 0-1,0 0 1,1 0 0,8 6 0,4 5-50,-6-5-165,27 29-588,2-3 0,64 48 0,-103-85-139,0 0 1,0 0 0,1 0 0,-1-1-1,0 1 1,0-1 0,1 0 0,-1 0-1,6 1 1,0-2-6506</inkml:trace>
</inkml:ink>
</file>

<file path=ppt/ink/ink1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7:31.076"/>
    </inkml:context>
    <inkml:brush xml:id="br0">
      <inkml:brushProperty name="width" value="0.035" units="cm"/>
      <inkml:brushProperty name="height" value="0.035" units="cm"/>
    </inkml:brush>
  </inkml:definitions>
  <inkml:trace contextRef="#ctx0" brushRef="#br0">27 72 8680,'0'0'662,"0"-8"214,1-22 86,0 28-854,-1 1 0,0-1 0,0 1 0,0-1 1,0 1-1,0-1 0,0 1 0,0-1 0,0 1 0,-1 0 0,1-1 0,0 1 0,-1-1 0,0 1 1,1 0-1,-1-1 0,0 1 0,1 0 0,-1 0 0,0-1 0,0 1 0,-2-1 0,2 3-114,0 0 1,0 0-1,0 0 0,0 0 0,1 0 1,-1 0-1,0 1 0,0-1 0,1 0 0,-1 0 1,1 1-1,-1-1 0,1 1 0,-1-1 0,1 0 1,0 1-1,0 1 0,-5 28 169,4-22-158,1-1 0,0 0 0,0 1 1,1-1-1,0 0 0,1 1 0,0-1 0,0 0 0,1 0 0,5 12 1,-6-17-12,-1 0 1,1 0 0,0-1 0,0 1 0,0 0 0,0-1 0,0 0 0,0 1 0,1-1 0,-1 0 0,1 0-1,0 0 1,0-1 0,-1 1 0,1-1 0,0 1 0,0-1 0,0 0 0,1 0 0,-1-1 0,0 1-1,0 0 1,0-1 0,1 0 0,-1 0 0,0 0 0,0 0 0,1 0 0,-1-1 0,5-1 0,-6 1-22,1 0 0,0-1 0,0 1 0,-1-1 0,1 0 0,-1 1 0,0-1 0,1-1 0,-1 1 0,0 0 0,0 0 0,0-1 0,-1 1 0,1-1 0,0 0 0,-1 1 0,0-1 0,0 0 0,0 0 0,0 0 0,0 0 0,0 0 0,0-4 0,1-1 130,-1-1 0,0 0 1,0 0-1,-1 0 0,0 0 0,-3-18 0,-2 17 1200,16 27-257,-7-13-1520,1-1 0,-1 1 0,1-1 0,-1 0 0,1 0 0,0-1 0,0 1 0,0-1 0,0 0 0,0 0 0,1-1 1,-1 0-1,9 1 0,-2-1-4806</inkml:trace>
</inkml:ink>
</file>

<file path=ppt/ink/ink1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7:31.534"/>
    </inkml:context>
    <inkml:brush xml:id="br0">
      <inkml:brushProperty name="width" value="0.035" units="cm"/>
      <inkml:brushProperty name="height" value="0.035" units="cm"/>
    </inkml:brush>
  </inkml:definitions>
  <inkml:trace contextRef="#ctx0" brushRef="#br0">167 220 11275,'0'0'3801,"-7"2"-3615,4-1-183,1-1 0,0 1 0,0 0-1,-1 0 1,1 0 0,0 1 0,0-1-1,0 0 1,0 1 0,0 0 0,0-1-1,1 1 1,-1 0 0,0 0-1,1 0 1,0 0 0,-1 0 0,1 0-1,0 0 1,0 1 0,0-1 0,0 0-1,0 1 1,1-1 0,-1 0 0,1 1-1,0-1 1,-1 1 0,1-1-1,0 1 1,1-1 0,-1 1 0,0-1-1,1 1 1,-1-1 0,1 0 0,0 1-1,-1-1 1,1 0 0,3 4 0,-3-3-92,0 0 0,1 0 1,0 0-1,0-1 1,0 1-1,0 0 1,0-1-1,0 0 1,0 1-1,1-1 1,0 0-1,-1 0 1,1 0-1,4 2 1,-6-4 53,0 0 0,-1 1 0,1-1 0,0 0 0,0 0 1,-1 0-1,1 0 0,0 0 0,-1 0 0,1 0 0,0 0 0,0 0 1,-1 0-1,1 0 0,0 0 0,-1 0 0,1-1 0,0 1 0,-1 0 1,1 0-1,0-1 0,-1 1 0,1 0 0,-1-1 0,2 0 0,-1 0 11,-1-1-1,1 1 0,0-1 0,0 1 0,0-1 0,-1 1 0,1-1 1,-1 0-1,1 1 0,-1-1 0,0 0 0,0 1 0,0-1 0,0 0 1,0-2-1,-1-8 42,0 0 0,-1 1 0,-1-1 0,0 0 0,0 1 0,-1 0 0,-1 0 0,0 0 1,-11-18-1,-9-10 55,-33-39 0,49 66 87,5 6 141,0 0 1,0 1-1,-1-1 0,0 1 0,0 0 0,0 0 1,-1 0-1,-8-5 0,33 51 245,56 56-1788,-46-62-783,29 46-1,-40-50-3408</inkml:trace>
</inkml:ink>
</file>

<file path=ppt/ink/ink1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7:32.053"/>
    </inkml:context>
    <inkml:brush xml:id="br0">
      <inkml:brushProperty name="width" value="0.035" units="cm"/>
      <inkml:brushProperty name="height" value="0.035" units="cm"/>
    </inkml:brush>
  </inkml:definitions>
  <inkml:trace contextRef="#ctx0" brushRef="#br0">1 92 14670,'0'0'1158,"3"9"-1104,3 3 6,1 0 0,0 0 1,1-1-1,0 0 0,17 18 1,-17-21-256,0-1 0,0 0 0,18 11 0,-22-15-185,0-1 1,0 0-1,0 0 0,0 0 0,1-1 0,-1 0 0,0 1 0,1-1 0,-1-1 0,7 1 0,-10-1 324,0-1-1,0 0 1,0 0-1,1 0 0,-1 1 1,0-1-1,0 0 1,-1 0-1,1-1 1,0 1-1,0 0 0,0 0 1,-1 0-1,1 0 1,0-1-1,-1 1 0,1 0 1,-1-1-1,0 1 1,1 0-1,-1-1 1,0 1-1,0 0 0,0-1 1,0 1-1,0-1 1,0 1-1,0 0 1,-1-1-1,1-1 0,-5-49 434,0 31 357,0 1 0,-13-36 0,14 46 152,-1 1 1,0 0 0,0 0 0,-9-12 0,36 52-538,25 30 312,-18-36-2870,4-9-3335,-22-15-798</inkml:trace>
</inkml:ink>
</file>

<file path=ppt/ink/ink1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7:32.953"/>
    </inkml:context>
    <inkml:brush xml:id="br0">
      <inkml:brushProperty name="width" value="0.035" units="cm"/>
      <inkml:brushProperty name="height" value="0.035" units="cm"/>
    </inkml:brush>
  </inkml:definitions>
  <inkml:trace contextRef="#ctx0" brushRef="#br0">1 389 9225,'0'0'6091,"9"1"-6043,9 4-54,-1 1 1,0 1-1,0 0 1,0 1-1,16 11 1,-1-2-208,-32-17 144,1 1 1,-1-1-1,1 1 0,-1-1 0,1 1 0,-1-1 1,1 1-1,-1-1 0,1 0 0,0 1 0,-1-1 0,1 0 1,-1 0-1,1 1 0,0-1 0,-1 0 0,1 0 0,0 0 1,-1 0-1,1 0 0,0 0 0,-1 0 0,1 0 0,0 0 1,-1 0-1,1 0 0,0-1 0,-1 1 0,1 0 1,0 0-1,-1-1 0,1 1 0,-1 0 0,1-1 0,0 1 1,-1 0-1,2-2 0,-2 0-22,0 0 0,0 0 0,0 0 0,-1 0 0,1 0 0,0 0 0,-1 0 0,1 0 0,-1 0-1,0 0 1,-1-4 0,-34-58-1251,26 49 433,5 8 800,-1-1 0,2 0 0,-1 0-1,-5-15 1,10 21 0,-1 0-1,0 0 1,1-1-1,0 1 1,-1 0-1,1 0 0,0-1 1,0 1-1,0 0 1,1-1-1,-1 1 1,0 0-1,1 0 1,0 0-1,-1-1 1,1 1-1,0 0 1,0 0-1,0 0 0,0 0 1,1 0-1,-1 0 1,3-2-1,40-41-4147,11-11 3293,-24 16 8641,-33 45-4436,-9 20-2169,7-12-864,1-1-1,0 1 0,1-1 0,1 1 0,0 0 0,0 0 0,3 18 0,-2-25-213,1 0-1,0 0 0,0 0 1,1 0-1,0 0 0,0 0 0,0-1 1,4 7-1,-4-10-19,-1 0 1,1 0-1,-1 1 1,1-1-1,0 0 0,0-1 1,0 1-1,0 0 1,0 0-1,1-1 1,-1 0-1,0 1 0,1-1 1,-1 0-1,1 0 1,-1 0-1,1 0 0,4 0 1,-6-1-59,0 0 0,1 1 0,-1-1 0,0-1 0,1 1 0,-1 0 0,0 0 0,0 0 0,1-1 0,-1 1 0,0 0 0,0-1 0,1 1 0,-1-1 0,0 0 0,0 1 0,0-1 0,0 0 0,0 0 0,0 0 0,0 0 0,0 1 0,0-1 0,0-2 0,2-1 36,-1 1 0,0-1-1,0-1 1,0 1 0,0 0-1,-1 0 1,1-6 0,2-9 172,-2 0 0,1-26 1,-3 44-142,0-97 5344,1 98-5319,-1-1 0,1 1 0,-1 0-1,0 0 1,1 0 0,-1-1-1,1 1 1,-1 0 0,1 0-1,-1 0 1,1 0 0,-1 0-1,1 0 1,-1 0 0,1 0-1,-1 0 1,1 0 0,-1 0-1,1 1 1,-1-1 0,1 0 0,-1 0-1,1 0 1,-1 1 0,0-1-1,1 0 1,-1 0 0,1 1-1,-1-1 1,0 0 0,1 1-1,-1 0 1,17 9 37,-5 0-64,36 24-196,-46-33 203,0 0 0,0 1 0,0-1 0,0-1 1,0 1-1,0 0 0,0 0 0,0-1 0,0 1 0,0-1 0,1 0 0,-1 0 0,0 0 0,0 0 0,1 0 0,-1 0 1,0 0-1,0-1 0,0 1 0,0-1 0,5-1 0,-6 0-4,0 0 0,0 0 0,0 0 0,0 0 0,0 0 0,0 0 0,0 0 0,-1 0 0,1 0 0,-1 0 0,0 0 0,1-1 0,-1 1 0,0 0 0,0 0 0,0 0 0,-1-3 0,-4-40 32,3 37 160,-1 0 1,0 0 0,0 1-1,-1-1 1,1 1 0,-2 0-1,1 0 1,-1 0 0,0 1-1,-7-8 1,47 55-34,-25-29-194,0 0 1,1-1 0,14 12-1,-20-19-346,24 17-1494,-9-16-5841</inkml:trace>
</inkml:ink>
</file>

<file path=ppt/ink/ink1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7:33.109"/>
    </inkml:context>
    <inkml:brush xml:id="br0">
      <inkml:brushProperty name="width" value="0.035" units="cm"/>
      <inkml:brushProperty name="height" value="0.035" units="cm"/>
    </inkml:brush>
  </inkml:definitions>
  <inkml:trace contextRef="#ctx0" brushRef="#br0">93 38 10666,'0'0'1057,"-55"-23"-224,36 16 512,5 7-704,10 0-513,8 4-416,11-4-3524,2-12-3331</inkml:trace>
</inkml:ink>
</file>

<file path=ppt/ink/ink1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7:34.257"/>
    </inkml:context>
    <inkml:brush xml:id="br0">
      <inkml:brushProperty name="width" value="0.035" units="cm"/>
      <inkml:brushProperty name="height" value="0.035" units="cm"/>
    </inkml:brush>
  </inkml:definitions>
  <inkml:trace contextRef="#ctx0" brushRef="#br0">14 58 2530,'0'0'2210,"8"-50"-1377,-8 44 96,0 5-577,-4 1-416,-1 0 32,3 0 193,-2 1-290,2 5-479,0-1-1250,-1-1-2466</inkml:trace>
</inkml:ink>
</file>

<file path=ppt/ink/ink1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7:35.381"/>
    </inkml:context>
    <inkml:brush xml:id="br0">
      <inkml:brushProperty name="width" value="0.035" units="cm"/>
      <inkml:brushProperty name="height" value="0.035" units="cm"/>
    </inkml:brush>
  </inkml:definitions>
  <inkml:trace contextRef="#ctx0" brushRef="#br0">2862 208 7079,'0'0'4132,"1"-5"-4106,2-11-258,-2 14 376,0 0 0,0 0 0,0 0-1,-1 0 1,1 0 0,-1-1 0,0 1 0,0 0 0,1 0 0,-1-1 0,-1 1 0,1 0-1,0 0 1,-1 0 0,1-1 0,-1 1 0,1 0 0,-1 0 0,0 0 0,0 0-1,0 0 1,0 0 0,0 0 0,-1 0 0,1 0 0,-1 1 0,1-1 0,-1 1 0,1-1-1,-5-2 1,-8-7-87,-2 1 0,1 1 0,-1 0 0,-1 1 0,1 1-1,-1 1 1,-19-5 0,-12-1-71,-67-9 0,10 11 40,0 4 0,-1 5 0,-186 22 0,-310 83 22,477-79 57,-12 3 35,-192 66 1,270-72-103,1 2-1,1 3 1,1 3 0,1 1-1,-79 63 1,129-90-15,0 0 1,0 0 0,-1 0 0,1 0-1,-1-1 1,0 0 0,0 0 0,0 0-1,0-1 1,0 0 0,0 0-1,-1-1 1,1 0 0,-1 0 0,1 0-1,-1-1 1,-9 0 0,-11 2-6,0 0 1,1 3-1,-29 7 0,-6 1 5,60-13-169,1 0 0,0 0 0,0 0 0,0 0 1,-1 0-1,1 0 0,0 0 0,0 1 0,0-1 0,0 0 0,-1 0 0,1 0 0,0 0 1,0 0-1,0 1 0,0-1 0,0 0 0,-1 0 0,1 0 0,0 0 0,0 1 1,0-1-1,0 0 0,0 0 0,0 0 0,0 1 0,0-1 0,0 0 0,0 0 0,0 1 1,0-1-1,0 0 0,0 0 0,0 0 0,0 1 0,0-1 0,0 0 0,0 0 1,0 0-1,0 1 0,0-1 0,0 0 0,1 0 0,-1 0 0,0 0 0,0 1 0,0-1 1,0 0-1,0 0 0,1 0 0,-1 0 0</inkml:trace>
</inkml:ink>
</file>

<file path=ppt/ink/ink1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27:36.083"/>
    </inkml:context>
    <inkml:brush xml:id="br0">
      <inkml:brushProperty name="width" value="0.035" units="cm"/>
      <inkml:brushProperty name="height" value="0.035" units="cm"/>
    </inkml:brush>
  </inkml:definitions>
  <inkml:trace contextRef="#ctx0" brushRef="#br0">308 9 7944,'-27'-8'1057,"23"8"-1053,-6 0 82,-1 0 1,1 0 0,-1 1-1,1 1 1,-14 3-1,19-3-34,1 0 1,-1 0-1,1 0 0,0 1 1,0 0-1,0 0 0,0 0 0,0 0 1,1 1-1,-1-1 0,1 1 1,0 0-1,0 0 0,-2 5 0,-19 34 286,2 1 0,3 0 0,1 2 0,2 0 0,2 1-1,-11 70 1,22-70-226,4-46-12,1-1 0,-1 0 0,1 0 0,-1 0 0,1 0 0,-1-1-1,1 1 1,-1 0 0,1-1 0,-1 1 0,0-1 0,1 1 0,-1-1-1,0 1 1,1-1 0,1-2 0,5-1 33,0 0 0,0 0 0,0 1 0,0 0 0,0 1 0,1 0 0,-1 0 0,1 0 0,0 1 0,0 0 0,-1 1 0,1 0 0,0 1 0,0 0 0,14 3 0,8 4-59,0 1-1,-1 2 0,30 16 0,-27-12 27,54 16 0,-77-28-356,1 0 0,-1-1-1,1 0 1,0-1 0,-1 0 0,1-1-1,0 0 1,18-3 0,14-16-6470</inkml:trace>
</inkml:ink>
</file>

<file path=ppt/ink/ink1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48.225"/>
    </inkml:context>
    <inkml:brush xml:id="br0">
      <inkml:brushProperty name="width" value="0.035" units="cm"/>
      <inkml:brushProperty name="height" value="0.035" units="cm"/>
    </inkml:brush>
  </inkml:definitions>
  <inkml:trace contextRef="#ctx0" brushRef="#br0">112 188 5701,'-3'-11'358,"-1"-3"-125,-26-69 1506,26 75-1229,1 1 0,-1-1 0,-1 1 0,0-1 0,0 1-1,0 1 1,-1-1 0,-11-10 0,17 17-488,0-1 0,-1 1 0,1 0 0,0-1 0,-1 1 0,1 0 0,-1 0 0,1-1 0,0 1 0,-1 0 0,1 0 0,-1-1 0,1 1 0,-1 0 0,1 0 0,-1 0 0,1 0 0,-1 0 0,1 0 0,0 0 0,-1 0 0,1 0 0,-1 0 0,1 0 0,-1 0 0,1 0 0,-1 0 0,1 1 0,-1-1 0,1 0 0,0 0 0,-1 0 0,1 1 0,-1-1 0,1 0 0,0 1 0,-1-1 0,1 0 0,0 1 0,-1-1 0,1 0 0,0 1 0,-1-1 0,1 0 0,0 1 0,0-1 0,0 1 0,-1-1 0,1 1 0,0-1 0,0 1 0,0-1 0,0 0 0,0 1 0,0-1 0,0 1 0,0-1 0,0 2 0,-1 36-230,1-30 308,0 47-95,-1 134 43,29 223 1,-28-410-49,20 101 22,-18-96-21,0 0 1,0 0 0,1 0 0,0-1-1,0 1 1,1-1 0,-1 1 0,1-1-1,1 0 1,-1-1 0,9 9 0,-11-12 1,0-1 1,0 1-1,0-1 1,1 0 0,-1 0-1,0 0 1,0 0 0,1 0-1,-1-1 1,0 1-1,1-1 1,-1 1 0,0-1-1,1 0 1,-1 0 0,1 0-1,-1 0 1,1 0-1,-1-1 1,0 1 0,1-1-1,-1 1 1,0-1-1,1 0 1,-1 0 0,0 0-1,0 0 1,0 0 0,0-1-1,0 1 1,0-1-1,0 1 1,0-1 0,1-2-1,6-6 25,0 1 0,-1-1 0,-1-1 0,0 1-1,7-13 1,6-19-50,-2-1 0,-2-1 1,-1 0-1,-3-1 0,-1 0 0,-3-1 0,-1 0 0,-3 0 1,-1-1-1,-8-89 0,5 126 238,-1 0 0,0-1 0,-1 1 0,0 0 0,-1 0 0,0 1 0,0-1 0,-1 1 0,0-1 0,-6-9 0,10 20-200,0-1 1,0 0 0,0 1 0,0-1 0,0 0 0,0 0 0,0 1 0,0-1 0,0 0-1,0 1 1,0-1 0,0 0 0,0 0 0,0 1 0,0-1 0,0 0 0,0 0 0,0 1 0,-1-1-1,1 0 1,0 0 0,0 1 0,0-1 0,0 0 0,-1 0 0,1 0 0,0 1 0,0-1 0,0 0-1,-1 0 1,1 0 0,0 0 0,0 1 0,-1-1 0,1 0 0,0 0 0,0 0 0,-1 0 0,1 0-1,0 0 1,-1 0 0,1 0 0,0 0 0,0 0 0,-1 0 0,1 0 0,0 0 0,0 0-1,-1 0 1,1 0 0,0 0 0,-1 0 0,1 0 0,0 0 0,0-1 0,-1 1 0,1 0 0,0 0-1,0 0 1,0 0 0,-1-1 0,1 1 0,0 0 0,0 0 0,0 0 0,-1-1 0,1 1 0,0 0-1,-2 28-222,2-25 293,-1 67-54,14 132 0,-10-178-53,1 0 0,2 0 0,0-1 0,2 0 0,0 0 0,1-1 0,2 0 0,0-1 0,18 26 0,-24-40-101,1-1-1,-1 0 1,1 0-1,1 0 1,-1-1-1,1 0 1,0 0-1,0-1 0,0 0 1,1 0-1,-1 0 1,1-1-1,0-1 1,0 1-1,13 2 1,-14-4-297,0-1 1,0 0 0,0 0 0,0 0 0,0 0 0,0-1 0,0 0 0,-1-1 0,1 0 0,0 0 0,-1 0-1,9-5 1,30-24-2754</inkml:trace>
</inkml:ink>
</file>

<file path=ppt/ink/ink1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48.602"/>
    </inkml:context>
    <inkml:brush xml:id="br0">
      <inkml:brushProperty name="width" value="0.035" units="cm"/>
      <inkml:brushProperty name="height" value="0.035" units="cm"/>
    </inkml:brush>
  </inkml:definitions>
  <inkml:trace contextRef="#ctx0" brushRef="#br0">1 0 11563,'0'0'496,"3"9"-469,33 73-6,-25-63 5,-2 0-1,0 1 1,-2-1-1,0 2 1,-1-1-1,-1 1 1,0 0-1,1 26 1,-7-57 133,0-1 1,-1 1-1,0 0 0,-5-13 1,-6-37-135,13 48-20,0 1 0,0 0 0,1 0 0,0 0 0,1-1 0,0 1 0,6-17 0,-7 25-7,0 0-1,1 0 1,-1 0 0,1 0 0,-1 1-1,1-1 1,0 0 0,0 1 0,0 0-1,0-1 1,1 1 0,-1 0 0,1 0-1,-1 0 1,1 0 0,-1 1 0,1-1-1,0 1 1,0 0 0,0 0 0,0 0 0,0 0-1,0 0 1,0 0 0,0 1 0,1-1-1,-1 1 1,0 0 0,0 0 0,0 1-1,6 0 1,-5 0 4,0 0 0,1 1-1,-1 0 1,0 0 0,0 0 0,0 0-1,0 1 1,-1-1 0,1 1 0,-1 0-1,1 0 1,-1 0 0,0 1 0,0-1 0,-1 1-1,1-1 1,2 7 0,6 9 25,0 1-1,8 26 1,-14-32-48,3 6-23,21 45-1379,-27-62 762,1 1 1,-1 0-1,1-1 0,-1 0 0,1 0 0,0 0 1,7 5-1,2-2-4523</inkml:trace>
</inkml:ink>
</file>

<file path=ppt/ink/ink1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48.804"/>
    </inkml:context>
    <inkml:brush xml:id="br0">
      <inkml:brushProperty name="width" value="0.035" units="cm"/>
      <inkml:brushProperty name="height" value="0.035" units="cm"/>
    </inkml:brush>
  </inkml:definitions>
  <inkml:trace contextRef="#ctx0" brushRef="#br0">1 0 13421,'0'0'961,"13"50"-929,-4-22 32,-2 5-64,0 3 0,1 3-32,-2-1-161,-1-2-2978,-2-9-608</inkml:trace>
</inkml:ink>
</file>

<file path=ppt/ink/ink1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48.966"/>
    </inkml:context>
    <inkml:brush xml:id="br0">
      <inkml:brushProperty name="width" value="0.035" units="cm"/>
      <inkml:brushProperty name="height" value="0.035" units="cm"/>
    </inkml:brush>
  </inkml:definitions>
  <inkml:trace contextRef="#ctx0" brushRef="#br0">0 1 12011,'0'0'545</inkml:trace>
</inkml:ink>
</file>

<file path=ppt/ink/ink1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49.264"/>
    </inkml:context>
    <inkml:brush xml:id="br0">
      <inkml:brushProperty name="width" value="0.035" units="cm"/>
      <inkml:brushProperty name="height" value="0.035" units="cm"/>
    </inkml:brush>
  </inkml:definitions>
  <inkml:trace contextRef="#ctx0" brushRef="#br0">0 224 12268,'0'0'-721,"8"8"491,56 70 400,45 48-163,-108-125-25,0 1 0,1-1 0,-1 0 0,0 0 0,1 1 0,-1-1 0,1 0 0,-1-1 0,1 1 0,0 0 0,-1 0 0,1-1 0,0 1 0,-1-1 0,1 1 0,3-1 0,-4 0 10,0 0 0,0 0 0,0-1 0,0 1 0,0 0 0,0-1 0,0 1 0,0-1 0,-1 1 0,1-1 0,0 0 0,0 1 0,-1-1 0,1 0 0,0 0 0,-1 1 0,1-1 0,0 0 0,-1 0 0,0 0 0,1 0 0,0-1 0,2-7 22,-1 0-1,0 0 1,0 0-1,0 0 0,-1-11 1,0 8 96,5-57 235,-4 29-31,12-64 1,-12 94-534,1-1 0,0 1 1,0 0-1,1 0 1,1 0-1,-1 1 0,2-1 1,-1 1-1,1 0 1,14-15-1,2 8-2338,0 8-2312</inkml:trace>
</inkml:ink>
</file>

<file path=ppt/ink/ink1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50.010"/>
    </inkml:context>
    <inkml:brush xml:id="br0">
      <inkml:brushProperty name="width" value="0.035" units="cm"/>
      <inkml:brushProperty name="height" value="0.035" units="cm"/>
    </inkml:brush>
  </inkml:definitions>
  <inkml:trace contextRef="#ctx0" brushRef="#br0">258 54 11339,'0'0'117,"-8"-7"380,1 1-207,0 1 0,0 1-1,0-1 1,0 1 0,-1 0 0,1 0 0,-1 1 0,-12-3 0,15 4-217,0 1-1,0 0 0,0 1 1,1-1-1,-1 1 0,0 0 1,0 0-1,0 1 1,0-1-1,0 1 0,0 0 1,0 0-1,1 1 1,-1-1-1,0 1 0,1 0 1,0 1-1,-1-1 0,-3 4 1,1 0-78,0 0 0,1 1 1,0 0-1,1 0 0,-1 1 1,2-1-1,-1 1 0,1 0 1,0 0-1,0 1 0,1-1 0,0 1 1,1 0-1,0 0 0,0 0 1,1 0-1,0 0 0,1 0 1,0 0-1,0 0 0,1 0 0,0 0 1,0 0-1,4 10 0,-4-16-5,0 0-1,0 0 1,1 0-1,-1 0 0,1 0 1,-1-1-1,1 1 1,0-1-1,0 1 0,0-1 1,0 0-1,1 0 1,-1 0-1,1 0 0,-1 0 1,1 0-1,-1-1 1,1 1-1,0-1 1,0 0-1,0 0 0,0 0 1,0 0-1,0 0 1,0-1-1,0 1 0,0-1 1,0 0-1,1 0 1,-1 0-1,0 0 0,5-1 1,-3 0 1,-1-1 1,1 1-1,-1-1 1,1 1-1,-1-1 1,0-1-1,0 1 1,1 0-1,-2-1 1,1 0-1,0 0 1,0 0-1,-1-1 1,0 1-1,0-1 0,0 1 1,0-1-1,0 0 1,-1-1-1,4-6 1,-2-5 50,0-1-1,0 1 1,-2 0 0,0-1-1,-1 1 1,-1-25 0,0 37 8,-1 10 136,1-1-176,-1 1 1,1-1-1,0 1 0,0-1 0,1 1 1,0-1-1,0 1 0,0-1 0,0 0 1,1 1-1,3 6 0,0-4-10,1 0 0,-1 0 0,2-1 0,-1 0 0,1 0 0,0-1 0,0 0 0,0 0 0,11 6-1,-13-9 1,0 0 1,0-1-1,0 1 0,1-1 0,-1 0 0,1-1 0,-1 1 0,1-1 0,0 0 0,0 0 0,-1-1 0,1 0 0,0 0 0,0 0 0,0-1 0,7-1 0,-8 0 17,0-1 1,0 0-1,0 0 0,0 0 0,0-1 0,-1 0 1,1 0-1,-1 0 0,0 0 0,0-1 0,0 1 1,-1-1-1,0 0 0,0 0 0,0 0 1,0-1-1,2-8 0,-2 8-11,-1-1-1,1 1 1,1 0 0,-1 0 0,1 1 0,0-1-1,1 1 1,-1 0 0,1 0 0,0 0-1,9-6 1,-13 10-14,1 1 0,-1-1 0,1 1 1,-1 0-1,1-1 0,-1 1 0,1 0 0,-1 0 0,1 0 0,0 0 0,-1 0 0,1 0 0,-1 1 0,1-1 1,-1 0-1,1 1 0,-1 0 0,1-1 0,-1 1 0,0 0 0,1-1 0,-1 1 0,0 0 0,1 0 0,-1 0 1,0 0-1,0 0 0,2 3 0,30 41-156,-25-32 146,-2-5 15,1 1 0,0-1 1,0 0-1,0-1 0,1 0 0,0 0 0,13 9 1,-18-15 4,-1 0 1,0 1 0,1-1 0,-1 0-1,1 0 1,-1 0 0,1 0 0,0-1 0,-1 1-1,1-1 1,0 1 0,-1-1 0,1 0 0,0 0-1,-1 0 1,1 0 0,0-1 0,-1 1-1,1-1 1,0 0 0,-1 0 0,1 1 0,-1-2-1,1 1 1,-1 0 0,0 0 0,1-1-1,-1 1 1,0-1 0,0 0 0,0 0 0,0 0-1,0 0 1,1-2 0,3-5 129,0-1 0,0 1 1,-1-1-1,0-1 0,-1 1 1,0-1-1,-1 1 0,0-1 1,-1 0-1,0 0 0,-1 0 1,0 0-1,0-13 0,15 42-222,32 52-44,-16-24-3688,-23-36-1127</inkml:trace>
</inkml:ink>
</file>

<file path=ppt/ink/ink1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50.120"/>
    </inkml:context>
    <inkml:brush xml:id="br0">
      <inkml:brushProperty name="width" value="0.035" units="cm"/>
      <inkml:brushProperty name="height" value="0.035" units="cm"/>
    </inkml:brush>
  </inkml:definitions>
  <inkml:trace contextRef="#ctx0" brushRef="#br0">1 0 1153</inkml:trace>
</inkml:ink>
</file>

<file path=ppt/ink/ink1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50.604"/>
    </inkml:context>
    <inkml:brush xml:id="br0">
      <inkml:brushProperty name="width" value="0.035" units="cm"/>
      <inkml:brushProperty name="height" value="0.035" units="cm"/>
    </inkml:brush>
  </inkml:definitions>
  <inkml:trace contextRef="#ctx0" brushRef="#br0">141 2 4644,'0'0'5467,"-7"-1"-3316,3 0-2101,-1 1-1,1 0 0,-1 0 0,1 1 1,0-1-1,-1 1 0,1 0 0,0 0 1,-1 1-1,1-1 0,0 1 1,0 0-1,0 0 0,0 0 0,1 0 1,-1 1-1,1 0 0,-1-1 1,1 1-1,0 0 0,0 1 0,0-1 1,0 1-1,1-1 0,-4 7 0,1-2-34,1-1 0,0 1 0,0 1-1,1-1 1,0 0 0,1 1 0,0 0-1,0 0 1,0-1 0,1 17-1,1-23-21,0 1 0,0-1 0,0 0 0,0 1 0,1-1 0,-1 0 0,1 1-1,0-1 1,0 0 0,0 0 0,0 0 0,0 1 0,0-1 0,1-1 0,-1 1-1,0 0 1,1 0 0,2 2 0,-2-3-12,1 0 0,0 1 1,-1-1-1,1 0 0,0 0 0,0-1 0,0 1 1,0 0-1,-1-1 0,1 0 0,0 0 0,0 0 0,0 0 1,0 0-1,0 0 0,0-1 0,0 0 0,4-1 0,-2 1-68,0-1-1,-1 0 1,0 0-1,1-1 1,-1 1-1,0-1 1,0 0-1,0 0 1,-1 0-1,1 0 1,-1-1-1,0 1 1,0-1-1,0 0 1,0 0-1,0 0 1,-1 0-1,0-1 1,0 1-1,0-1 1,1-4-1,1-5 876,0 0 0,-1-1 0,0 1 0,-2-1 0,1-24 0,-2 38-243,0 2-552,0 0 1,-1 0 0,1 0 0,0 0-1,0 1 1,0-1 0,0 0 0,0 0-1,0 0 1,0 0 0,0 0-1,1 0 1,-1 0 0,0 0 0,1 0-1,-1 0 1,1 0 0,-1 0 0,1 0-1,-1 0 1,1 0 0,-1 0 0,1 0-1,0-1 1,0 1 0,1 1-1,20 22 22,-15-19-102,1 0-1,-1 0 1,1 0 0,-1-1-1,1 0 1,0-1 0,1 0-1,11 3 1,-11-3-1165,0-2 0,0 0 0,1 0-1,14 0 1,-8-3-2244</inkml:trace>
</inkml:ink>
</file>

<file path=ppt/ink/ink1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50.811"/>
    </inkml:context>
    <inkml:brush xml:id="br0">
      <inkml:brushProperty name="width" value="0.035" units="cm"/>
      <inkml:brushProperty name="height" value="0.035" units="cm"/>
    </inkml:brush>
  </inkml:definitions>
  <inkml:trace contextRef="#ctx0" brushRef="#br0">0 0 12620,'0'0'128,"2"56"-160,12-15 320,5 7-63,2 4-129,2 1-64,0 2 0,-4 0-32,-4 0-32,-5 0-225,-6-4-2113,-4-11-64,0-16-1634</inkml:trace>
</inkml:ink>
</file>

<file path=ppt/ink/ink1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51.141"/>
    </inkml:context>
    <inkml:brush xml:id="br0">
      <inkml:brushProperty name="width" value="0.035" units="cm"/>
      <inkml:brushProperty name="height" value="0.035" units="cm"/>
    </inkml:brush>
  </inkml:definitions>
  <inkml:trace contextRef="#ctx0" brushRef="#br0">1 200 13645,'0'0'758,"10"-8"-432,0 0-324,1 1 0,0 0 0,0 0 0,0 1 0,1 1 0,0 0 0,21-6 0,-1 5 46,-12 3-49,-1-1 0,1 0 0,28-12 0,-45 15 7,0 0-1,0-1 0,1 1 1,-1-1-1,0 0 0,0 1 0,-1-2 1,1 1-1,0 0 0,-1 0 0,1-1 1,-1 0-1,0 1 0,0-1 0,0 0 1,0 0-1,0 0 0,0 0 0,-1 0 1,0-1-1,0 1 0,0 0 0,0-1 1,0 1-1,0 0 0,-1-5 0,0 7 2,0 0 0,1 0-1,-1 0 1,0 0-1,-1 0 1,1-1 0,0 1-1,0 0 1,0 0-1,-1 0 1,1 0-1,-1 0 1,1 0 0,-1 0-1,1 0 1,-1 0-1,1 0 1,-1 0-1,0 0 1,0 0 0,1 1-1,-1-1 1,0 0-1,0 0 1,0 1 0,0-1-1,0 1 1,0-1-1,0 1 1,0-1-1,0 1 1,0-1 0,0 1-1,0 0 1,0 0-1,0 0 1,0-1 0,-1 1-1,1 0 1,0 0-1,0 1 1,0-1-1,0 0 1,0 0 0,0 0-1,0 1 1,0-1-1,0 1 1,-2 0 0,-1 0 36,-1 1 1,1 0 0,-1 0 0,1 0 0,0 0 0,0 1-1,0 0 1,0 0 0,0 0 0,-5 6 0,4-2-15,0 1 0,1-1 1,0 1-1,0 0 0,1 0 1,0 0-1,0 1 0,1-1 0,0 1 1,0-1-1,1 1 0,1 0 0,-1 0 1,1-1-1,1 1 0,1 13 1,-1-16-28,0-1 0,1 0 0,-1 0 0,1 0 0,0-1 1,0 1-1,0 0 0,1-1 0,0 1 0,0-1 0,0 0 1,0 0-1,1 0 0,-1 0 0,1-1 0,0 1 0,0-1 1,1 0-1,-1 0 0,1-1 0,-1 1 0,1-1 0,0 0 1,0 0-1,0-1 0,0 1 0,0-1 0,9 1 0,-4-1-50,0 0-1,0-1 0,1 0 1,-1-1-1,0 0 0,0-1 0,20-5 1,22-20-1613</inkml:trace>
</inkml:ink>
</file>

<file path=ppt/ink/ink1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52.096"/>
    </inkml:context>
    <inkml:brush xml:id="br0">
      <inkml:brushProperty name="width" value="0.035" units="cm"/>
      <inkml:brushProperty name="height" value="0.035" units="cm"/>
    </inkml:brush>
  </inkml:definitions>
  <inkml:trace contextRef="#ctx0" brushRef="#br0">30 199 897,'0'0'8755,"-4"-7"-6753,-1-5-1301,1-1-1,0 0 1,0-1 0,1 1 0,-2-23 0,5 31-571,0-1 1,0 1 0,0 0-1,0-1 1,1 1 0,0 0-1,0 0 1,4-9-1,-5 12-116,1 0-1,1 0 0,-1 0 0,0 0 0,0 0 0,1 1 0,-1-1 0,1 0 1,-1 1-1,1-1 0,0 1 0,-1 0 0,1-1 0,0 1 0,0 0 0,0 0 0,0 0 1,0 0-1,0 1 0,1-1 0,1 0 0,4-1-13,1 1-1,-1 0 1,0 1 0,0 0 0,0 0-1,0 1 1,0 0 0,0 0 0,0 1-1,0 0 1,0 1 0,-1-1-1,1 1 1,7 5 0,-4-2 1,0 2 1,0-1-1,-1 1 0,0 1 1,-1 0-1,0 0 1,0 1-1,9 13 0,-5-4-7,-1 1 0,0 0 0,-2 1 0,0 1 0,-2 0-1,0 0 1,-1 0 0,-1 1 0,3 33 0,-6 3-21,-3-59 27,0 1 1,0-1-1,0 0 1,0 0-1,0 0 1,0 1-1,0-1 1,0 0-1,0 0 0,0 0 1,0 0-1,0 1 1,0-1-1,0 0 1,0 0-1,0 0 1,-1 1-1,1-1 0,0 0 1,0 0-1,0 0 1,0 0-1,0 0 1,0 1-1,-1-1 1,1 0-1,0 0 1,0 0-1,0 0 0,0 0 1,-1 0-1,1 0 1,0 0-1,0 0 1,0 0-1,0 0 1,-1 1-1,1-1 0,0 0 1,0 0-1,0 0 1,-1 0-1,1 0 1,0 0-1,0-1 1,-1 1-1,-10-6 47,-7-13 29,13 8-77,0-1 1,1 1-1,0-1 0,1 0 0,0 0 1,1 0-1,0 0 0,1 0 0,0-1 1,1 1-1,1 0 0,0 0 0,0-1 1,1 1-1,1 0 0,5-16 0,-6 21-1,0 1-1,1 0 1,-1 0-1,1 0 0,0 0 1,0 0-1,1 0 1,0 1-1,0 0 0,0 0 1,1 0-1,0 0 1,-1 1-1,2-1 0,-1 1 1,0 1-1,1-1 0,0 1 1,0 0-1,0 0 1,0 1-1,0-1 0,0 1 1,1 1-1,-1-1 1,1 1-1,-1 0 0,1 1 1,0 0-1,-1 0 1,12 1-1,-11 0-3,0 1 0,0 0 0,-1 0 0,1 1 0,0 0 1,-1 0-1,1 0 0,-1 1 0,0 0 0,0 0 0,-1 1 0,1-1 0,-1 1 0,7 8 0,6 10-28,-1 0-1,20 35 1,-24-36-2005,1 0-1,19 22 1,-12-27-1991,2-10-2921</inkml:trace>
</inkml:ink>
</file>

<file path=ppt/ink/ink1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52.637"/>
    </inkml:context>
    <inkml:brush xml:id="br0">
      <inkml:brushProperty name="width" value="0.035" units="cm"/>
      <inkml:brushProperty name="height" value="0.035" units="cm"/>
    </inkml:brush>
  </inkml:definitions>
  <inkml:trace contextRef="#ctx0" brushRef="#br0">54 150 16688,'0'0'-64,"-7"9"37,2-4 29,0 0 0,1 1-1,0 0 1,0 0 0,0 0 0,1 0-1,0 1 1,0-1 0,1 1 0,0 0 0,0 0-1,0 0 1,1 0 0,-1 11 0,2-16 0,0 14-7,0 1 0,0-1 1,2 1-1,4 19 0,-6-34-1,0 0-1,1 1 0,-1-1 1,1 1-1,0-1 1,-1 0-1,1 1 1,0-1-1,1 0 1,-1 0-1,0 0 0,0 0 1,1 0-1,0 0 1,-1 0-1,1 0 1,0-1-1,0 1 0,0-1 1,0 1-1,0-1 1,0 0-1,0 1 1,0-1-1,0 0 0,1-1 1,-1 1-1,0 0 1,1-1-1,-1 1 1,1-1-1,-1 0 1,1 1-1,-1-1 0,0-1 1,1 1-1,-1 0 1,4-1-1,-1-1 11,-1 0 0,0 0 0,0 0 0,0-1 0,0 1-1,0-1 1,0 0 0,-1 0 0,1-1 0,-1 1 0,0-1 0,0 1 0,0-1 0,0 0-1,-1 0 1,1-1 0,-1 1 0,0 0 0,-1-1 0,1 1 0,0-6 0,2-4 13,0 1 1,-2-1-1,1 0 1,-2 0-1,0 0 1,-1-14-1,0 24-99,-1 1-1,1-1 0,-1 0 0,0 0 1,0 1-1,-1-1 0,1 1 1,-1-1-1,1 1 0,-1 0 1,0-1-1,-1 1 0,1 0 0,0 0 1,-1 0-1,0 1 0,1-1 1,-1 1-1,0-1 0,-1 1 0,1 0 1,0 0-1,-1 0 0,-3-1 1,0 0-842,1-1-1,1 0 1,-1 0 0,1 0 0,-1 0 0,-8-11 0,14 15 959,0 0 0,-1 0 0,1-1 0,0 1 0,0 0 0,-1 0 0,1-1 0,0 1 0,0-1 0,-1 1 0,1 0 0,0-1 0,0 1 0,0 0 0,0-1 0,0 1 0,-1-1 0,1 1 0,0 0 0,0-1 0,0 1 0,0-1 0,0 1 0,0-1 0,0 1 0,0 0 0,1-1 0,-1 1 0,0-1 1,0 1-1,0 0 0,0-1 0,0 1 0,1 0 0,-1-1 0,0 1 0,0 0 0,1-1 0,-1 1 0,0 0 0,1-1 0,-1 1 0,24-5 912,28 9 433,-36 1-1191,1 1-1,-1 1 0,0 0 1,-1 1-1,1 1 0,-2 0 1,1 1-1,-1 0 0,-1 1 1,18 19-1,10 15-51,57 81 0,-86-110-48,-13-26 3466,-3-19-3080,-1 8-431,1 0 0,1 0 0,0 0 0,2 0 0,1 0 0,0-1 0,1 1 0,7-31 0,-6 44-138,0 0-1,1 0 1,0 0-1,0 0 0,1 0 1,0 1-1,0-1 1,0 1-1,1 0 1,9-8-1,-10 10-212,2 1-1,-1 0 1,0 0 0,1 0 0,0 0-1,0 1 1,0 0 0,0 1 0,0-1-1,0 1 1,1 0 0,-1 1 0,1 0-1,11-1 1,16 1-3296,-3 1-380</inkml:trace>
</inkml:ink>
</file>

<file path=ppt/ink/ink1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53.192"/>
    </inkml:context>
    <inkml:brush xml:id="br0">
      <inkml:brushProperty name="width" value="0.035" units="cm"/>
      <inkml:brushProperty name="height" value="0.035" units="cm"/>
    </inkml:brush>
  </inkml:definitions>
  <inkml:trace contextRef="#ctx0" brushRef="#br0">16 16 15375,'0'0'768,"3"10"-858,16 38 139,-10-28-33,-1 0 0,-1 0-1,-1 0 1,0 1 0,3 28 0,-9-38-18,1 43-224,-1-52 223,0-1 0,0 0 1,0 0-1,0 0 0,0 0 0,-1 0 0,1 0 0,0 0 0,0 0 0,-1 1 0,1-1 0,-1 0 0,1 0 0,-1 0 0,1 0 0,-1-1 0,1 1 1,-1 0-1,0 0 0,0 0 0,1 0 0,-1-1 0,0 1 0,0 0 0,0-1 0,0 1 0,0-1 0,0 1 0,0-1 0,0 1 0,0-1 1,0 1-1,0-1 0,0 0 0,0 0 0,0 0 0,0 0 0,-2 0 0,0-1 12,1 0-1,-1-1 1,1 1-1,-1-1 1,1 1 0,0-1-1,0 0 1,-1 0-1,1 0 1,1-1 0,-1 1-1,0 0 1,0-1-1,1 1 1,-1-1 0,1 0-1,-1-2 1,-17-50 114,19 55-124,0 0 0,0-1 0,0 1-1,0 0 1,0 0 0,0-1 0,0 1 0,0 0 0,0-1 0,0 1 0,0 0 0,0-1 0,0 1 0,0 0 0,0-1 0,1 1 0,-1 0 0,0 0 0,0-1 0,0 1 0,0 0 0,1 0 0,-1-1 0,0 1 0,0 0 0,0 0 0,1-1 0,-1 1 0,0 0 0,0 0 0,1 0 0,-1 0 0,0-1-1,1 1 1,-1 0 0,0 0 0,0 0 0,1 0 0,-1 0 0,0 0 0,1 0 0,19 4-94,15 13-44,55 59 139,-90-76 4,1 0 0,-1 0 0,0 0 0,0 0 0,0 0 0,1 0 0,-1 0 0,0 1 0,0-1 0,1 0 1,-1 0-1,0 0 0,0 0 0,1 0 0,-1 0 0,0 0 0,0 0 0,1 0 0,-1-1 0,0 1 0,0 0 0,1 0 0,-1 0 0,0 0 0,0 0 0,0 0 0,1 0 0,-1-1 0,0 1 0,0 0 0,0 0 0,1 0 1,-1 0-1,0-1 0,0 1 0,0 0 0,0 0 0,0 0 0,0-1 0,1 1 0,-1 0 0,0 0 0,0-1 0,0 1 0,0 0 0,0 0 0,0-1 0,3-20 120,-6-23 60,1 24-65,-3-17 179,1-1 1,3-40-1,1 75-295,0 0 1,1 0-1,0 0 0,-1 0 0,1 0 1,0-1-1,1 2 0,-1-1 1,0 0-1,1 0 0,0 0 0,-1 1 1,1-1-1,0 1 0,1-1 0,-1 1 1,0 0-1,1 0 0,-1 0 1,1 0-1,-1 0 0,1 1 0,0-1 1,0 1-1,0 0 0,0 0 0,0 0 1,0 0-1,0 0 0,0 0 1,0 1-1,0 0 0,7 0 0,1-1-13,0 1 0,0 1 0,-1 0 0,1 0 0,0 1 0,-1 0 0,1 1 0,19 8 0,-16-4-11,1 1-1,-2 0 0,1 1 0,-1 1 1,0 0-1,-1 1 0,15 16 0,20 31-2258,-4 6-4335,-29-46 4735,0-7-1040</inkml:trace>
</inkml:ink>
</file>

<file path=ppt/ink/ink1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53.794"/>
    </inkml:context>
    <inkml:brush xml:id="br0">
      <inkml:brushProperty name="width" value="0.035" units="cm"/>
      <inkml:brushProperty name="height" value="0.035" units="cm"/>
    </inkml:brush>
  </inkml:definitions>
  <inkml:trace contextRef="#ctx0" brushRef="#br0">112 588 2787,'0'0'2712,"4"-8"-999,-1 2-1217,0-1-1,0 0 1,0 0-1,-1 0 1,0 0-1,0 0 1,0-9-1,-1 13-384,-1 1 0,0-1 0,0 1 0,-1 0 0,1-1 0,0 1 0,-1-1 0,0 1 0,1 0 0,-1 0 0,0-1 0,0 1 0,0 0 0,-1 0 0,1 0 0,0 0 0,-1 0 0,1 0 0,-1 1 0,0-1 0,1 0 0,-1 1 0,0-1 0,0 1 0,0 0 0,0-1 0,-1 1 0,1 0 0,0 1 0,-4-2-1,2 0-89,-1 0-1,0 1 0,1 0 1,-1 0-1,0 1 0,0-1 0,1 1 1,-1 0-1,0 0 0,0 0 1,-5 2-1,8-1-30,0-1 0,1 1 0,-1-1-1,0 1 1,1 0 0,-1 0 0,0 0 0,1 0 0,-1 0 0,1 0 0,0 1 0,-1-1 0,1 0 0,0 1-1,0-1 1,0 1 0,0-1 0,0 1 0,0 0 0,0-1 0,1 1 0,-1 0 0,0-1 0,1 1 0,-1 0 0,1 0-1,0 0 1,0-1 0,0 1 0,0 4 0,0-3-12,0 1 1,1-1-1,-1 0 1,1 1-1,0-1 1,-1 0-1,2 0 0,-1 1 1,0-1-1,1 0 1,-1 0-1,1 0 0,0-1 1,0 1-1,0 0 1,0-1-1,0 1 0,1-1 1,-1 0-1,1 0 1,5 4-1,-8-6 38,1 0 0,-1 0 1,0 0-1,0 0 0,0 0 0,1 0 1,-1 0-1,0 0 0,0 0 0,1 0 1,-1 0-1,0-1 0,0 1 0,0 0 1,1 0-1,-1 0 0,0 0 0,0 0 0,0 0 1,0-1-1,1 1 0,-1 0 0,0 0 1,0 0-1,0 0 0,0-1 0,0 1 1,0 0-1,0 0 0,1 0 0,-1-1 1,0 1-1,0 0 0,0 0 0,0-1 0,0 1 1,0 0-1,0 0 0,0 0 0,0-1 1,0 1-1,0 0 0,0-1 0,0 1 25,0-1-1,0 0 1,0 1 0,0-1-1,0 0 1,0 1-1,0-1 1,1 0-1,-1 1 1,0-1 0,1 1-1,-1-1 1,0 0-1,1 1 1,-1-1-1,0 1 1,1-1 0,-1 1-1,1-1 1,-1 1-1,1 0 1,0-1-1,-1 1 1,1 0 0,-1-1-1,1 1 1,0 0-1,-1 0 1,1-1-1,-1 1 1,1 0 0,0 0-1,-1 0 1,1 0-1,0 0 1,0 0-1,8 3-40,0 0 0,-1 0 0,1 1 0,-1 0 0,8 6 0,-9-6 5,1 1 0,-1-1 1,1-1-1,0 1 1,0-1-1,0-1 1,15 4-1,-13-5 46,1-1-1,-1 0 1,1-1 0,-1 0-1,1 0 1,-1-1 0,0 0-1,0-1 1,0 0 0,0-1-1,0 0 1,-1 0 0,0-1-1,0-1 1,0 1 0,0-1-1,-1-1 1,0 1 0,0-2-1,-1 1 1,0-1 0,0 0-1,-1 0 1,0-1 0,6-11-1,1-3 11,-2 0-1,0 0 1,-2-1-1,0 0 1,-2-1-1,-1 0 1,-1 0-1,0 0 0,0-34 1,-5 47-23,2-1 36,-1-1-1,-1 0 0,0 0 0,-1 0 0,0 0 0,-1 0 1,-1 1-1,0-1 0,-1 1 0,-7-18 0,11 31-64,0-1 0,-1 0 0,1 0-1,0 0 1,-1 0 0,1 0 0,-1 0-1,1 1 1,-1-1 0,1 0 0,-1 0-1,0 1 1,1-1 0,-1 0 0,0 1 0,0-1-1,1 1 1,-1-1 0,0 1 0,0-1-1,0 1 1,1 0 0,-1-1 0,0 1-1,0 0 1,0-1 0,-1 1 0,1 1 0,0 0 1,0 0 0,0 0 0,0 0-1,1 0 1,-1 0 0,0 0-1,1 0 1,-1 0 0,1 0 0,-1 0-1,1 0 1,-1 0 0,1 1 0,0-1-1,0 0 1,-1 2 0,-3 59 130,5-30-189,1-1 1,2 1-1,1-1 1,2-1-1,10 32 1,64 144-834,-16-46-230,-54-125-2374,-7-15-3000</inkml:trace>
</inkml:ink>
</file>

<file path=ppt/ink/ink1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54.640"/>
    </inkml:context>
    <inkml:brush xml:id="br0">
      <inkml:brushProperty name="width" value="0.035" units="cm"/>
      <inkml:brushProperty name="height" value="0.035" units="cm"/>
    </inkml:brush>
  </inkml:definitions>
  <inkml:trace contextRef="#ctx0" brushRef="#br0">395 554 8968,'-7'-9'1383,"-1"0"-880,0-1 0,0 2-1,-1-1 1,-1 1 0,1 1-1,-19-11 1,22 14-346,0 1 0,-1 0-1,1 0 1,-1 0 0,0 1 0,0 0-1,0 1 1,0 0 0,0 0 0,0 0-1,0 1 1,0 0 0,0 0 0,0 0-1,-10 3 1,8 0-140,1 0 0,-1 1-1,1 0 1,-1 1 0,1 0 0,0 0-1,1 0 1,-1 1 0,1 0-1,1 1 1,-1 0 0,1 0 0,0 0-1,-7 12 1,3-5-4,1 1 0,1 1 0,0 0 0,1 0 0,0 1 0,-6 29 0,10-30-29,1-1 0,1 0 0,0 1 0,1-1 0,3 27 0,-2-38 11,0 0 0,0 0-1,0 0 1,0 0 0,0 0 0,1-1 0,-1 1 0,1-1 0,0 1 0,0-1 0,1 0 0,2 4 0,-3-5 3,0-1 1,0 0 0,0 0 0,-1 1 0,1-1-1,0-1 1,0 1 0,0 0 0,1 0 0,-1-1-1,0 1 1,0-1 0,0 0 0,0 0 0,0 0-1,1 0 1,-1 0 0,0 0 0,0 0 0,0-1-1,0 1 1,1-1 0,-1 1 0,2-2 0,2-1 2,-1 0 0,1 0-1,-1-1 1,0 1 0,0-1 0,0 0 0,0-1 0,-1 1 0,1-1 0,-1 0 0,0 0 0,-1 0 0,5-9 0,7-14 21,17-40-1,-25 52-13,13-35 11,-2 0 1,-2-1 0,-2-1 0,-2-1-1,-3 0 1,-3 0 0,-1-1 0,-4 1-1,-5-67 1,4 121-19,-7-48 52,7 45-38,0 1 1,-1 0-1,0-1 0,1 1 1,-1 0-1,0-1 0,0 1 1,0 0-1,0 0 1,0 0-1,-1 0 0,1 0 1,-1 0-1,1 0 0,-1 0 1,-3-2-1,5 4-12,-1 0 1,1 0-1,-1 0 0,1 0 1,0 0-1,-1 0 0,1 0 1,0 1-1,-1-1 0,1 0 0,0 0 1,-1 0-1,1 1 0,0-1 1,-1 0-1,1 0 0,0 1 1,0-1-1,-1 0 0,1 1 0,0-1 1,0 0-1,0 1 0,-1-1 1,1 0-1,0 1 0,0-1 1,0 1-1,0-1 0,0 0 0,0 1 1,0-1-1,0 1 0,0-1 1,0 0-1,0 1 0,0 0 1,-2 21-52,2-20 50,-1 48-9,1 0 1,3-1-1,3 1 0,12 58 0,-12-83-7,2 1 0,0-1 0,1 0-1,2-1 1,0 0 0,2-1 0,0 0 0,2-1-1,29 35 1,-40-52 6,0-1-1,0 0 0,1 0 1,0-1-1,0 1 1,0-1-1,0 0 0,0 0 1,0 0-1,1-1 1,8 3-1,-11-5 9,-1 0 0,0 1 0,0-1 0,0 0 0,1 0 0,-1 0 0,0 0 0,0-1 0,1 1 1,-1-1-1,0 1 0,0-1 0,0 0 0,0 1 0,0-1 0,0 0 0,0-1 0,0 1 0,0 0 0,0-1 0,-1 1 0,1 0 0,0-1 0,-1 0 0,1 1 0,-1-1 0,0 0 0,0 0 0,1 0 1,-1 0-1,0 0 0,0-3 0,6-14 53,-1 0 0,-1 0 1,-1-1-1,-1 0 1,-1 0-1,0 0 0,-1 0 1,-2 0-1,0 0 0,-4-24 1,-1 25 984,21 42-987,7 1 96,43 37-1,-14-25-1166,2-12-3773,-36-23-22,-8-3-1319</inkml:trace>
</inkml:ink>
</file>

<file path=ppt/ink/ink1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54.731"/>
    </inkml:context>
    <inkml:brush xml:id="br0">
      <inkml:brushProperty name="width" value="0.035" units="cm"/>
      <inkml:brushProperty name="height" value="0.035" units="cm"/>
    </inkml:brush>
  </inkml:definitions>
  <inkml:trace contextRef="#ctx0" brushRef="#br0">0 0 7847,'0'0'-1505</inkml:trace>
</inkml:ink>
</file>

<file path=ppt/ink/ink1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55.074"/>
    </inkml:context>
    <inkml:brush xml:id="br0">
      <inkml:brushProperty name="width" value="0.035" units="cm"/>
      <inkml:brushProperty name="height" value="0.035" units="cm"/>
    </inkml:brush>
  </inkml:definitions>
  <inkml:trace contextRef="#ctx0" brushRef="#br0">180 0 8968,'0'0'4971,"-11"7"-4785,-2 1-142,-1 0-1,1 2 0,0-1 0,1 2 1,-21 22-1,30-30-51,0 1 1,0-1-1,0 0 0,1 1 1,-1 0-1,1-1 1,0 1-1,0 0 0,0 0 1,1 0-1,-1 0 1,1 0-1,0 1 0,0-1 1,1 0-1,-1 1 1,1-1-1,0 0 0,0 1 1,0-1-1,1 0 0,0 1 1,-1-1-1,1 0 1,1 0-1,-1 0 0,1 0 1,0 0-1,-1 0 1,2 0-1,1 4 0,5 1-11,0 1 0,1-1 0,-1 0-1,2-1 1,13 9 0,-14-11 24,-1 0 1,-1 0 0,1 1 0,-1 1-1,0-1 1,-1 1 0,0 0 0,7 10-1,-14-17 6,1 0 1,0 0-1,-1 1 0,1-1 0,0 0 0,-1 0 1,1 0-1,-1 0 0,0 1 0,1-1 0,-1 0 0,0 0 1,0 1-1,0-1 0,0 0 0,0 0 0,0 1 0,0-1 1,0 0-1,-1 0 0,1 1 0,0-1 0,-1 0 0,1 0 1,-1 0-1,1 0 0,-1 1 0,0-1 0,1 0 0,-2 1 1,-1 0 3,0 0 0,0 0 0,0 0 0,0 0 0,0 0 0,-1-1 0,1 0 0,0 1 0,-1-1 0,-6 1 0,-8 1 8,-1-1 0,1-1 0,-22 0 0,37-1-26,1-1-1,-1 1 1,1 0 0,-1-1 0,1 1 0,-1-1 0,1 0 0,0 0 0,-1 0 0,1 0 0,0 0 0,0 0 0,0-1 0,0 1 0,0-1 0,0 1 0,0-1 0,0 0 0,1 0 0,-1 0 0,-1-2 0,0-1-487,0 0 0,1-1 1,0 1-1,0-1 0,0 1 1,1-1-1,0 1 1,-1-11-1,-1-35-7251</inkml:trace>
</inkml:ink>
</file>

<file path=ppt/ink/ink1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55.604"/>
    </inkml:context>
    <inkml:brush xml:id="br0">
      <inkml:brushProperty name="width" value="0.035" units="cm"/>
      <inkml:brushProperty name="height" value="0.035" units="cm"/>
    </inkml:brush>
  </inkml:definitions>
  <inkml:trace contextRef="#ctx0" brushRef="#br0">1 0 14478,'1'11'-198,"53"311"324,-9-82-81,-41-191 234,-5-43 455,-2-31-145,2 12-520,0-1 1,0 0 0,2 1 0,0-1 0,0 0 0,1 1 0,5-18 0,-6 27-62,1 0-1,-1 0 1,1-1 0,0 1-1,0 0 1,1 0 0,-1 1-1,1-1 1,-1 0-1,1 1 1,1 0 0,-1-1-1,0 1 1,1 1 0,-1-1-1,1 0 1,0 1 0,0 0-1,0 0 1,0 0-1,0 0 1,1 1 0,-1-1-1,1 1 1,7-1 0,-3 2-7,0 0 0,0 0 0,0 1 0,0 0 0,-1 1 0,1 0 0,0 0 0,-1 1 0,1 0 0,-1 1 0,0 0 0,0 0 0,0 1 0,0-1 0,-1 2 0,0-1 0,0 1 0,-1 0 0,1 1 0,-1-1 0,0 1 0,-1 0 0,0 1 0,0-1 0,-1 1 0,0 0 0,0 0 0,0 1 0,-1-1 0,-1 1 0,3 12 0,-16-50 282,8 21-286,0 0 0,0 0-1,0 0 1,-2-15 0,3 11 23,1-1 0,1 0 0,0 0 1,0 1-1,5-23 0,-5 33-13,1-1 0,0 0 0,0 1 0,0-1 0,0 0 0,0 1 0,0-1 0,1 1 0,0 0 1,-1-1-1,1 1 0,0 0 0,0 0 0,0 0 0,0 0 0,0 0 0,1 1 0,-1-1 0,0 1 0,1-1 0,0 1 0,-1 0 0,1 0 0,-1 0 0,1 0 0,0 1 0,0-1 0,0 1 0,-1 0 0,1-1 0,5 2 1,-1-1 14,0 1 1,-1 0-1,1 0 1,0 1 0,-1 0-1,1 0 1,-1 1 0,0-1-1,0 1 1,0 1 0,0-1-1,-1 1 1,1 0 0,-1 0-1,0 1 1,0-1 0,5 7-1,-4-4-199,-1 0 0,0 0-1,0 1 1,0 0 0,4 11-1,-6-12-534,-1-1-1,1 1 0,-2 0 0,1 0 1,-1 0-1,0 0 0,0 7 1,-1 7-4654</inkml:trace>
</inkml:ink>
</file>

<file path=ppt/ink/ink1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55.758"/>
    </inkml:context>
    <inkml:brush xml:id="br0">
      <inkml:brushProperty name="width" value="0.035" units="cm"/>
      <inkml:brushProperty name="height" value="0.035" units="cm"/>
    </inkml:brush>
  </inkml:definitions>
  <inkml:trace contextRef="#ctx0" brushRef="#br0">1 0 16015,'0'0'128</inkml:trace>
</inkml:ink>
</file>

<file path=ppt/ink/ink1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56.180"/>
    </inkml:context>
    <inkml:brush xml:id="br0">
      <inkml:brushProperty name="width" value="0.035" units="cm"/>
      <inkml:brushProperty name="height" value="0.035" units="cm"/>
    </inkml:brush>
  </inkml:definitions>
  <inkml:trace contextRef="#ctx0" brushRef="#br0">0 0 15118,'6'8'-176,"21"32"63,-1 1 1,-2 1-1,26 64 0,-38-77 191,-1 0-1,-2 1 0,-1 0 1,-1 1-1,-1 0 1,1 51-1,-9-78 2025,-3-13-1217,-3-13-541,6 10-297,0 0-1,1 1 1,1-1 0,0 0 0,0 1-1,1-1 1,1 0 0,0 1-1,0-1 1,6-13 0,-7 22-54,0-1-1,0 0 1,1 1-1,0-1 1,0 1 0,0 0-1,0 0 1,0-1 0,1 1-1,-1 1 1,1-1 0,0 0-1,0 1 1,0-1-1,0 1 1,0 0 0,0 0-1,1 0 1,-1 0 0,1 1-1,0-1 1,-1 1 0,1 0-1,0 0 1,0 1 0,-1-1-1,1 1 1,0-1-1,0 1 1,0 0 0,0 1-1,0-1 1,0 1 0,5 1-1,-4 0 6,-1 0 0,0-1 1,1 2-1,-1-1 0,0 0 0,0 1 0,-1 0 0,1 0 0,0 0 0,-1 0 0,0 1 0,0-1 0,0 1 1,0 0-1,0 0 0,-1 0 0,0 0 0,0 0 0,0 1 0,0-1 0,-1 1 0,1-1 0,-1 1 1,0-1-1,0 6 0,0-4 4,0 0 0,-1 0 0,1 0 0,-1-1-1,0 1 1,-1 0 0,1 0 0,-1 0 0,-1 0 0,1 0 0,-1-1 0,0 1 0,0 0 0,0-1 0,-1 0 0,0 0 0,0 0 0,0 0 0,-7 8 0,4-8-32,-1 0 0,0 0 1,-1 0-1,1-1 0,-1 0 0,0 0 1,0-1-1,-9 3 0,-17-1-3439,34-5 3339,0 0 0,-1 0-1,1 0 1,0 0 0,0 0 0,-1-1 0,1 1 0,0 0 0,0 0 0,-1 0 0,1 0-1,0-1 1,0 1 0,0 0 0,0 0 0,-1-1 0,1 1 0,0 0 0,0 0 0,0-1-1,0 1 1,0 0 0,0 0 0,0-1 0,-1 1 0,1 0 0,0 0 0,0-1 0,0 1-1,0 0 1,0-1 0,0 1 0,1 0 0,-1 0 0,0-1 0,0 1 0,0 0 0,0 0 0,0-1-1,0-2-990,0-18-3486</inkml:trace>
</inkml:ink>
</file>

<file path=ppt/ink/ink1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56.495"/>
    </inkml:context>
    <inkml:brush xml:id="br0">
      <inkml:brushProperty name="width" value="0.035" units="cm"/>
      <inkml:brushProperty name="height" value="0.035" units="cm"/>
    </inkml:brush>
  </inkml:definitions>
  <inkml:trace contextRef="#ctx0" brushRef="#br0">0 0 12300,'0'0'2258,"6"7"-2258,11 19 24,-7-10-12,1 0-1,1 0 1,1-1-1,22 21 1,-33-33-10,0-1 1,1 0 0,-1 0 0,0-1-1,1 1 1,-1 0 0,1-1 0,0 1-1,0-1 1,-1 0 0,1 0 0,0 0 0,0 0-1,0-1 1,0 1 0,0-1 0,0 0-1,0 0 1,0 0 0,0 0 0,0 0-1,0-1 1,0 1 0,0-1 0,0 0-1,0 0 1,0 0 0,0 0 0,0 0 0,-1-1-1,1 1 1,-1-1 0,1 0 0,-1 0-1,1 0 1,-1 0 0,2-3 0,7-8 63,-1 0 0,-1-1 0,-1 0 0,0-1 0,9-21 0,-8 16 733,-8 19-772,-1 1 0,0 0-1,1 0 1,-1 0-1,0 0 1,1 0 0,-1 0-1,0 0 1,1 0 0,-1 0-1,0 0 1,1 0-1,-1 0 1,0 0 0,1 0-1,-1 0 1,0 0 0,1 0-1,-1 0 1,0 0-1,1 1 1,-1-1 0,0 0-1,1 0 1,-1 0-1,0 0 1,0 1 0,1-1-1,-1 0 1,0 0 0,0 1-1,1-1 1,-1 0-1,0 1 1,0-1 0,0 0-1,0 0 1,0 1 0,1-1-1,-1 0 1,0 1-1,0-1 1,0 0 0,0 1-1,13 21-237,-11-19 319,4 6-84,0 0 0,0-1 0,1 0 0,0 0 0,0-1 0,1 0 0,-1 0 0,18 10 0,-22-15-116,0 0 0,1-1-1,-1 1 1,1-1 0,-1 0-1,1 0 1,0 0 0,-1 0-1,1 0 1,0-1 0,0 0-1,4 0 1,-5 0-166,0-1 0,0 0 0,0 0 0,-1 0 0,1 0 0,0 0 1,0 0-1,-1-1 0,1 1 0,-1-1 0,1 0 0,-1 0 0,0 0 0,1 0 0,-1 0 0,0 0 0,2-4 0,13-20-4071</inkml:trace>
</inkml:ink>
</file>

<file path=ppt/ink/ink1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56.679"/>
    </inkml:context>
    <inkml:brush xml:id="br0">
      <inkml:brushProperty name="width" value="0.035" units="cm"/>
      <inkml:brushProperty name="height" value="0.035" units="cm"/>
    </inkml:brush>
  </inkml:definitions>
  <inkml:trace contextRef="#ctx0" brushRef="#br0">9 0 13068,'0'0'225,"-8"65"-418,16-13 225,8 10 0,4 3-32,3 2 32,-3 2-32,-4-2 0,-6-1-64,-9-7-1057,-1-9-1441,-11-14-3460</inkml:trace>
</inkml:ink>
</file>

<file path=ppt/ink/ink1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56.883"/>
    </inkml:context>
    <inkml:brush xml:id="br0">
      <inkml:brushProperty name="width" value="0.035" units="cm"/>
      <inkml:brushProperty name="height" value="0.035" units="cm"/>
    </inkml:brush>
  </inkml:definitions>
  <inkml:trace contextRef="#ctx0" brushRef="#br0">0 191 11563,'3'-11'379,"-2"3"-170,1 0 0,0 0 1,0 1-1,1-1 0,0 0 1,1 1-1,-1 0 0,1 0 0,1 0 1,-1 0-1,1 1 0,0 0 0,1 0 1,11-10-1,-6 8-154,1 0 0,0 1 1,0 1-1,0 0 0,1 0 0,0 1 1,0 1-1,0 0 0,22-3 0,-30 6-48,1 0-1,0 1 0,0 0 0,-1 0 1,1 0-1,0 1 0,0-1 0,-1 1 1,1 1-1,0-1 0,-1 1 1,0 0-1,1 0 0,-1 1 0,0-1 1,0 1-1,0 0 0,0 1 0,-1-1 1,1 1-1,-1 0 0,0 0 0,0 0 1,0 1-1,3 5 0,4 9 17,-1 2 1,0-1-1,-2 1 0,0 1 0,5 26 0,-1 18-4982</inkml:trace>
</inkml:ink>
</file>

<file path=ppt/ink/ink1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57.038"/>
    </inkml:context>
    <inkml:brush xml:id="br0">
      <inkml:brushProperty name="width" value="0.035" units="cm"/>
      <inkml:brushProperty name="height" value="0.035" units="cm"/>
    </inkml:brush>
  </inkml:definitions>
  <inkml:trace contextRef="#ctx0" brushRef="#br0">1 1 10890,'0'0'-5413</inkml:trace>
</inkml:ink>
</file>

<file path=ppt/ink/ink1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57.589"/>
    </inkml:context>
    <inkml:brush xml:id="br0">
      <inkml:brushProperty name="width" value="0.035" units="cm"/>
      <inkml:brushProperty name="height" value="0.035" units="cm"/>
    </inkml:brush>
  </inkml:definitions>
  <inkml:trace contextRef="#ctx0" brushRef="#br0">0 285 13773,'3'7'-272,"1"2"259,0 0 0,1 0 0,0 0 0,0-1 1,1 1-1,0-1 0,10 10 0,-13-15 34,0 0 0,1 0 0,0 0 0,-1-1 0,1 1 0,0-1-1,1 0 1,-1 0 0,0 0 0,1-1 0,-1 0 0,0 0 0,1 0 0,0 0 0,-1 0 0,1-1-1,-1 0 1,1 0 0,0 0 0,6-2 0,-10 2 4,1 0 0,0-1-1,0 0 1,-1 1 0,1-1 0,0 0 0,-1 1-1,1-1 1,-1 0 0,1 0 0,-1 0-1,1-1 1,-1 1 0,0 0 0,1-1 0,-1 1-1,0 0 1,0-1 0,0 1 0,0-1 0,0 0-1,-1 1 1,1-1 0,0 0 0,-1 1-1,1-1 1,-1 0 0,1 0 0,-1 0 0,0 1-1,0-1 1,0 0 0,0 0 0,0 0-1,0 1 1,-1-1 0,1 0 0,-1 0 0,0-3-1,-1-1 2,0 0 0,0 1 0,0-1 0,0 0 0,-1 1 0,0-1-1,0 1 1,0 0 0,-1 0 0,-7-8 0,2 7-44,1 0-1,-2 0 1,1 1-1,-1 0 1,0 0-1,-20-5 1,7 1 30,22 9-11,1 0 0,0 0 1,-1 0-1,1 0 1,0-1-1,0 1 1,-1 0-1,1 0 1,0 0-1,0-1 0,0 1 1,-1 0-1,1 0 1,0 0-1,0-1 1,0 1-1,-1 0 1,1-1-1,0 1 0,0 0 1,0 0-1,0-1 1,0 1-1,0 0 1,0-1-1,0 1 1,0 0-1,0-1 0,0 1 1,0 0-1,0 0 1,0-1-1,0 1 1,0 0-1,0-1 1,0 1-1,0 0 0,0 0 1,1-1-1,-1 1 1,0 0-1,0-1 1,0 1-1,1 0 1,-1 0-1,0 0 0,0-1 1,0 1-1,1 0 1,-1 0-1,0 0 1,0-1-1,1 1 1,-1 0-1,0 0 0,1 0 1,-1 0-1,0 0 1,0 0-1,1 0 1,-1 0-1,0 0 1,1 0-1,-1 0 0,0 0 1,1 0-1,-1 0 1,22-9 17,-10 5-15,0 1 1,0 0-1,0 1 0,0 1 1,0 0-1,1 0 1,-1 1-1,0 1 0,1 0 1,-1 1-1,0 0 0,0 1 1,0 0-1,0 1 0,-1 0 1,1 1-1,-1 0 1,0 1-1,-1 0 0,1 1 1,15 13-1,-18-13-251,8 4 1176,-15-11-886,-1 0 0,0 0 0,1-1-1,-1 1 1,1 0 0,-1 0 0,0 0-1,1 0 1,-1-1 0,0 1-1,1 0 1,-1 0 0,0-1 0,1 1-1,-1 0 1,0-1 0,0 1 0,1 0-1,-1-1 1,0 1 0,0 0-1,1-1 1,-1 1 0,0 0 0,0-1-1,0 1 1,0-1 0,0 1 0,0 0-1,0-1 1,0 1 0,0-1-1,0 1 1,0 0 0,0-1 0,0 1-1,0-1 1,0 1 0,0-1 0,0 1-1,0 0 1,-1-1 0,2-23 721,0 0 0,2 0 0,5-25 0,-5 38-740,0-1-1,0 2 0,1-1 1,0 0-1,1 1 1,0-1-1,1 1 0,10-13 1,-14 20-27,1 1 0,-1 0 0,1-1 0,-1 1 0,1 0 0,-1 1 0,1-1 0,0 0 0,0 1 0,0 0 1,0-1-1,0 1 0,0 0 0,0 1 0,0-1 0,1 1 0,-1-1 0,0 1 0,0 0 0,1 0 0,-1 0 0,0 1 0,0-1 0,1 1 0,-1-1 0,0 1 0,0 0 1,0 1-1,0-1 0,0 0 0,0 1 0,-1 0 0,5 2 0,3 3 5,0 0 1,0 1-1,-1 0 1,0 0-1,-1 1 1,1 0-1,10 17 1,-12-15-19,0 1 1,-1 0-1,-1 0 1,0 0-1,0 1 1,4 19-1,-7-17-935,1 0-1,-1 30 1,-2-8-3325</inkml:trace>
</inkml:ink>
</file>

<file path=ppt/ink/ink1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3:58.631"/>
    </inkml:context>
    <inkml:brush xml:id="br0">
      <inkml:brushProperty name="width" value="0.035" units="cm"/>
      <inkml:brushProperty name="height" value="0.035" units="cm"/>
    </inkml:brush>
  </inkml:definitions>
  <inkml:trace contextRef="#ctx0" brushRef="#br0">8 1409 2626,'0'0'1410,"-1"-7"-156,0 2-935,-1-2 312,1 1 0,0 0-1,0-1 1,1 1 0,0-1 0,0 1 0,1-10-1,30 16-427,67 7 314,159 4 1128,743-79-565,-4-81-97,-387 52-563,3706-529 3973,-2746 346-4612,-1403 238-2427,-62 3-2486,-4-14-6415</inkml:trace>
</inkml:ink>
</file>

<file path=ppt/ink/ink1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00.253"/>
    </inkml:context>
    <inkml:brush xml:id="br0">
      <inkml:brushProperty name="width" value="0.035" units="cm"/>
      <inkml:brushProperty name="height" value="0.035" units="cm"/>
    </inkml:brush>
  </inkml:definitions>
  <inkml:trace contextRef="#ctx0" brushRef="#br0">0 4157 1345,'0'0'6134,"8"0"-5669,19 3 386,1-1 0,0-1 0,0-2 0,0-1 0,0-1 0,46-11 0,-66 12-803,263-87 1383,-226 71-1000,-2-1 0,1-3 0,75-52 0,-63 35-65,-2-3 1,-2-1-1,-2-3 0,69-82 0,-22 9-38,56-78-134,-130 164-88,-3-1 0,-1 0 0,-1-2 0,17-48 0,7-62 194,32-202-1,-37 153-284,120-427 540,-46 206-400,-76 270-1176,185-625-9542,-82 467 4952,-92 208 3187,-27 57 1277</inkml:trace>
</inkml:ink>
</file>

<file path=ppt/ink/ink1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00.787"/>
    </inkml:context>
    <inkml:brush xml:id="br0">
      <inkml:brushProperty name="width" value="0.035" units="cm"/>
      <inkml:brushProperty name="height" value="0.035" units="cm"/>
    </inkml:brush>
  </inkml:definitions>
  <inkml:trace contextRef="#ctx0" brushRef="#br0">1 1 96,'7'0'587,"43"0"680,0 1-1,-1 3 1,55 12-1,-32 0 43,-1 3 0,-1 3-1,-1 4 1,-1 2 0,-1 3-1,99 63 1,-117-58-554,-1 3 0,-2 1-1,-2 3 1,-2 1 0,-2 3-1,-1 1 1,41 70 0,-73-105-777,-7-13-40,0 0 0,0 0 0,-1 0 0,1 0 0,0-1 0,0 1 1,0 0-1,0 0 0,-1 0 0,1 0 0,0 0 0,0 0 0,0 0 0,-1 0 0,1 0 0,0 0 0,0 0 0,0 0 0,-1 0 1,1 0-1,0 0 0,0 0 0,0 0 0,-1 0 0,1 0 0,0 0 0,0 0 0,0 0 0,-1 0 0,1 0 0,0 0 1,0 0-1,0 0 0,0 0 0,-1 1 0,1-1 0,0 0 0,0 0 0,0 0 0,0 0 0,0 0 0,-1 1 0,1-1 1,0 0-1,0 0 0,0 0 0,0 1 0,0-1 0,0 0 0,0 0 0,0 0 0,0 1 0,0-1 0,0 0 0,0 0 1,0 0-1,0 1 0,0-1 0,0 0 0,0 0 0,0 0 0,0 1 0,0-1 0,0 0 0,0 0 0,0 0 0,0 1 1,0-1-1,1 0 0,-26-11-3814</inkml:trace>
</inkml:ink>
</file>

<file path=ppt/ink/ink1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02.826"/>
    </inkml:context>
    <inkml:brush xml:id="br0">
      <inkml:brushProperty name="width" value="0.035" units="cm"/>
      <inkml:brushProperty name="height" value="0.035" units="cm"/>
    </inkml:brush>
  </inkml:definitions>
  <inkml:trace contextRef="#ctx0" brushRef="#br0">27 1154 3171,'0'0'3123,"-1"-7"-2595,-22-72 3551,22 75-3918,1-1 0,-1 0-1,1 0 1,0 0 0,0 0 0,0 1 0,1-1 0,0 0 0,0 0-1,0 0 1,0 1 0,1-1 0,3-7 0,37-61-203,-19 36 341,14-32 503,-5 10-384,53-77 1,-85 136-419,179-226 60,-153 197-47,3 1-1,0 2 0,1 1 0,1 1 0,47-26 0,4 0 0,-46 28 1,0 0 0,1 3 0,64-25 0,-54 29-3,0 3 0,74-12-1,-98 22 42,-1 0-1,1 2 1,0 1-1,0 0 1,0 2-1,-1 0 0,38 11 1,605 236 2837,-624-232-2823,-2 2 0,-1 2 1,0 2-1,-2 1 0,-1 2 0,-1 1 1,-1 2-1,52 60 0,50 65-31,61 75 387,-159-181 1,-2 1-1,54 105 0,170 495-192,-233-579-196,144 460 76,88 224 2216,-206-640-2290,126 203-1,-160-294 11,0-1 0,1-1 0,2-1 0,0-1 0,1 0 0,46 30 0,160 81 301,-220-127-345,15 7 59,1-1 0,-1-2-1,1 0 1,1-1 0,0-2-1,0 0 1,30 1 0,182-7 684,-103-3-567,-111 4-190,-1-2 0,1 0 0,0-1 0,-1-2 0,0 0 0,0-2 0,0 0 0,-1-1 0,0-1 0,-1-1 0,0-1 0,0-1 0,26-21 0,-43 30-279,0-1-1,0 1 0,0-1 1,0 1-1,-1-1 0,0 0 1,0 0-1,0 0 0,0 0 1,0 0-1,-1 0 0,0-1 1,0 1-1,0-1 0,0 1 1,-1-5-1,2-54-7181</inkml:trace>
</inkml:ink>
</file>

<file path=ppt/ink/ink1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03.887"/>
    </inkml:context>
    <inkml:brush xml:id="br0">
      <inkml:brushProperty name="width" value="0.035" units="cm"/>
      <inkml:brushProperty name="height" value="0.035" units="cm"/>
    </inkml:brush>
  </inkml:definitions>
  <inkml:trace contextRef="#ctx0" brushRef="#br0">35 0 1537,'0'0'2018,"0"9"-1954,-16 242 398,0 4-11,13-80-114,7-1-1,34 214 0,24-41-308,37 275 8,-50 49 2048,19 168 914,51 84 862,-94-721-5275,-25-188-2209,-2-6-1176</inkml:trace>
</inkml:ink>
</file>

<file path=ppt/ink/ink1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04.865"/>
    </inkml:context>
    <inkml:brush xml:id="br0">
      <inkml:brushProperty name="width" value="0.035" units="cm"/>
      <inkml:brushProperty name="height" value="0.035" units="cm"/>
    </inkml:brush>
  </inkml:definitions>
  <inkml:trace contextRef="#ctx0" brushRef="#br0">1 29 9801,'0'0'967,"2"8"-17,179 746 3096,-177-727-4117,-5-17 302,-7-18 1003,-6-24-1103,1 0 1,1-1-1,2-1 1,2 0 0,-7-46-1,5 24-109,-56-284 26,69 355-42,2 1 0,0-1 1,1 0-1,0 0 0,1-1 0,1 1 0,0-2 0,1 1 0,1-1 1,0 0-1,0-1 0,23 20 0,-31-30-5,1 0 1,-1-1-1,1 1 0,0 0 1,-1-1-1,1 0 0,0 1 0,0-1 1,0 0-1,0-1 0,0 1 1,0 0-1,0-1 0,0 0 0,0 0 1,1 1-1,-1-2 0,0 1 1,0 0-1,6-2 0,-6 0 3,0 0 0,0 0 0,0 0 0,0 0 0,0 0 1,0-1-1,0 1 0,-1-1 0,1 0 0,-1 0 0,0 0 0,0 0 0,0 0 0,3-6 0,2-8 11,-2 1 0,1-1 0,-2 0 0,0 0 0,-1-1-1,0-17 1,-2 31-9,2-24 28,-1-1 0,-1 0-1,-2 1 1,-1-1 0,-7-39 0,10 127 553,5-35-645,0-1 0,1 0 0,1 0 0,2-1 0,0 0 0,1 0 0,1-1 0,1-1 0,1 0 0,1 0 0,1-2 0,0 0 0,1-1 0,22 17 0,-35-31-734,0 0 1,0 0 0,1-1-1,-1 0 1,1 0 0,-1 0 0,1 0-1,8 1 1,6-2-6426</inkml:trace>
</inkml:ink>
</file>

<file path=ppt/ink/ink1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05.050"/>
    </inkml:context>
    <inkml:brush xml:id="br0">
      <inkml:brushProperty name="width" value="0.035" units="cm"/>
      <inkml:brushProperty name="height" value="0.035" units="cm"/>
    </inkml:brush>
  </inkml:definitions>
  <inkml:trace contextRef="#ctx0" brushRef="#br0">1 1 14830,'0'0'2114,"10"43"-1858,-1-13 417,3 15-225,1 10-320,0 5 1,3 6-97,-1-1 32,-2-6-289,-5-20-6853</inkml:trace>
</inkml:ink>
</file>

<file path=ppt/ink/ink1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07.470"/>
    </inkml:context>
    <inkml:brush xml:id="br0">
      <inkml:brushProperty name="width" value="0.035" units="cm"/>
      <inkml:brushProperty name="height" value="0.035" units="cm"/>
    </inkml:brush>
  </inkml:definitions>
  <inkml:trace contextRef="#ctx0" brushRef="#br0">341 72 6726,'0'0'924,"-1"-9"-219,-1 5-501,1 0 0,0 0 0,-1 0 1,0 0-1,0 1 0,0-1 0,0 0 1,0 1-1,-1-1 0,0 1 0,-5-6 1,6 8-108,0 0 0,0-1 0,0 1 0,0 0 0,0 0-1,0 0 1,0 0 0,0 0 0,-1 1 0,1-1 0,0 1 0,-1-1 0,1 1 0,0 0 0,-1 0 0,1 0 0,0 0 0,-1 0 0,1 1 0,0-1 0,-1 1 0,1-1 0,0 1 0,0 0 0,0 0 0,0 0 0,-1 0 0,-2 3 0,-9 7-83,0 1 0,1 1 0,0 0 0,1 1 0,1 0 0,0 1 0,-11 18 0,0 0-14,-13 14-67,11-15 26,-22 39 0,45-71 38,1 1 0,-1 0 1,1 0-1,-1 0 0,1 0 1,-1-1-1,1 1 0,0 0 0,-1 0 1,1 0-1,0 0 0,0 0 0,0 0 1,0 0-1,0 0 0,0 0 1,0 0-1,0 0 0,0 0 0,0 0 1,0 0-1,1 0 0,-1 0 1,0 0-1,1 0 0,-1 0 0,1-1 1,-1 1-1,1 0 0,-1 0 1,1 0-1,0-1 0,-1 1 0,1 0 1,0-1-1,-1 1 0,1 0 0,0-1 1,0 1-1,0-1 0,0 1 1,0-1-1,-1 0 0,1 1 0,0-1 1,0 0-1,0 0 0,0 0 1,0 1-1,2-1 0,8 1 9,0 1-1,1-1 1,19-2 0,-14 1-13,59 0 33,-48-2-153,1 2 0,-1 1 0,1 1 0,-1 2-1,50 11 1,-77-14-10,0-1-61,0 0-1,0 0 1,0 0 0,0 1-1,0-1 1,0 0 0,0 1-1,0-1 1,0 1 0,0-1-1,0 1 1,0 0 0,0-1-1,-1 1 1,1 0 0,0-1-1,0 1 1,-1 0 0,1 0-1,0 0 1,-1 0 0,1-1-1,-1 1 1,1 0 0,-1 0-1,0 0 1,1 2 0,-2 3-3182</inkml:trace>
</inkml:ink>
</file>

<file path=ppt/ink/ink1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07.891"/>
    </inkml:context>
    <inkml:brush xml:id="br0">
      <inkml:brushProperty name="width" value="0.035" units="cm"/>
      <inkml:brushProperty name="height" value="0.035" units="cm"/>
    </inkml:brush>
  </inkml:definitions>
  <inkml:trace contextRef="#ctx0" brushRef="#br0">1 904 9801,'0'0'-101,"0"-8"112,0 4 56,0 0 0,0 1 0,1-1 0,-1 1 0,1-1 0,0 1 0,0-1 0,0 1 0,0-1 0,1 1 0,0 0 0,-1 0 0,1 0 0,0 0 0,0 0 0,1 0 0,-1 0 0,1 1 0,-1-1 0,1 1 0,0-1 0,0 1 0,0 0 0,0 0 0,0 1 0,0-1 0,1 1 0,4-2 0,93-38 1161,1 5 0,185-39 0,-205 55-1053,861-163 299,70-18-259,-570 80 54,39-11 12,-456 128-668,-36 13-756,-41 13-3317,20-16-2298</inkml:trace>
</inkml:ink>
</file>

<file path=ppt/ink/ink1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08.270"/>
    </inkml:context>
    <inkml:brush xml:id="br0">
      <inkml:brushProperty name="width" value="0.035" units="cm"/>
      <inkml:brushProperty name="height" value="0.035" units="cm"/>
    </inkml:brush>
  </inkml:definitions>
  <inkml:trace contextRef="#ctx0" brushRef="#br0">221 25 6374,'0'0'208,"-7"-4"11,2 0-83,3 2-67,0 1 0,0-1 0,-1 0-1,1 1 1,0 0 0,0 0 0,-1-1 0,1 1 0,-1 1 0,1-1 0,-1 0 0,1 0-1,-1 1 1,-2-1 0,4 1-32,1 0 0,0 0 0,-1 0 0,1 0 0,-1 0 0,1 0 0,0 0 0,-1 0 0,1 0 0,0 0 0,-1 0 0,1 0 0,0 1 0,-1-1 0,1 0 0,0 0 0,-1 0 0,1 0 0,0 1 0,-1-1 0,1 0 0,0 0 0,0 0 0,-1 1 0,1-1 0,0 0 0,0 1 0,-1-1 0,1 0 0,0 1 0,0-1 0,0 0 0,0 1 0,-1-1 0,1 0 0,0 1 0,0-1 0,6 16 1095,18 11 633,-1-15-1158,0 0 0,1-1 0,25 7 0,-27-11-446,-1 2 1,0 0-1,0 1 1,27 18-1,-46-26-153,1-1 0,-1 1 0,0 0 1,0 0-1,0 0 0,-1 0 0,1 0 0,0 1 0,-1-1 0,0 0 0,1 1 1,-1-1-1,0 1 0,0-1 0,0 1 0,-1 0 0,1-1 0,0 1 0,-1 0 1,0 0-1,0-1 0,0 1 0,0 0 0,0 0 0,-1-1 0,1 1 0,-1 0 1,1 0-1,-1-1 0,0 1 0,-2 2 0,-3 8 45,-1 0 0,0-1 0,-1 1 1,-16 18-1,21-27-40,-69 83-534,-3-3-1,-112 98 1,113-123-5858</inkml:trace>
</inkml:ink>
</file>

<file path=ppt/ink/ink1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09.748"/>
    </inkml:context>
    <inkml:brush xml:id="br0">
      <inkml:brushProperty name="width" value="0.035" units="cm"/>
      <inkml:brushProperty name="height" value="0.035" units="cm"/>
    </inkml:brush>
  </inkml:definitions>
  <inkml:trace contextRef="#ctx0" brushRef="#br0">286 322 7591,'0'-86'2878,"0"85"-2776,0 0 1,1 0-1,-1 1 1,0-1 0,0 0-1,1 0 1,-1 0-1,0 0 1,1 1 0,-1-1-1,1 0 1,-1 0-1,1 1 1,-1-1 0,1 0-1,0 1 1,-1-1-1,1 0 1,0 1 0,-1-1-1,1 1 1,0-1-1,0 1 1,0 0 0,-1-1-1,3 0 1,27 3 731,-23 0-781,1 0 0,-1 0 0,0 1 1,-1 1-1,14 7 0,-11-3-31,1 1 0,-1 0-1,-1 0 1,0 1-1,0 1 1,-1-1 0,0 1-1,-1 0 1,0 1-1,-1-1 1,0 1 0,-1 0-1,0 0 1,-1 1 0,0-1-1,-1 1 1,-1 0-1,0 0 1,-1 24 0,-1-33-20,1 0 0,-1-1 1,0 1-1,0 0 0,0 0 1,0-1-1,-1 1 0,1-1 1,-1 1-1,0-1 0,0 0 1,-1 0-1,1 0 0,0 0 1,-1 0-1,0 0 0,0-1 1,0 1-1,0-1 1,0 0-1,0 0 0,0 0 1,-1 0-1,1 0 0,-1-1 1,0 0-1,1 1 0,-1-1 1,0-1-1,0 1 0,-3 0 1,-16 2 3,1-1 0,-1-1 1,1-1-1,-24-4 0,38 4-11,-12-2-1,-1-1-1,1-1 1,0-1-1,0 0 1,-21-10 0,32 11 7,-1 0-1,1 0 1,0-1 0,1 0 0,-1-1 0,1 0 0,0 0 0,0-1 0,1 0 0,0 0 0,0-1 0,-7-9-1,13 14 9,-1 0 1,1 0-1,0 1 0,0-1 0,0 0 0,0 0 0,0 0 0,0 0 0,1 0 0,-1-1 0,1 1 0,0 0 0,0 0 0,0 0 0,1 0 0,-1 0 0,1 0 0,-1 0 0,1 0 0,0 0 0,0 0 0,1 0 1,-1 0-1,1 0 0,-1 1 0,1-1 0,0 1 0,0-1 0,0 1 0,3-3 0,7-6 105,0 0 1,0 1-1,1 1 0,24-13 1,-27 16-87,98-58 262,3 5 0,218-83 0,-247 119 192,-40 18-1608,-4 9-5207</inkml:trace>
</inkml:ink>
</file>

<file path=ppt/ink/ink1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10.043"/>
    </inkml:context>
    <inkml:brush xml:id="br0">
      <inkml:brushProperty name="width" value="0.035" units="cm"/>
      <inkml:brushProperty name="height" value="0.035" units="cm"/>
    </inkml:brush>
  </inkml:definitions>
  <inkml:trace contextRef="#ctx0" brushRef="#br0">0 1 10570,'0'0'4671,"1"8"-4436,26 142 712,-22-129-958,1 0 0,1 0 0,1-1 0,1 0 0,15 26 0,-24-46-36,24 28-690,-10-26-4955,-7-6-2235</inkml:trace>
</inkml:ink>
</file>

<file path=ppt/ink/ink1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10.637"/>
    </inkml:context>
    <inkml:brush xml:id="br0">
      <inkml:brushProperty name="width" value="0.035" units="cm"/>
      <inkml:brushProperty name="height" value="0.035" units="cm"/>
    </inkml:brush>
  </inkml:definitions>
  <inkml:trace contextRef="#ctx0" brushRef="#br0">1 1 7111,'0'0'9208,"7"10"-9095,22 34-452,-3 1 0,-1 1 0,28 78 0,-48-110-4284,-5-7-3043</inkml:trace>
</inkml:ink>
</file>

<file path=ppt/ink/ink1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11.046"/>
    </inkml:context>
    <inkml:brush xml:id="br0">
      <inkml:brushProperty name="width" value="0.035" units="cm"/>
      <inkml:brushProperty name="height" value="0.035" units="cm"/>
    </inkml:brush>
  </inkml:definitions>
  <inkml:trace contextRef="#ctx0" brushRef="#br0">0 0 7847,'0'0'6412,"3"7"-5964,9 19 233,28 42-1,-28-50-684,0 1-1,-2 1 1,0-1 0,-1 2-1,12 39 1,-20-53-3371,-6-14-644,-2-7-145</inkml:trace>
</inkml:ink>
</file>

<file path=ppt/ink/ink1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11.250"/>
    </inkml:context>
    <inkml:brush xml:id="br0">
      <inkml:brushProperty name="width" value="0.035" units="cm"/>
      <inkml:brushProperty name="height" value="0.035" units="cm"/>
    </inkml:brush>
  </inkml:definitions>
  <inkml:trace contextRef="#ctx0" brushRef="#br0">0 55 8392,'0'0'5221,"0"-49"-3876,0 45-384,0 3-96,2 1-353,4 0-351,3 13-97,1 4 64,2 6-32,2 4-32,2 9 32,1 3-96,1 4-32,0-1-64,-1-7-257,-1-8-4515</inkml:trace>
</inkml:ink>
</file>

<file path=ppt/ink/ink1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15.422"/>
    </inkml:context>
    <inkml:brush xml:id="br0">
      <inkml:brushProperty name="width" value="0.035" units="cm"/>
      <inkml:brushProperty name="height" value="0.035" units="cm"/>
    </inkml:brush>
  </inkml:definitions>
  <inkml:trace contextRef="#ctx0" brushRef="#br0">531 0 8552,'-13'20'45,"0"-1"-1,-1-1 1,0 0-1,-2-1 1,0-1-1,-1 0 1,0-1-1,-1-1 1,-1 0-1,-32 16 1,15-11 190,-2-2 0,0-1 0,-1-2 0,-80 18 1,103-30 205,13-2-207,0 0-1,0 0 1,0 0 0,0 1-1,0 0 1,0-1-1,0 1 1,0 0-1,0 0 1,-3 2 0,6-2-207,1 0 1,0 0 0,-1 0 0,1 0 0,-1-1 0,1 1 0,0 0 0,0-1 0,-1 1 0,1 0 0,0-1 0,0 1 0,0-1 0,0 1 0,0-1 0,0 1 0,0-1 0,0 0 0,0 0 0,1 1 0,72 23 266,133 24 0,19 5 121,-50 13-3759,-77-26-342,-61-27-2918</inkml:trace>
</inkml:ink>
</file>

<file path=ppt/ink/ink1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15.841"/>
    </inkml:context>
    <inkml:brush xml:id="br0">
      <inkml:brushProperty name="width" value="0.035" units="cm"/>
      <inkml:brushProperty name="height" value="0.035" units="cm"/>
    </inkml:brush>
  </inkml:definitions>
  <inkml:trace contextRef="#ctx0" brushRef="#br0">0 608 8712,'0'0'214,"9"-7"208,5-2-164,-1 1 0,1 0 0,1 1 0,0 1 0,0 0 0,0 1 0,0 1 0,19-3 0,661-113 4573,7 29-3561,694-120-1237,-1235 175-30,115-22 102,-208 48-161,0 2 0,73 2 1,-139 6-23,41 4-817,-42-4 722,0 0 0,0 1 0,0-1 0,1 0 0,-1 1 0,0-1 0,0 1 0,0-1 0,0 1 0,0 0-1,0-1 1,0 1 0,0 0 0,0 0 0,0-1 0,-1 1 0,1 0 0,0 0 0,-1 0 0,1 0 0,0 0 0,-1 0 0,1 1 0,-1-1 0,1 0 0,-1 0 0,0 0 0,0 0 0,1 0 0,-1 2 0,0 2-3388</inkml:trace>
</inkml:ink>
</file>

<file path=ppt/ink/ink1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16.231"/>
    </inkml:context>
    <inkml:brush xml:id="br0">
      <inkml:brushProperty name="width" value="0.035" units="cm"/>
      <inkml:brushProperty name="height" value="0.035" units="cm"/>
    </inkml:brush>
  </inkml:definitions>
  <inkml:trace contextRef="#ctx0" brushRef="#br0">97 1 9865,'0'0'4442,"9"5"-3769,131 55 1022,-98-45-1534,-2 2-1,0 2 1,50 32 0,-86-49-154,0 0 0,-1 1 0,0 0 0,1 0 0,-1 0 0,0 0 0,0 0 0,-1 1 1,1-1-1,-1 1 0,0 0 0,0 0 0,0 0 0,0 0 0,0 0 0,-1 0 0,2 7 0,-3-6 18,0 1 0,0-1 0,-1 0 0,1 0 0,-1 0 0,-1 1 0,1-1 0,0 0 0,-1 0 0,0-1 0,0 1 0,-1 0 0,1-1 0,-6 7 0,-43 61 67,-4-3 1,-3-2 0,-2-3 0,-77 63 0,18-30-3963</inkml:trace>
</inkml:ink>
</file>

<file path=ppt/ink/ink1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17.170"/>
    </inkml:context>
    <inkml:brush xml:id="br0">
      <inkml:brushProperty name="width" value="0.035" units="cm"/>
      <inkml:brushProperty name="height" value="0.035" units="cm"/>
    </inkml:brush>
  </inkml:definitions>
  <inkml:trace contextRef="#ctx0" brushRef="#br0">1 291 13741,'14'80'343,"4"-2"1,47 132-1,-35-122-103,28 136 1,-57-223-187,-1 1 0,1-1 0,-1 1 1,0 0-1,1-1 0,-1 1 0,0 0 0,0-1 1,0 1-1,0 0 0,0-1 0,0 1 0,-1 0 1,1-1-1,-1 1 0,0 2 0,-13-18 1676,-18-46-516,6-9-1201,3-2 0,3 0 1,4-2-1,2 1 0,4-2 1,2 0-1,6-146 1,2 219-16,0-1 1,0 1 0,0-1-1,0 1 1,0-1 0,1 1 0,-1 0-1,0-1 1,1 1 0,-1 0-1,1-1 1,0 1 0,-1 0 0,1-1-1,0 1 1,0 0 0,1-2-1,-1 3-1,-1 0-1,1-1 0,0 1 0,-1 0 0,1 0 0,0 0 0,0-1 0,-1 1 0,1 0 0,0 0 0,-1 0 0,1 0 0,0 0 0,0 1 0,-1-1 0,1 0 0,0 0 1,-1 0-1,1 1 0,0-1 0,-1 0 0,1 1 0,0-1 0,0 1 0,4 2-15,0 1 1,-1 0-1,1 0 1,-1 1 0,0-1-1,6 9 1,31 49 5,-21-30 44,1-1 0,35 37 0,-55-66-30,0-1 0,0 0 1,0 1-1,0-1 1,0 0-1,0 0 0,1 0 1,-1 0-1,0 0 1,1 0-1,-1 0 0,1-1 1,-1 1-1,1 0 1,-1-1-1,1 1 0,0-1 1,-1 0-1,1 1 1,0-1-1,-1 0 0,1 0 1,2 0-1,-2-1 12,-1 0-1,1 0 1,-1 0 0,0 0-1,1 0 1,-1-1 0,0 1-1,0 0 1,0 0 0,0-1-1,0 1 1,0-1 0,0 1-1,0-1 1,-1 1 0,1-1-1,-1 0 1,1-1 0,3-12 104,-1 0 0,-1 0 0,1-27 0,-2 39-112,-1-295 86,0 298-92,0 0 1,0-1-1,0 1 1,0-1 0,0 1-1,0 0 1,0-1-1,0 1 1,0-1-1,0 1 1,0 0-1,0-1 1,0 1 0,0-1-1,1 1 1,-1 0-1,0-1 1,0 1-1,0 0 1,1-1-1,-1 1 1,0 0-1,0-1 1,1 1 0,-1 0-1,0-1 1,1 1-1,-1 0 1,0 0-1,1-1 1,-1 1-1,0 0 1,1 0 0,12 7-20,11 22-4,49 81 48,74 104 113,-114-172-107,1-1 0,69 64 0,-98-100-187,1-1 0,-1 1 0,1-1 0,0 0 0,0 0 0,0-1 0,0 0 0,0 0 0,9 3 1,4-6-5129</inkml:trace>
</inkml:ink>
</file>

<file path=ppt/ink/ink1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18.692"/>
    </inkml:context>
    <inkml:brush xml:id="br0">
      <inkml:brushProperty name="width" value="0.035" units="cm"/>
      <inkml:brushProperty name="height" value="0.035" units="cm"/>
    </inkml:brush>
  </inkml:definitions>
  <inkml:trace contextRef="#ctx0" brushRef="#br0">0 396 8616,'0'0'5290,"10"-2"-5161,1-2-87,0 0 0,0 0 0,-1-2 1,1 1-1,-1-1 0,0 0 0,-1-1 1,1-1-1,-1 1 0,-1-1 0,14-16 1,-12 10 36,-1 1 1,-1-2 0,0 1 0,-1-1-1,0 0 1,-1-1 0,-1 1 0,-1-1-1,0 0 1,-1 0 0,0-1-1,-1 1 1,-1 0 0,-2-27 0,1 41-72,0 0 1,-1 0 0,1 0 0,0 0 0,-1 0-1,1 0 1,-1 0 0,0 0 0,0 0-1,0 0 1,0 0 0,0 0 0,0 1 0,0-1-1,0 0 1,-1 1 0,1-1 0,-1 1 0,1-1-1,-1 1 1,0 0 0,1 0 0,-1 0-1,0 0 1,0 0 0,0 0 0,0 0 0,0 0-1,0 1 1,0-1 0,-4 0 0,3 1 8,0 0 0,0 1 0,0-1-1,-1 1 1,1-1 0,0 1 0,0 0 0,0 0 0,0 0 0,0 1 0,0-1 0,0 1 0,0 0-1,1-1 1,-1 1 0,1 0 0,-1 1 0,1-1 0,-4 4 0,-4 9 13,0 1 0,1-1 0,0 2 0,2-1 0,0 1 0,0 0-1,2 1 1,0-1 0,1 1 0,1 0 0,0 0 0,2 0 0,0 1 0,1-1 0,1 0 0,0 1 0,6 21 0,-5-32-43,1 0 0,0 0 0,1-1 0,-1 1 0,2-1 0,-1 0-1,1 0 1,0 0 0,0-1 0,1 1 0,0-1 0,0-1 0,1 1 0,-1-1 0,1 0 0,0-1 0,1 1 0,-1-1-1,1-1 1,-1 0 0,1 0 0,0 0 0,1-1 0,-1 0 0,0-1 0,0 1 0,1-2 0,-1 1 0,1-1 0,-1-1 0,0 1-1,1-1 1,-1-1 0,0 0 0,0 0 0,1 0 0,-2-1 0,1 0 0,12-7 0,-3 0-1212,-1-1 0,0 0-1,28-28 1,-2-4-3905</inkml:trace>
</inkml:ink>
</file>

<file path=ppt/ink/ink1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19.331"/>
    </inkml:context>
    <inkml:brush xml:id="br0">
      <inkml:brushProperty name="width" value="0.035" units="cm"/>
      <inkml:brushProperty name="height" value="0.035" units="cm"/>
    </inkml:brush>
  </inkml:definitions>
  <inkml:trace contextRef="#ctx0" brushRef="#br0">205 175 8392,'0'-7'1335,"0"-1"-749,-1 1 1,0 0 0,0 0-1,-1-1 1,0 1 0,0 0-1,-1 0 1,-3-6 0,5 11-425,1 1 1,-1-1 0,0 1-1,0-1 1,-1 1 0,1-1 0,0 1-1,0 0 1,-1 0 0,1-1-1,-1 1 1,1 0 0,-1 0 0,1 0-1,-1 1 1,0-1 0,-3-1-1,3 2-127,0 0-1,0 0 1,-1 0-1,1 1 1,0-1-1,0 1 1,-1-1-1,1 1 1,0 0 0,0-1-1,0 1 1,0 0-1,0 0 1,0 1-1,0-1 1,0 0-1,1 1 1,-1-1-1,-1 3 1,-9 7 43,1 1 1,0 1-1,0 0 1,2 1 0,0-1-1,0 2 1,-8 19-1,12-23-52,0 1-1,1-1 0,0 1 1,1 0-1,1 0 0,-1 0 1,2 0-1,0 0 0,0 0 1,2 21-1,0-31-26,-1 0-1,0-1 1,0 1 0,1 0 0,-1-1-1,1 1 1,-1 0 0,1-1-1,0 1 1,0-1 0,0 1-1,0-1 1,0 1 0,0-1-1,0 0 1,0 1 0,0-1-1,0 0 1,1 0 0,-1 0-1,1 0 1,-1 0 0,1 0-1,-1 0 1,1-1 0,-1 1-1,1-1 1,0 1 0,-1-1-1,1 1 1,0-1 0,-1 0-1,1 0 1,0 0 0,0 0-1,-1 0 1,1 0 0,0 0-1,0-1 1,-1 1 0,1 0-1,0-1 1,2-1 0,2 0-6,0 0 0,0-1 0,0 0 0,0 0 1,0 0-1,-1-1 0,0 0 0,1 0 0,-1 0 1,5-6-1,1-6-3,-1 1 1,-1-1-1,0 0 1,-1-1-1,0 0 1,-2-1 0,0 1-1,-1-1 1,-1 0-1,-1-1 1,0 1-1,0-35 1,-15 113 463,12-51-444,0 0 0,1 1 0,0-1 0,0 0 0,1 0 0,0-1 0,1 1 0,7 15 1,-9-21-10,0 0-1,0-1 1,1 1 0,-1-1 0,1 0 0,0 1 0,0-1 0,0 0 0,0 0 0,0 0 0,0-1 0,1 1 0,-1 0 0,1-1 0,-1 1 0,1-1 0,-1 0 0,1 0 0,0 0 0,0 0 0,-1 0 0,1-1 0,0 0 0,0 1 0,0-1 0,0 0 0,0 0 0,-1 0 0,1-1 0,0 1 0,0-1-1,4-1 1,-2 0 0,-1 0 0,1-1-1,-1 1 1,0-1 0,0 0-1,0-1 1,0 1-1,-1-1 1,1 1 0,-1-1-1,0 0 1,0 0-1,0-1 1,-1 1 0,1-1-1,3-8 1,2-7 10,-1-1-1,8-33 1,-10 25 10,-4 18-22,1 0-1,0 1 1,1-1-1,0 1 1,6-15 0,-9 24-2,1-1 0,0 1 0,0-1 0,0 1 1,0-1-1,0 1 0,1-1 0,-1 1 1,0 0-1,1 0 0,-1 0 0,1 0 0,-1 0 1,1 0-1,-1 0 0,1 0 0,0 0 0,-1 1 1,1-1-1,0 1 0,-1-1 0,1 1 1,0 0-1,0 0 0,0-1 0,-1 1 0,1 1 1,0-1-1,0 0 0,0 0 0,-1 1 1,1-1-1,0 1 0,0-1 0,-1 1 0,1 0 1,-1-1-1,3 2 0,2 2 2,0 0-1,1 1 1,-2-1-1,1 1 1,0 0 0,-1 0-1,0 1 1,0 0-1,-1 0 1,0 0-1,0 0 1,0 0 0,-1 1-1,0 0 1,3 7-1,-2-2 1,0 0-1,0 0 0,-1 0 1,-1 0-1,0 0 1,-1 1-1,0-1 0,-1 16 1,-1-24-173,0 0 1,0 0-1,-1 0 1,1 0-1,-1-1 1,0 1-1,0 0 1,0-1-1,-1 0 1,1 0-1,-1 1 1,0-1-1,0-1 1,0 1-1,0 0 1,0-1-1,0 1 1,-1-1-1,1 0 1,-1 0-1,0-1 1,1 1-1,-1-1 1,0 0-1,-7 2 1,11-3 33,0 0 0,0 0 0,-1 0 0,1 0 0,0 0 0,0 0 0,-1 0 0,1 0 0,0 0 0,-1 0 0,1 0 0,0 0 0,0 0 0,-1 0 0,1 0 0,0 0 0,0 0 0,-1 0 0,1-1 0,0 1 0,0 0 0,-1 0 0,1 0 0,0 0 0,0-1 0,-1 1 0,1 0 0,0 0 0,0 0 0,0-1 0,0 1 0,-1 0 0,1 0 0,0-1 0,0 1 0,0 0 0,0 0 0,0-1 0,0 1 0,0 0 0,0 0 0,0-1 0,0 1 0,0 0 0,0-1 1,0 1-1,0 0 0,0 0 0,0-1 0,0 1 0,0 0 0,0-1 0,0 1 0,0-17-7521</inkml:trace>
</inkml:ink>
</file>

<file path=ppt/ink/ink1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19.983"/>
    </inkml:context>
    <inkml:brush xml:id="br0">
      <inkml:brushProperty name="width" value="0.035" units="cm"/>
      <inkml:brushProperty name="height" value="0.035" units="cm"/>
    </inkml:brush>
  </inkml:definitions>
  <inkml:trace contextRef="#ctx0" brushRef="#br0">0 207 5381,'0'0'11793,"8"1"-11281,-5-1-476,1 1 0,-1-1 0,0 1 0,1 0 0,-1 0 0,0 0 0,1 1 0,-1-1 0,0 1 0,0 0 0,0-1 0,0 1 1,-1 1-1,1-1 0,0 0 0,-1 1 0,1-1 0,-1 1 0,3 4 0,-3-4-30,1 1 0,1 0 0,-1-1 0,0 0 1,1 0-1,0 0 0,0 0 0,0-1 0,0 1 1,0-1-1,0 0 0,0 0 0,1 0 0,5 1 0,-7-3-9,-1 0 0,0 0 0,1 0-1,-1 0 1,0-1 0,1 1 0,-1-1-1,0 1 1,0-1 0,1 0 0,-1 0-1,0 0 1,0 0 0,0 0-1,0 0 1,0-1 0,0 1 0,0-1-1,-1 1 1,1-1 0,0 0 0,-1 0-1,0 0 1,1 0 0,-1 0 0,0 0-1,0 0 1,0 0 0,1-4-1,23-75-273,-16 46 237,-6 28 84,-1 9 59,0 10-79,1 0 1,0 0 0,1 0 0,0 0 0,1-1-1,11 21 1,-14-29-23,-1-1 0,1 1 0,-1-1 0,1 0 0,0 0 0,0 0 0,0 0 0,1 0 0,-1-1 0,0 1 0,1-1 0,-1 1 0,1-1-1,-1 0 1,1 0 0,0 0 0,-1 0 0,1 0 0,0-1 0,0 1 0,-1-1 0,1 0 0,0 0 0,0 0 0,0 0 0,-1 0 0,1-1 0,0 1 0,0-1 0,0 0-1,-1 0 1,1 0 0,-1 0 0,1 0 0,-1 0 0,5-4 0,4-3-8,0 0 0,0-1 0,-1 0 0,0-1 1,-1 0-1,0-1 0,-1 0 0,13-21 0,1 0 0,-22 31 6,1 1 0,-1-1 0,0 0 0,1 1-1,-1-1 1,1 1 0,-1-1 0,1 1-1,-1-1 1,1 1 0,0-1 0,-1 1 0,1 0-1,-1-1 1,1 1 0,0 0 0,-1 0 0,1-1-1,0 1 1,0 0 0,-1 0 0,1 0-1,0 0 1,-1 0 0,1 0 0,0 0 0,0 0-1,-1 0 1,1 0 0,0 0 0,-1 0-1,1 1 1,0-1 0,-1 0 0,1 1 0,0-1-1,-1 0 1,1 1 0,0-1 0,-1 1 0,1-1-1,-1 1 1,1-1 0,-1 1 0,1-1-1,-1 1 1,1-1 0,-1 1 0,0 0 0,1-1-1,-1 2 1,25 45-17,-17-29 13,-7-15 5,1 0-1,-1 0 1,1-1-1,0 1 1,0-1-1,0 1 1,0-1-1,0 0 1,0 1-1,1-1 1,-1-1-1,1 1 1,0 0-1,-1 0 1,1-1-1,0 0 0,0 1 1,0-1-1,0 0 1,0-1-1,0 1 1,0 0-1,0-1 1,0 0-1,1 0 1,-1 0-1,0 0 1,0 0-1,0 0 1,0-1-1,0 0 1,0 1-1,0-1 1,0 0-1,0-1 0,0 1 1,0 0-1,0-1 1,-1 0-1,1 0 1,0 0-1,-1 0 1,0 0-1,4-4 1,8-7 4,0-1 0,-2 0 0,18-25 0,-27 34 1,0 1-1,0-1 1,0-1 0,0 1 0,-1 0-1,0-1 1,0 1 0,0-1 0,-1 0-1,1 0 1,-1 1 0,-1-1 0,1 0-1,-1 0 1,-1-10 0,0 15 24,1 0 1,0 0-1,-1 0 0,1 0 1,-1 1-1,0-1 1,1 0-1,-1 0 0,0 1 1,1-1-1,-1 0 1,0 1-1,0-1 0,1 0 1,-1 1-1,0-1 1,0 1-1,0 0 0,0-1 1,0 1-1,0 0 1,0-1-1,0 1 0,0 0 1,0 0-1,0 0 1,0 0-1,0 0 0,0 0 1,0 0-1,0 0 1,0 0-1,0 0 0,-1 1 1,-1 0-9,0-1-1,1 1 1,-1 0-1,0 0 1,1 0 0,-1 0-1,1 0 1,-1 0 0,1 1-1,0-1 1,-4 3 0,5-2-21,-1-1 0,0 1 0,1 0 0,-1 0 0,1 0 0,0-1 1,0 1-1,-1 0 0,1 1 0,1-1 0,-1 0 0,0 0 0,0 0 0,1 1 1,-1-1-1,1 0 0,0 0 0,0 1 0,0-1 0,0 0 0,0 1 0,0-1 0,0 0 1,1 1-1,-1-1 0,1 0 0,0 0 0,0 1 0,0-1 0,0 0 0,0 0 1,0 0-1,0 0 0,1 0 0,-1-1 0,1 1 0,-1 0 0,1-1 0,0 1 0,0-1 1,0 1-1,2 1 0,4 1-37,-1 0 0,1 0 0,0 0 0,0-1 0,0 0 0,0-1 0,0 1 1,1-2-1,-1 1 0,11 0 0,-4-2-998,-1 0 0,0-1 1,0 0-1,1-1 1,-1 0-1,0-2 0,25-8 1,11-11-5710</inkml:trace>
</inkml:ink>
</file>

<file path=ppt/ink/ink1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20.328"/>
    </inkml:context>
    <inkml:brush xml:id="br0">
      <inkml:brushProperty name="width" value="0.035" units="cm"/>
      <inkml:brushProperty name="height" value="0.035" units="cm"/>
    </inkml:brush>
  </inkml:definitions>
  <inkml:trace contextRef="#ctx0" brushRef="#br0">37 230 11082,'0'0'2728,"-6"10"-1035,1 0-1491,0 0 0,1 0 0,0 1 0,1 0 0,0-1 0,1 1 0,-2 14 0,4-22-186,0 0 0,-1 0 0,1 0-1,0 0 1,1 1 0,-1-1 0,0 0-1,1 0 1,0 0 0,0 0 0,0 0-1,0 0 1,0 0 0,1 0-1,-1 0 1,1-1 0,0 1 0,-1-1-1,1 1 1,0-1 0,1 1 0,-1-1-1,0 0 1,1 0 0,-1 0 0,1-1-1,0 1 1,-1 0 0,1-1 0,0 0-1,0 0 1,0 0 0,0 0 0,0 0-1,4 0 1,2 1-18,0-1-1,0-1 0,1 1 1,-1-2-1,0 1 1,0-1-1,1 0 1,-1-1-1,0 0 0,0-1 1,-1 0-1,1 0 1,0-1-1,-1 0 1,0 0-1,0-1 1,9-7-1,-11 8-6,0-1 1,-1 0-1,0-1 1,0 1-1,0-1 0,0 0 1,-1 0-1,0 0 1,0-1-1,-1 1 1,0-1-1,0 0 0,0 0 1,-1 0-1,0-1 1,-1 1-1,1 0 1,-1-1-1,-1 1 0,1-1 1,-2-12-1,-1 12 29,0 0-1,-1 1 0,0-1 1,0 1-1,0 0 1,-1 0-1,0 0 1,-1 1-1,1-1 0,-1 1 1,0 0-1,-1 0 1,0 1-1,0 0 1,0 0-1,0 0 0,-1 0 1,0 1-1,-9-4 1,4 1-438,1 1 1,-1 0-1,0 1 1,-1 1-1,1 0 1,-1 1 0,0 0-1,-13-1 1,57 0-1610,-1-1 1,1-2 0,31-10-1,-44 12 1143,42-14-2768</inkml:trace>
</inkml:ink>
</file>

<file path=ppt/ink/ink1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20.642"/>
    </inkml:context>
    <inkml:brush xml:id="br0">
      <inkml:brushProperty name="width" value="0.035" units="cm"/>
      <inkml:brushProperty name="height" value="0.035" units="cm"/>
    </inkml:brush>
  </inkml:definitions>
  <inkml:trace contextRef="#ctx0" brushRef="#br0">0 0 5765,'0'0'13074,"2"8"-12567,5 46 286,-3-19-504,2 0 0,12 44 1,73 138-154,2 4-139,-90-210-84,0-1-1,0 1 1,-1 0-1,-1 0 1,0 0-1,0 0 1,-1 0-1,-1 12 1,0-20-90,1-1 1,-1 1 0,1 0 0,-1-1 0,0 1 0,0 0 0,0-1-1,-1 1 1,1-1 0,-1 1 0,1-1 0,-1 0 0,0 0-1,0 0 1,-2 2 0,2-2-167,-1-1 1,1 1-1,-1-1 0,0 0 1,1 0-1,-1 0 0,0 0 0,0-1 1,1 1-1,-1-1 0,0 1 1,0-1-1,0 0 0,0 0 1,0-1-1,0 1 0,-4-2 0,3 2-188,1-1 0,0 0-1,-1-1 1,1 1-1,0-1 1,0 1 0,0-1-1,0 0 1,0 0-1,0 0 1,0 0 0,1-1-1,-1 1 1,-3-6-1,2 2 596,0 0-1,0 0 0,1 0 1,0-1-1,0 0 0,1 1 1,-3-10-1,3 8 645,0 0 1,1 0-1,0-1 0,0 1 0,0 0 0,1-1 0,1 1 1,0 0-1,0-1 0,0 1 0,1 0 0,0 0 1,5-12-1,9-4-308,2 1 0,0 0 1,1 2-1,1 0 0,1 1 1,33-23-1,9-12-480,-3-5-1521,-7-3-3567</inkml:trace>
</inkml:ink>
</file>

<file path=ppt/ink/ink1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21.255"/>
    </inkml:context>
    <inkml:brush xml:id="br0">
      <inkml:brushProperty name="width" value="0.035" units="cm"/>
      <inkml:brushProperty name="height" value="0.035" units="cm"/>
    </inkml:brush>
  </inkml:definitions>
  <inkml:trace contextRef="#ctx0" brushRef="#br0">0 325 14798,'47'86'121,"2"-3"1,5-1-1,68 79 1,-112-149-87,0-1 0,1-1 0,23 18-1,-32-26-20,1-1 0,-1 1 0,1-1 0,-1 0 0,1 1 0,0-1 0,0 0 0,-1-1 0,1 1 0,0 0 0,0-1 0,3 0 0,-4 0 2,-1 0 0,1 0 0,-1-1 0,1 1 0,-1-1 0,1 1 0,-1-1 0,0 0 0,1 0 0,-1 1 0,0-1 0,1 0 0,-1 0 0,0 0 0,0 0 0,0 0 0,0-1 0,0 1 0,0 0 0,0 0 0,-1-1 0,1 1 0,0-1 0,0-1-1,8-23 180,-2 0-1,-1 0 1,-1 0-1,-1-1 1,0-36-1,2-3-138,-4 49-67,31-207 128,-27 193-212,2 1 0,1 0 0,1 0 0,2 1 0,17-31 0,-26 53-171,1 1 0,1-1 0,-1 1 0,1 0 0,1 0 0,-1 0 0,9-7 0,-11 11-106,1 0 0,-1 0 0,1 0 1,0 0-1,-1 0 0,1 1 0,0 0 0,0-1 0,0 2 1,0-1-1,0 0 0,0 1 0,0 0 0,1 0 0,5 0 1,28 6-3831</inkml:trace>
</inkml:ink>
</file>

<file path=ppt/ink/ink1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21.997"/>
    </inkml:context>
    <inkml:brush xml:id="br0">
      <inkml:brushProperty name="width" value="0.035" units="cm"/>
      <inkml:brushProperty name="height" value="0.035" units="cm"/>
    </inkml:brush>
  </inkml:definitions>
  <inkml:trace contextRef="#ctx0" brushRef="#br0">209 234 9417,'-2'-8'406,"0"-6"258,-2 1-1,1 0 1,-2 1 0,0-1 0,-10-18 0,14 28-473,-1-1-1,0 0 1,0 1-1,-1 0 1,1-1-1,-1 1 1,1 0-1,-1 0 1,0 0-1,0 1 1,0-1-1,-1 1 1,1-1-1,-1 1 1,1 0-1,-1 1 1,0-1-1,0 1 1,0-1-1,1 1 1,-1 0-1,-1 1 1,1-1-1,0 1 1,-5-1-1,5 2-162,1 1-1,0-1 1,-1 1 0,1-1-1,0 1 1,0 0-1,0 0 1,0 0 0,0 1-1,1-1 1,-1 1 0,1-1-1,-1 1 1,1 0 0,0 0-1,0 0 1,0 0-1,0 1 1,1-1 0,0 0-1,-2 6 1,-3 6-3,1 1 1,1-1 0,-4 24-1,6-26-16,0 1-1,1 0 1,1 0 0,1 0-1,0-1 1,4 26-1,-4-36-7,0 0-1,0 1 1,0-1-1,0 0 1,0 0-1,0 0 0,1 0 1,0 0-1,-1 0 1,1 0-1,0 0 1,1-1-1,-1 1 0,0-1 1,1 0-1,-1 0 1,1 0-1,0 0 0,0 0 1,-1 0-1,1 0 1,0-1-1,1 0 1,-1 0-1,0 0 0,0 0 1,1 0-1,-1 0 1,0-1-1,1 0 1,-1 1-1,0-1 0,5-1 1,-6 1 0,0-1 0,0 0 0,0 0 0,0 1 0,0-1 0,0 0 0,0 0 0,0-1 0,0 1 0,-1 0 0,1-1 0,0 1 0,-1-1 0,1 1 0,-1-1 1,0 0-1,0 0 0,1 0 0,-1 1 0,0-1 0,0 0 0,-1 0 0,1 0 0,0-1 0,-1 1 0,1 0 0,-1-4 0,7-64-30,-6 63 23,-2-85-44,1 26 41,0 50 80,2 19 83,2 15-128,0 0 0,2-1-1,0 1 1,0-1 0,2 0 0,0-1 0,1 0-1,1 0 1,0-1 0,1 0 0,21 22 0,-29-34-25,0 0 1,1 0-1,-1-1 1,1 1-1,-1-1 1,1 0-1,0 0 1,0 0-1,0-1 1,0 1-1,0-1 1,0 0-1,0 0 1,0-1-1,0 1 1,1-1-1,-1 0 1,0 0-1,6-1 1,-5 0 2,0-1 0,0 0 0,0 0 0,0 0 0,-1 0 0,1-1 0,-1 0 0,0 0 0,0 0 0,0-1 0,0 1 0,-1-1 0,6-7 0,3-6 8,-1-1-1,0 0 0,-2-1 0,0 0 1,-1-1-1,8-29 0,-10 20-7,-5 23 1,0 0 0,0 0-1,0 0 1,1 0 0,5-10-1,-1 17 5,3 14-9,7 21-8,-14-32 7,-1 0 1,6 13 4,0-1-1,1 0 0,1 0 1,12 17-1,-19-31-3,0 0 1,-1 0 0,1 0-1,0 0 1,1 0 0,-1 0-1,0 0 1,0-1 0,1 1-1,-1-1 1,1 0 0,-1 0-1,1 0 1,-1 0 0,4 1-1,-3-2 1,-1 0-1,0 0 0,0-1 0,0 1 0,0-1 1,0 1-1,0-1 0,0 0 0,0 1 0,0-1 1,0 0-1,0-1 0,0 1 0,-1 0 0,1 0 1,0-1-1,-1 1 0,1-1 0,-1 1 0,0-1 1,1 0-1,-1 1 0,1-3 0,8-14 8,-1 1-1,-1-1 0,-1-1 1,0 1-1,-1-1 0,-2 0 1,0 0-1,0-1 0,0-25 1,-1 23 30,32 84 453,-24-40-553,1-1 0,19 25 0,-2-14-4631,-17-24 225</inkml:trace>
</inkml:ink>
</file>

<file path=ppt/ink/ink1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22.155"/>
    </inkml:context>
    <inkml:brush xml:id="br0">
      <inkml:brushProperty name="width" value="0.035" units="cm"/>
      <inkml:brushProperty name="height" value="0.035" units="cm"/>
    </inkml:brush>
  </inkml:definitions>
  <inkml:trace contextRef="#ctx0" brushRef="#br0">60 74 12332,'0'0'64,"-49"-53"0,39 39-64,10 8-64,5 6-2435,16 0-864,6 0 320</inkml:trace>
</inkml:ink>
</file>

<file path=ppt/ink/ink1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22.576"/>
    </inkml:context>
    <inkml:brush xml:id="br0">
      <inkml:brushProperty name="width" value="0.035" units="cm"/>
      <inkml:brushProperty name="height" value="0.035" units="cm"/>
    </inkml:brush>
  </inkml:definitions>
  <inkml:trace contextRef="#ctx0" brushRef="#br0">183 1 14606,'-7'1'656,"-3"2"-473,1 0 0,-1 0-1,1 1 1,0 0 0,1 1-1,-1-1 1,1 2 0,0-1-1,0 1 1,0 1-1,1-1 1,-12 14 0,13-13-64,1 0-1,0 0 1,0 0 0,0 1 0,1 0 0,0 0 0,0 0 0,1 0-1,0 0 1,1 1 0,-1-1 0,2 1 0,-1 0 0,1 0 0,1 12-1,-1-20-118,1 0 0,0 0 0,0 0 0,0 0 0,0 0 0,1 1 0,-1-1-1,0 0 1,0 0 0,1 0 0,-1 0 0,0 0 0,1 0 0,-1 0-1,1 0 1,-1 0 0,1 0 0,0 0 0,-1 0 0,1-1 0,0 1-1,0 0 1,0 0 0,0-1 0,0 1 0,-1 0 0,1-1 0,0 1-1,0-1 1,0 1 0,0-1 0,1 0 0,-1 1 0,0-1 0,0 0-1,0 0 1,0 1 0,0-1 0,0 0 0,0 0 0,1-1 0,-1 1 0,0 0-1,0 0 1,0 0 0,0-1 0,2 0 0,0 0 0,0 0 0,1-1 0,-1 1 0,0-1 0,0 0 0,-1 0 0,1 0 0,0 0 1,-1 0-1,1 0 0,-1-1 0,0 1 0,0-1 0,0 0 0,2-3 0,1-4 45,-2-1-1,1 0 1,-2 0-1,1 0 1,-1 0-1,-1 0 1,0 0-1,-1-18 1,4 29-15,1 0 0,-1 0 0,0 1 0,0-1 0,0 1 0,1 0 0,5 3 0,41 20-599,-18-7 1228,44 16 1,-19-20-3172,-50-12 1253,0 0 0,0-1 0,1 0 0,-1-1 0,8-1 0,3-4-6076</inkml:trace>
</inkml:ink>
</file>

<file path=ppt/ink/ink1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22.903"/>
    </inkml:context>
    <inkml:brush xml:id="br0">
      <inkml:brushProperty name="width" value="0.035" units="cm"/>
      <inkml:brushProperty name="height" value="0.035" units="cm"/>
    </inkml:brush>
  </inkml:definitions>
  <inkml:trace contextRef="#ctx0" brushRef="#br0">1 0 14221,'0'0'3732,"-1"9"-3647,1-1-64,1 0 1,0 0-1,0 0 0,0-1 0,1 1 0,0 0 0,1-1 0,0 1 0,7 13 0,47 68 106,-35-56-118,-28-48 39,0-1-1,1 1 1,0-1-1,1 0 0,1-1 1,1 1-1,-1-32 0,3 47-47,0-1-1,0 1 1,0 0-1,0-1 0,1 1 1,-1 0-1,0-1 1,1 1-1,-1 0 1,1 0-1,0 0 0,-1-1 1,1 1-1,0 0 1,0 0-1,0 0 0,-1 0 1,1 0-1,0 0 1,0 0-1,1 1 0,-1-1 1,0 0-1,0 1 1,0-1-1,2 0 0,1 0-3,0 0-1,0 0 1,0 1-1,0-1 1,0 1-1,0 0 1,0 0 0,-1 0-1,6 2 1,6 1-25,0 0 0,0 2 0,24 10 0,-16-4-219,-12-5-599,0-1 0,0 0 1,1-1-1,-1 0 0,1-1 0,12 2 0,0-4-4006</inkml:trace>
</inkml:ink>
</file>

<file path=ppt/ink/ink1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23.290"/>
    </inkml:context>
    <inkml:brush xml:id="br0">
      <inkml:brushProperty name="width" value="0.035" units="cm"/>
      <inkml:brushProperty name="height" value="0.035" units="cm"/>
    </inkml:brush>
  </inkml:definitions>
  <inkml:trace contextRef="#ctx0" brushRef="#br0">105 215 14990,'-8'2'369,"3"-1"-263,0 1 1,0-1-1,1 1 1,-1 0-1,0 0 1,1 0-1,-1 1 1,1 0 0,0 0-1,0 0 1,0 0-1,0 0 1,1 1-1,-1 0 1,1 0 0,0 0-1,0 0 1,0 0-1,1 0 1,-1 1-1,1 0 1,0-1-1,0 1 1,1 0 0,-2 6-1,2-6-51,0 0 0,0 1 1,0-1-1,1 1 0,-1-1 0,1 1 0,1 0 0,-1-1 0,1 1 1,0-1-1,0 0 0,1 1 0,-1-1 0,1 0 0,0 0 1,1 0-1,-1 0 0,6 7 0,-4-8-48,0 0 0,0 0 1,1-1-1,-1 1 0,1-1 0,0 0 1,0 0-1,0-1 0,0 0 0,0 1 0,1-2 1,-1 1-1,0-1 0,1 0 0,0 0 1,-1 0-1,1-1 0,7 0 0,-1 0-36,0-2 0,0 1 0,0-2-1,0 1 1,0-2 0,0 1 0,-1-2 0,0 1-1,1-2 1,-2 1 0,1-2 0,-1 1 0,0-1-1,0-1 1,-1 0 0,12-13 0,-12 12-2,0 0 0,-1-1 0,0 0 0,-1-1 0,0 0 0,-1 0 0,0 0 0,-1-1 0,0 0 0,0 0-1,-2 0 1,1-1 0,-2 1 0,0-1 0,1-20 0,-2 31 40,-1 1-1,0 0 0,0-1 0,0 1 1,0-1-1,-1 1 0,1 0 0,0-1 0,0 1 1,-1 0-1,1-1 0,-1 1 0,1 0 1,-1-1-1,0 1 0,0 0 0,1 0 1,-1 0-1,0 0 0,0 0 0,0 0 1,0 0-1,0 0 0,0 0 0,-1 0 0,1 0 1,0 1-1,0-1 0,0 0 0,-1 1 1,1-1-1,0 1 0,-1 0 0,1-1 1,-1 1-1,1 0 0,0 0 0,-1 0 1,1 0-1,-3 0 0,1 0 13,1 1 0,-1 0-1,1-1 1,-1 1 0,1 0 0,-1 0 0,1 0-1,0 0 1,-1 1 0,1-1 0,0 1 0,0-1-1,0 1 1,0 0 0,0 0 0,1-1 0,-1 1 0,1 1-1,-1-1 1,1 0 0,-3 5 0,3-4 9,-1 1 0,1-1 1,-1 1-1,1 0 0,0-1 0,1 1 1,-1 0-1,1 0 0,0 0 1,-1-1-1,2 1 0,-1 0 0,0 0 1,1 0-1,0-1 0,0 1 1,0 0-1,0-1 0,0 1 0,1-1 1,0 1-1,-1-1 0,1 0 0,1 1 1,-1-1-1,0 0 0,1 0 1,-1-1-1,1 1 0,0-1 0,0 1 1,0-1-1,0 0 0,7 3 1,-1 0-12,0-2 1,1 1-1,-1-1 1,1-1-1,0 0 1,-1 0-1,1-1 1,0 0-1,0-1 1,0 0-1,0-1 1,17-2-1,-1-3-147,0-2 1,-1 0-1,0-2 0,-1 0 1,45-27-1,109-88-7001,-52 25-4669</inkml:trace>
</inkml:ink>
</file>

<file path=ppt/ink/ink1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37.116"/>
    </inkml:context>
    <inkml:brush xml:id="br0">
      <inkml:brushProperty name="width" value="0.035" units="cm"/>
      <inkml:brushProperty name="height" value="0.035" units="cm"/>
    </inkml:brush>
  </inkml:definitions>
  <inkml:trace contextRef="#ctx0" brushRef="#br0">358 281 1057,'0'0'10020,"9"3"-7975,-1 0-2047,1 1 1,-1 0 0,0 0-1,0 1 1,0 0 0,-1 0-1,0 1 1,0 0 0,0 0-1,-1 1 1,0-1 0,0 1-1,0 1 1,-1-1 0,5 11-1,-6-10 6,0 1-1,0 0 1,-1-1-1,0 1 1,-1 0-1,0 1 1,0-1-1,-1 0 1,0 1-1,0-1 1,-2 0-1,1 1 1,-1-1-1,0 0 1,-3 12-1,2-14 6,-1-1-1,0 0 1,0 0-1,0 0 1,0 0-1,-1-1 1,0 1-1,0-1 1,-1 0-1,1 0 1,-1 0-1,0-1 1,0 0-1,-1 0 1,1 0-1,-1-1 0,0 1 1,0-1-1,0-1 1,0 1-1,-1-1 1,-6 1-1,2 0 8,0 0-1,0-1 1,0 0-1,-1-1 1,1 0 0,-1-1-1,1 0 1,0-1-1,-1-1 1,1 1-1,0-2 1,0 1-1,0-2 1,0 1-1,1-2 1,-1 1 0,-13-9-1,11 4 23,1-1 1,0 0-1,0 0 1,1-1-1,1-1 1,-1 0-1,2 0 1,0-1-1,0 0 0,2 0 1,-1-1-1,-6-19 1,7 16 73,0 0 0,1-1 0,1 0 0,1-1 0,0 1 0,1-1 0,2 0 1,-1 1-1,3-23 0,0 37-100,0 1 0,0 0 1,0 0-1,1-1 0,-1 1 1,1 0-1,0 1 0,0-1 0,0 0 1,0 0-1,0 1 0,0-1 1,1 1-1,-1 0 0,1 0 1,0 0-1,0 0 0,0 0 1,0 0-1,0 1 0,6-3 0,9-3-25,1 1 0,32-7 0,-30 8 33,-16 4-32,357-84 718,-243 63-674,131-8 0,-240 29-407,21-2-1789,-13-2-2328,-5-2-4001</inkml:trace>
</inkml:ink>
</file>

<file path=ppt/ink/ink1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37.366"/>
    </inkml:context>
    <inkml:brush xml:id="br0">
      <inkml:brushProperty name="width" value="0.035" units="cm"/>
      <inkml:brushProperty name="height" value="0.035" units="cm"/>
    </inkml:brush>
  </inkml:definitions>
  <inkml:trace contextRef="#ctx0" brushRef="#br0">6 1 6118,'0'0'7046,"-5"63"-6789,7-33 223,9 8 33,2 5-353,0 1-128,-1 3 0,-1-1-32,0-4 0,-1-3-32,-1-7-32,-2-11-577,0-11-4195,0-10 63</inkml:trace>
</inkml:ink>
</file>

<file path=ppt/ink/ink1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37.550"/>
    </inkml:context>
    <inkml:brush xml:id="br0">
      <inkml:brushProperty name="width" value="0.035" units="cm"/>
      <inkml:brushProperty name="height" value="0.035" units="cm"/>
    </inkml:brush>
  </inkml:definitions>
  <inkml:trace contextRef="#ctx0" brushRef="#br0">0 1 14542,'0'0'3075,"29"46"-3075,-17-6 32,-1 9 0,5 7-96,2 9 0,2 1-32,0-6-673,-4-14-6758</inkml:trace>
</inkml:ink>
</file>

<file path=ppt/ink/ink1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42.570"/>
    </inkml:context>
    <inkml:brush xml:id="br0">
      <inkml:brushProperty name="width" value="0.035" units="cm"/>
      <inkml:brushProperty name="height" value="0.035" units="cm"/>
    </inkml:brush>
  </inkml:definitions>
  <inkml:trace contextRef="#ctx0" brushRef="#br0">266 0 13901,'-16'8'9,"0"0"1,0 2-1,1-1 0,0 2 0,1 0 1,0 1-1,1 0 0,0 1 0,1 1 1,1-1-1,0 2 0,0 0 0,2 0 1,-11 24-1,8-14 30,2 0 0,2 1 0,0 0 0,1 0 0,2 1 0,0 0-1,2 0 1,1 0 0,3 38 0,-1-51 5,2-1 0,0 1 0,0 0 0,1-1 0,1 0 0,1 0 0,-1 0 0,2 0 0,0-1 0,0 0 0,1 0 0,1-1 0,0 1 0,1-2 0,0 1 0,0-1 0,1-1 0,0 0 0,1 0 0,15 10 0,-2-7-162,-1-1 0,2 0-1,-1-2 1,1-1 0,1-1 0,-1-1-1,1-1 1,0-2 0,1 0 0,-1-2-1,0 0 1,46-7 0,-62 5-429,-1-1-1,1 0 1,-1-1 0,0 0 0,10-5 0,35-26-3548</inkml:trace>
</inkml:ink>
</file>

<file path=ppt/ink/ink1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43.174"/>
    </inkml:context>
    <inkml:brush xml:id="br0">
      <inkml:brushProperty name="width" value="0.035" units="cm"/>
      <inkml:brushProperty name="height" value="0.035" units="cm"/>
    </inkml:brush>
  </inkml:definitions>
  <inkml:trace contextRef="#ctx0" brushRef="#br0">1 76 13164,'0'0'289,"1"10"-284,3 6 16,0 0 1,2 0-1,0-1 0,0 0 1,1 0-1,1-1 1,1 0-1,11 15 0,8 9 69,-16-23-82,0 0 0,-1 1-1,-1 0 1,15 35-1,-53-85 207,20 20-157,0-1 0,1-1 0,0 1 0,1-1 1,1 0-1,1-1 0,0 1 0,1-1 0,-1-26 0,4 42-45,0 0 1,0 0-1,0 0 0,0 1 0,0-1 0,0 0 0,0 0 1,1 0-1,-1 0 0,0 0 0,0 1 0,1-1 1,-1 0-1,1 0 0,-1 1 0,1-1 0,-1 0 1,1 0-1,-1 1 0,1-1 0,-1 1 0,1-1 1,0 0-1,-1 1 0,1-1 0,0 1 0,0-1 1,-1 1-1,3-1 0,-1 1-6,1-1 1,-1 1-1,1 0 1,-1 0-1,0 0 0,1 0 1,-1 1-1,1-1 1,-1 0-1,5 2 0,3 2 0,0 0 0,0 0 0,17 11-1,46 38 154,-66-47-135,0 0 1,-1 0-1,0 0 1,-1 1-1,1-1 1,-1 1-1,0 1 1,5 10-1,-45-55 494,27 25-429,0 0-1,1-1 1,1 0 0,0 0 0,0 0-1,1-1 1,1 0 0,1 0-1,0 0 1,0 0 0,2-1-1,-1-20 1,3 33-58,-1-1 0,0 1 0,1-1 1,-1 1-1,1 0 0,0-1 0,0 1 0,0 0 0,0-1 0,1 1 0,-1 0 0,0 0 0,1 0 0,-1 0 1,1 0-1,0 1 0,0-1 0,0 0 0,2-1 0,1 0-17,-1 1 0,1-1 0,0 1 0,0 0 0,1 0 0,-1 1 0,0-1 0,9 0 0,-3 1-19,0 0 0,0 1 0,0 0 1,0 1-1,-1 0 0,1 1 0,0 0 1,17 6-1,-15-1-96,1 1-1,-1 0 1,-1 1 0,0 0-1,0 1 1,0 0 0,-2 1 0,1 0-1,14 21 1,18 18-4881,-24-33 1651,-5-9-1308</inkml:trace>
</inkml:ink>
</file>

<file path=ppt/ink/ink1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43.503"/>
    </inkml:context>
    <inkml:brush xml:id="br0">
      <inkml:brushProperty name="width" value="0.035" units="cm"/>
      <inkml:brushProperty name="height" value="0.035" units="cm"/>
    </inkml:brush>
  </inkml:definitions>
  <inkml:trace contextRef="#ctx0" brushRef="#br0">78 155 13164,'0'0'492,"-8"3"-279,5-3-201,1 1-1,0-1 1,-1 1-1,1 0 1,-1 0-1,1 0 1,0 0-1,0 0 0,0 1 1,0-1-1,0 1 1,0-1-1,0 1 1,0 0-1,0 0 1,1-1-1,-1 1 1,1 0-1,0 1 1,-1-1-1,1 0 1,0 0-1,0 0 1,0 1-1,1-1 1,-1 1-1,0-1 1,1 1-1,0-1 1,-1 0-1,1 1 1,1 4-1,-2 0 119,1-1-1,0 1 1,1 0-1,0 0 1,0-1-1,0 1 1,1-1-1,0 1 1,0-1-1,1 0 0,-1 1 1,5 4-1,-4-7-114,0 0-1,0 0 1,0-1-1,1 1 1,-1-1-1,1 0 1,0 0-1,0-1 0,0 1 1,0-1-1,0 0 1,1 0-1,-1 0 1,0 0-1,1-1 0,0 0 1,9 2-1,-8-3-10,0 1-1,0-1 1,0 0 0,0 0-1,0 0 1,0-1-1,0 0 1,0 0-1,0-1 1,0 0 0,-1 0-1,1 0 1,-1-1-1,1 1 1,-1-1-1,0-1 1,0 1-1,0-1 1,0 0 0,-1 0-1,1 0 1,-1-1-1,0 1 1,-1-1-1,1 0 1,-1 0 0,0 0-1,0-1 1,0 1-1,2-9 1,-2 6 1,0 0 1,-1 1 0,0-1-1,-1-1 1,1 1 0,-2 0-1,1 0 1,-1 0 0,0-1-1,-1 1 1,0 0-1,0 0 1,-1 0 0,0 0-1,0 0 1,-1 0 0,0 0-1,0 1 1,-1-1 0,0 1-1,0 0 1,-6-7 0,3 6-3,0 1 1,-1 1 0,1 0 0,-1 0 0,-1 0 0,1 1 0,-1 0 0,0 1-1,-18-7 1,20 9-10,0 0 0,0 0 0,0 0 0,0 1 0,0 0-1,0 1 1,-1 0 0,1 0 0,0 0 0,0 1 0,0 0 0,0 0-1,0 1 1,-10 3 0,15-4-117,0 0-1,-1 0 0,1 0 1,1 1-1,-1-1 0,0 1 1,0-1-1,0 1 1,1 0-1,-1-1 0,1 1 1,-1 0-1,1 0 0,0 0 1,0 0-1,0 0 1,-2 5-1,-1 23-6246,4-20 1694</inkml:trace>
</inkml:ink>
</file>

<file path=ppt/ink/ink1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43.753"/>
    </inkml:context>
    <inkml:brush xml:id="br0">
      <inkml:brushProperty name="width" value="0.035" units="cm"/>
      <inkml:brushProperty name="height" value="0.035" units="cm"/>
    </inkml:brush>
  </inkml:definitions>
  <inkml:trace contextRef="#ctx0" brushRef="#br0">1 208 9257,'9'0'1270,"14"1"-723,0 1-1,0 1 1,0 1-1,0 1 1,0 1-1,-1 1 1,41 18-1,-29-7-140,-22-11-333,0-1 0,0 0 0,1-1 0,0 0 0,22 5 0,-34-10-30,0 0 1,0 0-1,0 0 0,-1-1 1,1 1-1,0 0 1,0 0-1,0-1 0,-1 1 1,1 0-1,0-1 0,0 1 1,-1-1-1,1 1 1,0-1-1,0 1 0,-1-1 1,1 0-1,-1 1 1,1-1-1,-1 0 0,1 1 1,-1-1-1,1 0 0,-1 0 1,0 1-1,1-1 1,-1 0-1,0 0 0,0 0 1,1 0-1,-1 1 0,0-1 1,0 0-1,0 0 1,0 0-1,0-1 0,-1-44 889,1 33-859,-3-14 135,0 1-1,-7-29 1,4 26-2674,-4-46 1,8 51-2719</inkml:trace>
</inkml:ink>
</file>

<file path=ppt/ink/ink1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43.939"/>
    </inkml:context>
    <inkml:brush xml:id="br0">
      <inkml:brushProperty name="width" value="0.035" units="cm"/>
      <inkml:brushProperty name="height" value="0.035" units="cm"/>
    </inkml:brush>
  </inkml:definitions>
  <inkml:trace contextRef="#ctx0" brushRef="#br0">0 12 15407,'0'0'800,"56"-11"1,-12 11-385,11 17 385,8 15-128,-4 16 160,-8 11-257,-12 21-384,-13 21-128,-18 18-64,-11 9-64,-32-4-2210,-15-11-8007</inkml:trace>
</inkml:ink>
</file>

<file path=ppt/ink/ink1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13.537"/>
    </inkml:context>
    <inkml:brush xml:id="br0">
      <inkml:brushProperty name="width" value="0.035" units="cm"/>
      <inkml:brushProperty name="height" value="0.035" units="cm"/>
    </inkml:brush>
  </inkml:definitions>
  <inkml:trace contextRef="#ctx0" brushRef="#br0">0 0 14798,'0'0'128,"12"92"1089,7-18-672,12 22 384,7 14-545,4 6-256,1-2-96,0 3 32,-4-4-32,-5-9-32,-4-8 0,-7-8-32,-7-10-32,-7-12-192,-5-18-1698,-4-19-2594,-8-22-1538</inkml:trace>
</inkml:ink>
</file>

<file path=ppt/ink/ink1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13.821"/>
    </inkml:context>
    <inkml:brush xml:id="br0">
      <inkml:brushProperty name="width" value="0.035" units="cm"/>
      <inkml:brushProperty name="height" value="0.035" units="cm"/>
    </inkml:brush>
  </inkml:definitions>
  <inkml:trace contextRef="#ctx0" brushRef="#br0">49 201 14318,'-11'-23'3,"-20"-56"29,29 74 17,1 1-1,0 0 1,0-1-1,0 1 1,1-1-1,-1 1 1,1-1-1,0 0 1,0 1-1,1-1 1,-1 1-1,1-1 1,0 1-1,3-8 1,-3 10-38,1 0 0,-1 1 0,1-1 0,-1 0 1,1 1-1,0-1 0,0 1 0,0-1 0,0 1 0,0 0 0,0 0 0,0 0 1,0 0-1,0 0 0,1 0 0,-1 1 0,0-1 0,0 1 0,1-1 0,-1 1 1,1 0-1,-1 0 0,0 0 0,1 0 0,-1 1 0,0-1 0,3 1 0,2 0-3,0 1-1,1 0 0,-1 0 0,0 1 0,-1-1 0,1 1 0,10 7 0,2 4 14,0 1 0,-1 1 0,0 0-1,-2 1 1,0 1 0,-1 1 0,0 0 0,-2 1-1,0 1 1,-2 0 0,0 1 0,-1-1 0,-1 2-1,-1 0 1,-1 0 0,-2 0 0,0 1 0,3 46-1,-8-64-5,0 0-1,-1 1 0,0-1 0,0 0 0,-1 0 1,-2 7-1,4-12-136,-1 1-1,0 0 1,1-1 0,-1 1-1,0 0 1,0-1 0,0 1-1,0-1 1,0 0 0,0 1-1,0-1 1,0 0 0,-1 0-1,1 1 1,0-1 0,-1 0-1,1 0 1,-1 0 0,1-1 0,-1 1-1,1 0 1,-1-1 0,0 1-1,1-1 1,-1 1 0,-2-1-1,-2-3-3213,3-13-684</inkml:trace>
</inkml:ink>
</file>

<file path=ppt/ink/ink1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14.257"/>
    </inkml:context>
    <inkml:brush xml:id="br0">
      <inkml:brushProperty name="width" value="0.035" units="cm"/>
      <inkml:brushProperty name="height" value="0.035" units="cm"/>
    </inkml:brush>
  </inkml:definitions>
  <inkml:trace contextRef="#ctx0" brushRef="#br0">232 621 13453,'0'0'1922,"-11"0"-1271,3-1-571,0 2 0,1-1 0,-1 1 0,0 0 0,0 0 0,1 1 0,-1 0 0,1 1 1,0 0-1,-1 0 0,1 0 0,0 1 0,1 0 0,-1 0 0,-7 7 0,1-1 183,1 1-1,1 0 1,-1 1-1,-11 17 1,20-26-252,0 0 0,1 1 0,0-1-1,0 1 1,0-1 0,0 1 0,0 0 0,1 0 0,0 0 0,-1 0 0,2 0 0,-1 0 0,0 0 0,1 1 0,0-1 0,0 0 0,0 0 0,0 0 0,1 1 0,0-1 0,2 8 0,-1-10-10,0 1 0,0-1 0,0 1 0,0-1 0,0 0 0,1 0 0,-1 0 1,1 0-1,0-1 0,-1 1 0,1-1 0,0 1 0,0-1 0,0 0 1,0 0-1,0 0 0,0-1 0,1 1 0,-1-1 0,0 0 0,4 0 0,1 1 1,0-1 0,0 0-1,0 0 1,0-1-1,0 0 1,0-1-1,13-4 1,-13 2-4,0-1 0,-1 1 1,1-2-1,-1 1 0,0-1 0,-1 0 0,1 0 1,-1-1-1,0 0 0,-1 0 0,0 0 1,0-1-1,-1 0 0,0 0 0,0 0 0,0 0 1,3-16-1,1-4 0,-1 0 0,-2 0-1,-1 0 1,1-38 0,-4 19-20,-2 0-1,-2 0 0,-11-59 1,9 79 15,-2 1 0,0 1 1,-2-1-1,-1 1 0,0 1 1,-2 0-1,-18-28 0,24 44 12,0 1 0,0-1 1,-1 1-1,1 0 0,-12-7 0,17 13 14,0 0 1,0 0-1,0 0 0,0 0 0,0 0 0,-1 0 0,1 0 0,0 0 1,-1 1-1,1-1 0,0 1 0,-1-1 0,1 1 0,-1-1 0,1 1 0,-1 0 1,1 0-1,-1 0 0,1 0 0,-1 0 0,1 0 0,-1 0 0,1 0 1,-1 0-1,1 1 0,-1-1 0,1 1 0,-1-1 0,1 1 0,0 0 1,-1-1-1,1 1 0,0 0 0,0 0 0,-1 0 0,1 0 0,0 0 0,0 0 1,0 0-1,0 0 0,0 0 0,0 2 0,-2 3 18,1 0 0,0 0 0,0 0 0,0 1 0,1-1 0,0 0 0,0 1 0,1-1 0,0 12 0,8 62 143,-1-48-129,2-1-1,0 0 1,2 0-1,2-1 1,0-1-1,2 0 1,27 38-1,-3-11-108,3-1 0,72 72 0,-53-70-1575,-17-26-3701,-2-12-8044</inkml:trace>
</inkml:ink>
</file>

<file path=ppt/ink/ink1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29.889"/>
    </inkml:context>
    <inkml:brush xml:id="br0">
      <inkml:brushProperty name="width" value="0.035" units="cm"/>
      <inkml:brushProperty name="height" value="0.035" units="cm"/>
    </inkml:brush>
  </inkml:definitions>
  <inkml:trace contextRef="#ctx0" brushRef="#br0">0 0 2370,'0'0'7373,"6"1"-7069,8 1 54,-1 1 0,-1 1 1,1 0-1,0 1 0,-1 0 1,0 1-1,-1 1 0,1 0 1,-1 0-1,0 1 0,12 11 0,21 22-68,49 55 0,-43-41-39,208 237-758,-247-279-2173,-5-8-2520</inkml:trace>
</inkml:ink>
</file>

<file path=ppt/ink/ink1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30.188"/>
    </inkml:context>
    <inkml:brush xml:id="br0">
      <inkml:brushProperty name="width" value="0.035" units="cm"/>
      <inkml:brushProperty name="height" value="0.035" units="cm"/>
    </inkml:brush>
  </inkml:definitions>
  <inkml:trace contextRef="#ctx0" brushRef="#br0">350 14 9513,'0'0'3262,"-7"-4"-2456,5 2-758,-1 1 0,1 0 1,0 0-1,0 0 0,-1 0 1,1 0-1,0 1 0,-1-1 1,1 1-1,-1-1 0,1 1 1,0 0-1,-5 0 0,4 1-1,0 1 0,0-1 0,0 0 1,0 1-1,0 0 0,1-1 0,-1 1 0,1 1 0,-1-1 0,1 0 0,0 0 0,0 1 0,0-1 0,-3 5 0,-31 44 113,3 2-1,2 1 1,2 1-1,2 2 1,3 1-1,3 0 1,-26 118-1,36-118-1600,5-13-2467</inkml:trace>
</inkml:ink>
</file>

<file path=ppt/ink/ink1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30.792"/>
    </inkml:context>
    <inkml:brush xml:id="br0">
      <inkml:brushProperty name="width" value="0.035" units="cm"/>
      <inkml:brushProperty name="height" value="0.035" units="cm"/>
    </inkml:brush>
  </inkml:definitions>
  <inkml:trace contextRef="#ctx0" brushRef="#br0">0 0 6438,'0'0'2947,"44"1"-2210,-14 22 384,9 8 352,7 9-640,6 5-129,4 5-319,4 1-225,-2 0-96,-1-3-32,-5-8-32,-6-5 32,-8-8-64,-8-11-1057,-12-11-3748</inkml:trace>
</inkml:ink>
</file>

<file path=ppt/ink/ink1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31.043"/>
    </inkml:context>
    <inkml:brush xml:id="br0">
      <inkml:brushProperty name="width" value="0.035" units="cm"/>
      <inkml:brushProperty name="height" value="0.035" units="cm"/>
    </inkml:brush>
  </inkml:definitions>
  <inkml:trace contextRef="#ctx0" brushRef="#br0">384 0 13357,'0'0'315,"-8"0"427,5 0-684,1 0 1,-1 1 0,1-1-1,-1 0 1,1 1 0,-1 0-1,1-1 1,-1 1-1,1 0 1,0 0 0,-1 0-1,1 1 1,0-1 0,0 0-1,0 1 1,0 0 0,0-1-1,-2 4 1,-2 2 143,1 1 0,0 0 1,1 1-1,0-1 0,-4 12 0,-109 310 1844,-31 76-3958,131-370-1062,1-10-2407</inkml:trace>
</inkml:ink>
</file>

<file path=ppt/ink/ink1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31.276"/>
    </inkml:context>
    <inkml:brush xml:id="br0">
      <inkml:brushProperty name="width" value="0.035" units="cm"/>
      <inkml:brushProperty name="height" value="0.035" units="cm"/>
    </inkml:brush>
  </inkml:definitions>
  <inkml:trace contextRef="#ctx0" brushRef="#br0">1 1 13581,'0'0'5925,"26"76"-5028,-16-29-256,0 8-449,1 6-96,4 6-96,-2 0 0,2-4-384,-4-14-4261,2-17-10601</inkml:trace>
</inkml:ink>
</file>

<file path=ppt/ink/ink1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38.537"/>
    </inkml:context>
    <inkml:brush xml:id="br0">
      <inkml:brushProperty name="width" value="0.035" units="cm"/>
      <inkml:brushProperty name="height" value="0.035" units="cm"/>
    </inkml:brush>
  </inkml:definitions>
  <inkml:trace contextRef="#ctx0" brushRef="#br0">471 281 12268,'0'0'528,"10"-6"652,37-17-561,-46 22-607,1 1-1,0 0 1,-1-1-1,1 1 1,0 0-1,-1 0 1,1 0-1,0 0 1,-1 0 0,1 1-1,0-1 1,-1 0-1,1 1 1,-1-1-1,1 1 1,0 0-1,-1-1 1,1 1-1,-1 0 1,0 0-1,1 0 1,-1 0 0,0 0-1,1 0 1,-1 1-1,0-1 1,0 0-1,1 2 1,21 41 58,-21-39-53,3 6-12,-1 0 0,-1 1 0,0-1 0,0 1 0,-1 0-1,-1 0 1,0 0 0,0 0 0,-1 0 0,-1 0 0,0 0 0,-1 0 0,0-1 0,-1 1 0,0 0 0,-1-1 0,0 0 0,-1 0 0,0 0-1,0 0 1,-2-1 0,1 0 0,-1 0 0,0-1 0,-1 0 0,0 0 0,-1-1 0,0 0 0,0 0 0,-1-1 0,0 0 0,0-1-1,0 0 1,-1 0 0,0-1 0,0-1 0,0 0 0,-18 4 0,11-4 0,0-1-1,0-1 1,0 0 0,-1-1-1,1-1 1,0-1-1,0-1 1,0 0 0,0-2-1,0 0 1,0 0 0,-21-10-1,30 10-2,0 0 1,0-1-1,0 0 0,1 0 0,-1-1 0,1 0 0,1-1 1,-1 0-1,1 0 0,0 0 0,1-1 0,0 0 0,0 0 1,1-1-1,0 0 0,0 0 0,1 0 0,0 0 0,1-1 1,0 1-1,0-1 0,1 0 0,-2-15 0,4 15 2,0-1-1,1 1 0,0-1 1,1 1-1,0 0 1,0 0-1,1 0 0,0 0 1,1 0-1,0 1 1,1-1-1,0 1 0,0 0 1,1 1-1,0-1 1,1 1-1,0 0 0,0 1 1,15-13-1,6-3 21,1 1 0,1 2-1,1 1 1,46-21 0,-17 12 258,2 4 1,0 2-1,2 2 1,103-16-1,50 12-1201,1 22-5137,-202 3 339</inkml:trace>
</inkml:ink>
</file>

<file path=ppt/ink/ink1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38.971"/>
    </inkml:context>
    <inkml:brush xml:id="br0">
      <inkml:brushProperty name="width" value="0.035" units="cm"/>
      <inkml:brushProperty name="height" value="0.035" units="cm"/>
    </inkml:brush>
  </inkml:definitions>
  <inkml:trace contextRef="#ctx0" brushRef="#br0">1 87 13613,'6'-8'854,"-1"0"-611,29-36 1113,-32 42-1288,0-1 1,1 1-1,-1 0 1,1 0 0,-1 0-1,1 0 1,0 0-1,0 0 1,0 1-1,0 0 1,0-1 0,0 1-1,0 0 1,0 1-1,7-2 1,-9 3-67,-1-1 0,1 1 0,0 0 0,0-1-1,0 1 1,-1 0 0,1 0 0,0 0 0,-1-1 0,1 1 0,-1 0 0,1 0 0,-1 0 0,1 0 0,-1 0 0,0 0 0,1 0-1,-1 0 1,0 0 0,0 0 0,0 0 0,0 1 0,0-1 0,0 0 0,0 0 0,0 0 0,0 1 0,-2 37 13,2-38-15,-3 18-19,-1-1 0,-1 0 0,0 0 0,-15 31 0,13-34 1,1 1-1,0-1 1,1 1-1,0 1 1,2-1 0,-3 26-1,6-41 17,0 0 0,0 0 0,0 1 0,0-1 0,0 0 0,0 0 0,1 0 0,-1 0 0,0 0 0,1 1 0,-1-1 0,1 0 0,-1 0 0,1 0 0,0 0 0,-1 0 0,1 0 0,0-1 0,-1 1 0,1 0 0,0 0 0,0 0 0,0-1 0,0 1 0,0 0 0,0-1 0,0 1 0,0-1 0,2 1 0,1 0 1,0 0 0,0 0 0,1-1 0,-1 1 0,0-1 0,0 0 0,0-1 0,8 0 0,7-3 12,0-1-1,30-11 1,326-114-230,-370 129-102,16-7-1743,-13-2-3132,-7 4 2015</inkml:trace>
</inkml:ink>
</file>

<file path=ppt/ink/ink1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39.266"/>
    </inkml:context>
    <inkml:brush xml:id="br0">
      <inkml:brushProperty name="width" value="0.035" units="cm"/>
      <inkml:brushProperty name="height" value="0.035" units="cm"/>
    </inkml:brush>
  </inkml:definitions>
  <inkml:trace contextRef="#ctx0" brushRef="#br0">0 98 7559,'2'-8'780,"-1"1"-392,1-1 1,0 1 0,0 0 0,1 0-1,0 1 1,5-9 0,-7 12-207,0 1 1,1 0-1,-1 0 1,1 0-1,0 0 0,0 0 1,-1 0-1,1 1 0,0-1 1,1 0-1,-1 1 0,0 0 1,0-1-1,1 1 1,-1 0-1,0 0 0,1 0 1,-1 1-1,1-1 0,0 1 1,-1-1-1,1 1 1,-1 0-1,1 0 0,4 0 1,-5 1-175,0 0 1,0-1-1,-1 1 1,1 0-1,0 0 1,-1 0 0,1 0-1,-1 0 1,1 0-1,-1 1 1,0-1-1,1 0 1,-1 1 0,0-1-1,0 1 1,0 0-1,0-1 1,0 1-1,0 0 1,0-1 0,-1 1-1,1 0 1,-1 0-1,1 0 1,-1-1-1,0 1 1,0 3-1,3 59-25,-4-56 35,0 2-14,0 1 0,-1-1-1,-1 0 1,0 0 0,0 0 0,-1 0 0,-6 11 0,5-10-1,0 0 1,0 1-1,2 0 0,-5 18 1,12-29 0,0 0 1,0 0-1,0 0 0,1-1 1,-1 0-1,0 1 0,0-1 1,0 0-1,1-1 1,5-1-1,52-10-2,116-41-1,-133 37-4,-22 9-943,-1-1-1,-1-2 1,34-18 0,-9-6-7339</inkml:trace>
</inkml:ink>
</file>

<file path=ppt/ink/ink1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40.332"/>
    </inkml:context>
    <inkml:brush xml:id="br0">
      <inkml:brushProperty name="width" value="0.035" units="cm"/>
      <inkml:brushProperty name="height" value="0.035" units="cm"/>
    </inkml:brush>
  </inkml:definitions>
  <inkml:trace contextRef="#ctx0" brushRef="#br0">0 164 10666,'0'0'2280,"8"-1"-1981,-4 1-276,0 0 0,1 0 1,-1 1-1,0-1 0,0 1 1,0 0-1,0 1 1,0-1-1,0 0 0,0 1 1,0 0-1,0 0 0,-1 0 1,1 1-1,-1-1 1,1 1-1,-1 0 0,0 0 1,0 0-1,0 0 0,-1 1 1,1-1-1,-1 1 1,0-1-1,0 1 0,0 0 1,0 0-1,1 6 1,4 12 71,-1 1 1,-2 1 0,0-1 0,-1 0-1,-2 1 1,0 0 0,-4 38 0,1 2 2805,-1-83-2465,1 0 0,1-1 0,0 1 0,3-22 0,-1-1-267,0 19-158,0 0 1,2 0-1,8-34 0,-9 46-10,1 0-1,1 1 0,0-1 0,0 1 1,1 0-1,0 1 0,1-1 0,0 1 1,10-12-1,-14 19-1,0 0 1,0 0-1,0 0 1,1 1 0,-1-1-1,0 1 1,1-1-1,-1 1 1,0 0-1,1 0 1,0 0-1,-1 0 1,1 1-1,0-1 1,-1 1-1,1-1 1,0 1-1,4 0 1,-2 1-2,1 0-1,-1 0 1,0 0 0,0 1-1,1 0 1,-1 0 0,0 0 0,8 6-1,6 4-5,-2 2-1,0 0 1,24 26-1,-34-33 9,75 85-22,-82-124 108,-3-6-84,0 9 7,1-51 0,2 72-8,1 1 0,0-1 0,0 1 0,1-1 0,0 1 0,0 0 0,0 0 0,1 0 0,0 0 0,1 1 0,7-13 0,-9 17-2,0 0 0,0 0 1,0 0-1,0 0 0,0 0 0,1 0 1,-1 1-1,1-1 0,-1 1 0,1 0 0,0-1 1,-1 1-1,1 0 0,0 1 0,0-1 1,-1 0-1,1 1 0,0 0 0,0-1 0,0 1 1,0 0-1,0 1 0,0-1 0,0 0 1,-1 1-1,1 0 0,0-1 0,0 1 0,-1 0 1,1 1-1,0-1 0,-1 0 0,1 1 1,-1-1-1,0 1 0,4 2 0,9 9-6,1-1 0,-2 2 1,1 0-1,12 18 0,-18-22 6,14 17-53,-1 1 0,-1 1 1,19 34-1,-8 8-6506,-26-51 1612</inkml:trace>
</inkml:ink>
</file>

<file path=ppt/ink/ink1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41.036"/>
    </inkml:context>
    <inkml:brush xml:id="br0">
      <inkml:brushProperty name="width" value="0.035" units="cm"/>
      <inkml:brushProperty name="height" value="0.035" units="cm"/>
    </inkml:brush>
  </inkml:definitions>
  <inkml:trace contextRef="#ctx0" brushRef="#br0">144 4 8872,'0'0'4282,"-9"-2"-3428,5 2-770,0-1 0,1 1 0,-1-1-1,0 1 1,0 1 0,1-1 0,-1 0 0,0 1 0,0 0 0,1 0 0,-1 0 0,1 0-1,-1 0 1,1 1 0,-1 0 0,1 0 0,0 0 0,0 0 0,0 0 0,0 0 0,0 1-1,0 0 1,1-1 0,-1 1 0,1 0 0,0 0 0,-2 4 0,-1 0 16,0 1 0,0-1 0,1 1 1,0 0-1,0 0 0,1 0 0,0 1 0,1-1 1,0 1-1,0 0 0,1 0 0,0 0 0,0-1 1,1 1-1,0 0 0,3 13 0,-2-17-94,0 0 1,0 0-1,0-1 0,1 1 1,0-1-1,0 1 0,1-1 1,-1 0-1,1 0 0,0 0 1,0 0-1,0 0 0,0-1 1,0 1-1,1-1 0,0 0 1,0 0-1,0 0 0,0-1 1,0 1-1,1-1 0,-1 0 1,0 0-1,1-1 0,0 1 1,-1-1-1,1 0 0,0 0 1,0-1-1,0 1 0,5-1 1,-5 0-2,-1 0 1,1 0-1,0 0 1,-1-1 0,1 0-1,-1 0 1,1 0-1,-1 0 1,0-1 0,1 1-1,-1-1 1,0 0-1,0-1 1,0 1 0,0-1-1,-1 0 1,1 0 0,-1 0-1,1 0 1,-1 0-1,0-1 1,0 1 0,-1-1-1,4-5 1,-4 4 0,0 0 1,1-1 0,-2 1-1,1-1 1,0 1-1,-1-1 1,0 0 0,-1 0-1,1 1 1,-1-1-1,0 0 1,-1 0 0,1 0-1,-1 1 1,0-1-1,-1 0 1,1 1 0,-1-1-1,-3-6 1,1 6-187,1-1-1,-1 1 1,-1 0 0,1 1 0,-1-1 0,0 1-1,0 0 1,-1 0 0,1 0 0,-1 1-1,0 0 1,0 0 0,-1 1 0,1-1 0,-1 1-1,0 1 1,1-1 0,-1 1 0,0 0 0,-1 1-1,1 0 1,0 0 0,0 0 0,0 1-1,-1 0 1,1 1 0,0 0 0,-10 1 0,4 7-3189,7 1 27</inkml:trace>
</inkml:ink>
</file>

<file path=ppt/ink/ink1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41.441"/>
    </inkml:context>
    <inkml:brush xml:id="br0">
      <inkml:brushProperty name="width" value="0.035" units="cm"/>
      <inkml:brushProperty name="height" value="0.035" units="cm"/>
    </inkml:brush>
  </inkml:definitions>
  <inkml:trace contextRef="#ctx0" brushRef="#br0">1 365 11147,'0'0'1847,"8"-3"165,-5 1-1877,1 1 0,0-1 0,1 1 0,-1 0 0,0 0 0,0 1 0,0-1 0,0 1-1,1 0 1,-1 0 0,0 0 0,0 1 0,1 0 0,-1-1 0,0 1 0,0 1 0,0-1 0,0 1 0,0-1 0,0 1-1,5 4 1,16 13 274,-2 2 0,-1 0 0,31 38-1,31 29-244,-83-87-124,1 1-1,-1-1 0,0 0 1,1 0-1,-1 0 0,1 0 0,-1 0 1,1 0-1,0 0 0,-1-1 1,1 1-1,0 0 0,0-1 1,-1 0-1,1 1 0,0-1 1,0 0-1,0 0 0,-1 0 0,1 0 1,0 0-1,0 0 0,0 0 1,-1-1-1,1 1 0,0-1 1,0 1-1,-1-1 0,1 0 0,-1 0 1,1 0-1,0 0 0,-1 0 1,1 0-1,0-1 0,6-6 189,-1 1-1,-1-1 0,0 0 0,0-1 0,6-11 0,3-3-432,45-65 165,147-220-1740,-176 254-2629,-7 7-3732</inkml:trace>
</inkml:ink>
</file>

<file path=ppt/ink/ink1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54.158"/>
    </inkml:context>
    <inkml:brush xml:id="br0">
      <inkml:brushProperty name="width" value="0.035" units="cm"/>
      <inkml:brushProperty name="height" value="0.035" units="cm"/>
    </inkml:brush>
  </inkml:definitions>
  <inkml:trace contextRef="#ctx0" brushRef="#br0">26 0 8456,'-1'0'51,"0"0"0,0 1 1,0-1-1,-1 0 0,1 0 0,0 1 0,0-1 1,0 1-1,0-1 0,0 1 0,0-1 1,0 1-1,0-1 0,0 1 0,0 0 0,1 0 1,-1 0-1,0-1 0,0 1 0,1 0 0,-1 0 1,0 0-1,1 0 0,-1 0 0,1 0 0,-1 0 1,1 0-1,0 0 0,-1 1 0,1-1 0,0 0 1,0 0-1,0 0 0,0 1 0,1 50 627,0-37-153,11 97 1217,33 138 1,-4-37-1566,-5 45-139,-30-193 2663,-5-113-2628,1 0-1,3 1 1,3-1 0,1 1 0,22-69 0,-28 110-75,-1 0 0,0 0 0,1 0 0,0 0 0,1 1 0,-1-1 1,1 1-1,0 0 0,1 0 0,-1 0 0,1 1 0,0-1 0,0 1 0,0 0 0,7-3 0,-8 5 0,2 0 0,-1 0 1,0 0-1,0 1 0,0 0 1,1 0-1,-1 0 0,1 1 0,-1 0 1,0 0-1,1 0 0,-1 1 1,1-1-1,-1 1 0,0 1 0,1-1 1,-1 1-1,8 3 0,0 2 0,-1-1 1,1 2-1,-2 0 0,1 0 0,-1 1 0,0 0 0,-1 1 0,0 0 1,0 1-1,-2 0 0,1 0 0,9 18 0,-14-23 2,0 1 0,-1-1-1,0 0 1,0 1 0,-1-1-1,0 1 1,0 0 0,0 0 0,-1 0-1,0 0 1,-1 0 0,1 0-1,-1 0 1,-1 0 0,1 0-1,-1 0 1,0 0 0,-1 0 0,0-1-1,0 1 1,0 0 0,-1-1-1,0 1 1,0-1 0,0 0 0,-8 9-1,-3 1-7,-1-1 0,-1-1 0,0 0 0,-1-1 0,-1-1-1,0-1 1,0 0 0,-1-1 0,-22 7 0,16-7-7,-1-1 0,0-1 0,0-2 0,-1-1-1,1 0 1,-46 0 0,70-5 14,0 0 0,1 0 0,-1 0 1,0 0-1,1 0 0,-1 0 0,0-1 0,1 1 0,-1 0 0,0-1 0,1 0 0,-1 1 0,1-1 0,-1 0 0,1 0 0,-1 0 0,1 0 0,-1 0 0,0-1 0,1 1 0,0-1 1,1 1-1,-1 0 1,1 0-1,0 0 1,-1-1-1,1 1 0,0 0 1,0 0-1,0-1 1,-1 1-1,1 0 1,1-1-1,-1 1 1,0 0-1,0 0 0,0-1 1,1 1-1,0-2 1,2-4-1,0 1 0,0-1 0,1 1 0,-1 0 1,2 0-1,-1 1 0,10-11 0,16-11 0,2 1 0,0 1 0,51-28 0,114-51 21,-5 24 343,-166 71-206,1 1 1,0 2-1,0 1 1,0 1-1,43-1 1,-64 5-144,-1 0 0,1 0 0,-1 1 0,1 0 0,-1 0 0,1 0 0,-1 1 0,0 0 0,0 0 0,1 0 0,-1 0 0,0 1 0,-1 0 0,1 0 1,-1 0-1,1 1 0,-1-1 0,0 1 0,0 0 0,0 0 0,-1 1 0,0-1 0,1 1 0,-2 0 0,1 0 0,0 0 0,-1 0 0,0 0 0,0 0 0,2 11 0,-2-6-10,-1-1 0,0 1 0,0 0 0,-1 0 0,-1 0 0,1 0 0,-2 0 0,1 0-1,-1 0 1,-1 0 0,1-1 0,-2 1 0,1-1 0,-2 0 0,1 0 0,-9 13 0,11-19-17,-40 50-364,39-49-32,-1-1 0,0 1 0,0-1 0,0 1 0,0-1-1,0 0 1,-1-1 0,1 1 0,-1-1 0,-7 3 0,-12-3-5079</inkml:trace>
</inkml:ink>
</file>

<file path=ppt/ink/ink1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54.315"/>
    </inkml:context>
    <inkml:brush xml:id="br0">
      <inkml:brushProperty name="width" value="0.035" units="cm"/>
      <inkml:brushProperty name="height" value="0.035" units="cm"/>
    </inkml:brush>
  </inkml:definitions>
  <inkml:trace contextRef="#ctx0" brushRef="#br0">14 53 17777,'0'0'-96,"-13"-46"192,13 40-160,2 20-3203,9 7-481,-2 2 1218,3 0 416,0-3-3492</inkml:trace>
</inkml:ink>
</file>

<file path=ppt/ink/ink1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54.563"/>
    </inkml:context>
    <inkml:brush xml:id="br0">
      <inkml:brushProperty name="width" value="0.035" units="cm"/>
      <inkml:brushProperty name="height" value="0.035" units="cm"/>
    </inkml:brush>
  </inkml:definitions>
  <inkml:trace contextRef="#ctx0" brushRef="#br0">0 292 14574,'0'0'336,"7"9"32,6 7-256,2 4 84,2 0 1,0-1-1,28 24 0,-43-42-126,0 0-1,0 0 0,-1 0 0,1 0 1,0 0-1,0 0 0,0-1 0,0 1 1,0-1-1,0 1 0,0-1 0,0 0 1,0 0-1,0 0 0,0 0 0,0 0 1,0-1-1,0 1 0,0 0 0,0-1 1,0 0-1,0 1 0,0-1 0,0 0 1,0 0-1,0 0 0,-1 0 1,1 0-1,0 0 0,-1-1 0,1 1 1,-1-1-1,1 1 0,-1-1 0,0 1 1,0-1-1,0 0 0,2-3 0,6-9 30,-1-1 0,0 0 0,9-27 0,-11 29-115,18-53-21,24-52 268,-43 107-393,0 1 0,1-1 0,1 1-1,0 1 1,0-1 0,1 1 0,0 1 0,11-9-1,-16 14-402,0 1 0,1 0 0,0-1 0,-1 2 0,1-1 0,0 0 1,0 1-1,0 0 0,0 0 0,0 0 0,8-1 0,12 1-5265</inkml:trace>
</inkml:ink>
</file>

<file path=ppt/ink/ink1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55.344"/>
    </inkml:context>
    <inkml:brush xml:id="br0">
      <inkml:brushProperty name="width" value="0.035" units="cm"/>
      <inkml:brushProperty name="height" value="0.035" units="cm"/>
    </inkml:brush>
  </inkml:definitions>
  <inkml:trace contextRef="#ctx0" brushRef="#br0">399 25 14286,'0'0'1211,"-12"-5"-714,2 1-362,0 1 1,-1-1-1,0 2 1,0-1-1,0 2 1,0-1-1,0 2 0,0-1 1,-1 1-1,1 1 1,0 0-1,0 1 1,0 0-1,0 1 1,-13 4-1,7 0-16,1 0 0,0 1 1,1 1-1,0 0 0,0 1 0,1 0 0,-22 21 0,31-26-94,0 1 0,0-1 0,0 1 1,1 0-1,0 0 0,0 0 0,1 1 0,-1-1 0,1 1 0,1 0 0,-1 0 0,1 0 1,1 0-1,-1 0 0,1 0 0,0 0 0,1 1 0,0-1 0,0 0 0,0 1 0,2 7 1,-1-13-26,0 1 0,-1-1 0,1 0 0,0 0 0,0 1 0,0-1 0,0 0 0,1 0 0,-1 0 0,1-1 0,-1 1 0,1 0 0,0 0 0,-1-1 0,1 1 0,0-1 0,0 0 0,0 1 0,0-1 0,0 0 0,0 0 0,1 0 0,-1-1 0,0 1 0,0 0 0,1-1 0,-1 0 0,0 1 0,1-1 0,-1 0 0,1 0 0,-1 0 0,4-1 0,1 0 0,0 0 0,0 0 0,0-1 0,0 0 0,-1 0 0,1 0 0,-1-1 0,1 0 0,-1 0 0,7-5 0,7-8 6,0-1 0,-1-1 0,17-22 0,-27 30 7,0-2 0,-1 1 0,0-1 0,-1 0 0,0-1 0,-1 0 0,6-17 0,-12 29 131,1 32-11,0-20-118,0 0 1,1-1-1,0 1 0,0-1 0,1 1 0,0-1 0,1 0 0,0 0 0,10 16 0,-12-23-13,0 0-1,-1 0 0,1-1 0,0 1 1,0-1-1,1 1 0,-1-1 0,0 0 1,1 0-1,0 0 0,-1 0 0,1 0 1,0-1-1,0 1 0,0-1 0,0 1 1,0-1-1,0 0 0,0-1 1,0 1-1,1 0 0,-1-1 0,0 0 1,0 0-1,1 0 0,-1 0 0,0 0 1,0-1-1,1 1 0,-1-1 0,0 0 1,0 0-1,0 0 0,0 0 0,0-1 1,4-2-1,9-6 13,-1-1 0,0-1 0,-1 0 1,-1-1-1,21-24 0,-23 23-3,2 1 1,0 0-1,0 0 1,1 1-1,1 1 1,16-10-1,-29 20-11,1 0 0,0-1-1,-1 1 1,1 0 0,0 0-1,0 1 1,0-1 0,-1 0-1,1 1 1,0 0-1,0 0 1,0 0 0,0 0-1,0 0 1,0 1 0,0-1-1,-1 1 1,1 0 0,0-1-1,0 1 1,-1 1 0,1-1-1,0 0 1,-1 1 0,1-1-1,-1 1 1,0 0 0,1 0-1,-1 0 1,0 0-1,0 0 1,0 0 0,-1 0-1,3 3 1,6 10-3,-1 1-1,-1 0 1,0 1-1,9 25 0,-3-8 2,-11-27 2,0 0 0,0 0 0,1-1-1,0 0 1,0 0 0,1 0 0,0 0 0,0-1-1,9 9 1,-12-13 1,0 0 0,0 0 0,1 0 0,-1 0-1,0 0 1,0 0 0,1 0 0,-1-1 0,0 1 0,1-1 0,-1 0 0,1 0-1,-1 0 1,1 0 0,-1 0 0,0 0 0,1 0 0,-1-1 0,1 0 0,-1 1-1,0-1 1,1 0 0,-1 0 0,0 0 0,0 0 0,0 0 0,0-1 0,0 1-1,0-1 1,0 1 0,0-1 0,2-3 0,12-13 10,0 0 0,-2-1 0,0-1 0,-1 0 0,19-41 0,21-34 56,-53 95-57,1-1 0,-1 0 0,1 0-1,-1 1 1,1-1 0,-1 0-1,1 0 1,0 1 0,-1-1 0,1 1-1,0-1 1,-1 1 0,1-1 0,0 1-1,0-1 1,-1 1 0,1-1-1,0 1 1,0 0 0,0 0 0,0-1-1,0 1 1,0 0 0,-1 0-1,1 0 1,0 0 0,2 0 0,-2 1-5,1-1 1,0 1 0,-1 0 0,0 0-1,1 0 1,-1 0 0,1 0 0,-1 0 0,0 1-1,0-1 1,0 0 0,0 1 0,2 2 0,25 57-32,-25-53 45,5 15-306,6 16-86,-1-19-8816</inkml:trace>
</inkml:ink>
</file>

<file path=ppt/ink/ink1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55.500"/>
    </inkml:context>
    <inkml:brush xml:id="br0">
      <inkml:brushProperty name="width" value="0.035" units="cm"/>
      <inkml:brushProperty name="height" value="0.035" units="cm"/>
    </inkml:brush>
  </inkml:definitions>
  <inkml:trace contextRef="#ctx0" brushRef="#br0">50 65 16464,'0'0'128,"-39"-48"865,31 35-673,6 9-160,2 8-256,1 12-96,11 6-1250,6 3-1056,4-3-2787</inkml:trace>
</inkml:ink>
</file>

<file path=ppt/ink/ink1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55.923"/>
    </inkml:context>
    <inkml:brush xml:id="br0">
      <inkml:brushProperty name="width" value="0.035" units="cm"/>
      <inkml:brushProperty name="height" value="0.035" units="cm"/>
    </inkml:brush>
  </inkml:definitions>
  <inkml:trace contextRef="#ctx0" brushRef="#br0">212 77 16303,'0'0'518,"-10"0"96,1-1-407,-1 1 0,1 0 0,-1 1 0,0 0 0,1 1 0,0 0 0,-1 0 0,1 1 0,0 0 0,0 1 0,0 0 0,-11 7 0,14-6-127,0 0 0,0 0 0,1 1 0,-1-1 0,1 1 1,1 1-1,-1-1 0,1 0 0,0 1 0,-4 11 0,6-14-78,0 0-1,1 0 1,0 0-1,0 0 1,0 0-1,0 0 0,0 0 1,1 0-1,0 0 1,0 0-1,0 0 0,0 1 1,1-1-1,0 0 1,0 0-1,0 0 0,0 0 1,0 0-1,1 0 1,0-1-1,2 6 1,-2-7-3,0 0 0,-1 0 0,1 0 0,0 0 0,0-1 0,0 1 1,0-1-1,0 1 0,0-1 0,1 1 0,-1-1 0,0 0 0,1 0 1,-1 0-1,1-1 0,-1 1 0,1 0 0,-1-1 0,1 0 0,-1 0 1,1 1-1,0-2 0,-1 1 0,1 0 0,-1 0 0,1-1 1,-1 1-1,1-1 0,-1 0 0,1 0 0,3-2 0,3-1-6,-1-1 0,0 1-1,0-2 1,0 1 0,-1-1 0,0 0-1,10-10 1,-4 0 3,0 1-1,-1-2 1,0 0-1,-2 0 1,0-1-1,-1 0 1,0-1 0,-2 0-1,0 0 1,-1 0-1,5-31 1,0 71 161,3 18-175,-6-11-117,2 1 0,1-2 0,1 1 0,1-2 1,1 0-1,2 0 0,19 24 0,-23-40-1657,-12-9 1555,1-1-1,0 1 0,-1-1 1,1 0-1,0 1 1,0-1-1,-1 0 0,1 1 1,0-1-1,-1 0 1,1 0-1,0 0 0,0 0 1,0 0-1,-1 0 1,1 0-1,0 0 0,0 0 1,-1 0-1,1 0 1,0-1-1,0 1 1,-1 0-1,1 0 0,0-1 1,0 1-1,-1-1 1,1 1-1,-1 0 0,1-1 1,0 1-1,-1-1 1,1 1-1,-1-1 0,1 0 1,-1 1-1,1-1 1,-1 0-1,1 1 0,-1-1 1,0 0-1,0 1 1,1-2-1,7-22-4689</inkml:trace>
</inkml:ink>
</file>

<file path=ppt/ink/ink1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56.110"/>
    </inkml:context>
    <inkml:brush xml:id="br0">
      <inkml:brushProperty name="width" value="0.035" units="cm"/>
      <inkml:brushProperty name="height" value="0.035" units="cm"/>
    </inkml:brush>
  </inkml:definitions>
  <inkml:trace contextRef="#ctx0" brushRef="#br0">0 1 12268,'0'0'5221,"0"93"-4997,11-29 64,5 8 96,2 4 1,2 1-193,-4-1-96,-6-4-96,-3-4-32,-7-8-352,-3-11-1923,-10-13-2401,-5-12-929</inkml:trace>
</inkml:ink>
</file>

<file path=ppt/ink/ink1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56.405"/>
    </inkml:context>
    <inkml:brush xml:id="br0">
      <inkml:brushProperty name="width" value="0.035" units="cm"/>
      <inkml:brushProperty name="height" value="0.035" units="cm"/>
    </inkml:brush>
  </inkml:definitions>
  <inkml:trace contextRef="#ctx0" brushRef="#br0">1 195 15246,'6'-7'379,"4"-3"-242,0 1 0,0 0 1,1 1-1,0 0 0,1 1 0,-1 0 0,1 1 0,25-9 0,5 2 0,-29 10-98,1-1-1,-2 0 0,1 0 0,0-2 0,-1 0 0,0 0 1,12-9-1,-23 15-36,0-1 0,0 0 0,1 0 0,-1 0 0,0 0 1,0 0-1,0 0 0,0 0 0,-1-1 0,1 1 0,0 0 1,0 0-1,-1-1 0,1 1 0,-1 0 0,1-1 0,-1 1 1,1 0-1,-1-1 0,0-2 0,0 3 7,0 0 1,-1 0-1,1 0 0,0 0 1,-1 1-1,1-1 0,-1 0 0,0 0 1,1 0-1,-1 0 0,1 1 1,-1-1-1,0 0 0,0 1 1,1-1-1,-1 1 0,0-1 0,0 1 1,0-1-1,0 1 0,0-1 1,-1 0-1,-1 1 77,0-1 1,1 0-1,-1 0 0,0 1 0,0 0 1,0 0-1,0-1 0,0 2 1,0-1-1,0 0 0,1 0 0,-1 1 1,0 0-1,0 0 0,0-1 1,1 2-1,-1-1 0,0 0 0,1 0 1,-5 4-1,3 0-18,-1 1-1,1 0 1,0 0 0,0 0 0,1 0-1,-1 1 1,1-1 0,1 1 0,-1 0-1,1 0 1,1 0 0,-2 11 0,1-7-66,0 0 0,2 1 0,-1-1 0,1 1 0,1-1 0,0 0 0,4 16 0,-4-23-10,1 0 1,0 1-1,0-1 1,0 0-1,0-1 1,1 1-1,0 0 1,-1-1-1,1 1 1,1-1 0,-1 0-1,0 0 1,1 0-1,-1 0 1,1-1-1,0 0 1,0 1-1,0-1 1,0-1-1,1 1 1,-1-1-1,8 3 1,5-1-849,1 0 0,-1-1 0,1-1 0,27-1 0,32-3-4937</inkml:trace>
</inkml:ink>
</file>

<file path=ppt/ink/ink1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57.359"/>
    </inkml:context>
    <inkml:brush xml:id="br0">
      <inkml:brushProperty name="width" value="0.035" units="cm"/>
      <inkml:brushProperty name="height" value="0.035" units="cm"/>
    </inkml:brush>
  </inkml:definitions>
  <inkml:trace contextRef="#ctx0" brushRef="#br0">437 62 13325,'-9'-8'-273,"3"2"423,-1 1 0,-1-1 0,1 1 0,0 1 0,-1 0 0,0 0 0,0 0 0,-1 1 0,1 0 0,-1 0 0,1 1 0,-1 0 0,0 1 0,0 0 0,1 0 0,-1 1 1,0 0-1,0 1 0,-15 2 0,9 2 15,0-1 1,1 2-1,0 0 1,0 0 0,0 1-1,1 1 1,0 1-1,0 0 1,1 0 0,0 1-1,-18 20 1,23-23-81,0 1 1,1-1 0,0 1-1,0 1 1,1-1-1,0 1 1,0 0 0,1 0-1,0 1 1,1-1 0,0 1-1,0 0 1,1 0-1,1 0 1,-1 0 0,2 0-1,-1 0 1,3 19 0,-2-26-86,1 1 1,0-1-1,1 1 0,-1-1 1,1 1-1,-1-1 1,1 0-1,0 0 1,0 0-1,0 0 1,1 0-1,-1-1 1,1 1-1,-1 0 0,1-1 1,0 0-1,0 0 1,0 0-1,0 0 1,1 0-1,-1-1 1,0 1-1,1-1 1,-1 0-1,1 0 1,-1 0-1,1-1 0,-1 1 1,1-1-1,0 0 1,4 0-1,3 0 3,0 0-1,0-1 0,0 0 0,-1-1 1,1 0-1,-1-1 0,1 0 0,-1-1 1,15-7-1,-10 2 1,0 0 1,-1-1-1,0 0 0,-1-1 1,0-1-1,-1 0 0,21-27 1,-27 31 1,0 0 1,-1 0 0,0-1-1,-1 0 1,0 0 0,0 0-1,-1 0 1,0-1 0,0 1-1,-1-1 1,-1 0 0,1 1-1,-2-1 1,1 0 0,-2-12-1,1 20-1,-1 1 0,1-1 0,0 1 0,-1-1 0,1 1 0,-1-1 0,1 1 0,-1 0-1,0-1 1,1 1 0,-1 0 0,0 0 0,0-1 0,0 1 0,0 0 0,0 0 0,0 0 0,0 0-1,-1 0 1,1 1 0,0-1 0,0 0 0,-1 0 0,-1 0 0,2 1-3,1 0 1,-1 0 0,0-1-1,0 1 1,0 0 0,0 0-1,1 0 1,-1 1 0,0-1-1,0 0 1,0 0 0,0 0-1,1 1 1,-1-1 0,0 0-1,0 1 1,1-1 0,-1 0-1,0 1 1,1-1 0,-1 1-1,0 0 1,1-1 0,-1 1-1,0-1 1,1 1 0,-1 0-1,1-1 1,0 1 0,-1 0-1,1 0 1,-1-1 0,1 1-1,0 0 1,0 0 0,-1 0-1,1-1 1,0 1 0,0 0-1,0 1 1,-1 8-3,1 0 0,0 0 0,1 0 0,0 0 0,0 0 0,1-1 0,0 1-1,1-1 1,0 1 0,1-1 0,0 0 0,0 0 0,1 0 0,0-1 0,0 0 0,1 0 0,0 0 0,1 0 0,0-1 0,0 0 0,0-1 0,1 1 0,9 5 0,-9-7-111,1 1 0,-1-1 0,1-1 0,1 1 0,-1-1 1,0-1-1,1 0 0,0 0 0,0-1 0,12 1 0,-15-2-115,0-1-1,0 0 1,0-1-1,-1 1 1,1-1-1,0-1 1,-1 1-1,1-1 1,0-1 0,-1 1-1,0-1 1,0 0-1,0 0 1,0-1-1,10-7 1,-8 5 286,-1-1 1,1-1-1,-1 1 1,-1-1 0,0 0-1,0 0 1,0-1 0,-1 0-1,0 0 1,-1 0-1,4-11 1,-8 20-15,0-1 0,0 1 0,0 0-1,0-1 1,0 1 0,0 0 0,0-1 0,1 1 0,-1 0-1,0 0 1,0-1 0,0 1 0,0 0 0,0 0 0,1-1 0,-1 1-1,0 0 1,0 0 0,1-1 0,-1 1 0,0 0 0,0 0 0,1 0-1,-1 0 1,0-1 0,0 1 0,1 0 0,-1 0 0,0 0 0,1 0-1,-1 0 1,0 0 0,0 0 0,1 0 0,-1 0 0,0 0-1,1 0 1,-1 0 0,0 0 0,1 0 0,-1 0 0,0 0 0,0 0-1,1 0 1,-1 0 0,0 0 0,1 1 0,15 14 333,8 26-620,-24-41 313,36 77 201,-31-78-17,0-11 316,0-16 359,-1-10-743,8-49 21,-11 80-191,1 0 1,1-1 0,-1 1-1,1 0 1,0 1 0,1-1-1,-1 0 1,1 1 0,5-7-1,-7 12-13,-1-1 0,1 0 0,0 0 0,0 1 1,-1-1-1,1 1 0,0 0 0,0-1 0,1 1 0,-1 0 0,0 0 0,0 0 0,0 1 0,1-1 0,-1 0 0,0 1 0,1 0 0,-1-1 0,0 1 0,1 0 0,-1 0 0,1 0 0,-1 1 0,0-1 1,1 0-1,-1 1 0,0 0 0,1-1 0,-1 1 0,0 0 0,0 0 0,0 0 0,0 1 0,0-1 0,3 3 0,7 5-21,0 1-1,-1 1 1,-1 0 0,15 18 0,-11-12 5,-6-8-119,47 47-1372,-23-33-1990,3-10-3679,-11-11-831</inkml:trace>
</inkml:ink>
</file>

<file path=ppt/ink/ink1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58.666"/>
    </inkml:context>
    <inkml:brush xml:id="br0">
      <inkml:brushProperty name="width" value="0.035" units="cm"/>
      <inkml:brushProperty name="height" value="0.035" units="cm"/>
    </inkml:brush>
  </inkml:definitions>
  <inkml:trace contextRef="#ctx0" brushRef="#br0">220 778 6983,'0'0'5536,"-4"-10"-3209,1 4-2129,2 3-58,0-1 0,0 1-1,0 0 1,-1 0 0,1 0 0,-1 0 0,0 0-1,0 0 1,0 1 0,0-1 0,0 1 0,-1-1-1,1 1 1,-1 0 0,1 0 0,-1 0 0,0 0 0,0 0-1,0 0 1,0 1 0,0 0 0,0 0 0,0 0-1,-1 0 1,-4-1 0,2 2-92,0 0-1,0 0 1,0 1 0,-1 0-1,1 0 1,0 1 0,1-1-1,-1 1 1,0 0 0,0 1-1,1 0 1,-1 0 0,1 0-1,0 0 1,0 1 0,0 0-1,1 0 1,-1 0 0,1 0-1,0 1 1,0 0 0,0 0-1,1 0 1,0 0 0,0 0-1,0 1 1,0 0 0,1-1 0,0 1-1,0 0 1,1 0 0,0 0-1,0 0 1,0 0 0,1 0-1,-1 0 1,1 1 0,1-1-1,-1 0 1,1 0 0,1 0-1,2 9 1,-4-13-55,1 1 0,0-1 1,0 1-1,0-1 0,0 1 0,1-1 0,-1 0 1,1 0-1,-1 0 0,1 0 0,0 0 1,0 0-1,0 0 0,0-1 0,0 1 0,0 0 1,0-1-1,0 0 0,1 0 0,-1 1 1,1-1-1,-1-1 0,1 1 0,-1 0 0,1-1 1,-1 1-1,1-1 0,-1 0 0,1 0 1,0 0-1,-1 0 0,1 0 0,0 0 0,-1-1 1,4 0-1,0-1-38,0-1 0,0 1 0,0-1 0,0 0 0,0-1 1,-1 1-1,1-1 0,-1 0 0,0-1 0,0 1 0,0-1 0,6-8 1,-7 6 41,2 0 13,0 0 0,-1 0 1,0-1-1,0 0 0,-1 0 1,0 0-1,4-15 1,-8 22 31,0 34-79,0-30 37,0 0 1,0 0-1,0-1 1,0 1 0,0 0-1,0 0 1,1 0-1,0 0 1,-1 0-1,1 0 1,0 0-1,0-1 1,1 1-1,-1 0 1,0-1-1,1 1 1,0-1-1,-1 0 1,1 1-1,0-1 1,0 0-1,1 0 1,-1 0-1,0 0 1,1-1 0,-1 1-1,1-1 1,-1 1-1,1-1 1,0 0-1,-1 0 1,1 0-1,0 0 1,0-1-1,0 1 1,0-1-1,0 1 1,0-1-1,0 0 1,0 0-1,-1-1 1,1 1-1,0-1 1,0 1-1,0-1 1,0 0 0,0 0-1,-1 0 1,1 0-1,4-3 1,4-2 4,0-1 0,-1 1 0,0-2 0,-1 1 0,1-1 0,-1-1 0,-1 0 1,0 0-1,0-1 0,9-14 0,5-12 4,30-65 0,-34 64-1,-2-1 0,-2 0 0,-2-2-1,-1 1 1,-2-1 0,-2-1 0,-2 0-1,-1 0 1,-2 0 0,-4-44 0,0 71-3,-1-1 0,0 1 0,-1 0 0,-1 0 0,0 0 0,-9-16 0,12 25-2,-1 0 1,0 1-1,0-1 1,-1 1 0,1 0-1,-1 0 1,0 0 0,-8-6-1,9 8-1,1 1-1,0 0 1,-1-1-1,1 1 1,-1 0-1,0 0 1,1 1-1,-1-1 1,0 1-1,0-1 1,1 1-1,-1 0 1,0 0-1,0 0 1,1 0-1,-1 0 1,0 1-1,-3 0 1,2 1-4,0 0 0,0 0 0,0 0 1,0 1-1,1-1 0,-1 1 0,1 0 0,0 0 1,0 0-1,0 0 0,0 1 0,0-1 0,1 1 1,0 0-1,-1 0 0,1 0 0,1 0 0,-1 0 1,-2 8-1,-1 5-9,1-1 0,1 1 0,-3 33 0,4-22 34,2 1 0,2-1 1,0 1-1,2-1 0,1 0 1,1 0-1,15 42 0,-15-54-17,1 0 1,0 0-1,1-1 0,1 0 0,0 0 0,1-1 0,0 0 0,2-1 0,-1 0 1,2-1-1,-1 0 0,2-1 0,26 17 0,-34-24-4,1 0 0,0-1 0,0 0 0,0 0 0,0 0-1,0-1 1,1 0 0,-1 0 0,0-1 0,1 0 0,0-1 0,-1 1 0,1-1 0,-1-1 0,1 1-1,-1-1 1,1-1 0,10-3 0,-11 2 6,0 0 0,0-1-1,-1 0 1,1 0 0,-1-1 0,0 0 0,0 0-1,-1 0 1,1-1 0,-1 0 0,0 0-1,-1 0 1,0-1 0,0 1 0,0-1 0,-1 0-1,5-13 1,7-48 147,-16 72-155,1 0-1,-1 0 1,1 0-1,0 0 1,0 0-1,0 0 1,1 0 0,-1 0-1,1 0 1,0 0-1,0 0 1,1-1 0,-1 1-1,1 0 1,3 5-1,-3-7 1,0 0 0,0 0 1,1-1-1,-1 1 0,1-1 0,-1 1 0,1-1 0,-1 0 0,1 0 0,0 0 0,0 0 0,0 0 0,-1-1 0,1 1 0,0-1 0,0 0 0,0 0 0,0 0 0,0 0 1,0-1-1,0 1 0,4-2 0,0 0 2,0 0 1,0 0-1,0-1 1,-1 0 0,1-1-1,-1 0 1,1 0-1,-1 0 1,0-1-1,-1 1 1,1-1 0,-1-1-1,0 1 1,0-1-1,7-11 1,-5 8 2,0 0-1,1 0 1,0 1 0,1 0-1,11-9 1,-18 17-5,-1-1 0,0 0 1,1 1-1,-1-1 0,0 0 0,1 1 0,-1 0 0,1-1 0,-1 1 1,1 0-1,-1 0 0,1 0 0,-1 0 0,0 0 0,1 0 0,-1 0 1,1 0-1,-1 1 0,1-1 0,-1 0 0,1 1 0,-1-1 1,0 1-1,1 0 0,-1 0 0,0-1 0,0 1 0,1 0 0,-1 0 1,0 0-1,0 0 0,0 0 0,0 0 0,0 0 0,0 1 0,-1-1 1,2 2-1,4 7-9,-1 0 0,0 0 0,8 21 0,-10-22 7,18 52-3,-3 0-1,-3 2 1,-2-1 0,-3 2-1,-3-1 1,-2 82 0,-4-142 9,-1-1 1,-1 1 0,1 0-1,0 0 1,-1 0 0,0 0-1,1 0 1,-1 0 0,0-1-1,-1 1 1,1 0 0,0-1-1,-1 1 1,1-1 0,-4 4-1,4-5 0,0 0 0,0 0-1,-1 0 1,1 0-1,-1-1 1,1 1-1,-1 0 1,0-1-1,1 1 1,-1-1 0,1 1-1,-1-1 1,0 0-1,1 1 1,-1-1-1,0 0 1,0 0-1,1 0 1,-1-1 0,0 1-1,1 0 1,-1-1-1,0 1 1,1-1-1,-1 1 1,1-1-1,-1 0 1,1 0 0,-2-1-1,-4-2 1,2 0 0,-1 0-1,0-1 1,1 1 0,0-2-1,0 1 1,0 0 0,0-1-1,1 0 1,0 0 0,1 0-1,-1-1 1,1 1 0,0-1-1,-3-11 1,1 1 0,1-1 1,0 0-1,2 1 1,0-1-1,0-22 1,3 21-7,1 1 1,1 0-1,0 0 0,1 0 1,1 0-1,1 1 1,1 0-1,0 0 1,1 0-1,1 1 1,0 0-1,1 1 1,14-16-1,-6 9 0,2 0-1,0 2 0,1 1 1,0 0-1,2 1 0,0 2 1,47-25-1,-66 39 2,-1 0 0,1 0 1,0 0-1,-1 1 0,1 0 0,0-1 0,0 1 1,0 1-1,0-1 0,0 1 0,0 0 0,0-1 1,0 2-1,0-1 0,7 2 0,-8-1-2,0 0-1,-1 1 0,1-1 0,-1 1 1,1 0-1,-1 0 0,1 0 1,-1 0-1,0 0 0,0 0 0,0 1 1,0-1-1,-1 1 0,1-1 0,-1 1 1,1 0-1,-1 0 0,0-1 1,0 1-1,1 6 0,3 19 11,-1-1 1,-1 1-1,-1 43 0,-2-67 7,0-17-13,1 0 1,1 0 0,0 0-1,0 0 1,2 0 0,-1 1-1,2-1 1,0 1 0,0 0-1,1 1 1,9-15 0,-12 21-4,1 0 1,-1 0 0,1 0 0,1 1 0,-1-1 0,1 1-1,-1 0 1,1 0 0,0 1 0,1-1 0,-1 1 0,0 0-1,1 1 1,0-1 0,0 1 0,0 0 0,0 0 0,0 1-1,0 0 1,0 0 0,0 1 0,0-1 0,1 1-1,-1 0 1,11 3 0,-10-1-2,0 0-1,-1 1 0,0 0 1,1 1-1,-1-1 1,0 1-1,0 0 0,-1 1 1,1-1-1,-1 1 1,0 0-1,-1 0 0,1 1 1,-1 0-1,0-1 1,0 1-1,5 13 0,1 9-3496,-9-1-3660</inkml:trace>
</inkml:ink>
</file>

<file path=ppt/ink/ink1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58.789"/>
    </inkml:context>
    <inkml:brush xml:id="br0">
      <inkml:brushProperty name="width" value="0.035" units="cm"/>
      <inkml:brushProperty name="height" value="0.035" units="cm"/>
    </inkml:brush>
  </inkml:definitions>
  <inkml:trace contextRef="#ctx0" brushRef="#br0">3 61 10826,'-3'-30'0,"3"10"0,0 9-993</inkml:trace>
</inkml:ink>
</file>

<file path=ppt/ink/ink1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59.030"/>
    </inkml:context>
    <inkml:brush xml:id="br0">
      <inkml:brushProperty name="width" value="0.035" units="cm"/>
      <inkml:brushProperty name="height" value="0.035" units="cm"/>
    </inkml:brush>
  </inkml:definitions>
  <inkml:trace contextRef="#ctx0" brushRef="#br0">0 222 9737,'0'0'2349,"10"-3"-75,5-3-1837,-1 0 1,0-1-1,-1-1 0,0 0 0,0-1 1,-1-1-1,0 0 0,0 0 0,11-14 0,2-4 290,-10 12-249,0 0 0,20-17-1,-31 30-456,0 0 0,0 1 0,0-1 0,0 1 0,0-1-1,0 1 1,1 0 0,-1 1 0,1-1 0,-1 1-1,1 0 1,0 0 0,0 0 0,-1 1 0,9 0-1,-11 0-23,0 1-1,0 0 0,0-1 1,0 1-1,0 0 0,-1 1 1,1-1-1,0 0 0,-1 0 1,1 1-1,0-1 0,-1 1 0,1-1 1,-1 1-1,0 0 0,0-1 1,0 1-1,0 0 0,0 0 1,0 0-1,0 0 0,0 0 1,-1 0-1,1 0 0,-1 0 0,1 0 1,-1 0-1,0 4 0,1 5 7,0 1 0,0 0 0,-3 21-1,0-24-24,-1 0-1,1 0 1,-2 0 0,1 0-1,-1 0 1,0-1-1,-1 0 1,0 0-1,0 0 1,-1 0-1,0-1 1,-12 11-1,15-14-519,-1-1-1,0 0 0,-1 0 0,1 0 0,-1 0 0,1-1 0,-1 1 0,-8 2 0,9-6-3930,3-5-2393</inkml:trace>
</inkml:ink>
</file>

<file path=ppt/ink/ink1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59.173"/>
    </inkml:context>
    <inkml:brush xml:id="br0">
      <inkml:brushProperty name="width" value="0.035" units="cm"/>
      <inkml:brushProperty name="height" value="0.035" units="cm"/>
    </inkml:brush>
  </inkml:definitions>
  <inkml:trace contextRef="#ctx0" brushRef="#br0">0 0 21941,'0'0'320</inkml:trace>
</inkml:ink>
</file>

<file path=ppt/ink/ink1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01.211"/>
    </inkml:context>
    <inkml:brush xml:id="br0">
      <inkml:brushProperty name="width" value="0.035" units="cm"/>
      <inkml:brushProperty name="height" value="0.035" units="cm"/>
    </inkml:brush>
  </inkml:definitions>
  <inkml:trace contextRef="#ctx0" brushRef="#br0">1 922 6342,'0'0'2626,"8"5"-2161,297 190 4393,-199-127-4611,2-4 0,187 78 0,252 52 453,-143-84-59,641 88-1,-838-176-300,1-10-1,0-8 1,0-10-1,-1-9 0,0-9 1,269-66-1,-196 20-66,-2-13 1,-5-12-1,-4-12 0,276-153 1,-334 140-237,-5-9 0,-6-10 1,314-283-1,-482 393-31,75-76 4,-95 92-44,0-1 1,-2 0-1,0-1 1,0 0-1,-1 0 1,7-20-1,-14 29-475,0 0 0,0 0 0,0-1 0,-1 1 0,0-1 0,-1 1 0,0-1 0,0 1-1,0-1 1,-1-7 0,-10-29-8075</inkml:trace>
</inkml:ink>
</file>

<file path=ppt/ink/ink1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03.109"/>
    </inkml:context>
    <inkml:brush xml:id="br0">
      <inkml:brushProperty name="width" value="0.035" units="cm"/>
      <inkml:brushProperty name="height" value="0.035" units="cm"/>
    </inkml:brush>
  </inkml:definitions>
  <inkml:trace contextRef="#ctx0" brushRef="#br0">20 1888 384,'-1'0'254,"0"0"1,0 0-1,1 0 0,-1 0 0,0 0 0,0 0 0,1-1 0,-1 1 0,0 0 0,0 0 0,1-1 1,-1 1-1,0-1 0,1 1 0,-1 0 0,0-1 0,1 1 0,-1-1 0,1 1 0,-1-1 0,1 0 0,-1 1 1,1-1-1,-1 0 0,1 1 0,0-1 0,-1 0 0,1-1 0,-2-30 2352,21-43-2369,-15 60 484,31-97-360,51-110 0,64-104 590,-77 174-787,44-81-2166,271-396 0,-334 550-582</inkml:trace>
</inkml:ink>
</file>

<file path=ppt/ink/ink1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05.640"/>
    </inkml:context>
    <inkml:brush xml:id="br0">
      <inkml:brushProperty name="width" value="0.035" units="cm"/>
      <inkml:brushProperty name="height" value="0.035" units="cm"/>
    </inkml:brush>
  </inkml:definitions>
  <inkml:trace contextRef="#ctx0" brushRef="#br0">1 3876 6470,'0'0'1794,"0"-8"-1276,9-80 581,4 0 1,4 1 0,4 0-1,44-116 1,-3 37-292,7 3 0,139-237 0,-140 278-427,64-162 0,-95 200-326,20-34-26,4 3 0,82-112 1,170-200 42,-190 274-38,173-169 1,-187 225 35,146-101 0,-179 141-2,-10 10-3,1 3 0,3 3 0,1 3 0,2 3-1,1 3 1,140-39 0,-114 48 32,1 4 0,1 4 1,0 5-1,125 3 0,-178 7-10,0 2 0,1 3 0,-1 1 1,0 2-1,-1 3 0,0 2 0,-1 1 0,0 3 1,-2 2-1,0 2 0,59 37 0,7 20 109,-3 4 1,-4 6-1,117 126 0,-161-148-127,-2 2 1,-3 3-1,-4 2 1,75 140-1,-102-168-45,3-2 0,1-1 0,2-1 0,1-2 0,3-1 0,1-1 0,50 40 0,461 471 910,-230-221-709,-189-199-103,-66-61-25,-2 3 1,-3 2-1,-4 2 0,58 108 0,-86-137-21,-1-1-21,1-1 0,1-2 0,3 0 0,1-2 0,37 37 0,-62-72-20,0 1 1,-1-1-1,1 0 0,-1 1 1,0 0-1,0 0 0,-1-1 1,4 11-1,-5-14-69,-1 0 0,0-1 0,1 1 1,-1 0-1,0 0 0,0 0 0,0 0 0,0 0 0,0 0 1,0 0-1,0 0 0,0-1 0,0 1 0,-1 0 0,1 0 1,0 0-1,-1 0 0,1 0 0,0-1 0,-1 1 0,1 0 1,-1 0-1,0 0 0,0 0-183,-1 0-1,1 0 1,-1-1 0,1 1 0,-1 0 0,0-1-1,1 1 1,-1-1 0,0 0 0,1 0-1,-1 1 1,0-1 0,1 0 0,-1 0-1,0-1 1,1 1 0,-4-1 0,-14-2-5880</inkml:trace>
</inkml:ink>
</file>

<file path=ppt/ink/ink1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06.424"/>
    </inkml:context>
    <inkml:brush xml:id="br0">
      <inkml:brushProperty name="width" value="0.035" units="cm"/>
      <inkml:brushProperty name="height" value="0.035" units="cm"/>
    </inkml:brush>
  </inkml:definitions>
  <inkml:trace contextRef="#ctx0" brushRef="#br0">1 90 6278,'3'-6'213,"1"0"1,0 1-1,0-1 1,0 1-1,0 0 1,1 1-1,0-1 0,0 1 1,1 0-1,-1 0 1,1 0-1,0 1 1,-1 0-1,2 0 1,-1 1-1,0-1 0,0 1 1,1 1-1,7-2 1,14-2 382,1 2 0,-1 0 1,31 3-1,-56 0-566,19 1 122,0 1 0,-1 1 0,0 2 1,1 0-1,-2 1 0,1 1 0,-1 0 1,0 2-1,0 1 0,-1 0 1,-1 1-1,0 1 0,33 28 0,-24-16-14,-1 2-1,-1 0 0,-1 2 0,-2 0 1,-1 2-1,-1 0 0,25 51 0,-27-43 8,-2 1-1,11 43 0,-22-65-55,-1 0 1,-1 0-1,-1 1 1,0-1-1,-1 1 0,-1-1 1,-3 28-1,1-39-11,1 0-1,-1 0 1,-1-1-1,1 1 1,-1-1-1,0 1 1,0-1-1,-1 0 1,0 0-1,1-1 1,-2 1-1,1-1 1,-9 7-1,-9 7 311,-43 24 0,29-19 73,27-17-458,-1 0 1,1 0-1,1 1 0,-1 0 0,1 1 0,0 0 1,1 0-1,0 1 0,0 0 0,1 0 1,0 1-1,1-1 0,0 1 0,0 0 0,1 1 1,0-1-1,1 1 0,1 0 0,-3 19 0,3-18-2378</inkml:trace>
</inkml:ink>
</file>

<file path=ppt/ink/ink1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06.937"/>
    </inkml:context>
    <inkml:brush xml:id="br0">
      <inkml:brushProperty name="width" value="0.035" units="cm"/>
      <inkml:brushProperty name="height" value="0.035" units="cm"/>
    </inkml:brush>
  </inkml:definitions>
  <inkml:trace contextRef="#ctx0" brushRef="#br0">0 263 5894,'46'-67'64,"26"-22"-32,38-17-160</inkml:trace>
</inkml:ink>
</file>

<file path=ppt/ink/ink1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08.896"/>
    </inkml:context>
    <inkml:brush xml:id="br0">
      <inkml:brushProperty name="width" value="0.035" units="cm"/>
      <inkml:brushProperty name="height" value="0.035" units="cm"/>
    </inkml:brush>
  </inkml:definitions>
  <inkml:trace contextRef="#ctx0" brushRef="#br0">206 0 8264,'0'0'240,"-7"2"-53,2 0-115,0 0 1,1 1-1,-1-1 0,1 1 1,0 0-1,0 0 0,0 0 1,0 1-1,1 0 0,0-1 1,-1 1-1,1 1 0,0-1 1,1 0-1,-1 1 0,-3 8 1,-6 16 766,-15 49 1,19-54-589,-22 87 275,-21 154 0,46-239-494,15-78-10,3 2 0,1 0 1,3 0-1,2 2 0,35-66 0,-52 110-19,0 0 0,1 0 0,0 0 0,0 0 0,0 0 0,0 1 0,0 0 0,1-1 0,-1 1 0,1 1-1,0-1 1,0 0 0,0 1 0,1 0 0,-1 0 0,0 0 0,7-1 0,-5 2 7,0 0-1,0 1 1,0-1 0,0 2-1,0-1 1,0 1 0,1-1-1,-1 2 1,0-1 0,-1 1 0,11 4-1,7 5 31,0 2-1,-1 0 1,-1 1-1,0 2 1,21 19-1,-25-20-86,0 2 0,0-1 0,-2 2-1,0 0 1,14 24 0,-23-32-1054,-1 1 0,0-1 0,7 22 0,-6-2-3554</inkml:trace>
</inkml:ink>
</file>

<file path=ppt/ink/ink1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09.330"/>
    </inkml:context>
    <inkml:brush xml:id="br0">
      <inkml:brushProperty name="width" value="0.035" units="cm"/>
      <inkml:brushProperty name="height" value="0.035" units="cm"/>
    </inkml:brush>
  </inkml:definitions>
  <inkml:trace contextRef="#ctx0" brushRef="#br0">61 72 4484,'-4'-8'673,"1"4"-400,-16-29-528,18 30 482,0 1 0,-1 0 0,1 0 0,-1 1-1,1-1 1,-1 0 0,0 0 0,1 1 0,-1-1 0,0 1 0,0 0 0,0-1 0,-1 1 0,-2-1 0,4 6 0,-1 1-1,2-1 1,-1 1 0,0-1 0,1 1-1,0-1 1,0 1 0,1 5 0,-1-5 91,4 44 1207,1 0 0,22 85 0,-7-44-772,284 1979 2140,-303-2065-2893,82 813 569,55-9 117,-130-766-676,15 56 39,-20-88-71,0-1 1,1 1 0,0-1-1,1 0 1,-1 0 0,2-1-1,7 11 1,-1-10-1231</inkml:trace>
</inkml:ink>
</file>

<file path=ppt/ink/ink1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10.342"/>
    </inkml:context>
    <inkml:brush xml:id="br0">
      <inkml:brushProperty name="width" value="0.035" units="cm"/>
      <inkml:brushProperty name="height" value="0.035" units="cm"/>
    </inkml:brush>
  </inkml:definitions>
  <inkml:trace contextRef="#ctx0" brushRef="#br0">0 2455 6342,'0'0'6636,"3"-10"-5670,10-30-466,3 0 0,38-73 1,61-82 264,-56 100-405,373-601 1333,94-158-1341,-503 815-342,-12 23-22,0-1 0,-2 0 0,0-1 0,-1 1 0,0-2 0,-2 1 0,8-34 1,-14 52-9,0-1 1,0 1 0,0-1 0,0 0-1,0 1 1,0-1 0,0 1 0,0-1-1,0 1 1,0-1 0,0 0 0,0 1-1,-1-1 1,1 1 0,0-1 0,0 1-1,-1-1 1,1 1 0,0-1 0,-1 1-1,1-1 1,0 1 0,-1-1 0,1 1 0,-1 0-1,1-1 1,0 1 0,-1 0 0,1-1-1,-1 1 1,0 0 0,1-1 0,-2 1-1,-23 2-848,-25 17-874,50-19 1718,-12 6-438,-41 18-2432,49-22 2620,1-1 1,-1 0-1,1 0 0,-1-1 1,1 1-1,-1-1 1,0 1-1,1-1 0,-1 0 1,0-1-1,1 1 1,-7-2-1,9 1 259,0 1 0,0-1 0,1 0 0,-1 0 0,1 1 0,-1-1 0,1 0 1,-1 0-1,1 0 0,-1 0 0,1 0 0,0 0 0,-1 0 0,1 0 0,0 0 0,0 0 0,0 0 0,0 0 0,0 0 1,0 0-1,0 0 0,0-2 0,4-23 38,1 13 71,2-1 0,0 1 1,0 0-1,1 1 0,1-1 0,0 2 1,1-1-1,0 1 0,0 1 1,1 0-1,25-17 0,-32 24 55,0 0 0,0 0 1,1 0-1,-1 0 0,1 1 0,0 0 0,0 0 0,-1 0 0,1 0 0,0 1 0,1 0 0,-1 0 0,0 0 0,0 1 0,0 0 1,1 0-1,-1 0 0,0 1 0,0-1 0,0 1 0,0 0 0,0 1 0,0-1 0,0 1 0,0 0 0,0 0 0,0 1 0,-1 0 0,0-1 1,1 1-1,-1 1 0,0-1 0,0 1 0,-1-1 0,1 1 0,-1 0 0,0 0 0,0 1 0,5 8 0,3 8-89,-2 0 1,0 1-1,-1 0 0,-1 1 0,-1 0 0,0 0 0,-2 1 0,-2-1 0,0 1 1,-1 0-1,-2 27 0,-3-2-56,-2-1 0,-1 0 0,-3-1 0,-24 70 0,20-76-694,-3-1-1,-32 58 1,1-23-3506</inkml:trace>
</inkml:ink>
</file>

<file path=ppt/ink/ink1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10.780"/>
    </inkml:context>
    <inkml:brush xml:id="br0">
      <inkml:brushProperty name="width" value="0.035" units="cm"/>
      <inkml:brushProperty name="height" value="0.035" units="cm"/>
    </inkml:brush>
  </inkml:definitions>
  <inkml:trace contextRef="#ctx0" brushRef="#br0">92 227 4388,'0'0'-785,"-7"-7"588,-1-1 78,0 0 0,1 0 0,0-1 0,0 0 0,1-1 0,1 1 1,-1-1-1,1 0 0,1-1 0,-5-15 0,5 10 291,1-1 0,0 1 0,0-25 1,3 40-93,0 1 1,0-1-1,1 1 1,-1-1 0,0 1-1,0-1 1,0 1-1,1-1 1,-1 1 0,0-1-1,0 1 1,1 0-1,-1-1 1,0 1-1,1-1 1,-1 1 0,1 0-1,-1-1 1,1 1-1,-1 0 1,0-1 0,1 1-1,-1 0 1,1 0-1,-1 0 1,1-1-1,0 1 1,-1 0 0,1 0-1,-1 0 1,1 0-1,0 0 1,24 0 580,-16 0-287,495 0 7477,141 2-5629,0 32-1752,-90 26-419,566 39-59,25-95-654,-1138-4 594,187-15-3777,-130 2-1152</inkml:trace>
</inkml:ink>
</file>

<file path=ppt/ink/ink1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11.079"/>
    </inkml:context>
    <inkml:brush xml:id="br0">
      <inkml:brushProperty name="width" value="0.035" units="cm"/>
      <inkml:brushProperty name="height" value="0.035" units="cm"/>
    </inkml:brush>
  </inkml:definitions>
  <inkml:trace contextRef="#ctx0" brushRef="#br0">240 27 15567,'14'-4'112,"-10"2"-101,7-2 17,0 0 0,1 1-1,0 0 1,0 1 0,-1 0-1,1 1 1,0 0 0,0 1-1,20 2 1,-6 4 29,0 2 0,-1 0 0,0 2 0,-1 0 0,0 2-1,44 29 1,-30-15-36,-1 3-1,-2 1 1,38 40 0,-61-58-20,-1 1 0,0 0 0,-1 1 0,0 1 0,-1-1 0,-1 1 0,9 23 0,-15-32-4,0-1 0,0 1 0,-1-1-1,0 1 1,0 0 0,0 0 0,-1 0-1,0-1 1,0 1 0,0 0 0,-1 0 0,0 0-1,0-1 1,0 1 0,-1 0 0,0-1 0,0 1-1,0-1 1,-1 0 0,0 0 0,0 0 0,0 0-1,-1 0 1,1 0 0,-6 4 0,-13 10 7,0 0 0,-2-1 0,0-1 0,-1-2 0,-1 0 0,-40 16 0,-171 56-48,236-87 44,-68 21-2224,-129 22 1,58-28-4594</inkml:trace>
</inkml:ink>
</file>

<file path=ppt/ink/ink1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11.498"/>
    </inkml:context>
    <inkml:brush xml:id="br0">
      <inkml:brushProperty name="width" value="0.035" units="cm"/>
      <inkml:brushProperty name="height" value="0.035" units="cm"/>
    </inkml:brush>
  </inkml:definitions>
  <inkml:trace contextRef="#ctx0" brushRef="#br0">0 1 13229,'0'0'1313,"59"0"-929,-13 37-224,9 15 0,5 11-96,3 2 1,-8 0-33,-1-3-32,-8-11 32,-5-8-32,-7-7-64,-4-10-641,-5-12-833,-7-10-1024,-4-4-1826</inkml:trace>
</inkml:ink>
</file>

<file path=ppt/ink/ink1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11.703"/>
    </inkml:context>
    <inkml:brush xml:id="br0">
      <inkml:brushProperty name="width" value="0.035" units="cm"/>
      <inkml:brushProperty name="height" value="0.035" units="cm"/>
    </inkml:brush>
  </inkml:definitions>
  <inkml:trace contextRef="#ctx0" brushRef="#br0">330 0 13196,'0'0'225,"-59"14"1376,28 21-864,0 15 480,0 12-672,-3 6-321,3 2-160,0-1 0,5-3-128,1-6 64,7-8-96,8-11-321,7-15-1569,3-15-960,12-11-2884</inkml:trace>
</inkml:ink>
</file>

<file path=ppt/ink/ink1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11.873"/>
    </inkml:context>
    <inkml:brush xml:id="br0">
      <inkml:brushProperty name="width" value="0.035" units="cm"/>
      <inkml:brushProperty name="height" value="0.035" units="cm"/>
    </inkml:brush>
  </inkml:definitions>
  <inkml:trace contextRef="#ctx0" brushRef="#br0">1 0 17521,'0'0'160,"38"70"256,-25-17 193,-1 13-257,-12 7-256,0 3-32,-3-1-64,-12-7 0,1-8-737,0-15-2626,-1-18-4548</inkml:trace>
</inkml:ink>
</file>

<file path=ppt/ink/ink1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12.455"/>
    </inkml:context>
    <inkml:brush xml:id="br0">
      <inkml:brushProperty name="width" value="0.035" units="cm"/>
      <inkml:brushProperty name="height" value="0.035" units="cm"/>
    </inkml:brush>
  </inkml:definitions>
  <inkml:trace contextRef="#ctx0" brushRef="#br0">1 11 18385,'63'-5'-800,"-1"0"1120,2 8-128,13 26-32,0 14-128,-7 3 32,-6-1-64,-6-4-32,-12-10-64,-11-7-352,-5-9-257,-11-5-64,-6-8-512,-4-2-384,-9-13-2275,0-17-5477</inkml:trace>
</inkml:ink>
</file>

<file path=ppt/ink/ink1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12.623"/>
    </inkml:context>
    <inkml:brush xml:id="br0">
      <inkml:brushProperty name="width" value="0.035" units="cm"/>
      <inkml:brushProperty name="height" value="0.035" units="cm"/>
    </inkml:brush>
  </inkml:definitions>
  <inkml:trace contextRef="#ctx0" brushRef="#br0">294 0 14894,'0'0'32,"-76"10"1474,45 20-834,0 18-95,5 13-289,4 6-224,0 3 0,1-1-32,1-2-32,3-4-32,3-10-512,6-13-2563,3-16-3908</inkml:trace>
</inkml:ink>
</file>

<file path=ppt/ink/ink1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12.954"/>
    </inkml:context>
    <inkml:brush xml:id="br0">
      <inkml:brushProperty name="width" value="0.035" units="cm"/>
      <inkml:brushProperty name="height" value="0.035" units="cm"/>
    </inkml:brush>
  </inkml:definitions>
  <inkml:trace contextRef="#ctx0" brushRef="#br0">17 90 14189,'3'-9'1154,"1"-5"-946,-2 5 32,0 0 0,0 0 1,1 0-1,1 0 0,6-12 0,-8 22-136,-1 11-52,-4 12-32,-11 31-20,3 1 0,2 0 0,-3 98 0,12-153 1,0 0-1,0 0 0,0 0 0,0 0 1,0 0-1,0 0 0,1 0 1,-1 0-1,0 0 0,1 0 0,-1 0 1,0 0-1,1 0 0,0 0 1,-1 0-1,1-1 0,-1 1 0,1 0 1,0 0-1,0-1 0,-1 1 1,1 0-1,0-1 0,0 1 0,0-1 1,1 2-1,1-1 2,0-1-1,0 1 1,-1 0 0,1-1 0,0 0 0,0 1-1,0-1 1,0 0 0,4-1 0,5-1 6,0 0 0,0-1 1,20-8-1,127-61 12,43-15-3,-163 71-727,-16 1-2840</inkml:trace>
</inkml:ink>
</file>

<file path=ppt/ink/ink1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19.151"/>
    </inkml:context>
    <inkml:brush xml:id="br0">
      <inkml:brushProperty name="width" value="0.035" units="cm"/>
      <inkml:brushProperty name="height" value="0.035" units="cm"/>
    </inkml:brush>
  </inkml:definitions>
  <inkml:trace contextRef="#ctx0" brushRef="#br0">14 35 3619,'-10'-26'1664,"6"17"-454,7 17 951,61 201 2486,27 109-3369,-32-105-1390,-49-180 3,0-2-1590,-2-1 1,6 48-1,-13-45-1894</inkml:trace>
</inkml:ink>
</file>

<file path=ppt/ink/ink1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20.817"/>
    </inkml:context>
    <inkml:brush xml:id="br0">
      <inkml:brushProperty name="width" value="0.035" units="cm"/>
      <inkml:brushProperty name="height" value="0.035" units="cm"/>
    </inkml:brush>
  </inkml:definitions>
  <inkml:trace contextRef="#ctx0" brushRef="#br0">0 206 7559,'2'-10'97,"1"0"0,0 0-1,0 0 1,1 1 0,0-1-1,1 1 1,0 0 0,1 0-1,0 0 1,0 1 0,0 0-1,1 0 1,1 1 0,-1-1-1,14-9 1,-12 11 33,0-1 1,1 1-1,-1 1 0,1 0 1,0 0-1,0 1 0,1 0 1,-1 1-1,1 0 0,0 1 1,0 0-1,0 0 0,0 1 1,18 1-1,-25 1-104,0-1 0,0 1 0,0 0-1,0 0 1,1 0 0,-1 1 0,-1-1-1,1 1 1,0 0 0,0 0 0,-1 1 0,1-1-1,-1 1 1,1-1 0,-1 1 0,0 0 0,2 4-1,-1-1-13,0 0 0,0 0 0,-1 0 0,1 1 0,-2-1 0,1 1 0,-1 0 0,0 0 0,2 11 0,-3-5-14,1 1 1,-2 0-1,1 0 0,-2 0 0,0 0 0,-1 0 0,0 0 1,-1 0-1,-9 26 0,2-22 2,1 0 0,-23 31 0,4-9 0,28-40 0,0 0 0,0 1 0,0-1 0,-1 0 0,1 0 0,0 1 0,0-1 0,0 0 0,0 1 0,0-1 0,0 0 0,-1 1 0,1-1 0,0 0 0,0 1 0,0-1 0,0 1 0,0-1 0,0 0 0,1 1 0,-1-1 0,0 0 0,0 1 0,0-1 0,0 0 0,0 1 0,0-1 0,0 0 0,1 1 0,-1-1 0,0 0 0,0 0 0,1 1 0,-1-1 0,0 0 0,0 0 0,1 1 0,-1-1 0,0 0 0,0 0 0,1 0 0,-1 0 0,0 1 0,1-1 0,-1 0 0,0 0 0,1 0 0,-1 0 0,0 0 0,1 0 0,-1 0 0,1 0 0,-1 0 0,0 0 0,1 0 0,-1 0 0,0 0 0,1 0 0,28-2 0,-24 2 0,47-6-2,-15 1 20,0 2 1,0 1-1,49 4 1,-78-1 2,1 0 1,-1 0-1,0 1 1,1 0-1,-1 0 1,0 1-1,0 0 1,-1 0-1,1 1 1,-1 0-1,1 1 1,-1-1-1,0 1 1,-1 1-1,1-1 1,-1 1-1,0 0 1,-1 0-1,0 1 1,6 8-1,-8-10 16,0 0 0,-1 1 0,1-1 0,-1 1 0,0 0 0,-1-1 0,1 1 0,-1 0-1,0 0 1,-1 0 0,1 0 0,-1 0 0,0 0 0,-1 0 0,1 0 0,-3 9 0,0-7-1,0 0 1,0 0-1,-1 0 1,0 0-1,-1-1 1,0 1-1,0-1 1,0 0 0,-1-1-1,-8 9 1,-5 1 23,-1-1 0,0 0 1,-1-2-1,0 0 0,-1-1 1,-47 17-1,47-21-35,-1-1 0,1 0 0,-1-2 0,-1-1 0,-44 3 0,66-7 7,1 0 1,-1 0-1,0 0 1,1 0-1,-1 0 1,1 0-1,-1 0 0,0 0 1,1-1-1,-1 1 1,0-1-1,1 1 1,-1-1-1,1 1 1,-1-1-1,1 0 1,0 0-1,-1 0 1,1 0-1,0 0 1,0 0-1,-1 0 1,1 0-1,0-1 0,0 1 1,0 0-1,0-1 1,1 1-1,-1-1 1,0 1-1,0-1 1,1 1-1,-1-1 1,1 1-1,0-1 1,-1 0-1,1 1 1,0-1-1,0 0 1,0 1-1,0-1 0,0 1 1,0-1-1,1 0 1,-1 1-1,1-4 1,2-4 58,0 0 1,0 0-1,1 0 1,-1 1-1,2-1 1,0 1-1,7-10 1,22-26 200,2 1 1,2 2 0,60-50-1,-68 66-150,1 2 1,1 1-1,0 2 0,2 1 0,66-28 0,-26 25-51,-68 21-79,0 0 0,0 0 0,1 0 0,-1 1 1,0-1-1,0 2 0,1-1 0,-1 1 0,0 0 0,7 1 0,-11 0-8,0-1-1,-1 0 1,1 0 0,0 1-1,0-1 1,0 1-1,-1 0 1,1-1 0,-1 1-1,0 0 1,1 0-1,-1 0 1,0 0-1,0 0 1,0 0 0,0 0-1,0 0 1,-1 0-1,1 1 1,-1-1 0,1 0-1,-1 5 1,1 61 48,-2-39-69,3 8-63,0-5-2220,-1-12-3472</inkml:trace>
</inkml:ink>
</file>

<file path=ppt/ink/ink1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20.958"/>
    </inkml:context>
    <inkml:brush xml:id="br0">
      <inkml:brushProperty name="width" value="0.035" units="cm"/>
      <inkml:brushProperty name="height" value="0.035" units="cm"/>
    </inkml:brush>
  </inkml:definitions>
  <inkml:trace contextRef="#ctx0" brushRef="#br0">44 111 10698,'0'0'32,"-37"-73"128,30 52 129,7 9-225,3 9-96,15 3-769,1-2-2530</inkml:trace>
</inkml:ink>
</file>

<file path=ppt/ink/ink1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21.256"/>
    </inkml:context>
    <inkml:brush xml:id="br0">
      <inkml:brushProperty name="width" value="0.035" units="cm"/>
      <inkml:brushProperty name="height" value="0.035" units="cm"/>
    </inkml:brush>
  </inkml:definitions>
  <inkml:trace contextRef="#ctx0" brushRef="#br0">0 210 13036,'0'0'144,"6"9"-90,8 12 72,0 0 0,2-1-1,0-1 1,1-1 0,1-1 0,27 21 0,-44-37-120,0 0 0,1 0 0,-1 0 0,0 0 0,0 0 1,1-1-1,-1 1 0,1 0 0,-1-1 0,1 0 0,-1 1 0,0-1 1,1 0-1,0 1 0,-1-1 0,1 0 0,-1 0 0,1 0 0,-1-1 1,1 1-1,-1 0 0,1 0 0,-1-1 0,0 1 0,1-1 0,-1 0 1,1 1-1,-1-1 0,0 0 0,1 0 0,-1 1 0,0-1 0,0 0 1,0 0-1,0-1 0,0 1 0,0 0 0,0 0 0,0 0 0,0-1 1,0 1-1,-1 0 0,2-3 0,2-7 75,0 0 1,0-1-1,-1 1 0,2-20 1,-2 14-87,8-54-39,-10 50-312,2 1 1,0 0 0,2 0 0,0 0 0,1 0 0,14-31 0,-8 37-1999,-1 5-566</inkml:trace>
</inkml:ink>
</file>

<file path=ppt/ink/ink1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21.532"/>
    </inkml:context>
    <inkml:brush xml:id="br0">
      <inkml:brushProperty name="width" value="0.035" units="cm"/>
      <inkml:brushProperty name="height" value="0.035" units="cm"/>
    </inkml:brush>
  </inkml:definitions>
  <inkml:trace contextRef="#ctx0" brushRef="#br0">1 35 11787,'0'0'3171,"50"-34"-15086</inkml:trace>
</inkml:ink>
</file>

<file path=ppt/ink/ink1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22.050"/>
    </inkml:context>
    <inkml:brush xml:id="br0">
      <inkml:brushProperty name="width" value="0.035" units="cm"/>
      <inkml:brushProperty name="height" value="0.035" units="cm"/>
    </inkml:brush>
  </inkml:definitions>
  <inkml:trace contextRef="#ctx0" brushRef="#br0">0 62 13677,'0'0'-21,"5"13"-11,7 20 55,-1 0 1,-1 1-1,-2 0 1,6 69-1,-12-75 22,-1-19-30,0-1 0,-1 0-1,0 0 1,0 1 0,-1-1-1,0 0 1,0 0 0,-1 1-1,-3 8 1,5-16-8,0-1 1,0 1-1,-1-1 0,1 1 0,0 0 0,0-1 1,-1 1-1,1-1 0,0 1 0,-1-1 1,1 1-1,-1-1 0,1 1 0,-1-1 0,1 1 1,-1-1-1,1 0 0,-1 1 0,1-1 0,-1 0 1,1 1-1,-1-1 0,0 0 0,1 0 1,-1 0-1,0 1 0,1-1 0,-1 0 0,1 0 1,-2 0-1,-10-16 619,0-31 152,7 3-596,1 0-1,3-1 1,2 1-1,10-74 1,-11 117-181,16-61 108,-15 61-96,0-1-1,0 0 1,-1 1 0,1-1-1,0 1 1,0-1 0,1 1 0,-1-1-1,0 1 1,0 0 0,1 0-1,-1 0 1,3-2 0,-3 2-2,0 1 0,0 0 0,0 0 0,0 0 0,0 0 0,0 0 0,0 0 0,0 0 0,0 0 1,0 0-1,0 0 0,0 0 0,0 1 0,-1-1 0,1 0 0,0 1 0,0-1 0,0 1 0,0-1 0,0 1 0,-1-1 0,1 1 0,0 0 1,0-1-1,-1 1 0,1 0 0,0 1 0,11 12-5,-2 0 1,0 1-1,-1 1 0,-1-1 1,11 27-1,-10-20-8,2 0 0,20 31 0,-26-46-60,1 1 1,0-1-1,0-1 1,0 1 0,1-1-1,0 0 1,1 0-1,-1-1 1,13 7-1,-14-10-668,0 1-1,1-1 0,-1 0 1,1 0-1,-1-1 0,1 0 0,-1 0 1,12-1-1,13 0-3860</inkml:trace>
</inkml:ink>
</file>

<file path=ppt/ink/ink1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22.549"/>
    </inkml:context>
    <inkml:brush xml:id="br0">
      <inkml:brushProperty name="width" value="0.035" units="cm"/>
      <inkml:brushProperty name="height" value="0.035" units="cm"/>
    </inkml:brush>
  </inkml:definitions>
  <inkml:trace contextRef="#ctx0" brushRef="#br0">106 193 11787,'-8'4'251,"1"-1"-139,1 0-1,0 1 1,0 0-1,0 0 1,1 0-1,-1 1 1,1-1 0,0 1-1,1 1 1,-1-1-1,1 1 1,0-1 0,0 1-1,1 0 1,-1 1-1,1-1 1,1 0-1,-1 1 1,-2 12 0,4-12-74,0 0 1,0 0 0,0 1 0,1-1 0,0 0 0,0 0 0,1 1 0,0-1 0,0 0 0,4 12 0,-4-16-34,1 0 0,-1 0 1,1-1-1,0 1 0,0 0 1,0 0-1,0-1 0,0 0 0,1 1 1,-1-1-1,1 0 0,0 0 1,-1 0-1,1 0 0,0-1 0,0 1 1,0-1-1,0 0 0,0 1 1,1-1-1,-1-1 0,0 1 1,0 0-1,1-1 0,4 0 0,-4 1-1,1-1 0,-1 0 0,1 0 0,-1 0 0,1-1 0,-1 0-1,1 1 1,-1-2 0,1 1 0,-1 0 0,0-1 0,0 0 0,0 0-1,0 0 1,0 0 0,0-1 0,-1 0 0,1 1 0,-1-1 0,1-1-1,-1 1 1,0 0 0,-1-1 0,1 1 0,0-1 0,-1 0 0,0 0-1,0 0 1,0 0 0,-1 0 0,1-1 0,-1 1 0,0 0 0,1-8-1,0 2-9,-1 0-1,0 0 0,-1 0 0,0 0 1,-1 0-1,0 0 0,0 0 0,-1 1 0,0-1 1,-1 0-1,0 1 0,-1 0 0,0-1 1,0 1-1,-6-8 0,-7-6-10,12 18 47,0-1 1,1 1-1,0-1 0,0 0 1,1 0-1,0 0 1,0 0-1,-3-10 0,6 15 15,0 0-1,0 1 0,0-1 1,0 0-1,1 1 0,-1-1 0,0 1 1,0-1-1,0 1 0,1-1 1,-1 0-1,0 1 0,1-1 0,-1 1 1,1 0-1,-1-1 0,1 1 1,-1-1-1,0 1 0,1-1 1,-1 1-1,1 0 0,0-1 0,-1 1 1,1 0-1,-1 0 0,1 0 1,-1-1-1,1 1 0,0 0 1,-1 0-1,1 0 0,0 0 0,-1 0 1,1 0-1,-1 0 0,1 0 1,0 0-1,-1 0 0,2 1 1,28 2 146,-16 2-150,0 0 0,-1 1 0,0 1 1,0 0-1,0 1 0,22 18 1,-12-7-28,-1 1 0,28 34 0,-49-53-14,3 3 0,0 1 0,0 0 1,0 0-1,-1 0 1,1 0-1,-1 0 1,0 1-1,-1 0 1,1-1-1,-1 1 0,2 8 1,-19-39 154,9 11-126,1 1 1,1-1 0,0 1 0,1-1 0,1 0 0,0-1-1,1 1 1,0 0 0,1 0 0,3-26 0,-2 34-119,0 1 0,0-1 0,1 0 0,-1 1 0,1-1 0,1 1 0,-1-1 0,1 1 0,0 0 0,0 0 0,0 0 0,1 1 0,-1-1 0,1 1 0,0 0 0,1 0 0,-1 0 0,1 1 0,0-1 0,0 1 0,0 0 0,0 0 0,0 1 0,1 0 0,-1 0 0,1 0 0,-1 0 0,9 0 0,16-2-3595,-2 1-885</inkml:trace>
</inkml:ink>
</file>

<file path=ppt/ink/ink1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23.066"/>
    </inkml:context>
    <inkml:brush xml:id="br0">
      <inkml:brushProperty name="width" value="0.035" units="cm"/>
      <inkml:brushProperty name="height" value="0.035" units="cm"/>
    </inkml:brush>
  </inkml:definitions>
  <inkml:trace contextRef="#ctx0" brushRef="#br0">1 39 13068,'0'0'2253,"7"9"-2183,-1-3-76,1 2 24,0-1-1,0 1 1,-1 1-1,0-1 1,-1 1-1,0 0 1,0 0-1,-1 1 1,0-1 0,0 1-1,-1 0 1,-1 0-1,4 20 1,-6-29-17,0-1 0,0 1 1,0-1-1,0 0 0,0 1 0,0-1 0,0 1 1,0-1-1,0 1 0,0-1 0,0 0 1,0 1-1,0-1 0,0 1 0,-1-1 1,1 1-1,0-1 0,0 0 0,0 1 1,-1-1-1,1 0 0,0 1 0,0-1 1,-1 0-1,1 1 0,0-1 0,-1 0 1,1 1-1,0-1 0,-1 0 0,1 0 1,-1 0-1,1 1 0,0-1 0,-1 0 1,1 0-1,-1 0 0,1 0 0,-1 0 0,1 0 1,0 0-1,-1 0 0,1 0 0,-1 0 1,1 0-1,-1 0 0,1 0 0,-1 0 1,1 0-1,0 0 0,-1 0 0,1 0 1,-1-1-1,1 1 0,-1-1 0,-1 1 6,1-1 0,-1 0 0,0 0 0,1-1 0,-1 1 0,1 0 0,-1 0 0,1-1 0,0 1 0,0-1 0,-1 1 0,0-4 0,-2-6 16,1-1 0,0 1 0,1-1 0,1 0 1,0 0-1,0 0 0,1 0 0,2-13 0,-2 24-13,0 0 0,0 1-1,0-1 1,-1 0 0,2 0 0,-1 0-1,0 0 1,0 1 0,0-1 0,0 0-1,0 0 1,1 0 0,-1 1 0,0-1-1,1 0 1,-1 0 0,0 1 0,1-1 0,-1 0-1,1 1 1,-1-1 0,1 0 0,0 1-1,-1-1 1,1 1 0,-1-1 0,1 1-1,0-1 1,0 0 0,1 1-6,-1 1 1,0-1-1,0 0 0,1 0 1,-1 1-1,0-1 0,0 1 1,1-1-1,-1 1 0,0-1 1,0 1-1,0 0 1,0 0-1,0-1 0,0 1 1,1 1-1,34 41 3,-17-8 24,-16-28-24,0 1 1,1-1-1,0 0 1,0-1-1,0 1 1,1-1-1,8 8 1,-13-14-2,0 1 0,1-1-1,-1 0 1,1 0 0,-1 0 0,1 1 0,-1-1 0,1 0 0,-1 0 0,0 0 0,1 0 0,-1 0 0,1 0 0,-1 0 0,1 0 0,-1 0 0,1 0 0,-1 0 0,1 0 0,-1 0 0,1 0 0,-1-1 0,1 1 0,-1 0 0,1 0 0,-1 0 0,0-1 0,1 1 0,-1 0 0,1-1 0,-1 1 0,0 0 0,1-1 0,-1 1-1,0 0 1,0-1 0,1 1 0,-1-1 0,0 1 0,0-1 0,1 1 0,-1-1 0,0 1 0,0 0 0,0-2 0,9-25 427,-8 22-361,3-7 5,0-6-43,1 0 0,1 0 0,0 1 0,2 0 0,0 0 0,10-16 0,-17 32-33,-1 0 1,1 1-1,0-1 0,-1 0 1,1 1-1,0-1 0,-1 0 1,1 1-1,0-1 0,0 1 1,0-1-1,-1 1 0,1 0 1,0-1-1,0 1 1,0 0-1,0-1 0,0 1 1,0 0-1,0 0 0,0 0 1,-1 0-1,1 0 0,0 0 1,0 0-1,0 0 0,0 0 1,0 1-1,0-1 0,0 0 1,0 0-1,0 1 0,-1-1 1,1 1-1,0-1 0,0 1 1,0-1-1,-1 1 1,1-1-1,0 1 0,-1 0 1,1-1-1,1 3 0,30 42 84,-18-24-64,-9-15-381,-1-1 0,1 0 0,0 0 0,0-1 0,1 0 0,-1 0 0,1 0 0,0 0 0,0-1-1,1 0 1,-1 0 0,0-1 0,1 0 0,0 0 0,-1 0 0,1-1 0,0 0 0,0 0 0,0-1-1,0 0 1,11-1 0,11-6-4380</inkml:trace>
</inkml:ink>
</file>

<file path=ppt/ink/ink1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23.567"/>
    </inkml:context>
    <inkml:brush xml:id="br0">
      <inkml:brushProperty name="width" value="0.035" units="cm"/>
      <inkml:brushProperty name="height" value="0.035" units="cm"/>
    </inkml:brush>
  </inkml:definitions>
  <inkml:trace contextRef="#ctx0" brushRef="#br0">226 448 10794,'0'0'379,"-10"-2"950,5 0-1263,-1 0 0,1 1 0,-1 0-1,0 0 1,1 0 0,-1 1 0,0-1-1,1 1 1,-1 1 0,0-1 0,1 1-1,-1 0 1,1 0 0,-1 1 0,1 0-1,-1 0 1,1 0 0,-8 5 0,0 1 161,1 1-1,0 1 1,-22 22 0,31-28-203,0-1 0,0 1-1,0 0 1,1-1 0,-1 1-1,1 0 1,0 1 0,0-1 0,0 0-1,1 1 1,0-1 0,-1 1 0,2-1-1,-1 1 1,0-1 0,1 1 0,0 7-1,1-10-22,-1-1-1,1 0 1,0 0-1,0 1 1,0-1-1,0 0 1,0 0-1,0 0 1,0 0-1,0 0 1,0 0-1,0-1 1,1 1 0,-1 0-1,0 0 1,0-1-1,1 1 1,-1-1-1,1 1 1,-1-1-1,0 0 1,1 0-1,-1 1 1,1-1-1,-1 0 1,1 0-1,-1 0 1,1 0-1,-1-1 1,3 0-1,46-8 16,-37 2 0,-1 0 0,-1-1 0,1 0 1,-1-1-1,-1-1 0,0 1 0,0-1 0,8-12 0,-16 19-11,2 11 479,-2-2-451,1-1-1,-1 1 1,1 0 0,1-1 0,-1 1-1,1-1 1,0 0 0,0-1-1,5 6 1,-6-8 7,-1-1 1,1 0-1,0 0 0,0 0 0,-1 0 0,1-1 1,0 1-1,0-1 0,0 0 0,-1 1 0,1-1 0,0 0 1,0-1-1,0 1 0,0-1 0,-1 1 0,1-1 1,0 0-1,0 0 0,-1 0 0,1 0 0,-1 0 0,1-1 1,-1 1-1,1-1 0,-1 0 0,0 1 0,0-1 1,0 0-1,0-1 0,0 1 0,0 0 0,-1 0 0,1-1 1,-1 1-1,1-1 0,-1 1 0,0-1 0,1-2 1,4-10 55,-1 0 0,0 0 0,-2 0 0,1 0 0,1-28 0,-2-9-4,-3-1 0,-2 1 0,-2 0 1,-3 0-1,-2 1 0,-18-61 1,32 181 51,25 88-140,-14-80-173,-3-1 1,3 84-1,-15-123-1315,-1 0 0,-3 0 0,-7 40 0,-12 7-7448</inkml:trace>
</inkml:ink>
</file>

<file path=ppt/ink/ink1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24.114"/>
    </inkml:context>
    <inkml:brush xml:id="br0">
      <inkml:brushProperty name="width" value="0.035" units="cm"/>
      <inkml:brushProperty name="height" value="0.035" units="cm"/>
    </inkml:brush>
  </inkml:definitions>
  <inkml:trace contextRef="#ctx0" brushRef="#br0">342 534 15278,'-8'-7'438,"5"4"-378,0-1 0,0 1 0,0 0-1,-1 0 1,0 0 0,1 1 0,-1-1 0,0 1-1,0 0 1,-1 0 0,1 0 0,0 1-1,-1-1 1,1 1 0,0 0 0,-1 1 0,0-1-1,1 1 1,-1-1 0,1 1 0,-1 1 0,0-1-1,1 1 1,-1 0 0,1 0 0,0 0 0,-1 0-1,1 1 1,-7 3 0,-5 5 4,0 1-1,1 1 1,1 0 0,0 1 0,1 1-1,0 0 1,1 1 0,-18 27 0,22-28-34,0-1 1,1 1-1,1 0 1,0 0-1,1 1 0,0-1 1,1 1-1,1 1 1,0-1-1,1 0 1,0 17-1,2-29-30,0-1-1,0 1 1,0-1 0,0 0-1,1 1 1,-1-1-1,1 0 1,0 1-1,-1-1 1,1 0-1,0 0 1,0 1-1,0-1 1,1 0-1,-1 0 1,1 0-1,-1 0 1,1-1-1,-1 1 1,1 0-1,3 1 1,-3-2-1,0 0 1,0-1 0,0 1-1,0-1 1,0 1-1,0-1 1,0 0 0,0 0-1,0 0 1,0 0-1,0 0 1,0-1-1,0 1 1,0-1 0,0 1-1,0-1 1,0 0-1,0 1 1,0-1 0,0 0-1,0 0 1,-1-1-1,1 1 1,0 0 0,2-3-1,6-6 5,0 0-1,0 0 1,-1-1 0,-1 0-1,0 0 1,0-1-1,-1 0 1,-1-1 0,7-16-1,2-11 19,17-74 0,-20 55-5,-3 1 0,-2-1 0,-3-1 0,-2 1 0,-11-95 0,-3 81 0,11 67 36,0 1 1,-1-1 0,0 1 0,0 0 0,0 0-1,0 0 1,-1 0 0,0 0 0,0 0-1,-6-6 1,9 11-34,0-1 0,-1 1 0,1 0 0,-1-1 1,1 1-1,-1 0 0,1-1 0,-1 1 0,1 0 0,-1-1 0,0 1 0,1 0 0,-1 0 0,1 0 0,-1 0 0,1 0 0,-1 0 1,0 0-1,1 0 0,-1 0 0,0 0 0,1 0 0,-1 0 0,1 0 0,-1 0 0,1 0 0,-1 1 0,0-1 0,1 0 0,-1 0 0,1 1 1,-1-1-1,1 0 0,-1 1 0,1-1 0,-1 0 0,1 1 0,0-1 0,-1 1 0,1-1 0,-1 1 0,1-1 0,0 1 0,0-1 0,-1 1 1,1-1-1,0 1 0,0 0 0,0-1 0,-1 1 0,1-1 0,0 1 0,0 0 0,0-1 0,0 2 0,-6 35 9,5-12-13,2 0-1,0 0 0,1 0 1,2-1-1,0 1 1,2 0-1,0-1 0,2 0 1,1-1-1,1 0 1,0 0-1,2-1 0,1-1 1,0 1-1,2-2 0,18 21 1,-19-24-123,1-1 1,1-1 0,1 0-1,0 0 1,0-2-1,22 13 1,-32-23-235,-1 0 1,0 0-1,1 0 0,0-1 0,0 0 0,-1 0 1,1-1-1,0 0 0,0 0 0,8 0 0,-10-2-186,0 1-1,0-1 1,0 0-1,0 0 0,0-1 1,0 0-1,-1 1 1,1-1-1,-1-1 1,1 1-1,-1-1 0,0 0 1,0 0-1,0 0 1,6-6-1,24-30-4704</inkml:trace>
</inkml:ink>
</file>

<file path=ppt/ink/ink1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24.287"/>
    </inkml:context>
    <inkml:brush xml:id="br0">
      <inkml:brushProperty name="width" value="0.035" units="cm"/>
      <inkml:brushProperty name="height" value="0.035" units="cm"/>
    </inkml:brush>
  </inkml:definitions>
  <inkml:trace contextRef="#ctx0" brushRef="#br0">137 28 8168,'0'0'5765,"-60"-28"-3395,39 28-1184,3 14-418,0 5 33,6 6-160,6 3-257,4-1-256,2 4-96,7 0-32,6-3 32,6-1-64,4-2-64,0-7-2274,-3-11-1089,-4-7-2371</inkml:trace>
</inkml:ink>
</file>

<file path=ppt/ink/ink1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24.426"/>
    </inkml:context>
    <inkml:brush xml:id="br0">
      <inkml:brushProperty name="width" value="0.035" units="cm"/>
      <inkml:brushProperty name="height" value="0.035" units="cm"/>
    </inkml:brush>
  </inkml:definitions>
  <inkml:trace contextRef="#ctx0" brushRef="#br0">41 51 15086,'0'0'-640,"-40"-47"672,44 44-1826,16 4-2082,10-1-1377</inkml:trace>
</inkml:ink>
</file>

<file path=ppt/ink/ink1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24.756"/>
    </inkml:context>
    <inkml:brush xml:id="br0">
      <inkml:brushProperty name="width" value="0.035" units="cm"/>
      <inkml:brushProperty name="height" value="0.035" units="cm"/>
    </inkml:brush>
  </inkml:definitions>
  <inkml:trace contextRef="#ctx0" brushRef="#br0">142 1 14894,'-11'5'251,"-4"3"-153,0 1 1,1 0-1,0 1 0,-18 17 1,28-23-79,-1 0 0,1 1 0,0 0-1,1 0 1,-1 0 0,1 0 0,0 1 0,-3 7 0,5-10-13,0 0 0,0 0 0,1 0-1,-1 0 1,1 0 0,0 0 0,0 0 0,0 0 0,0 0-1,0 0 1,1 0 0,-1 0 0,1 0 0,0 0-1,0 0 1,0 0 0,0-1 0,3 5 0,-1-3-2,0 0 0,0 0 1,1 0-1,0 0 0,0-1 0,0 0 1,0 0-1,0 0 0,1 0 1,-1 0-1,7 2 0,62 22 20,-52-20-6,24 7 26,41 15-39,-79-26-11,1 1 0,-1 0-1,0 0 1,0 0 0,0 1 0,-1-1 0,0 2 0,8 7 0,-13-12 15,0 0-1,0 0 1,0 0 0,0 1 0,0-1-1,0 0 1,-1 1 0,1-1-1,0 0 1,-1 1 0,1-1 0,-1 1-1,0-1 1,0 1 0,1-1 0,-1 1-1,0-1 1,0 1 0,0-1-1,0 1 1,-1-1 0,1 1 0,0-1-1,-1 1 1,0 2 0,-1-1 57,0 0 0,0 0 0,0 0 0,0 0 0,-1-1 0,1 1 0,-1-1 0,1 1 0,-1-1 0,-5 3 0,-7 3 155,0 0 1,0-1-1,-24 8 0,24-10-183,0-1 0,0 0 0,-31 3 1,43-7-55,1 1 0,-1-1 0,0 0 0,1 0 0,-1 0 0,0 0 0,1 0 1,-1 0-1,1-1 0,-1 0 0,0 1 0,1-1 0,-1 0 0,1 0 1,-1 0-1,1 0 0,0-1 0,-1 1 0,1-1 0,0 1 0,0-1 0,0 0 1,0 0-1,0 0 0,1 0 0,-1 0 0,1 0 0,-1 0 0,1-1 1,-2-3-1,1-3-703,1 0 0,0 0 0,0 0 0,1 0 0,2-16 0,5-23-3959</inkml:trace>
</inkml:ink>
</file>

<file path=ppt/ink/ink1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24.947"/>
    </inkml:context>
    <inkml:brush xml:id="br0">
      <inkml:brushProperty name="width" value="0.035" units="cm"/>
      <inkml:brushProperty name="height" value="0.035" units="cm"/>
    </inkml:brush>
  </inkml:definitions>
  <inkml:trace contextRef="#ctx0" brushRef="#br0">0 1 16111,'0'0'1313,"6"53"-1088,12-20 127,2 7-192,6 2-96,1 3-64,-5 6 32,1 4-32,-7 2 0,-3 0-1025,-7-7-320,-5-11-4292,-1-14 832</inkml:trace>
</inkml:ink>
</file>

<file path=ppt/ink/ink1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25.355"/>
    </inkml:context>
    <inkml:brush xml:id="br0">
      <inkml:brushProperty name="width" value="0.035" units="cm"/>
      <inkml:brushProperty name="height" value="0.035" units="cm"/>
    </inkml:brush>
  </inkml:definitions>
  <inkml:trace contextRef="#ctx0" brushRef="#br0">1 310 14734,'0'-9'390,"0"3"-221,0-1 0,1 1 0,0-1 1,0 1-1,0 0 0,1 0 0,0-1 0,1 1 1,-1 1-1,1-1 0,0 0 0,0 1 1,1-1-1,0 1 0,0 0 0,0 0 1,0 0-1,1 1 0,7-6 0,-3 2 14,0 2 1,0-1-1,0 1 0,1 1 1,0 0-1,0 0 0,16-5 1,-24 9-175,1 1 0,0-1 1,0 0-1,0 1 0,0 0 1,0 0-1,0 0 1,0 0-1,0 0 0,0 1 1,0-1-1,0 1 1,0 0-1,0 0 0,-1 0 1,1 0-1,0 0 1,-1 1-1,1-1 0,-1 1 1,1 0-1,-1-1 1,0 1-1,1 0 0,-1 1 1,0-1-1,0 0 1,-1 0-1,1 1 0,0-1 1,2 6-1,8 20 127,-2 0 0,0 0-1,10 51 1,-8-28-49,-12-51-84,0-1 0,0 1-1,0 0 1,0 0 0,0 0-1,1-1 1,-1 1 0,0 0 0,0 0-1,0-1 1,0 1 0,0 0-1,1 0 1,-1 0 0,0-1-1,0 1 1,0 0 0,0 0 0,1 0-1,-1 0 1,0 0 0,0 0-1,1-1 1,-1 1 0,0 0 0,0 0-1,1 0 1,-1 0 0,0 0-1,0 0 1,0 0 0,1 0 0,-1 0-1,0 0 1,0 0 0,1 0-1,-1 0 1,0 0 0,0 0 0,1 0-1,-1 0 1,0 1 0,0-1-1,1 0 1,-1 0 0,0 0 0,0 0-1,0 0 1,1 1 0,-1-1-1,0 0 1,0 0 0,0 0-1,0 0 1,1 1 0,-1-1 0,0 0-1,0 0 1,0 1 0,0-1-1,0 0 1,0 1 0,10-24 320,-10 22-299,67-168 188,-55 143-203,1 0-1,1 1 1,1 1 0,25-29 0,-38 50-8,0 0 0,0 1 0,1-1 0,-1 1 0,1 0 0,-1-1 0,1 1 0,0 0 0,-1 1 0,1-1 0,0 0 0,0 1-1,0 0 1,0 0 0,1 0 0,-1 0 0,0 0 0,1 0 0,-1 1 0,0 0 0,1 0 0,-1 0 0,7 0 0,-6 2 0,1 0 0,0 0 0,-1 0 0,1 1 0,-1-1 0,0 1 0,1 0 0,-2 0 0,1 1 0,0-1 0,0 1 0,-1 0 0,0 0 0,5 8 0,4 8-591,0 1 1,15 40-1,-19-41-849,1 0-1,0-1 0,19 28 0,-13-31-8393</inkml:trace>
</inkml:ink>
</file>

<file path=ppt/ink/ink1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25.493"/>
    </inkml:context>
    <inkml:brush xml:id="br0">
      <inkml:brushProperty name="width" value="0.035" units="cm"/>
      <inkml:brushProperty name="height" value="0.035" units="cm"/>
    </inkml:brush>
  </inkml:definitions>
  <inkml:trace contextRef="#ctx0" brushRef="#br0">1 74 21236,'0'0'1153,"18"-44"-672,4 44-481,1 0-449,1-8-3875,-1-14-12620</inkml:trace>
</inkml:ink>
</file>

<file path=ppt/ink/ink1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24.246"/>
    </inkml:context>
    <inkml:brush xml:id="br0">
      <inkml:brushProperty name="width" value="0.035" units="cm"/>
      <inkml:brushProperty name="height" value="0.035" units="cm"/>
    </inkml:brush>
  </inkml:definitions>
  <inkml:trace contextRef="#ctx0" brushRef="#br0">0 749 5221,'0'0'139,"7"7"256,3-1-171,-1 1 0,1-1-1,1-1 1,-1 0 0,1 0 0,0-1 0,0-1 0,0 1 0,0-2 0,1 0-1,18 2 1,28-1 1023,63-3 0,-55-1-678,1358-65 2608,-1089 44-2654,2196-231 907,-2331 224-1282,2132-274 1850,-2193 291-2067,-49 6-445,1-4-1,142-35 1,-224 43-60,-1-1 0,0 0 1,1-1-1,-1 0 0,11-8 0,18-25-6040</inkml:trace>
</inkml:ink>
</file>

<file path=ppt/ink/ink1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26.973"/>
    </inkml:context>
    <inkml:brush xml:id="br0">
      <inkml:brushProperty name="width" value="0.035" units="cm"/>
      <inkml:brushProperty name="height" value="0.035" units="cm"/>
    </inkml:brush>
  </inkml:definitions>
  <inkml:trace contextRef="#ctx0" brushRef="#br0">0 5080 3491,'1'1'292,"-1"0"0,0-1 0,0 1 0,0-1 0,1 1 0,-1-1 0,0 1 0,0-1 0,1 1 0,-1-1-1,0 1 1,1-1 0,-1 1 0,1-1 0,-1 0 0,1 1 0,-1-1 0,1 0 0,-1 1 0,1-1 0,-1 0 0,1 0 0,-1 1 0,1-1-1,-1 0 1,1 0 0,0 0 0,27 4 1845,28-6-1419,121-27 1654,-44 6-1786,-48 10-535,-1-3 1,-1-3-1,-1-4 1,0-4-1,98-47 0,-141 55 72,0-3 0,-1-1 0,-1-2 0,-1-1 0,-2-2 0,-1-1 0,-1-2-1,-1-1 1,-2-1 0,-1-2 0,45-75 0,6-50 1007,107-313-1,-98 228-666,-6 34-195,94-256-59,-34-12-125,35-307 87,-59 253-80,-80 345-91,27-106 0,-49 241 0,1 1 0,3 1 0,39-72 0,-39 86-16,2 1 0,2 1 1,35-41-1,-44 60 8,1 1 0,0 1 0,1 0 0,1 1 1,0 0-1,1 2 0,0 0 0,23-9 0,-30 15 1,-1 0 1,1 1-1,0 0 0,0 1 0,0 0 0,1 1 1,-1 1-1,1-1 0,-1 2 0,1 0 1,0 1-1,-1 0 0,1 0 0,-1 2 0,0-1 1,0 2-1,0 0 0,0 0 0,0 1 1,-1 0-1,0 1 0,0 0 0,0 1 1,-1 0-1,14 13 0,11 14 0,-2 1 0,-2 2 0,-1 1-1,30 49 1,-2-2 0,-19-28 35,-2 2 1,-3 1-1,-3 2 0,-2 1 0,36 122 1,-36-76 41,-5 2-1,17 203 1,102 631 1138,-60-484-681,-66-364-439,4-2-1,35 99 1,-35-136 16,3 0 1,3-2-1,2-1 1,50 71-1,61 59 180,-114-156-230,1-1 1,2-1-1,59 44 1,18-4 121,1-5 0,4-5 0,2-5 0,2-5 1,121 32-1,-9-17 144,361 51 0,-391-93-229,321-7 0,-496-13-86,0-1 1,0-1-1,0-1 0,-1 0 1,32-11-1,-52 14-29,0 0 1,0-1 0,0 1-1,0-1 1,0 1-1,0-1 1,0 0-1,0 1 1,0-1-1,0 0 1,0 0 0,-1 0-1,1 1 1,0-1-1,0 0 1,-1 0-1,1 0 1,-1 0-1,1 0 1,-1 0-1,1 0 1,-1-1 0,0 1-1,1 0 1,-1 0-1,0 0 1,0 0-1,0-2 1,0-1-499,-1 0 1,0 0-1,0 0 1,0 0-1,0 0 0,-1 1 1,-2-7-1,-18-30-5638</inkml:trace>
</inkml:ink>
</file>

<file path=ppt/ink/ink1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28.404"/>
    </inkml:context>
    <inkml:brush xml:id="br0">
      <inkml:brushProperty name="width" value="0.035" units="cm"/>
      <inkml:brushProperty name="height" value="0.035" units="cm"/>
    </inkml:brush>
  </inkml:definitions>
  <inkml:trace contextRef="#ctx0" brushRef="#br0">11 16 1986,'-2'-16'2116,"-2"24"-1977,-1 30-584,20 319 1082,-1-84-468,-11-183-255</inkml:trace>
</inkml:ink>
</file>

<file path=ppt/ink/ink1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28.591"/>
    </inkml:context>
    <inkml:brush xml:id="br0">
      <inkml:brushProperty name="width" value="0.035" units="cm"/>
      <inkml:brushProperty name="height" value="0.035" units="cm"/>
    </inkml:brush>
  </inkml:definitions>
  <inkml:trace contextRef="#ctx0" brushRef="#br0">1 1 8072,'0'0'32,"1"78"0,11-32 0,-3 8-32,0 6 0,-4 4-32,-2 4-32,-2-1-2018</inkml:trace>
</inkml:ink>
</file>

<file path=ppt/ink/ink1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28.810"/>
    </inkml:context>
    <inkml:brush xml:id="br0">
      <inkml:brushProperty name="width" value="0.035" units="cm"/>
      <inkml:brushProperty name="height" value="0.035" units="cm"/>
    </inkml:brush>
  </inkml:definitions>
  <inkml:trace contextRef="#ctx0" brushRef="#br0">0 1 12043,'0'50'1890,"0"-15"-1698,0 0-64,0 8 33,0 4-97,5 2-32,3 1-32,1-1 0,-1 1 0,0 2-32,-2 5 0,-3 9-128,-3 6-3044,0 5 354,0 0-1506</inkml:trace>
</inkml:ink>
</file>

<file path=ppt/ink/ink1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28.981"/>
    </inkml:context>
    <inkml:brush xml:id="br0">
      <inkml:brushProperty name="width" value="0.035" units="cm"/>
      <inkml:brushProperty name="height" value="0.035" units="cm"/>
    </inkml:brush>
  </inkml:definitions>
  <inkml:trace contextRef="#ctx0" brushRef="#br0">4 0 9993,'0'0'9834,"-4"51"-8745,16-30-449,6 3-415,4 3-193,5 2 0,2 4-64,-6-5-1986,-2-8-3908</inkml:trace>
</inkml:ink>
</file>

<file path=ppt/ink/ink1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30.422"/>
    </inkml:context>
    <inkml:brush xml:id="br0">
      <inkml:brushProperty name="width" value="0.035" units="cm"/>
      <inkml:brushProperty name="height" value="0.035" units="cm"/>
    </inkml:brush>
  </inkml:definitions>
  <inkml:trace contextRef="#ctx0" brushRef="#br0">1 1 8136,'0'0'4137,"0"11"-3875,38 529 3950,-24-391-4143,-16-230 244,14-130 0,-2 61-325,-8-27 1747,21 229-1537,-15-37-204,0 1-35,1 0 0,0-1 1,1 0-1,1 0 0,0-1 0,14 13 0,-21-22 12,1-1-1,0 0 0,-1-1 0,1 1 1,0-1-1,1 0 0,-1 0 1,1 0-1,-1-1 0,1 0 0,0 0 1,0 0-1,0-1 0,0 0 0,0 0 1,0-1-1,0 1 0,0-1 1,0-1-1,0 1 0,10-3 0,-12 2-34,0-1 0,0 0 0,0 0 0,0 0 0,-1-1-1,1 1 1,-1-1 0,0 0 0,1 0 0,-1 0 0,0 0 0,-1 0-1,1-1 1,-1 1 0,1-1 0,-1 0 0,0 0 0,0 0-1,-1 0 1,1 0 0,-1 0 0,0 0 0,0 0 0,0-1-1,-1 1 1,1 0 0,-1-6 0,0 2 120,1 0 1,-1 0-1,-1 0 1,0 0-1,0 0 0,0 1 1,-1-1-1,0 0 1,0 1-1,-1-1 1,0 1-1,0 0 0,-1 0 1,-5-8-1,-1 7 1456,14 21-1302,14 22-368,5-6-452,43 43 0,-1-11-5809,-38-39 1369</inkml:trace>
</inkml:ink>
</file>

<file path=ppt/ink/ink1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30.700"/>
    </inkml:context>
    <inkml:brush xml:id="br0">
      <inkml:brushProperty name="width" value="0.035" units="cm"/>
      <inkml:brushProperty name="height" value="0.035" units="cm"/>
    </inkml:brush>
  </inkml:definitions>
  <inkml:trace contextRef="#ctx0" brushRef="#br0">1 109 3972,'0'0'1948,"7"-6"753,13-12-908,-3 1 1063,37-26 1,-50 40-2671,-1 0-1,1 1 1,0 0 0,-1-1-1,1 2 1,0-1 0,0 0-1,0 1 1,1-1 0,-1 1-1,0 1 1,0-1 0,1 0-1,-1 1 1,0 0 0,1 0-1,8 1 1,-12 0-179,0 0-1,0 1 1,1-1 0,-1 0-1,0 0 1,0 1 0,0-1-1,0 1 1,0-1-1,-1 1 1,1-1 0,0 1-1,-1-1 1,1 1 0,-1 0-1,1-1 1,-1 1-1,0 0 1,0-1 0,1 1-1,-1 0 1,-1-1 0,1 3-1,-3 43 6,3-47-12,-5 26 1,-1-2 0,-2 1 0,0-1 0,-22 45 0,-5 12-326,35-81 323,-1 1 1,1 0-1,0-1 0,0 1 1,-1-1-1,1 1 1,0 0-1,0-1 1,0 1-1,0-1 1,0 1-1,0 0 0,0-1 1,0 1-1,0-1 1,0 1-1,0 0 1,0-1-1,0 1 1,0 0-1,1-1 1,-1 1-1,0-1 0,0 1 1,1-1-1,-1 1 1,0-1-1,1 1 1,-1-1-1,1 1 1,-1-1-1,0 1 0,1-1 1,-1 0-1,1 1 1,0 0-1,30 0-38,42-20 5,-66 16 34,84-23 145,61-22-1057,-91 22-2706</inkml:trace>
</inkml:ink>
</file>

<file path=ppt/ink/ink1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32.355"/>
    </inkml:context>
    <inkml:brush xml:id="br0">
      <inkml:brushProperty name="width" value="0.035" units="cm"/>
      <inkml:brushProperty name="height" value="0.035" units="cm"/>
    </inkml:brush>
  </inkml:definitions>
  <inkml:trace contextRef="#ctx0" brushRef="#br0">248 64 6983,'0'0'2114,"1"-7"-1949,-1 5-111,0 0 1,1 0-1,-1 0 1,0 0-1,0 0 0,0 0 1,0 0-1,-1 0 0,1 0 1,0 0-1,-1 0 1,0 0-1,1 1 0,-1-1 1,0 0-1,0 0 0,0 0 1,0 1-1,0-1 1,0 1-1,-1-1 0,1 1 1,0-1-1,-1 1 0,1 0 1,-1-1-1,0 1 1,1 0-1,-1 0 0,0 0 1,0 1-1,1-1 0,-1 0 1,0 1-1,0-1 0,0 1 1,0-1-1,0 1 1,0 0-1,0 0 0,0 0 1,0 0-1,0 0 0,0 0 1,0 1-1,0-1 1,0 1-1,0-1 0,1 1 1,-1 0-1,0 0 0,0 0 1,-2 2-1,-12 6-9,1 0 0,0 2-1,1-1 1,0 2 0,1 0 0,0 1 0,1 0-1,1 1 1,0 0 0,1 1 0,0 0-1,-8 17 1,18-31-27,-1 1-1,0-1 1,0 1-1,1 0 1,-1-1 0,1 1-1,-1 0 1,1-1-1,0 1 1,0 0-1,0 0 1,0-1 0,0 1-1,0 0 1,0 0-1,1-1 1,-1 1-1,0 0 1,1 0 0,0-1-1,-1 1 1,1-1-1,0 1 1,0 0-1,0-1 1,0 0 0,0 1-1,0-1 1,0 1-1,0-1 1,1 0-1,-1 0 1,0 0 0,1 0-1,-1 0 1,1 0-1,-1 0 1,1 0 0,0-1-1,-1 1 1,4 0-1,9 4 201,0-1 0,0-1 0,0 0 0,17 1 1,-13-2-83,67 14 294,-7-2-1300,-26-7-4712,-44-6-98</inkml:trace>
</inkml:ink>
</file>

<file path=ppt/ink/ink1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32.699"/>
    </inkml:context>
    <inkml:brush xml:id="br0">
      <inkml:brushProperty name="width" value="0.035" units="cm"/>
      <inkml:brushProperty name="height" value="0.035" units="cm"/>
    </inkml:brush>
  </inkml:definitions>
  <inkml:trace contextRef="#ctx0" brushRef="#br0">0 367 10250,'0'0'694,"15"-3"-128,474-62 4577,-304 48-4430,190-24-67,1380-175 400,-1715 210-876,34-6-1228,-69 10 82,-9 0-429,-39 0-2981,-6 1-2597</inkml:trace>
</inkml:ink>
</file>

<file path=ppt/ink/ink1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33.026"/>
    </inkml:context>
    <inkml:brush xml:id="br0">
      <inkml:brushProperty name="width" value="0.035" units="cm"/>
      <inkml:brushProperty name="height" value="0.035" units="cm"/>
    </inkml:brush>
  </inkml:definitions>
  <inkml:trace contextRef="#ctx0" brushRef="#br0">257 0 11915,'0'0'513,"11"0"304,5 1-571,0 1 1,0 1 0,0 0-1,0 1 1,-1 0 0,1 1 0,-1 1-1,0 1 1,-1 0 0,1 1-1,-1 0 1,-1 1 0,15 13 0,-21-17-221,0 1 1,-1 0 0,1 1 0,-1-1 0,0 1 0,-1 1 0,0-1 0,0 1 0,0 0-1,-1 0 1,0 0 0,-1 0 0,0 1 0,0-1 0,-1 1 0,0 0 0,0 0 0,-1 0-1,0 0 1,-1 0 0,0 0 0,0 0 0,-1 0 0,-1 0 0,1 0 0,-5 12-1,2-10-19,-1-1-1,0 0 0,-1 0 0,0 0 0,-1-1 0,0 0 0,0 0 0,-1 0 0,0-1 0,-14 11 0,-10 5 20,-58 35-1,40-30-804,-2-2-1,-1-3 1,-57 19-1,16-15-3394</inkml:trace>
</inkml:ink>
</file>

<file path=ppt/ink/ink1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33.758"/>
    </inkml:context>
    <inkml:brush xml:id="br0">
      <inkml:brushProperty name="width" value="0.035" units="cm"/>
      <inkml:brushProperty name="height" value="0.035" units="cm"/>
    </inkml:brush>
  </inkml:definitions>
  <inkml:trace contextRef="#ctx0" brushRef="#br0">168 106 11499,'0'0'5909,"10"1"-5786,-5 0-112,1 0 0,-1 1-1,0-1 1,-1 1 0,1 0-1,0 0 1,0 0 0,-1 1-1,1 0 1,-1 0 0,0 0-1,0 0 1,0 1 0,0-1-1,-1 1 1,0 0 0,1 0-1,-1 0 1,0 1 0,-1-1-1,3 7 1,1-1 0,-1 1 0,-1 0-1,0 0 1,-1 0 0,0 1-1,-1-1 1,0 1 0,0-1-1,-1 17 1,-1-25-9,0 0 1,0 0-1,0 1 0,-1-1 1,1 0-1,-1 0 1,0 0-1,0 0 0,0 0 1,0 0-1,0 0 1,-1 0-1,0-1 0,1 1 1,-1 0-1,0-1 1,0 1-1,0-1 0,0 0 1,-1 0-1,1 1 0,-1-2 1,1 1-1,-1 0 1,0 0-1,0-1 0,0 0 1,1 1-1,-1-1 1,0 0-1,-1-1 0,1 1 1,0 0-1,0-1 0,0 0 1,0 0-1,-6 0 1,-1-1-2,1 0 1,-1-1-1,1 0 0,0 0 1,-1-1-1,1-1 1,0 0-1,1 0 1,-1 0-1,1-1 0,0 0 1,0-1-1,0 0 1,1 0-1,0-1 1,-11-11-1,11 10-3,1 1 0,0-2 0,0 1 1,0 0-1,1-1 0,0 0 0,1-1 0,0 1 0,0-1 0,1 1 1,0-1-1,1 0 0,0 0 0,1 0 0,-1-17 0,3 23 5,0 0-1,0-1 0,0 1 0,0 0 0,1 0 1,0 0-1,0 1 0,0-1 0,0 0 0,1 1 1,-1-1-1,1 1 0,0 0 0,0 0 0,0 0 1,0 0-1,1 0 0,-1 1 0,1-1 0,-1 1 1,1 0-1,8-3 0,8-3 28,1 1-1,-1 0 1,27-4 0,-43 10-24,48-9 19,0 2-1,0 3 1,1 2-1,70 4 0,-76 3-2911,46 10-1,-63-8-1810</inkml:trace>
</inkml:ink>
</file>

<file path=ppt/ink/ink1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34.136"/>
    </inkml:context>
    <inkml:brush xml:id="br0">
      <inkml:brushProperty name="width" value="0.035" units="cm"/>
      <inkml:brushProperty name="height" value="0.035" units="cm"/>
    </inkml:brush>
  </inkml:definitions>
  <inkml:trace contextRef="#ctx0" brushRef="#br0">7 41 11179,'0'0'5941,"9"-6"-4943,-9 5-939,40-25 645,-39 25-697,0 1 0,0-1 0,0 0 0,0 1 0,0-1 0,0 1 0,0-1 0,0 1-1,0-1 1,1 1 0,-1 0 0,0-1 0,0 1 0,0 0 0,1 0 0,-1 0 0,0 0 0,0 0 0,0 0 0,1 0 0,-1 1 0,0-1 0,0 0-1,0 1 1,1-1 0,-1 1 0,0-1 0,0 1 0,0-1 0,0 1 0,0 0 0,0-1 0,0 1 0,0 0 0,-1 0 0,1 0 0,0 0 0,0 0-1,-1 0 1,1 0 0,0 0 0,-1 0 0,1 2 0,1 3-37,-1 1 0,0-1 0,0 1 0,-1-1 0,0 1 0,0-1 0,-1 1 0,0-1-1,0 1 1,0-1 0,-1 0 0,1 1 0,-2-1 0,-3 8 0,-4 6-224,-2 0 1,-24 31-1,9-12 46,27-38 202,-1-1 0,1 0 0,-1 1 0,1-1 0,0 1 0,-1-1 0,1 1 0,0-1 0,-1 1 0,1-1 0,0 1 0,0-1 0,0 1-1,-1 0 1,1-1 0,0 1 0,0-1 0,0 1 0,0-1 0,0 1 0,0 0 0,0-1 0,0 1 0,0-1 0,0 1 0,1 0 0,-1-1 0,0 1 0,0-1 0,0 1 0,1 0 0,19 2-212,28-14-33,-38 7 203,44-15-5122,91-47 0,-122 53-9</inkml:trace>
</inkml:ink>
</file>

<file path=ppt/ink/ink1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4:34.382"/>
    </inkml:context>
    <inkml:brush xml:id="br0">
      <inkml:brushProperty name="width" value="0.035" units="cm"/>
      <inkml:brushProperty name="height" value="0.035" units="cm"/>
    </inkml:brush>
  </inkml:definitions>
  <inkml:trace contextRef="#ctx0" brushRef="#br0">0 58 6822,'0'0'6689,"5"-9"-4703,16-25-496,-20 33-1462,0 0 1,0 0-1,0 0 1,0 0-1,0 0 1,0 0-1,0 0 1,0 0-1,0 0 1,0 1-1,0-1 1,1 0-1,-1 1 1,0-1 0,0 1-1,1-1 1,-1 1-1,0 0 1,1-1-1,-1 1 1,1 0-1,-1 0 1,0 0-1,1 0 1,-1 0-1,1 0 1,-1 1-1,0-1 1,1 0-1,-1 1 1,0-1-1,1 1 1,-1-1-1,0 1 1,0 0-1,0-1 1,2 3-1,0-1 6,-1 0 0,1 0 0,-1 0 0,0 0 0,0 1 0,0-1 0,0 1 0,0 0 0,-1 0 0,1-1 0,-1 1 0,0 0 0,1 4 0,0 4-142,-1-1 0,-1 1 0,0 0 1,0 0-1,-1 0 0,-1 0 1,1-1-1,-2 1 0,0-1 1,-5 14-1,-8 34-458,16-57 553,0-1 1,0 0-1,0 1 1,0-1 0,0 1-1,0-1 1,0 0 0,0 1-1,0-1 1,0 1 0,0-1-1,0 0 1,0 1 0,0-1-1,0 0 1,1 1-1,-1-1 1,0 0 0,0 1-1,0-1 1,1 0 0,-1 1-1,0-1 1,0 0 0,1 0-1,-1 1 1,0-1-1,1 0 1,-1 0 0,0 1-1,1-1 1,-1 0 0,0 0-1,1 0 1,19 2-65,28-11 229,-40 7-195,113-20-18,-40 10-3275,-77 12 2959,47-8-6221</inkml:trace>
</inkml:ink>
</file>

<file path=ppt/ink/ink1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32.043"/>
    </inkml:context>
    <inkml:brush xml:id="br0">
      <inkml:brushProperty name="width" value="0.035" units="cm"/>
      <inkml:brushProperty name="height" value="0.035" units="cm"/>
    </inkml:brush>
  </inkml:definitions>
  <inkml:trace contextRef="#ctx0" brushRef="#br0">1 1 13613,'0'0'705,"51"28"-481,-23 8-32,7 7 0,5 9 321,6 3-33,1 7-96,0 2-255,-4-1-97,-4-6-32,-4-6 32,-8-12-193,-8-11-1504,-7-13-1154</inkml:trace>
</inkml:ink>
</file>

<file path=ppt/ink/ink1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32.293"/>
    </inkml:context>
    <inkml:brush xml:id="br0">
      <inkml:brushProperty name="width" value="0.035" units="cm"/>
      <inkml:brushProperty name="height" value="0.035" units="cm"/>
    </inkml:brush>
  </inkml:definitions>
  <inkml:trace contextRef="#ctx0" brushRef="#br0">291 1 13196,'0'0'2595,"-54"9"-2243,35 21 962,-6 9-514,3 8-511,-3 10-193,2 6-32,-4 5-64,5 2 32,0-1-32,3-6-96,2-5-1794,6-15-1569,6-13-5126</inkml:trace>
</inkml:ink>
</file>

<file path=ppt/ink/ink1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32.630"/>
    </inkml:context>
    <inkml:brush xml:id="br0">
      <inkml:brushProperty name="width" value="0.035" units="cm"/>
      <inkml:brushProperty name="height" value="0.035" units="cm"/>
    </inkml:brush>
  </inkml:definitions>
  <inkml:trace contextRef="#ctx0" brushRef="#br0">1 105 13100,'10'-9'492,"6"-5"302,0 1 0,1 1 1,1 1-1,0 0 0,31-13 1,-44 22-674,0 0-1,1 0 1,-1 1 0,0 0 0,1 0 0,-1 0 0,1 1 0,-1-1 0,1 1-1,-1 1 1,1-1 0,-1 1 0,6 1 0,-7-1-127,-1 1 0,1 0 1,-1 0-1,0 0 0,0 0 0,0 0 1,0 1-1,0-1 0,-1 1 0,1 0 1,-1-1-1,0 1 0,1 0 0,-1 1 1,-1-1-1,1 0 0,0 1 0,-1-1 1,0 1-1,0-1 0,0 1 0,1 3 1,0 4 5,-1 0 0,0-1 1,0 1-1,-1 0 1,0-1-1,-1 1 1,-1 0-1,1-1 1,-2 1-1,1-1 1,-1 0-1,-1 0 1,-8 17-1,-3 3 0,-2-1 0,-1-1-1,-22 27 1,39-54 0,1-1 0,0 0 0,0 0 1,0 0-1,-1 0 0,1 1 0,0-1 0,0 0 0,0 0 1,0 0-1,-1 1 0,1-1 0,0 0 0,0 0 1,0 1-1,0-1 0,0 0 0,0 0 0,0 1 0,0-1 1,0 0-1,0 0 0,0 1 0,0-1 0,0 0 1,0 0-1,0 1 0,0-1 0,0 0 0,0 0 0,0 1 1,0-1-1,0 0 0,1 0 0,-1 1 0,0-1 1,0 0-1,0 0 0,0 0 0,0 1 0,1-1 0,13 2 18,19-6 15,-33 4-32,236-63 24,-50 11 24,-37 14-2782,-91 17-2771</inkml:trace>
</inkml:ink>
</file>

<file path=ppt/ink/ink1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33.844"/>
    </inkml:context>
    <inkml:brush xml:id="br0">
      <inkml:brushProperty name="width" value="0.035" units="cm"/>
      <inkml:brushProperty name="height" value="0.035" units="cm"/>
    </inkml:brush>
  </inkml:definitions>
  <inkml:trace contextRef="#ctx0" brushRef="#br0">1 0 9289,'0'0'1484,"7"7"-1158,69 75-203,-4 4 1,-3 2 0,-4 4 0,81 151 0,-95-135-118,24 42-12,-75-149-52,0-1 1,0 0-1,0 1 0,0-1 1,0 1-1,0-1 0,1 0 1,-1 1-1,0-1 1,0 0-1,0 1 0,1-1 1,-1 0-1,0 0 0,0 1 1,1-1-1,-1 0 1,0 0-1,1 1 0,-1-1 1,0 0-1,1 0 0,-1 0 1,0 1-1,1-1 1,-1 0-1,0 0 0,1 0 1,-1 0-1,0 0 0,1 0 1,-1 0-1,1 0 1,-1-15-2815</inkml:trace>
</inkml:ink>
</file>

<file path=ppt/ink/ink1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34.093"/>
    </inkml:context>
    <inkml:brush xml:id="br0">
      <inkml:brushProperty name="width" value="0.035" units="cm"/>
      <inkml:brushProperty name="height" value="0.035" units="cm"/>
    </inkml:brush>
  </inkml:definitions>
  <inkml:trace contextRef="#ctx0" brushRef="#br0">496 1 11659,'0'0'998,"-8"0"-378,4 1-596,0-1 0,0 1 1,0 0-1,1 0 1,-1 0-1,0 1 0,1-1 1,-1 1-1,1 0 1,0 0-1,-1 0 1,1 0-1,0 1 0,-4 3 1,-41 56 1328,45-59-1257,-71 107 744,-61 120 1,100-162-871,4 2 1,2 1 0,-23 91 0,32-59-578,17-58-4680,3-26-2752</inkml:trace>
</inkml:ink>
</file>

<file path=ppt/ink/ink1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34.326"/>
    </inkml:context>
    <inkml:brush xml:id="br0">
      <inkml:brushProperty name="width" value="0.035" units="cm"/>
      <inkml:brushProperty name="height" value="0.035" units="cm"/>
    </inkml:brush>
  </inkml:definitions>
  <inkml:trace contextRef="#ctx0" brushRef="#br0">0 1 11531,'0'0'4068,"17"73"-3107,-15-34-545,0 5-192,2 6-64,0 0-96,1 4-31,0-4-1,2-2-64,-1-5 32,2-8-705,0-16-3875,3-15-3844</inkml:trace>
</inkml:ink>
</file>

<file path=ppt/ink/ink1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34.810"/>
    </inkml:context>
    <inkml:brush xml:id="br0">
      <inkml:brushProperty name="width" value="0.035" units="cm"/>
      <inkml:brushProperty name="height" value="0.035" units="cm"/>
    </inkml:brush>
  </inkml:definitions>
  <inkml:trace contextRef="#ctx0" brushRef="#br0">0 0 10090,'0'0'1889,"48"60"-1600,-5-24 704,13 5-321,6 5-287,8 3-289,-4 3-32,-1 1-32,-7-2-32,-9 0-32,-11-4-833,-8-9-2082,-9-13-480</inkml:trace>
</inkml:ink>
</file>

<file path=ppt/ink/ink1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35.093"/>
    </inkml:context>
    <inkml:brush xml:id="br0">
      <inkml:brushProperty name="width" value="0.035" units="cm"/>
      <inkml:brushProperty name="height" value="0.035" units="cm"/>
    </inkml:brush>
  </inkml:definitions>
  <inkml:trace contextRef="#ctx0" brushRef="#br0">578 0 12107,'0'0'1858,"-60"40"-1570,36 5 705,-7 10 32,-7 8-544,-3 10-289,-5 5-160,-6 4 0,-1-1-32,-4-3-32,0-3 32,9-13-192,9-16-2595,8-19-2530</inkml:trace>
</inkml:ink>
</file>

<file path=ppt/ink/ink1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35.543"/>
    </inkml:context>
    <inkml:brush xml:id="br0">
      <inkml:brushProperty name="width" value="0.035" units="cm"/>
      <inkml:brushProperty name="height" value="0.035" units="cm"/>
    </inkml:brush>
  </inkml:definitions>
  <inkml:trace contextRef="#ctx0" brushRef="#br0">1 77 14029,'0'0'817,"3"-9"107,-3 6-877,1-1 1,1 1 0,-1-1-1,0 1 1,1-1 0,0 1-1,0 0 1,0 0 0,0 0-1,0 0 1,1 0 0,-1 0 0,1 1-1,0-1 1,0 1 0,0-1-1,0 1 1,0 0 0,0 1-1,1-1 1,-1 0 0,1 1-1,-1 0 1,1 0 0,-1 0 0,1 0-1,0 0 1,-1 1 0,8 0-1,-7 0-46,-1 0 1,1 0-1,-1 0 0,0 1 0,1-1 0,-1 1 1,1 0-1,-1 0 0,0 1 0,0-1 0,0 0 1,1 1-1,-1 0 0,-1 0 0,1 0 0,0 0 1,0 0-1,-1 1 0,5 4 0,-4-2 0,0 0-1,0 1 0,0-1 1,-1 1-1,0-1 1,0 1-1,0 0 1,-1 0-1,1 0 1,0 10-1,-2-2-5,0 0-1,0 0 1,-1 0-1,-1 0 0,0 0 1,-1-1-1,0 1 1,-1-1-1,-9 21 1,-10 1-1,18-28 10,0 0-1,1 0 1,0 0-1,0 0 1,0 1-1,1-1 1,0 1 0,-2 9-1,5-17-2,1 1-1,-1-1 1,0 1-1,0 0 1,0-1-1,0 1 1,1-1-1,-1 1 1,0-1-1,0 1 1,1-1-1,-1 1 1,0-1-1,1 1 1,-1-1 0,0 0-1,1 1 1,-1-1-1,1 1 1,-1-1-1,1 0 1,-1 1-1,1-1 1,-1 0-1,1 0 1,-1 0-1,1 1 1,-1-1-1,1 0 1,0 0-1,-1 0 1,1 0-1,-1 0 1,1 0-1,1 0 1,27 0 18,-19-1-14,49-2-110,-1-3 0,105-25 0,-112 17-2804,-5-3-4768</inkml:trace>
</inkml:ink>
</file>

<file path=ppt/ink/ink1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37.964"/>
    </inkml:context>
    <inkml:brush xml:id="br0">
      <inkml:brushProperty name="width" value="0.035" units="cm"/>
      <inkml:brushProperty name="height" value="0.035" units="cm"/>
    </inkml:brush>
  </inkml:definitions>
  <inkml:trace contextRef="#ctx0" brushRef="#br0">60 185 352,'-1'0'19,"-1"-1"-1,1 0 0,0 0 0,-1 0 0,1 0 1,0 0-1,0 0 0,0 0 0,-1 0 1,1 0-1,0-1 0,0 1 0,1 0 1,-1-1-1,0 1 0,0 0 0,1-1 1,-1-1-1,-15-35-42,15 33 75,-3-6 176,1 0-1,1 0 1,0-1-1,-1-12 1,-3-21-549,4 40-414</inkml:trace>
</inkml:ink>
</file>

<file path=ppt/ink/ink1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39.643"/>
    </inkml:context>
    <inkml:brush xml:id="br0">
      <inkml:brushProperty name="width" value="0.035" units="cm"/>
      <inkml:brushProperty name="height" value="0.035" units="cm"/>
    </inkml:brush>
  </inkml:definitions>
  <inkml:trace contextRef="#ctx0" brushRef="#br0">34 110 993,'-10'-46'3886,"9"39"-2951,0 0 0,0 0 0,-1 0 0,0 0 0,-1 0 0,1 0-1,-5-8 1,3 47 560,9 78-580,19 111 1,2 13-569,-19 58-277,-7-291-52,0 0 1,0 0 0,1-1 0,-1 1-1,0 0 1,0 0 0,0-1 0,0 1-1,0 0 1,0 0 0,0 0 0,0-1-1,0 1 1,0 0 0,-1 0 0,1 0-1,0-1 1,0 1 0,-1 0 0,1-1-1,0 1 1,-1 0 0,1-1 0,-1 1-1,1 0 1,-1-1 0,1 1 0,-1-1-1,0 1 1,1-1 0,-1 1 0,0-1-1,1 1 1,-1-1 0,-1 1 0,1-2 63,0 0 0,0 1 0,0-1 0,0 0 0,0 0 0,0 0 0,0 0 0,0 0 0,0-1 1,0 1-1,0 0 0,1 0 0,-1 0 0,0-1 0,1 1 0,-1 0 0,1-1 0,0 1 0,-1-3 0,-4-17-46,1 0-1,1 0 0,0-1 0,2 1 1,1-1-1,0 0 0,4-21 1,-3 33-36,0 1 1,1 0-1,0-1 1,1 1 0,-1 0-1,2 0 1,-1 0-1,1 1 1,1-1 0,0 1-1,0 0 1,0 0-1,1 1 1,0 0 0,0 0-1,1 0 1,0 1-1,11-8 1,-13 11-3,1 0 1,0 0-1,0 0 1,0 1-1,0 0 1,1 1-1,-1-1 0,1 1 1,-1 0-1,1 1 1,-1 0-1,1 0 0,-1 0 1,1 1-1,8 1 1,-6 1-4,1 0 1,0 0-1,-1 1 1,0 0-1,1 1 0,-2 0 1,1 0-1,-1 1 1,11 9-1,-9-7 2,-1 1-1,0 0 0,-1 0 1,0 1-1,-1-1 0,1 2 0,-2-1 1,0 1-1,0 0 0,-1 1 1,0-1-1,-1 1 0,0 0 1,-1 0-1,-1 0 0,3 19 1,-6-29 2,1 1 1,0 0 0,-1 0-1,1 0 1,-1-1 0,0 1 0,0 0-1,0-1 1,0 1 0,0 0-1,-1-1 1,1 0 0,-1 1-1,1-1 1,-1 0 0,-4 4 0,1-1-2,-1-1 0,0 0 1,1 0-1,-2 0 1,1-1-1,-10 5 1,-7-1-3,1 0 0,-1-1 0,-25 3 0,28-7 14,0 0 1,-38-2 0,58 0-10,0 0 0,-1 0 0,1 0 0,-1 0 0,1 0 1,-1 0-1,1 0 0,-1 0 0,1 0 0,-1 0 0,1 0 1,-1 0-1,1 0 0,0-1 0,-1 1 0,1 0 0,-1 0 1,1-1-1,0 1 0,-1 0 0,1-1 0,0 1 0,-1 0 1,1-1-1,0 1 0,-1 0 0,1-1 0,0 1 0,0-1 1,-1 1-1,1 0 0,0-1 0,0 1 0,0-1 0,0 1 1,0-1-1,0 1 0,0-1 0,0 1 0,0-1 0,0 1 1,0-1-1,0 1 0,0 0 0,0-1 0,0 1 0,0-1 1,0 1-1,0-1 0,1 1 0,-1-1 0,0 1 0,0 0 1,1-1-1,-1 1 0,0 0 0,1-1 0,19-23-4,9 3 65,1 2 0,0 0 0,2 2 1,0 2-1,0 0 0,2 3 1,-1 0-1,53-9 0,-81 20-50,-1 0 0,1 0 0,-1 1 0,1 0 0,-1 0 0,1 0 0,-1 1 0,1-1 0,-1 1 0,1 0 0,-1 1-1,0-1 1,1 1 0,-1-1 0,0 1 0,0 0 0,0 1 0,-1-1 0,1 1 0,5 4 0,-5-2-19,0 1 0,0 0 0,-1-1 0,0 1 1,0 0-1,0 1 0,0-1 0,-1 0 0,0 1 0,-1 0 1,1-1-1,-1 1 0,0 7 0,0 16-1715,-1-12-3090,-1-12-708</inkml:trace>
</inkml:ink>
</file>

<file path=ppt/ink/ink1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39.802"/>
    </inkml:context>
    <inkml:brush xml:id="br0">
      <inkml:brushProperty name="width" value="0.035" units="cm"/>
      <inkml:brushProperty name="height" value="0.035" units="cm"/>
    </inkml:brush>
  </inkml:definitions>
  <inkml:trace contextRef="#ctx0" brushRef="#br0">4 78 14446,'0'0'64,"-3"-52"64,3 34 512,0 11-351,6 7-289,2 0 0,5 14-96,1 10-1122,-3 0-2305,5 3-1121</inkml:trace>
</inkml:ink>
</file>

<file path=ppt/ink/ink1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40.065"/>
    </inkml:context>
    <inkml:brush xml:id="br0">
      <inkml:brushProperty name="width" value="0.035" units="cm"/>
      <inkml:brushProperty name="height" value="0.035" units="cm"/>
    </inkml:brush>
  </inkml:definitions>
  <inkml:trace contextRef="#ctx0" brushRef="#br0">1 219 12075,'0'0'1597,"10"4"-893,172 76 1837,-181-80-2533,0 1 0,1-1-1,-1 0 1,0 1 0,0-1-1,1 0 1,-1 0 0,0 0 0,1 0-1,-1 0 1,0 0 0,0-1-1,1 1 1,-1 0 0,0-1-1,0 1 1,1-1 0,-1 1-1,0-1 1,0 1 0,0-1-1,0 0 1,0 0 0,0 0 0,0 1-1,0-1 1,0 0 0,0 0-1,0 0 1,-1 0 0,1-1-1,0 1 1,-1 0 0,1 0-1,-1 0 1,1 0 0,-1-1-1,1 1 1,-1 0 0,0-2-1,5-11 40,-1 0 0,3-29 0,-3 19-33,1 5-79,0 1 0,1-1 0,16-32 0,-19 45-317,1-1 1,0 1-1,0 0 0,1 1 1,8-9-1,-9 10-215,0 1 0,0 0 0,0 0 0,0 1 0,0-1 0,1 1 0,-1 0 0,1 0 0,6-1 0,20-2-3369</inkml:trace>
</inkml:ink>
</file>

<file path=ppt/ink/ink1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40.876"/>
    </inkml:context>
    <inkml:brush xml:id="br0">
      <inkml:brushProperty name="width" value="0.035" units="cm"/>
      <inkml:brushProperty name="height" value="0.035" units="cm"/>
    </inkml:brush>
  </inkml:definitions>
  <inkml:trace contextRef="#ctx0" brushRef="#br0">193 104 9993,'0'0'401,"-3"-8"901,1 2-1022,0 1-1,0-1 0,0 1 0,-1 0 1,0 0-1,0 0 0,0 0 0,-1 1 0,1-1 1,-1 1-1,0 0 0,-1 0 0,1 0 0,-1 0 1,1 1-1,-1 0 0,0 0 0,-1 0 1,1 1-1,0-1 0,-1 1 0,-10-2 0,13 3-275,0 1 0,0 0 0,0 0 0,0 0-1,0 0 1,0 1 0,0-1 0,0 1-1,0-1 1,0 1 0,0 0 0,0 0 0,0 1-1,1-1 1,-1 0 0,0 1 0,1 0-1,-1 0 1,1-1 0,0 1 0,0 1-1,0-1 1,0 0 0,0 0 0,0 1 0,0-1-1,1 1 1,-3 5 0,1-1-18,1 0 1,0 0-1,0 1 1,1-1-1,0 0 0,0 1 1,1-1-1,0 1 1,0-1-1,1 1 1,1 7-1,-2-13 0,1 0 0,-1 1-1,1-1 1,-1 0 0,1 0-1,0 0 1,0-1 0,0 1 0,0 0-1,0 0 1,0 0 0,1-1-1,-1 1 1,0 0 0,1-1 0,-1 1-1,1-1 1,0 0 0,0 0-1,-1 1 1,1-1 0,0 0 0,0 0-1,0-1 1,0 1 0,0 0-1,0-1 1,0 1 0,0-1-1,0 0 1,0 1 0,1-1 0,-1 0-1,0 0 1,0-1 0,0 1-1,4-1 1,-3 0 7,0 1-1,0-1 1,0 0 0,0 0-1,0-1 1,-1 1 0,1 0-1,0-1 1,-1 0-1,1 1 1,-1-1 0,0 0-1,1 0 1,-1-1 0,0 1-1,0 0 1,-1-1-1,1 1 1,0-1 0,-1 0-1,1 1 1,-1-1 0,0 0-1,0 0 1,0 0-1,0-4 1,-1 6 36,0 0-1,0 0 1,0 0 0,0 0 0,0 0-1,0 0 1,0 0 0,0 0 0,1 0-1,-1 0 1,0 0 0,0 0-1,1 0 1,-1 0 0,1 1 0,-1-1-1,1 0 1,-1 0 0,1 0-1,-1 1 1,1-1 0,0 0 0,-1 1-1,1-1 1,0 0 0,1 0-1,0 2 36,0-1 0,0 1 0,0-1 0,0 1 0,0 0 0,0 0 0,0 0 0,0 0 0,0 0 0,-1 1 0,4 2 0,3 2-64,6 5 8,1-1 1,0 0-1,1-1 0,29 13 0,-41-21-6,-1 1 1,1-1-1,0 0 0,0 0 0,0-1 0,0 1 0,0-1 0,0 0 1,0 0-1,0 0 0,0-1 0,0 1 0,0-1 0,-1 0 0,1 0 1,0 0-1,0 0 0,-1-1 0,1 0 0,-1 0 0,1 0 0,-1 0 1,0 0-1,1-1 0,-1 1 0,-1-1 0,5-4 0,15-29 81,-19 31-75,-1-1 1,1 1-1,1 0 0,-1 0 1,0 0-1,1 1 0,6-7 1,-9 11-11,0 0 0,0 0-1,0 0 1,0 0 0,0 0 0,0 0 0,0 0 0,0 0 0,-1 0 0,1 0 0,0 0-1,0 1 1,0-1 0,0 0 0,0 1 0,0-1 0,-1 0 0,1 1 0,0-1 0,0 1-1,0-1 1,-1 1 0,1 0 0,0-1 0,-1 1 0,1 0 0,-1 0 0,1-1 0,-1 1-1,1 0 1,-1 0 0,1 1 0,21 34 5,-17-28 0,7 14-11,-8-13 4,0-1 1,1-1 0,-1 1 0,1-1-1,1 1 1,-1-2 0,1 1 0,14 11-1,-19-17 5,0-1 0,1 0-1,-1 1 1,0-1 0,1 0-1,-1 0 1,1 0 0,-1 0-1,0 0 1,1 0 0,-1 0-1,0-1 1,1 1 0,-1 0-1,0-1 1,0 1 0,1-1-1,-1 0 1,0 1-1,0-1 1,0 0 0,0 0-1,0 1 1,0-1 0,0 0-1,0 0 1,0 0 0,1-1-1,30-40 33,-19 24-37,-11 15 18,1 1-1,-1-1 0,1 0 0,-1 1 0,1 0 1,0-1-1,0 1 0,0 0 0,0 0 1,0 1-1,0-1 0,1 1 0,-1-1 0,0 1 1,1 0-1,-1 1 0,1-1 0,-1 0 0,1 1 1,-1 0-1,1 0 0,0 0 0,-1 0 1,1 1-1,-1-1 0,1 1 0,-1 0 0,1 0 1,-1 0-1,1 0 0,4 3 0,-4-1-83,0-1 1,-1 1-1,1 0 0,-1 0 0,1 0 0,-1 1 0,0-1 0,0 1 1,0 0-1,2 5 0,-2-4-397,-1 0-1,0 0 1,0 0 0,0 0 0,-1 0-1,1 0 1,-2 0 0,1 0 0,0 10-1,-1-3-4224</inkml:trace>
</inkml:ink>
</file>

<file path=ppt/ink/ink1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41.033"/>
    </inkml:context>
    <inkml:brush xml:id="br0">
      <inkml:brushProperty name="width" value="0.035" units="cm"/>
      <inkml:brushProperty name="height" value="0.035" units="cm"/>
    </inkml:brush>
  </inkml:definitions>
  <inkml:trace contextRef="#ctx0" brushRef="#br0">3 57 12139,'0'0'577,"-2"-52"96,2 48-513,2 4-320,14 0-1474,7 10 225,5 2-769,8 2-2114</inkml:trace>
</inkml:ink>
</file>

<file path=ppt/ink/ink1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41.438"/>
    </inkml:context>
    <inkml:brush xml:id="br0">
      <inkml:brushProperty name="width" value="0.035" units="cm"/>
      <inkml:brushProperty name="height" value="0.035" units="cm"/>
    </inkml:brush>
  </inkml:definitions>
  <inkml:trace contextRef="#ctx0" brushRef="#br0">131 4 11147,'0'0'6011,"-8"0"-4762,2-1-1043,3 0-141,-1 1 0,1-1 0,-1 1 0,0 0 0,1 0 0,-1 0 0,1 0 0,-1 0 0,1 1 0,-1 0 0,1 0 0,-1 0 0,1 0 0,-1 0 0,1 1 0,0-1 0,0 1 1,0 0-1,0 0 0,0 0 0,0 1 0,0-1 0,-3 5 0,2-1-75,0 0 0,0 1 0,1-1 1,-1 1-1,1 0 0,1 0 0,0 0 0,0 0 1,0 0-1,1 1 0,0-1 0,0 1 1,1-1-1,0 1 0,0-1 0,1 0 0,1 9 1,-2-15-9,1 0 0,-1 0 1,0 0-1,1 0 0,-1 0 1,1-1-1,-1 1 0,1 0 1,-1 0-1,1-1 0,0 1 1,-1 0-1,1 0 0,0-1 1,-1 1-1,1-1 0,0 1 1,0-1-1,0 1 0,0-1 1,0 0-1,-1 1 0,1-1 1,0 0-1,0 1 0,0-1 1,0 0-1,0 0 1,0 0-1,0 0 0,0 0 1,0 0-1,0 0 0,0 0 1,0-1-1,0 1 0,0 0 1,0-1-1,-1 1 0,1 0 1,0-1-1,0 1 0,0-1 1,0 1-1,-1-1 0,1 0 1,0 1-1,-1-1 0,2-1 1,3-2 22,0 0-1,-1 0 1,0-1 0,0 1 0,0-1 0,4-7 0,-5 6 103,1 1 1,-1-1-1,-1 0 0,1-1 1,-1 1-1,0 0 0,-1-1 1,1 1-1,0-8 0,-2 13-101,-1 1 0,1 0 0,0 0 0,0 0 0,0 0 0,0 0-1,0 0 1,0 0 0,0 0 0,0-1 0,0 1 0,0 0-1,1 0 1,-1 0 0,0 0 0,0 0 0,0 0 0,0 0-1,0 0 1,0 0 0,0-1 0,0 1 0,0 0 0,0 0-1,0 0 1,0 0 0,0 0 0,0 0 0,0 0 0,1 0-1,-1 0 1,0 0 0,0 0 0,0 0 0,0 0 0,0 0-1,0 0 1,0 0 0,0 0 0,0 0 0,1 0 0,-1 0-1,0 0 1,0 0 0,0 0 0,0 0 0,0 0 0,0 0 0,0 0-1,0 0 1,1 0 0,-1 0 0,0 0 0,0 0 0,0 0-1,0 0 1,0 0 0,0 0 0,0 0 0,0 0 0,0 0-1,0 0 1,0 0 0,1 0 0,-1 1 0,0-1 0,0 0-1,9 10 12,8 12-95,-8-9 117,0-1 0,1 0 0,0-1 1,1 0-1,12 9 0,-18-16-392,0 0 1,1-1-1,-1 0 0,1 0 1,0 0-1,9 2 1,-11-4-313,-1 0 0,1 0 0,0-1 0,0 1-1,-1-1 1,1 0 0,0 0 0,-1-1 0,1 1 0,0-1 0,0 0 0,3-1 0,14-10-3900</inkml:trace>
</inkml:ink>
</file>

<file path=ppt/ink/ink1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41.626"/>
    </inkml:context>
    <inkml:brush xml:id="br0">
      <inkml:brushProperty name="width" value="0.035" units="cm"/>
      <inkml:brushProperty name="height" value="0.035" units="cm"/>
    </inkml:brush>
  </inkml:definitions>
  <inkml:trace contextRef="#ctx0" brushRef="#br0">0 0 12460,'0'0'4388,"0"54"-4388,0-13 128,0 8-32,7 4 0,0 6 0,2 1-64,-3-2 0,-1-5 0,-1-6-64,-4-9-384,0-14-2018,0-11-1378,-4-13-96</inkml:trace>
</inkml:ink>
</file>

<file path=ppt/ink/ink1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41.924"/>
    </inkml:context>
    <inkml:brush xml:id="br0">
      <inkml:brushProperty name="width" value="0.035" units="cm"/>
      <inkml:brushProperty name="height" value="0.035" units="cm"/>
    </inkml:brush>
  </inkml:definitions>
  <inkml:trace contextRef="#ctx0" brushRef="#br0">0 121 11018,'0'0'1687,"9"-7"449,-2 1-1921,1 1-1,0 0 1,0 1 0,0 0 0,0 0 0,1 0 0,0 1 0,0 1 0,-1 0-1,1 0 1,16-1 0,11 3 62,26-1-188,-60 1-77,1-1-1,0 1 0,0-1 0,0 0 0,-1 1 0,1-1 0,0 0 0,-1-1 0,1 1 1,-1 0-1,0-1 0,1 1 0,-1-1 0,0 0 0,0 0 0,4-4 0,-5 6-6,-1-1 1,1 0-1,0 0 0,-1 1 0,1-1 0,0 0 0,-1 0 1,1 0-1,-1 0 0,0 0 0,1 0 0,-1 0 0,0 0 0,1 0 1,-1 0-1,0 0 0,0 0 0,0 0 0,0 0 0,0 0 0,0 0 1,0 0-1,0 0 0,-1 0 0,1 0 0,0 0 0,0 0 0,-1 0 1,1 0-1,-1 0 0,1 0 0,-1 0 0,0 0 0,1 0 0,-1 0 1,0 1-1,1-1 0,-1 0 0,0 0 0,0 1 0,0-1 0,1 1 1,-1-1-1,0 1 0,0-1 0,0 1 0,0-1 0,0 1 1,0 0-1,-1-1 0,-1 1-12,1-1 0,-1 1 1,1-1-1,-1 1 1,0 0-1,1 0 0,-1 0 1,1 0-1,-1 0 0,0 1 1,1-1-1,-1 1 0,1 0 1,-1 0-1,1 0 0,0 0 1,-1 0-1,1 0 0,0 0 1,-3 3-1,0 1 6,1 0-1,0 0 0,0 1 1,0-1-1,1 1 1,0 0-1,0 0 0,1 0 1,-1 0-1,1 1 1,0-1-1,1 0 1,0 1-1,0 0 0,0-1 1,1 1-1,0 7 1,0-8 3,1-1 1,0 0 0,0 1 0,0-1-1,0 0 1,1 0 0,0 0 0,0 0-1,0 0 1,1 0 0,-1-1 0,1 1-1,0-1 1,1 1 0,-1-1 0,1 0-1,0-1 1,0 1 0,0-1 0,0 1-1,6 2 1,-1-1-60,1-1 0,-1 0 0,1-1 0,-1 0 0,1-1-1,0 0 1,15 2 0,39-4-4643,-7-7-7439</inkml:trace>
</inkml:ink>
</file>

<file path=ppt/ink/ink1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42.693"/>
    </inkml:context>
    <inkml:brush xml:id="br0">
      <inkml:brushProperty name="width" value="0.035" units="cm"/>
      <inkml:brushProperty name="height" value="0.035" units="cm"/>
    </inkml:brush>
  </inkml:definitions>
  <inkml:trace contextRef="#ctx0" brushRef="#br0">26 159 10634,'-3'-11'710,"-3"-13"803,0 1 1,2-1-1,-2-33 1,6 56-1497,0 0 1,0 1 0,-1-1-1,1 0 1,0 1 0,1-1-1,-1 0 1,0 0-1,0 1 1,0-1 0,0 0-1,0 1 1,1-1 0,-1 0-1,0 1 1,1-1 0,-1 1-1,0-1 1,1 0-1,-1 1 1,1-1 0,-1 1-1,1-1 1,-1 1 0,1-1-1,-1 1 1,1 0-1,0-1 1,-1 1 0,1 0-1,1-1 1,23 6 588,-18 0-469,1-1-1,-1 1 0,0 0 1,10 9-1,-4 1-138,0 1-1,-1 1 0,0-1 1,-1 2-1,-1 0 0,-1 0 1,-1 1-1,0-1 0,5 25 1,-4-8-4,-2 0 1,-1 0 0,-2 1-1,-1 49 1,-5-75 38,-2-13 42,-5-15 57,3-4-121,2-1-1,0-1 1,1 1 0,1 0-1,2-1 1,0 1 0,1-1-1,2 1 1,0 0 0,2 0 0,0 0-1,9-22 1,-12 40-11,0 1 1,0 0-1,0 0 0,1-1 1,-1 1-1,1 1 1,0-1-1,0 0 0,1 1 1,-1 0-1,1-1 1,0 1-1,0 1 0,0-1 1,0 0-1,5-1 1,-6 3-2,0 0 1,1 0 0,-1 0 0,1 1 0,-1-1 0,1 1 0,-1 0 0,1 0 0,-1 0 0,1 1 0,-1-1 0,0 1 0,1 0 0,-1 0 0,1 0 0,-1 0 0,0 1-1,0-1 1,0 1 0,0 0 0,0 0 0,5 4 0,9 9 3,0 2 1,-1 0-1,0 1 0,23 37 1,-21-29-33,1-2 0,23 25 1,-10-24-1264,-29-23 647,1 0 0,0 0-1,0-1 1,0 0 0,0 1-1,0-1 1,7 0 0,11 0-4277</inkml:trace>
</inkml:ink>
</file>

<file path=ppt/ink/ink1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43.238"/>
    </inkml:context>
    <inkml:brush xml:id="br0">
      <inkml:brushProperty name="width" value="0.035" units="cm"/>
      <inkml:brushProperty name="height" value="0.035" units="cm"/>
    </inkml:brush>
  </inkml:definitions>
  <inkml:trace contextRef="#ctx0" brushRef="#br0">28 111 12300,'0'0'1905,"-3"8"-1616,0 3-135,1 0 0,1 1 0,0-1 0,0 1 0,1-1 0,0 1 1,1-1-1,0 1 0,1-1 0,1 0 0,4 16 0,-5-22-88,0 0-1,0 0 1,1 0-1,-1 0 1,1-1-1,0 1 1,0-1-1,0 0 1,1 1-1,0-2 0,0 1 1,6 5-1,-7-7-61,1-1-1,-1 1 1,1 0-1,0-1 0,0 0 1,-1 1-1,1-2 1,0 1-1,0 0 0,0-1 1,0 0-1,0 0 1,0 0-1,0 0 0,0 0 1,0-1-1,0 0 1,7-2-1,-6 1 6,-1 0 0,0-1 0,0 1 0,0-1 0,0 0 0,0 0-1,0 0 1,-1 0 0,0-1 0,0 1 0,0-1 0,0 0 0,0 0 0,-1 0 0,1 0 0,-1-1 0,0 1 0,-1 0 0,1-1 0,-1 0 0,0 1-1,1-6 1,-1 5-10,0 0-1,0 0 0,0 0 1,-1-1-1,0 1 1,0 0-1,0 0 0,-1 0 1,1-1-1,-1 1 0,-1 0 1,1 0-1,-1 0 0,1 0 1,-2 1-1,1-1 0,0 0 1,-1 1-1,0-1 0,-3-3 1,-3 1-29,1 1 1,-1 0-1,0 1 1,-1-1-1,1 2 1,-1 0-1,0 0 1,0 0-1,-16-2 1,13 3 14,1-1 0,1 0 0,-1 0 0,1-1 0,-19-11 0,30 16 17,0 0-1,1 0 0,-1 0 1,0 0-1,0 0 0,0 0 0,1 0 1,-1 0-1,0 0 0,0 0 1,1-1-1,-1 1 0,0 0 0,0 0 1,1 0-1,-1 0 0,0 0 1,0-1-1,0 1 0,0 0 0,1 0 1,-1 0-1,0 0 0,0-1 1,0 1-1,0 0 0,0 0 0,1-1 1,-1 1-1,0 0 0,0 0 1,0 0-1,0-1 0,0 1 0,0 0 1,0 0-1,0-1 0,0 1 0,0 0 1,0 0-1,0-1 0,0 1 1,0 0-1,0 0 0,0-1 0,0 1 1,-1 0-1,1 0 0,0-1 1,0 1-1,0 0 0,0 0 0,0 0 1,-1-1-1,1 1 0,0 0 1,0 0-1,0 0 0,0 0 0,-1-1 1,1 1-1,0 0 0,0 0 1,-1 0-1,1 0 0,0 0 0,0 0 1,-1 0-1,19-3 39,1 3-4,0 1-1,0 0 1,-1 2 0,1 0 0,-1 1 0,0 1 0,0 0 0,27 13 0,-34-13-29,-1 0 1,0 1-1,0 0 1,0 1-1,-1 0 1,0 0-1,0 1 1,-1 0-1,0 1 1,0-1-1,-1 2 1,0-1-1,-1 1 1,0 0-1,5 12 1,-23-47 411,-7-28-358,18 44-50,0 0-1,0 0 0,1 0 1,0-1-1,1 1 1,0 0-1,3-17 0,-3 23-23,1 0-1,-1 0 1,0 1 0,1-1-1,-1 0 1,1 0-1,0 1 1,0-1-1,0 1 1,0 0-1,1-1 1,-1 1-1,0 0 1,1 0-1,0 1 1,-1-1-1,1 0 1,0 1 0,0 0-1,0 0 1,0 0-1,0 0 1,0 0-1,0 0 1,6 0-1,53-1-5143,-31 2 460</inkml:trace>
</inkml:ink>
</file>

<file path=ppt/ink/ink1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43.772"/>
    </inkml:context>
    <inkml:brush xml:id="br0">
      <inkml:brushProperty name="width" value="0.035" units="cm"/>
      <inkml:brushProperty name="height" value="0.035" units="cm"/>
    </inkml:brush>
  </inkml:definitions>
  <inkml:trace contextRef="#ctx0" brushRef="#br0">1 0 10570,'0'0'3160,"1"10"-1676,6 20-761,1-1 0,15 33-1,12 45 313,-35-133-933,-3-20 58,5-51 0,-3 96-156,1-1 1,0 1-1,0-1 0,1 0 1,-1 1-1,0-1 0,0 1 0,1-1 1,-1 1-1,1-1 0,-1 1 1,1-1-1,0 1 0,0 0 0,-1-1 1,1 1-1,0 0 0,0 0 1,0-1-1,0 1 0,1 0 0,-1 0 1,0 0-1,0 0 0,1 1 0,-1-1 1,0 0-1,1 0 0,-1 1 1,1-1-1,-1 1 0,1-1 0,-1 1 1,1 0-1,-1 0 0,1 0 1,0-1-1,1 2 0,1-1-6,0 2-1,0-1 1,0 0 0,0 1-1,0 0 1,0 0-1,-1 0 1,1 0 0,-1 0-1,1 1 1,-1 0-1,0-1 1,3 5 0,13 13-1,-2 1 0,0 0 1,-1 2-1,-2 0 0,21 42 1,-34-62-14,-5-19 157,1 1 1,0-1 0,1 1 0,1-1 0,1-25 0,0 38-115,0-1-1,1 1 0,-1 0 1,0 0-1,1 0 1,0 0-1,0 0 1,0 0-1,0 0 1,0 0-1,1 0 1,-1 0-1,1 0 0,0 1 1,-1-1-1,1 1 1,1-1-1,-1 1 1,0 0-1,0 0 1,1 0-1,0 0 1,-1 0-1,1 1 0,0-1 1,0 1-1,-1-1 1,1 1-1,0 0 1,0 0-1,1 1 1,-1-1-1,6 0 1,-4 1-38,0 0 1,1 0-1,-1 1 1,1 0-1,-1 0 1,0 0-1,1 1 1,-1-1-1,0 1 1,0 1-1,6 3 1,49 38 367,-3-2-3181,-52-38 1794,1-1-1,0 0 1,0-1-1,0 1 1,0-1-1,0-1 0,0 1 1,13 1-1,11-3-6127</inkml:trace>
</inkml:ink>
</file>

<file path=ppt/ink/ink1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44.301"/>
    </inkml:context>
    <inkml:brush xml:id="br0">
      <inkml:brushProperty name="width" value="0.035" units="cm"/>
      <inkml:brushProperty name="height" value="0.035" units="cm"/>
    </inkml:brush>
  </inkml:definitions>
  <inkml:trace contextRef="#ctx0" brushRef="#br0">269 359 4805,'0'0'9246,"-10"-5"-7890,3 2-1146,-1 0 1,1 0-1,-1 1 1,1 0-1,-1 0 0,0 1 1,0-1-1,1 2 1,-1-1-1,0 1 1,0 1-1,0-1 1,0 1-1,0 1 1,1-1-1,-1 1 1,0 1-1,1-1 1,0 1-1,-9 5 1,6-1-174,0 0-1,1 0 1,0 1 0,-11 12 0,16-17-32,1 0 0,0 1-1,1 0 1,-1-1 0,1 1 0,-1 0 0,1 1-1,0-1 1,1 0 0,-1 0 0,1 1 0,0-1-1,0 1 1,-1 5 0,2-10-5,0 1 0,0-1 0,0 0 0,0 1 0,0-1 0,0 0 0,0 1 0,1-1 0,-1 0 0,0 0 0,0 1 0,0-1 0,0 0 0,0 0 1,0 1-1,1-1 0,-1 0 0,0 0 0,0 1 0,0-1 0,1 0 0,-1 0 0,0 0 0,0 0 0,1 1 0,-1-1 0,0 0 0,0 0 0,1 0 0,-1 0 0,0 0 0,1 0 0,-1 0 0,0 0 0,0 0 0,1 0 0,-1 0 0,0 0 0,1 0 0,17-4 2,15-14-16,-2-9-32,-26 21 61,2 0 0,-1 0 0,1 0-1,-1 1 1,1 0 0,1 0 0,-1 1-1,1 0 1,15-5 0,-23 9-11,1 0 1,0 0-1,0 0 1,0 1-1,0-1 1,-1 0-1,1 1 1,0-1-1,0 0 1,0 1-1,-1-1 1,1 1 0,0-1-1,-1 1 1,1 0-1,-1-1 1,1 1-1,0 0 1,-1-1-1,1 1 1,-1 0-1,0 0 1,1 0-1,-1-1 1,0 1-1,1 0 1,-1 0-1,0 0 1,0 0-1,0 0 1,7 35 21,-6-29-11,1 4 10,0 0-1,0 0 0,1 0 1,1-1-1,0 1 1,7 14-1,-9-23-22,-1 0 0,1 0 0,-1 0-1,1 0 1,0 0 0,0 0 0,0 0 0,0-1 0,0 1 0,0-1 0,1 1 0,-1-1-1,1 0 1,-1 0 0,0 0 0,1 0 0,0 0 0,-1-1 0,1 1 0,-1-1 0,1 1-1,0-1 1,-1 0 0,1 0 0,0-1 0,-1 1 0,1 0 0,-1-1 0,1 1 0,0-1-1,-1 0 1,1 0 0,3-2 0,1-1 5,0 0-1,0 0 0,-1-1 1,1 0-1,-1 0 0,0 0 1,0-1-1,-1 0 0,1 0 1,-1-1-1,7-11 1,0-3 12,0-1 0,15-36 0,-18 32-16,-1 0 1,-2-1 0,0 0 0,-1 1-1,-2-2 1,-1 1 0,-1 0-1,-1 0 1,-5-30 0,-5 14 11,9 41-10,1 0 0,-1 0 0,1 1 0,-1-1 0,0 0 0,0 1-1,0-1 1,0 1 0,0-1 0,0 1 0,0 0 0,0-1 0,-1 1-1,1 0 1,0 0 0,-1 0 0,1 0 0,-1 0 0,1 0 0,-4-2-1,4 4 2,0-1 0,-1 0-1,1 1 1,0-1 0,0 1-1,0-1 1,0 1 0,0-1-1,0 1 1,0 0 0,0 0-1,0-1 1,1 1 0,-1 0-1,0 0 1,0 0 0,1 0-1,-1 0 1,0 0 0,1 0-1,-1 0 1,1 0 0,-1 0-1,1 0 1,0 0 0,-1 1-1,1-1 1,0 0 0,0 0-1,0 0 1,0 2 0,-6 42-54,6-43 53,-1 23 27,2 0 0,0 0 0,1 0 0,2-1 0,0 1 0,12 33-1,0-11-1169,3 0-1,29 51 1,-28-61-4291</inkml:trace>
</inkml:ink>
</file>

<file path=ppt/ink/ink1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45.222"/>
    </inkml:context>
    <inkml:brush xml:id="br0">
      <inkml:brushProperty name="width" value="0.035" units="cm"/>
      <inkml:brushProperty name="height" value="0.035" units="cm"/>
    </inkml:brush>
  </inkml:definitions>
  <inkml:trace contextRef="#ctx0" brushRef="#br0">275 325 11691,'-4'-8'897,"2"3"-632,0 1 1,-1-1-1,0 1 1,0-1-1,0 1 1,-1 0-1,1 1 1,-5-5-1,7 7-177,-1 0 0,0 0-1,0 0 1,0 0 0,0 0-1,0 0 1,0 1 0,0-1 0,0 1-1,0-1 1,0 1 0,-1 0-1,1 0 1,0 0 0,0 0-1,0 0 1,0 0 0,-1 0 0,1 1-1,0-1 1,0 1 0,0 0-1,0 0 1,0-1 0,0 1-1,0 1 1,1-1 0,-3 1 0,-6 6-35,1-1 1,0 1-1,0 1 1,1 0-1,1 0 1,-1 0-1,1 1 1,1 0-1,-8 15 1,-5 14 44,-17 49 0,28-67-70,1 1 0,1 1 1,1-1-1,0 1 0,2 0 0,0 31 0,3-54-24,0 0-1,0 1 0,0-1 1,0 0-1,0 0 1,0 0-1,0 1 0,0-1 1,0 0-1,0 0 0,-1 0 1,2 1-1,-1-1 0,0 0 1,0 0-1,0 1 0,0-1 1,0 0-1,0 0 0,0 0 1,0 0-1,0 1 0,0-1 1,0 0-1,0 0 0,1 0 1,-1 1-1,0-1 0,0 0 1,0 0-1,0 0 0,0 0 1,1 0-1,-1 0 0,0 1 1,0-1-1,0 0 0,1 0 1,-1 0-1,0 0 0,0 0 1,0 0-1,1 0 0,-1 0 1,0 0-1,0 0 1,0 0-1,1 0 0,10-9 334,7-16 310,-3-7-560,-2-2 0,-1 0 0,-1 0-1,-2-1 1,-2 0 0,4-50 0,-1-220 483,-11 231 19,4 94-592,0-1 0,1 0-1,0 0 1,2 0 0,8 18 0,-6-13-4,6 16 32,3-1 0,0 0 0,40 61 0,-45-82-137,1 0 0,1 0 0,0-2 0,1 1 0,1-2 0,1 0 0,0-1 0,36 22 0,-49-33-34,-1-1 0,0 0 1,1 0-1,0 0 0,0-1 0,-1 1 1,1-1-1,0 0 0,0 0 0,0 0 1,0 0-1,1-1 0,-1 0 0,0 0 1,0 0-1,0 0 0,0-1 0,0 1 1,0-1-1,0 0 0,0 0 0,0-1 1,0 1-1,-1-1 0,1 0 0,0 0 1,-1 0-1,1 0 0,-1-1 0,0 1 1,0-1-1,0 0 0,4-5 0,-2 1 171,0 0 0,-1 1 0,0-2-1,-1 1 1,1 0 0,-1-1 0,2-7 0,-2 3 791,-1 0 1,0 0 0,0 0 0,-1-16 0,0 43-678,0 0-1,1 0 1,1 0-1,0-1 1,1 1-1,11 26 1,-12-33-230,1 0 0,-1-1 0,2 1 0,-1-1 0,1 0 0,0 0 0,0 0 0,1-1 0,0 0 0,0 0 0,1 0 0,-1-1 0,12 7 0,-17-11-133,-1-1 0,1 1-1,0-1 1,0 1 0,-1-1 0,1 0 0,0 1-1,0-1 1,-1 0 0,1 0 0,0 1 0,0-1-1,0 0 1,-1 0 0,1 0 0,0 0-1,0 0 1,0 0 0,-1 0 0,1 0 0,0 0-1,0-1 1,0 1 0,-1 0 0,1 0 0,0-1-1,0 1 1,-1 0 0,1-1 0,0 1-1,0-1 1,-1 1 0,1-1 0,-1 0 0,1 1-1,-1-1 1,1 1 0,-1-1 0,1 0 0,-1 1-1,1-1 1,0-1 0,2-18-6417</inkml:trace>
</inkml:ink>
</file>

<file path=ppt/ink/ink1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45.331"/>
    </inkml:context>
    <inkml:brush xml:id="br0">
      <inkml:brushProperty name="width" value="0.035" units="cm"/>
      <inkml:brushProperty name="height" value="0.035" units="cm"/>
    </inkml:brush>
  </inkml:definitions>
  <inkml:trace contextRef="#ctx0" brushRef="#br0">40 43 15919,'0'0'96,"-39"-43"-64,49 43-2050,13 12-1441,2 4-1249</inkml:trace>
</inkml:ink>
</file>

<file path=ppt/ink/ink1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45.720"/>
    </inkml:context>
    <inkml:brush xml:id="br0">
      <inkml:brushProperty name="width" value="0.035" units="cm"/>
      <inkml:brushProperty name="height" value="0.035" units="cm"/>
    </inkml:brush>
  </inkml:definitions>
  <inkml:trace contextRef="#ctx0" brushRef="#br0">145 1 14798,'0'0'940,"-11"3"-161,-3 1-324,0 0 0,1 2 1,0-1-1,0 2 0,-22 14 0,32-19-408,1 0 1,-1-1-1,1 1 0,0 1 0,-1-1 0,1 0 1,0 1-1,1-1 0,-1 1 0,0-1 1,1 1-1,-1 0 0,1 0 0,0 0 0,0 0 1,-1 3-1,2-3-55,0 0 0,1-1 0,-1 1-1,1 0 1,0 0 0,-1-1 0,1 1 0,0 0 0,0-1 0,1 1 0,-1-1-1,1 0 1,-1 1 0,1-1 0,0 0 0,-1 0 0,1 0 0,0 0 0,1 0-1,-1 0 1,0-1 0,4 3 0,63 41 32,-54-37-27,0 0 1,-1 2-1,0 0 0,0 0 1,-1 1-1,-1 1 0,0 0 1,20 26-1,-31-36 3,1 0 0,-1 0 0,0 0 0,0 0 0,0 0 0,0 1 0,0-1 0,0 1 0,0-1 0,-1 0 0,1 1 0,-1-1 0,0 1 0,0-1 0,0 1 0,0-1 0,0 1 0,0-1 0,-1 1 0,1-1 0,-1 1 0,0-1 0,0 1 0,-1 1 0,0 0 4,-1-1 0,0 0 0,0 0 1,0 0-1,0-1 0,0 1 0,0-1 0,-1 1 0,1-1 0,-1 0 1,0 0-1,0-1 0,-5 2 0,-9 3 24,-1-2-1,0 0 1,0-1 0,0-1 0,-21 0-1,36-2-20,1 0-1,0 0 0,-1 0 0,1 0 0,0-1 1,-1 1-1,1-1 0,0 0 0,0 0 1,-1 0-1,-3-2 0,6 1-39,0 1 0,-1-1 0,1 1 0,0-1 0,0 1 0,0-1 0,0 0 0,0 0 0,0 0 0,1 1 0,-1-1 0,1 0-1,-1 0 1,1 0 0,0 0 0,-1 0 0,1 0 0,0 0 0,0 0 0,1-3 0,-1-7-1071,1 1 0,0-1 0,1 1 0,4-15 0,8-23-4197</inkml:trace>
</inkml:ink>
</file>

<file path=ppt/ink/ink1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45.905"/>
    </inkml:context>
    <inkml:brush xml:id="br0">
      <inkml:brushProperty name="width" value="0.035" units="cm"/>
      <inkml:brushProperty name="height" value="0.035" units="cm"/>
    </inkml:brush>
  </inkml:definitions>
  <inkml:trace contextRef="#ctx0" brushRef="#br0">1 0 13325,'0'0'2882,"9"81"-2305,2-31 704,6 7-128,2 2-512,2 2-353,3-3-224,-5-1-32,-3-3-32,-4-4 0,-10-3-640,-2-7-3524,0-11 736,-12-13-5636</inkml:trace>
</inkml:ink>
</file>

<file path=ppt/ink/ink1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46.310"/>
    </inkml:context>
    <inkml:brush xml:id="br0">
      <inkml:brushProperty name="width" value="0.035" units="cm"/>
      <inkml:brushProperty name="height" value="0.035" units="cm"/>
    </inkml:brush>
  </inkml:definitions>
  <inkml:trace contextRef="#ctx0" brushRef="#br0">1 122 15375,'0'0'170,"2"-10"183,-1 5-225,0 0 0,0 0 0,1 1 0,0-1 0,0 1 0,0-1 1,0 1-1,0 0 0,1 0 0,0 0 0,0 0 0,0 0 0,0 0 0,1 1 1,-1 0-1,1-1 0,0 1 0,0 1 0,0-1 0,6-2 0,0 0 77,1 1-1,-1 0 0,1 0 0,0 1 1,0 1-1,0-1 0,0 2 0,1 0 1,-1 0-1,17 2 0,-23-1-198,0 1-1,0 0 0,0 0 1,0 1-1,0 0 0,0-1 1,-1 2-1,1-1 1,-1 0-1,1 1 0,-1 0 1,0 0-1,0 0 0,0 1 1,0-1-1,-1 1 0,1 0 1,-1 0-1,0 0 0,0 0 1,-1 0-1,1 1 0,-1 0 1,3 8-1,2 12 20,-1 0 0,-2 0-1,0 1 1,-2-1-1,0 1 1,-3 32 0,0-25 10,3-39-8,-1 1-1,1-1 0,-1 1 0,2-1 0,-1 1 0,6-10 1,0-1 8,8-18 86,37-60 0,-45 82-52,1 0 0,0 0 1,1 0-1,0 1 0,1 1 0,0 0 0,21-15 1,-30 24-39,0 0 1,0-1-1,0 1 0,0 0 1,1 0-1,-1 1 1,0-1-1,1 0 0,-1 1 1,1-1-1,-1 1 1,0 0-1,1 0 1,-1 0-1,1 0 0,-1 0 1,1 1-1,-1-1 1,0 1-1,5 1 1,-4-1-19,0 1 1,0 0 0,0 1 0,0-1 0,0 0 0,0 1-1,0 0 1,-1 0 0,0 0 0,1 0 0,-1 0 0,2 4-1,4 10-55,0 1 0,-1 1-1,0-1 1,3 23 0,-7-31 28,4 28-2075,-3-15-6029</inkml:trace>
</inkml:ink>
</file>

<file path=ppt/ink/ink1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5:46.438"/>
    </inkml:context>
    <inkml:brush xml:id="br0">
      <inkml:brushProperty name="width" value="0.035" units="cm"/>
      <inkml:brushProperty name="height" value="0.035" units="cm"/>
    </inkml:brush>
  </inkml:definitions>
  <inkml:trace contextRef="#ctx0" brushRef="#br0">0 44 22806,'0'0'512,"46"-25"-4163,-22 6-9418</inkml:trace>
</inkml:ink>
</file>

<file path=ppt/ink/ink1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8:51.387"/>
    </inkml:context>
    <inkml:brush xml:id="br0">
      <inkml:brushProperty name="width" value="0.035" units="cm"/>
      <inkml:brushProperty name="height" value="0.035" units="cm"/>
    </inkml:brush>
  </inkml:definitions>
  <inkml:trace contextRef="#ctx0" brushRef="#br0">1 0 8296,'0'0'3726,"7"7"-3742,381 299 2269,-359-285-2241,-1 2 0,-1 1-1,24 29 1,-4 9-2755,-30-43-1827,-11-18 1389</inkml:trace>
</inkml:ink>
</file>

<file path=ppt/ink/ink1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8:51.634"/>
    </inkml:context>
    <inkml:brush xml:id="br0">
      <inkml:brushProperty name="width" value="0.035" units="cm"/>
      <inkml:brushProperty name="height" value="0.035" units="cm"/>
    </inkml:brush>
  </inkml:definitions>
  <inkml:trace contextRef="#ctx0" brushRef="#br0">430 0 9641,'0'0'2237,"-8"2"-1927,4-1-288,1-1 1,0 1 0,0 0-1,-1 1 1,1-1 0,0 1-1,0-1 1,0 1 0,0 0-1,1 0 1,-1 0 0,0 0-1,-4 5 1,-1 4 163,1-1 0,0 1 1,-7 16-1,-116 202 567,-45 89-2141,147-246-2872,23-50 1190</inkml:trace>
</inkml:ink>
</file>

<file path=ppt/ink/ink1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8:51.883"/>
    </inkml:context>
    <inkml:brush xml:id="br0">
      <inkml:brushProperty name="width" value="0.035" units="cm"/>
      <inkml:brushProperty name="height" value="0.035" units="cm"/>
    </inkml:brush>
  </inkml:definitions>
  <inkml:trace contextRef="#ctx0" brushRef="#br0">1 0 13100,'0'0'1057,"13"59"-928,-12-27-65,2 7 0,-2 0 0,1 3 0,0-3-64,1 1 32,1-3-192,-3-5-2403,0-6-2690</inkml:trace>
</inkml:ink>
</file>

<file path=ppt/ink/ink1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8:52.272"/>
    </inkml:context>
    <inkml:brush xml:id="br0">
      <inkml:brushProperty name="width" value="0.035" units="cm"/>
      <inkml:brushProperty name="height" value="0.035" units="cm"/>
    </inkml:brush>
  </inkml:definitions>
  <inkml:trace contextRef="#ctx0" brushRef="#br0">1 1 12364,'0'0'3043,"50"59"-2979,-17-16 32,2 5 0,4 3 32,0 3-32,1 2-64,-3-1-32,-2-2 32,-3-2 0,-4-6-352,-3-9-1378,-5-10-1633,-4-10-577</inkml:trace>
</inkml:ink>
</file>

<file path=ppt/ink/ink1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8:52.537"/>
    </inkml:context>
    <inkml:brush xml:id="br0">
      <inkml:brushProperty name="width" value="0.035" units="cm"/>
      <inkml:brushProperty name="height" value="0.035" units="cm"/>
    </inkml:brush>
  </inkml:definitions>
  <inkml:trace contextRef="#ctx0" brushRef="#br0">289 45 12300,'0'0'1633,"-7"-45"-191,1 45-610,-1 10-736,-4 13-32,-2 11 225,-3 11 159,-5 6-256,0 8-160,-6 6 0,-1 2 0,-1 3-32,0-2-64,2-5-1889,1-10-2660,6-11-1505</inkml:trace>
</inkml:ink>
</file>

<file path=ppt/ink/ink1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8:52.975"/>
    </inkml:context>
    <inkml:brush xml:id="br0">
      <inkml:brushProperty name="width" value="0.035" units="cm"/>
      <inkml:brushProperty name="height" value="0.035" units="cm"/>
    </inkml:brush>
  </inkml:definitions>
  <inkml:trace contextRef="#ctx0" brushRef="#br0">1 79 11499,'0'0'560,"4"-9"1042,-1 2-1348,1 0 0,0-1 0,1 2 0,0-1 1,6-8-1,-9 14-222,-1-1 1,0 1 0,1-1 0,-1 1-1,1-1 1,0 1 0,0 0 0,-1 0-1,1 0 1,0 0 0,0 0 0,0 0-1,0 0 1,0 1 0,0-1 0,0 1-1,1-1 1,-1 1 0,0 0-1,0 0 1,0 0 0,0 0 0,0 0-1,0 0 1,1 1 0,-1-1 0,0 1-1,0-1 1,0 1 0,0 0 0,0 0-1,2 1 1,-1 1-29,-1 0-1,1 0 1,-1 0-1,1 0 1,-1 0-1,0 0 1,0 1-1,0-1 1,-1 1 0,1-1-1,-1 1 1,0-1-1,0 1 1,0 0-1,-1 0 1,1 0-1,-1-1 1,0 5-1,1 6-140,-1 1 1,-1-1-1,-3 24 0,0-25-249,0 1 1,-1-2 0,0 1 0,-14 22-1,13-24 132,0 0-1,1 0 0,0 0 0,1 0 0,0 1 0,-3 16 0,7-27 261,0-1 0,0 1-1,0-1 1,0 1-1,0-1 1,0 1 0,0 0-1,0-1 1,0 1-1,1-1 1,-1 1 0,0-1-1,0 1 1,1-1-1,-1 1 1,0-1 0,0 1-1,1-1 1,-1 0-1,0 1 1,1-1-1,-1 1 1,1-1 0,-1 0-1,1 1 1,-1-1-1,1 0 1,-1 0 0,1 1-1,0-1 1,23 4 148,28-12 20,90-33-842,-98 26-1653,-5 4-1502</inkml:trace>
</inkml:ink>
</file>

<file path=ppt/ink/ink1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8:53.256"/>
    </inkml:context>
    <inkml:brush xml:id="br0">
      <inkml:brushProperty name="width" value="0.035" units="cm"/>
      <inkml:brushProperty name="height" value="0.035" units="cm"/>
    </inkml:brush>
  </inkml:definitions>
  <inkml:trace contextRef="#ctx0" brushRef="#br0">1 1 16271,'0'0'257</inkml:trace>
</inkml:ink>
</file>

<file path=ppt/ink/ink1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8:53.464"/>
    </inkml:context>
    <inkml:brush xml:id="br0">
      <inkml:brushProperty name="width" value="0.035" units="cm"/>
      <inkml:brushProperty name="height" value="0.035" units="cm"/>
    </inkml:brush>
  </inkml:definitions>
  <inkml:trace contextRef="#ctx0" brushRef="#br0">0 0 20756,'0'0'288,"5"50"-14958</inkml:trace>
</inkml:ink>
</file>

<file path=ppt/ink/ink1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8:53.633"/>
    </inkml:context>
    <inkml:brush xml:id="br0">
      <inkml:brushProperty name="width" value="0.035" units="cm"/>
      <inkml:brushProperty name="height" value="0.035" units="cm"/>
    </inkml:brush>
  </inkml:definitions>
  <inkml:trace contextRef="#ctx0" brushRef="#br0">0 1 21781,'0'0'1185</inkml:trace>
</inkml:ink>
</file>

<file path=ppt/ink/ink1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8:54.211"/>
    </inkml:context>
    <inkml:brush xml:id="br0">
      <inkml:brushProperty name="width" value="0.035" units="cm"/>
      <inkml:brushProperty name="height" value="0.035" units="cm"/>
    </inkml:brush>
  </inkml:definitions>
  <inkml:trace contextRef="#ctx0" brushRef="#br0">0 1 11403,'0'0'1473,"34"55"-1409,-3-22 192,12 10 225,4 7-257,0 3-96,4 6 0,-7 0-32,-1 2-63,-8-4-1,-4-3-609,-9-11-1793,-5-13-1282,-6-15-4035</inkml:trace>
</inkml:ink>
</file>

<file path=ppt/ink/ink1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8:54.461"/>
    </inkml:context>
    <inkml:brush xml:id="br0">
      <inkml:brushProperty name="width" value="0.035" units="cm"/>
      <inkml:brushProperty name="height" value="0.035" units="cm"/>
    </inkml:brush>
  </inkml:definitions>
  <inkml:trace contextRef="#ctx0" brushRef="#br0">354 1 11787,'0'0'4073,"-4"14"-3907,-156 441 1837,16-157-7327,119-257 637,4-12-2851</inkml:trace>
</inkml:ink>
</file>

<file path=ppt/ink/ink1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8:54.710"/>
    </inkml:context>
    <inkml:brush xml:id="br0">
      <inkml:brushProperty name="width" value="0.035" units="cm"/>
      <inkml:brushProperty name="height" value="0.035" units="cm"/>
    </inkml:brush>
  </inkml:definitions>
  <inkml:trace contextRef="#ctx0" brushRef="#br0">1 0 15182,'0'0'353,"25"58"-161,-10-11-64,3 12 320,-1 10 161,1 2-193,-3-2-255,1-2-33,-2-3-96,-1-9-32,0-5 0,-2-5-32,-2-6-1314,-3-9-1440,-4-12-2083</inkml:trace>
</inkml:ink>
</file>

<file path=ppt/ink/ink1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8:54.962"/>
    </inkml:context>
    <inkml:brush xml:id="br0">
      <inkml:brushProperty name="width" value="0.035" units="cm"/>
      <inkml:brushProperty name="height" value="0.035" units="cm"/>
    </inkml:brush>
  </inkml:definitions>
  <inkml:trace contextRef="#ctx0" brushRef="#br0">1 59 13485,'3'-8'277,"-2"5"-232,1 0-1,-1 0 0,1 0 0,-1 0 0,1 0 0,0 1 1,0-1-1,0 1 0,1-1 0,-1 1 0,0 0 1,1-1-1,0 2 0,-1-1 0,1 0 0,0 0 1,0 1-1,0-1 0,0 1 0,0 0 0,0 0 1,0 0-1,1 1 0,-1-1 0,0 1 0,0-1 0,1 1 1,-1 0-1,0 0 0,1 1 0,-1-1 0,0 1 1,0 0-1,1-1 0,4 4 0,-2-2-27,0 1-1,0 0 0,0 0 1,-1 1-1,1 0 1,-1 0-1,0 0 0,0 1 1,-1-1-1,1 1 1,-1 0-1,0 1 1,4 5-1,-7-8-62,1-1-1,-1 0 1,0 0 0,0 1 0,0-1 0,0 1-1,0-1 1,0 1 0,0-1 0,-1 1-1,1 0 1,-1-1 0,0 1 0,0 0 0,0-1-1,0 1 1,0-1 0,-1 1 0,1 0 0,-1-1-1,0 1 1,0-1 0,0 1 0,0-1-1,0 1 1,0-1 0,-1 0 0,1 0 0,-1 1-1,1-1 1,-1 0 0,0 0 0,0-1-1,-4 4 1,-2 1-699,-1 0-1,-1-1 0,1-1 1,-1 1-1,0-2 1,0 1-1,0-1 0,-18 3 1,-22 1-4204</inkml:trace>
</inkml:ink>
</file>

<file path=ppt/ink/ink1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8:56.183"/>
    </inkml:context>
    <inkml:brush xml:id="br0">
      <inkml:brushProperty name="width" value="0.035" units="cm"/>
      <inkml:brushProperty name="height" value="0.035" units="cm"/>
    </inkml:brush>
  </inkml:definitions>
  <inkml:trace contextRef="#ctx0" brushRef="#br0">299 49 7655,'0'0'1297,"12"-7"-1168,-8 4-117,4-2 32,0 1 1,0-1-1,0 1 1,0 1-1,1-1 1,-1 1-1,1 1 1,0 0-1,0 0 1,13-1-1,10 2 127,-1 0-1,1 3 0,-1 0 0,0 2 0,37 9 0,-54-9-123,-1 1 1,0 0-1,0 0 0,0 2 0,-1-1 1,0 2-1,0 0 0,-1 0 0,0 1 1,0 0-1,-1 1 0,0 0 1,-1 0-1,10 16 0,-8-8 45,0 1 0,-1 1 1,-1 0-1,-1 0 0,-1 1 0,0 0 0,-2 0 0,0 0 0,1 26 1,-1 14 201,-3 1 0,-6 62 0,-14 48 396,-60 257-1,31-200-535,-73 628 112,101-587-164,20 323-1,-1-584-101,11 120 10,-8-114-7,-1 0-1,2-1 0,0 1 1,1-1-1,0 1 1,9 15-1,-14-28 0,1 0 0,0-1-1,1 1 1,-1 0 0,0 0 0,0-1 0,1 1-1,-1-1 1,1 1 0,0-1 0,-1 0 0,1 1-1,0-1 1,0 0 0,0 0 0,-1 0 0,1 0 0,0-1-1,0 1 1,1-1 0,2 2 0,-2-3 4,0 1 0,1 0 0,-1-1 0,0 1 0,0-1 0,0 0 0,0 0 1,0 0-1,0-1 0,0 1 0,-1 0 0,6-5 0,6-5 20,-1 0 0,-1-1 0,0 0 0,12-17 0,-18 22-24,24-33-41,-22 27 16,1 1-1,1-1 1,0 2-1,1-1 1,0 1-1,20-14 1,-30 24 22,0 0-1,0 0 1,0 1 0,0-1-1,1 1 1,-1-1 0,0 1-1,0-1 1,0 1 0,1 0-1,-1 0 1,0-1-1,0 1 1,1 0 0,-1 0-1,0 0 1,0 0 0,1 1-1,-1-1 1,0 0 0,0 1-1,1-1 1,-1 0 0,0 1-1,0-1 1,0 1 0,0 0-1,0-1 1,0 1 0,0 0-1,0 0 1,0 0 0,0-1-1,0 1 1,0 0-1,0 0 1,-1 0 0,2 2-1,2 5-12,-1 0 0,1-1 0,-1 1 0,3 17 0,-3-12 9,33 148 1025,26 283 0,-53-360-797,13 140 1528,-11 324 0,-15-488-1450,-3-1 0,-2 0 0,-3 0 0,-2-1 0,-38 95-1,8-51 360,-4-3 0,-71 109 0,84-152-150,-139 209 376,146-228-875,-1-1 0,-2-1 1,-2-2-1,-62 50 0,83-74-148,0-1 0,-1 0 0,1-1 0,-1-1-1,-1 0 1,0 0 0,1-1 0,-1-1 0,-1-1-1,-28 4 1,33-6-342,-1-1 1,1-1-1,0 1 0,-1-2 1,1 0-1,0 0 0,0 0 1,0-2-1,0 1 0,0-1 1,1 0-1,0-1 1,0 0-1,0-1 0,1 0 1,-11-9-1,-65-68-8767</inkml:trace>
</inkml:ink>
</file>

<file path=ppt/ink/ink1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8:57.646"/>
    </inkml:context>
    <inkml:brush xml:id="br0">
      <inkml:brushProperty name="width" value="0.035" units="cm"/>
      <inkml:brushProperty name="height" value="0.035" units="cm"/>
    </inkml:brush>
  </inkml:definitions>
  <inkml:trace contextRef="#ctx0" brushRef="#br0">107 1 8200,'0'0'993,"-2"13"-817,-3 25 808,2 0 1,2 68-1,18 91 1596,-4-48-2268,10 446-114,-25-590-176,-2-11 16,-3-16 14,-47-467-2005,19 105 799,28 348 2613,-2 0-1,-17-49 1,22 72-587,7 19-741,1-1 1,-1 0-1,1 0 0,1 0 1,-1 0-1,7 5 1,11 12-107,37 51-2,-26-30-9,2-1-1,40 37 1,-73-77-15,-1-1 1,1 1 0,-1-1 0,1 0 0,0 1-1,0-1 1,0 0 0,0 0 0,0 0 0,0 0-1,0 0 1,0-1 0,0 1 0,0-1 0,0 1-1,0-1 1,5 0 0,-6 0 0,0 0-1,1-1 1,-1 0-1,0 1 1,1-1-1,-1 0 1,0 1-1,0-1 1,0 0 0,0 0-1,0 0 1,0 0-1,0 0 1,0 0-1,0 0 1,0-1 0,0 1-1,0 0 1,-1 0-1,1-2 1,3-9-4,0 0 1,-1 0-1,0 0 0,-1 0 1,0-13-1,-1 13 1,10-226-82,-11 238 86,0 0 0,0 0 0,0-1 1,0 1-1,0 0 0,0 0 0,-1-1 0,1 1 1,0 0-1,0 0 0,0-1 0,0 1 0,0 0 1,0 0-1,0-1 0,0 1 0,0 0 0,0 0 0,0-1 1,1 1-1,-1 0 0,0 0 0,0-1 0,0 1 1,0 0-1,0 0 0,0-1 0,0 1 0,1 0 1,-1 0-1,0 0 0,0-1 0,0 1 0,1 0 0,-1 0 1,0 0-1,0 0 0,0 0 0,1-1 0,-1 1 1,0 0-1,0 0 0,1 0 0,-1 0 0,0 0 1,0 0-1,1 0 0,10 12 45,10 28 28,-19-37-64,45 107 27,-4 2 1,31 127 0,-26-77-2404,-40-141-645,-5-12-1783</inkml:trace>
</inkml:ink>
</file>

<file path=ppt/ink/ink1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8:58.485"/>
    </inkml:context>
    <inkml:brush xml:id="br0">
      <inkml:brushProperty name="width" value="0.035" units="cm"/>
      <inkml:brushProperty name="height" value="0.035" units="cm"/>
    </inkml:brush>
  </inkml:definitions>
  <inkml:trace contextRef="#ctx0" brushRef="#br0">21 469 9385,'0'0'6379,"-3"-5"-6299,-9-17-32,9 16 27,1 37 876,5 30-252,2-37-524,1 0 0,1 0 0,1-1 0,1 0 0,1-1 0,1 0 0,1-1 0,20 27-1,-31-46-172,0 0-1,1 0 1,-1-1-1,0 1 0,1-1 1,-1 1-1,1-1 1,0 0-1,-1 1 0,1-1 1,0 0-1,0 0 1,0 0-1,-1-1 0,1 1 1,0 0-1,0-1 0,0 1 1,0-1-1,3 1 1,-3-2 1,-1 1 1,0-1-1,1 1 1,-1-1 0,1 0-1,-1 1 1,0-1-1,0 0 1,1 0-1,-1 0 1,0 0 0,0 0-1,0 0 1,0-1-1,0 1 1,0 0-1,-1 0 1,1-1 0,0 1-1,0-3 1,3-5 11,-1-1 1,0 0 0,-1 0-1,0 0 1,0 0-1,-1-17 1,0 10-11,-2 0 1,0 0-1,-1 0 0,-1 0 1,-1 1-1,0-1 0,-1 1 1,-1 0-1,0 0 0,-1 1 1,-10-16-1,17 31-5,0 0 1,0 0-1,0 0 0,0 0 0,0 1 1,0-1-1,0 0 0,0 0 0,0 0 1,0 0-1,0 0 0,0 0 0,0 0 1,0 0-1,0 0 0,0 0 0,0 0 1,0 1-1,0-1 0,0 0 1,0 0-1,0 0 0,0 0 0,0 0 1,0 0-1,0 0 0,-1 0 0,1 0 1,0 0-1,0 0 0,0 0 0,0 0 1,0 0-1,0 0 0,0 0 0,0 0 1,0 0-1,0 0 0,0 0 0,-1 0 1,1 0-1,0 0 0,0 0 0,0 0 1,0 0-1,0 0 0,0 0 0,0 0 1,0 0-1,0 0 0,0 0 0,0 0 1,-1 0-1,1 0 0,0 0 1,0 0-1,0 0 0,0 0 0,0-1 1,0 1-1,0 0 0,0 0 0,0 14 11,5 18 5,3-13-8,0-1 1,2 0-1,0-1 0,1 0 1,14 17-1,-20-28-9,0 0-1,0 0 1,1 0-1,0-1 1,0 0 0,0 0-1,0-1 1,1 1 0,0-1-1,0-1 1,0 1-1,0-1 1,1-1 0,-1 1-1,1-1 1,7 1-1,-12-3-1,-1 0-1,1 0 0,-1 0 0,0 0 1,1 0-1,-1-1 0,1 1 0,-1-1 0,1 0 1,-1 0-1,0 0 0,0 0 0,1 0 1,-1 0-1,0 0 0,0-1 0,0 1 0,0-1 1,2-3-1,0 1-1,-1 0 1,0-1-1,-1 1 0,1-1 1,-1 0-1,0 0 1,0 0-1,2-9 0,0-9-11,0 1-1,-2-1 0,-1-31 1,-1 46 7,1-38-2,-2 0 0,-2 0-1,-3 0 1,-1 1 0,-2 0 0,-2 0-1,-2 1 1,-21-47 0,31 85 20,2 3 0,0 0 1,0 1-1,0-1 0,0 1 1,0-1-1,-1 1 0,1-1 1,-1 1-1,0 0 1,0 0-1,0 0 0,0 0 1,0 0-1,0 0 0,0 0 1,-1 1-1,1-1 0,-5-1 1,6 3-5,1 0-1,-1 0 1,0 0 0,1 1 0,-1-1 0,1 0 0,-1 0 0,0 1 0,1-1 0,-1 1-1,1-1 1,-1 0 0,1 1 0,-1-1 0,1 1 0,0-1 0,-1 1 0,1 0-1,0-1 1,-1 1 0,1-1 0,0 1 0,-1 0 0,1-1 0,0 1 0,0-1-1,0 1 1,0 0 0,0-1 0,0 1 0,0 0 0,0-1 0,0 1 0,0 1 0,-1 30 38,1-26-22,1 20 4,2 0 1,0 0 0,2-1 0,1 1 0,1-1 0,1 0 0,13 28 0,-1-11-21,1-1 1,2-2 0,34 46-1,-48-73-149,0 0 0,1-1-1,0 0 1,1-1 0,0 0-1,22 14 1,-31-22 1,1-1 1,0 1 0,-1-1-1,1 0 1,0 0-1,0 0 1,0 0-1,0-1 1,0 1-1,0-1 1,0 0-1,0 0 1,0 0 0,0 0-1,0 0 1,4-1-1,-4 0-56,0-1-1,-1 1 1,1-1-1,0 1 1,0-1-1,-1 0 1,1 0-1,-1-1 1,0 1-1,1 0 1,-1-1-1,0 1 0,0-1 1,-1 0-1,1 1 1,-1-1-1,1 0 1,1-5-1,12-39-3884,-4-10-822</inkml:trace>
</inkml:ink>
</file>

<file path=ppt/ink/ink1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8:58.704"/>
    </inkml:context>
    <inkml:brush xml:id="br0">
      <inkml:brushProperty name="width" value="0.035" units="cm"/>
      <inkml:brushProperty name="height" value="0.035" units="cm"/>
    </inkml:brush>
  </inkml:definitions>
  <inkml:trace contextRef="#ctx0" brushRef="#br0">22 0 9897,'0'0'4730,"-5"8"-4185,3-5-448,0 0 1,0 0-1,0 1 1,1-1-1,-1 1 1,1-1-1,0 1 1,0 0-1,0-1 1,0 1-1,1 0 1,0 0-1,0-1 1,0 1-1,0 5 1,3 4 226,0 0 0,0 0 0,10 24 0,52 115 322,-35-87-1536,-3 1 0,29 110 0,-53-154-1776</inkml:trace>
</inkml:ink>
</file>

<file path=ppt/ink/ink1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8:58.919"/>
    </inkml:context>
    <inkml:brush xml:id="br0">
      <inkml:brushProperty name="width" value="0.035" units="cm"/>
      <inkml:brushProperty name="height" value="0.035" units="cm"/>
    </inkml:brush>
  </inkml:definitions>
  <inkml:trace contextRef="#ctx0" brushRef="#br0">19 250 3844,'-3'-9'2039,"-1"-4"-986,1-1 0,0 0 0,1 0 0,0 0 1,1 0-1,1 0 0,0 0 0,4-28 0,-3 38-928,-1 0 0,1 0 0,0 0 0,1 0 1,-1 0-1,1 0 0,0 0 0,0 0 0,0 0 0,0 1 0,0-1 0,1 1 0,0-1 0,0 1 0,0 0 0,0 0 1,0 1-1,1-1 0,-1 0 0,1 1 0,-1 0 0,1 0 0,0 0 0,0 1 0,0-1 0,0 1 0,0 0 0,0 0 1,1 0-1,-1 0 0,0 1 0,0 0 0,1 0 0,-1 0 0,7 1 0,-7 0-120,1 1 1,-1-1-1,0 1 0,0-1 0,0 1 1,0 1-1,0-1 0,0 0 0,-1 1 0,1 0 1,-1 0-1,0 0 0,1 0 0,-1 0 1,-1 1-1,1-1 0,4 8 0,5 9-2,-1 1 0,10 23 0,-16-31 1,-2-6-68,9 21-1382,-8-8-2719,-4-9-1066</inkml:trace>
</inkml:ink>
</file>

<file path=ppt/ink/ink1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8:59.075"/>
    </inkml:context>
    <inkml:brush xml:id="br0">
      <inkml:brushProperty name="width" value="0.035" units="cm"/>
      <inkml:brushProperty name="height" value="0.035" units="cm"/>
    </inkml:brush>
  </inkml:definitions>
  <inkml:trace contextRef="#ctx0" brushRef="#br0">3 86 12780,'0'0'32,"-3"-48"64,3 32-96,13 6-96,0 6-3876,3-4-2914</inkml:trace>
</inkml:ink>
</file>

<file path=ppt/ink/ink1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8:59.358"/>
    </inkml:context>
    <inkml:brush xml:id="br0">
      <inkml:brushProperty name="width" value="0.035" units="cm"/>
      <inkml:brushProperty name="height" value="0.035" units="cm"/>
    </inkml:brush>
  </inkml:definitions>
  <inkml:trace contextRef="#ctx0" brushRef="#br0">1 159 13357,'0'0'256,"4"9"-37,18 32 638,2-1 0,2-1 1,2-1-1,36 38 0,-63-75-854,-1-1-1,0 1 0,1-1 0,-1 1 0,0-1 0,1 1 1,-1-1-1,1 1 0,-1-1 0,1 1 0,-1-1 0,1 0 0,-1 1 1,1-1-1,-1 0 0,1 1 0,0-1 0,-1 0 0,1 0 1,-1 1-1,1-1 0,0 0 0,-1 0 0,1 0 0,0 0 0,-1 0 1,1 0-1,-1 0 0,2 0 0,4-18 62,-7-35-21,0 48-54,-3-31-306,-14-46 0,0-4-2216,16 70 1042,0-1 1,1 1-1,2-22 1,4 13-1788,7 7-2402</inkml:trace>
</inkml:ink>
</file>

<file path=ppt/ink/ink1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8:59.730"/>
    </inkml:context>
    <inkml:brush xml:id="br0">
      <inkml:brushProperty name="width" value="0.035" units="cm"/>
      <inkml:brushProperty name="height" value="0.035" units="cm"/>
    </inkml:brush>
  </inkml:definitions>
  <inkml:trace contextRef="#ctx0" brushRef="#br0">222 0 9065,'-8'2'533,"8"-2"-504,-24 7 1460,0 1 1,1 0-1,0 2 0,-27 15 0,44-21-1264,0 0 0,0 0 0,1 1 0,0 0 0,-1 0 0,2 0 0,-1 0 0,0 1 0,-3 6 0,6-8-224,0 0 0,0 0 0,1 0 0,-1 0 0,1 1 0,0-1 0,0 0 0,1 0 0,-1 1 0,1-1 0,0 0 1,0 1-1,0-1 0,1 0 0,0 1 0,1 5 0,-1-8-20,-1 0 1,0 0-1,1 0 1,0 0-1,-1 0 1,1 0-1,0-1 1,0 1-1,0 0 1,0-1-1,0 1 1,0-1-1,1 1 1,-1-1-1,0 1 1,1-1-1,-1 0 1,1 0-1,0 0 1,-1 0-1,1 0 1,0 0-1,0 0 1,-1 0-1,1-1 1,0 1-1,0-1 1,0 1-1,0-1 1,0 0-1,0 0 1,0 0-1,0 0 1,0 0-1,0 0 1,0 0-1,2-1 1,-1 0-105,1 0 0,-1-1 0,0 1 0,1-1 0,-1 1 1,0-1-1,0 0 0,0 0 0,0-1 0,0 1 0,-1-1 0,1 1 1,-1-1-1,1 0 0,-1 0 0,0 0 0,0 0 0,-1 0 1,3-4-1,-1-1 78,-1-1-1,0 1 1,0-1 0,0 0 0,-1 1 0,0-1 0,-1 0 0,-1-10 0,1 18 84,0 0 0,-1 0 0,1 1 0,-1-1 0,1 0 0,-1 0 0,1 1 0,-1-1 0,0 0 0,1 0 1,-1 1-1,0-1 0,1 1 0,-1-1 0,0 1 0,0-1 0,0 1 0,1-1 0,-1 1 0,0 0 0,0-1 0,0 1 0,0 0 0,0 0 0,0 0 0,0 0 0,0 0 0,0 0 0,0 0 1,1 0-1,-1 0 0,0 0 0,0 0 0,0 0 0,0 1 0,0-1 0,0 0 0,0 1 0,1-1 0,-1 1 0,0-1 0,0 1 0,0-1 0,1 1 0,-1 0 0,0-1 0,1 1 1,-1 0-1,1-1 0,-1 1 0,0 0 0,1 0 0,0 0 0,-1-1 0,1 1 0,-1 2 0,1-1 0,-1 0 0,1 0 0,0 0 0,0 0 0,0 0 0,0 0 0,1 1 0,-1-1 0,1 0 0,-1 0 0,1 0 1,-1 0-1,1 0 0,0-1 0,0 1 0,0 0 0,0 0 0,1 0 0,-1-1 0,2 3 0,1 0 20,0-1 1,0 0-1,0 0 0,1 0 1,-1-1-1,1 1 0,-1-1 1,7 2-1,3 1-507,-1-2 0,1 1 0,0-2 0,0 0 0,20 1-1,-6-5-3586,-3-6-2542</inkml:trace>
</inkml:ink>
</file>

<file path=ppt/ink/ink1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00.138"/>
    </inkml:context>
    <inkml:brush xml:id="br0">
      <inkml:brushProperty name="width" value="0.035" units="cm"/>
      <inkml:brushProperty name="height" value="0.035" units="cm"/>
    </inkml:brush>
  </inkml:definitions>
  <inkml:trace contextRef="#ctx0" brushRef="#br0">1 105 10922,'0'0'5333,"8"-6"-4350,25-19-209,-31 25-751,-1-1 1,1 1-1,0-1 1,0 1-1,-1 0 1,1-1 0,0 1-1,0 0 1,0 0-1,-1 0 1,1 1-1,0-1 1,0 0-1,0 1 1,-1-1 0,1 1-1,0 0 1,-1-1-1,1 1 1,0 0-1,-1 0 1,1 0-1,1 2 1,32 29 67,-31-27-59,-1-1-27,1 0-1,0 1 0,-1 0 1,0-1-1,0 1 0,0 1 1,-1-1-1,0 0 0,0 1 1,0-1-1,0 1 0,-1-1 1,0 1-1,0 0 0,-1 9 1,1-15-5,-1 0 0,0 0 0,0 0 0,0 0 1,0 1-1,0-1 0,0 0 0,0 0 0,0 0 0,0 0 1,0 0-1,0 1 0,0-1 0,0 0 0,0 0 0,0 0 1,0 0-1,0 1 0,0-1 0,0 0 0,0 0 0,0 0 1,0 0-1,0 0 0,-1 0 0,1 1 0,0-1 1,0 0-1,0 0 0,0 0 0,0 0 0,0 0 0,0 0 1,0 0-1,-1 1 0,1-1 0,0 0 0,0 0 0,0 0 1,0 0-1,0 0 0,-1 0 0,1 0 0,0 0 0,0 0 1,0 0-1,0 0 0,0 0 0,-1 0 0,1 0 0,0 0 1,0 0-1,0 0 0,0 0 0,0 0 0,-1 0 0,-8-9 12,-7-15-23,13 18 15,0 0-1,1 0 0,0 0 0,1 0 0,-1 0 0,1 0 0,0-1 1,1 1-1,-1 0 0,1-1 0,1 1 0,-1-1 0,1 1 1,0 0-1,1 0 0,-1-1 0,4-5 0,-3 7 2,0 1 0,1 0 0,-1 0 0,1 0 0,0 0 0,1 1 0,-1-1 0,1 1 0,-1 0 0,1 0 0,0 0 0,0 0 0,0 1 0,0 0 0,1 0 0,-1 0 0,1 0 0,-1 0 0,1 1 0,0 0 0,-1 0 0,1 0 0,5 1 0,-2-1-72,-1 0 1,1 1 0,-1 0-1,1 1 1,-1-1 0,1 2 0,-1-1-1,0 1 1,0 0 0,0 0-1,0 1 1,0 0 0,0 0-1,0 0 1,-1 1 0,0 0 0,0 1-1,0-1 1,0 1 0,-1 0-1,0 1 1,0-1 0,0 1-1,-1 0 1,1 0 0,-1 1 0,-1-1-1,1 1 1,-1 0 0,3 10-1,-2 0-2960,-3-3-1943</inkml:trace>
</inkml:ink>
</file>

<file path=ppt/ink/ink1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00.324"/>
    </inkml:context>
    <inkml:brush xml:id="br0">
      <inkml:brushProperty name="width" value="0.035" units="cm"/>
      <inkml:brushProperty name="height" value="0.035" units="cm"/>
    </inkml:brush>
  </inkml:definitions>
  <inkml:trace contextRef="#ctx0" brushRef="#br0">28 85 8520,'0'0'3876,"-17"-47"-3428,12 29 577,0 7-384,5 3-353,0 8-256,6 4-64,5 8-128,0 0-2018,0 2-3940</inkml:trace>
</inkml:ink>
</file>

<file path=ppt/ink/ink1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00.761"/>
    </inkml:context>
    <inkml:brush xml:id="br0">
      <inkml:brushProperty name="width" value="0.035" units="cm"/>
      <inkml:brushProperty name="height" value="0.035" units="cm"/>
    </inkml:brush>
  </inkml:definitions>
  <inkml:trace contextRef="#ctx0" brushRef="#br0">126 1 10346,'0'0'1793,"-11"2"-282,1 0-1088,1 0 0,-1 1 0,0 0 0,1 0 0,-12 6 0,18-7-344,0 0 0,0 0 0,0 0 0,0 0 0,1 0-1,-1 1 1,0-1 0,1 1 0,0-1 0,0 1-1,0 0 1,0 0 0,0 0 0,1 0 0,-1 0-1,1 1 1,0-1 0,-1 0 0,2 1 0,-1-1-1,0 1 1,0 5 0,1-6-81,0 0 0,-1 0-1,1 0 1,0 0 0,1 0 0,-1 0-1,0 0 1,1 0 0,0 0 0,0 0-1,0 0 1,0 0 0,0-1 0,0 1-1,1 0 1,-1-1 0,1 1 0,0-1-1,0 1 1,0-1 0,0 0 0,0 0-1,0 0 1,1 0 0,-1 0 0,1 0-1,-1-1 1,1 1 0,0-1 0,0 0-1,-1 0 1,1 0 0,0 0 0,0 0-1,0-1 1,0 1 0,6-1 0,-8-1 4,1 0 0,-1 0 0,0 0 0,1 0 0,-1 0 0,0 0 0,0-1 0,0 1 0,0-1 0,0 1 1,0-1-1,0 1 0,-1-1 0,1 1 0,-1-1 0,1 1 0,-1-1 0,1 0 0,-1 1 0,0-1 0,0 0 1,0 1-1,0-1 0,0 0 0,0 0 0,-1-2 0,-3-50 38,-7 26 212,11 28 23,15 16-172,1 2 157,0-1 0,22 15 0,4-7-1745,-38-23 521,1-1 1,-1 1-1,0-1 0,0 0 0,1-1 0,-1 1 0,1-1 0,6 0 0,-2-1-6600</inkml:trace>
</inkml:ink>
</file>

<file path=ppt/ink/ink1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00.948"/>
    </inkml:context>
    <inkml:brush xml:id="br0">
      <inkml:brushProperty name="width" value="0.035" units="cm"/>
      <inkml:brushProperty name="height" value="0.035" units="cm"/>
    </inkml:brush>
  </inkml:definitions>
  <inkml:trace contextRef="#ctx0" brushRef="#br0">8 1 13068,'0'0'737,"-7"45"-289,16-8 289,10 6-320,3 3-225,2 0-96,2-2-64,-1-1 0,-4-2-64,-5-9-256,-6-7-2339,-3-8-3491</inkml:trace>
</inkml:ink>
</file>

<file path=ppt/ink/ink1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01.260"/>
    </inkml:context>
    <inkml:brush xml:id="br0">
      <inkml:brushProperty name="width" value="0.035" units="cm"/>
      <inkml:brushProperty name="height" value="0.035" units="cm"/>
    </inkml:brush>
  </inkml:definitions>
  <inkml:trace contextRef="#ctx0" brushRef="#br0">0 114 8712,'0'0'1869,"11"-7"-540,11-6-793,0 1 0,1 1 0,0 0 0,0 2 1,2 1-1,25-5 0,-43 12-494,29-8 60,-35 9-97,0 0 0,1 0 0,-1 0 0,0-1-1,0 1 1,0-1 0,0 1 0,0-1 0,0 1 0,0-1 0,0 0 0,0 1 0,0-1 0,0 0-1,-1 0 1,1 1 0,0-1 0,0 0 0,-1 0 0,1 0 0,0 0 0,-1 0 0,1-2-1,-5 3 5,0-1 0,0 0 0,0 1-1,0 0 1,0 0 0,0 0 0,0 1-1,0-1 1,0 1 0,-6 2-1,5-1-2,0 0-1,1 0 0,-1 1 0,1-1 0,0 1 0,0 0 1,0 1-1,0-1 0,0 1 0,1 0 0,-1 0 0,1 0 1,0 0-1,1 0 0,-1 1 0,1-1 0,0 1 0,0-1 0,0 1 1,0 0-1,-1 9 0,3-11-2,-1 1 1,1 0-1,-1 0 1,1 0 0,1 0-1,-1-1 1,0 1-1,1 0 1,0 0-1,0-1 1,0 1-1,0 0 1,1-1-1,-1 1 1,1-1-1,0 0 1,0 1-1,0-1 1,1 0-1,-1 0 1,1 0-1,-1-1 1,1 1-1,0-1 1,0 1-1,0-1 1,0 0-1,1 0 1,4 2-1,4 0-202,1 0-1,-1 0 0,1-1 1,0-1-1,-1 0 0,1-1 1,0 0-1,0-1 0,16-2 1,19-4-6613</inkml:trace>
</inkml:ink>
</file>

<file path=ppt/ink/ink1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02.022"/>
    </inkml:context>
    <inkml:brush xml:id="br0">
      <inkml:brushProperty name="width" value="0.035" units="cm"/>
      <inkml:brushProperty name="height" value="0.035" units="cm"/>
    </inkml:brush>
  </inkml:definitions>
  <inkml:trace contextRef="#ctx0" brushRef="#br0">55 219 12556,'-6'-10'251,"1"4"-94,0-1 160,0 0 0,0 0 1,1-1-1,0 1 0,0-1 0,0 0 0,1 0 0,1 0 1,-1-1-1,-1-15 0,4 23-303,0 0 0,0 1 0,0-1 0,1 0 0,-1 1 0,0-1 1,1 1-1,-1-1 0,0 1 0,1-1 0,-1 1 0,1-1 0,-1 1 0,1-1 0,-1 1 0,1 0 1,-1-1-1,1 1 0,-1 0 0,1-1 0,-1 1 0,1 0 0,0 0 0,-1-1 0,1 1 0,0 0 0,-1 0 1,1 0-1,0 0 0,-1 0 0,1 0 0,-1 0 0,1 0 0,0 0 0,-1 0 0,1 0 0,0 1 1,-1-1-1,1 0 0,-1 0 0,1 1 0,0-1 0,-1 0 0,2 1 0,30 14 9,-16-3-16,-1 1 0,-1 0 1,0 1-1,-1 0 0,-1 1 1,0 1-1,-1-1 0,0 2 1,11 26-1,-14-28-3,-2 1 0,0 0 0,-1 0 0,0 0 0,-1 1 1,-1 0-1,-1 0 0,0 0 0,-1 0 0,-1 0 0,-2 19 0,2-35-3,0-1 0,0 1 0,0 0-1,0-1 1,0 1 0,0-1 0,0 1-1,0 0 1,0-1 0,-1 1-1,1-1 1,0 1 0,0 0 0,0-1-1,-1 1 1,1-1 0,0 1 0,-1-1-1,1 1 1,-1-1 0,1 1 0,0-1-1,-1 0 1,1 1 0,-1-1 0,1 1-1,-1-1 1,1 0 0,-1 0 0,1 1-1,-1-1 1,0 0 0,1 0 0,-1 1-1,1-1 1,-1 0 0,0 0 0,1 0-1,-1 0 1,1 0 0,-1 0-1,0 0 1,1 0 0,-1 0 0,1 0-1,-1-1 1,0 1 0,1 0 0,-1 0-1,1-1 1,-1 1 0,1 0 0,-1 0-1,1-1 1,-1 1 0,1-1 0,-1 1-1,1 0 1,-1-1 0,1 1 0,0-1-1,-1 0 1,-26-31 54,16 9-35,1 0 0,1-1 1,1 0-1,1-1 0,1 1 0,2-1 1,0 0-1,2 0 0,1-1 1,0 1-1,2 0 0,1 0 0,1-1 1,9-35-1,-10 57 29,-1 0 1,1-1-1,0 1 0,0 0 1,0 0-1,0 0 0,1 1 1,0-1-1,0 0 0,0 1 1,0 0-1,0-1 0,1 2 1,7-7-1,-8 8-30,-1 0 0,1 0 0,0 0 0,0 0 0,0 0 0,0 1 0,0-1 0,0 1 0,0 0 0,0 0 0,0 0 0,0 0 0,0 0 0,1 1 0,-1-1 0,0 1 0,-1 0 0,1 0 0,0 0 0,0 0 0,0 1 0,0-1 0,3 3 0,15 13 6,-1 0-1,-1 2 1,0 0 0,-2 0 0,27 40-1,-19-27 15,6 11-124,-18-24-165,0-1-1,1 0 1,1-1 0,0 0 0,1-2-1,24 19 1,-38-33-298,0 0 0,1 1 0,-1-1 0,0 0 0,1 0 0,-1 0 0,1-1 0,-1 1 0,1-1 0,-1 1-1,1-1 1,-1 0 0,1 0 0,3 0 0,9-3-6109</inkml:trace>
</inkml:ink>
</file>

<file path=ppt/ink/ink1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03.004"/>
    </inkml:context>
    <inkml:brush xml:id="br0">
      <inkml:brushProperty name="width" value="0.035" units="cm"/>
      <inkml:brushProperty name="height" value="0.035" units="cm"/>
    </inkml:brush>
  </inkml:definitions>
  <inkml:trace contextRef="#ctx0" brushRef="#br0">44 459 11851,'0'0'2749,"-6"7"-1846,3-4-794,0 1 0,0-1 0,1 1 0,-1-1 0,1 1 0,0 0 0,0 0 0,0 0 0,1 0 0,-1 0 0,1 1 0,0-1 0,0 0 0,1 1 0,-1-1 1,1 0-1,0 1 0,0-1 0,0 1 0,1-1 0,-1 0 0,1 1 0,0-1 0,1 0 0,-1 0 0,1 0 0,2 5 0,2 3-73,2 0 0,-1 0 0,1-1 0,1 0-1,0 0 1,12 11 0,-17-19-30,0 1 0,0-1 1,0 1-1,0-1 0,1-1 0,-1 1 0,1 0 0,0-1 0,-1 0 1,1 0-1,0-1 0,0 1 0,0-1 0,1 0 0,-1 0 0,0-1 0,0 0 1,0 0-1,8 0 0,-11-1-15,0 0 0,-1 0 0,1 0 0,0 0-1,0-1 1,-1 1 0,1 0 0,-1-1 0,1 1 0,-1-1 0,0 0 0,1 1 0,-1-1-1,0 0 1,0 0 0,0 0 0,0 0 0,-1 1 0,1-1 0,0 0 0,-1-1 0,1 1 0,-1 0-1,0 0 1,0 0 0,0 0 0,0-3 0,0-3-47,0 0 0,0 0 0,-1 0 1,0 0-1,0 0 0,-3-8 0,0 7 16,0 0 1,-1 1-1,0 0 1,-1 0-1,1 0 1,-2 1-1,1 0 1,-1 0-1,0 1 1,0-1-1,-1 2 0,1-1 1,-1 1-1,-1 0 1,-10-5-1,5 3 46,1-1 0,0-1 0,0 0 0,-18-19 0,30 28-2,0-1 0,0 0 0,0 0 1,0 0-1,0 0 0,0 0 0,0 0 1,0 0-1,1 0 0,-1 0 0,0 0 1,1-1-1,-1 1 0,1 0 0,-1 0 0,1-1 1,-1 1-1,1 0 0,0-1 0,0 1 1,0 0-1,0-1 0,0 1 0,0 0 1,0-1-1,0 1 0,0-2 0,2 2 4,-1 0 0,0 0-1,1 0 1,-1 0 0,1 0-1,-1 1 1,1-1 0,-1 0-1,1 1 1,-1-1 0,1 1 0,-1 0-1,1-1 1,0 1 0,-1 0-1,1 0 1,3 0 0,8 0 23,-1 1-1,1 0 1,0 1 0,18 5 0,14 11 12,67 35 1,-71-31-34,80 29 0,-120-54 80,-8-9-52,-19-26-36,3 5 49,15 19 1,1-1 1,1 1-1,0-1 0,1 0 1,-6-26-1,10 34 30,-1-1 1,1 1-1,0 0 0,1 0 0,0-1 1,0 1-1,0 0 0,1 0 1,0-1-1,1 1 0,0 0 0,0 0 1,0 0-1,6-10 0,-6 14-62,1 0 0,0-1-1,-1 2 1,1-1 0,0 0 0,1 1 0,-1-1-1,0 1 1,1 0 0,0 0 0,-1 0-1,1 1 1,0-1 0,0 1 0,0 0-1,0 0 1,0 0 0,0 1 0,0-1 0,0 1-1,0 0 1,0 0 0,0 0 0,0 1-1,0-1 1,0 1 0,0 0 0,0 1-1,4 0 1,14 6-13,0 0 1,-1 1-1,34 21 0,-50-28 6,17 11 7,67 40-9,-80-47-7,0 0 0,-1 1 0,0 0 1,0 0-1,-1 1 0,0 0 0,8 12 1,-15-20-5,0 0 0,0 0 0,0 1 1,0-1-1,0 0 0,1 0 1,-1 0-1,0 1 0,0-1 1,0 0-1,0 0 0,0 0 1,0 1-1,0-1 0,0 0 1,0 0-1,0 0 0,0 1 1,0-1-1,0 0 0,0 0 1,0 1-1,0-1 0,0 0 1,0 0-1,0 0 0,0 1 0,0-1 1,0 0-1,0 0 0,0 0 1,0 1-1,-1-1 0,1 0 1,0 0-1,0 0 0,0 0 1,0 1-1,-1-1 0,1 0 1,0 0-1,0 0 0,0 0 1,0 0-1,-1 0 0,1 1 1,-15-1 32,-16-7 15,23 3-47,1 0 0,0-1 0,0 0 0,0 0 0,1 0 0,0-1 1,0 0-1,0-1 0,1 1 0,0-1 0,0 0 0,1 0 0,-6-11 1,7 12-1,0 0-1,1 0 1,0-1 0,0 1 0,0-1 0,1 0 0,-1 1 0,2-1 0,-1 0 0,1 0-1,0 1 1,0-1 0,1 0 0,0 0 0,0 1 0,0-1 0,4-7 0,-4 10-1,1 1 0,0 0 1,0-1-1,0 1 1,1 0-1,-1 0 0,0 0 1,1 1-1,0-1 1,0 1-1,0-1 0,0 1 1,0 0-1,0 0 1,1 0-1,-1 1 0,1-1 1,-1 1-1,1 0 1,0 0-1,-1 0 0,1 0 1,0 1-1,0-1 1,-1 1-1,1 0 0,0 0 1,0 1-1,0-1 1,-1 1-1,1 0 0,0 0 1,3 1-1,7 2-1,0 0 0,-1 2 0,0-1 0,0 2 0,0-1 0,-1 2 0,17 12 0,35 37 15,-60-53-15,0 0 0,-1 0 1,1 0-1,-1 0 0,0 0 0,0 1 0,-1 0 0,0-1 0,1 1 0,-1 0 0,-1 0 0,1 0 0,-1 0 0,1 6 0,-2-11 2,0 0-1,-1 1 1,1-1 0,0 0-1,0 0 1,0 0 0,-1 1-1,1-1 1,0 0-1,0 0 1,-1 0 0,1 1-1,0-1 1,0 0 0,-1 0-1,1 0 1,0 0 0,-1 0-1,1 0 1,0 0 0,-1 0-1,1 1 1,0-1 0,0 0-1,-1 0 1,1 0-1,0-1 1,-1 1 0,1 0-1,0 0 1,-1 0 0,1 0-1,0 0 1,0 0 0,-1 0-1,1 0 1,0-1 0,-1 1-1,1 0 1,0 0 0,0 0-1,0-1 1,-1 1 0,1 0-1,0 0 1,0-1-1,0 1 1,-1 0 0,1 0-1,0-1 1,0 1 0,0-1-1,-15-12 19,8 4-20,0-2-1,1 1 1,0-1-1,1 0 1,0 0-1,0 0 1,2-1 0,-1 0-1,1 1 1,1-1-1,0 0 1,1 0-1,0-1 1,1 1-1,1 0 1,-1 0-1,6-22 1,-5 31 0,0-1 1,0 1-1,1 0 1,-1-1-1,1 1 1,0 0-1,0 0 1,0 1-1,0-1 1,0 0-1,1 1 1,-1-1-1,1 1 1,0 0-1,0 0 1,0 0-1,0 0 1,0 0-1,0 1 1,0-1-1,0 1 1,1 0-1,-1 0 1,1 0-1,-1 0 1,1 1-1,-1-1 1,1 1-1,-1 0 1,1 0-1,4 1 1,2 0-2,0 1 0,0 0 1,0 0-1,0 1 1,-1 1-1,1 0 0,-1 0 1,0 0-1,15 11 1,2 4-327,-3-2 316,39 22 1,-54-35-1082,0 0 0,0-1 0,0 0 0,1-1 1,12 3-1,2-4-4844</inkml:trace>
</inkml:ink>
</file>

<file path=ppt/ink/ink1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03.606"/>
    </inkml:context>
    <inkml:brush xml:id="br0">
      <inkml:brushProperty name="width" value="0.035" units="cm"/>
      <inkml:brushProperty name="height" value="0.035" units="cm"/>
    </inkml:brush>
  </inkml:definitions>
  <inkml:trace contextRef="#ctx0" brushRef="#br0">219 609 10090,'0'0'3021,"-8"-5"-1425,5 2-1426,0 0-1,-1 0 0,0 1 1,1 0-1,-1-1 1,0 1-1,0 1 0,0-1 1,0 1-1,-1-1 1,1 1-1,0 0 1,-1 1-1,1-1 0,0 1 1,-1 0-1,1 0 1,0 0-1,-1 1 0,1-1 1,-1 1-1,1 0 1,0 0-1,0 1 0,0-1 1,0 1-1,0 0 1,0 0-1,-6 4 0,3 0-154,0 0-1,1 0 1,-1 0-1,1 1 0,1 0 1,-1 1-1,1-1 1,0 1-1,1 0 1,0 0-1,0 0 0,0 0 1,1 1-1,1 0 1,0 0-1,0-1 0,0 1 1,1 0-1,0 11 1,6-16-177,4-10 17,6-12-71,12-22 163,-27 40 54,1-1-1,-1 0 0,1 1 0,-1-1 0,1 0 0,-1 1 0,1-1 0,0 0 0,-1 1 0,1-1 0,0 1 0,-1-1 0,1 1 1,0 0-1,0-1 0,-1 1 0,1 0 0,0-1 0,0 1 0,0 0 0,0 0 0,-1 0 0,1 0 0,0 0 0,0 0 1,0 0-1,0 0 0,-1 0 0,1 0 0,0 0 0,0 1 0,0-1 0,0 0 0,-1 0 0,1 1 0,0-1 0,0 1 0,-1-1 1,1 1-1,0-1 0,-1 1 0,1-1 0,0 1 0,-1 0 0,1-1 0,-1 1 0,1 0 0,-1-1 0,1 3 0,4 6 5,1 0 0,0-1 0,0 1 0,1-1-1,0 0 1,1-1 0,-1 1 0,1-2 0,17 12 0,-21-16-4,-1 0 1,1 0-1,0-1 1,-1 1 0,1-1-1,0 0 1,0 0-1,0 0 1,0-1 0,0 1-1,0-1 1,0 0-1,0 0 1,0-1 0,0 1-1,0-1 1,0 0-1,0 0 1,-1 0 0,1 0-1,0-1 1,0 1-1,-1-1 1,1 0 0,-1 0-1,0-1 1,1 1-1,-1-1 1,3-3 0,7-8-1,0 0-1,-1-1 1,-1 0 0,0-1 0,-2-1 0,1 1 0,-2-1 0,0-1 0,10-35 0,-6 6-4,-1 0 0,7-86 0,-17 121 1,4-42-4,-3-63 0,-2 105 13,-1 0 0,0 0 0,-1 0 0,0 0 0,-1 0-1,0 0 1,-1 0 0,-1 1 0,1-1 0,-2 1 0,-8-14 0,13 24-1,1 0 1,-1 0-1,1 0 0,-1 0 0,0 0 1,1 0-1,-1 0 0,0 0 1,0 0-1,0 0 0,0 0 1,0 0-1,0 1 0,0-1 0,0 0 1,0 1-1,0-1 0,-1 1 1,1-1-1,0 1 0,0-1 0,0 1 1,-1 0-1,1 0 0,0 0 1,0 0-1,-1 0 0,1 0 1,0 0-1,-1 0 0,1 0 0,0 0 1,0 1-1,0-1 0,-1 0 1,1 1-1,0 0 0,0-1 1,0 1-1,0-1 0,0 1 0,0 0 1,0 0-1,0 0 0,0-1 1,0 1-1,0 0 0,0 0 0,1 0 1,-1 0-1,0 1 0,1-1 1,-1 0-1,1 0 0,-1 0 1,1 2-1,-6 8 30,1 0 0,1 0 0,0 1 0,-3 17 0,2-5-28,2 1 0,0-1 1,1 1-1,2-1 0,1 1 0,0 0 0,2-1 0,1 0 0,1 1 1,1-2-1,1 1 0,1-1 0,0 0 0,2 0 0,1-1 0,1-1 1,1 0-1,22 29 0,-22-34-102,32 50-2419,-24-18-3619,-12-7-2452</inkml:trace>
</inkml:ink>
</file>

<file path=ppt/ink/ink1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04.390"/>
    </inkml:context>
    <inkml:brush xml:id="br0">
      <inkml:brushProperty name="width" value="0.035" units="cm"/>
      <inkml:brushProperty name="height" value="0.035" units="cm"/>
    </inkml:brush>
  </inkml:definitions>
  <inkml:trace contextRef="#ctx0" brushRef="#br0">229 695 16239,'-18'10'20,"0"0"0,0 1 0,2 1 0,-1 1 0,2 0-1,-1 1 1,-20 25 0,27-27-6,1 0 0,0 0 0,1 1 0,0 0 0,1 0 0,0 1-1,1-1 1,0 1 0,2 1 0,-1-1 0,-1 22 0,4-30-6,1 0 1,0 0-1,0 0 0,0 1 0,0-1 1,1 0-1,0 0 0,1 0 1,-1-1-1,1 1 0,0 0 1,0 0-1,6 8 0,-6-11-5,1 0-1,-1 0 1,1-1 0,0 1-1,0 0 1,0-1-1,0 0 1,0 0 0,1 0-1,-1 0 1,1-1-1,-1 1 1,1-1 0,0 0-1,-1 0 1,1 0 0,0 0-1,0-1 1,0 0-1,0 1 1,-1-1 0,6-1-1,-4 0-13,0 0 0,-1 0 0,1 0 0,-1-1 0,0 1 0,1-1 0,-1 0 0,0-1 0,0 1 0,0-1 0,0 1 0,-1-1 0,1 0 0,-1-1 0,1 1 0,-1 0 0,0-1 0,-1 0 0,1 0 0,-1 0 0,4-7 0,4-10-83,0-1 0,13-44 0,-20 57 90,26-99 125,-5-1 1,-5-1 0,-4-1 0,0-202-1,-15 286-94,1 15 18,0 0 0,-1 0 1,0 0-1,-1 0 1,-1 0-1,0 0 0,0 0 1,-1 1-1,-1-1 1,0 1-1,-5-12 0,9 23-30,0-1 0,0 1-1,0-1 1,-1 1-1,1-1 1,0 1 0,0-1-1,-1 1 1,1-1-1,0 1 1,0-1 0,-1 1-1,1-1 1,0 1 0,-1-1-1,1 1 1,-1 0-1,1-1 1,-1 1 0,1 0-1,-1-1 1,1 1-1,-1 0 1,1 0 0,-1-1-1,1 1 1,-1 0-1,1 0 1,-1 0 0,1 0-1,-1 0 1,0 0-1,1 0 1,-1 0 0,1 0-1,-1 0 1,1 0-1,-1 0 1,0 0 0,1 0-1,-1 0 1,1 1-1,-1-1 1,1 0 0,-1 0-1,1 1 1,-1-1-1,1 0 1,-1 1 0,1-1-1,0 0 1,-1 1-1,1-1 1,-1 1 0,1-1-1,0 1 1,0-1-1,-1 1 1,1-1 0,0 1-1,0-1 1,-1 1-1,1-1 1,0 2 0,-9 38 178,7 4-42,3 1 0,1-1 0,2 0 0,2 1 0,2-2 1,2 1-1,2-1 0,2-1 0,1 0 0,2-1 0,3-1 0,39 63 0,-48-87-146,1 0 0,23 24-1,-31-36-5,0 0 0,0 0 0,1-1-1,-1 0 1,1 0 0,-1 0-1,1 0 1,0-1 0,0 0-1,0 0 1,0 0 0,1-1 0,-1 0-1,9 2 1,-12-4-8,0 1 0,0 0 1,0-1-1,0 1 0,-1-1 0,1 0 0,0 1 1,0-1-1,-1 0 0,1 0 0,0 0 0,-1 0 0,1-1 1,-1 1-1,0 0 0,1-1 0,-1 1 0,0-1 1,0 1-1,0-1 0,0 1 0,0-1 0,0 0 1,0 0-1,-1 1 0,1-1 0,0 0 0,-1 0 0,0 0 1,1 0-1,-1-2 0,3-11-21,-1 0 0,-1-29 0,0 33 28,0-15 12,0 14 26,0-1 0,-1 1 0,0 0 0,-1 0 0,0 0 0,-4-15 0,2 76 589,6-36-544,1 1 0,0-1 0,1 0-1,0 0 1,1 0 0,0-1 0,1 0 0,0 0 0,17 20 0,-17-25-269,-1 1-1,1-1 1,1-1-1,-1 1 1,1-1-1,14 7 1,-18-10-424,1-1 0,0 0 1,0 0-1,0 0 0,0-1 1,0 0-1,0 0 0,0 0 1,0 0-1,1-1 1,-1 0-1,10-1 0,2-4-5943</inkml:trace>
</inkml:ink>
</file>

<file path=ppt/ink/ink1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04.545"/>
    </inkml:context>
    <inkml:brush xml:id="br0">
      <inkml:brushProperty name="width" value="0.035" units="cm"/>
      <inkml:brushProperty name="height" value="0.035" units="cm"/>
    </inkml:brush>
  </inkml:definitions>
  <inkml:trace contextRef="#ctx0" brushRef="#br0">98 48 10698,'0'0'96,"-67"-35"192,48 27 289,8 4 0,24 8-1795,7 7-864,3 0-480</inkml:trace>
</inkml:ink>
</file>

<file path=ppt/ink/ink1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04.905"/>
    </inkml:context>
    <inkml:brush xml:id="br0">
      <inkml:brushProperty name="width" value="0.035" units="cm"/>
      <inkml:brushProperty name="height" value="0.035" units="cm"/>
    </inkml:brush>
  </inkml:definitions>
  <inkml:trace contextRef="#ctx0" brushRef="#br0">56 0 13421,'0'0'416,"-7"6"342,2-1-553,-1 0 0,1 0-1,1 0 1,-1 0 0,1 1 0,-1 0-1,-3 8 1,7-12-178,0 0 0,0 0 0,0 0 0,1 0-1,-1 0 1,1 0 0,-1 0 0,1 0 0,0 0 0,0 0 0,0 0-1,0 0 1,0 0 0,0 0 0,1 0 0,-1 0 0,0 0 0,1 0 0,0 0-1,-1-1 1,1 1 0,0 0 0,0 0 0,0 0 0,0-1 0,1 1-1,-1 0 1,0-1 0,1 1 0,-1-1 0,1 0 0,-1 1 0,1-1-1,0 0 1,-1 0 0,4 1 0,10 6-11,-1-2 1,1 0-1,26 7 1,-29-10-66,1 1 1,0 1 0,-1 0-1,0 0 1,0 1 0,14 10 0,-24-15 44,0 1 1,0 0 0,0-1-1,-1 1 1,1 0-1,-1 0 1,1 0 0,-1 0-1,0 0 1,0 1 0,0-1-1,0 0 1,0 0-1,0 1 1,0-1 0,-1 1-1,1-1 1,-1 1 0,0-1-1,0 0 1,0 1-1,0-1 1,0 1 0,0-1-1,-1 1 1,1-1 0,-1 1-1,0-1 1,0 0-1,0 1 1,0-1 0,0 0-1,0 0 1,0 0 0,-1 0-1,1 0 1,-1 0-1,-3 3 1,-4 6 239,-1 0-1,-1-1 0,1 0 1,-2-1-1,-13 9 1,13-10 24,3-1-216,1 0 1,-1-2-1,-1 1 1,1-1-1,-1 0 1,0-1-1,0 0 1,0 0-1,-20 3 1,30-7-96,0 0 0,-1 0 0,1 0 0,0 0 0,0 0 0,-1 0 0,1 0 0,0 0 0,0 0 0,0 0 0,0 0 0,-1-1 0,1 1 0,0 0 0,0 0 0,0 0 0,0 0 0,-1 0 0,1-1 0,0 1 0,0 0 1,0 0-1,0 0 0,0 0 0,0-1 0,0 1 0,-1 0 0,1 0 0,0 0 0,0-1 0,0 1 0,0 0 0,0 0 0,0 0 0,0-1 0,0 1 0,0 0 0,0 0 0,0-1 0,0 1 0,0 0 0,0 0 0,1 0 0,-1-1 0,0 1 1,0 0-1,0-4-731,1-17-3547</inkml:trace>
</inkml:ink>
</file>

<file path=ppt/ink/ink1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05.123"/>
    </inkml:context>
    <inkml:brush xml:id="br0">
      <inkml:brushProperty name="width" value="0.035" units="cm"/>
      <inkml:brushProperty name="height" value="0.035" units="cm"/>
    </inkml:brush>
  </inkml:definitions>
  <inkml:trace contextRef="#ctx0" brushRef="#br0">0 0 2242,'0'0'15407,"22"62"-15247,0-9 320,2 10 33,3 7-33,-1 4-288,-1 1-128,-3-1-31,-6-3-33,-3-6 0,-3-4-449,-9-9-2338,-1-9-255,-7-10-4966</inkml:trace>
</inkml:ink>
</file>

<file path=ppt/ink/ink1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05.654"/>
    </inkml:context>
    <inkml:brush xml:id="br0">
      <inkml:brushProperty name="width" value="0.035" units="cm"/>
      <inkml:brushProperty name="height" value="0.035" units="cm"/>
    </inkml:brush>
  </inkml:definitions>
  <inkml:trace contextRef="#ctx0" brushRef="#br0">1 290 9897,'0'0'4623,"4"-8"-4153,7-6 25,1-1 0,0 2 0,1-1 0,0 2-1,20-14 1,84-56 449,-112 78-922,1 1 0,-1 0-1,1 0 1,-1 0 0,1 1-1,0 0 1,0 0-1,0 0 1,1 1 0,-1-1-1,11 1 1,-14 1-13,0 1-1,0-1 1,0 1-1,0 0 1,0 0-1,0 0 0,0 1 1,0-1-1,-1 1 1,1-1-1,-1 1 1,1 0-1,-1 0 1,1 0-1,-1 0 1,0 1-1,0-1 1,0 0-1,0 1 1,-1 0-1,1-1 1,-1 1-1,1 0 1,-1 0-1,1 3 1,6 16 17,-1 0 1,-1 1 0,-1-1-1,-1 1 1,-1 0 0,-1 1 0,-1 25-1,-1-49-21,0 0 0,-1 0-1,1 0 1,0 0 0,0 0-1,-1 1 1,1-1 0,0 0-1,0 0 1,-1 0 0,1 0 0,0 0-1,0 0 1,-1 0 0,1 0-1,0 0 1,0 0 0,-1 0-1,1 0 1,0 0 0,0-1-1,-1 1 1,1 0 0,0 0-1,0 0 1,-1 0 0,1 0 0,0 0-1,0-1 1,0 1 0,-1 0-1,1 0 1,0 0 0,0 0-1,0-1 1,0 1 0,0 0-1,-1 0 1,1-1 0,0 1 0,0 0-1,0 0 1,0 0 0,0-1-1,0 1 1,0 0 0,0 0-1,0-1 1,0 1 0,0-1-1,-10-13 115,5-4-98,1-1 0,2 1 0,-1-1 0,2 1-1,1-1 1,0 0 0,1 1 0,1-1 0,1 1 0,0-1 0,11-30 0,-12 45-17,0 0 1,-1 0-1,1 0 1,1 0-1,-1 1 1,0-1-1,1 1 1,0 0-1,0-1 1,0 1-1,0 0 1,0 1 0,1-1-1,-1 1 1,1-1-1,-1 1 1,1 0-1,5-1 1,-6 2-5,0 0 0,0 0 1,0 1-1,0 0 1,0 0-1,0 0 0,0 0 1,0 0-1,1 0 1,-1 1-1,0-1 0,0 1 1,0 0-1,0 0 1,0 0-1,-1 1 0,1-1 1,0 1-1,0-1 1,-1 1-1,1 0 0,-1 0 1,0 0-1,1 0 0,1 3 1,6 7 5,-1 0 0,0 0 0,-1 1 1,-1 0-1,0 1 0,0 0 0,-2 0 0,6 18 0,2 32-4028,-13-58-1844</inkml:trace>
</inkml:ink>
</file>

<file path=ppt/ink/ink1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05.872"/>
    </inkml:context>
    <inkml:brush xml:id="br0">
      <inkml:brushProperty name="width" value="0.035" units="cm"/>
      <inkml:brushProperty name="height" value="0.035" units="cm"/>
    </inkml:brush>
  </inkml:definitions>
  <inkml:trace contextRef="#ctx0" brushRef="#br0">1 1 19795,'0'0'128</inkml:trace>
</inkml:ink>
</file>

<file path=ppt/ink/ink1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08.555"/>
    </inkml:context>
    <inkml:brush xml:id="br0">
      <inkml:brushProperty name="width" value="0.035" units="cm"/>
      <inkml:brushProperty name="height" value="0.035" units="cm"/>
    </inkml:brush>
  </inkml:definitions>
  <inkml:trace contextRef="#ctx0" brushRef="#br0">10 125 8456,'0'0'0,"-2"-7"614,1 3-614,-1-1 257,1-1 0,-1 0-1,2 1 1,-1-1-1,0 0 1,2-9 0,-1 13-152,0 0 0,1-1 0,0 1 0,-1 0 0,1 0 0,0 0 0,0 0 0,0 0 0,0 0 0,1 0 0,-1 0 0,0 0 0,1 0 0,0 1 0,-1-1 0,1 1 0,0-1 0,0 1 0,0-1 0,0 1 0,0 0 0,4-2 0,5-1 18,0 0 1,1 0-1,0 1 1,0 1-1,0 0 1,0 0-1,0 2 1,0-1-1,1 1 1,-1 1-1,0 0 1,0 1-1,0 0 1,14 5-1,-2 1-57,1 1 0,-2 1 0,1 0 0,-1 2-1,36 26 1,0 8 19,-3 2-1,95 106 0,-29-27-38,-112-117-61,1 0 0,0-1 0,1-1-1,-1 0 1,1 0 0,1-1 0,0 0-1,13 4 1,-22-9-107,1-1-1,0 0 1,0 0-1,-1 0 1,1 0-1,0-1 1,0 1-1,0-1 1,0-1 0,0 1-1,0-1 1,-1 0-1,1 0 1,0 0-1,0 0 1,-1-1-1,1 0 1,-1 0 0,0 0-1,1-1 1,-1 1-1,0-1 1,0 0-1,0 0 1,-1 0-1,6-6 1,-2 0-471,0 0-1,-1 0 1,1-1 0,-2 0-1,1 0 1,5-17 0,5-28-2674</inkml:trace>
</inkml:ink>
</file>

<file path=ppt/ink/ink1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08.880"/>
    </inkml:context>
    <inkml:brush xml:id="br0">
      <inkml:brushProperty name="width" value="0.035" units="cm"/>
      <inkml:brushProperty name="height" value="0.035" units="cm"/>
    </inkml:brush>
  </inkml:definitions>
  <inkml:trace contextRef="#ctx0" brushRef="#br0">304 0 8168,'0'0'1825,"-45"2"-511,29 17-257,1 11-64,-2 9 128,0 13-96,-1 13-481,-2 8-224,0 7-223,-1 5-97,2 1 0,-3-3-32,-1-11-801,-3-14-3812,2-18-2177</inkml:trace>
</inkml:ink>
</file>

<file path=ppt/ink/ink1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09.379"/>
    </inkml:context>
    <inkml:brush xml:id="br0">
      <inkml:brushProperty name="width" value="0.035" units="cm"/>
      <inkml:brushProperty name="height" value="0.035" units="cm"/>
    </inkml:brush>
  </inkml:definitions>
  <inkml:trace contextRef="#ctx0" brushRef="#br0">14 131 7431,'0'0'993,"-2"-9"1046,1 7-1941,-2-6 515,1-1-1,0 0 0,1 1 1,-1-1-1,2 0 1,-1-11-1,1 18-557,1 0 0,-1 0 0,0 0-1,1 0 1,-1 0 0,1 0 0,0 0 0,0 0-1,0 0 1,0 0 0,0 0 0,0 0 0,0 0 0,1 0-1,-1 1 1,1-1 0,-1 1 0,1-1 0,0 1-1,-1 0 1,1-1 0,0 1 0,0 0 0,0 0-1,0 0 1,0 0 0,0 1 0,0-1 0,0 1-1,0-1 1,0 1 0,0 0 0,1-1 0,-1 1-1,2 1 1,1-2-50,-1 1 0,0 0 0,0 1 1,0-1-1,0 1 0,0 0 0,0 0 0,0 0 0,0 0 0,0 1 0,0-1 0,-1 1 0,1 0 0,-1 0 1,1 1-1,-1-1 0,0 1 0,4 3 0,-3-1-3,1 1 1,-1-1 0,0 1-1,-1 0 1,1 0-1,-1 0 1,-1 1-1,1-1 1,-1 1 0,2 8-1,-1-3-2,-1 1 0,-1-1 0,0 1-1,0-1 1,-1 1 0,-1 0 0,0-1 0,-1 1 0,0-1-1,-1 1 1,-7 20 0,3-19-4,-2 0 0,1 0 0,-13 14 0,-2 5 20,53-32 16,33-14-1100,0-2 1,-1-4-1,60-25 0,-47 12-5968</inkml:trace>
</inkml:ink>
</file>

<file path=ppt/ink/ink1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25.455"/>
    </inkml:context>
    <inkml:brush xml:id="br0">
      <inkml:brushProperty name="width" value="0.035" units="cm"/>
      <inkml:brushProperty name="height" value="0.035" units="cm"/>
    </inkml:brush>
  </inkml:definitions>
  <inkml:trace contextRef="#ctx0" brushRef="#br0">0 0 8136,'0'0'-32</inkml:trace>
</inkml:ink>
</file>

<file path=ppt/ink/ink1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25.764"/>
    </inkml:context>
    <inkml:brush xml:id="br0">
      <inkml:brushProperty name="width" value="0.035" units="cm"/>
      <inkml:brushProperty name="height" value="0.035" units="cm"/>
    </inkml:brush>
  </inkml:definitions>
  <inkml:trace contextRef="#ctx0" brushRef="#br0">389 35 993,'0'0'726,"-8"0"64,4 1-764,-1-1 327,0 1 1,-1-1-1,1 0 1,0 0 0,0-1-1,0 0 1,-1 0-1,1 0 1,0 0-1,0-1 1,0 0-1,0 0 1,-7-4-1,8 3-155,1 1-1,0 0 1,-1 0-1,0 0 0,0 1 1,1-1-1,-1 1 1,0 0-1,0 0 0,0 0 1,0 1-1,0-1 1,0 1-1,0 0 1,-1 0-1,1 0 0,0 1 1,-8 1-1,6 0-101,-1 1 0,1 0-1,0 0 1,0 1 0,0-1-1,0 1 1,1 1 0,-1-1-1,1 1 1,-6 7 0,-5 7 33,1 1 0,1 1 0,1 0 1,1 1-1,-11 25 0,14-26-8,0-1-1,1 1 1,2 1-1,0-1 1,1 1-1,1 0 1,1 0-1,2 0 1,0 1 0,1-1-1,4 31 1,-3-46-112,1-1-1,0 1 1,0-1 0,1 0 0,0 0 0,0 0-1,1 0 1,-1 0 0,1 0 0,0-1 0,1 0-1,0 0 1,-1 0 0,1-1 0,1 1 0,-1-1-1,1 0 1,0-1 0,-1 1 0,1-1 0,1 0-1,-1-1 1,0 0 0,1 0 0,0 0 0,-1 0-1,9 0 1,1 0 10,0-1-1,-1 0 0,1-2 1,0 1-1,0-2 0,-1 0 1,1-1-1,-1 0 0,1-1 1,24-11-1,-15 4-67,0-2 0,-1 0 0,0-2 1,35-28-1,-47 32-830,0 0 1,-1 0 0,-1-1-1,0-1 1,14-21 0,4-20-4338</inkml:trace>
</inkml:ink>
</file>

<file path=ppt/ink/ink1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26.497"/>
    </inkml:context>
    <inkml:brush xml:id="br0">
      <inkml:brushProperty name="width" value="0.035" units="cm"/>
      <inkml:brushProperty name="height" value="0.035" units="cm"/>
    </inkml:brush>
  </inkml:definitions>
  <inkml:trace contextRef="#ctx0" brushRef="#br0">0 0 10378,'1'10'-80,"0"6"144,2 1 0,0 0 0,1-1 1,0 0-1,1 0 0,10 21 0,56 99 1454,-10-18-731,-39-70-715,-2 1-1,20 75 0,-38-118 258,-5-22-187,-9-68-47,11 63-65,1 1 0,2-1-1,0 1 1,8-35 0,-9 50-12,1-1-1,0 1 0,0 0 1,0 0-1,1 0 1,0 0-1,0 0 0,0 0 1,1 1-1,3-5 1,-4 7 1,-1 0 0,0 0 0,1 1 1,0-1-1,-1 1 0,1-1 0,0 1 1,0 0-1,0 0 0,0 0 0,0 0 1,0 0-1,0 1 0,0 0 0,0-1 1,0 1-1,1 0 0,-1 0 1,4 1-1,-1 1-15,-1-1 1,0 1-1,1 0 1,-1 1-1,0-1 1,0 1 0,-1 0-1,1 0 1,0 0-1,-1 1 1,0 0-1,0 0 1,0 0-1,0 0 1,4 7-1,9 13 36,24 47 0,-19-30 37,-13-26-67,1 0 0,0 0-1,1-1 1,21 21-1,-30-33-27,0 0 0,1 0 0,-1 0 0,1 0 0,0-1 0,-1 1 0,1-1 0,0 0 0,0 1 0,0-1 0,0 0 0,0-1 0,0 1 0,6 0 0,-7-1-37,0-1 1,1 1-1,-1-1 0,1 0 1,-1 0-1,0 0 0,1 0 0,-1 0 1,0 0-1,0-1 0,0 1 1,0-1-1,0 1 0,0-1 1,-1 0-1,1 0 0,0 1 1,-1-1-1,1-1 0,-1 1 1,2-3-1,2-6-52,0-1 0,0 1 1,-1-1-1,-1 0 0,0 0 0,0 0 1,-1-1-1,-1 1 0,0 0 0,-2-25 1,1 35 1034,3 13-159,4 8-662,0-1 0,2-1-1,0 1 1,0-2 0,2 1 0,0-1 0,1-1-1,26 27 1,-24-33-1728,-5-6-2305</inkml:trace>
</inkml:ink>
</file>

<file path=ppt/ink/ink1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26.672"/>
    </inkml:context>
    <inkml:brush xml:id="br0">
      <inkml:brushProperty name="width" value="0.035" units="cm"/>
      <inkml:brushProperty name="height" value="0.035" units="cm"/>
    </inkml:brush>
  </inkml:definitions>
  <inkml:trace contextRef="#ctx0" brushRef="#br0">0 0 12460,'0'0'352,"53"34"-2402,-37-26-897,-4-3-4484</inkml:trace>
</inkml:ink>
</file>

<file path=ppt/ink/ink1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26.905"/>
    </inkml:context>
    <inkml:brush xml:id="br0">
      <inkml:brushProperty name="width" value="0.035" units="cm"/>
      <inkml:brushProperty name="height" value="0.035" units="cm"/>
    </inkml:brush>
  </inkml:definitions>
  <inkml:trace contextRef="#ctx0" brushRef="#br0">1 136 12300,'0'0'1697,"46"-19"-1537,-17 8-128,6-3-32,4 0 0,2 2 32,1-2-32,1 0-96,-3-2-2979,-3-6-2210</inkml:trace>
</inkml:ink>
</file>

<file path=ppt/ink/ink1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27.432"/>
    </inkml:context>
    <inkml:brush xml:id="br0">
      <inkml:brushProperty name="width" value="0.035" units="cm"/>
      <inkml:brushProperty name="height" value="0.035" units="cm"/>
    </inkml:brush>
  </inkml:definitions>
  <inkml:trace contextRef="#ctx0" brushRef="#br0">404 50 11787,'0'0'54,"-10"-6"597,0-1-350,0 0 0,-1 1 0,1 1 0,-13-5 0,19 8-237,-1 0-1,0 1 1,1 0-1,-1 0 1,0 0-1,0 1 0,0 0 1,0 0-1,1 0 1,-1 0-1,0 1 1,0-1-1,0 1 0,1 1 1,-1-1-1,-6 3 1,-6 5-35,1 0 1,0 0 0,0 2 0,-20 17 0,30-23-24,1 0-1,0 0 1,0 0 0,0 0 0,1 1-1,0 0 1,0 0 0,0 0-1,0 0 1,1 1 0,0-1-1,1 1 1,0 0 0,-3 12-1,5-17-5,1 1 0,-1-1 0,1 1 0,0-1 0,-1 1 0,1-1 0,0 0 0,0 1 0,1-1 0,-1 0 0,0 0 0,1 0 0,0 0 0,-1 0 0,1 0 0,0 0 0,0-1 0,0 1 0,0-1 0,0 1 0,0-1 0,0 0 0,1 0 0,2 2 0,69 26 0,-58-24 0,11 4-38,-4-3-85,0 2 0,-1 1 1,27 15-1,-45-23 108,-1 2-1,1-1 1,0 0 0,-1 1-1,1-1 1,-1 1 0,0 0-1,0 0 1,0 0 0,0 1-1,-1-1 1,1 1 0,-1-1-1,0 1 1,0 0 0,0 0-1,0 0 1,-1 0 0,0 0-1,0 0 1,0 0 0,0 1-1,-1-1 1,1 7 0,-2-7 14,0 0 1,-1-1 0,0 1 0,1 0 0,-1-1 0,0 1-1,-1-1 1,1 0 0,0 0 0,-1 0 0,0 0 0,0 0-1,0 0 1,0-1 0,0 0 0,0 1 0,-1-1 0,1 0-1,-1-1 1,0 1 0,1-1 0,-6 2 0,-13 5 26,0-1 0,-32 6 0,18-7 96,0-2 0,-1-2 0,1 0-1,-46-6 1,61-2 32,21 6-186,0 0 1,0 0-1,0-1 1,0 1-1,0 0 1,0-1-1,0 1 1,0 0 0,0-1-1,0 1 1,1 0-1,-1-1 1,0 1-1,0 0 1,0-1-1,0 1 1,0 0-1,1 0 1,-1-1 0,0 1-1,0 0 1,0 0-1,1-1 1,-1 1-1,0 0 1,0 0-1,1 0 1,-1-1-1,0 1 1,0 0 0,1 0-1,-1 0 1,0 0-1,1 0 1,40-19-4341,-32 15 2772,23-10-3903</inkml:trace>
</inkml:ink>
</file>

<file path=ppt/ink/ink1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28.273"/>
    </inkml:context>
    <inkml:brush xml:id="br0">
      <inkml:brushProperty name="width" value="0.035" units="cm"/>
      <inkml:brushProperty name="height" value="0.035" units="cm"/>
    </inkml:brush>
  </inkml:definitions>
  <inkml:trace contextRef="#ctx0" brushRef="#br0">236 86 9577,'0'0'1511,"-8"-4"-534,3 2-872,1 0 1,0 0-1,-1 0 1,1 1-1,-1 0 1,1 0-1,-1 0 1,0 0-1,1 0 1,-1 1-1,0 0 1,0 0-1,1 1 1,-1-1-1,0 1 1,1 0-1,-1 0 1,1 1-1,-1-1 1,-8 5-1,1 1-34,1 1 0,-1 1-1,1 0 1,0 1 0,1 0 0,-13 16-1,19-22-55,1 1 0,0 0-1,0-1 1,0 1 0,0 0-1,1 1 1,-1-1 0,2 0-1,-1 1 1,0-1 0,1 1-1,0-1 1,0 1 0,1 0 0,0-1-1,0 1 1,0 0 0,2 11-1,-1-16-14,-1 0 0,1 0-1,0 0 1,-1 0 0,1-1 0,0 1-1,0 0 1,0 0 0,0 0 0,-1-1-1,1 1 1,0 0 0,1-1 0,-1 1-1,0-1 1,0 1 0,0-1 0,0 1-1,0-1 1,0 0 0,1 0 0,-1 0-1,0 0 1,0 0 0,0 0-1,0 0 1,1 0 0,-1 0 0,0 0-1,0 0 1,0-1 0,0 1 0,1-1-1,-1 1 1,2-2 0,3 1-3,-1-1 0,1-1 0,-1 1 0,0-1 0,10-6 1,0-5 14,-1-1 0,0-1 0,-2 0 0,0 0 1,0-1-1,10-22 0,-17 30-7,-5 9 5,0-1 1,0 1-1,0 0 0,0-1 0,1 1 0,-1 0 1,0-1-1,0 1 0,0 0 0,1-1 0,-1 1 0,0 0 1,1-1-1,-1 1 0,0 0 0,0 0 0,1-1 0,-1 1 1,0 0-1,1 0 0,-1 0 0,1-1 0,-1 1 1,0 0-1,1 0 0,-1 0 0,0 0 0,1 0 0,-1 0 1,1 0-1,-1 0 0,0 0 0,1 0 0,-1 0 0,1 0 1,0 0-1,9 15 110,5 35-136,-12-37 85,24 92 191,-17-60-239,2 0 1,2-1 0,33 72 0,-47-115-20,1 1 0,-1-1 1,1 0-1,-1 0 0,1 0 0,-1 1 0,1-1 1,0 0-1,0 0 0,0 0 0,-1 0 0,1 0 0,0 0 1,0-1-1,0 1 0,0 0 0,1 0 0,-1-1 0,0 1 1,0 0-1,0-1 0,1 1 0,-1-1 0,0 0 0,2 1 1,-2-2 2,0 1 1,0-1-1,1 0 1,-1 0-1,0 0 1,0 0-1,0 0 1,-1 0-1,1 0 1,0 0-1,0 0 0,0 0 1,-1-1-1,1 1 1,-1 0-1,1 0 1,-1-1-1,1 1 1,-1-2-1,5-14 59,-1 0 0,2-27 0,-6 41-59,12-187 493,8-59-334,-13 224-73,-7 25-89,1 0 1,-1 0-1,0 0 1,0 0-1,0 0 1,1 0-1,-1 0 1,0 0-1,0 0 1,1 0-1,-1 0 1,0 0-1,0 0 1,1 0-1,-1 0 1,0 0-1,0 0 1,0 0-1,1 0 1,-1 0-1,0 0 1,0 0-1,0 0 1,1 1-1,-1-1 1,0 0-1,0 0 1,0 0-1,1 0 1,-1 0-1,0 1 1,0-1-1,0 0 1,0 0-1,0 0 1,0 1-1,1-1 1,-1 0-1,0 0 1,0 0-1,0 1 1,0-1-1,0 0 1,0 0-1,0 1 1,0-1-1,13 46 116,-11-36-150,7 32 55,16 57 10,-22-89-33,1 0 0,0 0 1,1-1-1,-1 1 0,2-1 1,-1-1-1,10 12 0,-14-19 1,0 1-1,0-1 0,0 1 0,0-1 0,1 0 0,-1 0 0,0 0 0,1 0 0,-1 0 1,1 0-1,-1 0 0,1 0 0,0-1 0,-1 1 0,1 0 0,-1-1 0,1 0 0,0 1 1,0-1-1,-1 0 0,1 0 0,0 0 0,0 0 0,-1 0 0,1 0 0,2-1 0,-2 0 3,1 0 0,0-1 0,-1 0 0,1 0-1,-1 1 1,1-1 0,-1-1 0,0 1 0,0 0-1,0 0 1,0-1 0,-1 1 0,3-5 0,4-8 8,-1-1 1,0 0 0,-2 0 0,5-17 0,-1-8 7,5-70-1,-9 123-27,0 0-1,0 0 0,14 20 1,-17-29 10,4 6 32,0-1 1,1 1 0,0-1-1,0 0 1,1 0-1,0-1 1,0 0-1,1-1 1,-1 1 0,16 6-1,-17-9-308,1-1-1,0 1 1,1-2-1,-1 1 1,16 2-1,-17-5-515,-1 1-1,1-1 1,-1 0-1,1 0 0,-1-1 1,1 0-1,-1 0 1,9-3-1,13-10-4867</inkml:trace>
</inkml:ink>
</file>

<file path=ppt/ink/ink1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28.645"/>
    </inkml:context>
    <inkml:brush xml:id="br0">
      <inkml:brushProperty name="width" value="0.035" units="cm"/>
      <inkml:brushProperty name="height" value="0.035" units="cm"/>
    </inkml:brush>
  </inkml:definitions>
  <inkml:trace contextRef="#ctx0" brushRef="#br0">211 12 9449,'-7'-1'1094,"0"-1"-903,0 0 0,0 1 0,-1 1 0,1-1 0,0 1-1,0 0 1,0 0 0,0 1 0,0 0 0,0 1 0,0-1-1,0 1 1,0 0 0,0 1 0,1 0 0,-1 0 0,1 0 0,0 1-1,0 0 1,0 0 0,0 1 0,1-1 0,0 1 0,0 0-1,0 1 1,1-1 0,-1 1 0,1 0 0,1 0 0,-1 0 0,-4 12-1,7-15-185,0 1-1,0-1 0,0 0 0,0 1 1,0-1-1,1 0 0,0 1 1,0-1-1,0 1 0,0-1 0,0 1 1,1-1-1,-1 0 0,1 1 0,0-1 1,0 0-1,0 0 0,1 1 0,-1-1 1,4 5-1,-4-7-5,1 1 0,0 0 0,0-1 0,-1 1 0,1-1 0,0 0 0,0 0 0,0 0 0,1 0 0,-1 0 0,0 0 0,0 0 0,0-1 0,1 1 0,-1-1 1,0 1-1,1-1 0,-1 0 0,0 0 0,1 0 0,-1-1 0,1 1 0,-1 0 0,0-1 0,0 1 0,1-1 0,-1 0 0,0 0 0,0 0 0,0 0 0,2-2 0,2 0-22,0 0-1,-1-1 0,0 0 1,0 0-1,0 0 1,-1 0-1,1-1 1,-1 0-1,0 0 1,0 0-1,-1-1 0,0 1 1,1-1-1,-2 0 1,4-7-1,-2 0 15,0 0 1,-1 0-1,0 0 0,-1-1 1,0 1-1,-1-18 0,-1 44 22,0 2 11,0 0 0,1 0 0,5 27 0,-4-36-23,0 0 0,0 1 0,1-1 1,0 0-1,0 0 0,1-1 0,-1 1 0,1-1 1,1 0-1,-1 0 0,9 8 0,-10-10-149,0 0 0,0-1-1,1 1 1,-1-1 0,1 0 0,0 0-1,7 3 1,16 0-5173,-7-5-1043</inkml:trace>
</inkml:ink>
</file>

<file path=ppt/ink/ink1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28.940"/>
    </inkml:context>
    <inkml:brush xml:id="br0">
      <inkml:brushProperty name="width" value="0.035" units="cm"/>
      <inkml:brushProperty name="height" value="0.035" units="cm"/>
    </inkml:brush>
  </inkml:definitions>
  <inkml:trace contextRef="#ctx0" brushRef="#br0">1 242 11659,'0'0'3176,"5"12"-2877,26 43 154,-14-26-193,-1 1 0,21 52 0,-40-103-242,1-1 0,1 1 0,1-1 0,1 1 0,1-1 0,1 1 0,1 0 0,1 0 0,0 0 0,2 0 0,0 1 0,2 0-1,11-21 1,-12 29-109,1 0 0,-1 1-1,2 0 1,0 0-1,0 1 1,14-10-1,-15 13-1318,0 1-1,0 0 1,1 0-1,21-7 1,-2 4-5882</inkml:trace>
</inkml:ink>
</file>

<file path=ppt/ink/ink1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29.281"/>
    </inkml:context>
    <inkml:brush xml:id="br0">
      <inkml:brushProperty name="width" value="0.035" units="cm"/>
      <inkml:brushProperty name="height" value="0.035" units="cm"/>
    </inkml:brush>
  </inkml:definitions>
  <inkml:trace contextRef="#ctx0" brushRef="#br0">122 276 12876,'0'0'1890,"6"-9"-1586,1-5-129,0 0 0,0 0-1,-1-1 1,-1 1-1,-1-2 1,5-29 0,-4 21-164,-3 13-7,1 1-1,-2-1 1,0 0 0,0 0 0,-1 0-1,-1-15 1,0 25-2,1 0 0,0 0 1,-1 0-1,1 0 0,-1 0 0,1 0 0,-1 0 0,0 0 0,1 0 0,-1 0 1,0 0-1,0 1 0,0-1 0,1 0 0,-1 0 0,0 1 0,0-1 0,0 1 1,0-1-1,0 1 0,0-1 0,0 1 0,0 0 0,0-1 0,-1 1 0,1 0 1,0 0-1,0 0 0,0 0 0,0 0 0,0 0 0,0 0 0,0 0 1,-1 0-1,1 1 0,0-1 0,0 0 0,0 1 0,0-1 0,0 0 0,0 1 1,0 0-1,-1 0 0,-4 1 27,0 1 0,0 0 1,0 0-1,0 1 0,1-1 1,-6 6-1,0 2 158,0 0-1,2 1 1,-1 0 0,1 1-1,1 0 1,-8 15-1,12-20-127,1-1-1,0 1 1,0 0-1,0 0 1,1 0-1,0 0 0,1 1 1,0-1-1,0 0 1,1 1-1,0-1 1,2 16-1,-1-20-54,1 0 0,-1-1 0,1 1 0,0-1 0,0 1 0,1-1 0,-1 0 0,1 0 0,-1 0 0,1 0 0,0 0 0,0-1 0,0 1 0,0-1 0,1 0 0,-1 0 0,1 0 0,-1 0 0,1-1 0,0 1 0,0-1 0,-1 0 0,1 0 0,0-1 0,0 1 0,4-1 0,16 3 5,0-1 0,47-3 0,-62 1-11,11-1-328,0-1 0,-1-1 0,1-1 0,-1 0 0,37-15 0,23-18-5083</inkml:trace>
</inkml:ink>
</file>

<file path=ppt/ink/ink1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35.542"/>
    </inkml:context>
    <inkml:brush xml:id="br0">
      <inkml:brushProperty name="width" value="0.035" units="cm"/>
      <inkml:brushProperty name="height" value="0.035" units="cm"/>
    </inkml:brush>
  </inkml:definitions>
  <inkml:trace contextRef="#ctx0" brushRef="#br0">6180 316 8072,'0'0'3037,"-5"-1"-2642,-43-2 86,23 2-225,0 0 0,1-2 0,-28-7 1,-186-65 452,-139-33 391,273 91-1101,-1 4 0,0 5-1,-141 7 1,-314 58-4,131 2 22,-884 153 88,1177-182-196,2 5 0,2 7-1,1 5 1,3 6-1,2 5 1,3 6 0,-208 143-1,165-80 101,-290 286 1,367-318-4,5 3-1,4 4 1,5 4 0,-84 154 0,129-201-10,2 0 1,3 2-1,3 1 0,2 1 0,-13 78 1,27-102 2,1 0 1,2-1-1,2 1 1,1 0 0,2 0-1,2 0 1,1 0 0,3-1-1,0 0 1,16 41-1,0-22-2,1-1-1,3-1 1,3-1-1,1-1 1,4-2-1,1-2 1,2-1-1,2-2 0,3-2 1,1-1-1,2-3 1,2-2-1,1-2 1,2-2-1,1-3 1,2-2-1,102 39 0,-56-34 9,0-5 0,2-4-1,1-5 1,0-5-1,204 5 1,-79-25 147,379-55-1,392-141 740,-17-78 450,-398 56 105,-448 157-811,-2-5 1,136-99-1,-232 141-583,-2-1 0,-1-3 0,-1-1-1,-2-1 1,-1-2 0,-2-1 0,-2-1 0,-2-2-1,27-53 1,37-61-19,48-94 30,-127 223-51,-2 0 1,-1-1-1,-1 0 0,5-38 0,4-112 6,-12 109-1,8-247 6,5-74 18,-7 304-24,-1 13-12,-2-142 1,-8 191-6,-1 1 1,-1 1-1,-1-1 0,0 0 1,-2 1-1,-1 0 1,-1 0-1,0 1 1,-2 0-1,-21-35 0,12 30-4,-2 1-1,0 0 0,-1 2 0,-1 0 1,-1 2-1,-1 0 0,-39-22 1,15 14-1275,-1 3 1,-1 1-1,-71-21 1,47 18-1979,14-3-1366</inkml:trace>
</inkml:ink>
</file>

<file path=ppt/ink/ink1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10.187"/>
    </inkml:context>
    <inkml:brush xml:id="br0">
      <inkml:brushProperty name="width" value="0.035" units="cm"/>
      <inkml:brushProperty name="height" value="0.035" units="cm"/>
    </inkml:brush>
  </inkml:definitions>
  <inkml:trace contextRef="#ctx0" brushRef="#br0">186 482 8520,'0'0'2851,"-10"-3"-1469,6 2-1321,0 0-1,0 0 1,0 0-1,0 0 1,-1 1-1,1-1 0,0 1 1,0 0-1,0 1 1,-1-1-1,1 1 1,0 0-1,0 0 0,0 0 1,0 0-1,0 1 1,0-1-1,0 1 1,0 0-1,1 0 0,-1 1 1,1-1-1,-1 1 1,-2 3-1,-1 0-6,1 0-1,-1 1 0,1 0 1,1 0-1,-1 1 0,1-1 1,0 1-1,1 0 1,0 1-1,0-1 0,1 1 1,0-1-1,1 1 1,0 0-1,0 0 0,1 0 1,0 1-1,0-1 0,1 0 1,0 0-1,1 0 1,3 18-1,-3-25-52,0 1 1,-1-1-1,1 0 0,0 0 1,0 0-1,0 0 0,1 0 1,-1 0-1,0-1 0,1 1 1,-1 0-1,1 0 0,0-1 1,-1 1-1,1-1 0,0 0 0,0 1 1,0-1-1,0 0 0,0 0 1,0 0-1,0-1 0,0 1 1,0 0-1,1-1 0,-1 1 1,0-1-1,0 0 0,1 0 1,-1 0-1,3 0 0,-1-1 7,0 1-1,1-1 1,-1 0 0,0-1-1,0 1 1,0-1-1,-1 0 1,1 0-1,0 0 1,-1 0-1,1 0 1,-1-1 0,1 0-1,-1 0 1,0 0-1,3-3 1,4-11 28,1 1 0,-2-1 0,0-1 1,-1 1-1,-1-1 0,-1-1 0,0 0 0,-2 1 1,0-1-1,2-31 0,-1-23 36,-6-103 0,0 151-64,1 4 20,-1 0 0,-1 0 0,-1 0 0,0 0 0,-2 1 0,-1-1 0,-13-32 0,9 42 256,4 14-114,-1 22-117,7 1-36,1-1-1,1 1 1,1-1-1,2 0 1,0 0 0,2 0-1,0-1 1,15 33-1,2-5 11,2-1 0,54 80 0,-30-67 1,-46-60-64,0 0-1,0-1 1,0 0 0,0 1 0,1-1-1,0-1 1,-1 1 0,1-1 0,0 1-1,0-2 1,0 1 0,9 2 0,-12-4 16,-1 0 0,1 0 0,0 0 0,-1 0 0,1 0 0,0 0 0,-1-1 0,1 1 0,0 0 0,-1-1 0,1 1 0,-1-1 0,1 0 0,-1 1 0,1-1 0,-1 0 0,0 0 0,1 0 0,-1 0 0,0 0 0,0 0 0,2-2 0,0-1 8,0 0 0,-1 0 0,0-1-1,1 1 1,-2 0 0,1-1 0,2-8 0,0-5 34,-1-1 0,1-36-1,-3-23 1293,15 114-853,-9-24-437,9 19-7,2 0 0,0-1 0,24 27 1,9-6-2777,-40-45-1928,-3-5-913</inkml:trace>
</inkml:ink>
</file>

<file path=ppt/ink/ink1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10.341"/>
    </inkml:context>
    <inkml:brush xml:id="br0">
      <inkml:brushProperty name="width" value="0.035" units="cm"/>
      <inkml:brushProperty name="height" value="0.035" units="cm"/>
    </inkml:brush>
  </inkml:definitions>
  <inkml:trace contextRef="#ctx0" brushRef="#br0">25 73 9769,'0'0'-32,"-21"-49"160,18 36-128,3 4 32,2 8-96,11 1-1153,7 0 160,5 0-769,1 0-2081</inkml:trace>
</inkml:ink>
</file>

<file path=ppt/ink/ink1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10.701"/>
    </inkml:context>
    <inkml:brush xml:id="br0">
      <inkml:brushProperty name="width" value="0.035" units="cm"/>
      <inkml:brushProperty name="height" value="0.035" units="cm"/>
    </inkml:brush>
  </inkml:definitions>
  <inkml:trace contextRef="#ctx0" brushRef="#br0">256 0 7944,'0'0'4131,"-8"2"-3122,-9 2-543,0 0-1,0 1 0,1 1 0,-28 13 1,40-17-396,0 0 0,0 0 1,0 1-1,0-1 0,1 1 0,-1 0 1,1 0-1,-1 0 0,1 1 1,0-1-1,0 1 0,1 0 1,-1 0-1,1 0 0,0 0 0,0 0 1,0 0-1,1 0 0,-1 1 1,1-1-1,0 1 0,0-1 1,1 1-1,-1 9 0,2-11-69,-1 1-1,1-1 0,1 1 0,-1-1 1,0 0-1,1 0 0,0 1 0,-1-1 1,1 0-1,1 0 0,-1-1 0,0 1 1,1 0-1,-1-1 0,1 1 0,0-1 1,0 0-1,5 3 0,69 36 15,-40-24-3,-30-13-9,0 0 0,-1 1-1,1-1 1,-1 1 0,0 0-1,0 1 1,-1 0-1,1 0 1,6 10 0,-11-14-3,0 0 0,0 0 1,0 0-1,0 0 0,0 0 0,-1 1 1,1-1-1,-1 0 0,0 0 1,1 1-1,-1-1 0,0 0 0,0 0 1,-1 1-1,1-1 0,0 0 1,-1 0-1,1 1 0,-1-1 0,0 0 1,0 0-1,0 0 0,0 0 1,0 0-1,0 0 0,0 0 0,-1 0 1,1-1-1,-1 1 0,1 0 1,-1-1-1,0 1 0,1-1 1,-1 0-1,0 1 0,0-1 0,-4 1 1,-8 7 8,0-2 0,-1 0 0,0-1 0,0-1 0,-1 0 0,0-1 0,0 0 0,0-1 0,0-1 0,0-1 0,0 0 0,-25-3 0,39 2-19,1 0 1,-1 0-1,0 0 0,0 0 0,0-1 0,0 1 1,0-1-1,0 0 0,0 1 0,1-1 1,-1 0-1,0 0 0,0 0 0,1 0 1,-1 0-1,1 0 0,-1-1 0,1 1 0,0 0 1,-1-1-1,1 1 0,0-1 0,0 0 1,0 1-1,0-1 0,0 0 0,0 0 1,1 1-1,-1-1 0,0 0 0,1 0 0,-1-3 1,1-3-572,-1 1 0,2 0 0,-1-1 0,1 1 0,0 0 0,0 0 0,5-14 0,11-25-4597</inkml:trace>
</inkml:ink>
</file>

<file path=ppt/ink/ink1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10.904"/>
    </inkml:context>
    <inkml:brush xml:id="br0">
      <inkml:brushProperty name="width" value="0.035" units="cm"/>
      <inkml:brushProperty name="height" value="0.035" units="cm"/>
    </inkml:brush>
  </inkml:definitions>
  <inkml:trace contextRef="#ctx0" brushRef="#br0">0 1 13453,'0'0'2178,"34"76"-1506,-23-28-191,1 3-161,1 2-224,2 2-32,1 3-32,-1-3-64,0 0 32,-4-5 0,-4-7-1473,0-15-3203,-6-10-2115</inkml:trace>
</inkml:ink>
</file>

<file path=ppt/ink/ink1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11.403"/>
    </inkml:context>
    <inkml:brush xml:id="br0">
      <inkml:brushProperty name="width" value="0.035" units="cm"/>
      <inkml:brushProperty name="height" value="0.035" units="cm"/>
    </inkml:brush>
  </inkml:definitions>
  <inkml:trace contextRef="#ctx0" brushRef="#br0">1 178 4100,'0'0'9673,"0"-9"-8162,0 6-1417,0 0-1,0-1 1,0 1 0,0 0-1,1 0 1,-1 0 0,1-1 0,0 1-1,0 0 1,0 0 0,0 0-1,1 1 1,-1-1 0,1 0 0,0 0-1,-1 1 1,1-1 0,1 1-1,-1-1 1,0 1 0,0 0 0,1 0-1,0 0 1,-1 0 0,1 1-1,4-3 1,22-11 143,-1 1 0,2 1 0,0 2 0,0 1 0,1 1 0,0 2 0,1 1 0,-1 2 0,46-1 0,-72 6-234,-1 0-1,0 0 0,1 1 1,-1 0-1,0 0 1,0 0-1,0 0 0,0 1 1,0-1-1,0 1 0,-1 0 1,1 0-1,-1 1 0,0-1 1,0 1-1,0-1 0,0 1 1,-1 0-1,1 0 0,2 8 1,3 4 7,0 1 0,-1 0 1,9 34-1,-13-32-10,0-1 0,-1 0 0,-1 24 0,-4-36 28,-5-13 34,-5-14 35,9 11-95,1-1-1,1 1 1,0-1-1,0 0 1,1 0-1,0 0 1,1 0 0,0 1-1,1-1 1,0 0-1,5-19 1,-5 26-3,1-1 1,-1 1-1,1-1 0,0 1 1,0 0-1,0-1 0,0 1 1,1 0-1,0 1 1,0-1-1,0 0 0,0 1 1,0 0-1,1-1 0,-1 2 1,1-1-1,0 0 1,0 1-1,0-1 0,0 1 1,1 0-1,-1 0 0,0 1 1,1-1-1,-1 1 1,1 0-1,0 1 0,-1-1 1,7 1-1,-1 0 48,-1 1 1,1 1-1,-1-1 0,0 2 0,0-1 1,0 1-1,0 1 0,0 0 0,-1 0 1,1 0-1,-1 1 0,0 0 0,-1 1 1,11 9-1,-11-8-335,0 0 1,0 0-1,-1 1 1,0-1-1,0 1 1,-1 1-1,8 15 1,-11-18-643,0 0 1,0 0-1,0 0 1,-1 1-1,1-1 1,-2 1-1,1 7 1,-1 2-9385</inkml:trace>
</inkml:ink>
</file>

<file path=ppt/ink/ink1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11.557"/>
    </inkml:context>
    <inkml:brush xml:id="br0">
      <inkml:brushProperty name="width" value="0.035" units="cm"/>
      <inkml:brushProperty name="height" value="0.035" units="cm"/>
    </inkml:brush>
  </inkml:definitions>
  <inkml:trace contextRef="#ctx0" brushRef="#br0">0 0 9865,'0'0'577</inkml:trace>
</inkml:ink>
</file>

<file path=ppt/ink/ink1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42.472"/>
    </inkml:context>
    <inkml:brush xml:id="br0">
      <inkml:brushProperty name="width" value="0.035" units="cm"/>
      <inkml:brushProperty name="height" value="0.035" units="cm"/>
    </inkml:brush>
  </inkml:definitions>
  <inkml:trace contextRef="#ctx0" brushRef="#br0">31 1 5317,'-4'10'27,"-3"13"-10,2 0 1,0 1 0,1-1-1,1 1 1,1 36 0,8 135 629,-6-193-637,6 84 339,20 590-73,-29-639-1723</inkml:trace>
</inkml:ink>
</file>

<file path=ppt/ink/ink1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42.859"/>
    </inkml:context>
    <inkml:brush xml:id="br0">
      <inkml:brushProperty name="width" value="0.035" units="cm"/>
      <inkml:brushProperty name="height" value="0.035" units="cm"/>
    </inkml:brush>
  </inkml:definitions>
  <inkml:trace contextRef="#ctx0" brushRef="#br0">1 1 5381,'0'0'1810,"2"10"-1816,75 506 2864,-67-440-2715,22 504-1868,-32-520-1387</inkml:trace>
</inkml:ink>
</file>

<file path=ppt/ink/ink1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44.309"/>
    </inkml:context>
    <inkml:brush xml:id="br0">
      <inkml:brushProperty name="width" value="0.035" units="cm"/>
      <inkml:brushProperty name="height" value="0.035" units="cm"/>
    </inkml:brush>
  </inkml:definitions>
  <inkml:trace contextRef="#ctx0" brushRef="#br0">627 48 8040,'0'0'26,"-5"-7"76,1 0-80,2 4-21,1 1 1,0-1-1,-1 1 0,1-1 0,-1 1 0,0 0 0,0-1 0,0 1 1,0 0-1,0 0 0,0 1 0,-5-4 0,5 5-56,1-1 1,0 1-1,-1 0 0,1 0 0,0 0 1,-1 0-1,1 0 0,-1 0 1,1 0-1,0 0 0,-1 1 0,1-1 1,0 0-1,-1 1 0,1-1 1,0 1-1,0 0 0,-1-1 0,1 1 1,0 0-1,0 0 0,-2 1 0,-27 26-73,19-17 68,-83 73-119,-275 272 3497,365-351-3313,-32 39 23,35-42-33,-1 0 1,1 0-1,0 0 0,0 0 1,-1 0-1,1 0 1,1 0-1,-1 0 1,0 1-1,0-1 1,1 0-1,0 0 0,-1 1 1,1-1-1,0 0 1,0 1-1,0-1 1,0 0-1,1 4 1,0-5-12,0 0 0,0 0 0,0 0-1,1 0 1,-1 0 0,0 0 0,1-1 0,-1 1 0,0 0 0,1-1 0,-1 1 0,1-1 0,-1 1 0,1-1 0,-1 0 0,1 1 0,-1-1 0,1 0 0,-1 0 0,1 0 0,-1 0 0,1-1 0,-1 1 0,3-1 0,38-8-1938,3-16-1462</inkml:trace>
</inkml:ink>
</file>

<file path=ppt/ink/ink1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44.589"/>
    </inkml:context>
    <inkml:brush xml:id="br0">
      <inkml:brushProperty name="width" value="0.035" units="cm"/>
      <inkml:brushProperty name="height" value="0.035" units="cm"/>
    </inkml:brush>
  </inkml:definitions>
  <inkml:trace contextRef="#ctx0" brushRef="#br0">55 54 8040,'0'0'21,"-6"-8"-710,-18-25-261,24 32 844,-1 0 0,1 0-1,-1 0 1,1 1 0,-1-1-1,0 0 1,1 0 0,-1 1 0,0-1-1,1 1 1,-1-1 0,0 0-1,0 1 1,1-1 0,-1 1 0,0 0-1,0-1 1,0 1 0,0 0-1,0 0 1,0-1 0,-1 1 0,-5 13-1026,7 25 768,2-33 369,-1-1-1,1 1 0,0 0 1,1 0-1,-1-1 0,1 0 1,0 1-1,0-1 0,0 0 1,1 0-1,-1 0 0,1-1 1,0 0-1,8 6 0,66 39 490,-73-45-433,82 42 1212,155 90 2497,-204-110-3527,-2 1 1,-1 1 0,-1 2 0,36 41 0,-14-4-1921</inkml:trace>
</inkml:ink>
</file>

<file path=ppt/ink/ink1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45.167"/>
    </inkml:context>
    <inkml:brush xml:id="br0">
      <inkml:brushProperty name="width" value="0.035" units="cm"/>
      <inkml:brushProperty name="height" value="0.035" units="cm"/>
    </inkml:brush>
  </inkml:definitions>
  <inkml:trace contextRef="#ctx0" brushRef="#br0">66 1 6983,'0'0'-417,"-7"2"380,2 0 41,0 0-1,1 0 1,-1 1 0,0 0-1,1 0 1,-1 0 0,1 0 0,-6 7-1,9-9 21,0 0 0,0 0 0,0 0 0,0 0 0,0 0 0,1 0-1,-1 0 1,0 0 0,1 1 0,-1-1 0,1 0 0,-1 0 0,1 1 0,0-1 0,-1 0-1,1 1 1,0-1 0,0 0 0,0 1 0,0-1 0,0 0 0,0 1 0,0-1-1,0 0 1,1 0 0,-1 1 0,1-1 0,-1 0 0,1 1 0,-1-1 0,1 0 0,-1 0-1,1 0 1,0 0 0,0 0 0,0 0 0,0 0 0,-1 0 0,1 0 0,1 0-1,-1 0 1,0-1 0,0 1 0,0 0 0,0-1 0,0 1 0,3 0 0,37 20 1519,74 25 1,23 10-286,-96-33-1085,0 2 1,-2 2-1,54 46 1,96 107-235,-161-152 63,-20-18-66,-7-7-83,1 0 0,0 0 0,-1 0 0,1-1 0,1 1 0,-1-1-1,0 0 1,7 4 0,-5-8-1705,-5-9-390</inkml:trace>
</inkml:ink>
</file>

<file path=ppt/ink/ink1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9T11:19:45.477"/>
    </inkml:context>
    <inkml:brush xml:id="br0">
      <inkml:brushProperty name="width" value="0.035" units="cm"/>
      <inkml:brushProperty name="height" value="0.035" units="cm"/>
    </inkml:brush>
  </inkml:definitions>
  <inkml:trace contextRef="#ctx0" brushRef="#br0">720 43 7303,'0'0'347,"1"-7"176,7-21 160,-8 28-668,0 0-1,0 0 0,0-1 1,0 1-1,0 0 0,0 0 1,0-1-1,0 1 0,0 0 1,0 0-1,0-1 0,0 1 1,0 0-1,0 0 0,-1-1 1,1 1-1,0 0 0,0 0 1,0 0-1,0-1 0,0 1 1,0 0-1,-1 0 0,1 0 1,0-1-1,0 1 0,0 0 1,0 0-1,-1 0 0,1 0 1,0 0-1,0-1 0,-1 1 1,1 0-1,0 0 0,0 0 1,0 0-1,-1 0 0,1 0 1,0 0-1,0 0 0,-1 0 1,1 0-1,0 0 0,0 0 1,-1 0-1,1 0 0,0 0 0,0 0 1,-1 0-1,1 0 0,0 0 1,0 0-1,0 1 0,-1-1 1,1 0-1,0 0 0,0 0 1,0 0-1,-1 1 0,-13 5 121,-11 13 525,0 2 0,1 0 0,-26 31 0,-11 11-150,-39 29-142,-119 118 69,177-166-764,2 2 0,-63 97 0,88-117-2807</inkml:trace>
</inkml:ink>
</file>

<file path=ppt/ink/ink1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19.709"/>
    </inkml:context>
    <inkml:brush xml:id="br0">
      <inkml:brushProperty name="width" value="0.025" units="cm"/>
      <inkml:brushProperty name="height" value="0.025" units="cm"/>
    </inkml:brush>
  </inkml:definitions>
  <inkml:trace contextRef="#ctx0" brushRef="#br0">18 3533 609,'0'0'7409,"-15"-2"-6239,13 1 2182,38-2-2751,0-1-1,0-2 1,0-1 0,-1-3-1,56-21 1,77-19-57,-144 45-492,-1-1 1,0-1 0,-1-1-1,1-2 1,-2 0-1,1-1 1,22-16 0,-14 5 160,-1-1 1,-1-2 0,46-53 0,-18 9 69,-3-3 0,-3-2-1,-4-3 1,-2-1 0,48-126 0,63-223 16,-123 329-101,25-80 408,40-205 0,15-128-179,-83 386-379,5 9-29,5 2 1,97-199-1,-110 257 1,37-75 23,-53 113-43,1 0 0,1 1 1,0 1-1,27-28 0,-34 39 2,1 1 0,-1-1 0,1 1 0,0 0 0,1 0 0,-1 1-1,1-1 1,0 2 0,0-1 0,0 1 0,0 0 0,0 0-1,0 1 1,0 0 0,1 0 0,-1 1 0,0 0 0,1 0-1,-1 1 1,13 2 0,-10-1 0,0 1 1,0 1-1,0 0 0,-1 0 0,1 0 0,-1 2 1,0-1-1,0 1 0,-1 0 0,0 1 0,0 0 0,0 0 1,11 15-1,10 18 46,34 64 1,3 5 14,-38-64 46,26 57 1,-34-61 12,2-1 1,34 48 0,-15-33 23,-2 2 1,-2 2-1,-4 2 0,40 95 1,199 527 1967,-142-226-1320,-67-208-94,-50-210-635,2 0 0,1-2 0,2 1 0,1-2 0,2-1 1,2 0-1,1-2 0,1 0 0,2-2 0,51 47 0,-51-55-34,2 0 1,0-2-1,2-1 1,0-1 0,1-2-1,1-1 1,0-2-1,1-1 1,1-1 0,0-2-1,64 9 1,95 18-27,-137-23 82,2-3-1,0-2 1,68 1 0,-127-10-55,-18-5-891,-5-5-2505,-9-10-2759</inkml:trace>
</inkml:ink>
</file>

<file path=ppt/ink/ink1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20.758"/>
    </inkml:context>
    <inkml:brush xml:id="br0">
      <inkml:brushProperty name="width" value="0.025" units="cm"/>
      <inkml:brushProperty name="height" value="0.025" units="cm"/>
    </inkml:brush>
  </inkml:definitions>
  <inkml:trace contextRef="#ctx0" brushRef="#br0">17 138 5733,'0'12'134,"34"323"1975,-37-338 2904,-5-12-3981,-9-25-1195,9-6 165,1 0 0,2-1 0,3 1 0,3-55 0,0 77-1,-1 23 6,-1-1 0,1 1 0,0 0 0,0 0 0,0 0 0,0 0 0,0-1 0,0 1 0,1 0 0,-1 0 0,0 0 0,0 0 0,1 0 0,-1 0 0,1-1 0,-1 1 0,1 0 0,0 0 0,-1 0 0,1 1 0,0-1 0,-1 0 0,1 0 0,2-1 0,-2 2 13,0 0 0,0 0 0,0 0 0,0 0 0,0 1 0,0-1 0,0 0 1,0 1-1,0-1 0,0 1 0,0-1 0,0 1 0,0-1 0,0 1 0,0 0 0,0-1 0,0 1 1,0 0-1,1 1 0,37 48 736,-39-50-754,26 40 311,-14-20-267,0 0-1,2 0 1,0-1-1,2-1 1,0 0 0,0-1-1,26 19 1,-41-35-21,0 0 1,0 0-1,1 0 0,-1-1 1,0 1-1,0 0 1,1-1-1,-1 1 1,0-1-1,1 1 1,-1-1-1,0 1 0,1-1 1,-1 0-1,1 0 1,-1 0-1,1 0 1,-1 0-1,1 0 0,-1 0 1,0 0-1,3-1 1,-3 0 47,0 0 0,0 0-1,0 0 1,0 0 0,0 0 0,0 0 0,0-1 0,0 1 0,-1 0 0,1 0 0,0-1 0,-1 1-1,1 0 1,-1-1 0,1 1 0,-1-1 0,0 1 0,1-2 0,0-11 377,-1 1 1,0-1-1,-3-24 1,2 28-673,-3-17 289,-1 1 0,-11-31 0,10 36-172,0-1-1,1 1 1,1-1-1,-1-29 1,6 51-307,0-1-1,-1 1 1,1-1-1,0 1 1,0 0-1,0-1 1,0 1-1,0 0 1,0 0-1,0 0 1,0 0 0,0 0-1,0 0 1,0 0-1,0 0 1,-1 0-1,1 0 1,2 1-1,9 2-3457</inkml:trace>
</inkml:ink>
</file>

<file path=ppt/ink/ink1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21.382"/>
    </inkml:context>
    <inkml:brush xml:id="br0">
      <inkml:brushProperty name="width" value="0.025" units="cm"/>
      <inkml:brushProperty name="height" value="0.025" units="cm"/>
    </inkml:brush>
  </inkml:definitions>
  <inkml:trace contextRef="#ctx0" brushRef="#br0">2 156 5637,'0'0'7495,"0"8"-6459,0 20-384,-1-14-448,0 1 1,2-1-1,-1 1 1,2 0 0,5 23-1,-6-35-198,0 1 1,0-1-1,1 0 1,-1 0-1,1 0 0,0 0 1,0 0-1,0 0 0,0 0 1,0 0-1,1-1 1,-1 0-1,1 1 0,0-1 1,0 0-1,0 0 0,0 0 1,0 0-1,0-1 1,0 1-1,0-1 0,1 0 1,-1 0-1,0 0 0,1 0 1,-1-1-1,1 1 1,-1-1-1,1 0 0,3 0 1,-3-1 0,0 1 1,-1-1-1,1 1 0,0-1 1,-1 0-1,1 0 1,-1-1-1,1 1 0,-1-1 1,0 0-1,1 0 1,-1 0-1,0 0 0,0 0 1,0-1-1,-1 1 1,1-1-1,-1 0 0,1 0 1,-1 0-1,0 0 1,0 0-1,0 0 1,0-1-1,-1 1 0,1-1 1,0-5-1,-1 6-8,0 0 1,0-1-1,0 1 1,-1 0-1,1-1 0,-1 1 1,0 0-1,0-1 0,-1 1 1,1 0-1,-1-1 0,1 1 1,-1 0-1,0 0 0,0-1 1,0 1-1,-1 0 1,1 0-1,-1 0 0,0 1 1,0-1-1,0 0 0,0 0 1,0 1-1,0 0 0,-1-1 1,1 1-1,-1 0 0,0 0 1,0 0-1,-3-1 1,-52-15-151,50 16 100,-1 0 0,1 0 0,-1-1 0,1 0 0,0 0 0,-13-8 0,21 11-40,0 0-1,-1 0 0,1 0 1,-1-1-1,1 1 1,0 0-1,-1 0 0,1-1 1,0 1-1,-1 0 0,1-1 1,0 1-1,-1 0 0,1-1 1,0 1-1,0-1 1,-1 1-1,1 0 0,0-1 1,0 1-1,0-1 0,0 1 1,-1 0-1,1-1 0,0 1 1,0-1-1,0 1 0,0-1 1,0 1-1,0-1 1,0 1-1,0-1 0,1 1 1,-1 0-1,0-1 0,0 1 1,0-1-1,18-11-1766,24 1 1454,-30 10 741,0 0-1,0 1 0,0 0 1,0 1-1,0 0 1,0 1-1,-1 1 0,16 4 1,7 6 564,45 23 0,-21-9-793,-82-63 2508,15 23-2408,5 7-201,1 0-1,-1 0 1,1 0 0,0-1-1,1 1 1,-1-1-1,1 1 1,-2-15 0,4 19-19,0 0 0,0-1 1,0 1-1,0 0 1,0-1-1,1 1 0,-1 0 1,1-1-1,-1 1 1,1 0-1,0 0 1,0-1-1,0 1 0,0 0 1,1 0-1,-1 0 1,0 0-1,1 0 0,-1 1 1,1-1-1,0 0 1,0 1-1,-1-1 1,1 1-1,0 0 0,0-1 1,1 1-1,-1 0 1,3-1-1,15-5-1853,0 0 0,28-4 0,-19 4-2218</inkml:trace>
</inkml:ink>
</file>

<file path=ppt/ink/ink1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22.006"/>
    </inkml:context>
    <inkml:brush xml:id="br0">
      <inkml:brushProperty name="width" value="0.025" units="cm"/>
      <inkml:brushProperty name="height" value="0.025" units="cm"/>
    </inkml:brush>
  </inkml:definitions>
  <inkml:trace contextRef="#ctx0" brushRef="#br0">12 21 9577,'0'0'7372,"1"9"-7313,16 56-16,-12-49-103,0 0 0,0 1 1,-2-1-1,3 27 0,-6-42 60,0-1-1,0 0 1,0 0 0,0 0 0,-1 1 0,1-1-1,0 0 1,0 0 0,0 0 0,-1 0 0,1 1-1,0-1 1,0 0 0,0 0 0,-1 0-1,1 0 1,0 0 0,0 0 0,-1 0 0,1 1-1,0-1 1,0 0 0,-1 0 0,1 0 0,0 0-1,0 0 1,-1 0 0,1 0 0,0 0-1,0 0 1,-1-1 0,1 1 0,0 0 0,0 0-1,-1 0 1,1 0 0,0 0 0,0 0 0,-1 0-1,1-1 1,0 1 0,0 0 0,0 0-1,0 0 1,-1 0 0,1-1 0,0 1 0,0 0-1,0 0 1,0 0 0,0-1 0,-1 1 0,1 0-1,-11-10 18,6 2-12,1 1 0,0-1 0,1 0 0,-1 0 0,2 0 0,-1 0-1,1-1 1,0 1 0,1-1 0,0 1 0,0-15 0,2 22-7,0 0 0,-1 0 0,1 0 1,0 0-1,0 0 0,0 1 0,0-1 0,-1 0 0,1 0 1,0 1-1,0-1 0,0 1 0,0-1 0,1 1 0,-1-1 1,0 1-1,0-1 0,0 1 0,0 0 0,0 0 0,1 0 0,-1-1 1,0 1-1,0 0 0,0 1 0,1-1 0,-1 0 0,2 1 1,39 3-10,-25 0 11,-1 1 0,0 0 0,1 2 0,-2 0 0,1 0 0,-1 2 0,18 13 0,-43-25 80,-12-9 0,19 10-55,1-1 0,-1 1-1,1 0 1,0-1 0,0 1 0,0-1-1,0 0 1,0 0 0,0 0 0,1 0-1,0 0 1,-1 0 0,1 0 0,0 0-1,1-1 1,-1 1 0,0 0 0,1-1-1,0 1 1,0 0 0,0-5 0,1 5-4,0 1 1,0-1 0,0 0 0,0 1-1,1-1 1,-1 1 0,1-1 0,0 1 0,0 0-1,0 0 1,0 0 0,0 0 0,0 0-1,0 0 1,1 0 0,-1 1 0,0-1 0,1 1-1,0 0 1,-1 0 0,1 0 0,0 0-1,0 0 1,3 0 0,5-2-3,-1 2 0,0-1 0,0 1 0,0 1 1,1-1-1,-1 2 0,0 0 0,1 0 0,-1 1 0,18 5 0,27 11-3279,-37-12 956,-3-2-1876,2-3-2077</inkml:trace>
</inkml:ink>
</file>

<file path=ppt/ink/ink1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22.615"/>
    </inkml:context>
    <inkml:brush xml:id="br0">
      <inkml:brushProperty name="width" value="0.025" units="cm"/>
      <inkml:brushProperty name="height" value="0.025" units="cm"/>
    </inkml:brush>
  </inkml:definitions>
  <inkml:trace contextRef="#ctx0" brushRef="#br0">194 404 14061,'0'0'230,"-9"-3"394,-1-1-397,0 1 0,0 0 0,-1 1 0,1 1 0,0-1-1,-1 1 1,-18 2 0,26-1-205,-1 0 1,1 0-1,-1 1 1,0-1-1,1 1 0,0 0 1,-1 0-1,1 1 1,-1-1-1,1 1 0,0 0 1,0-1-1,0 1 1,0 1-1,0-1 0,0 0 1,1 1-1,-1-1 1,1 1-1,0 0 0,0 0 1,0 0-1,0 0 1,0 0-1,0 0 0,1 0 1,0 1-1,-1-1 1,1 1-1,0 4 0,0-3-23,0 0-1,1 0 1,0 0-1,0 0 1,0 0-1,0 0 0,1 0 1,0 1-1,0-1 1,1-1-1,-1 1 1,3 6-1,-2-9-7,-1 1 0,0-1 0,1 0-1,-1 1 1,1-1 0,0 0 0,-1 0 0,1 0 0,0 0-1,0-1 1,1 1 0,-1 0 0,0-1 0,1 1 0,-1-1 0,0 0-1,1 0 1,0 0 0,-1 0 0,1 0 0,-1-1 0,1 1-1,5-1 1,-6 0-2,-1 1-1,0-2 0,1 1 1,-1 0-1,0 0 0,1 0 0,-1-1 1,0 1-1,0-1 0,1 1 1,-1-1-1,0 1 0,0-1 1,0 0-1,1 1 0,-1-1 1,0 0-1,0 0 0,0 0 1,0 0-1,-1 0 0,1 0 1,1-2-1,12-32 30,1-2 121,-13 37-142,0 0 0,-1 0 0,1 0 0,0 0 0,-1 0-1,1 0 1,0 1 0,-1-1 0,1 0 0,0 1-1,-1 0 1,1-1 0,-1 1 0,1 0 0,-1 0-1,3 1 1,3 2-1,-2-2 7,0 0 0,0 0 0,1-1 0,-1 1 1,1-1-1,-1-1 0,1 1 0,-1-1 0,1 0 0,-1 0 0,1 0 1,-1-1-1,1 0 0,-1 0 0,1 0 0,-1-1 0,0 1 1,1-1-1,-1-1 0,0 1 0,0-1 0,-1 0 0,1 0 1,-1 0-1,1-1 0,-1 1 0,0-1 0,0 0 0,4-6 1,-1 0 3,0-1 1,-1 0 0,0 0 0,-1 0 0,0-1 0,-1 0 0,-1 1 0,1-2 0,-2 1 0,0 0-1,0 0 1,0-16 0,-2 2-23,0 0 0,-2 0-1,-7-41 1,6 56 17,1 0-1,-2 0 1,0 1 0,0-1-1,-1 1 1,0 0 0,0 0-1,-1 0 1,-1 1 0,-13-16 0,19 24 28,1 1 0,0-1 0,0 1 0,-1-1 1,1 1-1,0-1 0,-1 1 0,1-1 0,-1 1 1,1-1-1,0 1 0,-1 0 0,1-1 1,-1 1-1,1 0 0,-1 0 0,1-1 0,-1 1 1,0 0-1,1 0 0,-1 0 0,1-1 0,-1 1 1,1 0-1,-1 0 0,0 0 0,1 0 0,-1 0 1,1 0-1,-1 0 0,0 0 0,1 1 0,-1-1 1,1 0-1,-1 0 0,0 1 0,-4 22 316,13 34-283,-3-39-6,0-1-1,1 0 0,1 0 1,1 0-1,0-1 0,1 0 1,1-1-1,15 19 0,-19-26-275,1 0 0,1 0 0,-1-1-1,2 0 1,-1 0 0,0-1 0,1 0 0,1 0 0,-1-1-1,1 0 1,-1-1 0,1 0 0,0-1 0,1 0-1,14 3 1,3-5-5119</inkml:trace>
</inkml:ink>
</file>

<file path=ppt/ink/ink1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27.102"/>
    </inkml:context>
    <inkml:brush xml:id="br0">
      <inkml:brushProperty name="width" value="0.025" units="cm"/>
      <inkml:brushProperty name="height" value="0.025" units="cm"/>
    </inkml:brush>
  </inkml:definitions>
  <inkml:trace contextRef="#ctx0" brushRef="#br0">69 120 7687,'0'0'2056,"2"12"-1896,5 22 265,1 0 0,2-1 0,1 0 0,20 42 0,-13-37-220,-3 2 1,-1 0-1,10 52 0,-23-92-153,-1 0-1,0 1 0,0-1 0,0 0 0,0 0 0,0 0 0,0 0 0,1 1 0,-1-1 1,0 0-1,0 0 0,0 1 0,0-1 0,0 0 0,0 0 0,0 0 0,0 1 0,0-1 0,0 0 1,0 0-1,0 0 0,0 1 0,0-1 0,0 0 0,0 0 0,-1 0 0,1 1 0,0-1 0,0 0 1,0 0-1,0 0 0,0 1 0,0-1 0,-1 0 0,1 0 0,0 0 0,0 0 0,0 0 0,0 1 1,-1-1-1,1 0 0,0 0 0,0 0 0,0 0 0,-1 0 0,1 0 0,0 0 0,0 0 0,0 0 1,-1 0-1,1 0 0,0 0 0,-1 0 0,-13-9 672,-13-22-784,-5-19 24,2-1 0,3-2 0,-24-64 0,29 67 52,22 50-13,0-1 0,0 1-1,-1 0 1,1 0 0,0-1 0,0 1 0,0 0 0,0-1 0,0 1-1,0 0 1,0-1 0,-1 1 0,1 0 0,0-1 0,0 1 0,0-1-1,0 1 1,0 0 0,1-1 0,-1 1 0,0 0 0,0-1-1,0 1 1,0 0 0,0-1 0,0 1 0,0 0 0,1 0 0,-1-1-1,0 1 1,0 0 0,1-1 0,-1 1 0,14-1 108,31 16 132,-17-5-161,-22-9-73,-1 0-1,1 0 0,0 0 0,0-1 0,0 0 0,0 0 0,0 0 0,0-1 1,0 0-1,0 0 0,0-1 0,-1 1 0,1-1 0,0 0 0,-1-1 1,1 0-1,-1 1 0,0-2 0,0 1 0,0 0 0,-1-1 0,7-6 1,-5 2 4,0 1 0,-1-1 0,1-1 1,-1 1-1,-1-1 0,0 1 1,0-1-1,-1-1 0,0 1 1,-1 0-1,1-1 0,-2 1 0,1-12 1,-1 7-25,2-9 98,2 22-79,4 12-83,10 19 98,2-2 0,1 0 0,1-1 0,1-1 0,2-2 0,0 0 0,34 22 0,-59-45-233,1 0 0,0 1 0,-1-1 0,1 1 0,-1 0 0,0 0 0,1-1-1,-1 1 1,0 0 0,0 0 0,1 3 0,1 13-5573,-3-10 472</inkml:trace>
</inkml:ink>
</file>

<file path=ppt/ink/ink1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27.775"/>
    </inkml:context>
    <inkml:brush xml:id="br0">
      <inkml:brushProperty name="width" value="0.025" units="cm"/>
      <inkml:brushProperty name="height" value="0.025" units="cm"/>
    </inkml:brush>
  </inkml:definitions>
  <inkml:trace contextRef="#ctx0" brushRef="#br0">173 155 8904,'0'0'5307,"-3"-8"-4528,2 6-713,0-1-1,0 0 1,0 1-1,-1-1 1,1 1-1,-1-1 1,1 1-1,-1 0 1,0 0 0,0 0-1,0 0 1,-4-3-1,3 3 43,-1 1 0,0-1 0,0 1 0,1 0 0,-1 0 0,0 0 0,0 0 0,0 1 0,0 0 0,-9 0-1,10 0-91,-1 0 0,0 0 0,0 0-1,0 1 1,0-1 0,0 1-1,1 0 1,-1 0 0,0 1 0,1-1-1,-1 1 1,1 0 0,-1 0-1,1 0 1,0 0 0,0 1 0,0-1-1,-5 6 1,5-4-23,0 0 1,1 0-1,-1 1 0,1-1 0,0 1 1,1 0-1,-1-1 0,1 1 0,0 0 1,0 0-1,0 0 0,1 0 0,-1 0 1,2 8-1,-1-11-18,0 0 0,1 0-1,-1 0 1,1 0 0,0 0 0,0-1-1,0 1 1,0 0 0,0 0 0,0 0 0,0-1-1,0 1 1,1-1 0,-1 1 0,0-1 0,1 1-1,0-1 1,-1 0 0,1 0 0,0 1-1,0-1 1,-1 0 0,1-1 0,0 1 0,0 0-1,0-1 1,0 1 0,0-1 0,0 1 0,3-1-1,-3 1-11,1-1 0,-1 0-1,0 0 1,1 0 0,-1 0 0,0 0-1,1 0 1,-1 0 0,0-1-1,0 1 1,1-1 0,-1 1 0,0-1-1,0 0 1,0 0 0,0 0-1,0 0 1,0-1 0,0 1 0,0-1-1,0 1 1,0-1 0,-1 1-1,1-1 1,-1 0 0,1 0 0,0-2-1,0-1 155,0 0 0,-1 0 0,0 0 0,0 0 0,-1 0 0,1 0 0,-1 0 0,-1-6 0,1 3 592,0 7-565,12 0-133,-1-1-1,0 1 1,1 1-1,20 1 1,-23 0-8,-1 0-1,1-1 1,0 0 0,0-1 0,0 1 0,17-5 0,-23 3 0,0 1 0,0-1 0,0 0 1,0 0-1,0 0 0,-1 0 0,1 0 0,-1 0 0,1-1 0,-1 1 0,0-1 0,0 0 0,0 1 0,0-1 1,0 0-1,-1 0 0,1-1 0,-1 1 0,0 0 0,0 0 0,0-1 0,1-5 0,-1 2 4,1 0 0,-1 0-1,-1 0 1,1 0 0,-1 0-1,0 0 1,-1 0 0,1 0-1,-1 0 1,-1 0 0,-3-11-1,52 38 122,-35-14-177,0-1 0,0-1 0,1 0 0,-1-1 0,1 0-1,23 1 1,12-9-3861,-32-3-89,-6-5-1531</inkml:trace>
</inkml:ink>
</file>

<file path=ppt/ink/ink1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28.536"/>
    </inkml:context>
    <inkml:brush xml:id="br0">
      <inkml:brushProperty name="width" value="0.025" units="cm"/>
      <inkml:brushProperty name="height" value="0.025" units="cm"/>
    </inkml:brush>
  </inkml:definitions>
  <inkml:trace contextRef="#ctx0" brushRef="#br0">24 52 12556,'0'0'128,"-3"-7"160,0-2 7,2 6-131,1 0-1,-1 0 0,0 0 0,0 0 0,0 1 0,-1-1 0,1 0 1,0 1-1,-1-1 0,0 1 0,-3-4 0,29 54 318,51 82-286,77 118-38,-162-308 766,3 34-920,2 0 0,0 0-1,2 0 1,1 0 0,2-42-1,0 67-8,0 0-1,0 0 1,0 0-1,0-1 1,0 1-1,0 0 1,0 0-1,0 0 1,1 0-1,-1 0 1,0 0-1,1 0 1,-1 0-1,1 0 1,-1 0-1,1 0 1,0 0-1,-1 0 1,1 1-1,0-1 1,0 0-1,-1 0 1,1 1-1,0-1 1,0 0-1,0 1 1,0-1-1,0 1 1,0-1-1,0 1 1,0 0-1,0-1 1,0 1-1,0 0 1,0 0-1,0-1 1,0 1-1,0 0 1,3 0-1,-3 1-12,1-1 1,-1 1-1,1-1 0,-1 1 0,1 0 1,-1-1-1,1 1 0,-1 0 1,0 0-1,0 0 0,1 0 0,-1 0 1,0 0-1,0 0 0,0 1 0,0-1 1,0 0-1,0 1 0,0-1 0,-1 0 1,1 1-1,0-1 0,-1 1 1,1-1-1,-1 1 0,0-1 0,1 3 1,-1 2-147,0-1 0,0 1-1,0-1 1,-1 1 0,1 0 0,-1-1 0,-1 1 0,1-1 0,-1 0 0,0 1 0,0-1 0,-1 0 0,-5 9 0,-3 8-92,10-20 254,0 0-1,0 0 1,0 0 0,1 0-1,-1 0 1,0 1 0,1-1-1,0 0 1,-1 0 0,1 1-1,0-1 1,0 0 0,1 0 0,-1 1-1,0-1 1,1 0 0,-1 0-1,1 1 1,0-1 0,0 0-1,2 3 1,-1-1 7,1 0-1,0-1 1,0 1-1,0-1 1,1 0-1,-1 0 1,1 0-1,-1-1 1,1 1-1,6 2 1,1 0 13,0 0 1,1-1 0,-1 0-1,1-1 1,-1-1-1,1 0 1,20 2 0,-29-5 17,1 1 0,0 0 1,-1-1-1,1 0 1,0 0-1,-1 0 0,0 0 1,1-1-1,-1 1 0,0-1 1,1 0-1,-1 0 1,0 0-1,0-1 0,-1 1 1,1 0-1,0-1 0,-1 0 1,1 0-1,-1 0 1,0 0-1,0 0 0,0 0 1,-1 0-1,3-7 1,3-8 467,0-2 0,-2 1 0,6-34 1,-3 13 166,-6 31-579,0-1-1,1 2 1,0-1 0,0 0-1,1 0 1,0 1 0,1 0-1,0 0 1,0 0 0,10-10-1,-12 15-82,1 0 1,0 0-1,1 0 0,-1 0 0,0 1 0,1-1 0,-1 1 1,1 0-1,0 1 0,0-1 0,0 1 0,0 0 1,0 0-1,0 1 0,0-1 0,0 1 0,0 0 1,0 0-1,0 1 0,10 2 0,-8-2 2,-1 1 0,1 0 0,-1 0 0,0 1 0,0 0 0,1 0 0,-2 0 0,1 1 0,0 0 0,-1 0 0,0 0 0,8 9 0,-11-11-10,-1-1 1,1 1-1,-1 0 0,0 0 0,1 0 0,-1 0 1,0 0-1,0 0 0,-1 0 0,1 0 1,0 0-1,-1 1 0,1-1 0,-1 0 0,0 0 1,1 1-1,-1-1 0,0 0 0,-1 0 1,1 1-1,0-1 0,-1 0 0,1 0 0,-1 0 1,0 1-1,1-1 0,-1 0 0,0 0 0,0 0 1,-1 0-1,1 0 0,0 0 0,-1-1 1,1 1-1,-1 0 0,1-1 0,-1 1 0,0-1 1,0 0-1,-2 2 0,-12 9-1004,0-2 1,-31 16-1,-5-4-3886</inkml:trace>
</inkml:ink>
</file>

<file path=ppt/ink/ink1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30.451"/>
    </inkml:context>
    <inkml:brush xml:id="br0">
      <inkml:brushProperty name="width" value="0.025" units="cm"/>
      <inkml:brushProperty name="height" value="0.025" units="cm"/>
    </inkml:brush>
  </inkml:definitions>
  <inkml:trace contextRef="#ctx0" brushRef="#br0">17 37 1666,'0'-9'544,"0"1"-416,0 1 545,-1 2-1,-2 1-607,-1 1-97,1 3-129,0-1-159,2 1-641,-1 0-1057</inkml:trace>
</inkml:ink>
</file>

<file path=ppt/ink/ink1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07.688"/>
    </inkml:context>
    <inkml:brush xml:id="br0">
      <inkml:brushProperty name="width" value="0.025" units="cm"/>
      <inkml:brushProperty name="height" value="0.025" units="cm"/>
    </inkml:brush>
  </inkml:definitions>
  <inkml:trace contextRef="#ctx0" brushRef="#br0">423 0 2851,'0'0'205,"0"0"0,1 0 0,-1 0 1,0 0-1,1 1 0,-1-1 0,0 0 1,0 0-1,1 0 0,-1 0 0,0 0 1,0 1-1,1-1 0,-1 0 0,0 0 0,0 1 1,0-1-1,1 0 0,-1 0 0,0 1 1,0-1-1,0 0 0,0 0 0,0 1 1,1-1-1,-1 0 0,0 1 0,0-1 1,0 0-1,0 1 0,0-1 0,0 0 1,0 0-1,0 1 0,0-1 0,0 1 0,-3 18 1848,-9 17-1423,-162 297 3368,89-183-3117,-68 109 1671,151-256-2586,4-10-2542,4-15-2496</inkml:trace>
</inkml:ink>
</file>

<file path=ppt/ink/ink1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0:25.950"/>
    </inkml:context>
    <inkml:brush xml:id="br0">
      <inkml:brushProperty name="width" value="0.025" units="cm"/>
      <inkml:brushProperty name="height" value="0.025" units="cm"/>
    </inkml:brush>
  </inkml:definitions>
  <inkml:trace contextRef="#ctx0" brushRef="#br0">328 0 1698,'0'0'4404,"-3"10"-3806,1-2-444,0-1 0,0 1 0,-1-1 0,0 1 1,0-1-1,-1 0 0,0-1 0,0 1 0,-1 0 1,1-1-1,-2 0 0,1 0 0,0-1 0,-1 1 0,0-1 1,-13 8-1,-19 4 362,-72 23 1,23-10-317,80-23-445,17 1 177,22 2 249,-29-9-124,83 20 316,-55-15-632,0 1-1,-1 2 1,0 1 0,-1 1 0,0 2 0,36 21 0,-54-25-2384,-3-2-997</inkml:trace>
</inkml:ink>
</file>

<file path=ppt/ink/ink1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25.092"/>
    </inkml:context>
    <inkml:brush xml:id="br0">
      <inkml:brushProperty name="width" value="0.025" units="cm"/>
      <inkml:brushProperty name="height" value="0.025" units="cm"/>
    </inkml:brush>
  </inkml:definitions>
  <inkml:trace contextRef="#ctx0" brushRef="#br0">12 1 2338,'0'0'9358,"-8"14"-8690,6 1-513,1 0 0,0 1 0,1-1 0,1 1 0,1-1 0,0 1 0,1-1 0,0 0 0,7 15 0,0 11 40,-4-14-91,1 3 121,-1 0 0,-1 1 0,0 30 0,-15-48-2514,8-11 136,-4 5-3233</inkml:trace>
</inkml:ink>
</file>

<file path=ppt/ink/ink1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33.965"/>
    </inkml:context>
    <inkml:brush xml:id="br0">
      <inkml:brushProperty name="width" value="0.025" units="cm"/>
      <inkml:brushProperty name="height" value="0.025" units="cm"/>
    </inkml:brush>
  </inkml:definitions>
  <inkml:trace contextRef="#ctx0" brushRef="#br0">248 51 5990,'-1'-2'221,"1"0"1,-1 0 0,1-1 0,-1 1-1,0 0 1,1 0 0,-1-1 0,0 1 0,-1 0-1,1 0 1,0 0 0,-1 0 0,1 1-1,-1-1 1,1 0 0,-1 1 0,0-1-1,0 1 1,0-1 0,1 1 0,-2 0-1,1 0 1,0 0 0,0 0 0,0 0-1,0 0 1,-1 0 0,1 1 0,0-1-1,0 1 1,-5 0 0,2-1-147,0 0 0,1 1 0,-1 0 0,0 0 0,1 0 0,-1 1 0,0-1 0,1 1 0,-1 0 0,1 0 0,-1 1 0,1-1 0,-1 1 0,1 0 0,-6 4 0,2 2 22,1 0 1,-1 1 0,2 0 0,-1 0 0,1 0-1,1 1 1,0-1 0,0 2 0,-6 19 0,2 0 182,1 1 1,-5 38 0,5-11-40,3 0 0,2 59 0,3-92-214,2 0 0,1-1 0,0 1 0,2-1 0,1 0 0,1 0 0,14 32 0,-18-51-23,-1 1 0,1-1 0,-1-1 0,1 1 0,1 0 0,-1-1 0,1 1 1,0-1-1,0 0 0,0 0 0,0-1 0,1 1 0,-1-1 0,1 0 0,0 0 0,0-1 0,0 1 0,0-1 0,1 0 0,-1-1 0,0 1 0,1-1 0,0 0 0,-1 0 0,1-1 0,-1 0 0,7 0 0,-1-1-2,-1-1-1,1-1 1,-1 0 0,1 0 0,-1-1 0,0 0 0,-1 0 0,1-1 0,-1-1 0,0 0 0,0 0-1,0 0 1,9-11 0,1-2-444,-1-1 0,0-1 0,-2 0 0,22-38 0,-22 30-1670,-2 0-1,0 0 0,12-47 1,-16 36-2394</inkml:trace>
</inkml:ink>
</file>

<file path=ppt/ink/ink1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34.915"/>
    </inkml:context>
    <inkml:brush xml:id="br0">
      <inkml:brushProperty name="width" value="0.025" units="cm"/>
      <inkml:brushProperty name="height" value="0.025" units="cm"/>
    </inkml:brush>
  </inkml:definitions>
  <inkml:trace contextRef="#ctx0" brushRef="#br0">69 164 5189,'0'0'1938,"-7"5"53,1-1-1544,1 0 1,0 1-1,0 0 1,0 0-1,1 0 1,-1 1-1,1-1 0,0 1 1,-3 8-1,5-11-309,0 1-1,1-1 0,0 1 1,-1 0-1,1-1 1,1 1-1,-1 0 0,0-1 1,1 1-1,0 0 0,0 0 1,0 0-1,0-1 1,1 1-1,-1 0 0,1 0 1,0-1-1,0 1 0,0 0 1,1-1-1,-1 1 0,3 3 1,1-1-105,-1 0 1,1 0-1,0-1 1,1 1-1,-1-1 0,1 0 1,0-1-1,0 0 1,0 0-1,1 0 1,0 0-1,-1-1 0,1 0 1,0-1-1,1 0 1,-1 0-1,0 0 0,1-1 1,-1 0-1,1 0 1,-1-1-1,15-1 1,-20 1-37,-1 0 0,1 0 0,-1 0 0,1 0 0,-1-1 0,0 1 0,1-1 0,-1 1 0,1-1 0,-1 1 0,0-1 0,1 0 0,-1 0 0,0 0 0,0 1 0,0-1 0,0 0 1,0 0-1,0-1 0,0 1 0,0 0 0,0 0 0,0 0 0,0-1 0,-1 1 0,1 0 0,-1-1 0,1 1 0,-1-1 0,1 1 0,-1 0 0,0-1 0,1 1 0,-1-1 0,0 1 0,0-1 1,0 1-1,-1-1 0,1 1 0,0-1 0,0 1 0,-1-1 0,0-2 0,0 1-67,0-1 0,-1 1-1,1-1 1,-1 1 0,1 0 0,-1 0 0,0-1-1,0 1 1,-1 1 0,1-1 0,0 0-1,-1 0 1,0 1 0,0 0 0,0-1 0,0 1-1,-4-2 1,-1 2 15,-1-1 0,0 2 0,0-1 0,0 1-1,0 1 1,0-1 0,-13 2 0,-40-3 69,61 2-6,1 0 0,-1 0 0,1 0 0,-1 0 0,0 0 0,1 0 0,-1 0 1,1 0-1,-1-1 0,1 1 0,-1 0 0,1 0 0,-1 0 0,1-1 0,0 1 0,-1 0 0,1-1 0,-1 1 0,1 0 0,0-1 0,-1 1 0,1 0 0,0-1 0,-1 1 0,1-1 0,0 1 0,-1-1 0,1 1 0,0-1 0,0 1 1,0-1-1,0 1 0,-1-2 0,12-14 71,25-8-10,-27 19-50,0 1-1,0 0 1,1 1-1,0 0 1,0 0 0,0 1-1,0 0 1,0 1-1,0 0 1,0 1 0,0 0-1,1 0 1,-1 1-1,0 1 1,0 0 0,0 0-1,0 1 1,-1 0 0,1 0-1,-1 1 1,1 1-1,-1 0 1,-1 0 0,1 0-1,-1 1 1,0 0-1,0 1 1,0 0 0,-1 0-1,0 1 1,-1 0 0,0 0-1,0 0 1,0 1-1,-1 0 1,4 11 0,-8-11 255,-10-16-129,-11-16-15,15 15-120,0 0 0,1 0 0,0-1 0,0 0 0,1 0 0,0 0-1,1 0 1,0-1 0,0 1 0,1 0 0,0-1 0,1-9 0,0 18-11,0-1 0,0 1 0,0 0 0,0-1 0,1 1 1,-1 0-1,0-1 0,1 1 0,-1 0 0,1 0 1,-1-1-1,1 1 0,-1 0 0,1 0 0,0 0 0,0 0 1,0 0-1,-1 0 0,1 0 0,0 0 0,0 0 0,0 0 1,0 1-1,1-1 0,0-1 0,1 1-3,0 0 1,0 1-1,0-1 0,0 0 0,0 1 0,0 0 0,1 0 1,-1 0-1,0 0 0,5 1 0,0 1 21,0-1-1,0 1 1,-1 1-1,1-1 1,-1 2-1,1-1 1,-1 1-1,7 4 1,-4 1 14,35 25 61,-43-33-86,-1 0 0,1 0 0,0 0 0,0 0 0,0 0 0,0 0 0,1 0 0,-1 0 1,0-1-1,0 1 0,0-1 0,1 0 0,-1 0 0,0 0 0,0 0 0,0 0 0,1 0 1,-1 0-1,0-1 0,3 0 0,-3-2 8,-1 0 0,1 1 0,-1-1 0,0 0 0,1 0 0,-1 0 1,0 0-1,-1 0 0,1-1 0,-1 1 0,1 0 0,-1 0 0,0 0 0,0-1 0,0 1 0,-1-3 1,1-4-15,0-1-5,1 0 1,1 0-1,-1 0 0,2 0 1,0 1-1,0-1 0,0 1 1,7-12-1,-9 19 4,1 1 0,-1 0 0,1 0 0,-1-1 0,1 1 1,0 0-1,0 1 0,0-1 0,0 0 0,0 0 0,0 1 0,0-1 0,1 1 0,-1 0 0,0 0 0,4-2 0,-3 3 3,0 0 0,0 0-1,1 0 1,-1 0 0,0 0 0,0 0-1,0 1 1,0-1 0,0 1 0,0 0-1,-1 0 1,1 0 0,0 1-1,0-1 1,-1 0 0,1 1 0,4 3-1,3 3 15,-1-1 0,-1 1 0,1 1 0,-1 0 0,-1 0 0,1 0 1,-1 1-1,-1 0 0,0 0 0,-1 1 0,0 0 0,0 0 0,-1 0 0,-1 0 0,0 1 0,0 0 0,1 13 0,-25-48 325,17 13-338,0-1-1,0 1 1,1-1-1,0 0 1,1 0-1,0-1 1,0 1 0,2 0-1,-1 0 1,1-1-1,3-13 1,-3 22-2,0-1 1,1 1 0,-1-1 0,1 1 0,0 0 0,0-1 0,1 1 0,-1 0 0,1 0 0,-1 0 0,1 0 0,0 0-1,0 0 1,0 0 0,1 1 0,-1-1 0,1 1 0,-1-1 0,1 1 0,0 0 0,0 0 0,0 1 0,0-1-1,0 0 1,0 1 0,0 0 0,1 0 0,-1 0 0,0 0 0,1 0 0,-1 1 0,1-1 0,-1 1 0,1 0 0,-1 0-1,1 0 1,-1 1 0,1-1 0,4 2 0,-3 0 28,0 0 0,-1 0 0,1 0-1,0 0 1,-1 1 0,0 0 0,1 0 0,-1 0-1,-1 1 1,1-1 0,0 1 0,-1 0 0,0 0 0,5 7-1,17 29-782,-9-4-3489,-14-25-1433</inkml:trace>
</inkml:ink>
</file>

<file path=ppt/ink/ink1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35.053"/>
    </inkml:context>
    <inkml:brush xml:id="br0">
      <inkml:brushProperty name="width" value="0.025" units="cm"/>
      <inkml:brushProperty name="height" value="0.025" units="cm"/>
    </inkml:brush>
  </inkml:definitions>
  <inkml:trace contextRef="#ctx0" brushRef="#br0">36 127 13293,'0'0'2402,"-35"-47"-1890,35 36-448,9 0-192,11-3-576,4 2-610,3-5-1280,4 2-1762</inkml:trace>
</inkml:ink>
</file>

<file path=ppt/ink/ink1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35.940"/>
    </inkml:context>
    <inkml:brush xml:id="br0">
      <inkml:brushProperty name="width" value="0.025" units="cm"/>
      <inkml:brushProperty name="height" value="0.025" units="cm"/>
    </inkml:brush>
  </inkml:definitions>
  <inkml:trace contextRef="#ctx0" brushRef="#br0">95 375 6374,'0'0'8563,"-5"10"-8061,-2 6-97,0 0 1,2 0 0,0 0 0,1 1-1,-3 25 1,6-37-368,0 1-1,0 0 1,1 0 0,-1-1-1,2 1 1,-1 0-1,0 0 1,1 0 0,0-1-1,1 1 1,-1 0-1,1-1 1,0 0-1,0 1 1,1-1 0,0 0-1,0 0 1,0 0-1,0 0 1,1-1 0,0 1-1,6 5 1,-9-9-37,0 0 0,0-1 0,-1 1 0,1-1 1,0 1-1,0-1 0,0 1 0,-1-1 0,1 0 1,0 1-1,0-1 0,0 0 0,0 0 0,0 0 0,0 1 1,0-1-1,0 0 0,0 0 0,0 0 0,0-1 0,-1 1 1,1 0-1,0 0 0,0 0 0,0-1 0,0 1 1,0 0-1,1-1 0,-1-1 3,0 1 0,1-1 1,-1 1-1,0-1 0,0 1 1,0-1-1,0 0 0,0 1 0,-1-1 1,1 0-1,0 0 0,-1 0 1,1-2-1,1-9 20,0-1 0,-1 1 0,0-16 0,-1 24-22,-1-40 3,-3 1 0,-1-1-1,-2 1 1,-13-45 0,0 21-73,-52-118 0,60 167 350,11 35-219,10 36-67,4-1 62,3 0-1,28 66 0,-39-105-52,1 0 1,0-1-1,1 1 0,0-1 0,0 0 1,1-1-1,1 0 0,0 0 1,0-1-1,1 0 0,0-1 1,1 0-1,0 0 0,0-1 0,17 8 1,-24-13-3,1-1-1,-1 0 1,1 1 0,-1-2 0,1 1 0,-1 0 0,1-1 0,0 0 0,-1 0 0,1 0-1,0-1 1,-1 0 0,1 0 0,-1 0 0,1 0 0,-1 0 0,0-1 0,1 0 0,-1 0-1,0 0 1,0-1 0,0 1 0,-1-1 0,1 0 0,-1 0 0,1 0 0,-1-1-1,0 1 1,0-1 0,0 1 0,-1-1 0,5-8 0,-2 2-2,0 0 0,0-1 0,-1 1-1,0-1 1,-1 0 0,0 0 0,-1-1 0,0 1 0,-1 0 0,0-1 0,-1 1 0,-1-17-1,1 28 1,0 0-1,0-1 1,0 1-1,0 0 1,0-1-1,0 1 0,0 0 1,0-1-1,0 1 1,-1 0-1,1-1 1,0 1-1,0 0 0,0 0 1,0-1-1,0 1 1,-1 0-1,1-1 1,0 1-1,0 0 0,0 0 1,-1-1-1,1 1 1,0 0-1,0 0 1,-1 0-1,1-1 0,0 1 1,-1 0-1,1 0 1,0 0-1,-1 0 1,1 0-1,0 0 0,0 0 1,-1 0-1,1 0 1,0 0-1,-1 0 0,-14 8 28,-8 18 8,18-16-41,1 0 1,-1 0-1,1 0 1,1 1-1,0-1 1,1 1-1,0 0 1,0 0-1,1 0 1,0 11-1,1-18 3,0 0 0,1-1 0,-1 1 0,1 0 0,0-1-1,0 1 1,0-1 0,0 0 0,1 1 0,-1-1 0,1 0 0,0 1 0,0-1 0,3 4-1,-3-6 3,0 1 0,0 0-1,1-1 1,-1 1-1,1-1 1,-1 0-1,1 0 1,-1 0 0,1 0-1,0 0 1,0 0-1,-1-1 1,1 1-1,0-1 1,0 0-1,0 0 1,-1 0 0,1 0-1,0 0 1,0-1-1,3 0 1,-1 0 2,0-1 0,1 0 0,-1 1 1,0-2-1,0 1 0,0 0 0,-1-1 0,1 0 0,-1 0 1,1-1-1,7-7 0,39-52-19,-43 52 10,0 0 0,0 0 1,1 1-1,0 0 0,19-15 0,-27 24 6,0 0 1,1 0-1,-1 1 1,0-1-1,1 0 1,-1 0-1,1 1 1,-1-1-1,1 1 1,-1-1-1,1 1 1,-1-1-1,1 1 1,-1 0-1,1 0 0,0 0 1,-1 0-1,1 0 1,0 0-1,-1 0 1,1 1-1,-1-1 1,4 2-1,-2 0-3,0 0 0,-1 0 0,1 0 0,-1 1 1,1-1-1,-1 1 0,0 0 0,3 4 0,-3-4 7,0-1 1,0 1 0,0 0 0,0-1-1,1 1 1,-1-1 0,1 0 0,0 0-1,5 4 1,-8-6-1,1 0 0,0 0-1,0 0 1,-1 0 0,1 0 0,0 0 0,0 0-1,0-1 1,-1 1 0,1 0 0,0 0 0,0 0-1,-1-1 1,1 1 0,0 0 0,0-1 0,-1 1-1,1-1 1,-1 1 0,1-1 0,0 1 0,-1-1-1,1 1 1,-1-1 0,1 0 0,-1 1 0,1-1-1,-1 0 1,0 1 0,1-1 0,-1 0 0,0 0-1,0 1 1,1-1 0,-1 0 0,0-1 0,10-37 136,-8 31-94,0 1 9,-1 1-1,1-1 1,1 1-1,-1-1 1,1 1-1,0 0 1,1 0-1,-1 0 1,9-9 0,-11 13-48,1 1 0,-1 0 1,1 0-1,0 0 1,0-1-1,-1 1 1,1 1-1,0-1 1,0 0-1,0 0 1,0 1-1,0-1 0,0 1 1,0 0-1,0-1 1,0 1-1,0 0 1,0 0-1,0 1 1,0-1-1,0 0 1,0 0-1,0 1 0,0 0 1,0-1-1,0 1 1,0 0-1,0 0 1,0 0-1,0 0 1,-1 0-1,1 0 1,-1 1-1,1-1 1,-1 0-1,3 3 0,3 3-389,14 12 441,-9-13-8114</inkml:trace>
</inkml:ink>
</file>

<file path=ppt/ink/ink1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36.499"/>
    </inkml:context>
    <inkml:brush xml:id="br0">
      <inkml:brushProperty name="width" value="0.025" units="cm"/>
      <inkml:brushProperty name="height" value="0.025" units="cm"/>
    </inkml:brush>
  </inkml:definitions>
  <inkml:trace contextRef="#ctx0" brushRef="#br0">0 199 6246,'0'0'2626,"10"-5"-4457,-3 1 1791,0 0-1,0 1 1,0 0-1,0 0 1,1 1-1,-1 0 1,1 0-1,-1 1 1,1 0-1,0 0 1,-1 1-1,1 0 1,0 0-1,0 1 1,-1 0-1,16 4 1,-9 0 880,0 1 1,0 1 0,16 10 0,-21-11-203,1 0 1,0-1 0,0 0-1,0-1 1,0 0-1,1 0 1,15 2 0,-25-6-631,1 0 1,-1-1 0,1 1 0,-1-1 0,0 1 0,0-1-1,1 1 1,-1-1 0,0 0 0,0 0 0,0 1-1,0-1 1,0 0 0,0 0 0,0 0 0,0 0-1,0 0 1,0 0 0,0-1 0,-1 1 0,1 0-1,0 0 1,-1-1 0,1 1 0,-1 0 0,1-2-1,14-47 648,-10 30 20,-4 17-618,-1 1 1,1-1-1,0 0 0,0 1 0,0-1 0,0 1 1,0-1-1,0 1 0,1 0 0,-1 0 0,1-1 1,-1 1-1,1 0 0,0 0 0,0 0 0,0 1 1,0-1-1,0 0 0,1 1 0,-1 0 0,0-1 1,1 1-1,-1 0 0,1 0 0,-1 0 1,1 0-1,-1 1 0,1-1 0,0 1 0,4-1 1,-6 1-56,1 0 1,0 0 0,-1 0 0,1-1 0,0 1 0,-1-1 0,1 1-1,-1-1 1,1 0 0,-1 1 0,1-1 0,-1 0 0,0 0 0,1 0 0,-1 0-1,0 0 1,0 0 0,1-1 0,-1 1 0,0 0 0,0-1 0,1-1-1,11-38 22,0 4 849,-13 36-840,1 1-1,-1 0 0,0 0 1,1-1-1,-1 1 1,0 0-1,1 0 0,-1 0 1,0 0-1,1-1 0,-1 1 1,0 0-1,1 0 1,-1 0-1,1 0 0,-1 0 1,0 0-1,1 0 1,-1 0-1,1 0 0,-1 0 1,0 0-1,1 0 1,-1 1-1,0-1 0,1 0 1,-1 0-1,0 0 1,1 0-1,-1 1 0,0-1 1,1 0-1,-1 0 1,0 1-1,1-1 0,-1 0 1,0 0-1,0 1 1,1-1-1,-1 0 0,0 1 1,13 16-56,-12-16 83,59 88 229,-4 2 1,61 135 0,-95-174-279,-2 1 0,-2 1 0,-3 1-1,-2 0 1,-2 0 0,4 71 0,-14-118-4,-1-1-1,0 0 1,0 1 0,-1-1-1,0 0 1,0 1-1,-1-1 1,0 0 0,0 0-1,-4 8 1,4-11-32,0-1 1,-1 1-1,0-1 1,0 1-1,0-1 1,0 0-1,0 0 1,0 0-1,-1-1 1,0 1-1,1-1 1,-1 0-1,0 0 1,0 0-1,0 0 1,0-1-1,0 0 1,-6 2-1,-16 1-1707,0 0 0,-1-2 0,-27 0 0,-36-2-8209</inkml:trace>
</inkml:ink>
</file>

<file path=ppt/ink/ink1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37.201"/>
    </inkml:context>
    <inkml:brush xml:id="br0">
      <inkml:brushProperty name="width" value="0.025" units="cm"/>
      <inkml:brushProperty name="height" value="0.025" units="cm"/>
    </inkml:brush>
  </inkml:definitions>
  <inkml:trace contextRef="#ctx0" brushRef="#br0">7 290 17392,'0'0'118,"-2"-8"79,2 6-179,-2-3-7,1 0-1,0 0 0,1 0 0,-1 0 0,1-1 1,0 1-1,0 0 0,1 0 0,0 0 0,0 0 0,0 0 1,0 0-1,1 0 0,3-7 0,3-3 10,-1 0 0,-1 0 0,0-1 0,-1 1 0,0-1 0,-1 0 0,-1-1-1,-1 1 1,0 0 0,-1-21 0,-3 34 131,-3 10-92,-4 11-18,3 7-24,2 0 0,1 1 0,1 0 0,1 0 0,1-1 1,1 1-1,1 0 0,2 0 0,1-1 0,0 0 0,2 0 0,1 0 0,1-1 0,18 34 0,-23-51-19,0-1-1,1 1 0,0-1 1,0 0-1,1 0 1,11 9-1,-16-14 2,0 0 0,1 0 1,-1 0-1,0 0 0,0 0 0,1-1 0,-1 1 1,1 0-1,-1-1 0,0 1 0,1-1 0,-1 1 1,1-1-1,-1 0 0,1 0 0,-1 0 0,1 0 1,-1 0-1,1 0 0,0 0 0,-1 0 0,1 0 1,-1-1-1,0 1 0,1-1 0,-1 1 0,1-1 1,-1 0-1,0 1 0,1-1 0,-1 0 0,0 0 1,0 0-1,1 0 0,-1 0 0,0 0 0,0 0 1,0 0-1,0-1 0,0 1 0,-1 0 0,1-1 1,0 0-1,8-19 26,-1 1 0,0-1 0,-2-1 0,-1 1 0,0-1 0,1-25 0,11-48 328,-17 94-341,0-1 0,1 0-1,-1 0 1,1 1 0,-1-1-1,1 0 1,-1 1 0,1-1-1,0 1 1,0-1 0,0 1-1,0-1 1,0 1 0,0 0-1,0-1 1,0 1 0,1 0-1,-1 0 1,2-2 0,-2 3-8,0 0-1,0 0 1,0 0 0,0 0 0,0 0 0,0 1-1,0-1 1,0 0 0,0 0 0,0 1 0,0-1-1,0 1 1,0-1 0,0 1 0,0-1 0,0 1-1,-1-1 1,1 1 0,0 0 0,0-1 0,-1 1-1,1 0 1,0 1 0,6 7 15,0 0 1,-1 1-1,-1 0 1,6 13-1,36 105 86,-25-62-76,-17-95 757,-4-24 24,-1 33-791,0 0 0,2-1 0,0 1-1,9-37 1,-10 53-22,0 0-1,1 0 0,-1 0 0,1 0 0,-1 0 0,1 1 0,1-1 0,-1 1 0,0-1 0,1 1 0,-1 0 0,1 0 1,0 0-1,0 0 0,0 1 0,1-1 0,-1 1 0,1 0 0,-1 0 0,1 0 0,0 0 0,-1 1 0,1-1 0,0 1 1,0 0-1,0 0 0,0 0 0,1 1 0,-1 0 0,7 0 0,-7 0-102,0 1 0,-1 0 0,1 0 0,-1 1 0,1-1 0,-1 1 0,0-1 1,0 1-1,1 0 0,-1 0 0,-1 1 0,1-1 0,0 1 0,0-1 0,-1 1 0,3 3 0,19 31-7446,-20-28 2844</inkml:trace>
</inkml:ink>
</file>

<file path=ppt/ink/ink1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37.531"/>
    </inkml:context>
    <inkml:brush xml:id="br0">
      <inkml:brushProperty name="width" value="0.025" units="cm"/>
      <inkml:brushProperty name="height" value="0.025" units="cm"/>
    </inkml:brush>
  </inkml:definitions>
  <inkml:trace contextRef="#ctx0" brushRef="#br0">55 136 7527,'-5'-11'1901,"-2"-1"-959,-24-46 1456,19 14 2483,12 43-4835,0 1 0,1-1 0,-1 1 0,0-1 0,0 1 0,0-1 0,1 1 0,-1-1 0,0 1 0,1 0 0,-1-1 0,0 1 0,1-1 0,-1 1 0,1 0 0,-1-1 0,0 1 0,1 0 0,-1-1 0,1 1 0,-1 0 0,1 0 0,-1-1 0,1 1 0,-1 0 0,1 0 0,-1 0 0,1 0 0,-1 0 0,1 0 0,0 0 0,-1 0 0,1 0 0,-1 0 0,1 0 0,-1 0 0,1 0 0,-1 0 0,1 0 0,-1 1 0,1-1 0,-1 0 0,1 0 0,-1 1 0,1-1 0,28 12-102,-8 2 159,0 1-1,-1 1 1,-1 0-1,-1 2 1,28 34-1,15 15 105,-62-72-55,1-1-1,-1 1 0,1 0 0,0-1 0,0 1 0,2-9 0,-1 4-93,-1 6-48,1 0 1,0 1-1,0-1 0,0 1 1,0-1-1,0 1 0,1-1 1,0 1-1,0 0 0,0 0 1,0 0-1,0 0 0,0 0 1,1 0-1,-1 1 0,1-1 1,0 1-1,0 0 0,0-1 1,0 1-1,0 1 0,1-1 1,-1 0-1,0 1 0,1 0 1,-1 0-1,1 0 0,0 0 1,5 0-1,-5 0-114,1 0-1,-1 1 1,1 0 0,-1 0-1,1 0 1,-1 0 0,1 1-1,-1 0 1,0 0 0,9 3-1,-10-3-179,0 0 0,-1 0 0,1 1 0,-1-1 0,0 1 0,1 0 0,-1 0 0,0-1 0,0 1 0,0 1 0,-1-1-1,1 0 1,0 0 0,-1 1 0,1-1 0,-1 1 0,0-1 0,1 4 0,-1-2-2807</inkml:trace>
</inkml:ink>
</file>

<file path=ppt/ink/ink1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37.687"/>
    </inkml:context>
    <inkml:brush xml:id="br0">
      <inkml:brushProperty name="width" value="0.025" units="cm"/>
      <inkml:brushProperty name="height" value="0.025" units="cm"/>
    </inkml:brush>
  </inkml:definitions>
  <inkml:trace contextRef="#ctx0" brushRef="#br0">0 45 12524,'0'0'1537,"14"-43"-1825,0 42-801,0 1-1954,2 0-1505</inkml:trace>
</inkml:ink>
</file>

<file path=ppt/ink/ink1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37.983"/>
    </inkml:context>
    <inkml:brush xml:id="br0">
      <inkml:brushProperty name="width" value="0.025" units="cm"/>
      <inkml:brushProperty name="height" value="0.025" units="cm"/>
    </inkml:brush>
  </inkml:definitions>
  <inkml:trace contextRef="#ctx0" brushRef="#br0">0 169 13869,'0'0'2093,"7"3"-1714,9 4-153,-6-2-93,0 0 0,1 0 0,0-1 0,0 0 1,18 3-1,-28-10-14,0 0 0,-1 0 0,1-1 1,-1 1-1,0 0 0,0 0 0,0 0 1,-2-6-1,-9-34 130,8 34-346,1 1 1,-1-1-1,1 0 1,1 0 0,0 0-1,0 0 1,1 0-1,0 0 1,2-13-1,-2 20-284,1 0 0,0 1 0,0-1-1,0 1 1,0-1 0,0 1 0,0-1-1,0 1 1,0-1 0,1 1 0,-1 0-1,1 0 1,-1 0 0,1 0 0,-1 0-1,1 0 1,0 0 0,-1 0 0,1 0-1,0 1 1,0-1 0,-1 1 0,4-1-1,10-1-6173</inkml:trace>
</inkml:ink>
</file>

<file path=ppt/ink/ink1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38.294"/>
    </inkml:context>
    <inkml:brush xml:id="br0">
      <inkml:brushProperty name="width" value="0.025" units="cm"/>
      <inkml:brushProperty name="height" value="0.025" units="cm"/>
    </inkml:brush>
  </inkml:definitions>
  <inkml:trace contextRef="#ctx0" brushRef="#br0">1 142 13229,'0'0'1670,"8"-6"-1349,4-4-136,0 0 0,20-24 1,-28 30-160,0 0 0,-1-1 0,1 0 1,-1 0-1,0 0 0,-1 0 0,1 0 1,-1 0-1,0-1 0,-1 1 0,1-1 1,-1 1-1,1-10 0,-4 15-17,1-1 0,-1 1 0,1 0-1,-1 0 1,0 0 0,1 0 0,-1 0 0,1 0-1,-1 1 1,0-1 0,1 0 0,-1 1 0,1-1-1,-1 1 1,1 0 0,-3 1 0,0 1 76,1 0 0,-1 1 1,0-1-1,1 1 1,0 0-1,-1 0 0,2 0 1,-1 1-1,0-1 0,1 1 1,0 0-1,0-1 1,0 1-1,1 0 0,0 0 1,-1 0-1,2 0 0,-1 0 1,0 8-1,1-10-80,0 0 0,0 0 0,0 0 0,1 0 0,-1 0-1,1 0 1,-1 0 0,1 0 0,0 0 0,0 0 0,1 0 0,-1 0 0,0-1-1,1 1 1,0 0 0,-1-1 0,1 0 0,0 1 0,0-1 0,1 0 0,-1 0-1,0 0 1,1 0 0,-1 0 0,1-1 0,0 1 0,-1-1 0,1 0 0,0 1 0,0-1-1,0 0 1,6 0 0,-5 0-136,1 0-1,0-1 0,0 0 1,0 0-1,0-1 1,-1 1-1,1-1 0,0 0 1,0 0-1,-1 0 0,1-1 1,5-2-1,-3 0-802,0-1 1,0 1-1,0-1 0,-1 0 0,0-1 0,8-8 0,16-21-7281</inkml:trace>
</inkml:ink>
</file>

<file path=ppt/ink/ink1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38.529"/>
    </inkml:context>
    <inkml:brush xml:id="br0">
      <inkml:brushProperty name="width" value="0.025" units="cm"/>
      <inkml:brushProperty name="height" value="0.025" units="cm"/>
    </inkml:brush>
  </inkml:definitions>
  <inkml:trace contextRef="#ctx0" brushRef="#br0">0 1 15567,'31'73'224,"5"11"128,9 8 193,6 2 191,0-4-415,-3-8-65,-6-14 32,-5-9-63,-7-10-161,-8-10-64,-4-9 32,-6-9 0,-7-9-64,-5-8-1314,-11-12-2625,-11-15-2339</inkml:trace>
</inkml:ink>
</file>

<file path=ppt/ink/ink1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38.778"/>
    </inkml:context>
    <inkml:brush xml:id="br0">
      <inkml:brushProperty name="width" value="0.025" units="cm"/>
      <inkml:brushProperty name="height" value="0.025" units="cm"/>
    </inkml:brush>
  </inkml:definitions>
  <inkml:trace contextRef="#ctx0" brushRef="#br0">24 261 11755,'-2'-11'15,"-4"-9"427,1-1 1,1 0 0,1-1-1,1 1 1,1 0-1,0-1 1,5-32-1,-4 52-385,0 0 0,1 0 0,-1-1 0,1 1 0,0 0 0,0 0 0,-1 0 0,2 0 0,-1 0 0,0 0 0,0 0 0,0 0 0,1 0 0,-1 1 0,1-1 0,0 0 0,-1 1 0,1-1 0,0 1 0,0 0-1,0 0 1,0-1 0,0 1 0,0 1 0,0-1 0,0 0 0,0 0 0,1 1 0,-1-1 0,0 1 0,0 0 0,1 0 0,-1 0 0,0 0 0,4 0 0,-2 1-49,0 0 0,0 0 0,-1 0 0,1 1 0,0-1 0,0 1 0,-1 0 0,1 0 0,-1 0 0,0 1 0,0-1 0,0 1 0,0 0 0,0 0 0,0 0 0,-1 0 0,1 0 0,-1 0 0,2 5 0,2 5 32,-1 0 1,-1 1 0,0 0-1,-1 0 1,0 0 0,-1 0 0,-1 1-1,-1-1 1,1 0 0,-4 23 0,0-14-13,-1 1 1,-1-1-1,-1 0 1,0 0-1,-17 34 1,21-52-125,-1 1 1,0-1 0,-1 0-1,1-1 1,-1 1-1,0-1 1,-7 7 0,10-10 11,1-1 1,-1 1 0,0-1 0,1 1 0,-1-1 0,0 1 0,0-1 0,1 1 0,-1-1 0,0 0 0,0 1 0,0-1 0,0 0-1,0 0 1,1 1 0,-1-1 0,0 0 0,0 0 0,0 0 0,0 0 0,0 0 0,0-1 0,0 1 0,1 0 0,-1 0 0,0 0 0,0-1-1,0 1 1,0 0 0,1-1 0,-1 1 0,0-1 0,0 1 0,1-1 0,-1 1 0,0-1 0,1 0 0,-1 1 0,0-1 0,1 0-1,-1 0 1,1 1 0,-1-1 0,1 0 0,0 0 0,-1 0 0,1 1 0,0-1 0,0 0 0,-1 0 0,1 0 0,0 0 0,0 0 0,0 0-1,0 1 1,0-3 0,-5-27-4647</inkml:trace>
</inkml:ink>
</file>

<file path=ppt/ink/ink1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39.078"/>
    </inkml:context>
    <inkml:brush xml:id="br0">
      <inkml:brushProperty name="width" value="0.025" units="cm"/>
      <inkml:brushProperty name="height" value="0.025" units="cm"/>
    </inkml:brush>
  </inkml:definitions>
  <inkml:trace contextRef="#ctx0" brushRef="#br0">0 92 12844,'0'0'502,"5"10"571,1 5-696,0 0 196,1 0 0,0 0 0,13 19 0,-18-31-522,-1-1 0,1 1 0,0 0 0,0-1-1,0 0 1,0 1 0,1-1 0,-1 0 0,1 0 0,-1 0 0,1 0 0,0-1 0,-1 1 0,1-1 0,0 0 0,0 1 0,0-1 0,0-1 0,1 1-1,-1 0 1,0-1 0,0 1 0,0-1 0,0 0 0,5-1 0,-5 0-43,-1 0 0,1 0 1,-1-1-1,1 1 0,-1-1 0,0 1 0,1-1 0,-1 0 0,0 0 1,0 0-1,0 0 0,-1-1 0,1 1 0,0 0 0,-1-1 0,0 1 1,1-1-1,-1 1 0,0-1 0,0 0 0,-1 1 0,1-1 1,0 0-1,-1 0 0,0-4 0,2-5-43,-1-1 0,-1 1 0,0 0 0,-2-20 0,1 27 29,-1 0-1,1 0 1,-1 0-1,0 0 0,0 0 1,0 1-1,-1-1 0,1 1 1,-1-1-1,0 1 1,-1 0-1,1 0 0,-1 0 1,1 1-1,-1 0 1,0-1-1,-1 1 0,1 0 1,-6-2-1,8 3 5,-1 1 1,1 0-1,-1 1 1,1-1-1,-1 0 0,1 1 1,-1-1-1,0 1 0,1 0 1,-1 0-1,1 0 1,-1 0-1,0 0 0,1 1 1,-1-1-1,1 1 0,-1-1 1,1 1-1,-1 0 0,1 0 1,-1 0-1,1 1 1,0-1-1,0 0 0,0 1 1,0 0-1,0-1 0,0 1 1,0 0-1,0 0 1,0 0-1,1 0 0,-1 0 1,1 1-1,0-1 0,0 0 1,0 1-1,0-1 1,-1 3-1,-4 19-911,6-23 747,0-1 1,0 1 0,0-1 0,0 1 0,0 0-1,0-1 1,0 1 0,0-1 0,0 1 0,0-1-1,0 1 1,0-1 0,1 1 0,-1-1 0,0 1-1,0-1 1,1 1 0,-1-1 0,0 1 0,1-1-1,-1 1 1,0-1 0,1 0 0,-1 1 0,1-1-1,-1 0 1,1 1 0,-1-1 0,0 0 0,1 1-1,-1-1 1,1 0 0,0 0 0,-1 0 0,1 0 0,-1 1-1,1-1 1,12 0-4298</inkml:trace>
</inkml:ink>
</file>

<file path=ppt/ink/ink1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39.514"/>
    </inkml:context>
    <inkml:brush xml:id="br0">
      <inkml:brushProperty name="width" value="0.025" units="cm"/>
      <inkml:brushProperty name="height" value="0.025" units="cm"/>
    </inkml:brush>
  </inkml:definitions>
  <inkml:trace contextRef="#ctx0" brushRef="#br0">1 1 8488,'7'7'4068,"16"20"-2991,-1 2 0,-2 0 0,-1 1 0,30 64 0,-18-34-387,23 35 111,-19-35-648,-3 1 0,26 69 0,-53-105-534,-16-32-1637,-20-35-1205,0-14-261,-38-100 0,34 41 4185,30 89 775,0-1-1,-1-33 0,6 52-1204,0 0 1,0 0 0,0 0-1,1 0 1,0 0 0,1 0-1,0 0 1,4-11 0,-5 16-215,1 1 1,-1-1-1,1 1 1,-1 0 0,1-1-1,0 1 1,0 0-1,0 0 1,0 0 0,0 1-1,0-1 1,1 0-1,-1 1 1,1-1-1,-1 1 1,1 0 0,-1 0-1,1 0 1,0 0-1,-1 1 1,1-1-1,0 1 1,0-1 0,-1 1-1,1 0 1,0 0-1,3 0 1,-4 0-57,0 1 0,-1-1 0,1 0 0,0 1-1,-1-1 1,1 1 0,0-1 0,-1 1 0,1 0 0,-1 0 0,1-1 0,-1 1 0,0 0 0,1 0 0,-1 1-1,0-1 1,1 0 0,-1 0 0,0 1 0,0-1 0,1 2 0,0 2 5,0-1 0,0 1 0,0-1 0,0 1 0,-1 0 0,0 0 0,1 6 0,0 8 30,-1 0 0,-3 36 0,1-45-15,0 1 0,-1-1 0,-1 1 0,0-1 0,0 0 0,-10 19 0,12-26-101,-1 0 1,1 0 0,-1 0-1,0 0 1,0-1-1,0 1 1,0 0 0,0-1-1,-1 1 1,1-1 0,-1 0-1,1 0 1,-1 0 0,0 0-1,0-1 1,0 1 0,0-1-1,0 0 1,0 1 0,0-1-1,-1-1 1,1 1 0,0 0-1,-1-1 1,-5 1 0,8-2-137,-1 0 0,0 1 1,1-1-1,-1 0 0,1 0 1,-1 0-1,1 0 0,-1 0 1,1 0-1,0-1 0,-1 1 1,1 0-1,0-1 0,0 1 1,0-1-1,0 1 0,0-1 1,1 0-1,-1 1 1,0-1-1,1 0 0,-1 1 1,1-1-1,-1 0 0,1 0 1,0 1-1,0-4 0,-1 1-402,-6-26-3498</inkml:trace>
</inkml:ink>
</file>

<file path=ppt/ink/ink1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39.746"/>
    </inkml:context>
    <inkml:brush xml:id="br0">
      <inkml:brushProperty name="width" value="0.025" units="cm"/>
      <inkml:brushProperty name="height" value="0.025" units="cm"/>
    </inkml:brush>
  </inkml:definitions>
  <inkml:trace contextRef="#ctx0" brushRef="#br0">0 0 15951,'0'0'64,"28"47"128,-9-7 609,4 10 96,7 6-64,1 2-161,0 0-319,-1-2-257,-1-5-32,-5-7-32,-2-5 0,-5-6-32,-5-5-929,-2-8-1409,-6-8-833,-4-7-2370</inkml:trace>
</inkml:ink>
</file>

<file path=ppt/ink/ink1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40.089"/>
    </inkml:context>
    <inkml:brush xml:id="br0">
      <inkml:brushProperty name="width" value="0.025" units="cm"/>
      <inkml:brushProperty name="height" value="0.025" units="cm"/>
    </inkml:brush>
  </inkml:definitions>
  <inkml:trace contextRef="#ctx0" brushRef="#br0">0 145 12332,'0'0'2108,"9"-5"-1344,-5 3-686,32-16 855,-34 17-837,0 0 0,0 0 0,-1 1 1,1 0-1,0-1 0,0 1 0,0 0 1,0 0-1,0 0 0,0 0 0,0 0 1,0 0-1,0 1 0,0-1 0,0 1 1,0-1-1,0 1 0,0 0 0,0 0 1,3 2-1,-1 0-54,0 0 0,0 0 0,0 0 0,0 1 0,0-1 0,-1 1 0,0 0 0,0 0 0,0 1 0,0-1 0,0 1 0,-1-1 0,0 1 0,2 5 0,-4-10 6,-4-5 203,-1-3-229,1 1 0,0-1 0,0 0 0,0-1 0,1 1 0,1 0 0,-1-1 0,1 0 0,1 0 0,0 1 0,0-1 0,1-15 0,0 21-3,0 0-1,0 1 1,1-1 0,0 0-1,-1 1 1,1-1-1,0 0 1,1 1 0,-1-1-1,0 1 1,1-1 0,-1 1-1,1 0 1,-1 0-1,1 0 1,0 0 0,4-4-1,-3 5-6,0-1 0,1 1 0,-1-1-1,1 1 1,-1 0 0,1 0-1,-1 1 1,1-1 0,-1 1 0,1 0-1,0 0 1,-1 0 0,1 0 0,-1 0-1,1 1 1,-1 0 0,6 1 0,-2 0 20,-1 1 1,1-1 0,-1 1 0,1 1 0,-1-1-1,0 1 1,0 0 0,-1 1 0,1-1 0,8 11-1,48 61-861,-39-45-1991,-15-22-1814</inkml:trace>
</inkml:ink>
</file>

<file path=ppt/ink/ink1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40.244"/>
    </inkml:context>
    <inkml:brush xml:id="br0">
      <inkml:brushProperty name="width" value="0.025" units="cm"/>
      <inkml:brushProperty name="height" value="0.025" units="cm"/>
    </inkml:brush>
  </inkml:definitions>
  <inkml:trace contextRef="#ctx0" brushRef="#br0">0 46 18866,'0'0'705,"0"-46"-13934</inkml:trace>
</inkml:ink>
</file>

<file path=ppt/ink/ink1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0:50.415"/>
    </inkml:context>
    <inkml:brush xml:id="br0">
      <inkml:brushProperty name="width" value="0.025" units="cm"/>
      <inkml:brushProperty name="height" value="0.025" units="cm"/>
    </inkml:brush>
  </inkml:definitions>
  <inkml:trace contextRef="#ctx0" brushRef="#br0">1 52 1281,'0'0'7677,"1"-7"-7266,5-38 955,15 361 1507,-20-298-2789,1 0 0,2 1 1,-1-2-1,13 35 0,-22-115 2787,4 27-2795,-10-180 0,11 123-7519,1 79 3055</inkml:trace>
</inkml:ink>
</file>

<file path=ppt/ink/ink1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0.128"/>
    </inkml:context>
    <inkml:brush xml:id="br0">
      <inkml:brushProperty name="width" value="0.025" units="cm"/>
      <inkml:brushProperty name="height" value="0.025" units="cm"/>
    </inkml:brush>
  </inkml:definitions>
  <inkml:trace contextRef="#ctx0" brushRef="#br0">2 0 5605,'0'0'5851,"0"8"-5648,-2 96 490,3-53 8,3-35 1129,-1-21-1826,0 1 0,0-1 0,1 1 0,-1-1-1,1 1 1,0 0 0,0 1 0,0-1-1,1 1 1,-1 0 0,1 0 0,0 0-1,0 0 1,0 1 0,0 0 0,0 0 0,1 0-1,-1 1 1,0 0 0,1 0 0,-1 0-1,1 0 1,-1 1 0,1 0 0,8 1 0,-9 0 3,-1-1 1,0 1 0,0 0 0,0 0 0,0 0 0,0 0 0,0 1 0,0 0 0,0 0 0,0 0 0,-1 0 0,1 0 0,-1 1 0,1 0 0,-1 0 0,0 0 0,0 0 0,0 0 0,-1 0-1,1 1 1,-1-1 0,0 1 0,0 0 0,0-1 0,0 1 0,-1 0 0,1 0 0,-1 0 0,0 1 0,-1-1 0,1 0 0,-1 0 0,1 7 0,-2-7 5,0 0-1,0 1 1,0-1 0,0 0-1,-1 0 1,1 0 0,-1 0 0,0 0-1,-1 0 1,1 0 0,-1 0 0,1-1-1,-1 0 1,0 1 0,-4 2 0,-58 49 36,41-37-46,8-3-8,11-10-19,-1 1 0,0-1-1,0 0 1,0 0 0,0-1-1,-1 0 1,1 0 0,-1 0-1,0-1 1,-9 3 0,14-19-3510,0-5-1314</inkml:trace>
</inkml:ink>
</file>

<file path=ppt/ink/ink1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0.423"/>
    </inkml:context>
    <inkml:brush xml:id="br0">
      <inkml:brushProperty name="width" value="0.025" units="cm"/>
      <inkml:brushProperty name="height" value="0.025" units="cm"/>
    </inkml:brush>
  </inkml:definitions>
  <inkml:trace contextRef="#ctx0" brushRef="#br0">9 189 4933,'0'0'5461,"-2"-9"-3833,1 6-1595,0-3 361,-1 0 1,1 0 0,0 0 0,1 0-1,-1 0 1,2-10 0,-1 13-304,1 0 1,0 0-1,0 0 1,0 1-1,0-1 0,0 0 1,0 1-1,1-1 0,0 0 1,-1 1-1,1 0 1,0-1-1,0 1 0,0 0 1,1 0-1,-1 0 1,0 0-1,5-2 0,10-5-89,1 0-1,-1 2 0,1 0 1,0 1-1,1 0 0,-1 2 0,26-3 1,33-9-7054,-63 12 2055</inkml:trace>
</inkml:ink>
</file>

<file path=ppt/ink/ink1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0.998"/>
    </inkml:context>
    <inkml:brush xml:id="br0">
      <inkml:brushProperty name="width" value="0.025" units="cm"/>
      <inkml:brushProperty name="height" value="0.025" units="cm"/>
    </inkml:brush>
  </inkml:definitions>
  <inkml:trace contextRef="#ctx0" brushRef="#br0">112 36 32,'0'0'11702,"-7"-4"-11147,-23-9-117,29 13-403,-1 0 1,1 0-1,-1 0 0,0 0 1,1 0-1,-1 0 0,1 0 1,-1 1-1,0-1 1,1 1-1,-1-1 0,1 1 1,-1 0-1,1-1 1,0 1-1,-1 0 0,1 0 1,0 0-1,0 0 1,-1 0-1,1 0 0,0 1 1,0-1-1,0 0 1,0 0-1,0 1 0,1-1 1,-2 2-1,-19 39 918,21-41-930,-3 7 66,0 0 0,1 1 0,0-1 0,0 1 0,1-1 0,0 1 0,1 0 0,0-1 0,0 1 0,0 0 0,1-1 0,1 1 0,0-1 0,0 1 0,0-1 0,1 0 0,0 0 0,6 10 0,-6-13-69,0 0 0,1 0 0,-1 0-1,1-1 1,1 1 0,-1-1 0,1 0 0,-1 0-1,1-1 1,0 1 0,0-1 0,1 0 0,-1-1-1,1 1 1,-1-1 0,1 0 0,0 0 0,0-1-1,0 1 1,0-2 0,0 1 0,0 0 0,0-1-1,0 0 1,0-1 0,9-1 0,-10 1-4,0 0 0,0 0 0,0 0 1,-1-1-1,1 0 0,-1 0 0,1 0 1,-1 0-1,0-1 0,0 0 0,0 0 0,0 0 1,0 0-1,-1 0 0,1-1 0,-1 0 1,0 0-1,0 0 0,0 0 0,-1 0 1,0 0-1,1-1 0,-1 1 0,-1-1 0,1 1 1,0-6-1,0 4 50,-1-1 0,0 1 0,0-1 1,-1 0-1,0 1 0,0-1 0,-1 1 0,1-1 0,-1 1 1,-1-1-1,1 1 0,-1 0 0,0 0 0,-1-1 1,0 1-1,1 1 0,-2-1 0,1 0 0,-5-5 0,-2 0-38,-1 0 0,0 0 0,0 1 0,-1 0 0,-25-14 0,32 21-68,0-1-1,-1 2 0,1-1 0,-1 0 1,0 1-1,0 0 0,0 1 0,0-1 0,0 1 1,0 0-1,0 1 0,0-1 0,-1 1 1,1 1-1,0-1 0,0 1 0,-8 2 0,-11 16-4149,18-14-1474</inkml:trace>
</inkml:ink>
</file>

<file path=ppt/ink/ink1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3.553"/>
    </inkml:context>
    <inkml:brush xml:id="br0">
      <inkml:brushProperty name="width" value="0.025" units="cm"/>
      <inkml:brushProperty name="height" value="0.025" units="cm"/>
    </inkml:brush>
  </inkml:definitions>
  <inkml:trace contextRef="#ctx0" brushRef="#br0">2591 157 3940,'0'0'699,"-8"0"-101,0-1-470,-1 1-1,1 0 1,0 1 0,0-1 0,0 2-1,0-1 1,0 1 0,0 0-1,1 1 1,-1 0 0,0 0-1,-12 8 1,-64 51 387,3 4 0,-100 105 0,140-130-378,-292 297 571,16 15 0,-284 411 0,496-609-673,6 5 0,7 4 0,7 3-1,8 4 1,7 4 0,8 2-1,8 3 1,8 2 0,-35 287-1,24 622 375,88 4 363,-19-815-597,11 66 1605,-11-248-1332,37 147 0,-33-190-342,2 0 0,2-1 0,53 98-1,-50-114-53,1-2-1,1 0 1,2-2-1,2-1 1,1-1-1,34 27 1,-39-39 31,2-1 0,0-2-1,0-1 1,2-1 0,0-1 0,0-1 0,1-2 0,1-1 0,0-2 0,39 6 0,-13-6 21,0-3-1,0-2 1,1-3 0,106-13-1,-105 4 33,-1-3 0,-1-2 0,0-3 0,-1-3 0,98-48 0,-81 28 113,-1-4 0,-3-2 0,100-88 1,-68 42 203,129-155 0,53-120 90,239-439 29,-305 455-236,-6-2-117,219-506-1,-375 735-211,172-410 22,-183 410-9,-5-1 0,33-185 0,-36 33 276,-12 0-1,-15-357 1,-56 198 124,13 194-403,-17-94 33,40 289-42,-3 0 0,-1 0 1,-3 1-1,-44-83 0,28 72 12,-3 2 0,-1 1-1,-84-87 1,94 113-9,-2 1 0,0 2-1,-1 0 1,-2 3 0,0 1 0,-2 1 0,-62-26 0,6 12-16,-1 5 0,-176-33 0,210 53 1,0 4 0,-1 2 1,0 2-1,1 3 0,-117 19 0,-285 94-2183,6-1-2107,360-98-1140</inkml:trace>
</inkml:ink>
</file>

<file path=ppt/ink/ink1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4.939"/>
    </inkml:context>
    <inkml:brush xml:id="br0">
      <inkml:brushProperty name="width" value="0.025" units="cm"/>
      <inkml:brushProperty name="height" value="0.025" units="cm"/>
    </inkml:brush>
  </inkml:definitions>
  <inkml:trace contextRef="#ctx0" brushRef="#br0">65 184 10826,'0'0'22,"-8"-7"917,-24-22 59,31 28-940,0 0 0,0 0 0,0 1 0,0-1 0,1 0 0,-1 0 0,0 0 0,0 0 0,1 0 0,-1 0 0,1 0 0,-1 0 0,1-1 0,-1 1 0,1 0 0,0 0 0,0 0 0,-1 0 0,1-1 0,0 1 0,0 0 0,0 0-1,0-1 1,0 1 0,1 0 0,-1-2 0,1 2-45,0 0 0,0 0 0,0 0 0,0 0 0,1-1 0,-1 2 0,0-1 0,1 0 0,-1 0 0,0 0 0,1 0 0,-1 1-1,1-1 1,-1 1 0,1-1 0,2 1 0,5-2-65,1 0-1,-1 2 0,1-1 1,13 1-1,-21 1 52,1-1 1,0 1 0,-1 0-1,1 0 1,-1 0-1,1 0 1,-1 0-1,1 1 1,-1-1-1,0 1 1,1-1-1,-1 1 1,0 0 0,0 0-1,0 0 1,-1 0-1,1 0 1,0 1-1,-1-1 1,0 0-1,1 1 1,-1-1 0,0 1-1,0-1 1,0 1-1,-1 0 1,1-1-1,0 4 1,0-2 27,-1-1 0,1 1 0,-1-1 0,0 1 0,0-1 0,0 1 0,0-1 0,-1 1 0,1-1 0,-1 0 0,0 1 0,0-1 0,0 0 0,-1 1 0,1-1 1,-1 0-1,0 0 0,0 0 0,0 0 0,0 0 0,-4 4 0,3-5 2,0 0 1,0 1-1,0-1 0,0 0 1,0-1-1,0 1 0,0-1 1,0 1-1,-1-1 1,1 0-1,0 0 0,-1 0 1,1-1-1,-1 1 0,1-1 1,-1 0-1,0 0 1,-6-1-1,8 0-39,-1 0 0,1 0 1,-1 0-1,1-1 0,-1 1 1,1 0-1,0-1 0,0 0 0,0 0 1,0 1-1,0-1 0,0-1 0,0 1 1,0 0-1,1 0 0,-1-1 1,1 1-1,0 0 0,0-1 0,0 1 1,0-1-1,0 0 0,0 1 0,0-6 1,-5-28-2986,-2-47 0,4 5-4746</inkml:trace>
</inkml:ink>
</file>

<file path=ppt/ink/ink1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5.237"/>
    </inkml:context>
    <inkml:brush xml:id="br0">
      <inkml:brushProperty name="width" value="0.025" units="cm"/>
      <inkml:brushProperty name="height" value="0.025" units="cm"/>
    </inkml:brush>
  </inkml:definitions>
  <inkml:trace contextRef="#ctx0" brushRef="#br0">27 139 15439,'0'0'128,"6"-8"-208,-4 4 76,1 0 0,0 0 0,0 1 0,0-1 0,0 1 0,0 0 0,1 0 1,0 0-1,0 1 0,-1-1 0,1 1 0,1 0 0,-1 0 0,0 0 0,0 1 1,1-1-1,-1 1 0,1 0 0,-1 1 0,1-1 0,7 0 0,-9 1-2,0 1 0,0-1-1,0 0 1,0 1 0,0-1-1,0 1 1,0 0 0,0 0-1,-1 0 1,1 0 0,0 1-1,2 1 1,-4-2 10,0-1 0,-1 1 0,1 0 0,-1 0 0,1-1 0,-1 1 0,1 0 0,-1 0 0,1 0 0,-1 0 0,0-1 0,0 1-1,1 0 1,-1 0 0,0 0 0,0 0 0,0 0 0,0 0 0,0 0 0,0 0 0,0 0 0,0 0 0,0-1 0,-1 1 0,1 0 0,0 0 0,-1 0 0,1 0 0,0 0 0,-1-1 0,1 1 0,-1 0 0,1 0 0,-1-1 0,0 1 0,1 0 0,-1-1 0,0 1 0,1 0 0,-1-1-1,0 1 1,0-1 0,0 1 0,0-1 0,-2 3-23,0-1 0,0 1 0,0-1 0,0 0 0,-1 0 0,1 0 0,0 0 0,-1-1 0,1 1 0,-1-1 0,0 0 0,1 0 0,-1 0-1,0-1 1,0 1 0,0-1 0,1 0 0,-1 0 0,0 0 0,0-1 0,0 1 0,1-1 0,-1 0 0,-4-2 0,5 2-201,-1-1 0,1 0 1,0 0-1,0 0 0,0 0 1,1 0-1,-1-1 0,1 1 1,-1-1-1,1 0 0,0 0 1,0 0-1,0 0 0,0 0 1,0 0-1,1 0 0,-2-5 0,-8-35-3554,3-11-2589</inkml:trace>
</inkml:ink>
</file>

<file path=ppt/ink/ink1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5.550"/>
    </inkml:context>
    <inkml:brush xml:id="br0">
      <inkml:brushProperty name="width" value="0.025" units="cm"/>
      <inkml:brushProperty name="height" value="0.025" units="cm"/>
    </inkml:brush>
  </inkml:definitions>
  <inkml:trace contextRef="#ctx0" brushRef="#br0">1 115 16400,'0'0'-11,"6"-7"22,-5 7-13,31-28-22,-31 27 24,0 0 0,0 0-1,0 0 1,0 1 0,0-1-1,0 0 1,0 0 0,0 1-1,1-1 1,-1 1 0,0-1-1,0 1 1,1 0 0,-1-1-1,0 1 1,1 0 0,-1 0-1,0 0 1,1 0 0,-1 0-1,0 0 1,1 0 0,-1 0-1,0 1 1,1-1 0,-1 0-1,0 1 1,0-1 0,1 1-1,-1 0 1,0-1 0,0 1-1,0 0 1,0 0 0,0 0-1,2 1 1,-3-2-5,1 1 0,-1-1 0,0 1 0,1-1 0,-1 1 0,1-1 0,-1 1 0,0-1 0,0 1-1,1-1 1,-1 1 0,0-1 0,0 1 0,0-1 0,0 1 0,1-1 0,-1 1 0,0 0 0,0-1 0,0 1 0,0-1 0,0 1 0,0-1-1,-1 1 1,1 0 0,0-1 0,0 1 0,0-1 0,0 1 0,-1-1 0,1 1 0,0-1 0,-1 1 0,1-1 0,0 1 0,-1-1 0,1 1 0,0-1-1,-1 0 1,1 1 0,-1-1 0,1 0 0,-1 1 0,1-1 0,-1 0 0,1 0 0,-1 1 0,1-1 0,-1 0 0,0 0 0,1 0 0,-1 0-1,1 0 1,-1 1 0,1-1 0,-1 0 0,0 0 0,1-1 0,-1 1 0,1 0 0,-1 0 0,1 0 0,-1 0 0,0-1 0,-2 1-61,0 0 0,1 0 0,-1-1 0,1 1 0,-1-1 0,1 0 0,-1 0 0,1 0 0,-1 0 0,1 0 0,0 0 0,0 0 0,0-1 1,-3-2-1,2 0-482,1 0 0,1 0 0,-1-1 0,1 1 1,-1 0-1,1-1 0,0 1 0,1-1 0,-1 1 1,1-1-1,0 1 0,0-6 0,0-15-4267</inkml:trace>
</inkml:ink>
</file>

<file path=ppt/ink/ink1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5.801"/>
    </inkml:context>
    <inkml:brush xml:id="br0">
      <inkml:brushProperty name="width" value="0.025" units="cm"/>
      <inkml:brushProperty name="height" value="0.025" units="cm"/>
    </inkml:brush>
  </inkml:definitions>
  <inkml:trace contextRef="#ctx0" brushRef="#br0">70 44 17392,'0'0'-32,"-56"34"193,42-33 543,15-13-608,17-4-32,8-3-32,6 3-64,2 5-128,-2 6-1057,-2 5-897,-11 0-2210,-9 0-1473</inkml:trace>
</inkml:ink>
</file>

<file path=ppt/ink/ink1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6.005"/>
    </inkml:context>
    <inkml:brush xml:id="br0">
      <inkml:brushProperty name="width" value="0.025" units="cm"/>
      <inkml:brushProperty name="height" value="0.025" units="cm"/>
    </inkml:brush>
  </inkml:definitions>
  <inkml:trace contextRef="#ctx0" brushRef="#br0">1 0 9865,'0'0'4869</inkml:trace>
</inkml:ink>
</file>

<file path=ppt/ink/ink1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6.179"/>
    </inkml:context>
    <inkml:brush xml:id="br0">
      <inkml:brushProperty name="width" value="0.025" units="cm"/>
      <inkml:brushProperty name="height" value="0.025" units="cm"/>
    </inkml:brush>
  </inkml:definitions>
  <inkml:trace contextRef="#ctx0" brushRef="#br0">0 59 18257,'0'0'-192,"26"-58"-11403</inkml:trace>
</inkml:ink>
</file>

<file path=ppt/ink/ink1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6.351"/>
    </inkml:context>
    <inkml:brush xml:id="br0">
      <inkml:brushProperty name="width" value="0.025" units="cm"/>
      <inkml:brushProperty name="height" value="0.025" units="cm"/>
    </inkml:brush>
  </inkml:definitions>
  <inkml:trace contextRef="#ctx0" brushRef="#br0">0 9 9513,'0'0'6406,"17"-8"-14189</inkml:trace>
</inkml:ink>
</file>

<file path=ppt/ink/ink1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6.506"/>
    </inkml:context>
    <inkml:brush xml:id="br0">
      <inkml:brushProperty name="width" value="0.025" units="cm"/>
      <inkml:brushProperty name="height" value="0.025" units="cm"/>
    </inkml:brush>
  </inkml:definitions>
  <inkml:trace contextRef="#ctx0" brushRef="#br0">1 0 9097,'0'0'-641</inkml:trace>
</inkml:ink>
</file>

<file path=ppt/ink/ink1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6.706"/>
    </inkml:context>
    <inkml:brush xml:id="br0">
      <inkml:brushProperty name="width" value="0.025" units="cm"/>
      <inkml:brushProperty name="height" value="0.025" units="cm"/>
    </inkml:brush>
  </inkml:definitions>
  <inkml:trace contextRef="#ctx0" brushRef="#br0">13 0 13132,'0'0'-448,"-13"43"-12236</inkml:trace>
</inkml:ink>
</file>

<file path=ppt/ink/ink1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6.959"/>
    </inkml:context>
    <inkml:brush xml:id="br0">
      <inkml:brushProperty name="width" value="0.025" units="cm"/>
      <inkml:brushProperty name="height" value="0.025" units="cm"/>
    </inkml:brush>
  </inkml:definitions>
  <inkml:trace contextRef="#ctx0" brushRef="#br0">0 1 13741,'0'0'-128,"0"53"64,0-39-1474,17-1 1314,10 2-320,-2 4-2115,2 0 673,-1 1-1217</inkml:trace>
</inkml:ink>
</file>

<file path=ppt/ink/ink1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7.208"/>
    </inkml:context>
    <inkml:brush xml:id="br0">
      <inkml:brushProperty name="width" value="0.025" units="cm"/>
      <inkml:brushProperty name="height" value="0.025" units="cm"/>
    </inkml:brush>
  </inkml:definitions>
  <inkml:trace contextRef="#ctx0" brushRef="#br0">22 0 17232,'-9'54'-865,"0"-12"1,5-1-2820,4-4 129,0-1-3780</inkml:trace>
</inkml:ink>
</file>

<file path=ppt/ink/ink1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7.333"/>
    </inkml:context>
    <inkml:brush xml:id="br0">
      <inkml:brushProperty name="width" value="0.025" units="cm"/>
      <inkml:brushProperty name="height" value="0.025" units="cm"/>
    </inkml:brush>
  </inkml:definitions>
  <inkml:trace contextRef="#ctx0" brushRef="#br0">1 0 10410,'0'0'-2627</inkml:trace>
</inkml:ink>
</file>

<file path=ppt/ink/ink1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7.505"/>
    </inkml:context>
    <inkml:brush xml:id="br0">
      <inkml:brushProperty name="width" value="0.025" units="cm"/>
      <inkml:brushProperty name="height" value="0.025" units="cm"/>
    </inkml:brush>
  </inkml:definitions>
  <inkml:trace contextRef="#ctx0" brushRef="#br0">1 195 10186,'0'0'64,"66"-55"-353,-32 17-1857,-2-6 257,-2-14-802</inkml:trace>
</inkml:ink>
</file>

<file path=ppt/ink/ink1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7.661"/>
    </inkml:context>
    <inkml:brush xml:id="br0">
      <inkml:brushProperty name="width" value="0.025" units="cm"/>
      <inkml:brushProperty name="height" value="0.025" units="cm"/>
    </inkml:brush>
  </inkml:definitions>
  <inkml:trace contextRef="#ctx0" brushRef="#br0">0 72 10154,'0'0'-801,"35"-72"-2114</inkml:trace>
</inkml:ink>
</file>

<file path=ppt/ink/ink1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7.817"/>
    </inkml:context>
    <inkml:brush xml:id="br0">
      <inkml:brushProperty name="width" value="0.025" units="cm"/>
      <inkml:brushProperty name="height" value="0.025" units="cm"/>
    </inkml:brush>
  </inkml:definitions>
  <inkml:trace contextRef="#ctx0" brushRef="#br0">1 111 12268,'0'0'-1442,"25"-65"-832,-14 19-801</inkml:trace>
</inkml:ink>
</file>

<file path=ppt/ink/ink1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7.958"/>
    </inkml:context>
    <inkml:brush xml:id="br0">
      <inkml:brushProperty name="width" value="0.025" units="cm"/>
      <inkml:brushProperty name="height" value="0.025" units="cm"/>
    </inkml:brush>
  </inkml:definitions>
  <inkml:trace contextRef="#ctx0" brushRef="#br0">0 0 10186,'0'0'-2242</inkml:trace>
</inkml:ink>
</file>

<file path=ppt/ink/ink1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8.161"/>
    </inkml:context>
    <inkml:brush xml:id="br0">
      <inkml:brushProperty name="width" value="0.025" units="cm"/>
      <inkml:brushProperty name="height" value="0.025" units="cm"/>
    </inkml:brush>
  </inkml:definitions>
  <inkml:trace contextRef="#ctx0" brushRef="#br0">1 0 8616,'0'0'2338</inkml:trace>
</inkml:ink>
</file>

<file path=ppt/ink/ink1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9.238"/>
    </inkml:context>
    <inkml:brush xml:id="br0">
      <inkml:brushProperty name="width" value="0.025" units="cm"/>
      <inkml:brushProperty name="height" value="0.025" units="cm"/>
    </inkml:brush>
  </inkml:definitions>
  <inkml:trace contextRef="#ctx0" brushRef="#br0">24 12 32,'0'0'8082,"-5"-3"-7137,-13-6 624,20 20-1074,30 39-857,-15-26 497,444 854 2735,-289-523-2447,-155-321-323,-10-25-70,-2 1 1,1 0 0,-1 0-1,-1 1 1,0-1 0,0 1-1,-1 0 1,-1 0-1,2 12 1,-4-22-158,-1-1 0,1 0 0,0 1 0,0-1 0,-1 0 0,1 1 0,0-1 0,-1 0 0,1 1 0,-1-1 0,1 0 0,0 0 0,-1 1 0,1-1 0,-1 0 0,1 0 0,0 0 1,-1 0-1,1 0 0,-1 0 0,1 0 0,-1 0 0,1 0 0,-1 0 0,1 0 0,-1 0 0,1 0 0,0 0 0,-1 0 0,1 0 0,-1-1 0,-3 1-908,-11 0-2793</inkml:trace>
</inkml:ink>
</file>

<file path=ppt/ink/ink1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9.526"/>
    </inkml:context>
    <inkml:brush xml:id="br0">
      <inkml:brushProperty name="width" value="0.025" units="cm"/>
      <inkml:brushProperty name="height" value="0.025" units="cm"/>
    </inkml:brush>
  </inkml:definitions>
  <inkml:trace contextRef="#ctx0" brushRef="#br0">0 71 5990,'0'0'4505,"9"-6"-4307,4 0-144,1 1 1,1 0-1,-1 1 1,0 0-1,1 1 0,0 1 1,0 0-1,-1 1 1,21 1-1,9 1-116,30-1 156,-68 0-475,0 0-1,-1-1 1,1 0 0,-1 0 0,0-1 0,1 0 0,-1 0 0,0 0 0,9-5 0,1-8-3329</inkml:trace>
</inkml:ink>
</file>

<file path=ppt/ink/ink1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39.752"/>
    </inkml:context>
    <inkml:brush xml:id="br0">
      <inkml:brushProperty name="width" value="0.025" units="cm"/>
      <inkml:brushProperty name="height" value="0.025" units="cm"/>
    </inkml:brush>
  </inkml:definitions>
  <inkml:trace contextRef="#ctx0" brushRef="#br0">1 1 11082,'0'0'353,"4"66"63,1-29 737,3 6-192,-2 3-256,3 3-257,-1-2-288,2-1-128,1-4 33,-1-6-65,-6-8-1570,-4-11-3779</inkml:trace>
</inkml:ink>
</file>

<file path=ppt/ink/ink1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0.266"/>
    </inkml:context>
    <inkml:brush xml:id="br0">
      <inkml:brushProperty name="width" value="0.025" units="cm"/>
      <inkml:brushProperty name="height" value="0.025" units="cm"/>
    </inkml:brush>
  </inkml:definitions>
  <inkml:trace contextRef="#ctx0" brushRef="#br0">1 1 8168,'0'0'961,"12"5"-689,23 10 248,0-3 0,1-1 0,0-1 0,46 5 0,-77-14-553,214 18-1632,-215-20-481,-3-2-1238</inkml:trace>
</inkml:ink>
</file>

<file path=ppt/ink/ink1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0.544"/>
    </inkml:context>
    <inkml:brush xml:id="br0">
      <inkml:brushProperty name="width" value="0.025" units="cm"/>
      <inkml:brushProperty name="height" value="0.025" units="cm"/>
    </inkml:brush>
  </inkml:definitions>
  <inkml:trace contextRef="#ctx0" brushRef="#br0">25 0 12332,'0'0'2818,"-25"49"-2722,28-18 33,5 7 31,4 4 64,0 3-128,-2 0-64,2-1 0,-4-3-32,-1-2-224,-4-6-1185,0-4-1442,-3-8-384,0-9-1666</inkml:trace>
</inkml:ink>
</file>

<file path=ppt/ink/ink1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0.789"/>
    </inkml:context>
    <inkml:brush xml:id="br0">
      <inkml:brushProperty name="width" value="0.025" units="cm"/>
      <inkml:brushProperty name="height" value="0.025" units="cm"/>
    </inkml:brush>
  </inkml:definitions>
  <inkml:trace contextRef="#ctx0" brushRef="#br0">0 0 13164,'0'0'1089,"53"40"-1121,-24-20 161,1 2 31,4 2-128,-1 1-32,-3-3 32,-4-3-481,-8-10-2850,-4-9-1954</inkml:trace>
</inkml:ink>
</file>

<file path=ppt/ink/ink1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1.475"/>
    </inkml:context>
    <inkml:brush xml:id="br0">
      <inkml:brushProperty name="width" value="0.025" units="cm"/>
      <inkml:brushProperty name="height" value="0.025" units="cm"/>
    </inkml:brush>
  </inkml:definitions>
  <inkml:trace contextRef="#ctx0" brushRef="#br0">0 7 2466,'0'0'6529,"14"-2"-5808,30-1 106,0 2 1,1 2-1,58 8 0,145 33 540,331 103-1146,-385-92-201,-185-51-29,-1 0 12,0 0 0,0 0 1,0 1-1,0 0 0,0 0 1,-1 1-1,1 0 1,12 9-1,-20-13-159,1 1 0,-1-1 0,1 1 1,-1 0-1,0-1 0,1 1 0,-1 0 0,0-1 1,1 1-1,-1 0 0,0-1 0,0 1 0,0 0 1,1-1-1,-1 1 0,0 0 0,0 0 0,0-1 1,0 1-1,0 0 0,0 0 0,-1-1 0,1 1 1,0 0-1,0-1 0,-1 2 0,-6 2-2476</inkml:trace>
</inkml:ink>
</file>

<file path=ppt/ink/ink1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1.708"/>
    </inkml:context>
    <inkml:brush xml:id="br0">
      <inkml:brushProperty name="width" value="0.025" units="cm"/>
      <inkml:brushProperty name="height" value="0.025" units="cm"/>
    </inkml:brush>
  </inkml:definitions>
  <inkml:trace contextRef="#ctx0" brushRef="#br0">1 217 10890,'0'0'2274,"56"-36"-1857,-20 20 31,6-3-191,1 0-161,-1-1-64,-2 0 0,-2 1-96,-6-1-1474,-6-2-2017,-8-3-545</inkml:trace>
</inkml:ink>
</file>

<file path=ppt/ink/ink1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1.943"/>
    </inkml:context>
    <inkml:brush xml:id="br0">
      <inkml:brushProperty name="width" value="0.025" units="cm"/>
      <inkml:brushProperty name="height" value="0.025" units="cm"/>
    </inkml:brush>
  </inkml:definitions>
  <inkml:trace contextRef="#ctx0" brushRef="#br0">0 1 10602,'0'0'705,"0"48"-705,12-22 256,2 7 64,6 4-96,-2 4-192,3 4-32,2 1-64,-5-1-2498,-3-5-2883</inkml:trace>
</inkml:ink>
</file>

<file path=ppt/ink/ink1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2.237"/>
    </inkml:context>
    <inkml:brush xml:id="br0">
      <inkml:brushProperty name="width" value="0.025" units="cm"/>
      <inkml:brushProperty name="height" value="0.025" units="cm"/>
    </inkml:brush>
  </inkml:definitions>
  <inkml:trace contextRef="#ctx0" brushRef="#br0">1 0 12172,'0'0'1441,"82"19"-1249,-32-16 160,6 0-63,2 0 63,-1 1-352,-4 2 32,-6 0-32,-7 3-32,-7-1-961,-7-1-1089,-8-3-705,-12-3-768</inkml:trace>
</inkml:ink>
</file>

<file path=ppt/ink/ink1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2.487"/>
    </inkml:context>
    <inkml:brush xml:id="br0">
      <inkml:brushProperty name="width" value="0.025" units="cm"/>
      <inkml:brushProperty name="height" value="0.025" units="cm"/>
    </inkml:brush>
  </inkml:definitions>
  <inkml:trace contextRef="#ctx0" brushRef="#br0">32 1 13549,'0'0'320,"-25"42"289,19-9-417,6 4 64,6 7-64,8 2-32,3-2-63,6-2-65,-2-2-32,3-4 0,-3-3-193,-1-5-2273,-5-5-1922</inkml:trace>
</inkml:ink>
</file>

<file path=ppt/ink/ink1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2.859"/>
    </inkml:context>
    <inkml:brush xml:id="br0">
      <inkml:brushProperty name="width" value="0.025" units="cm"/>
      <inkml:brushProperty name="height" value="0.025" units="cm"/>
    </inkml:brush>
  </inkml:definitions>
  <inkml:trace contextRef="#ctx0" brushRef="#br0">1 126 11851,'0'0'4634,"0"-7"-3993,0 5-630,0 1 0,-1-1 0,1 1 0,0-1 0,1 0 0,-1 1 0,0-1 0,0 1 0,1-1 0,-1 0 0,1 1 0,-1-1 0,1 1 0,0 0 0,-1-1 0,1 1 0,0-1 0,0 1 0,0 0 0,0 0 0,0-1 0,0 1 0,1 0 0,1-1 0,0 1-13,1-1-1,-1 2 1,1-1-1,-1 0 0,1 0 1,0 1-1,-1 0 1,1 0-1,0 0 1,-1 0-1,1 1 1,0-1-1,4 2 1,-4-1-58,1 1 0,-1-1 0,1 1 0,-1 0 1,0 0-1,0 0 0,0 0 0,0 1 0,0 0 0,0-1 1,-1 2-1,1-1 0,-1 0 0,0 1 0,0-1 1,0 1-1,-1 0 0,1 0 0,-1 0 0,0 0 0,0 0 1,0 1-1,-1-1 0,2 8 0,1 6-163,0 1 0,-1 0 0,-2 0 0,0 29 0,-1-47 421,25-40 213,40-68-1118,-29 30-2553,-15 13-962</inkml:trace>
</inkml:ink>
</file>

<file path=ppt/ink/ink1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3.405"/>
    </inkml:context>
    <inkml:brush xml:id="br0">
      <inkml:brushProperty name="width" value="0.025" units="cm"/>
      <inkml:brushProperty name="height" value="0.025" units="cm"/>
    </inkml:brush>
  </inkml:definitions>
  <inkml:trace contextRef="#ctx0" brushRef="#br0">1 521 8776,'0'0'1698,"7"-4"-1533,165-87 1640,235-89-1,-25 45-1717,-295 112-72,0 4 1,138-12 0,-201 30-7,-19 1-69,1 0 0,0 0 1,-1 0-1,1-1 0,0 0 0,-1 0 1,1 0-1,9-4 0,-15 4-48,0 1-1,1 0 1,-1-1-1,0 1 1,1 0-1,-1-1 1,0 1 0,0 0-1,1-1 1,-1 1-1,0-1 1,0 1-1,0 0 1,0-1 0,1 1-1,-1-1 1,0 1-1,0-1 1,0 1-1,0 0 1,0-1 0,0 1-1,0-1 1,0 1-1,0-1 1,0 1-1,0-1 1,-1 1-1,1 0 1,0-1 0,0 0-1,-5-13-2715</inkml:trace>
</inkml:ink>
</file>

<file path=ppt/ink/ink1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3.653"/>
    </inkml:context>
    <inkml:brush xml:id="br0">
      <inkml:brushProperty name="width" value="0.025" units="cm"/>
      <inkml:brushProperty name="height" value="0.025" units="cm"/>
    </inkml:brush>
  </inkml:definitions>
  <inkml:trace contextRef="#ctx0" brushRef="#br0">0 0 11883,'0'0'-32,"8"0"240,8 0-46,-1 1 0,1 1 0,0 0 0,0 1 0,-1 1 0,0 0 0,0 1 0,0 1 0,0 0 0,-1 1 0,0 1 0,0 0 0,-1 1-1,21 18 1,-27-22-139,0 1 0,-1 1-1,0-1 1,0 1-1,-1 0 1,0 0 0,0 1-1,0 0 1,-1-1-1,-1 2 1,1-1 0,-1 0-1,0 1 1,-1-1-1,0 1 1,-1 0-1,0 0 1,0-1 0,0 1-1,-2 16 1,-1-11-112,-1-1 0,0 1 0,-1 0 0,0-1 0,-1 0-1,-1 0 1,0-1 0,-1 1 0,0-1 0,0-1 0,-2 1 0,-13 14 0,-1-4-2222,-1-9-1272</inkml:trace>
</inkml:ink>
</file>

<file path=ppt/ink/ink1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3.886"/>
    </inkml:context>
    <inkml:brush xml:id="br0">
      <inkml:brushProperty name="width" value="0.025" units="cm"/>
      <inkml:brushProperty name="height" value="0.025" units="cm"/>
    </inkml:brush>
  </inkml:definitions>
  <inkml:trace contextRef="#ctx0" brushRef="#br0">1 17 13773,'0'0'2787,"66"-16"-2883,-30 16 96,10 11 32,9 3 0,3 1-32,4 1 32,3-1 0,-1 1-32,-4-4 0,-3-1-192,-6-8-2435,-13-3-1857,-12-14-1282</inkml:trace>
</inkml:ink>
</file>

<file path=ppt/ink/ink1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4.086"/>
    </inkml:context>
    <inkml:brush xml:id="br0">
      <inkml:brushProperty name="width" value="0.025" units="cm"/>
      <inkml:brushProperty name="height" value="0.025" units="cm"/>
    </inkml:brush>
  </inkml:definitions>
  <inkml:trace contextRef="#ctx0" brushRef="#br0">10 1 13933,'0'0'449,"-9"53"-449,9-16-96,0 10 96,11 7 32,3 4-32,2 1 0,0-1 0,2-3 0,0 0 0,-3-4-1698,-5-5-2306,-5-12-3363</inkml:trace>
</inkml:ink>
</file>

<file path=ppt/ink/ink1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4.525"/>
    </inkml:context>
    <inkml:brush xml:id="br0">
      <inkml:brushProperty name="width" value="0.025" units="cm"/>
      <inkml:brushProperty name="height" value="0.025" units="cm"/>
    </inkml:brush>
  </inkml:definitions>
  <inkml:trace contextRef="#ctx0" brushRef="#br0">1 118 15118,'2'-9'75,"0"0"77,0 1 0,1-1 0,-1 1 0,2 0 0,-1-1 0,1 2-1,9-14 1,-11 19-135,0-1-1,-1 1 0,1 0 0,0 0 1,1 0-1,-1 0 0,0 0 0,1 1 0,-1-1 1,1 1-1,-1-1 0,1 1 0,0 0 1,-1 0-1,1 0 0,0 0 0,0 1 1,0-1-1,0 1 0,0 0 0,0 0 0,0 0 1,-1 0-1,1 0 0,0 0 0,0 1 1,0 0-1,0-1 0,0 1 0,-1 0 1,1 0-1,3 2 0,0 0-6,0 1 0,0-1 0,0 1 0,0 1 0,-1-1 0,0 1 0,0 0 0,0 0 0,0 0 0,-1 1 0,0 0 0,0 0 0,0 0 0,-1 0 0,0 0 0,3 8 0,-1 1-535,-1 0 0,0-1-1,-1 2 1,-1-1-1,0 0 1,-1 21 0,0-36 518,1 1-1,-1-1 1,1 0 0,-1 1 0,1-1 0,-1 0-1,1 0 1,-1 0 0,1 0 0,-1 0 0,0-1-1,1 1 1,-1 0 0,3-2 0,-2 2 3,15-4 19,0 2 0,0 0-1,1 1 1,-1 0 0,1 1 0,30 5 0,-44-4-10,0-1-1,0 1 0,0 0 1,0 0-1,0 0 0,0 1 1,0 0-1,-1-1 0,1 1 1,0 0-1,-1 1 1,0-1-1,0 1 0,1-1 1,-1 1-1,-1 0 0,1 0 1,0 0-1,-1 1 0,1-1 1,-1 0-1,0 1 1,0 0-1,-1-1 0,1 1 1,-1 0-1,0 0 0,0 0 1,0 0-1,0 0 0,-1 0 1,1 0-1,-1 0 0,0 0 1,-1 5-1,0-5-8,0 1 0,-1 0 0,1-1 0,-1 1 0,0-1 0,0 0 0,0 0 0,-1 0 0,1 0 0,-1 0-1,0 0 1,0-1 0,-1 1 0,1-1 0,-1 0 0,0 0 0,-6 4 0,-7 4-947,-1 0 1,-32 13-1,-8-1-2023</inkml:trace>
</inkml:ink>
</file>

<file path=ppt/ink/ink1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5.104"/>
    </inkml:context>
    <inkml:brush xml:id="br0">
      <inkml:brushProperty name="width" value="0.025" units="cm"/>
      <inkml:brushProperty name="height" value="0.025" units="cm"/>
    </inkml:brush>
  </inkml:definitions>
  <inkml:trace contextRef="#ctx0" brushRef="#br0">39 1887 8488,'0'0'-5,"-7"-8"282,5 6-251,-1-1 7,1 1 1,-1 0-1,1-1 0,0 1 1,0-1-1,0 0 0,0 0 1,0 0-1,1 0 0,-1 0 1,1 0-1,0 0 1,0 0-1,0-1 0,0 1 1,1 0-1,-1-1 0,1 1 1,0 0-1,0-1 0,0 1 1,0-1-1,1 1 0,-1 0 1,1-1-1,0 1 1,0 0-1,2-4 0,17-32 553,2 1 0,50-66 0,-34 52-16,811-1086 2504,-595 806-2865,-235 303-177,-15 22-34,-1 1 0,1 0 0,1 1 0,-1-1 0,1 1 0,0-1 0,6-4 0,-9 10-1077</inkml:trace>
</inkml:ink>
</file>

<file path=ppt/ink/ink1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5.366"/>
    </inkml:context>
    <inkml:brush xml:id="br0">
      <inkml:brushProperty name="width" value="0.025" units="cm"/>
      <inkml:brushProperty name="height" value="0.025" units="cm"/>
    </inkml:brush>
  </inkml:definitions>
  <inkml:trace contextRef="#ctx0" brushRef="#br0">1 95 11627,'0'0'593,"7"-8"266,2-1-742,1 1 1,0 0-1,0 1 1,0 0-1,1 1 1,0 0-1,0 0 1,1 1-1,0 1 0,0 0 1,0 1-1,24-4 1,-21 4-79,1 1 1,-1 1 0,0 0-1,1 1 1,-1 1 0,1 1-1,27 5 1,-38-5-36,-1-1-1,1 1 0,0 0 1,-1 0-1,0 1 1,0-1-1,1 1 0,-1 0 1,-1 0-1,1 0 1,0 1-1,-1-1 1,0 1-1,0 0 0,0 0 1,0 0-1,0 0 1,-1 0-1,0 1 0,0-1 1,0 1-1,0 0 1,-1-1-1,0 1 1,0 0-1,0 0 0,-1 0 1,1 6-1,-1 4 10,-1-1 0,0 0 0,-1 1 0,0-1-1,-2 0 1,1 0 0,-2 0 0,-8 18 0,-60 106-332,44-86-380,0-3-2120,4-10-1211</inkml:trace>
</inkml:ink>
</file>

<file path=ppt/ink/ink1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6.142"/>
    </inkml:context>
    <inkml:brush xml:id="br0">
      <inkml:brushProperty name="width" value="0.025" units="cm"/>
      <inkml:brushProperty name="height" value="0.025" units="cm"/>
    </inkml:brush>
  </inkml:definitions>
  <inkml:trace contextRef="#ctx0" brushRef="#br0">0 1 13773,'0'0'1153</inkml:trace>
</inkml:ink>
</file>

<file path=ppt/ink/ink1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6.315"/>
    </inkml:context>
    <inkml:brush xml:id="br0">
      <inkml:brushProperty name="width" value="0.025" units="cm"/>
      <inkml:brushProperty name="height" value="0.025" units="cm"/>
    </inkml:brush>
  </inkml:definitions>
  <inkml:trace contextRef="#ctx0" brushRef="#br0">0 1 11082,'0'0'129</inkml:trace>
</inkml:ink>
</file>

<file path=ppt/ink/ink1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6.486"/>
    </inkml:context>
    <inkml:brush xml:id="br0">
      <inkml:brushProperty name="width" value="0.025" units="cm"/>
      <inkml:brushProperty name="height" value="0.025" units="cm"/>
    </inkml:brush>
  </inkml:definitions>
  <inkml:trace contextRef="#ctx0" brushRef="#br0">0 1 13196,'0'0'65</inkml:trace>
</inkml:ink>
</file>

<file path=ppt/ink/ink1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6.973"/>
    </inkml:context>
    <inkml:brush xml:id="br0">
      <inkml:brushProperty name="width" value="0.025" units="cm"/>
      <inkml:brushProperty name="height" value="0.025" units="cm"/>
    </inkml:brush>
  </inkml:definitions>
  <inkml:trace contextRef="#ctx0" brushRef="#br0">8 3 9257,'0'0'5477,"-8"7"-8680,10-16-6919</inkml:trace>
</inkml:ink>
</file>

<file path=ppt/ink/ink1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7.192"/>
    </inkml:context>
    <inkml:brush xml:id="br0">
      <inkml:brushProperty name="width" value="0.025" units="cm"/>
      <inkml:brushProperty name="height" value="0.025" units="cm"/>
    </inkml:brush>
  </inkml:definitions>
  <inkml:trace contextRef="#ctx0" brushRef="#br0">0 46 11659,'0'0'577,"15"-11"-1634,-10-4-1410,-4-5-1985</inkml:trace>
</inkml:ink>
</file>

<file path=ppt/ink/ink1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7.501"/>
    </inkml:context>
    <inkml:brush xml:id="br0">
      <inkml:brushProperty name="width" value="0.025" units="cm"/>
      <inkml:brushProperty name="height" value="0.025" units="cm"/>
    </inkml:brush>
  </inkml:definitions>
  <inkml:trace contextRef="#ctx0" brushRef="#br0">0 104 10282,'0'0'1217,"64"-15"-384,-21 10 128,10 0-417,7 2-256,2 1-224,-2-1 0,-3-2-31,-7 0-33,-9-2 32,-8 0-97,-10-2-767,-10-1-1250,-13-2-1025,0-3-3940</inkml:trace>
</inkml:ink>
</file>

<file path=ppt/ink/ink1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7.735"/>
    </inkml:context>
    <inkml:brush xml:id="br0">
      <inkml:brushProperty name="width" value="0.025" units="cm"/>
      <inkml:brushProperty name="height" value="0.025" units="cm"/>
    </inkml:brush>
  </inkml:definitions>
  <inkml:trace contextRef="#ctx0" brushRef="#br0">16 1 9033,'0'0'3139,"-16"48"-3011,18-11 192,12 8 353,1 8-193,7 3-224,2 2-160,3-1-64,2-2-32,-1-5-96,-3-9-64,-5-14-3139,-7-16-1121</inkml:trace>
</inkml:ink>
</file>

<file path=ppt/ink/ink1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5:48.282"/>
    </inkml:context>
    <inkml:brush xml:id="br0">
      <inkml:brushProperty name="width" value="0.025" units="cm"/>
      <inkml:brushProperty name="height" value="0.025" units="cm"/>
    </inkml:brush>
  </inkml:definitions>
  <inkml:trace contextRef="#ctx0" brushRef="#br0">1 151 7976,'0'0'4938,"7"5"-4810,8 2-59,-6-2-6,0-1 1,0 1-1,0 1 1,0 0-1,-1 0 0,0 1 1,8 8-1,-57-20 471,37 2-493,0-1 0,0 1 1,0-1-1,0 0 0,1 0 0,0 0 0,0 0 1,0 0-1,0-1 0,1 1 0,0-1 1,0 0-1,0 1 0,0-1 0,1 0 0,0 0 1,0-1-1,0 1 0,0 0 0,1 0 0,0 0 1,0 0-1,2-10 0,-2 10-8,1 1-1,0 0 1,0-1 0,0 1 0,0 0-1,1 0 1,-1 0 0,1 0-1,0 0 1,0 0 0,1 1 0,-1-1-1,1 1 1,0-1 0,0 1 0,0 0-1,0 0 1,0 0 0,1 1-1,-1-1 1,1 1 0,0-1 0,0 1-1,0 1 1,0-1 0,0 0-1,0 1 1,6-1 0,4 1-232,0 1 1,0 0-1,0 1 1,0 0-1,0 2 1,0-1-1,25 10 1,-19-6-874,0-1-1,29 3 1,-23-7-5408</inkml:trace>
</inkml:ink>
</file>

<file path=ppt/ink/ink1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08.924"/>
    </inkml:context>
    <inkml:brush xml:id="br0">
      <inkml:brushProperty name="width" value="0.025" units="cm"/>
      <inkml:brushProperty name="height" value="0.025" units="cm"/>
    </inkml:brush>
  </inkml:definitions>
  <inkml:trace contextRef="#ctx0" brushRef="#br0">83 448 10314,'-4'0'252,"0"0"1,-1 0-1,1 0 1,0-1-1,-1 0 1,1 0 0,0 0-1,0 0 1,0 0-1,0-1 1,0 0-1,0 0 1,0 0-1,-4-3 1,7 3-165,-1 0 0,0 0-1,1 0 1,-1 0 0,1-1 0,0 1 0,0 0 0,0-1-1,0 1 1,0-1 0,0 1 0,1-1 0,-1 0 0,1 1 0,-1-1-1,1 1 1,0-1 0,0 0 0,1 1 0,-1-1 0,0 1 0,1-1-1,-1 0 1,3-4 0,-1 3-86,0 0-1,0 0 1,0 0 0,0 0-1,1 1 1,0-1-1,0 1 1,0-1 0,0 1-1,0 0 1,0 0-1,1 1 1,0-1 0,-1 1-1,1-1 1,0 1-1,0 1 1,0-1 0,1 0-1,-1 1 1,0 0 0,1 0-1,7-1 1,-1 0-6,-1 1 0,0 0 0,0 1 0,1 0 0,-1 1 1,0 0-1,1 0 0,-1 1 0,14 4 0,-13-1 3,-1 0 0,0 1 0,1 0 1,-2 1-1,1 0 0,-1 0 0,17 17 0,-21-18 11,0-1 0,0 1 0,0 0 0,-1 1 0,0-1 0,0 1 0,0 0 0,-1 0 0,0 0 0,0 1 0,-1-1 0,0 0 1,1 10-1,-3-17 2,0 1 1,0 0-1,0-1 1,0 1-1,0-1 1,0 1 0,0-1-1,0 1 1,0 0-1,0-1 1,0 1 0,-1-1-1,1 1 1,0-1-1,0 1 1,-1-1 0,1 1-1,0-1 1,-1 1-1,1-1 1,0 1 0,-1-1-1,1 1 1,-1-1-1,1 0 1,0 1-1,-1-1 1,1 0 0,-1 1-1,0-1 1,1 0-1,-1 0 1,0 1 0,-26-3 530,20-1-414,0 1 0,0-1 0,0 0 0,1 0 0,-9-6 0,4-1-78,1 0-1,0 0 1,1-1 0,0-1-1,0 0 1,1 0-1,1 0 1,0-1 0,1 0-1,1 0 1,-8-23-1,8 17-6,1 1-1,1-1 1,0 0-1,1 0 1,1 0-1,1 0 1,1 0-1,3-25 0,-3 39-44,0 0-1,0 0 0,0 0 1,0 0-1,1 0 0,0 1 0,0-1 1,0 0-1,0 1 0,1 0 0,-1 0 1,1-1-1,0 2 0,1-1 0,-1 0 1,1 1-1,0-1 0,-1 1 1,1 0-1,1 0 0,-1 1 0,0-1 1,1 1-1,-1 0 0,1 0 0,0 0 1,0 1-1,-1 0 0,1 0 1,0 0-1,0 0 0,0 1 0,0 0 1,0 0-1,0 0 0,10 2 0,5 1-22,0 2 0,0 0 0,0 1 0,-1 1 0,0 0 0,-1 2 0,31 18 0,-30-16-414,20 13-1521,-15-7-3192,-18-13 955</inkml:trace>
</inkml:ink>
</file>

<file path=ppt/ink/ink1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09.457"/>
    </inkml:context>
    <inkml:brush xml:id="br0">
      <inkml:brushProperty name="width" value="0.025" units="cm"/>
      <inkml:brushProperty name="height" value="0.025" units="cm"/>
    </inkml:brush>
  </inkml:definitions>
  <inkml:trace contextRef="#ctx0" brushRef="#br0">1 655 11371,'0'0'2952,"4"-8"-2461,93-144 831,-26 45-1091,5-9-107,61-107 3,-136 221-122,0 1-1,0 0 0,0-1 0,-1 1 0,1-1 0,0 0 0,-1 1 1,1-1-1,-1 0 0,1 1 0,-1-1 0,0 0 0,0 1 0,0-1 1,0 0-1,0 1 0,0-1 0,0 0 0,-1 0 0,1 1 0,-2-4 0,1 4-9,0 0-1,0 1 0,0-1 0,0 0 0,0 0 0,0 1 0,-1-1 0,1 0 0,0 1 0,0-1 0,-1 1 0,1 0 0,0-1 0,-1 1 0,1 0 0,-1 0 0,1 0 1,0 0-1,-1 0 0,-1 0 0,-8 2-45,0 0 1,0 0-1,0 1 1,0 0 0,-11 6-1,-81 29 457,114-44-369,1 2 1,0-1-1,0 2 1,0-1-1,0 2 0,1-1 1,-1 2-1,1 0 1,-1 0-1,1 1 1,-1 1-1,22 3 0,-28-3-30,0 1-1,0-1 0,-1 1 0,1 0 0,-1 0 1,1 1-1,-1 0 0,0 0 0,0 0 0,0 0 1,-1 1-1,1 0 0,-1 0 0,0 0 0,0 1 1,0-1-1,0 1 0,-1 0 0,0 0 0,0 0 1,0 0-1,-1 0 0,1 1 0,-1 0 0,-1-1 1,1 1-1,-1 0 0,0 0 0,0 7 0,0-4-43,-1 0 0,0 0 0,-1 0 0,0 0 1,-1-1-1,1 1 0,-2 0 0,1-1 0,-1 1 0,-7 13 0,-20 27-2290,-5-3-3513,22-30 1793</inkml:trace>
</inkml:ink>
</file>

<file path=ppt/ink/ink1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10.176"/>
    </inkml:context>
    <inkml:brush xml:id="br0">
      <inkml:brushProperty name="width" value="0.025" units="cm"/>
      <inkml:brushProperty name="height" value="0.025" units="cm"/>
    </inkml:brush>
  </inkml:definitions>
  <inkml:trace contextRef="#ctx0" brushRef="#br0">238 70 6278,'0'0'7185,"0"7"-6907,5 121 373,1 51-38,-7-153-557,-1-1 0,-1 1-1,-1-1 1,-13 44 0,15-62-42,-1 0-1,0 0 1,-1-1 0,1 1-1,-1-1 1,0 0 0,-1 0 0,0 0-1,1-1 1,-2 1 0,1-1 0,-11 8-1,12-11-6,0 1-1,-1-1 0,1 0 0,0 0 1,-1 0-1,1-1 0,-1 1 0,0-1 1,0 0-1,1-1 0,-1 1 0,0-1 1,0 0-1,0 0 0,1 0 0,-1-1 0,0 1 1,0-1-1,1-1 0,-8-2 0,8 3-5,1-1-1,-1 0 1,1-1-1,0 1 1,0 0-1,0-1 1,0 0-1,0 0 1,0 0-1,1 0 0,-1 0 1,1 0-1,0-1 1,0 1-1,0-1 1,1 0-1,-1 1 1,1-1-1,0 0 1,0 0-1,0 0 0,1 0 1,-1 0-1,1 0 1,0-6-1,0 6-2,0-1 0,0 0 0,1 0 0,-1 0 0,1 0 0,0 0 0,0 0 0,1 1-1,0-1 1,0 0 0,0 1 0,0 0 0,1-1 0,-1 1 0,1 0 0,0 0 0,0 0 0,1 1 0,-1-1-1,5-3 1,-1 3-8,0 1 0,0-1 0,0 1 0,1 0 0,-1 1 1,1 0-1,0 0 0,0 0 0,-1 1 0,12 0 0,7 1-4,47 6 1,-54-3 28,0-1 1,-1-1-1,1 0 1,36-5 0,-52 3-10,-1 0 1,0 0 0,0 0-1,0 0 1,0-1 0,0 1 0,0-1-1,-1 0 1,1 1 0,-1-1-1,1 0 1,-1 0 0,1 0 0,-1 0-1,0 0 1,0 0 0,0 0-1,0-1 1,0 1 0,-1 0 0,1-1-1,-1 1 1,1 0 0,-1-1-1,0 1 1,0 0 0,0-1 0,0 1-1,-1-4 1,1-8 227,-1 0 0,0 0 0,-6-23 0,-3 4 87,0 0 0,-2 1 0,-2 1 0,0 0 0,-2 1 0,-36-51 0,49 78-314,1-1 0,-1 1 0,0 0-1,0 0 1,0 0 0,0 0 0,0 1-1,-1-1 1,1 1 0,-1 0 0,0 0-1,0 0 1,-5-2 0,8 4-66,-1 0 0,0 0 0,1 0-1,-1 0 1,0 0 0,0 1 0,1-1 0,-1 0 0,0 1-1,1 0 1,-1-1 0,1 1 0,-1 0 0,1-1 0,-1 1 0,1 0-1,-1 0 1,1 0 0,0 1 0,-1-1 0,1 0 0,0 0-1,0 1 1,0-1 0,0 0 0,0 1 0,0-1 0,1 1-1,-1 0 1,0-1 0,1 1 0,-1 0 0,0 1 0,-8 23-3390,0-5-3411</inkml:trace>
</inkml:ink>
</file>

<file path=ppt/ink/ink1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9:31.320"/>
    </inkml:context>
    <inkml:brush xml:id="br0">
      <inkml:brushProperty name="width" value="0.025" units="cm"/>
      <inkml:brushProperty name="height" value="0.025" units="cm"/>
    </inkml:brush>
  </inkml:definitions>
  <inkml:trace contextRef="#ctx0" brushRef="#br0">137 160 1057,'0'0'4863,"-8"0"-4281,-94 12 1767,101-12-2310,0 0 0,0 0 0,0 1 0,1-1-1,-1 0 1,0 0 0,0 0 0,0 0 0,1 0 0,-1 0 0,0 0-1,0 0 1,0 0 0,0-1 0,1 1 0,-1 0 0,0 0 0,0-1 0,1 1-1,-1 0 1,0-1 0,0 1 0,1-1 0,-1 1 0,0-1 0,1 1-1,-1-1 1,1 0 0,-1 1 0,1-1 0,-1 0 0,1 1 0,-1-1 0,1 0-1,0 1 1,-1-1 0,1 0 0,0 0 0,0 0 0,-1 1 0,1-1-1,0 0 1,0 0 0,0 0 0,0 0 0,0 1 0,0-1 0,0 0 0,1 0-1,-1 0 1,0 1 0,0-1 0,0 0 0,1 0 0,-1 0 0,1 1-1,-1-1 1,0 0 0,1 1 0,-1-1 0,2 0 0,2-7-33,0 1 0,1-1 0,0 1 0,10-11 0,-5 8 17,0 0 1,1 1 0,0 0 0,0 0 0,1 1-1,0 1 1,1 0 0,22-9 0,-31 15-18,0-1 0,0 1-1,0 0 1,1 0 0,-1 1 0,0-1 0,0 1 0,1 0 0,-1 0 0,0 0 0,1 1 0,-1 0 0,0-1 0,0 2 0,1-1 0,-1 0 0,0 1 0,0 0 0,0 0 0,-1 0 0,1 0 0,0 0 0,-1 1 0,0 0 0,1 0 0,-1 0 0,0 0 0,0 0 0,-1 0 0,1 1 0,-1 0 0,3 4 0,6 14 42,0 0-1,-1 1 1,-2 1 0,0-1 0,-2 1 0,0 1 0,2 29 0,-2 6 11,-4 111 1,-10-120-23,8-49-28,0-1-1,-1 1 0,1-1 1,-1 1-1,1 0 0,-1-1 1,1 1-1,-1-1 1,0 0-1,0 1 0,0-1 1,0 1-1,0-1 0,0 0 1,0 0-1,0 0 1,-1 0-1,1 0 0,0 0 1,-1 0-1,1 0 1,0 0-1,-1 0 0,1-1 1,-1 1-1,0-1 0,-1 1 1,2-1 8,0 0 0,0-1 0,0 1-1,0 0 1,0-1 0,0 1 0,1-1 0,-1 1 0,0-1 0,0 0 0,1 1 0,-1-1 0,0 0-1,1 1 1,-1-1 0,0 0 0,1 0 0,-1 0 0,1 0 0,0 1 0,-1-1 0,1 0 0,0 0-1,-1 0 1,1 0 0,0 0 0,0 0 0,0 0 0,0 0 0,0-1 0,-1-39 83,1 33-73,0-18 7,2 1-1,0-1 1,9-35-1,-8 49-23,0 1 0,1-1 0,0 1 0,1 0 1,0 1-1,0-1 0,1 1 0,1 0 0,13-16 0,-18 24-3,0 0-1,0 0 1,0 1 0,1-1-1,-1 1 1,0-1-1,1 1 1,-1 0 0,1 0-1,-1 0 1,1 0 0,-1 0-1,1 1 1,0-1 0,-1 1-1,1-1 1,0 1-1,0 0 1,-1 0 0,1 1-1,0-1 1,-1 0 0,1 1-1,0 0 1,-1 0 0,1-1-1,-1 2 1,1-1-1,-1 0 1,1 0 0,-1 1-1,0-1 1,0 1 0,3 2-1,9 8 39,0 0 0,-1 1-1,-1 0 1,12 16 0,-13-15 60,15 22 1,9 10-1167,-10-24-2757,-16-19 770,0-3-1837</inkml:trace>
</inkml:ink>
</file>

<file path=ppt/ink/ink1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9:31.674"/>
    </inkml:context>
    <inkml:brush xml:id="br0">
      <inkml:brushProperty name="width" value="0.025" units="cm"/>
      <inkml:brushProperty name="height" value="0.025" units="cm"/>
    </inkml:brush>
  </inkml:definitions>
  <inkml:trace contextRef="#ctx0" brushRef="#br0">46 55 8072,'0'0'4959,"0"8"-4591,-1 4-177,1 0 1,1 0-1,1 0 0,-1 0 0,2 0 0,-1 0 0,2 0 0,6 16 0,-8-25-157,-1 1 0,1-1 0,-1 0 0,1 0 0,0 0-1,1 0 1,-1 0 0,0 0 0,1 0 0,-1-1 0,1 1-1,0-1 1,0 0 0,0 1 0,0-2 0,1 1-1,-1 0 1,0-1 0,1 1 0,-1-1 0,1 0 0,-1 0-1,1 0 1,0-1 0,-1 1 0,1-1 0,0 0 0,-1 0-1,1 0 1,0 0 0,-1-1 0,1 0 0,0 1 0,4-3-1,-3 1-18,-1 0 0,1-1-1,-1 1 1,0-1-1,0 0 1,0 0 0,0-1-1,-1 1 1,1-1-1,-1 0 1,0 1-1,0-2 1,0 1 0,0 0-1,-1 0 1,0-1-1,0 0 1,0 1 0,0-1-1,1-7 1,-2 8-23,0 0 0,0-1 0,0 1 0,0-1 0,-1 0 0,1 1 0,-1-1 0,-1 1 0,1-1 0,0 1 0,-1-1 0,0 1 0,0-1 0,-1 1 0,1-1 0,-1 1 0,0 0 0,0 0 0,0 0 0,-1 0 0,1 0 0,-5-4 0,-2 2-144,0 0 0,0 0 0,0 1 0,-1 0-1,0 1 1,0 0 0,-1 1 0,1 0 0,0 1 0,-1 0 0,0 0-1,0 1 1,1 1 0,-1-1 0,0 2 0,0 0 0,-10 2 0,19-3-5,0 0 0,1 1 0,-1-1 0,1 1 0,-1 0 0,1-1 0,-1 1 0,1 0 0,0 0-1,-1 0 1,1 0 0,0 0 0,0 0 0,-1 0 0,1 1 0,0-1 0,0 0 0,0 1 0,1-1 0,-1 0 0,0 1 0,0-1 0,1 1 0,-1-1 0,0 3 0,1-3-52,0 1-1,0-1 0,-1 0 0,1 0 1,0 0-1,0 0 0,0 0 1,0 1-1,0-1 0,1 0 0,-1 0 1,0 0-1,0 0 0,1 0 0,-1 0 1,1 0-1,-1 1 0,1-1 1,-1-1-1,1 1 0,0 0 0,-1 0 1,1 0-1,0 0 0,0 0 1,0-1-1,0 1 0,0 0 0,0 0 1,0-1-1,0 1 0,0-1 0,0 1 1,0-1-1,2 1 0,13 1-1333</inkml:trace>
</inkml:ink>
</file>

<file path=ppt/ink/ink1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9:31.955"/>
    </inkml:context>
    <inkml:brush xml:id="br0">
      <inkml:brushProperty name="width" value="0.025" units="cm"/>
      <inkml:brushProperty name="height" value="0.025" units="cm"/>
    </inkml:brush>
  </inkml:definitions>
  <inkml:trace contextRef="#ctx0" brushRef="#br0">1 197 833,'19'-1'1087,"0"-2"0,-1 0-1,1-1 1,27-9 0,-38 11-792,0 0 0,0 1 0,1 0 0,-1 0 1,1 1-1,-1 0 0,0 0 0,1 1 0,-1 0 0,0 0 0,0 1 0,0 1 0,0-1 0,0 1 0,0 0 0,14 9 0,-14-8-234,0 1 0,-1 0 0,1 1 0,-1-1-1,0 1 1,0 1 0,-1 0 0,0 0 0,0 0 0,-1 0 0,0 1-1,0 0 1,0 0 0,-1 0 0,4 12 0,-6 3 126,-3-23-169,1 0-1,0 1 1,0-1-1,0 0 1,-1 0 0,1 0-1,0 0 1,0 1 0,-1-1-1,1 0 1,0 0 0,0 0-1,-1 0 1,1 0 0,0 0-1,0 0 1,-1 0-1,1 0 1,0 0 0,-1 0-1,1 0 1,0 0 0,0 0-1,-1 0 1,1 0 0,0 0-1,-1 0 1,1 0 0,0 0-1,0 0 1,-1 0-1,1-1 1,0 1 0,0 0-1,-1 0 1,1 0 0,0 0-1,0-1 1,-3-1 28,1 0 1,0 0-1,-1 0 1,1 0-1,0 0 1,1-1-1,-1 1 0,0-1 1,1 1-1,-1-1 1,1 0-1,-1-3 1,-1-6-105,1 0 1,0 0 0,1-1 0,1 1-1,-1 0 1,2 0 0,0-1-1,1 1 1,0 0 0,0 0 0,5-13-1,-4 16 9,1-1-1,-1 1 0,2-1 1,-1 1-1,1 1 0,0-1 1,1 1-1,0 0 0,0 0 1,1 0-1,0 1 0,1 0 1,14-11-1,-17 16-313,-1 0 1,1 0-1,-1 0 1,1 1-1,0-1 1,-1 1-1,1 0 0,0 1 1,0-1-1,0 1 1,7 0-1,3 0-3091</inkml:trace>
</inkml:ink>
</file>

<file path=ppt/ink/ink1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9:32.576"/>
    </inkml:context>
    <inkml:brush xml:id="br0">
      <inkml:brushProperty name="width" value="0.025" units="cm"/>
      <inkml:brushProperty name="height" value="0.025" units="cm"/>
    </inkml:brush>
  </inkml:definitions>
  <inkml:trace contextRef="#ctx0" brushRef="#br0">1 0 7815,'0'0'748,"6"7"-294,3 2-366,0 0 0,-1 1 0,-1 0 1,0 1-1,0-1 0,-1 1 0,0 1 1,-1-1-1,0 1 0,-1 0 0,0 0 1,-1 0-1,0 0 0,0 15 0,-2-27-68,-1 1 0,0-1 0,0 1 0,0 0-1,0-1 1,0 1 0,0 0 0,0 0 0,0-1-1,0 1 1,0 0 0,0-1 0,0 1-1,0 0 1,0-1 0,-1 1 0,1-1 0,0 1-1,0 0 1,-1-1 0,1 1 0,0-1 0,-1 1-1,1 0 1,-1-1 0,1 1 0,-1-1 0,1 0-1,-1 1 1,1-1 0,-1 1 0,1-1-1,-1 0 1,0 1 0,1-1 0,-1 0 0,0 0-1,1 1 1,-1-1 0,0 0 0,1 0 0,-1 0-1,0 0 1,1 0 0,-1 0 0,0 0 0,1 0-1,-1 0 1,0 0 0,1-1 0,-1 1-1,0 0 1,1 0 0,-1 0 0,0-1 0,1 1-1,-1-1 1,-2 0 5,1-1 0,-1 0 0,1 1-1,0-1 1,0 0 0,0 0 0,0 0-1,0 0 1,0 0 0,0-1 0,1 1 0,-1 0-1,-1-6 1,2 6 9,0 1 0,0-1-1,1 0 1,-1 1-1,1-1 1,-1 0 0,1 0-1,0 0 1,0 1 0,0-1-1,0 0 1,0 0 0,0 0-1,0 0 1,0 1 0,1-1-1,-1 0 1,1 0 0,-1 0-1,2-1 1,-1 2-17,0 0 0,0 1 1,0-1-1,0 1 0,0-1 0,0 1 1,1-1-1,-1 1 0,0 0 0,0-1 1,0 1-1,1 0 0,-1 0 0,0 0 1,0 0-1,0 0 0,1 0 0,-1 0 1,0 0-1,0 1 0,0-1 0,2 1 1,12 4 93,-1 1 1,1 1-1,21 13 0,-22-12 48,55 25 498,-72-35-643,-1 1 0,1-1-1,0 0 1,1 1 0,-1-1-1,0-1 1,0 1 0,1 0 0,-1-1-1,1 1 1,0-1 0,0 0 0,0 0-1,0 0 1,1 0 0,-1 0-1,1 0 1,-2-5 0,1 2 33,0 0 1,0 0-1,1-1 1,0 1 0,0 0-1,1-1 1,-1 1-1,2-14 1,0 19-25,0-1 1,0 0-1,-1 1 1,1-1-1,0 1 1,1-1-1,-1 1 1,0-1-1,0 1 1,0 0-1,1 0 1,-1-1-1,1 1 0,-1 0 1,1 0-1,-1 0 1,1 1-1,0-1 1,-1 0-1,1 1 1,0-1-1,0 1 1,-1-1-1,1 1 1,0 0-1,0 0 1,0 0-1,-1 0 1,1 0-1,0 0 1,0 0-1,2 1 1,4 0 2,0 0 1,0 0-1,0 0 1,0 1 0,0 0-1,8 4 1,-6 1-40,0-1 1,0 1-1,0 0 1,-1 1-1,-1 0 1,1 1-1,10 15 1,9 6-5259,-21-22 910</inkml:trace>
</inkml:ink>
</file>

<file path=ppt/ink/ink1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9:33.249"/>
    </inkml:context>
    <inkml:brush xml:id="br0">
      <inkml:brushProperty name="width" value="0.025" units="cm"/>
      <inkml:brushProperty name="height" value="0.025" units="cm"/>
    </inkml:brush>
  </inkml:definitions>
  <inkml:trace contextRef="#ctx0" brushRef="#br0">203 357 7239,'0'0'3657,"-3"-8"-2045,2 5-1457,0 0 1,0 0 0,0 1-1,-1-1 1,1 1-1,-1-1 1,0 1-1,1 0 1,-1-1-1,0 1 1,0 0 0,-1 0-1,1 0 1,-5-2-1,3 2-45,1 1-1,-1 0 0,0-1 1,0 2-1,0-1 1,0 0-1,0 1 0,0 0 1,0 0-1,0 0 1,0 0-1,0 0 0,-6 2 1,5 0-94,0-1 1,-1 1-1,1 0 0,0 0 1,0 0-1,0 1 0,1 0 1,-1 0-1,1 0 0,-1 0 1,1 1-1,0 0 1,0 0-1,1 0 0,-1 0 1,1 1-1,0-1 0,-4 7 1,4-4-4,-1-1 1,1 1-1,1 0 1,-1 1-1,1-1 0,1 0 1,-1 1-1,1-1 1,0 1-1,1-1 1,0 1-1,1 12 1,-1-18-13,0 0 0,0-1 0,1 1 0,-1-1 0,0 1 0,1-1 0,-1 1 0,1-1-1,-1 1 1,1-1 0,0 0 0,0 1 0,-1-1 0,1 0 0,0 1 0,0-1 0,0 0 0,0 0 0,1 0 0,-1 0 0,0 0 0,0 0 0,1 0 0,-1-1 0,0 1 0,1 0 0,-1-1 0,1 1 0,-1-1 0,1 1 0,-1-1 0,1 0 0,-1 0 0,1 1 0,0-1 0,-1 0 0,1 0 0,-1-1 0,1 1 0,1-1 0,1 0-30,0 0 0,0 0 1,0-1-1,0 1 0,0-1 0,0 0 0,0 0 1,-1-1-1,1 1 0,-1-1 0,0 1 0,0-1 0,5-6 1,-3 3-44,0-1 1,0 0 0,-1 0 0,0-1 0,0 1 0,-1-1-1,0 0 1,3-12 0,-4 30 88,-1-1-1,2 1 1,0 0-1,0-1 1,0 1-1,1-1 1,1 0-1,-1 0 1,2-1-1,8 13 1,-11-17 8,0-1 0,0 0 0,-1 0 1,2 0-1,-1 0 0,0 0 0,1-1 1,-1 1-1,1-1 0,0 0 1,-1 0-1,1-1 0,0 1 0,0-1 1,1 0-1,-1 0 0,0 0 1,0 0-1,0-1 0,1 0 0,-1 1 1,0-2-1,0 1 0,1 0 1,4-2-1,-3 0-14,0-1 0,-1 1 1,1-1-1,-1 0 0,1 0 0,-1-1 1,0 1-1,-1-1 0,1 0 0,-1-1 1,1 1-1,-1-1 0,-1 0 0,1 0 1,-1 0-1,6-11 0,-1-1-74,-1-1 0,-1 0 0,0 0 0,-1-1 0,-1 1-1,2-25 1,-2-7-105,-4-57-1,-1 91 144,0-1-1,-1 1 1,-8-30 0,9 42 26,0-1 1,-1 1-1,1-1 0,-1 1 1,0 0-1,0 0 0,0 0 1,-1 0-1,0 0 1,1 0-1,-1 1 0,0-1 1,-1 1-1,1 0 1,-1 0-1,1 0 0,-1 0 1,-5-2-1,8 5 19,0-1 0,1 1 0,-1 0 0,0 0 0,0 0-1,0-1 1,0 1 0,0 0 0,1 0 0,-1 0 0,0 1 0,0-1 0,0 0-1,0 0 1,1 0 0,-1 0 0,0 1 0,0-1 0,0 0 0,1 1 0,-1-1-1,0 1 1,0-1 0,1 1 0,-1-1 0,0 1 0,1 0 0,-1-1 0,1 1-1,-1 0 1,1-1 0,-1 1 0,1 0 0,-1 0 0,1 0 0,-10 31 102,6 1 112,0-1-1,3 1 0,0-1 0,2 1 1,2 0-1,0-1 0,3 0 1,0 0-1,18 49 0,-15-58 26,1-1 0,1 1 0,22 32 0,-26-45-665,1 1 0,1-1-1,-1-1 1,1 0-1,1 0 1,-1 0 0,2-2-1,16 12 1,6-5-3811</inkml:trace>
</inkml:ink>
</file>

<file path=ppt/ink/ink1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0:45.758"/>
    </inkml:context>
    <inkml:brush xml:id="br0">
      <inkml:brushProperty name="width" value="0.025" units="cm"/>
      <inkml:brushProperty name="height" value="0.025" units="cm"/>
    </inkml:brush>
  </inkml:definitions>
  <inkml:trace contextRef="#ctx0" brushRef="#br0">11 31 5765,'3'7'70,"8"33"146,-2 1-1,-2 0 1,4 62 0,-7 135 847,-5-168 38,-7-331 1924,3 206-2788,-3 0 0,-26-98 1,58 186 2261,-6-5-2558,41 50 0,-58-78 49,-1 0 1,0 1 0,0-1 0,1 0 0,-1 0 0,0 1-1,0-1 1,1 0 0,-1 0 0,0 1 0,1-1 0,-1 0-1,0 0 1,1 0 0,-1 0 0,0 0 0,1 0 0,-1 0-1,0 0 1,1 0 0,-1 1 0,0-1 0,1-1 0,-1 1-1,0 0 1,1 0 0,-1 0 0,0 0 0,1 0 0,-1 0 0,0 0-1,1 0 1,-1 0 0,0-1 0,1 1 0,-1 0 0,0 0-1,1-1 1,7-16-65,-2-28 127,-6 40-96,2-11 130,-1 3 92,1 0 1,-2 0-1,1 0 1,-2-1-1,-3-24 1,3 49 2176,1 0-2358,0 0 0,1 0 0,3 20 0,0-19 73,0-1 0,1 1-1,0 0 1,1-1 0,12 18 0,-14-24-414,0-1 1,0 0-1,0 1 1,0-2-1,0 1 1,7 4-1,-7-6-484,-1 0 1,1 0-1,0-1 0,-1 1 1,1-1-1,0 0 1,0 0-1,0 0 0,0 0 1,4-1-1,3 0-4960</inkml:trace>
</inkml:ink>
</file>

<file path=ppt/ink/ink1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0:46.037"/>
    </inkml:context>
    <inkml:brush xml:id="br0">
      <inkml:brushProperty name="width" value="0.025" units="cm"/>
      <inkml:brushProperty name="height" value="0.025" units="cm"/>
    </inkml:brush>
  </inkml:definitions>
  <inkml:trace contextRef="#ctx0" brushRef="#br0">1 53 11339,'0'0'1857,"54"-37"-1696,-40 30-129,0 3 0,-1 0-64,0 3-1153,-2 1-1602,-6 0-993</inkml:trace>
</inkml:ink>
</file>

<file path=ppt/ink/ink1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0:46.208"/>
    </inkml:context>
    <inkml:brush xml:id="br0">
      <inkml:brushProperty name="width" value="0.025" units="cm"/>
      <inkml:brushProperty name="height" value="0.025" units="cm"/>
    </inkml:brush>
  </inkml:definitions>
  <inkml:trace contextRef="#ctx0" brushRef="#br0">0 75 8872,'0'0'4805,"57"-13"-3812,-37 2-481,3 0-255,-1-1-161,0 4-128,-7-4-1794,-7 4-4292</inkml:trace>
</inkml:ink>
</file>

<file path=ppt/ink/ink1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1:00.896"/>
    </inkml:context>
    <inkml:brush xml:id="br0">
      <inkml:brushProperty name="width" value="0.025" units="cm"/>
      <inkml:brushProperty name="height" value="0.025" units="cm"/>
    </inkml:brush>
  </inkml:definitions>
  <inkml:trace contextRef="#ctx0" brushRef="#br0">10 398 1153,'0'0'5792,"-3"-6"-5487,2 4-272,0 1 0,1-1 0,-1 1 0,0-1 1,1 1-1,-1-1 0,1 0 0,-1 1 0,1-1 1,0 0-1,-1 1 0,1-1 0,0 0 0,0 1 1,0-1-1,1 0 0,-1 1 0,0-1 0,1 0 1,-1 1-1,1-3 0,1 3 20,0-1-1,-1 1 1,1-1 0,0 1-1,0 0 1,0 0 0,0 0-1,0 0 1,0 0 0,0 0-1,0 0 1,0 1 0,1-1-1,-1 1 1,0 0 0,0-1-1,1 1 1,-1 0 0,0 0-1,4 1 1,8-1-20,25 1 33,1-1 1,-1-2-1,1-2 1,-1-2 0,54-14-1,49-19 591,1 6 0,258-25-1,-15 8-588,321-23 158,-405 68-161,346-13 3,311 28 947,-777 0-683,1-7 1,322-37 0,-493 32-318,55-7 48,1 3-1,89 2 1,-107 16-2359,-42-12-1403</inkml:trace>
</inkml:ink>
</file>

<file path=ppt/ink/ink1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1:02.052"/>
    </inkml:context>
    <inkml:brush xml:id="br0">
      <inkml:brushProperty name="width" value="0.025" units="cm"/>
      <inkml:brushProperty name="height" value="0.025" units="cm"/>
    </inkml:brush>
  </inkml:definitions>
  <inkml:trace contextRef="#ctx0" brushRef="#br0">1 1 3171,'0'0'7201,"8"8"-6272,172 154 1636,-39-37-2087,-118-106-469,-18-15-39,1 0 0,-1 0 0,0 1 1,0-1-1,0 1 0,0 1 0,3 5 1,-11-11-3638,-7-2 709,-2-8-3475</inkml:trace>
</inkml:ink>
</file>

<file path=ppt/ink/ink1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1:02.412"/>
    </inkml:context>
    <inkml:brush xml:id="br0">
      <inkml:brushProperty name="width" value="0.025" units="cm"/>
      <inkml:brushProperty name="height" value="0.025" units="cm"/>
    </inkml:brush>
  </inkml:definitions>
  <inkml:trace contextRef="#ctx0" brushRef="#br0">281 0 4132,'0'0'5381,"-8"3"-5258,3 0-15,-1-1 0,1 1 0,0 1 0,0-1 0,0 1 0,1 0 0,-1 0 1,1 0-1,0 1 0,0-1 0,0 1 0,1 0 0,-1 0 0,1 1 0,-4 9 0,-114 237 4108,71-145-3921,46-99-468,-1 1 0,1 0 0,1 0 0,0 1-1,0-1 1,1 1 0,0-1 0,0 12 0,2-29-4888</inkml:trace>
</inkml:ink>
</file>

<file path=ppt/ink/ink1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0:20.848"/>
    </inkml:context>
    <inkml:brush xml:id="br0">
      <inkml:brushProperty name="width" value="0.025" units="cm"/>
      <inkml:brushProperty name="height" value="0.025" units="cm"/>
    </inkml:brush>
  </inkml:definitions>
  <inkml:trace contextRef="#ctx0" brushRef="#br0">155 360 3107,'0'0'6219,"2"-7"-5728,-1 4-425,0 0 1,0 1-1,0-1 0,0 0 0,1 1 0,-1-1 0,1 1 1,-1 0-1,1-1 0,0 1 0,0 0 0,0 0 0,0 0 1,0 0-1,1 1 0,-1-1 0,0 0 0,1 1 0,-1 0 1,1 0-1,0-1 0,-1 1 0,1 1 0,0-1 0,0 0 1,0 1-1,-1-1 0,1 1 0,0 0 0,0 0 0,0 0 1,4 1-1,-1 0-20,0-1 0,1 1 1,-1 0-1,0 1 0,0-1 0,0 1 1,0 1-1,0-1 0,-1 1 1,1 0-1,-1 0 0,0 1 1,1-1-1,-2 1 0,1 0 1,0 1-1,-1-1 0,8 10 0,-8-8-30,0 0-1,0 0 1,0 1-1,-1-1 1,0 1-1,0 0 1,0 0-1,-1 0 0,0 0 1,0 1-1,-1-1 1,0 0-1,-1 1 1,1-1-1,-1 1 1,-1 7-1,-1-10 14,0 0 0,0 0-1,0 0 1,-1 0 0,1 0 0,-1-1-1,0 1 1,-1-1 0,1 0-1,-1 0 1,0 0 0,0 0 0,0-1-1,0 0 1,-6 4 0,-6 4 28,0-1-1,-34 15 1,41-21-46,-1 0-1,0-1 1,0 0-1,0-1 1,0 0-1,0-1 1,0 0-1,0 0 1,0-1-1,-1 0 1,1-1 0,-11-2-1,15 2-4,1-1 1,0 1-1,0-1 0,0 0 0,0-1 1,0 1-1,1-1 0,-1 0 0,1 0 1,0 0-1,0-1 0,0 1 1,0-1-1,0 0 0,1-1 0,-1 1 1,1 0-1,1-1 0,-1 0 0,0 1 1,1-1-1,0 0 0,0 0 0,-1-8 1,1 2 14,1 0 1,0 0-1,0-1 1,1 1-1,0 0 1,1-1 0,1 1-1,0 0 1,0 0-1,1 0 1,0 0-1,1 1 1,0-1 0,1 1-1,0 0 1,1 0-1,0 0 1,1 1-1,10-12 1,8-9 67,2 2 0,0 2-1,2 0 1,45-30 0,21-1 128,0 0-4881,-85 46 1344,-4-3-1517</inkml:trace>
</inkml:ink>
</file>

<file path=ppt/ink/ink1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0:21.286"/>
    </inkml:context>
    <inkml:brush xml:id="br0">
      <inkml:brushProperty name="width" value="0.025" units="cm"/>
      <inkml:brushProperty name="height" value="0.025" units="cm"/>
    </inkml:brush>
  </inkml:definitions>
  <inkml:trace contextRef="#ctx0" brushRef="#br0">1 75 6822,'0'0'876,"0"-7"112,-1-5-998,2-24 1986,0 35-1941,-1 0 0,0 0-1,1 0 1,-1 0-1,1 0 1,-1 0 0,1 0-1,-1 0 1,1 0 0,0 0-1,0 1 1,-1-1-1,1 0 1,0 0 0,0 1-1,0-1 1,0 0 0,0 1-1,0-1 1,0 1 0,0-1-1,0 1 1,0 0-1,0-1 1,0 1 0,0 0-1,0 0 1,0 0 0,0 0-1,1 0 1,0 0-1,2 0-27,-1 0-1,0 0 0,1 1 0,-1-1 0,1 1 0,-1 0 0,0 0 0,1 0 0,-1 0 0,0 1 1,0-1-1,0 1 0,0 0 0,0 0 0,0 0 0,-1 0 0,1 1 0,-1-1 0,1 1 0,-1-1 0,0 1 1,0 0-1,0 0 0,0 0 0,-1 0 0,1 0 0,-1 0 0,0 1 0,1-1 0,-1 5 0,3 9 90,-1 1-1,-1 0 0,0-1 1,-2 30-1,0-34 8,0-12-109,0 0 1,0 0-1,0 0 0,0 0 0,0 0 0,1-1 0,-1 1 1,0 0-1,0 0 0,1 0 0,-1 0 0,0 0 0,1-1 0,-1 1 1,1 0-1,-1 0 0,1-1 0,0 1 0,-1 0 0,1-1 1,-1 1-1,1-1 0,0 1 0,0-1 0,-1 1 0,1-1 1,2 1-1,28 1 28,-22-4-359,0 0 0,1-1 0,-1 0 0,14-7 0,5-6-1814,-2-2-411</inkml:trace>
</inkml:ink>
</file>

<file path=ppt/ink/ink1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0:21.945"/>
    </inkml:context>
    <inkml:brush xml:id="br0">
      <inkml:brushProperty name="width" value="0.025" units="cm"/>
      <inkml:brushProperty name="height" value="0.025" units="cm"/>
    </inkml:brush>
  </inkml:definitions>
  <inkml:trace contextRef="#ctx0" brushRef="#br0">0 158 7911,'0'0'481,"44"-40"224,-23 25-161,0-4-95,2 0 31,0 3-192,-3-1-128,-2 2-128,-4 4 0,-2 7-96,-3 2-1409,-5 2-673</inkml:trace>
</inkml:ink>
</file>

<file path=ppt/ink/ink1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0:22.194"/>
    </inkml:context>
    <inkml:brush xml:id="br0">
      <inkml:brushProperty name="width" value="0.025" units="cm"/>
      <inkml:brushProperty name="height" value="0.025" units="cm"/>
    </inkml:brush>
  </inkml:definitions>
  <inkml:trace contextRef="#ctx0" brushRef="#br0">0 121 2883,'0'0'11338,"47"8"-10761,-28-20-353,7-3-128,4-3-64,2-1 32,1-2-32,-1 0-1217,-6-1-4388</inkml:trace>
</inkml:ink>
</file>

<file path=ppt/ink/ink1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0:36.141"/>
    </inkml:context>
    <inkml:brush xml:id="br0">
      <inkml:brushProperty name="width" value="0.025" units="cm"/>
      <inkml:brushProperty name="height" value="0.025" units="cm"/>
    </inkml:brush>
  </inkml:definitions>
  <inkml:trace contextRef="#ctx0" brushRef="#br0">28 54 2659,'-4'-14'8642,"-19"-26"-5807,23 40-2792,0 4-175,0-1 140,1 1 0,0 0-1,0-1 1,0 1-1,0-1 1,1 0-1,-1 1 1,1-1-1,0 0 1,0 0-1,3 4 1,1 4 6,19 37 26,2-1-1,1-1 1,3-1-1,72 79 1,-90-106-219,-13-17 77,0-1 0,0 0-1,1 1 1,-1-1 0,0 0 0,0 0 0,0 1-1,0-1 1,0 0 0,0 1 0,0-1 0,0 0-1,0 1 1,0-1 0,0 0 0,-1 0 0,1 1-1,0-1 1,0 0 0,0 1 0,0-1 0,0 0-1,0 0 1,-1 1 0,1-1 0,0 0 0,0 0-1,0 0 1,-1 1 0,1-1 0,0 0 0,0 0-1,-1 0 1,1 1 0,0-1 0,0 0 0,-1 0-1,1 0 1,0 0 0,-1 0 0,1 0 0,0 0-1,0 0 1,-1 0 0,1 0 0,0 0-1,-1 0 1,1 0 0,0 0 0,-1 0 0,1 0-1,0 0 1,0 0 0,-1 0 0,1 0 0,0 0-1,-1 0 1,1-1 0,-10 0-6886</inkml:trace>
</inkml:ink>
</file>

<file path=ppt/ink/ink1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0:37.141"/>
    </inkml:context>
    <inkml:brush xml:id="br0">
      <inkml:brushProperty name="width" value="0.025" units="cm"/>
      <inkml:brushProperty name="height" value="0.025" units="cm"/>
    </inkml:brush>
  </inkml:definitions>
  <inkml:trace contextRef="#ctx0" brushRef="#br0">263 7 5509,'0'0'4746,"-8"-3"-4693,6 2-49,-1 1-1,0-1 1,0 0-1,0 1 1,0 0-1,0 0 1,0 0-1,0 0 1,0 0-1,0 0 1,0 1-1,1-1 0,-1 1 1,0 0-1,-4 2 1,-2 1 32,0 1 0,0 1 0,0 0-1,-9 8 1,-32 21 135,36-27-158,1 0-1,1 2 1,0-1-1,0 1 0,-12 14 1,23-22-17,-1 0-1,1 0 1,-1 1 0,1-1-1,0 0 1,0 1 0,0-1-1,0 1 1,1 0 0,-1-1-1,1 1 1,-1 0 0,1-1-1,0 1 1,0 0 0,0-1-1,0 1 1,0 0 0,1-1-1,0 1 1,-1-1 0,1 1 0,0 0-1,0-1 1,0 0 0,0 1-1,3 2 1,4 7 182,0 0 0,1-1 0,1 1-1,12 9 1,14 20 431,-36-41-604,1 1 0,-1 0 0,1-1 0,0 1 0,-1 0-1,1-1 1,0 1 0,-1-1 0,1 1 0,0-1 0,0 1 0,-1-1-1,1 1 1,0-1 0,0 0 0,0 1 0,0-1 0,-1 0 0,1 0-1,0 0 1,0 0 0,0 0 0,0 0 0,0 0 0,0 0 0,0 0 0,-1 0-1,1 0 1,0-1 0,0 1 0,0 0 0,0-1 0,0 1 0,-1 0-1,2-2 1,32-24 257,-15 10-181,-11 12-81,0-1 1,0 1-1,1 1 1,-1 0-1,1 0 1,0 0-1,0 1 1,0 1-1,0-1 0,0 1 1,0 1-1,0 0 1,0 0-1,14 3 1,-19-3 0,0 1 0,0 0 0,0 1 0,0-1-1,0 1 1,0 0 0,0 0 0,0 0 0,-1 0 0,1 1 0,-1-1 0,1 1 0,-1 0 0,0 0 0,0 0 0,-1 0 0,1 1 0,-1-1 0,1 1 0,-1 0 0,0-1 0,0 1 0,-1 0 0,1 0 0,-1 0 0,0 1 0,0-1 0,0 0-1,-1 0 1,1 1 0,-1 6 0,0-5 38,-1 0 0,1 0 0,-1 0 0,-1 0 0,1 0 0,-1 0 0,0 0 0,0 0 0,0-1 0,-1 1 0,0-1 0,0 0 0,-1 0 1,1 0-1,-1 0 0,0 0 0,-5 4 0,-9 6 136,0 0 0,0-2 1,-25 14-1,41-25-175,0-1-101,0-4-2574,0-11-2012</inkml:trace>
</inkml:ink>
</file>

<file path=ppt/ink/ink1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1:29.411"/>
    </inkml:context>
    <inkml:brush xml:id="br0">
      <inkml:brushProperty name="width" value="0.025" units="cm"/>
      <inkml:brushProperty name="height" value="0.025" units="cm"/>
    </inkml:brush>
  </inkml:definitions>
  <inkml:trace contextRef="#ctx0" brushRef="#br0">1 250 3619,'0'0'3636,"2"-4"-3460,2 1-64,-1 0 0,0 0-1,1 0 1,0 1 0,-1-1 0,1 1 0,0 0 0,1 0-1,-1 0 1,0 1 0,0 0 0,1-1 0,-1 1-1,1 1 1,-1-1 0,0 1 0,6 0 0,788-65 1777,-481 57-1512,-241 2-200,-2-3 0,90-24 0,-46-1 90,-79 20-147,1 2-1,1 2 1,0 1-1,84-5 1,-122 14-87,-1 0 1,1 1-1,0-1 1,-1 1 0,1 0-1,-1 0 1,1 0-1,-1 0 1,1 0-1,-1 1 1,0-1 0,4 4-1,-4-3-187,0-1-1,0 1 1,0-1 0,0 0 0,1 0-1,-1 1 1,0-1 0,1-1-1,-1 1 1,1 0 0,-1-1 0,4 1-1</inkml:trace>
</inkml:ink>
</file>

<file path=ppt/ink/ink1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1:29.875"/>
    </inkml:context>
    <inkml:brush xml:id="br0">
      <inkml:brushProperty name="width" value="0.025" units="cm"/>
      <inkml:brushProperty name="height" value="0.025" units="cm"/>
    </inkml:brush>
  </inkml:definitions>
  <inkml:trace contextRef="#ctx0" brushRef="#br0">24 29 2242,'0'0'9988,"-6"-6"-9625,2 0-333,-9-11-62,36 28 24,66 42 231,37 25 103,-124-77-292,-1 1 0,0-1 0,0 0 0,0 0 0,0 1 0,0-1 0,0 1-1,0-1 1,0 1 0,0-1 0,-1 1 0,1-1 0,-1 1 0,1 0 0,-1-1 0,0 1-1,1 0 1,-1-1 0,0 1 0,0 0 0,0 0 0,0-1 0,-1 1 0,1 0-1,0-1 1,-1 1 0,1 0 0,-1-1 0,0 1 0,1-1 0,-1 1 0,0-1-1,0 1 1,0-1 0,0 0 0,0 1 0,-2 0 0,-7 11 455,0-1 1,-1 0 0,-14 12-1,7-7-158,-27 38-102,34-41-619,0 1 1,-1-2-1,-1 0 1,1 0-1,-19 12 0,13-15-4120</inkml:trace>
</inkml:ink>
</file>

<file path=ppt/ink/ink1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1:30.981"/>
    </inkml:context>
    <inkml:brush xml:id="br0">
      <inkml:brushProperty name="width" value="0.025" units="cm"/>
      <inkml:brushProperty name="height" value="0.025" units="cm"/>
    </inkml:brush>
  </inkml:definitions>
  <inkml:trace contextRef="#ctx0" brushRef="#br0">1 1159 1281,'-1'1'202,"1"1"0,0 0 1,0 0-1,0-1 0,0 1 0,1 0 0,-1 0 0,0-1 0,1 1 1,-1 0-1,1 0 0,0-1 0,-1 1 0,1-1 0,0 1 0,0-1 1,0 1-1,0-1 0,0 1 0,1-1 0,-1 0 0,2 2 0,-1-2-119,1-1-1,-1 1 0,1 0 0,0 0 0,-1-1 0,1 0 0,0 1 0,-1-1 0,1 0 1,0-1-1,0 1 0,-1 0 0,1-1 0,0 1 0,2-2 0,10-4 204,-1 0 0,0-1 0,0-1 0,-1 0 0,0-1 0,0 0 0,-1-1 0,18-18 1,-2 3 96,291-246 757,500-432 309,-789 675-1338,-22 18-100,1 2 1,0-1-1,0 1 0,1 1 1,0 0-1,0 0 0,0 1 0,1 0 1,14-5-1,-24 13-80,0 1 0,-1 0 0,1 0 0,-1-1 0,0 1 0,0 0 1,0 0-1,0 0 0,0-1 0,-1 7 0,-20 31-3086,7-23-406</inkml:trace>
</inkml:ink>
</file>

<file path=ppt/ink/ink1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1:31.339"/>
    </inkml:context>
    <inkml:brush xml:id="br0">
      <inkml:brushProperty name="width" value="0.025" units="cm"/>
      <inkml:brushProperty name="height" value="0.025" units="cm"/>
    </inkml:brush>
  </inkml:definitions>
  <inkml:trace contextRef="#ctx0" brushRef="#br0">1357 0 4484,'0'0'2653,"-6"8"-2076,-44 56 806,-114 110 1,-84 48-500,-87 51-437,-102 90 1167,417-346-1494,10-8-91,-1 0-1,1 0 1,1 0 0,0 1 0,0 1 0,1 0-1,0 0 1,-10 20 0,17-30-83,1-1 0,-1 1 0,1 0 0,0-1-1,-1 1 1,1-1 0,0 1 0,0 0 0,-1-1 0,1 1 0,0 0 0,0-1 0,0 1-1,0 0 1,0-1 0,0 1 0,0 0 0,0-1 0,0 1 0,0 0 0,0-1-1,0 1 1,0 0 0,1-1 0,-1 1 0,0 0 0,0-1 0,1 1 0,-1 0 0,0-1-1,1 1 1,-1-1 0,1 1 0,-1-1 0,1 1 0,-1-1 0,1 1 0,-1-1 0,1 0-1,-1 1 1,1-1 0,0 0 0,-1 1 0,1-1 0,0 0 0,-1 0 0,1 0-1,0 1 1,-1-1 0,2 0 0,8-2-3720</inkml:trace>
</inkml:ink>
</file>

<file path=ppt/ink/ink1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48.889"/>
    </inkml:context>
    <inkml:brush xml:id="br0">
      <inkml:brushProperty name="width" value="0.025" units="cm"/>
      <inkml:brushProperty name="height" value="0.025" units="cm"/>
    </inkml:brush>
  </inkml:definitions>
  <inkml:trace contextRef="#ctx0" brushRef="#br0">283 2 2819,'10'1'5758,"17"-1"-4607,-22 0-405,52-1 1294,-25-1-1391,-1 2 0,1 2 0,45 7 0,-66-7-615,-1 1 0,0 0 0,0 1 0,0 0 0,0 1 0,0 0 0,-1 0 0,0 1 0,0 0 0,-1 1 0,0 0 0,0 0 0,0 0 0,8 12 0,-2 1-18,-1 0 0,-1 1 0,-1 0 1,-1 1-1,-1 0 0,-1 1 0,-1 0 0,0 0 0,-2 0 0,-1 1 0,-1 0 0,0 37 0,-3-14 23,-2 0-1,-2 0 0,-2-1 0,-3 0 0,-20 67 0,-100 237 895,6-17 298,102-264-1100,3 1 0,-18 139 0,29-115-17,3-1 0,4 1 0,19 142 0,-13-193-92,2-1 1,2-1 0,2 0-1,1 0 1,3-1-1,1-1 1,1-1 0,3 0-1,1-1 1,27 34 0,-38-57-16,0-1 0,1-1 1,1 0-1,0-1 1,24 16-1,-29-21-2,1-1 0,1-1-1,-1 0 1,1 0 0,-1-1-1,1 0 1,0 0 0,0-1-1,0-1 1,18 1 0,109-9-11,-136 8 6,1-1 1,0 0-1,-1 1 0,1 0 0,-1-1 0,1 1 0,-1 0 0,1 0 0,-1 0 0,0-1 1,1 2-1,-1-1 0,0 0 0,0 0 0,0 0 0,1 1 0,-1-1 0,-1 0 0,1 1 0,0-1 1,0 1-1,0-1 0,-1 1 0,1-1 0,-1 1 0,1 0 0,-1-1 0,0 1 0,0 0 1,1-1-1,-2 4 0,4 66 23,-4-54-7,-45 502 1418,21-315-359,-8 139 445,15 2-1,37 508 1,0-393-1434,-22-363-56,-5-1 0,-34 168 0,10-129-7,-5-1 0,-7-1-1,-105 220 1,135-327-292,0-1 1,-1-1-1,-2 0 1,0-1-1,-1-1 0,-2-1 1,0 0-1,-45 34 1,51-46-278,0 0 1,-1-1-1,0-1 1,0 0-1,-1-1 1,-32 8-1,32-11-365,-1-1-1,0 0 1,0-1-1,0-1 1,0 0 0,1-2-1,-29-5 1,8-3-3077,-46-18 0</inkml:trace>
</inkml:ink>
</file>

<file path=ppt/ink/ink1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6.508"/>
    </inkml:context>
    <inkml:brush xml:id="br0">
      <inkml:brushProperty name="width" value="0.025" units="cm"/>
      <inkml:brushProperty name="height" value="0.025" units="cm"/>
    </inkml:brush>
  </inkml:definitions>
  <inkml:trace contextRef="#ctx0" brushRef="#br0">0 1 13164,'0'0'2568,"8"6"-2317,14 13 90,-1 1 0,0 1 0,21 29 0,-16-18 373,52 49 0,-38-50-624,2-2 0,69 36 0,-38-23-2703,-72-41 1957,2 1-229</inkml:trace>
</inkml:ink>
</file>

<file path=ppt/ink/ink1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6.804"/>
    </inkml:context>
    <inkml:brush xml:id="br0">
      <inkml:brushProperty name="width" value="0.025" units="cm"/>
      <inkml:brushProperty name="height" value="0.025" units="cm"/>
    </inkml:brush>
  </inkml:definitions>
  <inkml:trace contextRef="#ctx0" brushRef="#br0">469 1 11115,'0'0'5114,"-8"6"-4767,-8 10-38,1 0 1,1 1 0,0 1 0,1 1 0,1 0 0,-15 33-1,-16 23-198,-12 6-67,-90 101-1,51-78-7780,82-91 2554</inkml:trace>
</inkml:ink>
</file>

<file path=ppt/ink/ink1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7.192"/>
    </inkml:context>
    <inkml:brush xml:id="br0">
      <inkml:brushProperty name="width" value="0.025" units="cm"/>
      <inkml:brushProperty name="height" value="0.025" units="cm"/>
    </inkml:brush>
  </inkml:definitions>
  <inkml:trace contextRef="#ctx0" brushRef="#br0">1 22 5862,'0'0'6165,"2"-5"-4814,1 0-1712,3-6 3363,-2 24-209,-5 5-2650,0 1-1,2 0 1,1-1-1,0 0 0,1 1 1,1-1-1,0 0 0,12 28 1,-8-39-3637,-2-9-3919,-2-8 436</inkml:trace>
</inkml:ink>
</file>

<file path=ppt/ink/ink1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7.411"/>
    </inkml:context>
    <inkml:brush xml:id="br0">
      <inkml:brushProperty name="width" value="0.025" units="cm"/>
      <inkml:brushProperty name="height" value="0.025" units="cm"/>
    </inkml:brush>
  </inkml:definitions>
  <inkml:trace contextRef="#ctx0" brushRef="#br0">1 0 8264,'0'0'11301,"6"6"-10730,1 2-524,-1 0-1,0 1 0,0-1 0,-1 1 0,-1 0 0,1 0 0,-1 1 0,-1-1 1,0 1-1,0 0 0,-1 0 0,0 0 0,1 14 0,-2-17-316,1 26-166,-3-12-6673</inkml:trace>
</inkml:ink>
</file>

<file path=ppt/ink/ink1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7.676"/>
    </inkml:context>
    <inkml:brush xml:id="br0">
      <inkml:brushProperty name="width" value="0.025" units="cm"/>
      <inkml:brushProperty name="height" value="0.025" units="cm"/>
    </inkml:brush>
  </inkml:definitions>
  <inkml:trace contextRef="#ctx0" brushRef="#br0">0 154 7751,'0'0'6631,"31"-47"-4710,-5 31-255,8 1-449,9 1-96,7-1-288,8 1-449,4 2-191,-2 1-129,-2 5-64,-11 3 32,-7 3-32,-11 0-64,-14 11-1474,-12 6-1601,-3-1-1794</inkml:trace>
</inkml:ink>
</file>

<file path=ppt/ink/ink1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7.879"/>
    </inkml:context>
    <inkml:brush xml:id="br0">
      <inkml:brushProperty name="width" value="0.025" units="cm"/>
      <inkml:brushProperty name="height" value="0.025" units="cm"/>
    </inkml:brush>
  </inkml:definitions>
  <inkml:trace contextRef="#ctx0" brushRef="#br0">0 133 10602,'0'0'3940,"58"13"-1346,-13-13-768,12-1-673,7-10-320,2-2-385,-2-2-288,-9 0-160,-9 3 32,-13-2-96,-14-2-1857,-14-5-3140,-5-7-6566</inkml:trace>
</inkml:ink>
</file>

<file path=ppt/ink/ink1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8.129"/>
    </inkml:context>
    <inkml:brush xml:id="br0">
      <inkml:brushProperty name="width" value="0.025" units="cm"/>
      <inkml:brushProperty name="height" value="0.025" units="cm"/>
    </inkml:brush>
  </inkml:definitions>
  <inkml:trace contextRef="#ctx0" brushRef="#br0">0 86 17168,'47'-15'64,"18"-7"801,17 5 96,18 5-384,6 2-289,2 3-128,-6 5-128,-13 2 0,-13 0 0,-17 4-544,-19-4-4549</inkml:trace>
</inkml:ink>
</file>

<file path=ppt/ink/ink1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8.753"/>
    </inkml:context>
    <inkml:brush xml:id="br0">
      <inkml:brushProperty name="width" value="0.025" units="cm"/>
      <inkml:brushProperty name="height" value="0.025" units="cm"/>
    </inkml:brush>
  </inkml:definitions>
  <inkml:trace contextRef="#ctx0" brushRef="#br0">28 46 14638,'0'0'2402,"-5"-46"-1953,3 46-257,1 0-160,0 3-96,-2 9 32,2 6 0,-2 4-641,-3-5-4164,1-2-5124</inkml:trace>
</inkml:ink>
</file>

<file path=ppt/ink/ink1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8.943"/>
    </inkml:context>
    <inkml:brush xml:id="br0">
      <inkml:brushProperty name="width" value="0.025" units="cm"/>
      <inkml:brushProperty name="height" value="0.025" units="cm"/>
    </inkml:brush>
  </inkml:definitions>
  <inkml:trace contextRef="#ctx0" brushRef="#br0">1 5 15407,'0'0'3459,"46"-4"-3427,-40 7-352,-1 5-3172,-5-2-3650</inkml:trace>
</inkml:ink>
</file>

<file path=ppt/ink/ink1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9.113"/>
    </inkml:context>
    <inkml:brush xml:id="br0">
      <inkml:brushProperty name="width" value="0.025" units="cm"/>
      <inkml:brushProperty name="height" value="0.025" units="cm"/>
    </inkml:brush>
  </inkml:definitions>
  <inkml:trace contextRef="#ctx0" brushRef="#br0">0 1 14125,'0'0'2595</inkml:trace>
</inkml:ink>
</file>

<file path=ppt/ink/ink1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9.789"/>
    </inkml:context>
    <inkml:brush xml:id="br0">
      <inkml:brushProperty name="width" value="0.025" units="cm"/>
      <inkml:brushProperty name="height" value="0.025" units="cm"/>
    </inkml:brush>
  </inkml:definitions>
  <inkml:trace contextRef="#ctx0" brushRef="#br0">0 0 6790,'0'0'7789,"6"9"-6556,4 6-776,1 0 0,1-1 0,0-1 0,0 0 0,2-1 0,-1 0 0,16 9 0,122 74 1075,-47-33-1237,-65-36-203,41 35 0,-67-49-94,0 0 0,-1 0 0,0 1 0,-1 1 0,-1 0 1,12 21-1,-21-34-123,0-1 1,-1 1 0,1 0-1,-1 0 1,1 0 0,-1 0-1,1 0 1,-1 0 0,0 0-1,1 0 1,-1-1 0,0 1-1,0 0 1,0 0 0,0 0-1,0 0 1,0 0 0,0 0-1,0 0 1,0 0 0,0 0-1,-1 0 1,1 1 0,-1-1-235,0 0 0,-1-1 0,1 0 0,0 1 1,0-1-1,0 0 0,0 1 0,-1-1 0,1 0 1,0 0-1,0 0 0,0 0 0,-1 0 0,1 0 1,0 0-1,0-1 0,0 1 0,-2-1 0,-19-5-6532</inkml:trace>
</inkml:ink>
</file>

<file path=ppt/ink/ink1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00.478"/>
    </inkml:context>
    <inkml:brush xml:id="br0">
      <inkml:brushProperty name="width" value="0.025" units="cm"/>
      <inkml:brushProperty name="height" value="0.025" units="cm"/>
    </inkml:brush>
  </inkml:definitions>
  <inkml:trace contextRef="#ctx0" brushRef="#br0">1 135 6342,'0'0'9727,"6"1"-9033,45 1 184,1-2 0,83-10 1,108-30-942,-145 23 208,156-21 368,-158 24-2698,-2 0-4968,-71 10-1868</inkml:trace>
</inkml:ink>
</file>

<file path=ppt/ink/ink1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01.556"/>
    </inkml:context>
    <inkml:brush xml:id="br0">
      <inkml:brushProperty name="width" value="0.025" units="cm"/>
      <inkml:brushProperty name="height" value="0.025" units="cm"/>
    </inkml:brush>
  </inkml:definitions>
  <inkml:trace contextRef="#ctx0" brushRef="#br0">227 58 7783,'0'0'2178,"5"-47"-800,-4 39-385,-1 5 1025,-1 7-1762,-11 14-224,-3 5 192,-5 5 353,-2 4-65,-2 6-192,-1 2-256,-1 2-32,2 0-64,1-2-64,1-9-2114,4-7-6534</inkml:trace>
</inkml:ink>
</file>

<file path=ppt/ink/ink1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02.303"/>
    </inkml:context>
    <inkml:brush xml:id="br0">
      <inkml:brushProperty name="width" value="0.025" units="cm"/>
      <inkml:brushProperty name="height" value="0.025" units="cm"/>
    </inkml:brush>
  </inkml:definitions>
  <inkml:trace contextRef="#ctx0" brushRef="#br0">10 32 2114,'0'0'6983,"-1"-5"-6193,-7-14-138,7 11 2796,27 13-2199,20 9-785,-1 2 1,-1 3-1,-1 1 1,61 37-1,-103-56-479,1 0 1,0 1-1,0-1 0,0 1 1,0-1-1,-1 1 1,1 0-1,-1-1 0,0 1 1,1 0-1,-1 0 0,0 0 1,1 3-1,0 10-4494,-2-12-103</inkml:trace>
</inkml:ink>
</file>

<file path=ppt/ink/ink1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7.769"/>
    </inkml:context>
    <inkml:brush xml:id="br0">
      <inkml:brushProperty name="width" value="0.025" units="cm"/>
      <inkml:brushProperty name="height" value="0.025" units="cm"/>
    </inkml:brush>
  </inkml:definitions>
  <inkml:trace contextRef="#ctx0" brushRef="#br0">0 1 7335,'0'0'4997,"40"31"-5318,-33-19-4035</inkml:trace>
</inkml:ink>
</file>

<file path=ppt/ink/ink1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43.318"/>
    </inkml:context>
    <inkml:brush xml:id="br0">
      <inkml:brushProperty name="width" value="0.025" units="cm"/>
      <inkml:brushProperty name="height" value="0.025" units="cm"/>
    </inkml:brush>
  </inkml:definitions>
  <inkml:trace contextRef="#ctx0" brushRef="#br0">600 212 4612,'-1'-12'1477,"0"-1"0,-2 1 0,1 0 0,-1 0 0,-9-22-1,-16-23 1605,24 52-3060,0 0 1,0 1-1,-1-1 0,1 1 0,-1 0 0,0 0 1,0 1-1,0-1 0,-1 1 0,1 0 0,-1 1 0,0-1 1,0 1-1,0 0 0,0 0 0,0 1 0,0 0 0,0 0 1,-9 0-1,3 0-33,1 1 0,-1 0 0,0 1 0,1 0 0,-1 1 0,1 0 0,0 1 0,-1 0 1,-15 8-1,9-2 9,1 1 0,1 1 1,-1 0-1,2 2 1,0-1-1,0 2 0,-24 29 1,33-36-5,1-1 1,0 1-1,0 0 1,1 0-1,0 0 0,0 1 1,0 0-1,1-1 1,1 1-1,-1 0 1,1 1-1,1-1 0,-1 0 1,1 0-1,1 1 1,-1-1-1,2 1 0,-1-1 1,1 0-1,0 1 1,4 10-1,-3-13 5,1 0-1,1 0 1,-1-1-1,1 1 1,0-1 0,0 1-1,1-1 1,-1-1-1,1 1 1,11 7 0,64 39-8,-38-27 9,-23-11 3,0 0 1,0 1-1,-2 1 1,0 1-1,28 33 0,-39-42 0,-1 0-1,0 1 0,0-1 0,-1 1 0,0 0 1,0 1-1,-1-1 0,0 1 0,0-1 0,-1 1 1,0 0-1,-1 0 0,0 0 0,0 0 0,-1 0 1,0 0-1,-1 0 0,-1 10 0,0-13 4,-1 0 0,1 0-1,-1-1 1,0 1 0,-1-1 0,1 1 0,-1-1-1,0 0 1,0-1 0,-1 1 0,1-1 0,-1 0-1,0 0 1,0 0 0,-9 4 0,-8 5 8,0-1 1,-36 13 0,34-15-119,-1-1 0,0-1 0,0-2 0,-1 0 0,0-2 0,0-1 0,0-1 0,-29-1 0,53-1-64,1 0 1,-1 0-1,1 0 0,0 0 1,-1-1-1,1 1 1,-1 0-1,1-1 1,0 1-1,-1-1 0,1 1 1,0-1-1,0 1 1,0-1-1,-1 0 1,1 0-1,0 0 0,0 0 1,0 0-1,0 0 1,0 0-1,0 0 1,1 0-1,-1 0 0,-1-2 1,-2-15-3884</inkml:trace>
</inkml:ink>
</file>

<file path=ppt/ink/ink1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43.835"/>
    </inkml:context>
    <inkml:brush xml:id="br0">
      <inkml:brushProperty name="width" value="0.025" units="cm"/>
      <inkml:brushProperty name="height" value="0.025" units="cm"/>
    </inkml:brush>
  </inkml:definitions>
  <inkml:trace contextRef="#ctx0" brushRef="#br0">280 71 7751,'0'0'2029,"-1"-9"-534,1 7-1387,0-1 0,0 1 0,0-1 0,0 1 0,0-1 0,-1 1 0,1 0 0,-1-1 0,0 1 0,0 0 0,1-1 0,-2 1 0,1 0 0,0 0 0,0 0 0,-1 0 0,1 0 0,-1 0 0,1 0 0,-1 1 0,0-1 0,0 0 0,0 1 0,0-1 0,0 1 0,0 0 0,0 0 0,-1 0 0,1 0 0,0 0 0,0 0 0,-1 1 0,1-1 0,-1 1 0,1 0 0,0-1 0,-1 1 0,-3 1 0,-3-1-56,0 1 0,-1 0 1,1 1-1,0 0 0,0 1 1,0 0-1,1 0 0,-1 0 1,1 1-1,0 1 0,0 0 1,0 0-1,0 0 0,1 1 1,0 0-1,0 0 0,1 1 1,-8 9-1,8-9-15,0 0-1,1 1 1,-1 0 0,2 0 0,-1 0-1,1 0 1,0 1 0,1 0 0,0 0-1,0 0 1,1 0 0,0 0 0,1 0-1,0 1 1,0-1 0,1 1-1,0-1 1,2 12 0,-1-19-43,-1 1-1,1-1 1,0 1 0,-1-1-1,1 1 1,0-1 0,0 0 0,1 1-1,-1-1 1,0 0 0,1 0-1,0 0 1,-1 0 0,1 0-1,0 0 1,0-1 0,0 1 0,0 0-1,0-1 1,0 0 0,1 1-1,-1-1 1,0 0 0,1 0-1,-1 0 1,0-1 0,1 1 0,-1-1-1,1 1 1,0-1 0,-1 0-1,1 0 1,-1 0 0,1 0 0,-1 0-1,1-1 1,-1 1 0,4-2-1,1 1-11,-1-1-1,0 0 1,0 0-1,0-1 1,0 1-1,-1-1 1,1-1-1,-1 1 1,0-1-1,1 0 1,-2 0-1,1 0 1,0-1-1,4-6 1,-3 2 13,0 0 0,-1 0 0,0-1 0,-1 1 0,0-1 0,-1 0 0,0 0 0,0-1 0,-1 1 0,0 0 0,-1-1 0,0 1 0,-2-20 0,1 29 26,0 0 0,0 0 0,0 1-1,0-1 1,0 0 0,-1 1 0,1-1-1,0 0 1,0 1 0,-1-1 0,1 0-1,0 1 1,-1-1 0,1 1 0,-1-1-1,1 1 1,0-1 0,-1 1-1,1-1 1,-1 1 0,0-1 0,1 1-1,-1-1 1,1 1 0,-1 0 0,0-1-1,1 1 1,-1 0 0,0 0 0,1 0-1,-1-1 1,0 1 0,1 0 0,-1 0-1,0 0 1,0 0 0,1 0 0,-1 0-1,0 0 1,1 1 0,-1-1 0,0 0-1,1 0 1,-1 0 0,0 1 0,1-1-1,-1 0 1,0 1 0,1-1 0,-1 0-1,1 1 1,-1-1 0,1 1 0,-1-1-1,1 1 1,-1-1 0,1 1-1,-1-1 1,1 1 0,0 0 0,-1-1-1,1 1 1,0 0 0,0-1 0,-1 1-1,1 0 1,0-1 0,0 1 0,0 0-1,0 6 18,1-1 0,-1 0 0,1 0 0,1 0 0,-1 0 0,1 0 0,0 0 0,0-1-1,1 1 1,0-1 0,0 1 0,0-1 0,0 0 0,1 0 0,0 0 0,0-1 0,0 1 0,1-1-1,7 6 1,-4-4-272,1 0-1,0 0 0,0 0 0,17 6 0,-20-9-652,1 0 0,0-1 0,0 0 0,0-1 0,0 0 0,14 1 0,-6-3-3394,-4-6-1217</inkml:trace>
</inkml:ink>
</file>

<file path=ppt/ink/ink1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44.412"/>
    </inkml:context>
    <inkml:brush xml:id="br0">
      <inkml:brushProperty name="width" value="0.025" units="cm"/>
      <inkml:brushProperty name="height" value="0.025" units="cm"/>
    </inkml:brush>
  </inkml:definitions>
  <inkml:trace contextRef="#ctx0" brushRef="#br0">0 100 11563,'0'0'2306,"9"1"-1996,1 2-168,1-1 0,-1 1-1,0 1 1,1 0 0,8 6 0,-14-8-112,-1 0 1,0 0-1,0 0 1,-1 1-1,1 0 1,0 0-1,-1 0 0,0 0 1,1 0-1,-1 1 1,-1-1-1,1 1 0,0 0 1,-1 0-1,0 0 1,0 0-1,2 6 0,-4-9 163,-18-37 175,16 31-307,0-1 1,1 1-1,-1-1 1,1 1-1,0-1 0,1 0 1,0 1-1,-1-1 1,2 0-1,-1 0 1,3-9-1,-3 13-35,0 1 0,1 0 0,-1 0-1,1-1 1,0 1 0,-1 0 0,1 0 0,0 0 0,0 0 0,0 0-1,0 0 1,0 0 0,0 0 0,0 0 0,0 0 0,0 1 0,0-1-1,0 0 1,0 1 0,3-2 0,-1 2-28,0-1 0,-1 1 0,1 0 0,0 0 0,0 0 0,0 1 0,-1-1 0,1 1-1,0-1 1,-1 1 0,1 0 0,0 0 0,-1 0 0,4 2 0,3 2 29,1 0 0,-1 0 1,0 1-1,-1 1 0,1 0 0,-1 0 0,-1 0 0,1 1 0,-1 0 0,-1 1 1,7 9-1,-12-15-22,-1-3 43,-19-12 91,16 9-122,0-1 0,0 1-1,1-1 1,-1 0 0,1 0 0,0 0-1,0 0 1,0 0 0,1-1 0,-1 1 0,1 0-1,0-1 1,0 1 0,1-1 0,-1 0-1,1 1 1,0-1 0,1-6 0,-1 8 3,1 0-1,0 0 1,0 0 0,0 0 0,1 0-1,-1 0 1,1 1 0,-1-1-1,1 1 1,0-1 0,0 1 0,0-1-1,0 1 1,1 0 0,-1 0 0,0 0-1,1 0 1,0 1 0,-1-1 0,1 1-1,0-1 1,0 1 0,0 0 0,0 0-1,0 0 1,0 1 0,0-1 0,3 0-1,3 0 69,1 0 0,-1 1 0,0 0 0,1 0 0,-1 1 0,0 0 0,1 0 0,15 6-1,-20-6-305,0 1 0,0 1 0,0-1 0,0 1 0,0 0-1,-1 0 1,5 4 0,-6-4-740,0 0-1,0 0 1,0 1 0,0-1-1,-1 1 1,1-1 0,-1 1-1,0 0 1,3 7-1,-5-6-3616</inkml:trace>
</inkml:ink>
</file>

<file path=ppt/ink/ink1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44.833"/>
    </inkml:context>
    <inkml:brush xml:id="br0">
      <inkml:brushProperty name="width" value="0.025" units="cm"/>
      <inkml:brushProperty name="height" value="0.025" units="cm"/>
    </inkml:brush>
  </inkml:definitions>
  <inkml:trace contextRef="#ctx0" brushRef="#br0">1 92 5349,'0'0'10677,"10"11"-10544,7 9 147,-2 1 0,0 1-1,-1 0 1,21 48 0,-11-2 113,-2 1 0,24 141 1,-45-203 733,-5-10-439,-10-26-244,-15-47-557,14 21-28,2-1 0,2 0 0,2 0-1,4-1 1,1 0 0,5-63 0,-1 118 142,0-1 1,0 1-1,1-1 0,-1 1 0,0-1 0,1 1 1,0 0-1,0-1 0,0 1 0,0 0 0,0-1 1,0 1-1,0 0 0,1 0 0,1-3 0,-2 5-5,0-1 0,0 0-1,0 0 1,0 1 0,1-1-1,-1 1 1,0-1 0,0 1-1,0-1 1,1 1-1,-1 0 1,0 0 0,0 0-1,1-1 1,-1 1 0,0 0-1,0 0 1,1 1 0,-1-1-1,0 0 1,2 1-1,2 1-4,0 0 0,-1 0 0,1 0 0,-1 1 0,0-1 0,0 1 0,0 0 0,0 1 0,0-1 0,-1 1 0,1 0 0,-1-1 0,3 7 0,0-2 10,-1 1-1,-1 0 0,1 0 1,-1 1-1,-1-1 0,0 1 1,0 0-1,-1 0 0,0 0 1,-1 0-1,0 0 0,-1 0 1,0 1-1,-1-1 0,-1 14 1,0-20-116,-1 0 0,1 0 0,-1 0 0,1 0 0,-1-1 0,0 1 0,-1-1 0,1 0 0,-1 0 0,1 0 0,-1 0 0,0 0 0,0-1 0,0 0 0,0 0 0,0 0 0,-1 0-1,1 0 1,0-1 0,-1 0 0,1 0 0,-7 0 0,6 0-310,1 0 0,0 0 0,0-1 0,-1 1 0,1-1-1,0 0 1,-1 0 0,1-1 0,0 1 0,0-1-1,-1 0 1,1 0 0,0 0 0,0-1 0,0 0 0,0 1-1,0-1 1,1-1 0,-1 1 0,1 0 0,-1-1 0,1 0-1,-6-5 1,-7-26-3958</inkml:trace>
</inkml:ink>
</file>

<file path=ppt/ink/ink1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45.052"/>
    </inkml:context>
    <inkml:brush xml:id="br0">
      <inkml:brushProperty name="width" value="0.025" units="cm"/>
      <inkml:brushProperty name="height" value="0.025" units="cm"/>
    </inkml:brush>
  </inkml:definitions>
  <inkml:trace contextRef="#ctx0" brushRef="#br0">1 1 13068,'0'0'1677,"5"9"-1031,10 21 179,-2 1 1,0 0-1,13 57 1,-17-52-1455,2-1-1,1 0 1,31 59-1,-39-88-1739,0-5-2180</inkml:trace>
</inkml:ink>
</file>

<file path=ppt/ink/ink1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45.441"/>
    </inkml:context>
    <inkml:brush xml:id="br0">
      <inkml:brushProperty name="width" value="0.025" units="cm"/>
      <inkml:brushProperty name="height" value="0.025" units="cm"/>
    </inkml:brush>
  </inkml:definitions>
  <inkml:trace contextRef="#ctx0" brushRef="#br0">0 151 3972,'0'0'8701,"8"-8"-7676,19-18 244,1 1 1,2 2-1,46-30 0,-76 53-1264,1 0 1,-1 0-1,0 0 0,1 0 0,-1 0 1,1 0-1,-1-1 0,1 1 0,-1 0 1,0 0-1,1 0 0,-1-1 1,0 1-1,1 0 0,-1-1 0,0 1 1,1 0-1,-1-1 0,0 1 0,1 0 1,-1-1-1,0 1 0,0 0 0,0-1 1,1 1-1,-1-1 0,0 1 0,0 0 1,0-1-1,0 1 0,0-1 1,0 1-1,0-1 0,0 1 0,0-1 1,-15-4 76,-27 6-71,37 0-8,-1 1 1,1 0-1,0 0 1,0 0-1,0 1 1,0 0-1,0 0 1,0 0-1,1 1 1,-1-1-1,1 1 0,0 0 1,0 0-1,0 1 1,1-1-1,0 1 1,0 0-1,0-1 1,0 2-1,1-1 1,0 0-1,0 0 0,0 1 1,0-1-1,1 1 1,0-1-1,0 1 1,1 10-1,-1-10 2,1-1-1,0 1 1,0 0-1,1-1 1,0 1-1,0 0 1,0-1-1,1 1 0,0-1 1,0 0-1,0 1 1,0-1-1,4 5 1,-3-7-4,-1 1 1,1-1-1,0-1 1,0 1-1,0 0 1,0 0-1,0-1 1,0 0-1,1 0 1,-1 0-1,1 0 0,0 0 1,-1-1-1,1 0 1,0 1-1,0-1 1,0-1-1,0 1 1,8 0-1,55-3-235,-63 1-223,0 1 1,0-2-1,0 1 1,0 0-1,0-1 1,0 0 0,0 0-1,0 0 1,-1 0-1,1 0 1,-1-1-1,1 0 1,4-4-1,3-8-5057</inkml:trace>
</inkml:ink>
</file>

<file path=ppt/ink/ink1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45.758"/>
    </inkml:context>
    <inkml:brush xml:id="br0">
      <inkml:brushProperty name="width" value="0.025" units="cm"/>
      <inkml:brushProperty name="height" value="0.025" units="cm"/>
    </inkml:brush>
  </inkml:definitions>
  <inkml:trace contextRef="#ctx0" brushRef="#br0">0 1 12492,'0'0'6411,"3"7"-6229,9 35 405,-1 0 0,-2 0 0,5 74 0,10 55-485,-22-164-207,0 8-2966</inkml:trace>
</inkml:ink>
</file>

<file path=ppt/ink/ink1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07.474"/>
    </inkml:context>
    <inkml:brush xml:id="br0">
      <inkml:brushProperty name="width" value="0.025" units="cm"/>
      <inkml:brushProperty name="height" value="0.025" units="cm"/>
    </inkml:brush>
  </inkml:definitions>
  <inkml:trace contextRef="#ctx0" brushRef="#br0">8 183 8232,'-3'-7'903,"3"6"-563,-1 0 0,0-1 0,1 1 0,-1 0 0,1-1 0,0 1 0,-1 0 0,1-1 1,0 1-1,0-1 0,0 1 0,0 0 0,0-1 0,0 1 0,0-1 0,1-1 0,16-12 327,33-11-539,1 2 0,1 2 0,2 2 0,83-19 0,-130 38-209,18-2-866,-24 2 754,-1 1 0,0 0 0,1 0 0,-1 0 1,1 0-1,-1 0 0,1 0 0,-1 1 0,1-1 0,-1 0 0,0 0 1,1 0-1,-1 0 0,1 0 0,-1 1 0,0-1 0,1 0 0,-1 0 0,1 1 1,-1-1-1,0 0 0,1 1 0,-1-1 0,0 0 0,0 1 0,1-1 1,-1 0-1,0 1 0,0-1 0,1 1 0,-1-1 0,0 0 0,0 1 1,0-1-1,0 1 0,0-1 0,0 1 0,0-1 0,0 1 0,0-1 1,0 1-1,-2 11-6261</inkml:trace>
</inkml:ink>
</file>

<file path=ppt/ink/ink1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07.756"/>
    </inkml:context>
    <inkml:brush xml:id="br0">
      <inkml:brushProperty name="width" value="0.025" units="cm"/>
      <inkml:brushProperty name="height" value="0.025" units="cm"/>
    </inkml:brush>
  </inkml:definitions>
  <inkml:trace contextRef="#ctx0" brushRef="#br0">0 187 3812,'0'0'13741,"34"0"-13485,-2-14-96,9-3-64,5-3-32,4-2-64,0-2 32,-2 3-32,-1-1-1249,-7 0-2467,-9-3-5252</inkml:trace>
</inkml:ink>
</file>

<file path=ppt/ink/ink1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46.911"/>
    </inkml:context>
    <inkml:brush xml:id="br0">
      <inkml:brushProperty name="width" value="0.025" units="cm"/>
      <inkml:brushProperty name="height" value="0.025" units="cm"/>
    </inkml:brush>
  </inkml:definitions>
  <inkml:trace contextRef="#ctx0" brushRef="#br0">1 1 6246,'0'0'8109,"5"8"-7730,20 24 31,2-1 1,1-1-1,63 51 0,-50-46-316,-2 1-1,36 44 1,-74-80-120,-1 0 0,0 0 0,0 0 0,1 1 0,-1-1 0,0 0 0,0 0 0,1 0 0,-1 0 0,0 1 0,0-1 0,1 0 0,-1 0 0,0 1 1,0-1-1,0 0 0,1 0 0,-1 1 0,0-1 0,0 0 0,0 1 0,0-1 0,0 0 0,0 1 0,0-1 0,0 0 0,0 0 0,0 1 0,0-1 0,0 0 0,0 1 0,0-1 0,0 0 1,0 1-1,0-1 0,0 0 0,0 1 0,0-1 0,0 0 0,-1 0 0,1 1 0,0-1 0,0 0 0,0 0 0,-1 1 0,1-1 0,0 0 0,0 0 0,0 1 0,-1-1 0,1 0 0,0 0 0,-1 0 1,1 1-1,-20-2-5189,16 1 3945,-15-3-6385</inkml:trace>
</inkml:ink>
</file>

<file path=ppt/ink/ink1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47.219"/>
    </inkml:context>
    <inkml:brush xml:id="br0">
      <inkml:brushProperty name="width" value="0.025" units="cm"/>
      <inkml:brushProperty name="height" value="0.025" units="cm"/>
    </inkml:brush>
  </inkml:definitions>
  <inkml:trace contextRef="#ctx0" brushRef="#br0">210 1 7719,'0'0'4757,"-5"8"-4303,-13 21 399,1 2 0,-23 61 0,-20 81-677,35-97-151,14-43-237,-5 13-1773,5-16-3815,4-13-1573</inkml:trace>
</inkml:ink>
</file>

<file path=ppt/ink/ink1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47.532"/>
    </inkml:context>
    <inkml:brush xml:id="br0">
      <inkml:brushProperty name="width" value="0.025" units="cm"/>
      <inkml:brushProperty name="height" value="0.025" units="cm"/>
    </inkml:brush>
  </inkml:definitions>
  <inkml:trace contextRef="#ctx0" brushRef="#br0">1 1 9897,'0'0'6310,"1"51"-5989,0-28-129,4 3-128,-1-2-32,1-5 64,0-2-64,-1-5-64,-1-1-1313,-2-7-1410</inkml:trace>
</inkml:ink>
</file>

<file path=ppt/ink/ink1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47.798"/>
    </inkml:context>
    <inkml:brush xml:id="br0">
      <inkml:brushProperty name="width" value="0.025" units="cm"/>
      <inkml:brushProperty name="height" value="0.025" units="cm"/>
    </inkml:brush>
  </inkml:definitions>
  <inkml:trace contextRef="#ctx0" brushRef="#br0">0 0 10698,'0'0'6150,"7"46"-5445,-6-17-449,0 0-96,1 1-128,-1-2 0,1-4 0,0-4 0,0-2-961,0-8-1025,-1-4-1088</inkml:trace>
</inkml:ink>
</file>

<file path=ppt/ink/ink1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48.063"/>
    </inkml:context>
    <inkml:brush xml:id="br0">
      <inkml:brushProperty name="width" value="0.025" units="cm"/>
      <inkml:brushProperty name="height" value="0.025" units="cm"/>
    </inkml:brush>
  </inkml:definitions>
  <inkml:trace contextRef="#ctx0" brushRef="#br0">1 48 7399,'0'0'8584,"55"-23"-8167,-35 23-97,0 0-32,1 0-64,2 0-128,-1 2-64,0-1 0,-1-1 0,-2 0-480,-2 0-1666,-7-11-865,-6-5-2882</inkml:trace>
</inkml:ink>
</file>

<file path=ppt/ink/ink1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48.233"/>
    </inkml:context>
    <inkml:brush xml:id="br0">
      <inkml:brushProperty name="width" value="0.025" units="cm"/>
      <inkml:brushProperty name="height" value="0.025" units="cm"/>
    </inkml:brush>
  </inkml:definitions>
  <inkml:trace contextRef="#ctx0" brushRef="#br0">7 1 13004,'0'0'1442,"-7"49"-802,7-23-31,4 2-33,3 2-223,-1 3-193,-1 4-96,-1 3 0,-3 2 0,-1 0-320,0-7-1986,0-10-4068</inkml:trace>
</inkml:ink>
</file>

<file path=ppt/ink/ink1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48.514"/>
    </inkml:context>
    <inkml:brush xml:id="br0">
      <inkml:brushProperty name="width" value="0.025" units="cm"/>
      <inkml:brushProperty name="height" value="0.025" units="cm"/>
    </inkml:brush>
  </inkml:definitions>
  <inkml:trace contextRef="#ctx0" brushRef="#br0">1 0 15407,'0'0'352,"51"39"-256,-27-11 32,5 2 0,0 4-32,1 0 0,-3 0-64,0 0-32,-4-3 32,-1-4-448,-3-10-1282,-6-5-1344,-1-9-2820</inkml:trace>
</inkml:ink>
</file>

<file path=ppt/ink/ink1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48.780"/>
    </inkml:context>
    <inkml:brush xml:id="br0">
      <inkml:brushProperty name="width" value="0.025" units="cm"/>
      <inkml:brushProperty name="height" value="0.025" units="cm"/>
    </inkml:brush>
  </inkml:definitions>
  <inkml:trace contextRef="#ctx0" brushRef="#br0">125 0 11147,'0'0'2754,"-51"67"-1921,39-28-353,-1 3-223,2 3-193,2-1 0,-1-2-64,4-2 32,0-5-64,3-7-385,1-5-2593,0-7-3236</inkml:trace>
</inkml:ink>
</file>

<file path=ppt/ink/ink1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49.091"/>
    </inkml:context>
    <inkml:brush xml:id="br0">
      <inkml:brushProperty name="width" value="0.025" units="cm"/>
      <inkml:brushProperty name="height" value="0.025" units="cm"/>
    </inkml:brush>
  </inkml:definitions>
  <inkml:trace contextRef="#ctx0" brushRef="#br0">0 0 10666,'0'0'4068,"7"59"-3620,-3-35-223,0-1-129,1 4-32,-1 0-64,-4-2 32,0-6-1634,0-7-3779</inkml:trace>
</inkml:ink>
</file>

<file path=ppt/ink/ink1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49.449"/>
    </inkml:context>
    <inkml:brush xml:id="br0">
      <inkml:brushProperty name="width" value="0.025" units="cm"/>
      <inkml:brushProperty name="height" value="0.025" units="cm"/>
    </inkml:brush>
  </inkml:definitions>
  <inkml:trace contextRef="#ctx0" brushRef="#br0">0 54 14061,'0'0'582,"6"-8"699,-2 3-1026,0 0-1,1 0 0,-1 0 0,1 1 0,1-1 0,9-5 0,-14 9-229,0 0 0,1 0-1,-1 1 1,0-1-1,1 1 1,-1-1-1,0 1 1,1-1 0,-1 1-1,1 0 1,-1 0-1,1 0 1,-1-1-1,1 1 1,-1 1 0,0-1-1,1 0 1,-1 0-1,1 1 1,-1-1-1,0 0 1,1 1 0,-1-1-1,0 1 1,1 0-1,-1 0 1,0-1-1,0 1 1,1 0 0,-1 0-1,0 0 1,0 0-1,0 0 1,0 0-1,-1 0 1,1 1 0,0-1-1,0 0 1,-1 0-1,1 1 1,0-1-1,-1 1 1,0-1 0,1 0-1,-1 3 1,4 11-172,-1 0 0,-1 1 0,0 0 0,-2 0 0,0-1 0,0 1-1,-1 0 1,-1-1 0,-1 1 0,-7 24 0,10-39 147,0-1-1,0 0 0,0 1 0,0-1 1,0 0-1,0 0 0,0 1 1,0-1-1,0 0 0,0 1 0,0-1 1,0 0-1,0 1 0,0-1 1,0 0-1,0 0 0,0 1 1,0-1-1,0 0 0,1 0 0,-1 1 1,0-1-1,0 0 0,0 0 1,1 1-1,-1-1 0,0 0 0,0 0 1,0 0-1,1 1 0,-1-1 1,0 0-1,0 0 0,1 0 0,-1 0 1,0 0-1,1 0 0,-1 1 1,0-1-1,18-1 21,14-8 4,55-34-1402,-34 6-2870,-30 16 169</inkml:trace>
</inkml:ink>
</file>

<file path=ppt/ink/ink1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50.152"/>
    </inkml:context>
    <inkml:brush xml:id="br0">
      <inkml:brushProperty name="width" value="0.025" units="cm"/>
      <inkml:brushProperty name="height" value="0.025" units="cm"/>
    </inkml:brush>
  </inkml:definitions>
  <inkml:trace contextRef="#ctx0" brushRef="#br0">0 93 6118,'0'0'10815,"13"-6"-10713,26-6-74,2 1 0,-1 2 0,61-5 0,-94 13-28,4 0-141,32-6-587,-41 6 435,0 1 1,0 0-1,0-1 0,0 0 0,0 0 1,0 1-1,0-1 0,0 0 0,0-1 1,-1 1-1,1 0 0,0 0 0,-1-1 1,1 1-1,-1-1 0,2-1 0,0-9-4858</inkml:trace>
</inkml:ink>
</file>

<file path=ppt/ink/ink1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50.356"/>
    </inkml:context>
    <inkml:brush xml:id="br0">
      <inkml:brushProperty name="width" value="0.025" units="cm"/>
      <inkml:brushProperty name="height" value="0.025" units="cm"/>
    </inkml:brush>
  </inkml:definitions>
  <inkml:trace contextRef="#ctx0" brushRef="#br0">9 1 12556,'0'0'3011,"-8"51"-2659,19-28-64,0 3-192,2 2-64,-2 0 0,-2 0-32,0 0-96,-5-5-1153,1-6-1666,-3-8-3042</inkml:trace>
</inkml:ink>
</file>

<file path=ppt/ink/ink1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50.559"/>
    </inkml:context>
    <inkml:brush xml:id="br0">
      <inkml:brushProperty name="width" value="0.025" units="cm"/>
      <inkml:brushProperty name="height" value="0.025" units="cm"/>
    </inkml:brush>
  </inkml:definitions>
  <inkml:trace contextRef="#ctx0" brushRef="#br0">1 0 12940,'0'0'3684,"1"16"-4998,-1-9-1504,0-3-3844</inkml:trace>
</inkml:ink>
</file>

<file path=ppt/ink/ink1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50.774"/>
    </inkml:context>
    <inkml:brush xml:id="br0">
      <inkml:brushProperty name="width" value="0.025" units="cm"/>
      <inkml:brushProperty name="height" value="0.025" units="cm"/>
    </inkml:brush>
  </inkml:definitions>
  <inkml:trace contextRef="#ctx0" brushRef="#br0">0 6 14574,'0'0'1697,"36"-5"-11370</inkml:trace>
</inkml:ink>
</file>

<file path=ppt/ink/ink1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50.904"/>
    </inkml:context>
    <inkml:brush xml:id="br0">
      <inkml:brushProperty name="width" value="0.025" units="cm"/>
      <inkml:brushProperty name="height" value="0.025" units="cm"/>
    </inkml:brush>
  </inkml:definitions>
  <inkml:trace contextRef="#ctx0" brushRef="#br0">0 1 14029,'0'0'513,"18"5"-8969</inkml:trace>
</inkml:ink>
</file>

<file path=ppt/ink/ink1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51.484"/>
    </inkml:context>
    <inkml:brush xml:id="br0">
      <inkml:brushProperty name="width" value="0.025" units="cm"/>
      <inkml:brushProperty name="height" value="0.025" units="cm"/>
    </inkml:brush>
  </inkml:definitions>
  <inkml:trace contextRef="#ctx0" brushRef="#br0">0 48 11819,'0'0'3331,"53"-22"-2466,-31 18-448,1 1-289,-1 0-64,-2 3-64,-3 0 0,-1 0 32,-3 0-353,-2 0-1024,-4-3-929,-5-2-2082,-2-3-3812</inkml:trace>
</inkml:ink>
</file>

<file path=ppt/ink/ink1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51.673"/>
    </inkml:context>
    <inkml:brush xml:id="br0">
      <inkml:brushProperty name="width" value="0.025" units="cm"/>
      <inkml:brushProperty name="height" value="0.025" units="cm"/>
    </inkml:brush>
  </inkml:definitions>
  <inkml:trace contextRef="#ctx0" brushRef="#br0">0 1 11883,'0'0'5285,"18"60"-4996,-6-39-193,-1 4-64,-2 0 0,-2 1-32,-7 1-160,0-4-1538,0-5-1729,0-6-4132</inkml:trace>
</inkml:ink>
</file>

<file path=ppt/ink/ink1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51.952"/>
    </inkml:context>
    <inkml:brush xml:id="br0">
      <inkml:brushProperty name="width" value="0.025" units="cm"/>
      <inkml:brushProperty name="height" value="0.025" units="cm"/>
    </inkml:brush>
  </inkml:definitions>
  <inkml:trace contextRef="#ctx0" brushRef="#br0">0 0 15599,'0'0'256,"47"36"-224,-16-7 96,4 4 96,7 1 33,2 2-65,1 3 32,-1-2-160,-4-1-32,-6-5 0,-6-6 0,-6-3-192,-6-9-1025,-10-4-256</inkml:trace>
</inkml:ink>
</file>

<file path=ppt/ink/ink1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52.185"/>
    </inkml:context>
    <inkml:brush xml:id="br0">
      <inkml:brushProperty name="width" value="0.025" units="cm"/>
      <inkml:brushProperty name="height" value="0.025" units="cm"/>
    </inkml:brush>
  </inkml:definitions>
  <inkml:trace contextRef="#ctx0" brushRef="#br0">207 1 13741,'0'0'1057,"-29"64"-865,16-21 96,-4 7 129,-2 4-193,-1 3-160,0-1-32,-2-1 0,0-1-64,-1-9-705,2-10-3523</inkml:trace>
</inkml:ink>
</file>

<file path=ppt/ink/ink1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52.686"/>
    </inkml:context>
    <inkml:brush xml:id="br0">
      <inkml:brushProperty name="width" value="0.025" units="cm"/>
      <inkml:brushProperty name="height" value="0.025" units="cm"/>
    </inkml:brush>
  </inkml:definitions>
  <inkml:trace contextRef="#ctx0" brushRef="#br0">1 0 8872,'0'0'5579,"3"8"-4703,7 15-614,-2 1 1,0-1 0,-2 1 0,-1 1 0,-1-1 0,2 28 0,-3 39-8462</inkml:trace>
</inkml:ink>
</file>

<file path=ppt/ink/ink1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53.199"/>
    </inkml:context>
    <inkml:brush xml:id="br0">
      <inkml:brushProperty name="width" value="0.025" units="cm"/>
      <inkml:brushProperty name="height" value="0.025" units="cm"/>
    </inkml:brush>
  </inkml:definitions>
  <inkml:trace contextRef="#ctx0" brushRef="#br0">42 1 7719,'0'0'6438,"-3"9"-6069,-2 11-242,1 1 0,0 0 0,2 0 0,0 27 0,2-48-120,1 1 0,-1-1 0,1 1 0,0-1 0,-1 1 0,1-1-1,-1 0 1,1 1 0,0-1 0,-1 0 0,1 0 0,0 1 0,-1-1 0,1 0 0,0 0 0,-1 0 0,1 0 0,0 0 0,0 0-1,-1 0 1,1 0 0,0 0 0,-1 0 0,1 0 0,0 0 0,0 0 0,-1-1 0,1 1 0,0 0 0,-1-1 0,1 1 0,0-1-1,26-8 321,-19 5-274,0 0 1,0 1-1,0 0 0,0 0 0,1 1 0,-1 0 0,1 1 1,16-1-1,-23 2-50,0 0-1,1 0 1,-1 0 0,0 1 0,1-1 0,-1 1 0,0 0 0,0 0-1,0 0 1,1 0 0,-1 0 0,0 0 0,0 0 0,-1 1 0,1-1-1,0 1 1,0-1 0,-1 1 0,1 0 0,-1 0 0,1 0 0,-1-1 0,0 1-1,0 1 1,0-1 0,0 0 0,0 0 0,0 0 0,0 0 0,-1 1-1,1-1 1,-1 0 0,0 1 0,0-1 0,0 0 0,0 1 0,0 2-1,-1 1 9,1 0-1,-1 0 0,0-1 1,0 1-1,-1 0 0,0-1 1,0 1-1,0-1 0,-1 0 1,0 0-1,0 0 0,0 0 1,0 0-1,-1 0 0,0-1 1,0 0-1,0 0 0,0 0 1,-8 5-1,-1 0-470,0 0-1,0-1 1,-1-1-1,0 0 1,-1-1 0,-18 6-1,3-7-5838,20-5 1713</inkml:trace>
</inkml:ink>
</file>

<file path=ppt/ink/ink1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53.480"/>
    </inkml:context>
    <inkml:brush xml:id="br0">
      <inkml:brushProperty name="width" value="0.025" units="cm"/>
      <inkml:brushProperty name="height" value="0.025" units="cm"/>
    </inkml:brush>
  </inkml:definitions>
  <inkml:trace contextRef="#ctx0" brushRef="#br0">1 222 11563,'0'0'7175,"20"-54"-6310,6 38-385,7-2-256,8 1-160,1-2-64,2 0 0,-2-3-1025,-8-3-3299,-12-6-7207</inkml:trace>
</inkml:ink>
</file>

<file path=ppt/ink/ink1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04.600"/>
    </inkml:context>
    <inkml:brush xml:id="br0">
      <inkml:brushProperty name="width" value="0.025" units="cm"/>
      <inkml:brushProperty name="height" value="0.025" units="cm"/>
    </inkml:brush>
  </inkml:definitions>
  <inkml:trace contextRef="#ctx0" brushRef="#br0">4 121 3395,'0'0'6839,"-3"-19"-300,10 15-6487,0 0-1,0 1 1,0 0 0,0 0-1,1 0 1,0 1 0,12-2-1,8-3-31,36-13-173,54-16 410,-40 24-3559,-74 11-307</inkml:trace>
</inkml:ink>
</file>

<file path=ppt/ink/ink1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04.803"/>
    </inkml:context>
    <inkml:brush xml:id="br0">
      <inkml:brushProperty name="width" value="0.025" units="cm"/>
      <inkml:brushProperty name="height" value="0.025" units="cm"/>
    </inkml:brush>
  </inkml:definitions>
  <inkml:trace contextRef="#ctx0" brushRef="#br0">1 1 9321,'0'0'6352,"2"9"-6133,24 68 175,7 26-757,-30-91-1663,-1 1 1,0 0-1,0 18 1,-2-25-3009</inkml:trace>
</inkml:ink>
</file>

<file path=ppt/ink/ink1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05.066"/>
    </inkml:context>
    <inkml:brush xml:id="br0">
      <inkml:brushProperty name="width" value="0.025" units="cm"/>
      <inkml:brushProperty name="height" value="0.025" units="cm"/>
    </inkml:brush>
  </inkml:definitions>
  <inkml:trace contextRef="#ctx0" brushRef="#br0">0 1 10474,'0'0'4612</inkml:trace>
</inkml:ink>
</file>

<file path=ppt/ink/ink1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05.253"/>
    </inkml:context>
    <inkml:brush xml:id="br0">
      <inkml:brushProperty name="width" value="0.025" units="cm"/>
      <inkml:brushProperty name="height" value="0.025" units="cm"/>
    </inkml:brush>
  </inkml:definitions>
  <inkml:trace contextRef="#ctx0" brushRef="#br0">0 20 13389,'0'0'3203,"14"-20"-3331,-12 27-1122,-1-2-1344</inkml:trace>
</inkml:ink>
</file>

<file path=ppt/ink/ink1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05.439"/>
    </inkml:context>
    <inkml:brush xml:id="br0">
      <inkml:brushProperty name="width" value="0.025" units="cm"/>
      <inkml:brushProperty name="height" value="0.025" units="cm"/>
    </inkml:brush>
  </inkml:definitions>
  <inkml:trace contextRef="#ctx0" brushRef="#br0">1 24 15567,'0'0'1441,"44"-23"-1441,-37 23-32,-1 3-1634,-3 0-2497</inkml:trace>
</inkml:ink>
</file>

<file path=ppt/ink/ink1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08.411"/>
    </inkml:context>
    <inkml:brush xml:id="br0">
      <inkml:brushProperty name="width" value="0.025" units="cm"/>
      <inkml:brushProperty name="height" value="0.025" units="cm"/>
    </inkml:brush>
  </inkml:definitions>
  <inkml:trace contextRef="#ctx0" brushRef="#br0">20 116 5573,'0'0'9070,"-4"-8"-8419,-10-21-149,13 28-492,1 0 0,0 0 0,0 1 0,0-1 0,0 0 0,0 1 0,0-1 0,0 0 0,0 0 0,0 1 0,0-1 0,0 0 0,0 1 0,0-1-1,1 0 1,-1 1 0,0-1 0,1 0 0,-1 1 0,0-1 0,1 0 0,-1 1 0,1-1 0,-1 1 0,1-1 0,-1 1 0,1-1 0,-1 1 0,1-1 0,-1 1 0,1 0 0,0-1 0,1 0-1,25-10-37,-22 9 60,19-8-126,0 1-1,39-9 1,-14 12-3760,-34 6-588</inkml:trace>
</inkml:ink>
</file>

<file path=ppt/ink/ink1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08.647"/>
    </inkml:context>
    <inkml:brush xml:id="br0">
      <inkml:brushProperty name="width" value="0.025" units="cm"/>
      <inkml:brushProperty name="height" value="0.025" units="cm"/>
    </inkml:brush>
  </inkml:definitions>
  <inkml:trace contextRef="#ctx0" brushRef="#br0">0 70 6662,'0'0'8296,"48"14"-7527,-26-14-481,8-4-160,1-4-64,3-2-32,0-2 0,1 3-32,-3-3-896,-6-2-1891,-6-1-4100</inkml:trace>
</inkml:ink>
</file>

<file path=ppt/ink/ink1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09.304"/>
    </inkml:context>
    <inkml:brush xml:id="br0">
      <inkml:brushProperty name="width" value="0.025" units="cm"/>
      <inkml:brushProperty name="height" value="0.025" units="cm"/>
    </inkml:brush>
  </inkml:definitions>
  <inkml:trace contextRef="#ctx0" brushRef="#br0">1 120 5862,'0'0'9288,"2"-47"-8583,17 38-225,4-2-319,8 2-33,2-3-96,1 2-32,0 2 0,0-1 0,-7 5-96,-5 4-1089,-8 0-801,-8 0-1185,-6 8-961</inkml:trace>
</inkml:ink>
</file>

<file path=ppt/ink/ink1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09.507"/>
    </inkml:context>
    <inkml:brush xml:id="br0">
      <inkml:brushProperty name="width" value="0.025" units="cm"/>
      <inkml:brushProperty name="height" value="0.025" units="cm"/>
    </inkml:brush>
  </inkml:definitions>
  <inkml:trace contextRef="#ctx0" brushRef="#br0">1 29 3171,'0'0'10025,"48"26"-8679,-22-26-802,5 0-384,5-7-96,-2-1 1,1 3-33,-4-2-32,-9-1-513,-5 1-2242,-7-5-4932</inkml:trace>
</inkml:ink>
</file>

<file path=ppt/ink/ink1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10.344"/>
    </inkml:context>
    <inkml:brush xml:id="br0">
      <inkml:brushProperty name="width" value="0.025" units="cm"/>
      <inkml:brushProperty name="height" value="0.025" units="cm"/>
    </inkml:brush>
  </inkml:definitions>
  <inkml:trace contextRef="#ctx0" brushRef="#br0">0 126 5862,'0'0'10570,"9"-7"-10330,31-17-114,1 2 0,51-20 0,-12 12-4236,-77 29-214</inkml:trace>
</inkml:ink>
</file>

<file path=ppt/ink/ink1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10.608"/>
    </inkml:context>
    <inkml:brush xml:id="br0">
      <inkml:brushProperty name="width" value="0.025" units="cm"/>
      <inkml:brushProperty name="height" value="0.025" units="cm"/>
    </inkml:brush>
  </inkml:definitions>
  <inkml:trace contextRef="#ctx0" brushRef="#br0">0 156 5733,'0'0'13005,"65"-19"-12653,-35 7-256,8-4-64,2 1-32,4-1 0,-2-1 0,-3 1-1057,-5-3-2114,-8-6-3811</inkml:trace>
</inkml:ink>
</file>

<file path=ppt/ink/ink1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11.529"/>
    </inkml:context>
    <inkml:brush xml:id="br0">
      <inkml:brushProperty name="width" value="0.025" units="cm"/>
      <inkml:brushProperty name="height" value="0.025" units="cm"/>
    </inkml:brush>
  </inkml:definitions>
  <inkml:trace contextRef="#ctx0" brushRef="#br0">1 0 7719,'0'0'4202,"7"9"-3487,29 33 97,2-2 0,2-1 0,73 55 0,-80-71-1420,0-1 0,2-2 0,51 22 1,-60-35-5244,-21-7 1164</inkml:trace>
</inkml:ink>
</file>

<file path=ppt/ink/ink1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11.749"/>
    </inkml:context>
    <inkml:brush xml:id="br0">
      <inkml:brushProperty name="width" value="0.025" units="cm"/>
      <inkml:brushProperty name="height" value="0.025" units="cm"/>
    </inkml:brush>
  </inkml:definitions>
  <inkml:trace contextRef="#ctx0" brushRef="#br0">255 1 11755,'0'0'4100,"-39"42"-3812,21-6 417,-2 6-225,-2 4-351,-3 4-65,-1 2-32,-3 2-32,2-3-64,1-4-1506,4-12-2338</inkml:trace>
</inkml:ink>
</file>

<file path=ppt/ink/ink1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14.274"/>
    </inkml:context>
    <inkml:brush xml:id="br0">
      <inkml:brushProperty name="width" value="0.025" units="cm"/>
      <inkml:brushProperty name="height" value="0.025" units="cm"/>
    </inkml:brush>
  </inkml:definitions>
  <inkml:trace contextRef="#ctx0" brushRef="#br0">1 0 8232,'3'9'4779,"11"36"-3803,-2 4-563,-2-1 1,-1 2 0,1 74-1,-28-122-8020,3-2 790</inkml:trace>
</inkml:ink>
</file>

<file path=ppt/ink/ink1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14.507"/>
    </inkml:context>
    <inkml:brush xml:id="br0">
      <inkml:brushProperty name="width" value="0.025" units="cm"/>
      <inkml:brushProperty name="height" value="0.025" units="cm"/>
    </inkml:brush>
  </inkml:definitions>
  <inkml:trace contextRef="#ctx0" brushRef="#br0">1 180 8904,'0'0'3812,"14"-47"-2307,5 28-512,9 0-192,5-1 160,7-1-352,4 3-321,1 3-192,-3 3-96,-4 6 32,-8 4-64,-6 2-1217,-13 2-897,-6 10-993,-5 2-1890</inkml:trace>
</inkml:ink>
</file>

<file path=ppt/ink/ink1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14.713"/>
    </inkml:context>
    <inkml:brush xml:id="br0">
      <inkml:brushProperty name="width" value="0.025" units="cm"/>
      <inkml:brushProperty name="height" value="0.025" units="cm"/>
    </inkml:brush>
  </inkml:definitions>
  <inkml:trace contextRef="#ctx0" brushRef="#br0">0 112 8232,'0'0'3043,"52"5"-1602,-17-5-352,7-9-512,2-4-321,2 0-160,2-1-32,-7 0-64,-3-1-993,-5-4-1890,-4-1-3234</inkml:trace>
</inkml:ink>
</file>

<file path=ppt/ink/ink1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15.150"/>
    </inkml:context>
    <inkml:brush xml:id="br0">
      <inkml:brushProperty name="width" value="0.025" units="cm"/>
      <inkml:brushProperty name="height" value="0.025" units="cm"/>
    </inkml:brush>
  </inkml:definitions>
  <inkml:trace contextRef="#ctx0" brushRef="#br0">78 0 6438,'0'0'8312,"-7"3"-7944,3-1-324,1 0 0,-1 0-1,1 1 1,-1 0 0,1-1 0,0 1-1,0 0 1,0 1 0,0-1-1,1 0 1,-5 8 0,6-9-37,0 0 0,-1 0 0,1 0 1,0 1-1,1-1 0,-1 0 0,0 1 0,1-1 1,-1 0-1,1 1 0,0-1 0,0 1 0,0-1 1,0 1-1,0-1 0,0 1 0,1-1 0,-1 0 1,1 1-1,0-1 0,0 0 0,-1 1 0,2-1 1,-1 0-1,0 0 0,0 0 0,3 3 0,1-1-2,0 0-1,0 0 0,0-1 1,1 1-1,-1-1 1,1 0-1,0-1 0,0 1 1,0-1-1,0-1 0,0 1 1,0-1-1,1 0 0,11 0 1,-11 0-2,-1-1 0,1 1 0,-1 0 0,1 0 0,-1 1 0,0 0 1,1 0-1,-1 0 0,0 1 0,0 0 0,-1 0 0,1 0 0,-1 1 0,8 6 0,-12-9-3,0 0 0,-1 0 0,1 0 0,0 0-1,0 0 1,0 0 0,-1 0 0,1 0-1,-1 1 1,1-1 0,-1 0 0,1 0 0,-1 1-1,0-1 1,1 0 0,-1 1 0,0-1-1,0 0 1,0 1 0,0-1 0,0 0 0,0 1-1,-1-1 1,1 0 0,-1 3 0,0-2 2,-1 0 0,1 0 0,-1 1-1,0-1 1,1 0 0,-1 0 0,0-1 0,0 1 0,-1 0 0,1-1 0,0 1 0,-3 1 0,-10 4-1,0-1 0,-1 0-1,-21 5 1,27-8-24,10-3 19,-66 16-447,21-15-6396,39-3 2933</inkml:trace>
</inkml:ink>
</file>

<file path=ppt/ink/ink1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16.793"/>
    </inkml:context>
    <inkml:brush xml:id="br0">
      <inkml:brushProperty name="width" value="0.025" units="cm"/>
      <inkml:brushProperty name="height" value="0.025" units="cm"/>
    </inkml:brush>
  </inkml:definitions>
  <inkml:trace contextRef="#ctx0" brushRef="#br0">6 53 3555,'2'-44'8252,"-4"36"-3510,1 30-4438,-1 122 526,0-57-1867,1-28-2872</inkml:trace>
</inkml:ink>
</file>

<file path=ppt/ink/ink1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17.336"/>
    </inkml:context>
    <inkml:brush xml:id="br0">
      <inkml:brushProperty name="width" value="0.025" units="cm"/>
      <inkml:brushProperty name="height" value="0.025" units="cm"/>
    </inkml:brush>
  </inkml:definitions>
  <inkml:trace contextRef="#ctx0" brushRef="#br0">90 87 6887,'0'0'8125,"-6"-7"-7714,-19-22-123,24 29-279,1-1 0,0 1 1,-1-1-1,1 1 0,-1 0 1,1-1-1,-1 1 0,1 0 0,-1-1 1,1 1-1,-1 0 0,1 0 0,-1 0 1,1 0-1,-1-1 0,1 1 1,-1 0-1,1 0 0,-1 0 0,0 0 1,1 0-1,-1 0 0,1 0 1,-1 0-1,1 1 0,-1-1 0,1 0 1,-1 0-1,1 0 0,-1 1 0,1-1 1,-1 0-1,1 0 0,-1 1 1,1-1-1,-1 0 0,1 1 0,-1-1 1,1 1-1,0-1 0,-1 0 1,1 1-1,0-1 0,0 1 0,-1 0 1,-11 22 193,12-21-166,-6 14 121,1 0-1,1 1 1,1-1-1,0 1 1,1 0-1,1 0 1,0 1-1,1-1 1,5 29-1,-5-44-131,1 1 0,0 0 0,0-1 0,0 1 0,0-1 0,0 1 0,1-1 0,-1 1 1,1-1-1,0 0 0,-1 0 0,1 0 0,0 0 0,0 0 0,1 0 0,-1 0 0,0-1 0,0 1 0,1-1 0,-1 0 0,1 1 0,-1-1 0,1 0 1,0-1-1,-1 1 0,1 0 0,0-1 0,0 0 0,0 1 0,-1-1 0,1 0 0,0 0 0,0-1 0,-1 1 0,1 0 0,0-1 0,3-1 0,0 1 62,0-1 0,1 0 0,-1 0 0,0 0 0,0-1 0,0 0 0,-1 0 0,1 0 0,-1-1-1,0 0 1,1 0 0,-2 0 0,1-1 0,0 0 0,3-5 0,-3 0 7,0-1 0,-1 1 0,0-1 1,0 0-1,-2 0 0,1 0 0,-1-1 0,-1 1 1,0 0-1,-1-1 0,0 1 0,-2-17 0,1 21-88,0 1-1,0 0 1,-1 0-1,0 0 1,0 0-1,-1 0 0,1 1 1,-1-1-1,0 1 1,-7-9-1,7 11-14,1 0 0,-1 0-1,0 0 1,-1 1 0,1 0-1,0-1 1,-1 1 0,1 0-1,-1 1 1,0-1 0,1 1-1,-1-1 1,0 1 0,0 0-1,0 1 1,0-1 0,-7 0-1,6 1-149,-1 0-1,1 0 1,0 1-1,-1 0 0,1 0 1,0 0-1,0 0 1,-9 4-1,12-4-202,0 0 1,0 0-1,0 0 1,0 1 0,0-1-1,1 0 1,-1 1-1,0 0 1,1-1-1,-1 1 1,1 0-1,0 0 1,0-1-1,-1 1 1,1 0-1,0 0 1,1 1-1,-1-1 1,0 0-1,1 0 1,-1 0-1,1 0 1,-1 4-1,1 5-4374</inkml:trace>
</inkml:ink>
</file>

<file path=ppt/ink/ink1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17.758"/>
    </inkml:context>
    <inkml:brush xml:id="br0">
      <inkml:brushProperty name="width" value="0.025" units="cm"/>
      <inkml:brushProperty name="height" value="0.025" units="cm"/>
    </inkml:brush>
  </inkml:definitions>
  <inkml:trace contextRef="#ctx0" brushRef="#br0">129 40 5862,'0'0'8557,"-9"-4"-7559,-29-10-133,36 13-813,0 1 0,0 0-1,0 0 1,0 0 0,0 0-1,0 0 1,0 0 0,0 1 0,0-1-1,0 1 1,0-1 0,0 1-1,0 0 1,0 0 0,0 0 0,0 0-1,1 0 1,-1 0 0,0 0 0,1 0-1,-1 1 1,1-1 0,-1 1-1,1-1 1,0 1 0,0 0 0,-2 2-1,-1 2 35,1 1 0,-1-1 0,1 1 1,0 0-1,-3 11 0,4-10-48,0 1 0,1-1 1,-1 0-1,2 1 1,-1 0-1,1-1 0,1 1 1,-1-1-1,4 16 1,-3-20-33,0-1 0,1 0 0,-1 0 0,0 0 0,1 0 0,-1 0 0,1-1 0,0 1 0,0 0 0,0-1 1,1 0-1,-1 1 0,0-1 0,1 0 0,0 0 0,-1 0 0,1 0 0,0-1 0,0 1 0,0-1 0,0 0 1,0 0-1,0 0 0,0 0 0,1 0 0,-1-1 0,0 1 0,4-1 0,-2 1 20,1-1-1,-1 0 1,0-1-1,1 1 1,-1-1-1,0 0 1,1 0-1,-1 0 1,0-1-1,0 0 1,0 0-1,0 0 1,0-1-1,-1 1 1,1-1-1,-1 0 1,0-1-1,1 1 1,-1-1-1,-1 0 1,1 1-1,-1-2 1,1 1-1,-1 0 1,0-1-1,-1 0 1,1 1-1,-1-1 1,0 0-1,0 0 1,0 0-1,-1-1 1,0 1-1,0 0 1,0-1-1,-1 1 1,0 0-1,0-1 1,0 1-1,0 0 1,-1-1-1,0 1 1,0 0-1,-4-9 1,4 9-3,-1 0 1,0 1 0,0-1-1,0 1 1,-1 0-1,0 0 1,0 0-1,0 0 1,0 0-1,0 0 1,-1 1 0,1 0-1,-1 0 1,0 0-1,0 0 1,-1 0-1,1 1 1,-5-2-1,-38-10-823,-3 11-3796,34 4-2434</inkml:trace>
</inkml:ink>
</file>

<file path=ppt/ink/ink1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19.467"/>
    </inkml:context>
    <inkml:brush xml:id="br0">
      <inkml:brushProperty name="width" value="0.025" units="cm"/>
      <inkml:brushProperty name="height" value="0.025" units="cm"/>
    </inkml:brush>
  </inkml:definitions>
  <inkml:trace contextRef="#ctx0" brushRef="#br0">419 28 6566,'0'0'3139,"-10"-5"-1409,3 0-1499,4 3-191,1 0 0,-1 1 0,0-1-1,1 0 1,-1 1 0,0-1 0,0 1 0,0 0 0,0 0 0,0 0 0,-1 1-1,1-1 1,0 1 0,0 0 0,0 0 0,-1 0 0,1 0 0,0 0-1,0 1 1,-1-1 0,1 1 0,0 0 0,0 0 0,-3 1 0,-19 14 110,1 0 1,0 1-1,1 1 0,-28 30 1,10-4-36,-40 54 0,72-88-101,1 1 0,1 0 0,0 0 0,-10 23 0,16-31-11,0-1-1,1 0 0,-1 0 1,0 0-1,1 1 1,-1-1-1,1 0 0,0 1 1,0-1-1,0 0 1,0 1-1,0-1 1,1 0-1,-1 1 0,0-1 1,1 0-1,0 0 1,0 1-1,0-1 0,0 0 1,0 0-1,0 0 1,0 0-1,0 0 1,1 0-1,-1-1 0,1 1 1,0 0-1,-1-1 1,1 1-1,0-1 0,0 1 1,0-1-1,4 2 1,99 41 116,-76-34-103,-1 1 0,0 2 1,-1 0-1,29 20 0,-50-29-7,1 1 0,-1 0-1,-1 0 1,1 1 0,-1-1 0,0 1-1,0 0 1,-1 1 0,1-1 0,-1 1-1,-1 0 1,1 0 0,-1 0 0,-1 0 0,1 1-1,-1-1 1,-1 1 0,1 0 0,-1-1-1,0 15 1,-1-17 3,0 0-1,-1 0 1,0 0 0,1 0 0,-2 0-1,1-1 1,-1 1 0,1 0-1,-1-1 1,0 1 0,-1-1-1,1 0 1,-1 1 0,0-1 0,-5 5-1,2-3 34,-1 0-1,0 0 1,0-1 0,0 0-1,-1 0 1,0 0-1,0-1 1,-9 3 0,-4 0 38,0 0 0,-1-2-1,0 0 1,0-2 0,0 0 0,-27-1 0,45-2-118,0 0 1,-1 0-1,1-1 0,0 1 1,0-1-1,0 0 0,0 0 1,-7-3-1,10 3-2,0 0 1,0 1-1,0-1 1,0 0-1,0 0 0,1 1 1,-1-1-1,0 0 1,0 0-1,1 0 1,-1 0-1,0 0 0,1 0 1,-1 0-1,1-1 1,0 1-1,-1 0 1,1 0-1,0 0 0,0 0 1,-1-1-1,1 1 1,0 0-1,0 0 1,0 0-1,1 0 0,-1-1 1,0 1-1,0 0 1,1 0-1,-1 0 0,0 0 1,1 0-1,-1-1 1,1 1-1,1-1 1,2-5-852,1-1 0,0 2 1,1-1-1,-1 0 0,1 1 0,12-10 1,-16 15 721,36-32-3683</inkml:trace>
</inkml:ink>
</file>

<file path=ppt/ink/ink1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19.963"/>
    </inkml:context>
    <inkml:brush xml:id="br0">
      <inkml:brushProperty name="width" value="0.025" units="cm"/>
      <inkml:brushProperty name="height" value="0.025" units="cm"/>
    </inkml:brush>
  </inkml:definitions>
  <inkml:trace contextRef="#ctx0" brushRef="#br0">253 63 10570,'0'0'379,"-8"-4"934,-1 0-1004,1 0 0,-1 1 0,0 0 0,0 1 0,0 0 0,0 0-1,-1 1 1,1 0 0,0 1 0,-1-1 0,1 2 0,-15 2 0,19-2-239,-1 0 1,0 1-1,1 0 1,-1 0-1,1 0 1,-1 1-1,1 0 1,0 0-1,0 0 1,1 0-1,-1 1 1,0 0-1,1 0 1,0 0-1,0 1 1,0-1 0,1 1-1,0 0 1,0 0-1,0 0 1,0 1-1,-3 9 1,5-12-70,0 1 0,0-1 1,0 1-1,0-1 0,0 1 0,1-1 1,0 1-1,0-1 0,0 1 1,0-1-1,0 1 0,1-1 1,-1 1-1,1-1 0,0 1 1,0-1-1,0 0 0,1 1 0,-1-1 1,1 0-1,0 0 0,0 0 1,0 0-1,0 0 0,0 0 1,1-1-1,-1 1 0,1-1 1,0 0-1,0 0 0,0 0 0,0 0 1,0 0-1,0 0 0,0-1 1,0 0-1,1 1 0,-1-1 1,1 0-1,-1-1 0,1 1 1,-1-1-1,1 1 0,-1-1 0,1 0 1,-1-1-1,1 1 0,-1 0 1,1-1-1,-1 0 0,1 0 1,3-1-1,-3 0-1,-1 0 0,1 0 0,-1 0 1,1 0-1,-1-1 0,0 1 0,1-1 0,-1 0 0,-1 0 0,1 0 1,0 0-1,-1-1 0,0 1 0,0-1 0,0 1 0,0-1 0,0 0 0,-1 0 1,1 0-1,-1 0 0,0 0 0,0 0 0,0-8 0,1-7 24,0-1-1,-2 0 0,-2-30 0,-6 21 108,3 12 1538,19 27-1003,-9-6-803,14 17 347,2-2 0,43 33 0,-56-47-358,-1-1 0,2 1 0,-1-2 0,0 1 0,14 3 0,-16-6-311,-1 1 0,1-2 0,-1 1 0,1-1 0,0 1 0,-1-2 0,1 1-1,0-1 1,10-2 0,2-7-2904,-4-6-1644</inkml:trace>
</inkml:ink>
</file>

<file path=ppt/ink/ink1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20.929"/>
    </inkml:context>
    <inkml:brush xml:id="br0">
      <inkml:brushProperty name="width" value="0.025" units="cm"/>
      <inkml:brushProperty name="height" value="0.025" units="cm"/>
    </inkml:brush>
  </inkml:definitions>
  <inkml:trace contextRef="#ctx0" brushRef="#br0">0 289 9129,'0'0'6619,"7"1"-6565,1 1-19,0 0 1,0 1-1,-1 0 1,1 0-1,-1 1 1,11 6-1,-13-7-14,-1-1 1,0 1-1,0 0 0,-1 1 0,1-1 0,-1 0 0,1 1 0,-1 0 1,0 0-1,0 0 0,-1 0 0,1 0 0,-1 1 0,3 6 0,-34-46 396,28 33-422,-2-2 116,1-1 1,-1 0 0,1 0-1,-1 0 1,1 0 0,1 0 0,-1 0-1,1 0 1,0-1 0,0 1 0,1-1-1,-1 1 1,2-11 0,-1 16-105,1-1 0,0 0-1,0 1 1,0-1 0,0 0 0,0 1 0,0-1 0,0 1 0,0-1 0,0 1 0,0 0 0,1-1 0,-1 1 0,0 0 0,0 0-1,0 0 1,0 0 0,0 0 0,1 0 0,-1 0 0,2 0 0,27 4-47,-16 0 50,-1 2 0,0 0 0,0 0 0,0 1 0,0 1 0,10 9 0,7 3 0,-75-98 230,43 75-178,1 0 1,-1 0-1,1 0 0,0 0 0,0 0 0,0 0 1,0 0-1,1 0 0,-1-4 0,8-1 342,15 9-474,14 9 61,-30-7-64,1-1 1,-1 0-1,0 0 1,1 0-1,-1-1 1,1 0-1,-1-1 1,1 1 0,0-1-1,9-2 1,-15 2-2,0-1 1,0 1-1,0-1 1,0 0 0,0 0-1,0 1 1,0-1 0,-1 0-1,1 0 1,0 0 0,0 0-1,-1 0 1,1 0-1,-1 0 1,1 0 0,-1-1-1,1 1 1,-1 0 0,1 0-1,-1 0 1,0 0 0,0-1-1,0 1 1,0 0-1,0-2 1,1-37-1313,-1 31 1082,-3-74 1526,29 111-533,13 30-324,-3 1 1,-2 1 0,-3 2-1,-3 2 1,22 69 0,-46-110-231,-4-23-118,0 0 0,0 1-1,0-1 1,0 0 0,0 0-1,0 0 1,-1 0-1,1 0 1,0 0 0,0 1-1,0-1 1,0 0 0,0 0-1,-1 0 1,1 0-1,0 0 1,0 0 0,0 0-1,0 0 1,-1 0 0,1 0-1,0 0 1,0 0-1,0 0 1,-1 0 0,1 0-1,0 0 1,0 0 0,0 0-1,0 0 1,-1 0-1,1 0 1,0 0 0,0 0-1,0 0 1,0-1 0,0 1-1,-1 0 1,1 0-1,0 0 1,0 0 0,0 0-1,0 0 1,0 0 0,0-1-1,-1 1 1,1 0-1,0 0 1,0 0 0,0 0-1,0-1 1,-27-34 776,4-6-808,2-1 0,2-1-1,1-1 1,3-1-1,1 0 1,3-1-1,1 0 1,-5-85 0,14 130 12,1-1 1,0 0-1,0 1 1,0-1 0,0 0-1,0 1 1,0-1-1,0 0 1,0 1-1,1-1 1,-1 0 0,1 1-1,-1-1 1,1 1-1,0-1 1,-1 1-1,1-1 1,0 1 0,0-1-1,0 1 1,0 0-1,0 0 1,3-3-1,-2 4-2,-1-1 0,1 1 0,0-1 0,0 1 0,-1 0 0,1 0 0,0 0 0,0 0 0,0 0 0,0 0 0,-1 0 0,1 1 0,0-1 0,0 0 0,-1 1 0,1 0 0,3 1 0,3 2-5,1 1 0,-1 0 0,0 0 0,-1 1 0,1 0-1,-1 0 1,8 9 0,-12-11-11,1 0-1,-1 0 1,0 1 0,-1-1-1,1 1 1,-1 0 0,0 0 0,0 0-1,0 0 1,-1 0 0,0 0-1,0 0 1,0 0 0,0 1-1,-1-1 1,0 0 0,0 1-1,-1-1 1,0 7 0,-1-9-128,1 1 0,0-1 1,-1 1-1,1-1 0,-1 0 0,0 1 1,0-1-1,0 0 0,-1 0 0,1-1 1,-1 1-1,0 0 0,1-1 0,-1 1 1,0-1-1,0 0 0,-1 0 0,1 0 1,0-1-1,-1 1 0,1-1 0,-1 0 1,1 0-1,-1 0 0,0 0 1,0-1-1,-6 1 0,7 0-132,-1-1-1,0 0 1,1 0 0,-1 0 0,0 0-1,0-1 1,1 1 0,-5-2-1,7 1 65,-1 1 1,1-1-1,0 0 0,-1 0 0,1 0 0,0 0 0,0 0 0,-1 0 0,1 0 1,0 0-1,0 0 0,0-1 0,0 1 0,1 0 0,-1-1 0,0 1 1,0-1-1,1 1 0,-1-1 0,1 1 0,-1-3 0,-4-23-2981</inkml:trace>
</inkml:ink>
</file>

<file path=ppt/ink/ink1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21.353"/>
    </inkml:context>
    <inkml:brush xml:id="br0">
      <inkml:brushProperty name="width" value="0.025" units="cm"/>
      <inkml:brushProperty name="height" value="0.025" units="cm"/>
    </inkml:brush>
  </inkml:definitions>
  <inkml:trace contextRef="#ctx0" brushRef="#br0">16 0 12139,'0'0'4650,"-4"12"-3593,1-6-957,1 0 1,0 1-1,1-1 0,0 0 0,0 1 0,0-1 0,1 1 0,0-1 1,0 1-1,0-1 0,1 1 0,0-1 0,0 1 0,1-1 1,0 0-1,0 0 0,0 0 0,1 0 0,0 0 0,4 6 1,11 18 59,42 51 1,-51-70-156,0 0-1,1-1 1,1 0-1,0-1 1,0 0-1,1-1 1,19 11-1,-28-18-4,0 1 0,1-1 0,-1 0 0,1 0 0,-1 0 0,1 0 0,-1-1 0,1 1 0,0-1 0,-1 0 0,1 0 0,-1 0 0,1-1 0,0 1 0,-1-1 0,1 0 0,-1 0 0,5-2 0,-2 0-34,-1 0-1,0 0 1,0-1-1,0 1 0,0-1 1,-1 0-1,0-1 0,1 1 1,-1-1-1,4-6 0,-1-1-12,0 1-1,-1-1 0,0-1 0,-1 1 0,0-1 0,-1 0 0,0 0 0,-1 0 1,2-19-1,-5 31 49,0 0 1,1 1 0,-1-1-1,0 0 1,0 0-1,0 0 1,0 0 0,0 0-1,0 0 1,-1 1-1,1-1 1,0 0-1,0 0 1,-1 0 0,1 0-1,0 1 1,-1-1-1,1 0 1,-1 0 0,1 1-1,-1-1 1,1 0-1,-1 1 1,0-1 0,1 0-1,-1 1 1,0-1-1,1 1 1,-1-1 0,0 1-1,0-1 1,1 1-1,-1 0 1,0-1 0,0 1-1,0 0 1,0 0-1,1-1 1,-1 1 0,0 0-1,0 0 1,0 0-1,0 0 1,0 0 0,0 0-1,1 1 1,-1-1-1,0 0 1,0 0 0,0 1-1,0-1 1,1 0-1,-1 1 1,-1 0 0,-2 0 19,0 1 1,0 0-1,0 0 1,1 0 0,-1 0-1,1 1 1,0-1 0,0 1-1,-1 0 1,-4 6-1,6-6 2,0 1 0,0-1 0,0 1-1,0 0 1,0-1 0,1 1 0,0 0-1,0 0 1,0 0 0,0 0 0,1 0-1,-1 0 1,1 1 0,0-1-1,0 0 1,1 0 0,-1 0 0,2 5-1,-1-6-19,1 0 0,-1-1 0,1 1 0,-1-1-1,1 1 1,0-1 0,0 0 0,0 1 0,0-1-1,1 0 1,-1 0 0,1-1 0,-1 1-1,1 0 1,-1-1 0,1 0 0,0 1 0,0-1-1,0 0 1,0 0 0,-1-1 0,1 1 0,0-1-1,7 1 1,2 0-56,0 0 1,0-1-1,0-1 0,0 0 0,0 0 0,0-1 0,0-1 0,0 0 1,-1 0-1,22-10 0,-24 8-721,-1 0 1,1 0-1,-1-1 1,0 0-1,0-1 1,0 1-1,-1-2 1,9-10-1,7-15-5232</inkml:trace>
</inkml:ink>
</file>

<file path=ppt/ink/ink1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21.589"/>
    </inkml:context>
    <inkml:brush xml:id="br0">
      <inkml:brushProperty name="width" value="0.025" units="cm"/>
      <inkml:brushProperty name="height" value="0.025" units="cm"/>
    </inkml:brush>
  </inkml:definitions>
  <inkml:trace contextRef="#ctx0" brushRef="#br0">1 0 9321,'0'0'7847,"12"64"-7558,0-41-129,4 0-128,-3 3 0,0-5-32,-2-2-32,-1-4-1314,-2-3-511,-1-8-738,-3-4-1152,-2-7 512</inkml:trace>
</inkml:ink>
</file>

<file path=ppt/ink/ink1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21.747"/>
    </inkml:context>
    <inkml:brush xml:id="br0">
      <inkml:brushProperty name="width" value="0.025" units="cm"/>
      <inkml:brushProperty name="height" value="0.025" units="cm"/>
    </inkml:brush>
  </inkml:definitions>
  <inkml:trace contextRef="#ctx0" brushRef="#br0">12 72 3523,'0'0'2627,"-6"-49"640,3 33-577,0 10 1474,9 18-4068,6 6 97,2 4 95,2 2-96,-1 0-64,2-1-96,-3-4 0,-2 0 0,-1-5-160,-4-3-1505,-6-5-1186</inkml:trace>
</inkml:ink>
</file>

<file path=ppt/ink/ink1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21.965"/>
    </inkml:context>
    <inkml:brush xml:id="br0">
      <inkml:brushProperty name="width" value="0.025" units="cm"/>
      <inkml:brushProperty name="height" value="0.025" units="cm"/>
    </inkml:brush>
  </inkml:definitions>
  <inkml:trace contextRef="#ctx0" brushRef="#br0">6 270 14286,'0'0'288,"-6"-44"2050,11 21-1281,17 0-673,12-2-127,10-3-33,9-1 0,9 2-128,3 0-64,-4 7-32,-4 4 0,-8 8-64,-11 8-1537,-15 0-866,-18 13-1152,-5 9-3300</inkml:trace>
</inkml:ink>
</file>

<file path=ppt/ink/ink1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22.137"/>
    </inkml:context>
    <inkml:brush xml:id="br0">
      <inkml:brushProperty name="width" value="0.025" units="cm"/>
      <inkml:brushProperty name="height" value="0.025" units="cm"/>
    </inkml:brush>
  </inkml:definitions>
  <inkml:trace contextRef="#ctx0" brushRef="#br0">0 294 14157,'0'0'1730,"55"-8"-641,-12-12-32,11-7-64,7-7-481,3-2-191,2 0-97,-4 1-192,-5 3-32,-9-1-833,-15 0-4196</inkml:trace>
</inkml:ink>
</file>

<file path=ppt/ink/ink1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22.852"/>
    </inkml:context>
    <inkml:brush xml:id="br0">
      <inkml:brushProperty name="width" value="0.025" units="cm"/>
      <inkml:brushProperty name="height" value="0.025" units="cm"/>
    </inkml:brush>
  </inkml:definitions>
  <inkml:trace contextRef="#ctx0" brushRef="#br0">1 0 8808,'0'0'3935,"7"9"-3385,22 19-148,1-2 0,1-1 1,1-1-1,65 36 0,-42-27-1183,58 47-1,-103-67-3510</inkml:trace>
</inkml:ink>
</file>

<file path=ppt/ink/ink1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23.117"/>
    </inkml:context>
    <inkml:brush xml:id="br0">
      <inkml:brushProperty name="width" value="0.025" units="cm"/>
      <inkml:brushProperty name="height" value="0.025" units="cm"/>
    </inkml:brush>
  </inkml:definitions>
  <inkml:trace contextRef="#ctx0" brushRef="#br0">191 0 9385,'0'0'6022,"-39"47"-5062,24-6 258,2 9-610,-2 5-320,1 3-191,-1-2-97,0-1 32,1-1-64,0-8-385,-4-10-3234,0-15-6151</inkml:trace>
</inkml:ink>
</file>

<file path=ppt/ink/ink1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29.075"/>
    </inkml:context>
    <inkml:brush xml:id="br0">
      <inkml:brushProperty name="width" value="0.025" units="cm"/>
      <inkml:brushProperty name="height" value="0.025" units="cm"/>
    </inkml:brush>
  </inkml:definitions>
  <inkml:trace contextRef="#ctx0" brushRef="#br0">3 56 256,'0'0'1644,"-1"-28"10240,0 11-10037,3 6-990,4 12-360,12 24-223,15 41-66,-13-11 319,-2 1 0,14 77-1,-32-133-638,0 1 0,0-1 0,0 0 0,0 0 1,0 1-1,0-1 0,0 0 0,-1 0 0,1 1 0,0-1 0,0 0 0,0 0 0,0 0 0,0 1 0,-1-1 0,1 0 0,0 0 0,0 0 0,0 0 0,-1 1 0,1-1 0,0 0 0,0 0 0,-1 0 0,1 0 0,0 0 0,0 0 0,-1 0 0,1 0 0,0 0 0,0 0 0,-1 0 0,1 0 1,0 0-1,0 0 0,-1 0 0,1 0 0,0 0 0,0 0 0,-1 0 0,1 0 0,-1 0-1159,-4 0-4468</inkml:trace>
</inkml:ink>
</file>

<file path=ppt/ink/ink1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0.218"/>
    </inkml:context>
    <inkml:brush xml:id="br0">
      <inkml:brushProperty name="width" value="0.025" units="cm"/>
      <inkml:brushProperty name="height" value="0.025" units="cm"/>
    </inkml:brush>
  </inkml:definitions>
  <inkml:trace contextRef="#ctx0" brushRef="#br0">41 109 3075,'-11'-40'4214,"10"32"-3187,-1 1 0,0 0-1,0-1 1,-1 1 0,1 0-1,-2 0 1,-6-10 0,7 51 99,5-16-972,1 0 0,1 0 0,0-1 0,2 1-1,0-1 1,13 26 0,-8-18-307,-1-1 1,8 30-1,-17-39-1971,-4-7-3743,-9-8 774</inkml:trace>
</inkml:ink>
</file>

<file path=ppt/ink/ink1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0.496"/>
    </inkml:context>
    <inkml:brush xml:id="br0">
      <inkml:brushProperty name="width" value="0.025" units="cm"/>
      <inkml:brushProperty name="height" value="0.025" units="cm"/>
    </inkml:brush>
  </inkml:definitions>
  <inkml:trace contextRef="#ctx0" brushRef="#br0">1 203 10218,'0'0'4388,"18"-54"-3619,7 36-257,8-4 129,10 0-129,5-2-256,2 1-128,-3 3-95,-3 7-1,-8 7-32,-8 6-513,-8 0-1345,-12 12-800,-8 5-2083</inkml:trace>
</inkml:ink>
</file>

<file path=ppt/ink/ink1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0.668"/>
    </inkml:context>
    <inkml:brush xml:id="br0">
      <inkml:brushProperty name="width" value="0.025" units="cm"/>
      <inkml:brushProperty name="height" value="0.025" units="cm"/>
    </inkml:brush>
  </inkml:definitions>
  <inkml:trace contextRef="#ctx0" brushRef="#br0">0 156 9993,'0'0'3428,"62"14"-2051,-25-19-608,5-9-65,4-4-319,-2-3-289,0-1-64,-5 1-32,-4 1-993,-7-3-1121,-8-3-3203</inkml:trace>
</inkml:ink>
</file>

<file path=ppt/ink/ink1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0.901"/>
    </inkml:context>
    <inkml:brush xml:id="br0">
      <inkml:brushProperty name="width" value="0.025" units="cm"/>
      <inkml:brushProperty name="height" value="0.025" units="cm"/>
    </inkml:brush>
  </inkml:definitions>
  <inkml:trace contextRef="#ctx0" brushRef="#br0">1 1 13164,'0'0'3364,"35"43"-2884,-22-13 161,0 4-65,-1-1-191,1 1-289,-4 0-64,0-2 0,-2-3-32,-1-6-1474,-2-12-2273</inkml:trace>
</inkml:ink>
</file>

<file path=ppt/ink/ink1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1.429"/>
    </inkml:context>
    <inkml:brush xml:id="br0">
      <inkml:brushProperty name="width" value="0.025" units="cm"/>
      <inkml:brushProperty name="height" value="0.025" units="cm"/>
    </inkml:brush>
  </inkml:definitions>
  <inkml:trace contextRef="#ctx0" brushRef="#br0">0 129 9641,'0'0'5381,"62"-27"-5125,-21 20 129,4-1-161,3-1-160,0-2-32,-3 1 0,-6 1-32,-8-3-224,-6 4-993,-7 1-641,-14-3-2178,-4 0-1889</inkml:trace>
</inkml:ink>
</file>

<file path=ppt/ink/ink1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1.616"/>
    </inkml:context>
    <inkml:brush xml:id="br0">
      <inkml:brushProperty name="width" value="0.025" units="cm"/>
      <inkml:brushProperty name="height" value="0.025" units="cm"/>
    </inkml:brush>
  </inkml:definitions>
  <inkml:trace contextRef="#ctx0" brushRef="#br0">1 0 10954,'0'0'4356,"26"56"-3971,-7-24-193,-1 3-160,0 3 0,-3-4-32,0-1-32,-1-3-961,-2-9-1537,0-8-2467</inkml:trace>
</inkml:ink>
</file>

<file path=ppt/ink/ink1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1.898"/>
    </inkml:context>
    <inkml:brush xml:id="br0">
      <inkml:brushProperty name="width" value="0.025" units="cm"/>
      <inkml:brushProperty name="height" value="0.025" units="cm"/>
    </inkml:brush>
  </inkml:definitions>
  <inkml:trace contextRef="#ctx0" brushRef="#br0">0 1 14286,'0'0'1921,"62"0"-1793,-33 22 65,3 3 31,2 2 0,1 2-128,-1 2-64,-5-3 0,-1-1 0,-4-2-224,-4-7-1570,-2-7-416,-7-7-2338,-5-4-2467</inkml:trace>
</inkml:ink>
</file>

<file path=ppt/ink/ink1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2.118"/>
    </inkml:context>
    <inkml:brush xml:id="br0">
      <inkml:brushProperty name="width" value="0.025" units="cm"/>
      <inkml:brushProperty name="height" value="0.025" units="cm"/>
    </inkml:brush>
  </inkml:definitions>
  <inkml:trace contextRef="#ctx0" brushRef="#br0">96 0 12812,'0'0'2851,"-45"35"-2755,38-3 64,-1 3 128,2 4-192,0 3-32,1-1-31,1 5-33,-1-3 0,-2-4 0,7-3-289,-2-6-1344,1-10-1570,1-9-2242</inkml:trace>
</inkml:ink>
</file>

<file path=ppt/ink/ink1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2.350"/>
    </inkml:context>
    <inkml:brush xml:id="br0">
      <inkml:brushProperty name="width" value="0.025" units="cm"/>
      <inkml:brushProperty name="height" value="0.025" units="cm"/>
    </inkml:brush>
  </inkml:definitions>
  <inkml:trace contextRef="#ctx0" brushRef="#br0">1 0 14221,'0'0'1634,"27"53"-1089,-18-26-129,-3 5 64,3-1-191,-2 1-193,-1-4-96,1 0 32,-2-4 32,3-7-128,-1-8-1378,2-5-1056,-1-4-1314,-1-9-864</inkml:trace>
</inkml:ink>
</file>

<file path=ppt/ink/ink1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2.549"/>
    </inkml:context>
    <inkml:brush xml:id="br0">
      <inkml:brushProperty name="width" value="0.025" units="cm"/>
      <inkml:brushProperty name="height" value="0.025" units="cm"/>
    </inkml:brush>
  </inkml:definitions>
  <inkml:trace contextRef="#ctx0" brushRef="#br0">2 0 12011,'0'0'1858,"-1"43"-1153,7-19-65,1 2-159,4-1-257,0 1-96,-1-2-64,0-1-64,-3-3 96,0 0-256,-5-6-1089,-2-5-1634,0-5-2466</inkml:trace>
</inkml:ink>
</file>

<file path=ppt/ink/ink1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2.769"/>
    </inkml:context>
    <inkml:brush xml:id="br0">
      <inkml:brushProperty name="width" value="0.025" units="cm"/>
      <inkml:brushProperty name="height" value="0.025" units="cm"/>
    </inkml:brush>
  </inkml:definitions>
  <inkml:trace contextRef="#ctx0" brushRef="#br0">1 147 12364,'0'0'480,"6"-46"1474,14 25-961,8 2-288,8 1-385,6 3-192,5 2-64,1 4-32,-3 3-32,-5 6 0,-7 0-448,-10 6-1346,-13 7-1633,-10 7-2883</inkml:trace>
</inkml:ink>
</file>

<file path=ppt/ink/ink1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2.938"/>
    </inkml:context>
    <inkml:brush xml:id="br0">
      <inkml:brushProperty name="width" value="0.025" units="cm"/>
      <inkml:brushProperty name="height" value="0.025" units="cm"/>
    </inkml:brush>
  </inkml:definitions>
  <inkml:trace contextRef="#ctx0" brushRef="#br0">0 164 13196,'0'0'1602,"62"8"-1410,-17-20 96,4-3-127,4-5-65,2-3-64,-3-1 0,-5 1-513,-4-4-2241,-8-1-5126</inkml:trace>
</inkml:ink>
</file>

<file path=ppt/ink/ink1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3.279"/>
    </inkml:context>
    <inkml:brush xml:id="br0">
      <inkml:brushProperty name="width" value="0.025" units="cm"/>
      <inkml:brushProperty name="height" value="0.025" units="cm"/>
    </inkml:brush>
  </inkml:definitions>
  <inkml:trace contextRef="#ctx0" brushRef="#br0">1 100 15054,'2'-9'80,"-2"7"-105,3-9 168,0 1 0,1-1 0,0 1 0,5-10 1,-8 18-126,-1 1 0,1-1 0,-1 1 0,1-1 1,0 1-1,0 0 0,0-1 0,-1 1 1,1 0-1,1 0 0,-1 0 0,0 0 0,0 0 1,0 0-1,0 0 0,1 0 0,-1 0 0,1 0 1,-1 1-1,0-1 0,1 0 0,-1 1 0,1 0 1,-1-1-1,1 1 0,0 0 0,-1-1 1,1 1-1,-1 0 0,1 0 0,-1 1 0,1-1 1,0 0-1,-1 0 0,1 1 0,-1-1 0,1 1 1,-1-1-1,0 1 0,1 0 0,-1-1 1,3 3-1,-1 0-10,0 0 1,-1 0 0,1 0 0,-1 0-1,0 1 1,0-1 0,0 1 0,0-1-1,-1 1 1,1 0 0,-1 0 0,0 0-1,0 0 1,-1 0 0,1 5-1,3 68 25,-4-65-29,-1 7-124,-1 0 0,-1 0 0,0 0 1,-2 0-1,0-1 0,-1 1 0,0-1 0,-12 20 1,49-52 204,5-7-32,39-24-1655,-3-6-3543,-32 16-493</inkml:trace>
</inkml:ink>
</file>

<file path=ppt/ink/ink1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3.518"/>
    </inkml:context>
    <inkml:brush xml:id="br0">
      <inkml:brushProperty name="width" value="0.025" units="cm"/>
      <inkml:brushProperty name="height" value="0.025" units="cm"/>
    </inkml:brush>
  </inkml:definitions>
  <inkml:trace contextRef="#ctx0" brushRef="#br0">0 143 14478,'0'0'3523,"52"-25"-3203,-23 17-160,8-1-63,3-2-1,0 0 0,-3 1-96,-4-3 32,-3 3-64,-10-1-1442,-8-5-1472,-9-2-3589</inkml:trace>
</inkml:ink>
</file>

<file path=ppt/ink/ink1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3.676"/>
    </inkml:context>
    <inkml:brush xml:id="br0">
      <inkml:brushProperty name="width" value="0.025" units="cm"/>
      <inkml:brushProperty name="height" value="0.025" units="cm"/>
    </inkml:brush>
  </inkml:definitions>
  <inkml:trace contextRef="#ctx0" brushRef="#br0">29 0 12940,'0'0'3524,"-28"51"-3172,31-26 32,9 3-127,4 2-129,2 1-64,0 0-32,2 2-32,-5-4-289,1-4-2273,-3-10-2627</inkml:trace>
</inkml:ink>
</file>

<file path=ppt/ink/ink1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3.879"/>
    </inkml:context>
    <inkml:brush xml:id="br0">
      <inkml:brushProperty name="width" value="0.025" units="cm"/>
      <inkml:brushProperty name="height" value="0.025" units="cm"/>
    </inkml:brush>
  </inkml:definitions>
  <inkml:trace contextRef="#ctx0" brushRef="#br0">0 1 14157,'0'0'641,"35"19"-4517,-24-23-4163</inkml:trace>
</inkml:ink>
</file>

<file path=ppt/ink/ink1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4.019"/>
    </inkml:context>
    <inkml:brush xml:id="br0">
      <inkml:brushProperty name="width" value="0.025" units="cm"/>
      <inkml:brushProperty name="height" value="0.025" units="cm"/>
    </inkml:brush>
  </inkml:definitions>
  <inkml:trace contextRef="#ctx0" brushRef="#br0">1 1 15919,'0'0'352,"58"2"-8840</inkml:trace>
</inkml:ink>
</file>

<file path=ppt/ink/ink1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4.145"/>
    </inkml:context>
    <inkml:brush xml:id="br0">
      <inkml:brushProperty name="width" value="0.025" units="cm"/>
      <inkml:brushProperty name="height" value="0.025" units="cm"/>
    </inkml:brush>
  </inkml:definitions>
  <inkml:trace contextRef="#ctx0" brushRef="#br0">1 10 15054,'0'0'32,"53"-5"-2850,-42 1-3524</inkml:trace>
</inkml:ink>
</file>

<file path=ppt/ink/ink1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4.518"/>
    </inkml:context>
    <inkml:brush xml:id="br0">
      <inkml:brushProperty name="width" value="0.025" units="cm"/>
      <inkml:brushProperty name="height" value="0.025" units="cm"/>
    </inkml:brush>
  </inkml:definitions>
  <inkml:trace contextRef="#ctx0" brushRef="#br0">1 156 5285,'0'0'9641,"62"-43"-7399,-36 31-768,5 1-642,6 3-447,5 0-257,2 1-32,1 1-64,0-1-32,-1 0 0,-4 2 0,-7-1 0,-7 1-224,-9 0-1121,-9-1-1314,-8-2-672,-4-4-3780</inkml:trace>
</inkml:ink>
</file>

<file path=ppt/ink/ink1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4.705"/>
    </inkml:context>
    <inkml:brush xml:id="br0">
      <inkml:brushProperty name="width" value="0.025" units="cm"/>
      <inkml:brushProperty name="height" value="0.025" units="cm"/>
    </inkml:brush>
  </inkml:definitions>
  <inkml:trace contextRef="#ctx0" brushRef="#br0">1 0 12075,'0'0'6310,"59"69"-5989,-41-41-225,-4 4-32,-4 4-32,-5 0-32,-5 0-1313,0-5-2627,0-4-5477</inkml:trace>
</inkml:ink>
</file>

<file path=ppt/ink/ink1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5.131"/>
    </inkml:context>
    <inkml:brush xml:id="br0">
      <inkml:brushProperty name="width" value="0.025" units="cm"/>
      <inkml:brushProperty name="height" value="0.025" units="cm"/>
    </inkml:brush>
  </inkml:definitions>
  <inkml:trace contextRef="#ctx0" brushRef="#br0">0 44 9641,'0'0'1175,"5"-7"170,-4 5-1257,0-1 0,1 1 1,-1 0-1,0 0 0,1 0 1,-1 0-1,1 0 0,0 0 0,0 0 1,-1 1-1,1-1 0,0 0 1,0 1-1,1 0 0,-1 0 0,0-1 1,0 1-1,1 0 0,-1 1 1,0-1-1,1 0 0,-1 1 0,1-1 1,-1 1-1,1 0 0,-1 0 1,1 0-1,-1 0 0,1 0 0,-1 1 1,1-1-1,-1 1 0,1-1 1,-1 1-1,0 0 0,1 0 1,-1 0-1,3 2 0,44 27 550,-2 3 0,79 70-1,-77-60-523,95 63 0,-141-103-537,28 14-94,-14-15-6732</inkml:trace>
</inkml:ink>
</file>

<file path=ppt/ink/ink1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5.401"/>
    </inkml:context>
    <inkml:brush xml:id="br0">
      <inkml:brushProperty name="width" value="0.025" units="cm"/>
      <inkml:brushProperty name="height" value="0.025" units="cm"/>
    </inkml:brush>
  </inkml:definitions>
  <inkml:trace contextRef="#ctx0" brushRef="#br0">339 0 8168,'0'0'6630,"-49"12"-6246,27 25 737,-4 8-320,-2 10-352,-3 5-321,-2 6-64,3 2-32,-2-4-32,2-2-32,6-11-865,5-13-2530,5-15-6695</inkml:trace>
</inkml:ink>
</file>

<file path=ppt/ink/ink1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5.793"/>
    </inkml:context>
    <inkml:brush xml:id="br0">
      <inkml:brushProperty name="width" value="0.025" units="cm"/>
      <inkml:brushProperty name="height" value="0.025" units="cm"/>
    </inkml:brush>
  </inkml:definitions>
  <inkml:trace contextRef="#ctx0" brushRef="#br0">1 0 9289,'0'0'8178,"4"9"-7713,10 31-353,-3 0-1,12 68 1,-21-94-255,3 0-1940,4-12-3970,-5-6 1350</inkml:trace>
</inkml:ink>
</file>

<file path=ppt/ink/ink1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5.978"/>
    </inkml:context>
    <inkml:brush xml:id="br0">
      <inkml:brushProperty name="width" value="0.025" units="cm"/>
      <inkml:brushProperty name="height" value="0.025" units="cm"/>
    </inkml:brush>
  </inkml:definitions>
  <inkml:trace contextRef="#ctx0" brushRef="#br0">2 1 9257,'0'0'6150,"-2"43"-5125,7-20-353,1 1-352,1-3-191,0 1-97,-1 1 0,-1-3-32,-2 2 0,-3-5-1250,0-4-2049,-1-7-4484</inkml:trace>
</inkml:ink>
</file>

<file path=ppt/ink/ink1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6.216"/>
    </inkml:context>
    <inkml:brush xml:id="br0">
      <inkml:brushProperty name="width" value="0.025" units="cm"/>
      <inkml:brushProperty name="height" value="0.025" units="cm"/>
    </inkml:brush>
  </inkml:definitions>
  <inkml:trace contextRef="#ctx0" brushRef="#br0">0 92 13036,'0'0'1474,"10"-49"-1,7 38-640,6 3-481,6 2-128,6-1 1,5 0-97,0 5-96,1 0 0,-4 2-32,-6 0-64,-9 4-2082,-14 7-1281,-8-1-2851</inkml:trace>
</inkml:ink>
</file>

<file path=ppt/ink/ink1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6.369"/>
    </inkml:context>
    <inkml:brush xml:id="br0">
      <inkml:brushProperty name="width" value="0.025" units="cm"/>
      <inkml:brushProperty name="height" value="0.025" units="cm"/>
    </inkml:brush>
  </inkml:definitions>
  <inkml:trace contextRef="#ctx0" brushRef="#br0">0 47 1698,'0'0'8968,"2"49"-7078,25-45-193,8-4-415,9 0-225,4-4-545,4-7-384,5-3-96,-5-3-288,-3-5-1442,-3-10-2594</inkml:trace>
</inkml:ink>
</file>

<file path=ppt/ink/ink1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6.601"/>
    </inkml:context>
    <inkml:brush xml:id="br0">
      <inkml:brushProperty name="width" value="0.025" units="cm"/>
      <inkml:brushProperty name="height" value="0.025" units="cm"/>
    </inkml:brush>
  </inkml:definitions>
  <inkml:trace contextRef="#ctx0" brushRef="#br0">1 0 17457,'0'0'1697,"2"53"-1601,5-22 0,-2 0-64,1 2 32,1 0-32,-3-2-32,-2-1 0,0-5-160,-2-5-1762,0-8-1088,1-9-2500</inkml:trace>
</inkml:ink>
</file>

<file path=ppt/ink/ink1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16.871"/>
    </inkml:context>
    <inkml:brush xml:id="br0">
      <inkml:brushProperty name="width" value="0.025" units="cm"/>
      <inkml:brushProperty name="height" value="0.025" units="cm"/>
    </inkml:brush>
  </inkml:definitions>
  <inkml:trace contextRef="#ctx0" brushRef="#br0">60 114 12107,'-2'-4'-69,"2"2"185,-1-1 1,0 1 0,1-1 0,-1 1-1,0 0 1,-1 0 0,1-1-1,0 1 1,-1 0 0,1 0-1,-1 0 1,1 0 0,-5-3 0,3 50 464,15 109 633,1-1-1040,-13-152-115,-5-17 358,-10-56-281,-10-129 0,10 62 3371,44 193-2954,-14-28-503,-4-6-22,-2-2-9,1 0-1,18 23 1,-26-37-18,0-1 0,1 0-1,0 0 1,0 0 0,0 0-1,0 0 1,0 0 0,0-1-1,1 0 1,0 0-1,-1 0 1,1 0 0,0 0-1,0-1 1,0 0 0,0 1-1,0-2 1,4 2-1,-5-3 1,0 1-1,0-1 0,0 0 0,0 0 0,-1 0 0,1 0 0,0-1 0,-1 1 0,1-1 0,-1 1 0,0-1 0,1 0 0,-1 0 0,0 0 1,0 0-1,0 0 0,-1-1 0,1 1 0,0 0 0,-1-1 0,2-3 0,30-65-16,-27 56-2,25-63 147,-25 78-5,1 11-71,2 14-12,6 22-389,25 72 486,-32-101-2340,0-2 0,15 24-1,-7-19-4395</inkml:trace>
</inkml:ink>
</file>

<file path=ppt/ink/ink1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17.262"/>
    </inkml:context>
    <inkml:brush xml:id="br0">
      <inkml:brushProperty name="width" value="0.025" units="cm"/>
      <inkml:brushProperty name="height" value="0.025" units="cm"/>
    </inkml:brush>
  </inkml:definitions>
  <inkml:trace contextRef="#ctx0" brushRef="#br0">17 288 15407,'0'0'245,"3"-10"134,3-5-353,1 1 0,1 0 0,0 0 1,0 1-1,2 0 0,0 0 0,0 1 0,17-15 0,-20 20-20,38-41 4,-43 45-6,-1 1-1,1-1 1,0 0-1,-1 1 1,1-1 0,-1 0-1,0 0 1,0 0-1,0 0 1,0 0-1,-1-1 1,1 1-1,-1 0 1,0 0 0,0 0-1,0-1 1,-1-4-1,0 6 28,0 0 0,-1 1 1,1-1-1,0 0 0,-1 0 0,0 1 0,1-1 1,-1 1-1,0-1 0,0 1 0,0 0 0,0-1 0,0 1 1,0 0-1,0 1 0,0-1 0,0 0 0,-1 0 0,1 1 1,0 0-1,0-1 0,-1 1 0,1 0 0,-3 0 1,-3-1 180,0 1 1,0 0-1,0 0 1,0 1 0,-15 3-1,19-3-161,0 1 0,0-1 0,0 1 0,1 0 0,-1 0 0,1 1 0,-1-1 0,1 1 0,0 0 0,0-1 0,0 2 0,0-1 0,1 0 0,-1 0 0,1 1 0,0-1 0,0 1 0,0 0 0,0 0 0,1-1 1,-1 1-1,1 0 0,0 0 0,0 1 0,1-1 0,-1 0 0,1 0 0,0 5 0,0-4-50,0 0 1,1-1 0,-1 1 0,1 0-1,0 0 1,1 0 0,-1-1 0,1 1-1,0-1 1,0 1 0,0-1 0,1 0-1,-1 0 1,1 0 0,0 0 0,0 0-1,1 0 1,-1-1 0,1 0 0,-1 0 0,1 0-1,0 0 1,8 4 0,0-3-179,-1 0 0,1 0 0,0-1-1,0-1 1,0 0 0,0-1 0,0 0 0,0-1 0,0 0 0,22-4 0,17-9-3805,-7-10-3520,-20 4 1780</inkml:trace>
</inkml:ink>
</file>

<file path=ppt/ink/ink1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17.667"/>
    </inkml:context>
    <inkml:brush xml:id="br0">
      <inkml:brushProperty name="width" value="0.025" units="cm"/>
      <inkml:brushProperty name="height" value="0.025" units="cm"/>
    </inkml:brush>
  </inkml:definitions>
  <inkml:trace contextRef="#ctx0" brushRef="#br0">168 11 11243,'0'0'998,"-8"-3"390,0 1-1085,0 0 1,0 1 0,1 0-1,-1 0 1,0 1-1,-10 0 1,14 0-143,0 1-1,0 0 1,1 0 0,-1 0-1,0 0 1,1 0 0,-1 1-1,1-1 1,0 1 0,0 0 0,-1 0-1,1 0 1,0 1 0,1-1-1,-1 1 1,0 0 0,1-1-1,-4 6 1,2-2-119,0 0 0,1 1 0,0 0-1,0 0 1,0 0 0,1 0 0,0 0 0,0 1-1,1-1 1,0 0 0,0 1 0,0-1 0,1 1 0,1-1-1,-1 1 1,1-1 0,3 13 0,-3-19-58,-1 1 0,1-1 0,-1 1 0,1-1 1,0 1-1,0-1 0,-1 0 0,1 0 0,0 1 0,0-1 0,0 0 1,0 0-1,1 0 0,-1 0 0,0 0 0,0 0 0,1 0 1,-1-1-1,0 1 0,1 0 0,-1-1 0,1 1 0,-1-1 0,1 1 1,-1-1-1,1 0 0,-1 0 0,1 1 0,-1-1 0,1 0 1,-1-1-1,1 1 0,0 0 0,-1 0 0,1-1 0,-1 1 0,1 0 1,-1-1-1,0 0 0,1 1 0,-1-1 0,2-1 0,1 0-176,0-1 1,0 1-1,-1-1 0,1 0 0,-1 0 0,0-1 0,1 1 0,-1-1 0,-1 1 0,1-1 0,0 0 0,2-8 1,9-45-359,-13 31 3870,2 28-3281,0-1 0,0 1 0,0 0 0,-1 0 0,1 0 1,-1 0-1,1 0 0,4 6 0,4 3-12,45 27-929,-16-19-5627,-26-17 1346</inkml:trace>
</inkml:ink>
</file>

<file path=ppt/ink/ink1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18.041"/>
    </inkml:context>
    <inkml:brush xml:id="br0">
      <inkml:brushProperty name="width" value="0.025" units="cm"/>
      <inkml:brushProperty name="height" value="0.025" units="cm"/>
    </inkml:brush>
  </inkml:definitions>
  <inkml:trace contextRef="#ctx0" brushRef="#br0">21 160 9833,'0'0'3903,"-3"-9"-2633,-2 0-866,3 5-133,0 0 0,1 0 0,-1 0 0,1 0 0,0-1 0,0 1 0,0 0 0,0-1 0,1 1 0,0-5 0,3 8-205,1 1 0,-1-1 1,1 1-1,-1 0 0,1 1 0,-1-1 1,1 0-1,-1 1 0,1 0 1,-1 0-1,4 1 0,-2 1-61,0 1-1,0-1 1,0 1-1,0 0 1,-1 0 0,0 1-1,0-1 1,0 1-1,0 0 1,-1 0-1,0 0 1,0 1 0,3 7-1,-9-24 19,-1 0-1,2 1 1,0-2 0,0 1-1,1 0 1,0 0 0,1-14-1,0 23-22,0-1-1,0 0 0,1 1 0,-1-1 0,1 0 1,0 1-1,0-1 0,0 1 0,0-1 1,0 1-1,0-1 0,1 1 0,-1 0 0,1-1 1,-1 1-1,1 0 0,0 0 0,0 0 1,0 1-1,0-1 0,0 0 0,1 1 1,-1-1-1,0 1 0,1 0 0,-1 0 0,1 0 1,-1 0-1,1 0 0,0 0 0,-1 1 1,1-1-1,5 1 0,6 0-160,1 0 1,0 2-1,-1 0 0,1 0 1,-1 1-1,0 1 0,0 0 1,0 1-1,25 13 0,6 1-4969,-14-8-5488</inkml:trace>
</inkml:ink>
</file>

<file path=ppt/ink/ink1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19.288"/>
    </inkml:context>
    <inkml:brush xml:id="br0">
      <inkml:brushProperty name="width" value="0.025" units="cm"/>
      <inkml:brushProperty name="height" value="0.025" units="cm"/>
    </inkml:brush>
  </inkml:definitions>
  <inkml:trace contextRef="#ctx0" brushRef="#br0">1 1514 5669,'0'0'3139,"8"-3"-2952,218-60 2989,-84 27-2022,652-166 1057,-19 5-1070,73-20-43,119-34-440,-961 249-645,1498-393 1170,-804 280-1135,-695 114 301,-5 1-449,0 0 0,1 0-1,-1 0 1,0 0 0,1 0 0,-1 0 0,0 0 0,1 0-1,-1 0 1,0 0 0,1 0 0,-1 0 0,0 0 0,1 0 0,-1 0-1,0 0 1,0-1 0,1 1 0,-1 0 0,0 0 0,1 0-1,-1-1 1,0 1 0,0 0 0,1 0 0,-1-1 0,0 1-1,0 0 1,0 0 0,1-1 0,-1 1 0,0 0 0,0-1-1,0 1 1,0 0 0,0-1 0,0 1 0,0 0 0,0-1-1,0 1 1,0 0 0,0-1 0,0 1 0,0 0 0,0-1-1,0 1 1,0 0 0,0-1 0,0 1 0,0 0 0,0-1-1,0 1 1,-1 0 0,1-1 0,0 1 0,0 0 0,0 0-1,0-1 1,-1 1 0,1 0 0,-1-1 0,-7-17-7214</inkml:trace>
</inkml:ink>
</file>

<file path=ppt/ink/ink1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19.802"/>
    </inkml:context>
    <inkml:brush xml:id="br0">
      <inkml:brushProperty name="width" value="0.025" units="cm"/>
      <inkml:brushProperty name="height" value="0.025" units="cm"/>
    </inkml:brush>
  </inkml:definitions>
  <inkml:trace contextRef="#ctx0" brushRef="#br0">20 78 4676,'1'-7'1735,"0"-31"-238,0 7 2323,-1 29-2586,0 22-145,-11 218-226,-1-137-7930,12-96 85</inkml:trace>
</inkml:ink>
</file>

<file path=ppt/ink/ink1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20.191"/>
    </inkml:context>
    <inkml:brush xml:id="br0">
      <inkml:brushProperty name="width" value="0.025" units="cm"/>
      <inkml:brushProperty name="height" value="0.025" units="cm"/>
    </inkml:brush>
  </inkml:definitions>
  <inkml:trace contextRef="#ctx0" brushRef="#br0">150 27 12556,'0'0'347,"-10"-5"208,-30-14-288,38 18-229,0 0 1,0 1-1,0 0 1,0-1-1,0 1 1,1 0-1,-1 0 0,0 0 1,0 0-1,0 1 1,0-1-1,0 0 1,0 1-1,0 0 0,0-1 1,0 1-1,0 0 1,1 0-1,-1 0 1,0 0-1,1 0 0,-1 0 1,1 0-1,-1 1 1,1-1-1,-1 1 1,1-1-1,0 1 0,0-1 1,0 1-1,-2 2 1,-1 3 175,0 0 0,1 0 0,0 0 0,0 0 0,0 0 0,-1 9 0,2-8-171,1-1 0,0 1 0,0 0 0,0 0 1,1 0-1,1 0 0,-1 0 0,1 0 0,0-1 0,1 1 1,0 0-1,0-1 0,4 9 0,-4-12-37,1 0-1,-1 0 1,1 0 0,0 0 0,0-1-1,1 0 1,-1 1 0,1-1 0,-1-1-1,1 1 1,0 0 0,0-1 0,0 0-1,0 0 1,1 0 0,-1 0 0,1-1-1,-1 0 1,1 0 0,-1 0 0,1 0-1,0-1 1,6 1 0,-5-1 0,0 0 0,1 0 0,-1 0-1,1-1 1,-1 0 0,0 0 0,0-1 0,0 0 0,0 0 0,0 0 0,0-1-1,0 1 1,0-1 0,-1-1 0,0 1 0,0-1 0,0 0 0,0 0 0,0-1-1,-1 1 1,0-1 0,0 0 0,0 0 0,0-1 0,-1 1 0,0-1 0,0 1-1,0-1 1,-1 0 0,0 0 0,0 0 0,-1 0 0,0-1 0,0 1-1,0 0 1,-1-1 0,1 1 0,-2-1 0,0-10 0,0 14-6,0-1 0,0 0 0,0 1 0,0-1 0,0 1-1,-1 0 1,0-1 0,0 1 0,0 0 0,0 0 0,0 0 0,0 0 0,-1 0 0,1 1 0,-1-1 0,-6-3 0,4 2 31,-1 1 0,0 0-1,0 0 1,0 1 0,-1 0 0,1 0 0,0 0 0,-14-1 0,7 2-297,-1 0 0,1 1 1,-1 1-1,1 0 0,-1 0 1,1 2-1,0 0 0,-23 7 1,1 6-4929</inkml:trace>
</inkml:ink>
</file>

<file path=ppt/ink/ink1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21.392"/>
    </inkml:context>
    <inkml:brush xml:id="br0">
      <inkml:brushProperty name="width" value="0.025" units="cm"/>
      <inkml:brushProperty name="height" value="0.025" units="cm"/>
    </inkml:brush>
  </inkml:definitions>
  <inkml:trace contextRef="#ctx0" brushRef="#br0">32 185 5509,'0'0'427,"0"-9"443,1-33 164,1-28 4120,-16 80-3996,11-4-1114,0 1 0,0 0 0,1 0 0,-1 0 0,1 0 0,1 0 0,-1 0 0,2 1 0,-1-1 0,1 0 0,0 1 0,0-1 0,0 0 0,1 1 0,1-1 0,-1 0 0,1 0 0,3 7 1,-3-9-4,1 0 0,0 0 1,0 0-1,0 0 1,0-1-1,1 0 1,0 0-1,0 0 1,0 0-1,0 0 1,0-1-1,1 0 1,0 0-1,-1 0 1,1 0-1,0-1 1,1 0-1,-1 0 1,0 0-1,1-1 1,-1 1-1,0-1 1,1-1-1,7 1 1,0-1 51,0-1 0,0 0 0,0 0 0,0-2 0,0 1 1,0-2-1,-1 0 0,0 0 0,0-1 0,0-1 0,0 0 0,20-14 1,-26 16-80,1-1 1,-1 0 0,0 0 0,0 0 0,-1-1 0,1 0 0,-1 0 0,-1 0 0,1-1 0,-1 1-1,0-1 1,0 0 0,-1-1 0,0 1 0,0 0 0,-1-1 0,0 0 0,0 0 0,-1 1 0,0-1-1,-1 0 1,1-11 0,-2 15-12,0 1-1,0 0 0,0-1 1,-1 1-1,1 0 0,-1 0 0,0 0 1,0 0-1,0 0 0,0 0 1,0 0-1,-1 1 0,1-1 1,-1 1-1,1 0 0,-1 0 0,0 0 1,0 0-1,0 0 0,0 0 1,0 1-1,-1 0 0,1-1 1,0 1-1,-1 0 0,1 1 0,-7-1 1,-8-3-35,-1 2 0,1 0-1,-35 2 1,38 1-285,1 1-1,0 0 0,-1 1 1,1 1-1,0 0 0,1 1 1,-1 0-1,1 1 1,-15 10-1,-9 4-4572</inkml:trace>
</inkml:ink>
</file>

<file path=ppt/ink/ink1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22.190"/>
    </inkml:context>
    <inkml:brush xml:id="br0">
      <inkml:brushProperty name="width" value="0.025" units="cm"/>
      <inkml:brushProperty name="height" value="0.025" units="cm"/>
    </inkml:brush>
  </inkml:definitions>
  <inkml:trace contextRef="#ctx0" brushRef="#br0">98 1679 4773,'-9'-3'197,"-2"1"-44,-37-8 803,19-4 2633,47 10-2650,542-79 926,-6-40 11,-437 95-1757,711-189 1459,930-377-1,-1437 468-1413,294-109 551,11 41-441,-577 181-267,1 2-1,0 2 1,59-2 0,-109 11-35,1-1 0,0 1 1,0 0-1,0 0 0,0-1 0,-1 1 1,1 0-1,0 0 0,0 0 0,0 0 1,0 0-1,-1 1 0,1-1 1,0 0-1,0 0 0,0 0 0,-1 1 1,1-1-1,0 0 0,0 1 0,-1-1 1,1 1-1,0-1 0,-1 0 0,1 1 1,0 0-1,-1-1 0,1 1 1,-1-1-1,1 1 0,-1 0 0,1-1 1,-1 1-1,1 0 0,-1 0 0,0-1 1,1 1-1,-1 0 0,0 0 0,0 1 1,0 0-129,-1 0 0,0 0 1,1-1-1,-1 1 0,0 0 0,0-1 1,0 1-1,-1-1 0,1 0 1,0 1-1,0-1 0,-1 0 1,1 1-1,-1-1 0,1 0 0,-1 0 1,-1 1-1,-31 11-4462,-6-5-2903</inkml:trace>
</inkml:ink>
</file>

<file path=ppt/ink/ink1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22.639"/>
    </inkml:context>
    <inkml:brush xml:id="br0">
      <inkml:brushProperty name="width" value="0.025" units="cm"/>
      <inkml:brushProperty name="height" value="0.025" units="cm"/>
    </inkml:brush>
  </inkml:definitions>
  <inkml:trace contextRef="#ctx0" brushRef="#br0">7 0 14606,'0'0'929,"-6"50"-833,5-2 128,1 6-96,0 5 32,0 3-64,1 1-64,-1-1-32,0-5-32,0-7-96,0-14-1954,0-14-2274,6-18-705</inkml:trace>
</inkml:ink>
</file>

<file path=ppt/ink/ink1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23.011"/>
    </inkml:context>
    <inkml:brush xml:id="br0">
      <inkml:brushProperty name="width" value="0.025" units="cm"/>
      <inkml:brushProperty name="height" value="0.025" units="cm"/>
    </inkml:brush>
  </inkml:definitions>
  <inkml:trace contextRef="#ctx0" brushRef="#br0">202 28 11883,'0'0'2557,"-9"4"-2103,4-1-362,1-1 0,-1 0-1,1 1 1,0 0 0,0 0-1,0 0 1,0 1 0,1-1 0,-1 1-1,1 0 1,0 0 0,0 0-1,0 0 1,1 1 0,-1-1 0,1 1-1,0 0 1,0-1 0,1 1 0,0 0-1,-2 5 1,1 2-47,0-1 0,0 0 0,1 1 0,1-1 0,0 1 0,0-1 0,1 1 0,3 11 0,-4-19-42,1-1-1,0 1 0,1-1 1,-1 1-1,1-1 0,-1 0 1,1 0-1,0 0 0,0 0 1,0 0-1,1 0 0,-1-1 1,0 1-1,1-1 0,0 1 1,0-1-1,0 0 0,0 0 1,0 0-1,0-1 0,0 1 1,1-1-1,-1 1 0,1-1 0,-1 0 1,1-1-1,-1 1 0,1-1 1,4 1-1,-1-1-1,0 0-1,0 0 1,0-1-1,0 0 1,0 0-1,-1-1 1,1 0-1,0 0 1,-1 0-1,1-1 1,-1 0-1,0 0 1,0-1-1,0 0 1,0 0-1,-1 0 1,1 0-1,-1-1 1,0 0 0,-1 0-1,1-1 1,-1 1-1,0-1 1,0 0-1,-1 0 1,0 0-1,0-1 1,0 1-1,-1-1 1,0 1-1,0-1 1,-1 0-1,0 0 1,0 0-1,0 0 1,-1 0-1,0 0 1,0 0-1,-1 0 1,-2-10-1,1 11-6,0 1-1,0 0 1,0 0-1,-1 0 0,0 0 1,0 0-1,0 0 1,-1 1-1,1-1 0,-1 1 1,0 0-1,-1 0 1,1 1-1,-1-1 0,1 1 1,-1 0-1,0 0 1,0 0-1,0 1 0,-1 0 1,1 0-1,0 0 1,-1 1-1,-7-2 0,-14-1-34,-1 0 0,-1 1 0,-44 3 0,50 0 2,6-1-17,12 1 11,-1-1 0,1 1 0,0 0 0,0 0 0,-1 1-1,1-1 1,0 1 0,0 1 0,-10 2 0,15-3-76,0-1-1,0 0 1,1 1 0,-1-1-1,0 0 1,0 1 0,0-1-1,1 0 1,-1 1 0,0-1-1,0 0 1,1 0 0,-1 1-1,0-1 1,1 0 0,-1 0-1,0 0 1,1 1 0,-1-1-1,0 0 1,1 0-1,-1 0 1,0 0 0,1 0-1,-1 0 1,1 0 0,-1 0-1,0 0 1,1 0 0,-1 0-1,0 0 1,1 0 0,-1 0-1,1 0 1,-1 0 0,0 0-1,1-1 1,20 4-1765,17-4-1125,9-4-2060</inkml:trace>
</inkml:ink>
</file>

<file path=ppt/ink/ink1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23.293"/>
    </inkml:context>
    <inkml:brush xml:id="br0">
      <inkml:brushProperty name="width" value="0.025" units="cm"/>
      <inkml:brushProperty name="height" value="0.025" units="cm"/>
    </inkml:brush>
  </inkml:definitions>
  <inkml:trace contextRef="#ctx0" brushRef="#br0">209 47 13645,'0'0'747,"-3"9"-63,-1 4-127,-3 4 62,1 0 1,1 1-1,0 0 1,2 0 0,-3 26-1,6-41-598,0 1 1,0 0-1,0-1 0,0 1 0,1 0 1,0-1-1,-1 1 0,1-1 0,0 1 1,1-1-1,-1 1 0,1-1 0,-1 0 1,1 0-1,0 0 0,0 0 0,0 0 1,1 0-1,-1 0 0,1-1 0,-1 1 1,1-1-1,0 0 0,0 0 0,0 0 1,0 0-1,1 0 0,-1-1 0,0 1 1,1-1-1,-1 0 0,1 0 0,-1 0 1,1-1-1,7 1 0,-2 0-15,0-1 1,0 0-1,0-1 1,0 0-1,0 0 0,0-1 1,-1 0-1,1-1 0,0 0 1,-1 0-1,0-1 1,0 0-1,0 0 0,0-1 1,0 0-1,-1-1 0,7-6 1,-6 6-13,-1-1 1,-1 0-1,1 0 1,-1 0-1,0-1 1,-1 0-1,0 0 1,0-1-1,-1 1 1,0-1-1,0 0 1,-1 0-1,0 0 1,-1-1-1,3-18 1,-5 25-1,0 0 1,0 0 0,0 0-1,-1 0 1,1 0-1,0 0 1,-1 0 0,0 0-1,0 1 1,0-1-1,0 0 1,0 0-1,-1 1 1,1-1 0,-1 1-1,0-1 1,0 1-1,1-1 1,-2 1 0,1 0-1,-3-3 1,-1 2-2,1 0-1,-1 0 1,1 0 0,-1 1 0,0-1 0,0 1-1,0 1 1,0-1 0,0 1 0,-7 0 0,-4-1-22,-1 2 0,0 0 0,0 1 0,1 1 0,-1 1 0,-30 8 0,26-3-355,-1 1 0,2 2 0,-27 16 0,-23 19-3706,19-10-2434</inkml:trace>
</inkml:ink>
</file>

<file path=ppt/ink/ink1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24.634"/>
    </inkml:context>
    <inkml:brush xml:id="br0">
      <inkml:brushProperty name="width" value="0.025" units="cm"/>
      <inkml:brushProperty name="height" value="0.025" units="cm"/>
    </inkml:brush>
  </inkml:definitions>
  <inkml:trace contextRef="#ctx0" brushRef="#br0">21 199 13357,'0'0'-395,"0"10"437,1 6 70,1 0 1,0 0-1,2 0 0,0-1 0,0 1 0,2-1 0,0 0 0,8 16 0,-12-28-76,11 23 77,-2 0-1,-1 0 0,-1 1 1,9 46-1,-26-131 483,-3 1 0,-2 0-1,-3 1 1,-34-82 0,21 95 189,29 44-783,0 0 0,0 0 0,0 0-1,1 0 1,-1-1 0,0 1-1,0 0 1,1 0 0,-1 0 0,0 0-1,1 0 1,-1 0 0,1 0 0,-1 0-1,1-1 1,0 1 0,-1 0 0,1 0-1,0-1 1,-1 1 0,1 0-1,2 0 1,20 17 17,-21-16-10,1 1-7,0-1 0,0 0-1,1 0 1,-1 0 0,0 0 0,1 0-1,0 0 1,-1-1 0,1 0 0,0 0-1,0 0 1,0 0 0,0 0 0,0-1-1,0 0 1,-1 0 0,1 0 0,5-1-1,-6 0 5,0 0 0,-1-1 0,1 1 0,-1-1-1,0 1 1,1-1 0,-1 0 0,0 0-1,0 0 1,0 0 0,0-1 0,0 1-1,-1 0 1,1-1 0,-1 0 0,1 1-1,-1-1 1,0 0 0,0 1 0,0-1-1,-1 0 1,1 0 0,-1 0 0,1-4 0,2-17 21,-1 0 0,-2-34 1,-1 25 160,3 38-160,0 0-1,0 0 0,0 0 0,1 0 0,-1-1 0,1 1 0,1-1 0,3 5 0,3 6-10,25 42-547,51 76 921,-54-93-3528,3-4-3400,-20-25 367</inkml:trace>
</inkml:ink>
</file>

<file path=ppt/ink/ink1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24.995"/>
    </inkml:context>
    <inkml:brush xml:id="br0">
      <inkml:brushProperty name="width" value="0.025" units="cm"/>
      <inkml:brushProperty name="height" value="0.025" units="cm"/>
    </inkml:brush>
  </inkml:definitions>
  <inkml:trace contextRef="#ctx0" brushRef="#br0">71 252 13164,'0'0'267,"3"-11"502,4-8-535,0 0 0,2 0 0,0 0-1,21-28 1,-23 36-216,-1 4-4,-1 0-1,0-1 1,-1 1 0,1-1 0,-1 0 0,-1 0 0,0 0 0,0-1 0,0 1 0,1-13 0,-4 21-12,-1-1 0,1 1 0,-1-1-1,1 1 1,-1-1 0,1 1 0,-1-1 0,1 1 0,-1-1-1,1 1 1,-1 0 0,0-1 0,1 1 0,-1 0 0,0 0-1,1-1 1,-1 1 0,0 0 0,1 0 0,-1 0 0,0 0-1,0 0 1,1 0 0,-1 0 0,0 0 0,1 0 0,-1 0-1,0 0 1,1 0 0,-1 1 0,0-1 0,1 0 0,-1 1-1,0-1 1,-28 9 30,17-1 5,0-1-1,1 2 1,1-1 0,-1 1-1,1 1 1,-15 19-1,20-23-4,0 1 0,0 0 0,1-1 0,-1 2 1,2-1-1,-1 0 0,1 1 0,0 0 0,1 0 0,0 0 0,0 0 0,-1 14 0,3-21-27,0 0-1,0 0 1,0 1 0,1-1 0,-1 0 0,0 0 0,1 0 0,-1 0-1,1 1 1,-1-1 0,1 0 0,-1 0 0,1 0 0,0 0 0,0 0-1,-1 0 1,1 0 0,0-1 0,0 1 0,0 0 0,0 0-1,0 0 1,0-1 0,0 1 0,0-1 0,0 1 0,2 0 0,2 0 0,0 1 1,0-1 0,0 0 0,0-1 0,0 1 0,0-1 0,6 0 0,6-2-5,-1 0 0,1 0 0,24-8 0,-2-4-639,40-19-1,-48 17-2668,47-32 0,-43 24 243</inkml:trace>
</inkml:ink>
</file>

<file path=ppt/ink/ink1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25.369"/>
    </inkml:context>
    <inkml:brush xml:id="br0">
      <inkml:brushProperty name="width" value="0.025" units="cm"/>
      <inkml:brushProperty name="height" value="0.025" units="cm"/>
    </inkml:brush>
  </inkml:definitions>
  <inkml:trace contextRef="#ctx0" brushRef="#br0">208 58 4837,'0'0'2952,"-7"-3"-1746,0 0-897,0 1-1,0 0 0,0 0 1,0 0-1,-1 1 0,1 0 1,0 1-1,-1 0 0,1 0 1,-1 0-1,1 1 0,0 0 1,0 0-1,-1 1 0,1 0 1,0 0-1,0 1 1,1 0-1,-1 0 0,-6 5 1,9-6-275,1 1 1,-1-1-1,1 1 1,0 0-1,0 0 1,0 1 0,1-1-1,-1 0 1,1 1-1,0 0 1,0-1-1,0 1 1,0 0 0,1 0-1,0 0 1,-1 0-1,2 1 1,-1-1-1,0 7 1,1-9-22,0 1-1,0 0 1,0-1 0,1 1-1,-1-1 1,1 1 0,0-1 0,-1 1-1,1-1 1,1 0 0,-1 1-1,0-1 1,0 0 0,1 0-1,-1 0 1,1 0 0,0 0 0,0 0-1,-1 0 1,1 0 0,1-1-1,-1 1 1,0-1 0,0 0-1,0 1 1,1-1 0,-1 0 0,0 0-1,1-1 1,-1 1 0,1 0-1,3 0 1,0 0-36,0 0 1,0 0-1,0 0 1,0-1-1,0 0 0,0 0 1,0-1-1,0 1 0,0-1 1,0 0-1,-1-1 1,1 0-1,0 1 0,-1-2 1,1 1-1,-1-1 0,1 0 1,-1 0-1,0 0 1,-1-1-1,1 0 0,0 0 1,-1 0-1,0 0 0,0-1 1,0 1-1,-1-1 1,1 0-1,-1 0 0,0-1 1,-1 1-1,1-1 0,-1 1 1,0-1-1,-1 0 1,1 0-1,-1 0 0,0 1 1,-1-1-1,1 0 0,-2-11 1,1 14 105,-1-1 1,0 1-1,-1 0 1,1 0-1,-1 0 1,1 0-1,-1 0 0,0 0 1,0 0-1,0 1 1,0-1-1,-1 1 1,1-1-1,-1 1 1,1 0-1,-1 0 1,0 0-1,0 0 0,0 1 1,0-1-1,0 1 1,0 0-1,0 0 1,0 0-1,-1 0 1,1 0-1,0 1 1,-1-1-1,-4 1 0,19 19 99,-2-13-222,0 0 0,0 0-1,0-1 1,1 0 0,0 0 0,0-1 0,0-1 0,13 4-1,-11-4-1754,1-1 0,0 0-1,20 0 1,-12-2-3309</inkml:trace>
</inkml:ink>
</file>

<file path=ppt/ink/ink1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25.680"/>
    </inkml:context>
    <inkml:brush xml:id="br0">
      <inkml:brushProperty name="width" value="0.025" units="cm"/>
      <inkml:brushProperty name="height" value="0.025" units="cm"/>
    </inkml:brush>
  </inkml:definitions>
  <inkml:trace contextRef="#ctx0" brushRef="#br0">11 125 11147,'0'0'4329,"-1"0"-4325,1 0-1,0 0 1,-1 0 0,1 0 0,0 0-1,-1 0 1,1 0 0,0 0-1,-1 0 1,1 0 0,0 0 0,-1 0-1,1 0 1,0 0 0,-1 1 0,1-1-1,0 0 1,-1 0 0,1 0-1,0 0 1,0 1 0,-1-1 0,1 0-1,0 0 1,0 1 0,-1-1-1,1 0 1,0 0 0,0 1 0,0-1-1,-1 0 1,1 1 0,0 0-4,0-1 0,0 1 0,1 0 0,-1-1 0,0 1 0,1-1 1,-1 1-1,0-1 0,1 1 0,-1-1 0,0 1 0,1-1 0,-1 0 0,1 1 1,-1-1-1,1 1 0,-1-1 0,1 0 0,-1 1 0,1-1 0,-1 0 0,1 0 0,-1 0 1,1 1-1,0-1 0,-1 0 0,1 0 0,-1 0 0,1 0 0,1 0 0,6-16 6,-3 3-5,-2 6 54,1 0 0,-1 0 0,1 1-1,1-1 1,-1 1 0,1-1-1,0 2 1,1-1 0,-1 0 0,1 1-1,0 0 1,1 1 0,-1-1-1,1 1 1,9-4 0,-6 4 25,1 1-1,0 0 1,0 0-1,0 2 1,1-1-1,-1 1 1,0 1 0,0 0-1,1 1 1,12 2-1,34 8-1685,-37-11-3098</inkml:trace>
</inkml:ink>
</file>

<file path=ppt/ink/ink1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7.958"/>
    </inkml:context>
    <inkml:brush xml:id="br0">
      <inkml:brushProperty name="width" value="0.025" units="cm"/>
      <inkml:brushProperty name="height" value="0.025" units="cm"/>
    </inkml:brush>
  </inkml:definitions>
  <inkml:trace contextRef="#ctx0" brushRef="#br0">0 0 14798,'0'0'897</inkml:trace>
</inkml:ink>
</file>

<file path=ppt/ink/ink1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8.145"/>
    </inkml:context>
    <inkml:brush xml:id="br0">
      <inkml:brushProperty name="width" value="0.025" units="cm"/>
      <inkml:brushProperty name="height" value="0.025" units="cm"/>
    </inkml:brush>
  </inkml:definitions>
  <inkml:trace contextRef="#ctx0" brushRef="#br0">0 1 16271,'0'0'577</inkml:trace>
</inkml:ink>
</file>

<file path=ppt/ink/ink1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8.253"/>
    </inkml:context>
    <inkml:brush xml:id="br0">
      <inkml:brushProperty name="width" value="0.025" units="cm"/>
      <inkml:brushProperty name="height" value="0.025" units="cm"/>
    </inkml:brush>
  </inkml:definitions>
  <inkml:trace contextRef="#ctx0" brushRef="#br0">1 1 16912,'0'0'-1057</inkml:trace>
</inkml:ink>
</file>

<file path=ppt/ink/ink1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9.049"/>
    </inkml:context>
    <inkml:brush xml:id="br0">
      <inkml:brushProperty name="width" value="0.025" units="cm"/>
      <inkml:brushProperty name="height" value="0.025" units="cm"/>
    </inkml:brush>
  </inkml:definitions>
  <inkml:trace contextRef="#ctx0" brushRef="#br0">246 1 11179,'-7'0'485,"-2"2"-330,0 0 0,0 0 0,0 1 0,0 1 0,1-1-1,0 1 1,-1 1 0,2 0 0,-1 0 0,0 0 0,1 1-1,0 0 1,0 0 0,1 1 0,-8 10 0,-2 2-14,1 1 1,0 0-1,2 1 0,1 0 1,-10 24-1,20-42-138,0 0-1,1 0 1,0 0 0,-1 0-1,1 0 1,1 1-1,-1-1 1,0 0 0,1 1-1,0-1 1,-1 1-1,1-1 1,1 0 0,-1 1-1,0-1 1,1 1-1,0-1 1,0 0 0,0 0-1,0 1 1,0-1 0,2 3-1,1-2-1,0 0 0,-1-1 0,2 1 0,-1-1 0,0 0 0,0 0 1,1-1-1,0 1 0,-1-1 0,1 0 0,0-1 0,0 1 0,8 1 0,44 11 51,-9-2-20,0 1 1,47 21 0,-83-29-26,0 1 0,0 0 0,-1 0 0,0 1-1,-1 1 1,1-1 0,-1 2 0,-1-1 0,0 2 0,0-1 0,-1 1 0,14 21 0,-20-28-3,0 0-1,0 0 0,-1 1 1,1-1-1,-1 1 1,0-1-1,0 1 0,0-1 1,0 1-1,-1 0 1,1-1-1,-1 1 1,0 0-1,0 0 0,0-1 1,-1 1-1,1 0 1,-1-1-1,0 1 0,0-1 1,-2 5-1,0-4 18,0 1 0,0-1 0,0 0 0,-1 0 0,0 0 0,1 0 0,-2-1 0,1 1 0,0-1 0,-1 0 0,1 0 0,-1-1 0,-5 3 0,-8 2 36,0 0-1,0-2 1,0 0 0,-1-1-1,0-1 1,0 0 0,-22-1-1,39-2-101,0 0 0,0 0 0,0 0 0,0 0 0,-1-1 0,1 1 0,0-1 0,0 1 0,1-1 0,-1 0 0,0 1 0,0-1 0,0 0 0,0 0 1,1-1-1,-1 1 0,0 0 0,1 0 0,-1-1 0,1 1 0,0-1 0,-1 1 0,1-1 0,0 0 0,0 1 0,-1-3 0,1 1-331,0 0 1,0 0 0,1 0-1,-1 0 1,1 0 0,0 0 0,0 0-1,0 0 1,0-1 0,1 1-1,-1 0 1,1 0 0,0 1-1,-1-1 1,2 0 0,-1 0-1,3-5 1,18-25-3138</inkml:trace>
</inkml:ink>
</file>

<file path=ppt/ink/ink1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39.501"/>
    </inkml:context>
    <inkml:brush xml:id="br0">
      <inkml:brushProperty name="width" value="0.025" units="cm"/>
      <inkml:brushProperty name="height" value="0.025" units="cm"/>
    </inkml:brush>
  </inkml:definitions>
  <inkml:trace contextRef="#ctx0" brushRef="#br0">204 32 7719,'0'0'5627,"-9"-5"-4490,6 3-1040,0 0 0,0 0 0,0 0 0,-1 0 0,1 0 0,-1 1 0,1 0-1,-1 0 1,1 0 0,-1 0 0,0 0 0,1 1 0,-1 0 0,0-1 0,1 1 0,-1 1 0,0-1 0,0 1 0,1-1 0,-1 1-1,1 0 1,-1 0 0,1 0 0,-1 1 0,1 0 0,-1-1 0,1 1 0,0 0 0,0 0 0,0 1 0,-2 2 0,-4 2 24,1 1 1,0 0-1,0 1 1,1 0 0,0 0-1,-10 19 1,14-23-95,1-1 0,-1 1-1,1 0 1,0 0 0,1 0 0,-1 1 0,1-1 0,0 0 0,0 1 0,1-1-1,-1 1 1,1-1 0,0 0 0,1 1 0,0-1 0,2 9 0,-3-12-23,1 0 0,0-1 0,0 1 0,0-1 0,0 1 0,1-1 0,-1 1 0,0-1 0,1 0 0,-1 0 0,1 0 0,-1 0 0,1 0 0,-1 0 0,1 0 0,0 0 0,-1-1 0,1 1 0,0 0 1,0-1-1,0 0 0,-1 1 0,1-1 0,0 0 0,0 0 0,0 0 0,0 0 0,-1 0 0,1-1 0,3 0 0,0 1 0,-1-1 0,1 0-1,0-1 1,-1 1 0,0-1 0,1 0-1,-1 0 1,0 0 0,0 0 0,0-1 0,4-3-1,-4 1 77,1-1 0,-1 0 0,1 0 0,-2 0 0,1 0 0,-1-1 0,0 1 0,0-1-1,-1 0 1,0 0 0,0 0 0,0 0 0,-1 0 0,0 0 0,-1-1 0,1 1 0,-2 0-1,1 0 1,-1-1 0,0 1 0,0 0 0,-1 0 0,0 0 0,0 0 0,0 0 0,-1 1-1,0-1 1,-8-11 0,16 23-11,1-1 0,0 1 0,0-1 0,0-1 0,0 1 0,1-1 0,11 4 0,1 2-7,-19-9-62,16 9-1318,0-1-1,1 0 0,-1-2 1,2 1-1,-1-2 1,0 0-1,37 4 1,-49-9-3946</inkml:trace>
</inkml:ink>
</file>

<file path=ppt/ink/ink1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40.060"/>
    </inkml:context>
    <inkml:brush xml:id="br0">
      <inkml:brushProperty name="width" value="0.025" units="cm"/>
      <inkml:brushProperty name="height" value="0.025" units="cm"/>
    </inkml:brush>
  </inkml:definitions>
  <inkml:trace contextRef="#ctx0" brushRef="#br0">1 233 8456,'0'0'4756,"0"-8"-3026,0 7-1713,0 0 58,0-1 0,-1 0 0,1 1 0,0-1 0,0 0 0,0 0 0,0 1 0,1-1 0,-1 0 0,0 1 0,1-1 0,-1 1 0,1-1 0,-1 0-1,1 1 1,0-1 0,0 1 0,0-1 0,0 1 0,0 0 0,0-1 0,0 1 0,0 0 0,0 0 0,1 0 0,-1 0 0,0 0 0,1 0 0,-1 0 0,1 0 0,-1 0 0,1 1 0,-1-1 0,1 1 0,0-1-1,-1 1 1,1 0 0,0-1 0,-1 1 0,1 0 0,0 0 0,-1 0 0,1 0 0,2 1 0,2-1 41,1 0 0,0 0 0,0 1 0,0 0 0,0 0 0,-1 0 0,1 1 0,10 4 0,-14-4-109,-1-1 0,0 1 0,0-1 0,0 1 0,0 0 0,0 0-1,0 0 1,0 0 0,0 0 0,-1 0 0,1 1 0,-1-1 0,0 0 0,0 1 0,0-1 0,0 1 0,0 0 0,0-1 0,-1 1 0,1-1-1,-1 1 1,0 0 0,0 0 0,0 4 0,0-7-5,0 1 1,0-1-1,0 0 0,0 1 0,0-1 1,0 0-1,-1 0 0,1 1 0,0-1 0,0 0 1,0 0-1,0 0 0,0 1 0,-1-1 1,1 0-1,0 0 0,0 0 0,0 1 0,-1-1 1,1 0-1,0 0 0,0 0 0,-1 0 1,1 0-1,0 1 0,0-1 0,-1 0 1,1 0-1,0 0 0,0 0 0,-1 0 0,1 0 1,0 0-1,-1 0 0,1 0 0,0 0 1,0 0-1,-1 0 0,1 0 0,0 0 0,0 0 1,-1-1-1,1 1 0,0 0 0,0 0 1,-1 0-1,1 0 0,0 0 0,0-1 0,-1 1 1,1 0-1,0 0 0,0 0 0,0-1 1,0 1-1,-1 0 0,1 0 0,0-1 1,-14-12 41,9 3-40,0 0-1,1-1 0,1 1 0,-1-1 0,2 0 1,0 0-1,0 0 0,1 0 0,0-13 0,1 22 6,0 1 0,1 0-1,0-1 1,-1 1 0,1 0-1,0-1 1,-1 1 0,1 0-1,0 0 1,0 0 0,0-1-1,0 1 1,0 0 0,0 0-1,1 1 1,-1-1 0,0 0-1,0 0 1,1 0-1,-1 1 1,0-1 0,1 1-1,-1-1 1,1 1 0,-1 0-1,1-1 1,-1 1 0,1 0-1,1 0 1,51-3 209,-50 3-210,5-1 2,1 2 0,-1-1 0,1 1 0,-1 1-1,1 0 1,-1 0 0,0 1 0,0 0 0,0 0 0,0 1 0,0 0-1,11 8 1,-20-9-5,-10-2 6,-14-7 5,20 4-14,1-1-1,0 1 1,0-1 0,0 0-1,0 0 1,1 0 0,-1 0-1,1-1 1,-4-5-1,6 8 0,0 0-1,-1 0 0,1 0 1,0 0-1,0 0 0,0 1 1,0-1-1,0 0 0,0 0 1,0 0-1,0 0 0,0 0 1,0 0-1,0 0 0,0 0 1,1 0-1,-1 1 0,0-1 1,1 0-1,-1 0 0,0 0 1,1 0-1,-1 1 0,1-1 1,0 0-1,-1 1 0,1-1 1,-1 0-1,1 1 1,0-1-1,0 1 0,-1-1 1,1 1-1,0-1 0,0 1 1,0-1-1,0 1 0,-1 0 1,1 0-1,0-1 0,0 1 1,0 0-1,0 0 0,0 0 1,0 0-1,1 0 0,27-4-887,36-7-3558,-62 10 4208,-1 1-1,1-1 1,-1 0-1,0 0 0,1 0 1,-1 0-1,0 0 1,1 0-1,-1-1 0,0 1 1,0-1-1,0 1 0,0-1 1,-1 0-1,1 0 1,0 0-1,-1 0 0,1 0 1,1-2-1,0-9-4924</inkml:trace>
</inkml:ink>
</file>

<file path=ppt/ink/ink1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40.470"/>
    </inkml:context>
    <inkml:brush xml:id="br0">
      <inkml:brushProperty name="width" value="0.025" units="cm"/>
      <inkml:brushProperty name="height" value="0.025" units="cm"/>
    </inkml:brush>
  </inkml:definitions>
  <inkml:trace contextRef="#ctx0" brushRef="#br0">1 81 2050,'0'0'13047,"11"6"-12156,13 9-440,-1 1 0,0 1 0,-1 1 0,-1 1 0,-1 1 0,20 25 1,-13-12-361,-2 1 1,-1 0-1,35 69 1,-58-100-75,13 32-26,-15-22 110,-14-20 254,4-2-310,0-2 0,0 0 0,2 0 0,-1-1-1,1 0 1,-13-24 0,-38-87-67,59 121 24,-12-24-20,2 0 1,1-1-1,1 0 1,1-1-1,2 1 1,-4-36-1,10 62 18,-1 0 0,1 0 0,0 0 0,0-1 0,0 1 0,0 0 0,0 0 0,1-1 0,-1 1 0,0 0 0,0 0 0,1 0 0,-1 0 0,1-1 0,-1 1 0,1 0 0,-1 0 0,1 0 0,0 0 0,0 0 0,-1 0 0,1 0 0,0 0 0,0 1 0,0-1 0,0 0 0,0 0 0,0 1 0,2-2 0,0 2 0,0-1 0,-1 1 0,1 0 0,0 0 0,0 0 0,0 0 0,0 0 0,0 0 0,0 1 0,-1 0 0,1-1 0,4 3 0,3 1 0,0 0 0,0 1 0,0 0 0,0 1 0,-1 0 0,10 9 0,-17-14-29,0 1 0,0 0 0,0-1 0,0 1 0,0 0 0,-1 0 0,1 0 0,-1 0 0,1 0 0,-1 1 0,0-1 0,0 0 0,0 1 0,0-1 0,0 0 0,-1 1 0,1-1 0,-1 1 0,0-1-1,1 1 1,-1 0 0,-1 4 0,0-4-64,0 0-1,-1-1 1,1 1-1,-1 0 1,1-1-1,-1 1 1,0-1-1,0 0 0,0 0 1,0 0-1,-1 0 1,1 0-1,-1 0 1,1 0-1,-1-1 0,-3 2 1,-9 4-486,0 0-1,-1-2 1,0 0 0,0 0 0,-30 3 0,-26-6-6340,40-8 1666</inkml:trace>
</inkml:ink>
</file>

<file path=ppt/ink/ink1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40.688"/>
    </inkml:context>
    <inkml:brush xml:id="br0">
      <inkml:brushProperty name="width" value="0.025" units="cm"/>
      <inkml:brushProperty name="height" value="0.025" units="cm"/>
    </inkml:brush>
  </inkml:definitions>
  <inkml:trace contextRef="#ctx0" brushRef="#br0">0 0 11243,'0'0'3203,"57"21"-1698,-37 5-224,4 2-192,-1 6-320,1-1-417,1 0-223,-1 0-97,-2-2 0,-4-4 0,-2-2-257,-5-7-1600,-2-7-1186</inkml:trace>
</inkml:ink>
</file>

<file path=ppt/ink/ink1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41.016"/>
    </inkml:context>
    <inkml:brush xml:id="br0">
      <inkml:brushProperty name="width" value="0.025" units="cm"/>
      <inkml:brushProperty name="height" value="0.025" units="cm"/>
    </inkml:brush>
  </inkml:definitions>
  <inkml:trace contextRef="#ctx0" brushRef="#br0">37 213 11723,'0'0'1132,"6"-8"-630,35-35 459,-18 20 245,-1 0 1,33-48-1,-54 70-1202,0 0 1,-1 0-1,1 0 0,0-1 1,0 1-1,-1 0 0,1-1 1,-1 1-1,1-1 0,-1 1 1,0-1-1,0 1 0,1 0 1,-1-1-1,0 1 0,0-1 1,0 1-1,-1-1 0,1 1 1,0-1-1,-1-2 0,0 3-2,0 0-1,0 0 1,0 0 0,0 0-1,0 0 1,0 1-1,0-1 1,0 0 0,0 1-1,0-1 1,-1 1 0,1-1-1,0 1 1,0-1-1,0 1 1,-1 0 0,1 0-1,0-1 1,-3 1-1,-1 0 20,-1 0-1,1 1 1,-1-1-1,1 1 1,-1 0-1,1 0 1,0 1-1,-1 0 0,1 0 1,-7 3-1,4 1 135,0 1 0,0 0 0,1 0-1,0 0 1,0 1 0,1 0 0,0 0 0,0 1-1,1 0 1,0 0 0,1 0 0,0 1 0,0-1-1,-4 17 1,7-21-128,-1 0-1,1 0 0,0 0 1,1 0-1,-1 1 0,1-1 1,0 0-1,0 0 0,1 0 1,0 0-1,-1 1 0,2-1 1,-1 0-1,1 0 1,-1-1-1,1 1 0,1 0 1,-1 0-1,1-1 0,-1 0 1,1 1-1,1-1 0,-1 0 1,0 0-1,1-1 0,0 1 1,0-1-1,0 0 1,0 0-1,7 3 0,-6-3-17,2-1-1,-1 0 0,0 0 1,0 0-1,1-1 0,-1 0 1,1 0-1,-1-1 0,1 0 1,-1 0-1,1 0 0,-1-1 1,1 0-1,-1 0 0,0-1 1,8-3-1,-4 2-307,-1-1 0,0 0 0,0-1 0,9-6 1,25-27-4809,-19 7-1214</inkml:trace>
</inkml:ink>
</file>

<file path=ppt/ink/ink1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41.263"/>
    </inkml:context>
    <inkml:brush xml:id="br0">
      <inkml:brushProperty name="width" value="0.025" units="cm"/>
      <inkml:brushProperty name="height" value="0.025" units="cm"/>
    </inkml:brush>
  </inkml:definitions>
  <inkml:trace contextRef="#ctx0" brushRef="#br0">0 0 16047,'0'0'5894,"64"74"-5318,-39-39-351,-4 3-193,2-1-32,-5 1 32,-3 0 0,-3-3-96,-4-6-897,1-6-1314,-6-12-1953</inkml:trace>
</inkml:ink>
</file>

<file path=ppt/ink/ink1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42.643"/>
    </inkml:context>
    <inkml:brush xml:id="br0">
      <inkml:brushProperty name="width" value="0.025" units="cm"/>
      <inkml:brushProperty name="height" value="0.025" units="cm"/>
    </inkml:brush>
  </inkml:definitions>
  <inkml:trace contextRef="#ctx0" brushRef="#br0">160 7 5285,'-5'-1'348,"-1"-1"1,0 1-1,0 0 0,0 0 1,0 0-1,0 1 0,0 0 1,0 0-1,0 1 0,0 0 1,1 0-1,-1 0 0,0 0 1,0 1-1,1 0 0,-1 0 1,1 1-1,-1 0 0,1 0 1,0 0-1,0 0 0,1 1 1,-7 6-1,6-6-359,-9 18-63,52-26 805,-3 1 261,-1 1-1,1 2 1,50 6 0,-31 2-752,0 2 0,0 2 0,64 25 0,-110-34-242,34 14 53,-40-16-58,-1-1 0,0 1 0,1 0-1,-1 0 1,0-1 0,0 1 0,0 0-1,0 0 1,0 0 0,0 0 0,0 0 0,0 1-1,0-1 1,0 0 0,-1 0 0,1 1-1,0-1 1,-1 0 0,1 1 0,-1-1 0,0 0-1,1 1 1,-1-1 0,0 1 0,0 1-1,-1-1-408,0 0 0,0-1 0,-1 1 0,1-1 0,-1 1-1,1-1 1,-1 0 0,0 0 0,0 1 0,1-1 0,-1 0 0,0-1-1,0 1 1,0 0 0,0 0 0,0-1 0,0 1 0,0-1 0,0 0-1,0 0 1,-3 0 0,-15 1-6049</inkml:trace>
</inkml:ink>
</file>

<file path=ppt/ink/ink1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42.953"/>
    </inkml:context>
    <inkml:brush xml:id="br0">
      <inkml:brushProperty name="width" value="0.025" units="cm"/>
      <inkml:brushProperty name="height" value="0.025" units="cm"/>
    </inkml:brush>
  </inkml:definitions>
  <inkml:trace contextRef="#ctx0" brushRef="#br0">2 0 8264,'0'0'8397,"-1"8"-7500,2 8-536,0-1 0,1 1 0,1-1 0,1 0 0,0 1 0,1-2 0,0 1 0,11 18 0,12 39 79,-11-19-405,-2 1 1,12 79 0,-27-132-101,0-1 1,0 1 0,0-1-1,0 1 1,1-1 0,-1 1-1,0-1 1,0 1 0,-1-1 0,1 1-1,0-1 1,0 1 0,0-1-1,0 0 1,0 1 0,0-1-1,-1 1 1,1-1 0,0 1-1,0-1 1,-1 1 0,1-1 0,0 0-1,-1 1 1,1-1 0,0 0-1,-1 1 1,1-1 0,-1 0-1,1 1 1,-1-1 0,1 0 0,0 0-1,-2 1 1,-18-1-4579,12-1 2680,-13-1-4608</inkml:trace>
</inkml:ink>
</file>

<file path=ppt/ink/ink1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43.201"/>
    </inkml:context>
    <inkml:brush xml:id="br0">
      <inkml:brushProperty name="width" value="0.025" units="cm"/>
      <inkml:brushProperty name="height" value="0.025" units="cm"/>
    </inkml:brush>
  </inkml:definitions>
  <inkml:trace contextRef="#ctx0" brushRef="#br0">0 481 13100,'0'0'1698,"18"-62"-641,15 35 192,16-9-448,15-10 0,11-7-1,11-4-223,3-1-257,-7 8-224,-9 10-32,-13 10-32,-12 13-32,-16 13-160,-14 4-1794,-14 9-1889,-4 13-2243</inkml:trace>
</inkml:ink>
</file>

<file path=ppt/ink/ink2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43.405"/>
    </inkml:context>
    <inkml:brush xml:id="br0">
      <inkml:brushProperty name="width" value="0.025" units="cm"/>
      <inkml:brushProperty name="height" value="0.025" units="cm"/>
    </inkml:brush>
  </inkml:definitions>
  <inkml:trace contextRef="#ctx0" brushRef="#br0">0 400 12236,'0'0'1313,"49"9"865,-11-17-609,10-13 193,8-8-737,5-10-641,6-8-223,4-3-33,-3-2-128,-5-2-64,-12-1-2467,-12 1-5380</inkml:trace>
</inkml:ink>
</file>

<file path=ppt/ink/ink2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28.756"/>
    </inkml:context>
    <inkml:brush xml:id="br0">
      <inkml:brushProperty name="width" value="0.025" units="cm"/>
      <inkml:brushProperty name="height" value="0.025" units="cm"/>
    </inkml:brush>
  </inkml:definitions>
  <inkml:trace contextRef="#ctx0" brushRef="#br0">305 764 4740,'0'0'9567,"-7"-1"-8062,4 0-1338,0 1 0,0-1 1,0 0-1,0 0 0,0 0 0,0 0 0,0-1 0,0 1 0,1-1 0,-1 0 0,0 1 0,1-1 0,0 0 0,-1-1 0,1 1 0,0 0 1,0-1-1,0 1 0,0-1 0,1 0 0,-1 1 0,1-1 0,0 0 0,-1 0 0,1 0 0,-1-6 0,-44-96 190,-62-103 0,43 87-307,65 121-50,-16-40 64,21 29-25,16 9-25,-2 7-14,-1 0 0,0 1 0,22 10 0,-27-10 0,-1 0 0,1-1 0,0-1 0,1 0 0,-1-1 0,1 0 0,-1-1 0,21 0 0,-31-2 2,-1-1-1,0 1 1,1-1 0,-1 0-1,0 0 1,0 0 0,0 0-1,0 0 1,0 0 0,0 0-1,0-1 1,0 1 0,0-1-1,0 0 1,-1 1 0,1-1-1,-1 0 1,1 0-1,-1 0 1,0 0 0,1 0-1,-1 0 1,0-1 0,-1 1-1,1 0 1,0-1 0,-1 1-1,1 0 1,-1-1 0,1-2-1,1-13 6,0 0 0,-1 0 0,-2-19 0,1 18 5,-1 4 7,0-1 1,-2 1 0,1-1-1,-2 1 1,-9-27-1,13 41 270,4 16 111,6 3-379,0 0 0,1-1 0,0-1 0,1 1 0,27 25 1,86 70-21,-44-42-359,-40-38-5706,-28-27-198</inkml:trace>
</inkml:ink>
</file>

<file path=ppt/ink/ink2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29.101"/>
    </inkml:context>
    <inkml:brush xml:id="br0">
      <inkml:brushProperty name="width" value="0.025" units="cm"/>
      <inkml:brushProperty name="height" value="0.025" units="cm"/>
    </inkml:brush>
  </inkml:definitions>
  <inkml:trace contextRef="#ctx0" brushRef="#br0">128 325 14478,'0'0'277,"-2"-8"535,0-11-354,1-1 0,1 0-1,0 0 1,2 1 0,0-1 0,1 0 0,1 1 0,10-30 0,-12 42-433,2-3-9,-1 0 1,0 1-1,-1-1 0,0 0 0,-1-1 1,1-16-1,-2 26-14,0 0 0,-1 0 1,1 0-1,0 0 0,-1 1 0,1-1 1,-1 0-1,1 0 0,-1 1 0,1-1 1,-1 0-1,1 1 0,-1-1 0,0 0 1,0 1-1,1-1 0,-1 1 0,0-1 1,0 1-1,1-1 0,-1 1 0,0 0 1,0-1-1,0 1 0,0 0 0,0 0 1,1 0-1,-1 0 0,0 0 0,0-1 1,0 2-1,0-1 0,0 0 0,0 0 1,-1 0-1,-34 9 93,28-3-21,1-1-1,-1 1 1,1 0 0,0 0 0,0 1-1,1 0 1,0 0 0,0 1-1,0 0 1,1 0 0,1 0 0,-1 0-1,1 1 1,1 0 0,-5 13-1,7-17-63,-1-1-1,1 0 0,0 1 0,0-1 0,1 1 0,-1-1 0,1 1 0,0-1 0,0 1 1,1 0-1,-1-1 0,1 1 0,0-1 0,0 0 0,0 1 0,1-1 0,0 0 1,0 0-1,0 0 0,0 0 0,0 0 0,1 0 0,0-1 0,0 1 0,0-1 0,0 1 1,0-1-1,1 0 0,-1-1 0,1 1 0,0-1 0,0 1 0,8 2 0,1 0-20,1-1-1,-1-1 1,1 0 0,0-1-1,0 0 1,0-1-1,0-1 1,-1 0-1,1-1 1,0 0-1,0-1 1,0-1 0,21-6-1,-21 4-698,-1 0-1,0-1 0,0 0 1,0-1-1,-1 0 1,0-1-1,0 0 0,11-11 1,9-15-4682</inkml:trace>
</inkml:ink>
</file>

<file path=ppt/ink/ink2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29.835"/>
    </inkml:context>
    <inkml:brush xml:id="br0">
      <inkml:brushProperty name="width" value="0.025" units="cm"/>
      <inkml:brushProperty name="height" value="0.025" units="cm"/>
    </inkml:brush>
  </inkml:definitions>
  <inkml:trace contextRef="#ctx0" brushRef="#br0">189 107 12844,'-9'0'790,"-2"0"-257,-1 0-1,0 1 1,1 1-1,-1 0 1,1 1-1,-1 0 1,1 1-1,-15 7 1,22-9-426,0 0 1,0 0-1,0 0 0,0 1 1,1 0-1,-1 0 0,1 0 1,0 0-1,0 0 1,0 1-1,0-1 0,0 1 1,1 0-1,0 0 1,0 0-1,0 0 0,0 0 1,1 0-1,-1 1 1,1-1-1,0 0 0,0 1 1,1-1-1,-1 1 0,1-1 1,0 1-1,1 4 1,0-5-106,0 0 1,0 0-1,1 0 1,-1 0 0,1 0-1,0 0 1,0-1-1,1 1 1,-1-1 0,1 1-1,-1-1 1,1 0-1,0 0 1,0 0 0,1-1-1,-1 1 1,1-1-1,-1 0 1,1 0 0,0 0-1,-1 0 1,1 0-1,0-1 1,0 0 0,0 0-1,1 0 1,-1 0-1,7 0 1,-7 0-44,0-1 1,0 1-1,-1-1 0,1 0 1,0 0-1,0 0 1,-1 0-1,1-1 0,0 0 1,0 1-1,-1-1 0,1-1 1,-1 1-1,1 0 1,-1-1-1,1 0 0,-1 0 1,0 0-1,0 0 1,0 0-1,0-1 0,0 1 1,-1-1-1,1 0 0,-1 0 1,0 0-1,1 0 1,-1 0-1,-1 0 0,1-1 1,0 1-1,1-6 0,-2 3 17,0 1 1,0-1-1,0 1 0,-1-1 0,0 1 0,0-1 0,-1 1 0,1-1 0,-1 1 0,-1 0 0,1-1 0,-1 1 0,1 0 0,-5-8 0,4 9 89,0 1 1,0 0-1,-1 1 0,1-1 0,0 0 1,-1 1-1,0-1 0,0 1 0,0 0 1,0 0-1,0 0 0,0 0 0,0 0 1,0 1-1,-1-1 0,1 1 0,-1 0 0,1 0 1,-1 0-1,1 1 0,-1-1 0,0 1 1,-4 0-1,24 22 84,1-7-76,0-2-1,38 23 1,-47-31-306,0-1 0,0-1 0,1 1 0,-1-2 1,1 1-1,-1-1 0,1 0 0,0-1 0,0 0 1,12 0-1,-19-1 53,0-1 0,-1 1 0,1 0 0,0-1 0,0 0 0,0 1 0,-1-1 0,1 0 0,0 0 0,-1 0 0,1 0 0,-1 0 1,1 0-1,-1 0 0,0-1 0,1 1 0,-1-1 0,0 1 0,0 0 0,0-1 0,0 0 0,0 1 0,0-1 0,0 0 0,-1 0 0,1 1 0,-1-1 0,1 0 0,-1 0 1,1 0-1,-1 0 0,0 1 0,0-1 0,0 0 0,0 0 0,-1 0 0,1-2 0,-1-2 356,1 0 0,-1 0 0,0 1 0,-1-1 1,1 1-1,-1-1 0,0 1 0,0 0 0,-1-1 0,1 1 0,-7-8 0,-7-7 3149,27 29-1558,32 32-1365,-21-3-393,-16-27 4,-11-31 2,-15-53-12,19 67 5,0 0 0,0 0 0,0 0 0,1 0 0,0 0 0,0 0 0,1 0 0,0 0 0,0 1 0,3-11 0,-3 14-5,0 1 0,0-1 1,0 1-1,0-1 0,1 1 1,-1-1-1,1 1 0,-1 0 0,1 0 1,0 0-1,-1 0 0,1 0 1,0 0-1,0 0 0,0 0 1,0 1-1,-1-1 0,1 1 1,0-1-1,0 1 0,3 0 1,48-1 21,-38 2-17,-1 0 35,0 1-1,-1 0 0,1 1 0,-1 1 1,0 0-1,15 7 0,46 12-2863,-54-22-1738</inkml:trace>
</inkml:ink>
</file>

<file path=ppt/ink/ink2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32.525"/>
    </inkml:context>
    <inkml:brush xml:id="br0">
      <inkml:brushProperty name="width" value="0.025" units="cm"/>
      <inkml:brushProperty name="height" value="0.025" units="cm"/>
    </inkml:brush>
  </inkml:definitions>
  <inkml:trace contextRef="#ctx0" brushRef="#br0">1 14 8104,'0'-1'134,"0"1"1,0-1 0,0 1 0,0-1 0,0 1 0,0-1-1,0 1 1,0-1 0,0 1 0,0-1 0,0 1 0,1-1-1,-1 1 1,0-1 0,0 1 0,0-1 0,1 1-1,-1 0 1,0-1 0,1 1 0,-1-1 0,0 1 0,1 0-1,-1-1 1,1 1 0,-1 0 0,1 0 0,-1-1 0,0 1-1,1 0 1,0-1 0,19 4 1255,29 21-1233,-41-18 500,115 61 845,208 121-1259,-324-183-482,36 26-843,-41-30 507,0 1 0,-1 0 0,1 0 0,-1 0 0,1 0 0,-1 0 0,0 0 0,0 0 0,0 0 0,0 1 0,1 2 0,-2 1-4368</inkml:trace>
</inkml:ink>
</file>

<file path=ppt/ink/ink2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32.791"/>
    </inkml:context>
    <inkml:brush xml:id="br0">
      <inkml:brushProperty name="width" value="0.025" units="cm"/>
      <inkml:brushProperty name="height" value="0.025" units="cm"/>
    </inkml:brush>
  </inkml:definitions>
  <inkml:trace contextRef="#ctx0" brushRef="#br0">209 0 10474,'0'0'4516,"-49"46"-3651,38-2 32,-1 7-289,0 5-319,-2 1-225,3 3-64,-2-1 32,-2-1-32,-1-2-64,-1-6 0,3-7-705,1-11-2178,2-11-2146</inkml:trace>
</inkml:ink>
</file>

<file path=ppt/ink/ink2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33.886"/>
    </inkml:context>
    <inkml:brush xml:id="br0">
      <inkml:brushProperty name="width" value="0.025" units="cm"/>
      <inkml:brushProperty name="height" value="0.025" units="cm"/>
    </inkml:brush>
  </inkml:definitions>
  <inkml:trace contextRef="#ctx0" brushRef="#br0">4 21 5733,'0'-1'218,"-1"1"-1,1-1 1,0 1 0,-1 0-1,1-1 1,0 1-1,0-1 1,-1 1-1,1-1 1,0 1-1,0-1 1,0 1-1,-1-1 1,1 1-1,0-1 1,0 1-1,0-1 1,0 1-1,0-1 1,0 1-1,0-1 1,0 0-1,1 1 1,-1-1 0,0 1-1,0-1 1,0 1-1,0-1 1,1 1-1,-1 0 1,0-1-1,1 1 1,-1-1-1,0 1 1,1-1-1,-1 1 1,0 0-1,1-1 1,-1 1-1,1 0 1,-1-1-1,0 1 1,2 0-1,27 6 1778,33 28-2565,-61-34 774,24 15-610,65 45 1088,-83-54-1759,0-1 0,-1 1 0,0 0 0,-1 1-1,10 12 1,-12-12-2558</inkml:trace>
</inkml:ink>
</file>

<file path=ppt/ink/ink2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34.151"/>
    </inkml:context>
    <inkml:brush xml:id="br0">
      <inkml:brushProperty name="width" value="0.025" units="cm"/>
      <inkml:brushProperty name="height" value="0.025" units="cm"/>
    </inkml:brush>
  </inkml:definitions>
  <inkml:trace contextRef="#ctx0" brushRef="#br0">91 46 4356,'0'0'5611,"0"-7"-3449,-2-24-294,-4 24 313,-2 14-1678,-4 13-448,4 0 225,1 1 1,1 1 0,0-1-1,2 1 1,-3 35-1,3-25-2878,-12 49 0,11-68-3354</inkml:trace>
</inkml:ink>
</file>

<file path=ppt/ink/ink2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35.357"/>
    </inkml:context>
    <inkml:brush xml:id="br0">
      <inkml:brushProperty name="width" value="0.025" units="cm"/>
      <inkml:brushProperty name="height" value="0.025" units="cm"/>
    </inkml:brush>
  </inkml:definitions>
  <inkml:trace contextRef="#ctx0" brushRef="#br0">39 7 192,'-1'-1'636,"-1"0"0,1 1 0,0-1 0,-1 0 0,1 1 0,-1-1 0,1 1 0,-1-1 0,1 1 0,-1 0 0,0 0 0,1 0 0,-1 0 0,1 0 0,-1 0 0,1 0 0,-1 0 0,0 1 0,1-1 0,-3 1 0,3 0-470,1 0 1,-1 0-1,1 0 1,-1 0-1,1 0 1,0-1-1,-1 1 1,1 0-1,0 0 1,0 0-1,-1 0 1,1 1-1,0-1 1,0 0-1,0 0 1,0 0-1,1 0 1,-1 0-1,0 0 1,0 0-1,0 0 1,1 0-1,0 1 1,4 12-424,1 0-1,1 1 1,9 13-1,-10-16 1195,13 21-928,6 10-58,-14-15-2868,-10-25-1669</inkml:trace>
</inkml:ink>
</file>

<file path=ppt/ink/ink2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35.685"/>
    </inkml:context>
    <inkml:brush xml:id="br0">
      <inkml:brushProperty name="width" value="0.025" units="cm"/>
      <inkml:brushProperty name="height" value="0.025" units="cm"/>
    </inkml:brush>
  </inkml:definitions>
  <inkml:trace contextRef="#ctx0" brushRef="#br0">0 124 10250,'0'0'5317,"49"-28"-4420,-16 18-257,5-1-287,4 0-257,0 1-32,-2-1-32,-5 2 0,-6 2-96,-6 1-1025,-8 1-1282,-10-3-2145,-5 0-1442</inkml:trace>
</inkml:ink>
</file>

<file path=ppt/ink/ink2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35.874"/>
    </inkml:context>
    <inkml:brush xml:id="br0">
      <inkml:brushProperty name="width" value="0.025" units="cm"/>
      <inkml:brushProperty name="height" value="0.025" units="cm"/>
    </inkml:brush>
  </inkml:definitions>
  <inkml:trace contextRef="#ctx0" brushRef="#br0">14 0 10154,'0'0'6950,"-13"59"-6726,24-30-160,1 5-32,-4 3-32,1 2 0,-4 1-96,-2-4-1665,-2-5-3076,-1-8-4259</inkml:trace>
</inkml:ink>
</file>

<file path=ppt/ink/ink2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36.155"/>
    </inkml:context>
    <inkml:brush xml:id="br0">
      <inkml:brushProperty name="width" value="0.025" units="cm"/>
      <inkml:brushProperty name="height" value="0.025" units="cm"/>
    </inkml:brush>
  </inkml:definitions>
  <inkml:trace contextRef="#ctx0" brushRef="#br0">0 20 13901,'0'0'1858,"46"-20"-1250,-13 24-255,10 11 127,7 2 33,1 5-129,0-1-256,-3 1-64,-5 2-64,-8-1 32,-6 0-32,-7-3-224,-4-3-1153,-7-7-1730,-5-5-2146</inkml:trace>
</inkml:ink>
</file>

<file path=ppt/ink/ink2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36.376"/>
    </inkml:context>
    <inkml:brush xml:id="br0">
      <inkml:brushProperty name="width" value="0.025" units="cm"/>
      <inkml:brushProperty name="height" value="0.025" units="cm"/>
    </inkml:brush>
  </inkml:definitions>
  <inkml:trace contextRef="#ctx0" brushRef="#br0">104 8 11915,'0'0'2755,"-52"-8"-2243,39 28-95,3 8 448,-1 7-353,4 3-320,3 1-96,0 3-64,3-2-32,-1 0 32,2-2-64,0-1-96,0-7-1505,0-8-3812,0-11-4293</inkml:trace>
</inkml:ink>
</file>

<file path=ppt/ink/ink2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36.894"/>
    </inkml:context>
    <inkml:brush xml:id="br0">
      <inkml:brushProperty name="width" value="0.025" units="cm"/>
      <inkml:brushProperty name="height" value="0.025" units="cm"/>
    </inkml:brush>
  </inkml:definitions>
  <inkml:trace contextRef="#ctx0" brushRef="#br0">1 0 11723,'0'0'6278,"49"8"-5958,-23 9-31,5 2-193,1 4-64,-2 1-32,-2 4 32,-5 1-64,-3 0-961,-7-1-801,-5-6-2114,-3-7-1345</inkml:trace>
</inkml:ink>
</file>

<file path=ppt/ink/ink2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37.123"/>
    </inkml:context>
    <inkml:brush xml:id="br0">
      <inkml:brushProperty name="width" value="0.025" units="cm"/>
      <inkml:brushProperty name="height" value="0.025" units="cm"/>
    </inkml:brush>
  </inkml:definitions>
  <inkml:trace contextRef="#ctx0" brushRef="#br0">100 57 8968,'0'0'2275,"-26"-46"319,21 39-576,2 3-609,-2 4-320,3 0-672,0 11-385,0 9 0,-2 3 0,0 6-32,-1 1 0,1 4 0,-4 0-32,3 1-64,-4-2-513,2-3-1921,-2-7-3236</inkml:trace>
</inkml:ink>
</file>

<file path=ppt/ink/ink2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37.389"/>
    </inkml:context>
    <inkml:brush xml:id="br0">
      <inkml:brushProperty name="width" value="0.025" units="cm"/>
      <inkml:brushProperty name="height" value="0.025" units="cm"/>
    </inkml:brush>
  </inkml:definitions>
  <inkml:trace contextRef="#ctx0" brushRef="#br0">0 0 11179,'0'0'7302,"46"33"-7205,-38-13-65,-2 1-32,1 1 0,-5 0-32,1-2-577,-2-4-1505,-1-6-2915,0-6-1409</inkml:trace>
</inkml:ink>
</file>

<file path=ppt/ink/ink2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38.671"/>
    </inkml:context>
    <inkml:brush xml:id="br0">
      <inkml:brushProperty name="width" value="0.025" units="cm"/>
      <inkml:brushProperty name="height" value="0.025" units="cm"/>
    </inkml:brush>
  </inkml:definitions>
  <inkml:trace contextRef="#ctx0" brushRef="#br0">1 113 3267,'0'-3'663,"0"0"0,0-1-1,0 1 1,0-1 0,0 1-1,1-1 1,0 1 0,-1 0-1,1-1 1,0 1 0,1 0 0,2-5-1,-1 3-203,-1 1-1,1-1 1,1 1 0,-1 0-1,1 0 1,0 0-1,0 1 1,4-4-1,-4 4-365,0 0 0,0 1 0,0-1 0,1 1 0,-1 0 0,1 0 0,-1 0 0,1 1 0,0-1 0,0 1-1,0 1 1,-1-1 0,1 0 0,0 1 0,0 0 0,0 0 0,0 1 0,0-1 0,8 3 0,-11-1-88,0-1 1,0 1-1,0-1 0,0 1 1,0 0-1,0 0 1,0 0-1,0 0 1,-1 0-1,1 0 1,-1 0-1,0 1 1,0-1-1,0 0 1,0 1-1,0-1 1,0 1-1,0-1 1,-1 1-1,1 0 1,-1-1-1,0 1 1,0 0-1,0-1 1,0 1-1,-1 3 0,1 2 12,-1 0 0,0 1 0,0-1 0,-1 1 0,0-1 0,0 0 0,-4 8 0,-4 0 0,1 0 1,-2-1-1,-12 15 1,-21 30 45,44-60-63,0 0 0,0 0 0,0 0 0,0 0 1,-1 1-1,1-1 0,0 0 0,0 0 0,0 0 0,0 1 0,0-1 0,0 0 0,0 0 1,0 0-1,0 1 0,0-1 0,0 0 0,0 0 0,0 0 0,0 1 0,0-1 0,0 0 1,1 0-1,-1 0 0,0 1 0,0-1 0,0 0 0,0 0 0,0 0 0,0 0 0,0 0 1,1 1-1,-1-1 0,0 0 0,0 0 0,0 0 0,0 0 0,1 0 0,-1 0 0,0 1 1,0-1-1,0 0 0,1 0 0,-1 0 0,0 0 0,0 0 0,17 2 0,17-5 6,-1-4-378,0-1 0,37-14 1,16-15-5449,-42 14 642</inkml:trace>
</inkml:ink>
</file>

<file path=ppt/ink/ink2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38.984"/>
    </inkml:context>
    <inkml:brush xml:id="br0">
      <inkml:brushProperty name="width" value="0.025" units="cm"/>
      <inkml:brushProperty name="height" value="0.025" units="cm"/>
    </inkml:brush>
  </inkml:definitions>
  <inkml:trace contextRef="#ctx0" brushRef="#br0">0 130 11531,'0'0'6918,"45"-46"-6405,-15 38 31,6 0-287,2 1-161,0 2-128,-3 0 64,0-1-64,-4-2-289,-6 1-1728,-5-6-1475,-7-4-2754</inkml:trace>
</inkml:ink>
</file>

<file path=ppt/ink/ink2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39.154"/>
    </inkml:context>
    <inkml:brush xml:id="br0">
      <inkml:brushProperty name="width" value="0.025" units="cm"/>
      <inkml:brushProperty name="height" value="0.025" units="cm"/>
    </inkml:brush>
  </inkml:definitions>
  <inkml:trace contextRef="#ctx0" brushRef="#br0">27 0 12396,'0'0'4132,"-27"46"-3011,27-23-289,8 1-223,6 6-321,4-1-224,0 4-32,1-3-64,-1-1-128,1-6-1858,-2-7-2786,-1-11-2371</inkml:trace>
</inkml:ink>
</file>

<file path=ppt/ink/ink2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39.357"/>
    </inkml:context>
    <inkml:brush xml:id="br0">
      <inkml:brushProperty name="width" value="0.025" units="cm"/>
      <inkml:brushProperty name="height" value="0.025" units="cm"/>
    </inkml:brush>
  </inkml:definitions>
  <inkml:trace contextRef="#ctx0" brushRef="#br0">0 8 14798,'0'0'3619,"52"-8"-3619,-39 14-736,0-5-2820,4-1-5925</inkml:trace>
</inkml:ink>
</file>

<file path=ppt/ink/ink2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39.529"/>
    </inkml:context>
    <inkml:brush xml:id="br0">
      <inkml:brushProperty name="width" value="0.025" units="cm"/>
      <inkml:brushProperty name="height" value="0.025" units="cm"/>
    </inkml:brush>
  </inkml:definitions>
  <inkml:trace contextRef="#ctx0" brushRef="#br0">0 4 15759,'0'0'1505,"40"-4"-14285</inkml:trace>
</inkml:ink>
</file>

<file path=ppt/ink/ink2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39.687"/>
    </inkml:context>
    <inkml:brush xml:id="br0">
      <inkml:brushProperty name="width" value="0.025" units="cm"/>
      <inkml:brushProperty name="height" value="0.025" units="cm"/>
    </inkml:brush>
  </inkml:definitions>
  <inkml:trace contextRef="#ctx0" brushRef="#br0">1 11 18449,'0'0'1986,"49"-10"-13388</inkml:trace>
</inkml:ink>
</file>

<file path=ppt/ink/ink2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40.217"/>
    </inkml:context>
    <inkml:brush xml:id="br0">
      <inkml:brushProperty name="width" value="0.025" units="cm"/>
      <inkml:brushProperty name="height" value="0.025" units="cm"/>
    </inkml:brush>
  </inkml:definitions>
  <inkml:trace contextRef="#ctx0" brushRef="#br0">0 191 9705,'0'0'6951,"44"-52"-5574,-13 33-288,8 0-192,10 1-417,4 1-223,0 1-193,1 4-32,-6 5-32,-8 1 0,-8 2-64,-11 2-577,-10 1-1153,-8-1-1024,-3-4-2563,-11-4-3460</inkml:trace>
</inkml:ink>
</file>

<file path=ppt/ink/ink2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40.404"/>
    </inkml:context>
    <inkml:brush xml:id="br0">
      <inkml:brushProperty name="width" value="0.025" units="cm"/>
      <inkml:brushProperty name="height" value="0.025" units="cm"/>
    </inkml:brush>
  </inkml:definitions>
  <inkml:trace contextRef="#ctx0" brushRef="#br0">1 1 12908,'0'0'5061,"40"62"-4645,-21-35-255,3 4-129,-2 1-32,-4 2 0,-3 0-161,-4-6-2209,-4-5-4356</inkml:trace>
</inkml:ink>
</file>

<file path=ppt/ink/ink2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40.697"/>
    </inkml:context>
    <inkml:brush xml:id="br0">
      <inkml:brushProperty name="width" value="0.025" units="cm"/>
      <inkml:brushProperty name="height" value="0.025" units="cm"/>
    </inkml:brush>
  </inkml:definitions>
  <inkml:trace contextRef="#ctx0" brushRef="#br0">1 0 14189,'0'0'1730,"53"8"-1602,-18 22 160,8 3 353,8 1 96,3 4 31,0-2-351,-2 3-65,-6 0-256,-7 2-96,-8-4-32,-5-2-96,-6-5-1185,-7-9-801,-6-8-2338</inkml:trace>
</inkml:ink>
</file>

<file path=ppt/ink/ink2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41.021"/>
    </inkml:context>
    <inkml:brush xml:id="br0">
      <inkml:brushProperty name="width" value="0.025" units="cm"/>
      <inkml:brushProperty name="height" value="0.025" units="cm"/>
    </inkml:brush>
  </inkml:definitions>
  <inkml:trace contextRef="#ctx0" brushRef="#br0">266 64 7655,'0'0'1089,"0"-7"102,-1-27 240,-5 11 4713,-5 54-5317,-20 66 233,-5-2 0,-65 124 0,73-161-1229,2-6-2521,1-13-4725</inkml:trace>
</inkml:ink>
</file>

<file path=ppt/ink/ink2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42.253"/>
    </inkml:context>
    <inkml:brush xml:id="br0">
      <inkml:brushProperty name="width" value="0.025" units="cm"/>
      <inkml:brushProperty name="height" value="0.025" units="cm"/>
    </inkml:brush>
  </inkml:definitions>
  <inkml:trace contextRef="#ctx0" brushRef="#br0">1 1 5349,'0'0'12294,"9"-1"-11925,5 4-252,0 0 0,0 1 0,-1 0 1,1 1-1,-1 0 0,0 1 0,-1 0 0,1 1 1,11 9-1,-15-10-99,4 1-209,81 54 836,-86-55-1036,-1 0 0,0 1-1,0 0 1,0 0 0,-1 0-1,0 1 1,0 0 0,-1 1-1,5 8 1,-6-5-2748,-3-3-1906</inkml:trace>
</inkml:ink>
</file>

<file path=ppt/ink/ink2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42.522"/>
    </inkml:context>
    <inkml:brush xml:id="br0">
      <inkml:brushProperty name="width" value="0.025" units="cm"/>
      <inkml:brushProperty name="height" value="0.025" units="cm"/>
    </inkml:brush>
  </inkml:definitions>
  <inkml:trace contextRef="#ctx0" brushRef="#br0">192 1 8008,'0'0'9032,"-46"28"-8487,28 3 223,1 4-415,-3 2-257,3-2-64,-1 2 0,2-2-32,0-1-352,3-8-3620,3-12-6342</inkml:trace>
</inkml:ink>
</file>

<file path=ppt/ink/ink2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45.737"/>
    </inkml:context>
    <inkml:brush xml:id="br0">
      <inkml:brushProperty name="width" value="0.025" units="cm"/>
      <inkml:brushProperty name="height" value="0.025" units="cm"/>
    </inkml:brush>
  </inkml:definitions>
  <inkml:trace contextRef="#ctx0" brushRef="#br0">45 46 384,'-1'1'69,"1"-1"-1,0 1 0,-1 0 0,1-1 0,-1 1 1,1-1-1,-1 1 0,1 0 0,-1-1 1,0 1-1,1-1 0,-1 0 0,0 1 0,1-1 1,-1 1-1,0-1 0,1 0 0,-1 0 0,0 1 1,0-1-1,1 0 0,-1 0 0,0 0 1,0 0-1,1 0 0,-1 0 0,0 0 0,0 0 1,-1 0-1,-5-21 5485,7 18-4956,0 0 0,-1 0 0,0 0 0,1 0 0,-1 0 1,0 0-1,-1 0 0,1 1 0,0-1 0,-3-3 0,2 13 3186,0 29-3348,2-7-275,1-1 0,2 1 0,1-1 0,1 1 1,1-2-1,2 1 0,15 39 0,-16-57-2401,0-7-2255,-3-2-1964</inkml:trace>
</inkml:ink>
</file>

<file path=ppt/ink/ink2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46.128"/>
    </inkml:context>
    <inkml:brush xml:id="br0">
      <inkml:brushProperty name="width" value="0.025" units="cm"/>
      <inkml:brushProperty name="height" value="0.025" units="cm"/>
    </inkml:brush>
  </inkml:definitions>
  <inkml:trace contextRef="#ctx0" brushRef="#br0">18 86 9033,'0'0'10852,"-3"9"-10574,1-2-254,-1-1-1,1 0-1,0 0 1,1 1 0,-1-1-1,1 0 1,0 11-1,1-15-19,0 0 0,0 0 0,1 0 0,-1 0 0,0-1 0,1 1 0,0 0 0,-1 0 0,1-1 0,0 1 0,0 0 0,0-1 0,0 1 0,0-1 0,0 1 0,0-1 0,1 1 0,-1-1 0,1 0 0,-1 0 0,1 0 0,-1 1 0,1-2 0,0 1 0,-1 0 0,1 0 0,0 0 0,0-1 0,-1 1 0,1-1 0,3 1 0,1 0 2,-1 0-1,1 0 1,0-1 0,0 0 0,-1 0 0,1 0 0,0-1 0,0 0 0,-1 0 0,1 0 0,0-1 0,-1 0-1,7-3 1,-9 4-10,-1 0-1,1-1 0,-1 1 1,0-1-1,0 0 0,0 1 1,0-1-1,0 0 0,0-1 1,0 1-1,0 0 0,-1 0 1,1-1-1,-1 1 0,0-1 1,0 1-1,0-1 0,0 0 1,0 1-1,0-1 0,-1 0 1,1 0-1,-1 1 0,0-1 1,0 0-1,0 0 0,0 0 1,0 1-1,-2-5 0,1 4-2,0 0 0,0 0 0,0 0 0,-1 0-1,1 0 1,-1 0 0,0 1 0,0-1 0,0 1 0,0-1-1,0 1 1,-1 0 0,1 0 0,-1 0 0,1 0 0,-6-2-1,-56-27-105,26 13-321,35 13-3125,15 0 829,23 0-1615,-26 4 2646,23-5-3404</inkml:trace>
</inkml:ink>
</file>

<file path=ppt/ink/ink2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46.393"/>
    </inkml:context>
    <inkml:brush xml:id="br0">
      <inkml:brushProperty name="width" value="0.025" units="cm"/>
      <inkml:brushProperty name="height" value="0.025" units="cm"/>
    </inkml:brush>
  </inkml:definitions>
  <inkml:trace contextRef="#ctx0" brushRef="#br0">111 18 5894,'0'0'6566,"-1"10"-4751,-5 81 3299,7-89-5081,-1-1 1,0 1-1,1 0 1,-1-1-1,1 1 1,0-1-1,0 1 1,-1-1-1,1 1 1,0-1-1,0 0 1,0 1-1,0-1 1,1 0-1,-1 0 1,0 0-1,0 0 1,1 0-1,-1 0 1,1 0-1,-1 0 0,1-1 1,-1 1-1,1 0 1,-1-1-1,1 1 1,0-1-1,-1 0 1,1 1-1,-1-1 1,3 0-1,60 3 128,-55-3-101,0-1-49,-1 0-1,1 0 1,-1 0-1,1-1 1,-1-1 0,0 1-1,0-1 1,0-1-1,10-5 1,-14 7-5,-1 1 1,0-1-1,0 0 0,0 0 0,-1-1 0,1 1 1,0-1-1,-1 1 0,0-1 0,1 0 0,-1 0 1,0 0-1,-1 0 0,1 0 0,0 0 1,-1 0-1,0-1 0,1 1 0,-2-1 0,1 1 1,0-1-1,-1 1 0,1-1 0,-1-6 0,0 8-3,-1 0-1,1 1 0,0-1 0,-1 0 0,0 0 0,1 1 0,-1-1 0,0 1 0,0-1 0,0 0 0,0 1 0,0-1 0,0 1 0,0 0 1,0-1-1,-1 1 0,1 0 0,-1 0 0,-2-2 0,0 1 1,-1 0-1,1 0 1,-1 0 0,0 0-1,0 1 1,0 0 0,-5-1 0,-9 0-1,0 1 0,-34 2 0,52-1-2,-14 2-183,0 1 1,0 0-1,0 2 1,0-1 0,1 2-1,0 0 1,0 0-1,0 1 1,1 1-1,-14 11 1,-2-2-4666</inkml:trace>
</inkml:ink>
</file>

<file path=ppt/ink/ink2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47.156"/>
    </inkml:context>
    <inkml:brush xml:id="br0">
      <inkml:brushProperty name="width" value="0.025" units="cm"/>
      <inkml:brushProperty name="height" value="0.025" units="cm"/>
    </inkml:brush>
  </inkml:definitions>
  <inkml:trace contextRef="#ctx0" brushRef="#br0">1 1182 7175,'0'0'5311,"13"-7"-4280,34-14-276,1 3 0,69-18 0,122-20 460,-163 39-1012,938-181 358,213-50-545,-473 54 762,-9 3 1236,4 35-1283,-730 153-734,66-12-33,145-6 0,-230 21-19,0 0-1,0 1 0,0-1 0,0 1 1,0-1-1,0 0 0,0 1 0,0-1 1,0 0-1,-1 1 0,1-1 0,0 0 1,0 1-1,0-1 0,0 0 0,-1 1 1,1-1-1,0 0 0,0 0 0,0 1 1,-1-1-1,1 0 0,0 0 0,-1 1 1,1-1-1,0 0 0,-1 0 0,1 0 0,0 0 1,-1 1-1,1-1 0,0 0 0,-1 0 1,1 0-1,-1 0 0,-12 5-1387,-1 0 1,0-1-1,-24 4 0,-23 1-4028</inkml:trace>
</inkml:ink>
</file>

<file path=ppt/ink/ink2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47.501"/>
    </inkml:context>
    <inkml:brush xml:id="br0">
      <inkml:brushProperty name="width" value="0.025" units="cm"/>
      <inkml:brushProperty name="height" value="0.025" units="cm"/>
    </inkml:brush>
  </inkml:definitions>
  <inkml:trace contextRef="#ctx0" brushRef="#br0">1 49 15951,'0'0'-512,"6"-46"1825,-6 43-96,0 5-897,5 25-192,-3 10 97,2 10 351,1 8 225,-2 1-481,0 2-160,2-3-96,-5-1-32,3-7-64,-2-8-448,0-10-1858,1-16-2723</inkml:trace>
</inkml:ink>
</file>

<file path=ppt/ink/ink2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47.846"/>
    </inkml:context>
    <inkml:brush xml:id="br0">
      <inkml:brushProperty name="width" value="0.025" units="cm"/>
      <inkml:brushProperty name="height" value="0.025" units="cm"/>
    </inkml:brush>
  </inkml:definitions>
  <inkml:trace contextRef="#ctx0" brushRef="#br0">29 34 14029,'0'0'2248,"0"8"-1330,-1 0-743,2 0-1,-1 0 1,1-1 0,0 1-1,0 0 1,1-1 0,0 1-1,1-1 1,0 1 0,0-1-1,0 0 1,1 0 0,0-1 0,0 1-1,1-1 1,0 0 0,10 10-1,-9-11-163,0-2-1,0 1 0,0 0 0,1-1 1,0-1-1,-1 1 0,1-1 0,0 0 1,0 0-1,1-1 0,9 1 0,-15-2-12,1 1 0,-1-1 0,0 0 0,0 0 0,0 0 0,1-1-1,-1 1 1,0 0 0,0-1 0,0 0 0,0 1 0,0-1-1,0 0 1,0 0 0,0 0 0,0 0 0,0 0 0,0-1 0,0 1-1,-1 0 1,1-1 0,-1 1 0,1-1 0,-1 0 0,0 0 0,1 1-1,-1-1 1,0 0 0,0 0 0,0 0 0,0 0 0,-1 0 0,1 0-1,-1-1 1,1 1 0,-1 0 0,1 0 0,-1 0 0,0-5 0,-1 4-4,0-1 0,0 0 1,0 1-1,-1-1 1,1 1-1,-1-1 1,0 1-1,1 0 1,-2-1-1,1 1 0,0 0 1,-1 0-1,1 1 1,-1-1-1,0 1 1,0-1-1,0 1 0,0 0 1,0 0-1,0 0 1,-1 0-1,-4-1 1,-11-6-51,0 1 1,-33-9 0,17 11-8,28 5-2,0 0 0,0 0 0,1-1 0,-1 0-1,-12-4 1,23 3-692,0 1 0,0 0-1,0 0 1,0 0 0,0 0 0,9-1-1,24-8-2931,7-2-832</inkml:trace>
</inkml:ink>
</file>

<file path=ppt/ink/ink2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8:48.114"/>
    </inkml:context>
    <inkml:brush xml:id="br0">
      <inkml:brushProperty name="width" value="0.025" units="cm"/>
      <inkml:brushProperty name="height" value="0.025" units="cm"/>
    </inkml:brush>
  </inkml:definitions>
  <inkml:trace contextRef="#ctx0" brushRef="#br0">13 69 7559,'0'0'2477,"1"9"374,-1 5-1794,0 0 0,-2 0 0,-2 16 0,-4 39 2109,8-67-3137,0-1 0,0 1 0,1 0 0,-1-1 0,0 1 0,0 0 0,1-1 0,-1 1 0,1-1 0,0 1 1,-1-1-1,1 1 0,0-1 0,0 1 0,0-1 0,0 0 0,0 1 0,0-1 0,0 0 0,1 0 0,-1 0 1,0 0-1,3 2 0,0-1-10,0 0 0,0-1 0,0 1 0,1-1 0,-1 0 0,1 0 1,-1 0-1,9 0 0,1-1-11,-1 0 0,0-1 0,1-1 0,-1 0 0,20-6 0,-19 3-2,0-1 0,0 0 1,-1-1-1,0-1 0,0 0 1,22-19-1,-31 23-3,1-1 0,-1 1-1,0-1 1,-1 1 0,1-1 0,-1 0-1,0 0 1,0-1 0,3-6 0,-5 9 1,-1 0 0,1 0 1,0 0-1,-1 0 1,0 0-1,0 0 1,1 0-1,-2 0 0,1 0 1,0-1-1,-1 1 1,1 0-1,-1 1 0,0-1 1,0 0-1,0 0 1,0 0-1,-1 0 0,-1-2 1,-2-1 3,0 1 0,0-1 1,-1 2-1,1-1 0,-1 0 0,0 1 1,0 0-1,-1 0 0,1 1 0,-1 0 1,0 0-1,0 1 0,0-1 0,0 2 1,-12-3-1,3 1 26,0 1 1,0 0-1,0 1 1,0 1 0,0 1-1,-20 2 1,33-2-94,0-1 1,1 1 0,-1 0-1,1-1 1,-1 1 0,0 0-1,1 1 1,0-1 0,-1 0-1,1 1 1,0-1 0,-1 1 0,1 0-1,0-1 1,0 1 0,1 0-1,-1 0 1,0 1 0,1-1-1,-1 0 1,1 1 0,-1-1-1,1 0 1,0 1 0,-1 3-1,5 1-5845,14-6-7992</inkml:trace>
</inkml:ink>
</file>

<file path=ppt/ink/ink2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36.996"/>
    </inkml:context>
    <inkml:brush xml:id="br0">
      <inkml:brushProperty name="width" value="0.025" units="cm"/>
      <inkml:brushProperty name="height" value="0.025" units="cm"/>
    </inkml:brush>
  </inkml:definitions>
  <inkml:trace contextRef="#ctx0" brushRef="#br0">290 202 11307,'0'0'502,"-7"-5"506,-1 1-864,-1 1-1,1-1 0,-1 1 0,1 1 0,-1-1 0,0 1 0,0 1 1,0 0-1,0 0 0,0 1 0,0 0 0,0 1 0,0-1 0,0 2 0,-14 3 1,10-1-61,1 1 0,-1 0 1,1 1-1,-18 10 0,26-14-81,1 0-1,0 0 1,0 1-1,0-1 1,0 1-1,0-1 1,0 1-1,1 0 1,-1 0-1,1 0 1,0 0-1,0 0 1,0 1 0,0-1-1,1 1 1,-1-1-1,1 1 1,0 0-1,0-1 1,0 6-1,1-7-6,1 0-1,0 0 1,-1 0 0,1 0-1,0 0 1,0 0 0,1 0-1,-1 0 1,0 0-1,1-1 1,-1 1 0,1 0-1,-1-1 1,1 1 0,0-1-1,0 0 1,-1 0 0,1 1-1,0-1 1,0-1 0,0 1-1,0 0 1,0 0-1,1-1 1,2 1 0,69 15-4,-57-13 18,-8-1 44,10 1-116,1 1-1,-1 1 1,0 0-1,36 17 1,-51-20 26,1 1 1,-1-1-1,0 1 1,0 0 0,0 1-1,0-1 1,0 1-1,-1 0 1,0-1 0,0 2-1,0-1 1,0 0-1,0 0 1,-1 1 0,0 0-1,0-1 1,0 1 0,-1 0-1,1 0 1,-1 0-1,0 0 1,0 0 0,-1 0-1,0 8 1,0-8 150,0 1 0,-1-1 0,1 0 0,-1 1 1,0-1-1,-1 0 0,1 1 0,-1-1 0,0 0 0,-1 0 1,1 0-1,-1-1 0,0 1 0,0-1 0,0 1 0,-1-1 1,1 0-1,-1 0 0,0-1 0,0 1 0,-1-1 0,1 0 0,-1 0 1,0 0-1,1 0 0,-1-1 0,0 0 0,-1 0 0,1 0 1,0-1-1,0 0 0,-1 0 0,1 0 0,-1-1 0,1 1 1,0-1-1,-1-1 0,-6 0 0,9 0-29,0 0 0,0 0 1,0 0-1,0 0 0,0-1 0,0 0 1,0 1-1,0-1 0,1 0 0,-1 0 1,1 0-1,-1-1 0,1 1 0,0 0 1,0-1-1,0 0 0,0 1 0,1-1 1,-1 0-1,1 0 0,0 0 0,-1 0 0,1 0 1,0 0-1,1 0 0,-1-1 0,1 1 1,-1 0-1,1 0 0,0-4 0,-1-9-60,1 1 0,0-1 0,1 0 0,1 0 0,4-15 0,7-13-760,2 1-1,3 1 1,0 0-1,3 1 1,29-42-1,-19 30-2090,16-30-5560</inkml:trace>
</inkml:ink>
</file>

<file path=ppt/ink/ink2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38.201"/>
    </inkml:context>
    <inkml:brush xml:id="br0">
      <inkml:brushProperty name="width" value="0.025" units="cm"/>
      <inkml:brushProperty name="height" value="0.025" units="cm"/>
    </inkml:brush>
  </inkml:definitions>
  <inkml:trace contextRef="#ctx0" brushRef="#br0">1 0 2691,'0'0'-161</inkml:trace>
</inkml:ink>
</file>

<file path=ppt/ink/ink2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38.655"/>
    </inkml:context>
    <inkml:brush xml:id="br0">
      <inkml:brushProperty name="width" value="0.025" units="cm"/>
      <inkml:brushProperty name="height" value="0.025" units="cm"/>
    </inkml:brush>
  </inkml:definitions>
  <inkml:trace contextRef="#ctx0" brushRef="#br0">140 112 609,'0'0'4836,"3"-24"1220,-1 7-5087,-2 13-934,1 1 0,0-1 0,0 1-1,0-1 1,1 1 0,-1-1 0,1 1-1,0 0 1,0 0 0,0 0 0,0 0-1,1 0 1,-1 1 0,1-1 0,-1 1-1,1-1 1,0 1 0,0 0 0,0 0-1,7-3 1,-8 4-24,-1 0 0,1 0 1,0 0-1,0 1 0,0-1 0,1 1 0,-1-1 0,0 1 0,0 0 1,0 0-1,0 0 0,0 0 0,0 0 0,1 0 0,-1 0 1,0 1-1,0-1 0,0 1 0,0 0 0,0-1 0,0 1 1,0 0-1,0 0 0,-1 0 0,1 1 0,0-1 0,-1 0 0,1 1 1,0-1-1,-1 1 0,0-1 0,1 1 0,-1 0 0,0-1 1,0 1-1,1 2 0,5 11 90,-2 0 0,0 0 1,0 1-1,-2-1 0,0 1 0,0 0 0,-1 21 1,-1-12-40,-1-1 0,-2 1 0,0-1 1,-7 28-1,6-42-43,1 0 1,-2 0-1,1 0 1,-1 0-1,-1-1 1,0 1-1,0-1 1,-1 0-1,0 0 1,0-1-1,-1 0 1,-12 12-1,12-15-1,1 0 0,-1-1 0,-1 0-1,1 0 1,0 0 0,-1-1 0,0 0-1,0 0 1,0-1 0,0 0 0,0 0-1,-1-1 1,1 0 0,0-1 0,-1 0-1,-9-1 1,14 1-5,0-1 1,0 0-1,0-1 1,1 1-1,-1 0 0,1-1 1,-1 0-1,1 0 0,-1 0 1,1 0-1,0-1 0,0 1 1,-4-6-1,5 7-4,1 0 1,0 0-1,0 0 0,0 0 1,0 0-1,1-1 0,-1 1 1,0 0-1,0 0 0,1-1 0,-1 1 1,1 0-1,-1-1 0,1 1 1,0-1-1,-1 1 0,1-1 1,0 1-1,0-1 0,0 1 0,0-1 1,0 1-1,1-1 0,-1 1 1,0 0-1,0-1 0,1 1 1,-1-1-1,1 1 0,0 0 1,-1-1-1,1 1 0,0 0 0,0 0 1,0-1-1,0 1 0,0 0 1,2-2-1,0 1 0,1 0-1,0 0 1,0 0 0,0 1 0,0-1-1,0 1 1,0 0 0,0 0 0,0 0-1,0 1 1,1-1 0,-1 1 0,0 0-1,1 0 1,5 2 0,3-1-17,1 2-1,-1-1 1,21 8 0,26 14-49,32 11-578,-28-23-3195,-39-11-355</inkml:trace>
</inkml:ink>
</file>

<file path=ppt/ink/ink2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38.902"/>
    </inkml:context>
    <inkml:brush xml:id="br0">
      <inkml:brushProperty name="width" value="0.025" units="cm"/>
      <inkml:brushProperty name="height" value="0.025" units="cm"/>
    </inkml:brush>
  </inkml:definitions>
  <inkml:trace contextRef="#ctx0" brushRef="#br0">1 1 13196,'0'0'2403,"4"73"-1763,3-24-159,1 5-257,2 8-160,2 3-32,0-3-128,0-11-2915,1-20-6694</inkml:trace>
</inkml:ink>
</file>

<file path=ppt/ink/ink2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34.727"/>
    </inkml:context>
    <inkml:brush xml:id="br0">
      <inkml:brushProperty name="width" value="0.025" units="cm"/>
      <inkml:brushProperty name="height" value="0.025" units="cm"/>
    </inkml:brush>
  </inkml:definitions>
  <inkml:trace contextRef="#ctx0" brushRef="#br0">7 1 12043,'0'0'876,"-1"9"-860,-1-1 8,1 0-34,0-1 1,0 1-1,1-1 0,0 1 1,0 0-1,2 12 1,-1-18 17,0 0 0,0 1 1,0-1-1,0 0 1,0 1-1,0-1 1,0 0-1,1 0 0,-1 0 1,1 0-1,-1 0 1,1-1-1,0 1 0,0 0 1,0-1-1,0 1 1,0-1-1,0 0 0,0 1 1,1-1-1,-1 0 1,0 0-1,1-1 0,-1 1 1,0 0-1,1-1 1,4 1-1,28 2 112,-25-3-65,0 1 0,0 0-1,0 1 1,0 0 0,-1 1-1,11 3 1,-17-5-54,-1 1 1,1-1-1,-1 1 0,0 0 1,1-1-1,-1 1 0,0 0 1,0 0-1,0 1 0,0-1 1,-1 0-1,1 0 1,-1 1-1,1-1 0,-1 1 1,0 0-1,0-1 0,0 1 1,0 0-1,0 0 0,-1-1 1,1 1-1,-1 0 0,0 0 1,0 0-1,0 3 0,0-2-24,-1 0 0,1 0-1,-1 0 1,1 0 0,-1 0 0,0 0-1,-1-1 1,1 1 0,-1 0 0,1-1-1,-1 1 1,0-1 0,0 0 0,-1 1-1,1-1 1,-1 0 0,-4 4 0,1-2-516,0-1 0,0 0 0,0 0 0,0 0 0,-1-1 0,0 0 0,1 0 0,-14 3 0,-8 0-2733</inkml:trace>
</inkml:ink>
</file>

<file path=ppt/ink/ink2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34.914"/>
    </inkml:context>
    <inkml:brush xml:id="br0">
      <inkml:brushProperty name="width" value="0.025" units="cm"/>
      <inkml:brushProperty name="height" value="0.025" units="cm"/>
    </inkml:brush>
  </inkml:definitions>
  <inkml:trace contextRef="#ctx0" brushRef="#br0">0 324 12684,'0'0'1890,"26"-53"-929,-2 29-32,7-4-257,5-2-223,7-4-353,2 0-96,3 4 0,-3 0-929,-6 0-1794,-8-1-3106</inkml:trace>
</inkml:ink>
</file>

<file path=ppt/ink/ink2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47.339"/>
    </inkml:context>
    <inkml:brush xml:id="br0">
      <inkml:brushProperty name="width" value="0.025" units="cm"/>
      <inkml:brushProperty name="height" value="0.025" units="cm"/>
    </inkml:brush>
  </inkml:definitions>
  <inkml:trace contextRef="#ctx0" brushRef="#br0">203 1 4740,'-1'0'215,"0"0"0,1 0 0,-1 0 0,0 0 0,0 0 0,0 0 0,1 0 0,-1 0 0,0 0 0,0 0 0,1 0 0,-1 0 0,0 1 0,0-1 0,1 0 0,-1 1 0,0-1 0,0 0 0,1 1 0,-1-1 0,1 1 0,-1-1 0,0 1 0,1-1 0,-1 1 0,0 1 0,-35 24-452,23-16 686,-39 19-266,40-24 203,1 1 1,-1 1-1,1 0 0,-19 16 0,29-19-373,0 0 1,0 0 0,0 0-1,0 0 1,1 1 0,0-1-1,0 0 1,0 1-1,0-1 1,2 7 0,-2 3 7,1 8 104,1-1 1,1 0-1,1 0 0,0 0 1,14 35-1,-15-58 50,0 0-1,0 0 1,-1-1-1,1 1 0,0-1 1,-1 0-1,0 1 0,3-5 1,-5 6-138,3-2-38,-1 0-1,1-1 1,-1 1-1,1 0 1,0 1-1,1-1 1,-1 0-1,0 1 1,1 0-1,-1-1 1,1 1-1,0 1 1,-1-1-1,1 1 1,0-1-1,0 1 1,0 0-1,0 0 1,0 1-1,0-1 1,8 1-1,-9 1-5,1 0-1,0 0 1,-1 1-1,1-1 1,0 1-1,-1-1 1,0 1-1,1 0 1,-1 1-1,0-1 1,0 1-1,0-1 1,0 1-1,-1 0 0,1 0 1,-1 0-1,0 0 1,0 0-1,0 1 1,0-1-1,0 1 1,-1-1-1,2 6 1,-1-3 31,0 0 1,0 0 0,-1 0 0,0 1 0,0-1-1,-1 1 1,0-1 0,0 0 0,0 1-1,-1-1 1,0 1 0,0-1 0,0 0-1,-1 0 1,0 1 0,0-1 0,-1-1-1,0 1 1,0 0 0,0-1 0,-6 8-1,1-2-413,-1-1 0,0 0 0,-1 0 0,0-1-1,0 0 1,-1-1 0,0 0 0,-1-1 0,-16 8 0,7-7-6231</inkml:trace>
</inkml:ink>
</file>

<file path=ppt/ink/ink2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49.796"/>
    </inkml:context>
    <inkml:brush xml:id="br0">
      <inkml:brushProperty name="width" value="0.025" units="cm"/>
      <inkml:brushProperty name="height" value="0.025" units="cm"/>
    </inkml:brush>
  </inkml:definitions>
  <inkml:trace contextRef="#ctx0" brushRef="#br0">115 35 2466,'0'0'8841,"-6"-6"-8142,3 2-554,2 2-98,-1 0-1,1 0 1,-1 0-1,1 0 0,-1 1 1,0-1-1,0 0 1,1 1-1,-1-1 1,0 1-1,0 0 1,-1 0-1,-3-2 0,5 3-24,0 0 0,0 1 0,0-1 0,0 0 0,0 1 0,0-1 0,0 1 0,0-1 0,1 1 0,-1 0 0,0-1 0,0 1 0,0 0-1,1-1 1,-1 1 0,0 0 0,1 0 0,-1 0 0,1 0 0,-1 0 0,1-1 0,-1 1 0,1 0 0,0 0 0,-1 0 0,1 0 0,0 0 0,0 0-1,0 0 1,0 0 0,0 0 0,0 1 0,0-1 0,0 1 0,-2 52 202,2-41-46,-1 24 178,2-14-244,-2-1 0,-5 35 0,5-52-51,0 0 0,0-1 0,0 1 1,-1 0-1,0-1 0,0 1 0,0-1 0,0 0 1,0 1-1,-1-1 0,0 0 0,0-1 0,0 1 1,-1 0-1,1-1 0,-1 0 0,-5 4 0,23-6 99,-1-1 1,1-1-1,0-1 0,15-3 0,37-12-156,-1-4 0,-2-3 0,73-37 0,-133 60-185,-2 0 0,1 0-1,0 0 1,0-1 0,0 1 0,0 0 0,-1-1 0,1 0-1,-1 1 1,1-1 0,1-2 0,-1-16-5508,-6 7-1460</inkml:trace>
</inkml:ink>
</file>

<file path=ppt/ink/ink2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50.048"/>
    </inkml:context>
    <inkml:brush xml:id="br0">
      <inkml:brushProperty name="width" value="0.025" units="cm"/>
      <inkml:brushProperty name="height" value="0.025" units="cm"/>
    </inkml:brush>
  </inkml:definitions>
  <inkml:trace contextRef="#ctx0" brushRef="#br0">0 0 8904,'0'0'5382,"22"71"-4550,-2-24-95,3 5-257,-1 10-223,-2 4-193,2 6-64,-6 0-32,0-3-225,-6-5-1696,-6-13-1667,-1-15-3106</inkml:trace>
</inkml:ink>
</file>

<file path=ppt/ink/ink2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52.255"/>
    </inkml:context>
    <inkml:brush xml:id="br0">
      <inkml:brushProperty name="width" value="0.025" units="cm"/>
      <inkml:brushProperty name="height" value="0.025" units="cm"/>
    </inkml:brush>
  </inkml:definitions>
  <inkml:trace contextRef="#ctx0" brushRef="#br0">170 44 64,'-3'-2'7385,"10"-6"-4889,19-12-3399,-9 7 5383,-17 31-4053,-4 6-169,0 0 0,-2-1 0,0 1 0,-2-1 0,-19 41 0,10-25 20,13-30-197,-21 55 497,-2-1 0,-61 99 0,136-180 725,15-14-1217,357-154 212,-344 168-167,-54 16-6903,-38 2 2693,-6 0-3005</inkml:trace>
</inkml:ink>
</file>

<file path=ppt/ink/ink2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52.549"/>
    </inkml:context>
    <inkml:brush xml:id="br0">
      <inkml:brushProperty name="width" value="0.025" units="cm"/>
      <inkml:brushProperty name="height" value="0.025" units="cm"/>
    </inkml:brush>
  </inkml:definitions>
  <inkml:trace contextRef="#ctx0" brushRef="#br0">15 50 7976,'0'0'1719,"-2"-8"-294,-2 0-835,-2-10-88,4 3 3184,1 125-3122,18 360 703,-16-454-1265,1-1-1,0 1 1,1-1 0,1 0 0,0 0-1,1 0 1,1-1 0,0 0 0,1 0 0,1 0-1,9 13 1,1-12-717,-1-12-2355</inkml:trace>
</inkml:ink>
</file>

<file path=ppt/ink/ink2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03.326"/>
    </inkml:context>
    <inkml:brush xml:id="br0">
      <inkml:brushProperty name="width" value="0.025" units="cm"/>
      <inkml:brushProperty name="height" value="0.025" units="cm"/>
    </inkml:brush>
  </inkml:definitions>
  <inkml:trace contextRef="#ctx0" brushRef="#br0">138 100 2723,'0'0'2562,"-7"-5"-2151,-2-2-270,6 4-26,0 0 0,0 0 0,0 1 1,-1 0-1,1-1 0,-1 1 0,-6-2 0,10 4-71,-1-1-1,0 1 1,1 0-1,-1 0 0,0 0 1,1 0-1,-1 0 1,0 0-1,1 1 0,-1-1 1,0 0-1,1 0 1,-1 0-1,0 1 0,1-1 1,-1 0-1,0 1 1,1-1-1,-1 0 1,1 1-1,-1-1 0,1 1 1,-1-1-1,1 1 1,-1-1-1,1 1 0,-1-1 1,1 1-1,0-1 1,-1 1-1,1 0 0,0-1 1,0 1-1,-1 0 1,1-1-1,0 1 0,0 0 1,0-1-1,0 1 1,0 0-1,0 1 0,-5 37 1,5-33 150,7 419 1717,1-281-1852,-19-318 2567,-42-300-2241,43 435 1268,6 36-691,2 24-876,3-3-75,1 0 0,1 1 0,0-1-1,1 0 1,1-1 0,7 19 0,-8-26-5,1 1-1,-1-1 1,2-1 0,-1 1-1,1-1 1,1 0 0,0 0-1,0-1 1,1 1 0,0-2-1,11 10 1,-17-16-5,0 1-1,1-1 1,-1 1-1,0-1 1,1 0-1,-1 0 1,1 0 0,0 0-1,-1 0 1,1 0-1,0-1 1,-1 1-1,1-1 1,0 0-1,0 0 1,0 0 0,-1 0-1,1-1 1,0 1-1,3-2 1,-2 1 1,-1-1 0,1 0 0,-1 0 0,0 0 0,0 0 0,0-1 0,0 0 0,0 1 0,-1-1 0,1 0 0,-1 0-1,4-6 1,3-7 6,-1-1-1,-1 1 1,0-1-1,7-34 1,-7 8 22,2-52 1,-8 86 244,0 40 65,1 0 0,1-1 0,2 0 0,1 0 0,1 0 0,18 46 0,-15-54-689,-1-1 1,2 0-1,1-1 1,1 0-1,23 27 0,-13-28-6436,-11-16 1895</inkml:trace>
</inkml:ink>
</file>

<file path=ppt/ink/ink2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03.995"/>
    </inkml:context>
    <inkml:brush xml:id="br0">
      <inkml:brushProperty name="width" value="0.025" units="cm"/>
      <inkml:brushProperty name="height" value="0.025" units="cm"/>
    </inkml:brush>
  </inkml:definitions>
  <inkml:trace contextRef="#ctx0" brushRef="#br0">210 110 8232,'0'0'288,"1"-7"102,2-22 144,-3 28-460,0 1 1,-1-1 0,1 0 0,0 0-1,-1 1 1,1-1 0,-1 0 0,1 1-1,-1-1 1,1 1 0,-1-1 0,1 1-1,-1-1 1,0 1 0,1-1 0,-1 1-1,0-1 1,1 1 0,-1 0 0,0-1-1,1 1 1,-1 0 0,0 0 0,0 0-1,0-1 1,1 1 0,-1 0 0,0 0-1,0 0 1,1 0 0,-1 0 0,0 1 0,0-1-1,0 0 1,0 0 0,-30 4 463,20-1-336,1 1-1,-1 1 1,1-1-1,0 2 0,0-1 1,0 2-1,1-1 1,0 1-1,0 1 1,-7 7-1,12-11-160,0 0 1,0 0-1,0 1 1,1-1-1,-1 1 1,1 0-1,0 0 1,1 0-1,-1 0 1,1 0-1,0 1 1,0-1-1,1 1 1,0-1-1,0 1 1,0 0-1,0-1 1,1 1-1,0 0 1,0 0-1,2 9 1,-1-13-41,0 0 1,-1-1 0,1 1 0,0 0 0,0 0-1,0-1 1,0 1 0,1-1 0,-1 1 0,0-1-1,1 0 1,-1 1 0,0-1 0,1 0 0,0 0-1,-1 0 1,1 0 0,0 0 0,-1 0 0,1-1-1,0 1 1,0 0 0,0-1 0,0 1 0,0-1-1,-1 0 1,1 0 0,0 0 0,0 0-1,0 0 1,0 0 0,0 0 0,0-1 0,0 1-1,0-1 1,-1 1 0,1-1 0,2-1 0,4 0 3,0-1 0,0-1 0,0 1 1,-1-1-1,1-1 0,-1 1 0,9-8 1,-14 10-4,43-43-20,-42 42 28,-1 0-1,1-1 1,-1 1-1,0 0 0,1-1 1,-2 0-1,1 1 1,0-1-1,-1 0 0,1 0 1,-1 0-1,1-8 0,-2 12 200,11 31 1590,-10-29-1796,0-1 0,0 0 0,0 1 0,1-1 1,-1 0-1,0 0 0,1 0 0,-1 0 0,0 0 0,1 0 1,-1 0-1,1-1 0,0 1 0,-1 0 0,1-1 0,-1 1 1,1-1-1,0 0 0,0 0 0,-1 1 0,1-1 1,0 0-1,-1 0 0,1-1 0,0 1 0,-1 0 0,1 0 1,0-1-1,-1 1 0,1-1 0,0 0 0,-1 1 0,1-1 1,-1 0-1,1 0 0,-1 0 0,0 0 0,1 0 0,-1 0 1,0 0-1,0-1 0,0 1 0,1-2 0,7-7-8,0 0 1,-1-1-1,0-1 0,7-13 0,-13 21-4,14-27 4,-13 23 5,0 1 0,0 0 0,1-1 0,1 1 0,-1 0 0,1 1 0,0-1 0,10-9 0,-14 16 0,0 0 0,0 0-1,-1-1 1,1 1 0,0 0 0,0 0 0,0 0-1,0 0 1,0 0 0,0 0 0,0 0-1,-1 0 1,1 1 0,0-1 0,0 0-1,0 0 1,0 1 0,-1-1 0,1 1 0,0-1-1,0 1 1,-1-1 0,1 1 0,0-1-1,-1 1 1,1-1 0,0 1 0,-1 0-1,1-1 1,-1 1 0,1 0 0,-1 0-1,1 1 1,21 34-11,-16-25 9,-3-7-150,0 0 0,-1 0 1,2 0-1,-1-1 0,0 1 0,1-1 0,0 0 1,-1 0-1,1 0 0,0-1 0,1 1 1,-1-1-1,0 0 0,1 0 0,-1 0 1,1-1-1,-1 0 0,1 0 0,0 0 1,0 0-1,0-1 0,-1 1 0,1-1 0,0-1 1,0 1-1,0-1 0,-1 1 0,1-2 1,0 1-1,-1 0 0,1-1 0,-1 0 1,1 0-1,-1 0 0,0 0 0,0-1 1,0 0-1,0 0 0,0 0 0,-1 0 1,5-5-1,10-14-5144</inkml:trace>
</inkml:ink>
</file>

<file path=ppt/ink/ink2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04.665"/>
    </inkml:context>
    <inkml:brush xml:id="br0">
      <inkml:brushProperty name="width" value="0.025" units="cm"/>
      <inkml:brushProperty name="height" value="0.025" units="cm"/>
    </inkml:brush>
  </inkml:definitions>
  <inkml:trace contextRef="#ctx0" brushRef="#br0">14 1 15471,'0'0'64,"-3"10"-112,2-8 45,-1 3 3,0 1 0,1-1-1,-1 0 1,1 0 0,0 1 0,1-1 0,-1 0 0,1 1-1,0-1 1,1 1 0,-1-1 0,1 0 0,0 1-1,2 5 1,120 417 379,-125-447-375,2-1 0,0 1 0,1-1-1,1 1 1,1 0 0,10-35-1,-8 34-2,-2 4 2,-3 11 0,1 0 0,0-1-1,0 1 1,1 0-1,-1-1 1,1 1 0,0 0-1,1 0 1,-1 0-1,6-6 1,-8 10-3,0 1 0,0 0 0,0 0 0,0 0 0,1 0 0,-1 0 0,0 0 0,0-1 0,0 1-1,0 0 1,0 0 0,1 0 0,-1 0 0,0 0 0,0 0 0,0 0 0,0 0 0,1 0 0,-1 0 0,0 0 0,0 0 0,0 0 0,0 0 0,1 0 0,-1 0 0,0 0 0,0 0-1,0 0 1,0 0 0,1 0 0,-1 0 0,0 0 0,0 0 0,0 0 0,0 0 0,1 1 0,-1-1 0,0 0 0,0 0 0,0 0 0,0 0 0,0 0 0,0 0 0,0 1-1,1-1 1,-1 0 0,0 0 0,0 0 0,0 1 0,3 13-6,-2 20-6,-1-32 12,0 8 0,0 1 0,1-1 0,0 0 0,1 0 1,0 0-1,4 13 0,-5-21 0,0 1 0,0-1-1,0 1 1,1-1 0,-1 1 0,1-1-1,0 0 1,-1 1 0,1-1 0,0 0-1,0 0 1,0 0 0,1-1 0,-1 1-1,0 0 1,1-1 0,-1 0 0,1 1 0,-1-1-1,1 0 1,0-1 0,0 1 0,-1 0-1,1-1 1,0 1 0,0-1 0,3 0-1,7 1 11,24-4-12,-35 3 3,-1-1-1,0 1 1,0-1 0,0 0-1,0 0 1,0 0 0,0 0 0,0 0-1,0 0 1,0 0 0,-1 0-1,1 0 1,0 0 0,-1 0 0,1 0-1,0-1 1,-1 1 0,0 0-1,1 0 1,-1-1 0,0 1 0,1 0-1,-1-1 1,0 1 0,0 0-1,0-3 1,0-8-6,1-1 0,1 0 0,0 1 0,0-1 0,1 1 0,1-1 0,5-11-1,-8 22 28,1-1 0,-1 1 0,0-1 0,1 1 0,0-1 0,0 1-1,-1 0 1,1 0 0,1 0 0,-1 0 0,0 0 0,0 0 0,1 1-1,-1-1 1,1 1 0,-1 0 0,1-1 0,0 1 0,-1 0 0,1 1 0,0-1-1,0 0 1,0 1 0,0 0 0,-1-1 0,1 1 0,0 0 0,0 0-1,0 1 1,0-1 0,0 1 0,0-1 0,-1 1 0,1 0 0,0 0-1,-1 0 1,5 3 0,-2-1 0,-1-1 0,0 1-1,-1 0 1,1 0 0,0 0 0,-1 0 0,0 1-1,0 0 1,0-1 0,0 1 0,0 0-1,-1 1 1,0-1 0,0 0 0,0 1-1,0-1 1,-1 1 0,0-1 0,0 1-1,0 0 1,0-1 0,-1 1 0,1 0 0,-1 0-1,-1-1 1,1 1 0,-1 0 0,1 0-1,-1-1 1,-1 1 0,1 0 0,-1-1-1,0 0 1,0 1 0,0-1 0,0 0-1,-1 0 1,-3 5 0,0-3-57,-1 0 1,1-1 0,-1 1-1,0-1 1,-1-1-1,1 1 1,-1-1-1,-9 3 1,-21 1-3067,6-8-3070</inkml:trace>
</inkml:ink>
</file>

<file path=ppt/ink/ink2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1:54.243"/>
    </inkml:context>
    <inkml:brush xml:id="br0">
      <inkml:brushProperty name="width" value="0.025" units="cm"/>
      <inkml:brushProperty name="height" value="0.025" units="cm"/>
    </inkml:brush>
  </inkml:definitions>
  <inkml:trace contextRef="#ctx0" brushRef="#br0">0 37 1057,'11'-13'2175,"11"-11"-118,-11 24-1469,-3 17-224,4 56 748,-4 0 1,-2 0-1,-6 102 0,-1-72-447,1-67-496,8 304 1099,-2-255-888,4-1 1,20 83-1,-29-162-398,8 22 294,-9-26-290,0 0 1,0 0-1,1 0 1,-1 0-1,1 0 1,-1-1-1,1 1 1,-1 0-1,1 0 1,-1-1-1,1 1 1,-1 0-1,1-1 1,0 1-1,0-1 1,-1 1-1,1 0 1,0-1-1,0 0 1,0 1-1,0-1 1,-1 0-1,1 1 1,1-1-1,-1 0-96,-1 0-1,0 0 1,1-1 0,-1 1-1,1 0 1,-1-1-1,0 1 1,0 0 0,1-1-1,-1 1 1,0 0 0,0-1-1,1 1 1,-1-1-1,0 1 1,0 0 0,0-1-1,0 1 1,1-1 0,-1 1-1,0-1 1,0 1-1,0 0 1,0-1 0,0 1-1,0-1 1,0 1 0,0-1-1,0 1 1,-1 0-1,1-1 1,0 0 0,0-3-967,0-22-4341</inkml:trace>
</inkml:ink>
</file>

<file path=ppt/ink/ink2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1:55.022"/>
    </inkml:context>
    <inkml:brush xml:id="br0">
      <inkml:brushProperty name="width" value="0.025" units="cm"/>
      <inkml:brushProperty name="height" value="0.025" units="cm"/>
    </inkml:brush>
  </inkml:definitions>
  <inkml:trace contextRef="#ctx0" brushRef="#br0">0 282 641,'0'0'6262,"8"-5"-5953,0 0-213,1 0 0,-1 1 0,1 0 1,0 0-1,0 1 0,0 0 0,0 1 0,1 0 0,17-2 0,638-97 1772,-331 42-1542,186-19 2397,-518 77-2669,1 1 0,-1-1 0,1 1 1,-1-1-1,1 1 0,-1 0 0,1 0 0,0 0 1,-1 1-1,1-1 0,-1 1 0,1-1 1,-1 1-1,1 0 0,-1 0 0,1 0 0,-1 0 1,0 0-1,1 1 0,-1-1 0,3 3 0,-2 1-14,0 1-1,0-1 1,0 1-1,-1-1 1,0 1-1,0 0 1,-1 0-1,2 7 1,78 425 3039,-54-265-2326,70 247 1,-91-404-363,2 10-1720,-8-25 1151,0-1-1,0 1 1,0 0-1,0-1 1,0 1 0,-1 0-1,1-1 1,0 1-1,-1-1 1,1 1 0,0-1-1,-1 1 1,1-1-1,0 1 1,-1-1 0,1 1-1,-1-1 1,1 0-1,-1 1 1,1-1-1,-1 0 1,0 1 0,1-1-1,-1 0 1,1 0-1,-1 1 1,1-1 0,-1 0-1,0 0 1,1 0-1,-1 0 1,0 0 0,1 0-1,-1 0 1,0 0-1,1 0 1,-1 0-1,0-1 1,-18 1-5256</inkml:trace>
</inkml:ink>
</file>

<file path=ppt/ink/ink2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1:55.697"/>
    </inkml:context>
    <inkml:brush xml:id="br0">
      <inkml:brushProperty name="width" value="0.025" units="cm"/>
      <inkml:brushProperty name="height" value="0.025" units="cm"/>
    </inkml:brush>
  </inkml:definitions>
  <inkml:trace contextRef="#ctx0" brushRef="#br0">1 412 769,'0'0'4906,"7"-5"-3961,12-5-373,1 0 0,0 2 0,1 0 0,0 1 0,34-6 0,1187-226 2871,-801 156-2060,-433 81-1308,2-1-1018,-10-6-2705,-4-5-3095</inkml:trace>
</inkml:ink>
</file>

<file path=ppt/ink/ink2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1:56.512"/>
    </inkml:context>
    <inkml:brush xml:id="br0">
      <inkml:brushProperty name="width" value="0.025" units="cm"/>
      <inkml:brushProperty name="height" value="0.025" units="cm"/>
    </inkml:brush>
  </inkml:definitions>
  <inkml:trace contextRef="#ctx0" brushRef="#br0">151 69 929,'0'0'667,"-4"-5"-635,2 2-24,0 1 0,0-1 0,-1 1 0,1 0 0,-1 0 0,0 0 0,0 0 0,0 0 0,-5-2 0,-8-5 953,8 5-572,1 0 1,-1 0-1,0 1 0,0 0 0,0 0 0,0 1 1,-1 0-1,1 0 0,-1 1 0,-10-1 1,19 2-198,34 0 1222,-28 0-5359</inkml:trace>
</inkml:ink>
</file>

<file path=ppt/ink/ink2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1:57.365"/>
    </inkml:context>
    <inkml:brush xml:id="br0">
      <inkml:brushProperty name="width" value="0.025" units="cm"/>
      <inkml:brushProperty name="height" value="0.025" units="cm"/>
    </inkml:brush>
  </inkml:definitions>
  <inkml:trace contextRef="#ctx0" brushRef="#br0">38 343 865,'0'0'3897,"-6"-1"-3625,-22-5 22,29 6-217,-1 0 0,0 0 0,0 0 0,0 0 1,0 0-1,1 1 0,-1-1 0,0 0 0,0 0 1,0 0-1,0 0 0,0 1 0,0-1 0,1 0 1,-1 0-1,0 0 0,0 1 0,0-1 0,0 0 1,0 0-1,0 0 0,0 1 0,0-1 0,0 0 1,0 0-1,0 1 0,0-1 0,0 0 0,0 0 0,0 0 1,0 1-1,0-1 0,0 0 0,-1 0 0,1 0 1,0 1-1,0-1 0,0 0 0,0 0 0,0 0 1,0 1-1,-1-1 0,1 0 0,0 0 0,0 0 1,0 0-1,0 0 0,-1 0 0,1 1 0,0-1 0,0 0 1,0 0-1,-1 0 0,1 0 0,0 0 0,0 0 1,-1 0-1,1 0 0,0 0 0,0 0 0,0 0 1,-1 0-1,1 0 0,0 0 0,-1 0 0,2 1 0,0 0-1,0 0 1,0 0-1,0 0 0,-1-1 1,1 1-1,0 0 1,1 0-1,-1-1 1,0 1-1,0-1 0,0 1 1,0-1-1,0 1 1,0-1-1,1 0 0,1 1 1,43-4 436,0-3 1,0-1 0,85-26 0,-47 12-354,503-87 983,-97 22-86,-383 58-457,30-6-154,-83 25-482,-13 1-261,0 2-1,48-1 0,-88 7-1987</inkml:trace>
</inkml:ink>
</file>

<file path=ppt/ink/ink2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1:58.018"/>
    </inkml:context>
    <inkml:brush xml:id="br0">
      <inkml:brushProperty name="width" value="0.025" units="cm"/>
      <inkml:brushProperty name="height" value="0.025" units="cm"/>
    </inkml:brush>
  </inkml:definitions>
  <inkml:trace contextRef="#ctx0" brushRef="#br0">1 137 1473,'0'0'161,"0"-11"378,2-58 990,2 14 2285,-4 54-2831,0 13-385,-3 133-1394,0-60 2885,3 1 0,14 103 0,28 42-1176,-15-92-133,12 189-1,-36-308-628,3-19 297,-5-3-701,0 1 1,0-1-1,0-1 1,0 1-1,0 0 0,-1 0 1,1 0-1,-1 0 0,1-1 1,-1 1-1,0 0 1,0-4-1,0-18-5326</inkml:trace>
</inkml:ink>
</file>

<file path=ppt/ink/ink2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1:58.643"/>
    </inkml:context>
    <inkml:brush xml:id="br0">
      <inkml:brushProperty name="width" value="0.025" units="cm"/>
      <inkml:brushProperty name="height" value="0.025" units="cm"/>
    </inkml:brush>
  </inkml:definitions>
  <inkml:trace contextRef="#ctx0" brushRef="#br0">1 0 6502,'0'0'3096,"9"4"-2188,-3-1-736,-1 0-1,1 0 1,0 0 0,-1 1 0,0 0 0,0 0-1,0 1 1,0 0 0,-1-1 0,0 1-1,0 1 1,0-1 0,0 1 0,-1-1-1,0 1 1,4 10 0,17 42 693,-3 1 0,-2 1 0,17 93 0,11 190-158,0 6-422,-47-348-285,18 66 48,-17-64-44,0 0 1,0 0-1,1 0 1,-1 0-1,1 0 1,-1 0-1,1 0 1,0-1-1,0 1 1,1-1-1,-1 0 1,0 1 0,1-1-1,-1 0 1,1 0-1,0-1 1,0 1-1,3 1 1,-6-3-83,0 0 1,0 0-1,1 0 1,-1 1-1,0-1 1,0 0-1,0 0 0,1 0 1,-1 0-1,0 0 1,0 0-1,0 0 1,1 0-1,-1 0 1,0 0-1,0 0 1,1 0-1,-1 0 1,0 0-1,0 0 1,0-1-1,1 1 0,-1 0 1,0 0-1,0 0 1,0 0-1,1 0 1,-1 0-1,0 0 1,0-1-1,0 1 1,0 0-1,0 0 1,1 0-1,-1 0 1,0-1-1,0 1 0,0 0 1,0 0-1,0 0 1,0-1-1,0 1 1,0 0-1,0 0 1,0 0-1,0-1 1,1 1-1,-1 0 1,0 0-1,0-1 1,-1 1-1,1 0 0,0 0 1,0 0-1,0-1 1,0 1-1,0 0 1,0 0-1,0 0 1,0-1-1,0 1 1,-1 0-1,2-25-8276</inkml:trace>
</inkml:ink>
</file>

<file path=ppt/ink/ink2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1:59.725"/>
    </inkml:context>
    <inkml:brush xml:id="br0">
      <inkml:brushProperty name="width" value="0.025" units="cm"/>
      <inkml:brushProperty name="height" value="0.025" units="cm"/>
    </inkml:brush>
  </inkml:definitions>
  <inkml:trace contextRef="#ctx0" brushRef="#br0">0 1 8680,'0'0'128,"5"13"-1265,12 66 2540,-2 1 0,6 145-1,-11-99-645,63 1486 2163,-78-1095-1377,21 633 1425,-7-1034-2954,21 466 239,-28-580-255,0 0-1,1 0 1,-1 0 0,1 0-1,-1-1 1,1 1 0,0-1-1,-1 1 1,1-1 0,0 0-1,4 1 1,-4-1 3,29 11 20,1-2-1,-1-2 1,1-1-1,58 5 1,140-4 27,-181-8-44,1013-53 85,-754 30 46,2532-241 1323,-288 48-818,-2246 205-649,493-41-660,-788 50 437,9 0-317,1-2 0,27-8-1,-43 11 26,0-1 1,-1-1-1,0 1 0,1-1 0,-1 0 0,0 0 0,0 0 0,-1-1 1,1 1-1,-1-1 0,1-1 0,-1 1 0,5-7 0,12-37-9517</inkml:trace>
</inkml:ink>
</file>

<file path=ppt/ink/ink2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00.300"/>
    </inkml:context>
    <inkml:brush xml:id="br0">
      <inkml:brushProperty name="width" value="0.025" units="cm"/>
      <inkml:brushProperty name="height" value="0.025" units="cm"/>
    </inkml:brush>
  </inkml:definitions>
  <inkml:trace contextRef="#ctx0" brushRef="#br0">29 16 10154,'-2'-16'3268,"7"43"-2570,8 50-346,2 24 561,-5 1 0,-5 186 0,-6-271-808,0-1 0,-1 1 0,0-1 0,-2 1 1,0-1-1,0 0 0,-2-1 0,0 1 0,-1-1 0,0 0 0,-1 0 0,-15 19 1,64-57-5343,-20 3 256</inkml:trace>
</inkml:ink>
</file>

<file path=ppt/ink/ink2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00.785"/>
    </inkml:context>
    <inkml:brush xml:id="br0">
      <inkml:brushProperty name="width" value="0.025" units="cm"/>
      <inkml:brushProperty name="height" value="0.025" units="cm"/>
    </inkml:brush>
  </inkml:definitions>
  <inkml:trace contextRef="#ctx0" brushRef="#br0">370 18 15022,'-8'-4'80,"8"4"-80,-3-2 18,1 1 0,-1-1 1,-1 1-1,1-1 0,0 1 0,0 0 0,0 0 0,-1 0 0,1 1 1,0-1-1,-1 1 0,1 0 0,0 0 0,-1 0 0,1 0 1,-1 0-1,1 1 0,0 0 0,-1 0 0,1 0 0,0 0 1,0 0-1,0 0 0,-6 4 0,-36 26 122,-49 42-1,75-57-47,1 2-1,0 1 1,1 0-1,-25 37 1,39-52-65,1-1 0,-1 1 1,1-1-1,0 1 1,0 0-1,1 0 0,-1 0 1,1 0-1,0 0 0,0 0 1,0 1-1,1-1 0,-1 0 1,1 0-1,0 6 0,1-9-19,0 0 0,0-1 0,-1 1-1,1 0 1,0-1 0,0 1-1,0-1 1,0 0 0,0 1 0,0-1-1,0 0 1,0 1 0,0-1-1,0 0 1,0 0 0,0 0 0,0 0-1,0 0 1,0 0 0,0 0-1,0 0 1,1-1 0,25-3 87,-11-3-85,-1 0 1,0-1-1,0 0 1,-1-1 0,0-1-1,-1-1 1,20-19-1,42-29-276,-74 57 291,1 1 0,0 0 0,-1 0 0,1 0-1,0 1 1,-1-1 0,1 0 0,0 1 0,0-1 0,0 1-1,0-1 1,-1 1 0,1 0 0,0 0 0,0 0 0,0 0-1,0 0 1,0 0 0,0 0 0,0 1 0,-1-1 0,1 1-1,0-1 1,0 1 0,0 0 0,-1 0 0,1 0 0,0 0-1,-1 0 1,1 0 0,-1 0 0,1 0 0,-1 1 0,0-1-1,1 0 1,-1 1 0,0-1 0,0 1 0,0 0 0,0-1-1,0 1 1,0 0 0,-1 0 0,2 3 0,4 11 256,-1 0 0,-1 0 1,0 0-1,2 19 0,-4-19-253,-1-9-86,8 32 563,-9-38-574,0 1-1,0-1 0,1 0 1,-1 0-1,0 1 1,1-1-1,0 0 1,-1 0-1,1 0 0,0 1 1,-1-1-1,1 0 1,0 0-1,0 0 1,0 0-1,0-1 0,0 1 1,0 0-1,0 0 1,0-1-1,0 1 1,0 0-1,2 0 1,-2-2-54,0 1 0,0 0 1,0-1-1,-1 0 0,1 1 1,0-1-1,0 1 0,0-1 1,-1 0-1,1 0 0,0 1 1,-1-1-1,1 0 1,0 0-1,-1 0 0,1 0 1,-1 0-1,0 0 0,1 0 1,-1 0-1,0 0 0,1 0 1,-1 0-1,0 0 1,0 0-1,0-1 0,6-36-2077,-6 32 1503,4-33-2122,-2-5-859</inkml:trace>
</inkml:ink>
</file>

<file path=ppt/ink/ink2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01.218"/>
    </inkml:context>
    <inkml:brush xml:id="br0">
      <inkml:brushProperty name="width" value="0.025" units="cm"/>
      <inkml:brushProperty name="height" value="0.025" units="cm"/>
    </inkml:brush>
  </inkml:definitions>
  <inkml:trace contextRef="#ctx0" brushRef="#br0">12 1 4036,'0'0'10025,"8"4"-9192,-2 0-699,-1 1 0,0 0-1,0-1 1,0 1 0,0 1 0,-1-1 0,1 1-1,-1 0 1,-1 0 0,1 0 0,-1 0 0,0 1-1,-1-1 1,1 1 0,1 9 0,11 35 424,11 64-1,-22-92-331,-1 1-1,0 0 0,-2 0 1,-2 27-1,3-59-230,0 0 1,0 1-1,1-1 0,-1 1 1,2-1-1,-1 1 1,1 0-1,0 0 0,1 1 1,0-1-1,0 1 1,0 0-1,0 0 0,1 1 1,0-1-1,1 1 1,-1 1-1,1-1 0,12-6 1,-5 4-8,1 1 1,-1 0-1,1 0 0,0 2 1,1 0-1,-1 1 1,1 0-1,-1 1 0,19 0 1,-25 2 18,0 0 1,0 1-1,0 0 0,-1 1 1,1 0-1,0 0 1,-1 1-1,13 5 0,-18-6-3,1-1-1,-1 1 0,-1 0 1,1 0-1,0 0 0,0 0 1,-1 1-1,1-1 0,-1 1 1,0-1-1,0 1 0,0 0 0,0 0 1,0 0-1,-1 0 0,1 0 1,-1 1-1,0-1 0,0 0 1,0 0-1,0 1 0,-1-1 1,1 1-1,-1 5 0,0-6 0,-1 0 0,0-1 1,0 1-1,0 0 0,0-1 0,0 1 0,0-1 0,-1 1 1,1-1-1,-1 0 0,0 1 0,0-1 0,1 0 0,-1 0 1,-1 0-1,1 0 0,0-1 0,0 1 0,-1 0 0,1-1 0,-1 0 1,-3 2-1,-66 25 76,61-24-71,-123 37-381,-36 13-2648,61-10-5158,102-42 1943</inkml:trace>
</inkml:ink>
</file>

<file path=ppt/ink/ink2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01.965"/>
    </inkml:context>
    <inkml:brush xml:id="br0">
      <inkml:brushProperty name="width" value="0.025" units="cm"/>
      <inkml:brushProperty name="height" value="0.025" units="cm"/>
    </inkml:brush>
  </inkml:definitions>
  <inkml:trace contextRef="#ctx0" brushRef="#br0">404 9 10314,'-11'-2'245,"4"0"-66,0 0-1,0 1 1,0 0-1,0 1 0,-1 0 1,1 0-1,0 0 1,0 1-1,0 0 0,0 0 1,0 1-1,0 0 1,0 0-1,0 1 1,1 0-1,-1 0 0,1 0 1,-6 5-1,-13 12-46,1 2 1,2 1-1,0 0 0,2 2 0,0 0 1,2 2-1,1 0 0,1 0 0,1 2 0,2 0 1,0 0-1,-13 54 0,25-79-114,-1 1-1,2 0 1,-1-1-1,1 1 0,-1 0 1,1 0-1,0-1 1,1 1-1,-1 0 1,3 6-1,-3-10-10,1 1-1,0-1 1,0 0 0,0 0-1,0 1 1,1-1-1,-1 0 1,0 0 0,0 0-1,1 0 1,-1 0-1,0-1 1,1 1 0,-1 0-1,1-1 1,-1 1-1,1 0 1,-1-1 0,1 0-1,0 1 1,-1-1-1,1 0 1,-1 0 0,1 0-1,0 0 1,-1 0-1,1-1 1,0 1 0,-1 0-1,1-1 1,-1 1-1,1-1 1,1 0 0,8-2-198,0-1 0,0-1 0,0 1 0,0-2 0,-1 1 1,16-13-1,55-47-6502,-45 32 1231</inkml:trace>
</inkml:ink>
</file>

<file path=ppt/ink/ink2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03.384"/>
    </inkml:context>
    <inkml:brush xml:id="br0">
      <inkml:brushProperty name="width" value="0.025" units="cm"/>
      <inkml:brushProperty name="height" value="0.025" units="cm"/>
    </inkml:brush>
  </inkml:definitions>
  <inkml:trace contextRef="#ctx0" brushRef="#br0">47 1 12492,'0'0'1842,"-7"10"-1426,2-1-374,0 1 0,1-1 0,0 1 1,0 0-1,1 0 0,0 0 0,0 0 0,2 0 1,-2 19-1,1-2 24,1-17-33,0 0 1,1 0-1,0 0 1,0 1-1,1-1 0,1 0 1,-1 0-1,2 0 1,5 16-1,-8-25-27,1 1 0,-1-1 0,1 0 0,0 0 0,-1 0-1,1 0 1,0 0 0,0 0 0,0 0 0,0 0 0,-1 0 0,1-1 0,0 1 0,1 0 0,-1-1-1,0 1 1,0 0 0,0-1 0,0 1 0,0-1 0,1 0 0,-1 1 0,0-1 0,0 0 0,1 0 0,-1 0-1,0 0 1,2 0 0,0-1 4,0 0-1,-1 0 1,1 0-1,-1 0 1,1-1-1,-1 1 0,0-1 1,1 0-1,-1 1 1,0-1-1,0 0 1,2-3-1,4-5-198,-1 0 0,0 0 0,0 0 0,9-21 0,-14 27-21,0-1 0,0 1 0,0-1 0,-1 0 0,0 1 0,0-1 0,0 0 0,0 0 0,-1 0 0,1 0 0,-2 0 0,1-7 0,-1 10 178,0 0-1,-1 1 1,1-1 0,0 0-1,-1 0 1,1 1 0,-1-1-1,1 0 1,-1 1 0,0 0-1,0-1 1,1 1 0,-1 0-1,0 0 1,0 0 0,0 0-1,0 0 1,-1 1 0,1-1-1,0 0 1,0 1 0,0 0-1,0-1 1,-1 1 0,1 0-1,0 0 1,0 1 0,-4-1-1,-64 1 524,69-1-106,19-4 613,23-9-646,1 1 1,1 2-1,-1 2 0,1 2 1,70-1-1,-110 6-332,-1 2-1,0-1 1,0 0 0,0 0-1,0 1 1,0-1-1,0 1 1,0 0 0,0-1-1,0 1 1,0 0 0,0 0-1,-1 0 1,1 0-1,0 1 1,-1-1 0,1 0-1,0 1 1,-1-1 0,0 1-1,1 0 1,-1-1-1,0 1 1,0 0 0,0 0-1,0 0 1,0 0 0,0 0-1,-1 0 1,1 0-1,-1 0 1,1 0 0,-1 0-1,0 0 1,0 0 0,0 3-1,0 11 194,0 0-1,-2-1 1,0 1-1,-5 17 1,0 11-133,7-43-71,0 0 0,-1 0 0,1 0 0,0 0 1,0 0-1,0 1 0,0-1 0,0 0 0,0 0 1,0 0-1,1 0 0,-1 0 0,0 0 0,0 0 1,1 0-1,-1 0 0,1 0 0,-1 0 1,1 0-1,-1 0 0,1 0 0,0 0 0,-1-1 1,1 1-1,0 0 0,0 0 0,0-1 0,0 1 1,-1 0-1,1-1 0,0 1 0,1 0 0,1-1 7,0 0 0,-1 0 0,1 0 0,-1-1 0,1 1 0,-1-1 0,1 1 0,-1-1 0,1 0 0,-1 0 0,0 0 0,0 0 0,3-2 0,10-6 10,-1-1-1,0 0 1,14-14-1,8-16-82,-28 29 10,1 1 0,1 0 0,15-13 0,-25 23 41,0 0 0,1 0 0,-1-1 0,0 1 1,1 0-1,-1 0 0,0 0 0,1-1 0,-1 1 0,0 0 0,1 0 1,-1 0-1,0 0 0,1 0 0,-1 0 0,0 0 0,1 0 0,-1 0 0,0 0 1,1 0-1,-1 0 0,1 0 0,-1 0 0,0 0 0,1 0 0,-1 0 1,0 0-1,1 0 0,-1 0 0,0 1 0,1-1 0,-1 0 0,0 0 1,1 0-1,-1 1 0,6 15-63,-3 26 76,-3-37-22,7 38 119,-7-42-97,0-1 0,1 1 0,-1 0 1,0-1-1,1 1 0,-1 0 0,0-1 0,1 1 0,-1-1 0,1 1 1,-1-1-1,1 1 0,-1-1 0,1 1 0,0-1 0,-1 1 1,1-1-1,-1 1 0,1-1 0,0 0 0,0 1 0,0-1 3,0-1 0,0 1 0,0 0 0,0 0 0,0 0 0,0-1 0,0 1 0,0-1 0,0 1-1,0-1 1,0 1 0,0-1 0,0 1 0,0-1 0,-1 0 0,1 1 0,0-1 0,0 0 0,-1 0-1,1-1 1,10-12 4,-1-2 0,-1 1-1,0-1 1,-1 0 0,10-31-1,-3 9-57,-14 37 39,-1-1 1,1 1 0,0 0 0,0 0-1,0 0 1,0 0 0,0 0-1,0 0 1,0 0 0,0 0-1,0 0 1,1 0 0,-1 0-1,0 1 1,0-1 0,1 1 0,-1-1-1,1 1 1,-1-1 0,0 1-1,1 0 1,-1-1 0,1 1-1,-1 0 1,1 0 0,-1 0-1,1 0 1,-1 1 0,0-1 0,1 0-1,-1 1 1,1-1 0,-1 0-1,0 1 1,1 0 0,-1-1-1,0 1 1,0 0 0,1 0 0,1 1-1,9 5-14,0 1 0,-1 0 0,13 12 0,-16-13 37,8 8 13,0 1 1,-1 0-1,-1 2 1,0 0-1,14 25 0,-24-37-16,-3-5-44,0 1 1,0-1 0,0 0 0,0 1-1,0-1 1,0 0 0,0 0-1,0 0 1,0 0 0,1 0-1,-1 0 1,0 0 0,1-1 0,-1 1-1,1 0 1,-1-1 0,1 1-1,-1-1 1,1 1 0,-1-1-1,1 0 1,-1 0 0,1 1 0,1-1-1,0-1-22,0 0-1,0 1 1,0-1-1,0 0 1,0-1-1,-1 1 1,1 0-1,0-1 1,-1 0-1,1 1 1,3-5-1,6-6-170,0 0-1,-1-1 0,15-22 0,-22 28 144,18-27-111,-16 24 170,1-1 1,0 1 0,0 0-1,1 0 1,1 1 0,17-15 0,-25 23 27,0 0 0,0 0 0,0 1 1,0-1-1,0 0 0,0 1 1,0-1-1,0 1 0,0-1 1,1 1-1,-1 0 0,0 0 1,0-1-1,1 1 0,-1 0 0,0 0 1,0 0-1,1 0 0,-1 0 1,0 1-1,0-1 0,1 0 1,-1 1-1,0-1 0,0 0 0,0 1 1,2 0-1,-1 1 5,0 0 0,1 0-1,-1 1 1,0-1 0,-1 0 0,1 1 0,0-1-1,-1 1 1,1-1 0,-1 1 0,2 3-1,1 6 32,-1 0-1,0 0 1,0 0-1,1 21 1,-4-33-48,-1 66 336,1-63-400,-1 0 0,1-1 0,0 1 0,-1 0 0,0-1 0,1 1 0,-1 0 0,0-1 0,0 0 0,-1 1-1,1-1 1,0 1 0,-1-1 0,0 0 0,1 0 0,-1 0 0,0 0 0,0 0 0,0 0 0,0-1 0,-4 3 0,5-4 39,1 1 1,0-1 0,-1 0-1,1 0 1,0 0 0,-1 0-1,1 1 1,0-1-1,-1 0 1,1 0 0,0 0-1,-1 0 1,1 0 0,0 0-1,-1 0 1,1 0-1,0 0 1,-1 0 0,1 0-1,-1 0 1,1 0 0,0 0-1,-1 0 1,1-1 0,0 1-1,-1 0 1,1 0-1,0 0 1,-1 0 0,1-1-1,0 1 1,0 0 0,-1 0-1,1-1 1,0 1 0,0 0-1,-1-1 1,1 1-1,0 0 1,0 0 0,0-1-1,0 1 1,-1 0 0,1-1-1,0 1 1,0-1 0,0 1-1,0 0 1,0-1-1,0 1 1,0 0 0,0-1-1,0 0-5,0-1 1,0 1-1,0 0 0,1 0 0,-1 0 0,0 0 1,1 0-1,-1-1 0,0 1 0,1 0 0,0 0 0,-1 0 1,1 0-1,0 0 0,1-1 0,8-5 19,1 1 0,-1 0 0,2 0 0,-1 1 0,0 1 0,1 0 0,23-4 0,30-12 44,-63 19 50,46-24-175,-46 25 173,-1-1-1,0 0 0,0 1 1,0-1-1,0 0 1,0 0-1,0 0 1,0 0-1,0 1 1,0-2-1,0 1 1,0 0-1,0 0 0,-1 0 1,1 0-1,0 0 1,-1-1-1,1 1 1,-1 0-1,0 0 1,1-1-1,-1 1 0,0 0 1,0-1-1,1 1 1,-1-1-1,0 1 1,-1 0-1,1-1 1,0 1-1,0 0 1,0-1-1,-1 1 0,0-2 1,0 2-20,1 1 0,0-1 0,-1 1 0,1-1 0,-1 1-1,1 0 1,-1-1 0,0 1 0,1 0 0,-1-1 0,1 1 0,-1 0 0,1 0 0,-1-1 0,0 1 0,1 0 0,-1 0 0,0 0-1,1 0 1,-1 0 0,1 0 0,-1 0 0,0 0 0,1 0 0,-1 0 0,0 1 0,1-1 0,-1 0 0,1 0 0,-1 0 0,1 1 0,-1-1-1,0 0 1,1 1 0,-1 0 0,0-1-35,-1 1 0,1 0-1,0 0 1,0 0 0,0 0 0,0 0-1,-1 0 1,2 0 0,-1 0 0,0 0-1,0 0 1,0 0 0,0 1 0,0 1-1,0 1 1,0-1-1,1 1 0,-1 0 0,1 0 0,0 0 0,0 0 0,0 0 0,1 0 0,-1 0 0,1 0 0,0-1 1,0 1-1,1 0 0,-1 0 0,1-1 0,-1 1 0,1-1 0,4 6 0,-2-5 46,0 1 0,1 0 0,0-1 0,0 0 0,0 0-1,0-1 1,1 1 0,0-1 0,-1 0 0,11 3 0,-2-1-351,1-1 1,0 0 0,0-1-1,0-1 1,0 0-1,0-1 1,0-1 0,0-1-1,20-2 1,20-13-4265</inkml:trace>
</inkml:ink>
</file>

<file path=ppt/ink/ink2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19.062"/>
    </inkml:context>
    <inkml:brush xml:id="br0">
      <inkml:brushProperty name="width" value="0.025" units="cm"/>
      <inkml:brushProperty name="height" value="0.025" units="cm"/>
    </inkml:brush>
  </inkml:definitions>
  <inkml:trace contextRef="#ctx0" brushRef="#br0">275 70 7111,'0'-2'130,"0"-1"1,0 0 0,-1 0 0,1 0 0,-1 0-1,1 0 1,-1 0 0,0 1 0,0-1-1,0 0 1,0 1 0,-1-1 0,1 0-1,-1 1 1,0 0 0,0-1 0,1 1-1,-2 0 1,1 0 0,0 0 0,0 0-1,0 0 1,-1 1 0,1-1 0,-1 1-1,0 0 1,1-1 0,-1 1 0,0 0-1,0 1 1,1-1 0,-1 0 0,0 1-1,0-1 1,0 1 0,0 0 0,0 0 0,-5 1-1,-1 0 143,0-1-1,0 1 1,0 1 0,0 0-1,0 0 1,1 1-1,-1 0 1,1 0 0,0 1-1,0 0 1,-12 9-1,13-8-219,0 0 0,1 1-1,0 0 1,0 1 0,0-1-1,1 1 1,0 0 0,1 0 0,-1 1-1,1 0 1,1-1 0,-1 1-1,1 0 1,1 1 0,0-1-1,0 0 1,0 1 0,1-1-1,0 1 1,1 0 0,0-1-1,2 17 1,-2-23-52,1 0 0,-1-1 0,1 1 1,0 0-1,-1-1 0,1 1 0,0-1 0,0 1 0,0-1 0,0 0 0,0 1 1,1-1-1,-1 0 0,0 0 0,0 0 0,1 1 0,-1-1 0,1-1 0,-1 1 0,1 0 1,-1 0-1,1-1 0,0 1 0,-1 0 0,1-1 0,0 0 0,-1 1 0,1-1 1,0 0-1,0 0 0,-1 0 0,1 0 0,0 0 0,0 0 0,-1-1 0,1 1 0,3-2 1,1 1 10,1-1 1,-1-1-1,0 1 1,1-1-1,-1 0 0,-1-1 1,1 1-1,7-7 1,0-2 14,-1-1-1,-1-1 1,18-26 0,-7 10-6,-22 29-21,1 0 0,-1 1 0,0-1 0,1 1 0,-1-1 0,1 1 0,-1-1 0,1 1 1,-1-1-1,1 1 0,-1-1 0,1 1 0,0-1 0,-1 1 0,1 0 0,-1 0 0,1-1 0,0 1 0,-1 0 0,1 0 0,0 0 0,0-1 0,-1 1 0,1 0 0,0 0 0,-1 0 0,1 0 0,0 0 1,-1 1-1,1-1 0,0 0 0,-1 0 0,1 0 0,0 1 0,-1-1 0,1 0 0,0 1 0,-1-1 0,1 0 0,-1 1 0,1-1 0,-1 1 0,1-1 0,-1 1 0,1-1 0,-1 1 0,1-1 1,-1 1-1,1-1 0,-1 2 0,19 36 159,-17-34-107,19 56 201,-3 0 1,-3 1-1,-2 1 1,-3 0-1,-3 1 1,-2-1 0,-5 84-1,0-135-245,-1-1 0,0 1 0,-1-1 0,0 0-1,-1 0 1,1 0 0,-2 0 0,0 0 0,0-1 0,-1 1 0,-11 16 0,12-21-3,0-1 1,0 0 0,0 1-1,-1-2 1,1 1 0,-1 0-1,0-1 1,0 0-1,0 0 1,-1 0 0,1-1-1,-1 0 1,0 0 0,1 0-1,-1-1 1,0 0 0,0 0-1,0 0 1,0-1 0,0 0-1,-12-1 1,15 1-4,0-1 1,-1 1-1,1-1 0,0 0 0,0 0 1,0 0-1,0-1 0,0 1 0,0-1 1,0 1-1,0-1 0,1 0 1,-1 0-1,1 0 0,-1 0 0,-3-5 1,2 1 1,0 1 1,1 0-1,0-1 0,0 0 1,1 0-1,-1 0 1,1 0-1,-1-8 1,0-3-2,0 0 1,2 0 0,0 0 0,1 0 0,3-32-1,0 36 17,0-1 0,1 1 0,0 0 0,1 1 0,0-1 0,1 1 0,1 0 0,0 0 0,14-18 0,-5 10-952,1 1-1,1 0 1,1 1-1,24-17 1,-10 11-4727</inkml:trace>
</inkml:ink>
</file>

<file path=ppt/ink/ink2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20.037"/>
    </inkml:context>
    <inkml:brush xml:id="br0">
      <inkml:brushProperty name="width" value="0.025" units="cm"/>
      <inkml:brushProperty name="height" value="0.025" units="cm"/>
    </inkml:brush>
  </inkml:definitions>
  <inkml:trace contextRef="#ctx0" brushRef="#br0">1 116 12139,'0'0'1250,"3"9"-983,54 94 1601,-55-100-1854,-1 1 1,1 0-1,-1-1 1,1 1-1,-1 0 1,0 0-1,0 0 0,-1 0 1,1 5-1,-14-31 274,12 15-252,1-1-1,0 1 0,0 0 0,0 0 0,1 0 0,0-1 0,1 1 0,-1 0 0,1 0 1,1 1-1,-1-1 0,1 0 0,6-10 0,-7 14 9,-1 0 0,1 0 0,0 0 0,0 1 0,0-1 0,1 0 1,-1 1-1,0-1 0,1 1 0,0 0 0,0 0 0,-1 0 0,1 0 0,0 1 0,1-1 0,-1 1 0,0-1 0,0 1 0,0 0 0,1 1 0,-1-1 1,1 0-1,-1 1 0,1 0 0,-1 0 0,0 0 0,1 0 0,-1 0 0,1 1 0,4 1 0,-2 2-10,0 0-1,0 0 0,0 1 1,-1 0-1,0 0 1,0 0-1,0 1 0,0-1 1,-1 1-1,0 0 1,0 1-1,5 10 0,18 24 227,-24-36-251,0-2-1,1 1 1,0 0-1,-1-1 1,1 1-1,1-1 1,-1 0-1,0 0 1,1-1-1,0 1 1,-1-1-1,1 0 1,0 0-1,0-1 1,0 0-1,0 0 1,9 1-1,-11-2-4,1 0-1,-1-1 1,0 1 0,1-1-1,-1 0 1,0 0-1,0 0 1,0-1-1,0 1 1,0-1-1,0 1 1,0-1 0,0 0-1,-1 0 1,1 0-1,0-1 1,-1 1-1,0-1 1,0 1-1,0-1 1,0 0 0,0 0-1,0 0 1,-1 0-1,1 0 1,-1 0-1,0 0 1,1-5-1,-1 6-4,0 0 0,0-1 1,0 1-1,0-1 0,0 1 0,-1-1 0,1 1 0,-1-1 0,0 1 0,1-1 0,-1 0 0,0 1 0,-1-1 0,1 1 0,0-1 0,-1 1 0,0-1 0,1 1 0,-1-1 0,0 1 0,0-1 0,0 1 0,-1 0 0,1 0 0,0-1 0,-1 1 0,0 0 0,1 0 0,-1 1 0,0-1 0,-4-3 0,-1 2 4,0 0 0,0 0 0,0 1 0,0 0-1,0 0 1,-1 1 0,1 0 0,-1 0 0,1 1 0,-9 0-1,-116-1-23,127-4 16,10-5 4,11-5 7,2 2-3,1 1 0,1 1-1,30-13 1,-42 21-4,1 0-1,-1 0 1,1 0 0,-1 1-1,1 1 1,0 0 0,0 0-1,0 0 1,0 1-1,0 0 1,14 3 0,-19-2 4,-1 1 0,0-1 1,0 1-1,0-1 0,0 1 0,0 0 1,0 0-1,-1 0 0,1 1 0,-1-1 1,1 1-1,-1-1 0,0 1 1,0 0-1,2 4 0,26 54 427,-15-29-122,-10-22-275,1 0 0,0-1 0,1 0 0,8 11 1,-14-19-33,0 0 1,-1 0-1,1 0 1,0 0-1,0 0 1,0 0-1,0-1 0,0 1 1,0 0-1,0 0 1,0-1-1,0 1 1,0 0-1,0-1 1,0 1-1,0-1 1,1 0-1,-1 1 1,0-1-1,0 0 1,1 0-1,-1 0 1,0 0-1,0 0 1,1 0-1,-1 0 1,0 0-1,0 0 1,1 0-1,-1-1 1,0 1-1,0-1 1,0 1-1,1-1 1,-1 1-1,0-1 1,0 0-1,0 1 1,0-1-1,0 0 1,0 0-1,0 0 1,-1 0-1,1 0 1,0 0-1,0 0 1,-1 0-1,1 0 1,0-2-1,11-24 142,-2-1 0,0 0 0,-2-1 0,4-29 0,-10 71 96,2 0 0,0 1 0,0-1 0,1-1 0,1 1 0,9 15 0,-12-23-331,-1-1 1,2 0 0,-1 0-1,0 0 1,1 0 0,0-1-1,0 1 1,0-1-1,4 3 1,-5-5-196,0 0 0,-1 1 1,1-1-1,-1-1 0,1 1 0,0 0 0,0-1 0,0 1 1,-1-1-1,1 0 0,0 0 0,0 0 0,0 0 1,0 0-1,0-1 0,-1 1 0,5-2 0,6-8-5772,-2-10-2231</inkml:trace>
</inkml:ink>
</file>

<file path=ppt/ink/ink2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20.419"/>
    </inkml:context>
    <inkml:brush xml:id="br0">
      <inkml:brushProperty name="width" value="0.025" units="cm"/>
      <inkml:brushProperty name="height" value="0.025" units="cm"/>
    </inkml:brush>
  </inkml:definitions>
  <inkml:trace contextRef="#ctx0" brushRef="#br0">22 64 14574,'0'0'395,"0"9"139,4 39 747,2 1 1,2-1-1,26 84 1,-16-66-968,13 91 0,-26-83-298,-15-88 66,-3-14-9,-1-19-109,2-1 0,3 0 0,-7-83 0,13-148-108,3 277 144,0-1 0,0 1 0,0-1 0,1 0 0,-1 1 0,1-1 0,-1 1 0,1-1 0,0 1 0,0-1 0,0 1 0,0 0 0,1-1 0,-1 1 0,0 0 0,1 0 0,0 0 0,3-3 0,-4 4 0,0 1 0,1-1 0,-1 1 0,1-1 0,-1 1 0,1 0 0,-1 0 0,1-1 0,-1 1 0,1 0 0,-1 0 0,1 1 0,-1-1 0,1 0 0,-1 0 0,1 1 0,-1-1 0,1 1 0,-1-1 0,0 1 0,1 0 0,-1 0 0,0-1 0,0 1 0,1 0 0,-1 0 0,0 0 0,0 0 0,0 0 0,0 1 0,0-1 0,1 2 0,4 3-2,-1 1 0,0 0 0,0 0 0,-1 1 0,0-1 0,0 1 0,0 0 0,-1 0 0,0 0 0,-1 1-1,0-1 1,0 0 0,-1 1 0,0 8 0,0-13 1,-1 0 0,0 0 0,-1 0 0,1 0-1,-1 0 1,0 0 0,0 0 0,0-1 0,0 1 0,-1 0-1,1-1 1,-1 1 0,0-1 0,0 0 0,-1 1 0,1-1-1,0 0 1,-1 0 0,0-1 0,0 1 0,0 0-1,0-1 1,0 0 0,0 0 0,-1 0 0,1 0 0,-1 0-1,1-1 1,-1 1 0,0-1 0,0 0 0,-5 1 0,4-1-227,0 0 0,0 0 0,0-1 0,0 0 0,0 1 1,0-2-1,-8 0 0,11 1-133,0-1 0,0 0 0,0 1 0,1-1 0,-1 0-1,0 0 1,1 0 0,-1 0 0,1 0 0,-1 0 0,1 0 0,-1 0 0,1-1 0,-3-2 0,-10-26-8763</inkml:trace>
</inkml:ink>
</file>

<file path=ppt/ink/ink2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12.168"/>
    </inkml:context>
    <inkml:brush xml:id="br0">
      <inkml:brushProperty name="width" value="0.025" units="cm"/>
      <inkml:brushProperty name="height" value="0.025" units="cm"/>
    </inkml:brush>
  </inkml:definitions>
  <inkml:trace contextRef="#ctx0" brushRef="#br0">317 92 6726,'0'0'187,"-6"-8"5,2 2-4,-1-1-1,-1 1 0,1-1 0,-1 1 0,0 1 0,0-1 0,-1 1 1,0 0-1,0 1 0,0 0 0,0 0 0,-1 0 0,1 1 1,-1 0-1,0 0 0,-13-2 0,14 4-70,0 1-1,0 0 1,1 0 0,-1 1-1,0 0 1,1 0-1,-1 0 1,0 1 0,1 0-1,0 0 1,-1 0-1,1 1 1,0 0 0,0 1-1,1-1 1,-1 1-1,1 0 1,-1 0 0,1 1-1,0 0 1,1 0 0,-1 0-1,1 0 1,0 0-1,1 1 1,-1 0 0,1 0-1,0 0 1,1 0-1,-1 0 1,-1 8 0,0-3-109,1-1 0,0 1 0,1 0 0,0-1 0,1 1 0,0 0 0,1 0 0,0 0 0,1 0 0,0 0 0,4 17 0,-5-26-6,1 0-1,0-1 1,0 1 0,0 0 0,0-1 0,0 1 0,0-1-1,0 1 1,1-1 0,-1 0 0,1 1 0,-1-1 0,1 0-1,-1 0 1,1 0 0,0 0 0,-1 0 0,1 0 0,0-1-1,0 1 1,-1 0 0,1-1 0,0 0 0,0 1 0,0-1-1,0 0 1,0 0 0,0 0 0,0 0 0,0 0 0,0-1-1,-1 1 1,1 0 0,0-1 0,0 0 0,0 1 0,0-1 0,-1 0-1,1 0 1,2-1 0,5-3 11,0 0 0,-1 0 0,0-1 0,0 0-1,0-1 1,9-8 0,44-73 30,-61 87-43,0 1 0,1 0 1,-1 0-1,0-1 0,1 1 0,-1 0 1,0 0-1,1 0 0,-1-1 0,0 1 1,1 0-1,-1 0 0,1 0 0,-1 0 1,0 0-1,1 0 0,-1 0 0,0 0 1,1 0-1,-1 0 0,1 0 0,-1 0 1,0 0-1,1 0 0,-1 0 0,0 0 1,1 0-1,-1 1 0,1-1 0,-1 0 1,0 0-1,1 0 0,-1 1 0,0-1 1,0 0-1,1 0 0,-1 1 0,0-1 1,0 0-1,1 1 0,-1-1 0,0 0 1,0 1-1,0-1 0,1 0 0,-1 1 1,0-1-1,0 0 0,0 1 0,0-1 1,0 1-1,0-1 0,0 0 0,0 1 1,0-1-1,0 0 0,0 1 0,0-1 1,0 1-1,6 31 19,-6-29-16,10 103 271,-6 0 0,-9 124 0,5-210-266,-1 0-1,-1 0 0,-1 0 1,-1 0-1,0-1 0,-1 1 1,-16 35-1,21-54-3,-1 1 0,1-1 0,-1 0-1,0 1 1,1-1 0,-1 0 0,0 0 0,0 0 0,1 1-1,-1-1 1,0 0 0,0 0 0,0 0 0,-1 0 0,1-1 0,0 1-1,0 0 1,0 0 0,-1-1 0,1 1 0,0-1 0,-1 1-1,1-1 1,0 1 0,-1-1 0,1 0 0,-1 0 0,1 1-1,0-1 1,-1 0 0,1-1 0,-1 1 0,1 0 0,-1 0-1,1 0 1,0-1 0,-1 1 0,1-1 0,0 1 0,-1-1-1,1 0 1,0 1 0,0-1 0,-1 0 0,1 0 0,-2-2 0,0 0 5,-1-1-1,1 0 1,0 0 0,0-1 0,1 1 0,-1-1 0,1 1 0,0-1 0,0 0 0,0 0 0,-1-9 0,1 3-6,1 0 0,1 0 0,-1-1 0,2 1 0,0 0-1,0 0 1,1 0 0,1 0 0,-1 0 0,2 0 0,0 0 0,7-14-1,-9 21 22,0 0-1,1 0 0,-1 0 1,1 0-1,0 0 0,0 1 1,1-1-1,-1 1 0,1 0 1,-1 0-1,1 0 0,0 1 0,0 0 1,0-1-1,0 1 0,1 0 1,-1 1-1,1-1 0,-1 1 1,1 0-1,-1 0 0,1 0 0,0 1 1,-1 0-1,1 0 0,0 0 1,-1 0-1,1 1 0,0 0 1,-1-1-1,1 2 0,5 1 0,1 1 18,-1 1 0,0 0-1,0 1 1,-1 0-1,0 0 1,0 1 0,0 0-1,-1 0 1,14 17-1,-11-11 4,0 0-1,-1 1 1,-1 0 0,0 1-1,12 29 1,-19-37-38,0-1 0,0 1 0,-1 0 0,1 0 0,-2-1 0,1 12 0,-2-18 4,0 0-1,0 0 0,1 0 0,-1 0 0,0 0 0,0 0 0,0-1 0,1 1 0,-1 0 0,0-1 0,0 1 0,1 0 0,-1-1 1,0 1-1,1-1 0,-1 1 0,0-1 0,1 0 0,-1 0 0,-3-5-5,0-1 1,1 1 0,0-1-1,0 0 1,0 1-1,1-1 1,0-1-1,1 1 1,-1 0-1,2 0 1,-1 0-1,1-13 1,0 14-1,0 1 0,0-1 0,1 1 0,-1-1 0,1 1 1,1-1-1,-1 1 0,1 0 0,0-1 0,0 1 0,0 0 1,1 0-1,0 1 0,0-1 0,0 0 0,1 1 0,4-5 0,-7 8 10,1 0 0,-1 0 0,1 0 0,0 0-1,-1 0 1,1 0 0,0 0 0,0 0 0,0 1 0,-1-1-1,1 1 1,0 0 0,0-1 0,0 1 0,0 0-1,0 0 1,0 0 0,0 1 0,0-1 0,0 0-1,0 1 1,2 0 0,1 1-2,-1 0 0,0 0-1,0 1 1,0-1 0,0 1 0,0 0 0,0 0 0,-1 0-1,4 5 1,2 3 6,0 0 0,-1 1 1,0 0-1,-1 0 0,7 17 0,-8-13-121,8 19-940,2-22-4890,-6-12 872</inkml:trace>
</inkml:ink>
</file>

<file path=ppt/ink/ink2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12.646"/>
    </inkml:context>
    <inkml:brush xml:id="br0">
      <inkml:brushProperty name="width" value="0.025" units="cm"/>
      <inkml:brushProperty name="height" value="0.025" units="cm"/>
    </inkml:brush>
  </inkml:definitions>
  <inkml:trace contextRef="#ctx0" brushRef="#br0">236 396 256,'0'0'10794,"-9"-6"-10340,2 2-227,-1-1-1,1 1 1,0 1 0,-1 0-1,0 0 1,0 0 0,0 1-1,0 0 1,0 0 0,-15 0-1,15 2-31,0 0-1,0 1 1,1 0-1,-1 0 0,0 1 1,0-1-1,0 2 1,1-1-1,-15 8 1,20-9-185,-1 1 1,1 0 0,-1 0 0,1 0 0,0 0 0,0 0-1,0 1 1,0-1 0,0 1 0,0-1 0,1 1-1,-1-1 1,1 1 0,0 0 0,0 0 0,0 0-1,0 0 1,0 0 0,1 0 0,-1 0 0,1 0 0,0 0-1,0 0 1,0 0 0,0 0 0,0 0 0,1 0-1,-1 0 1,2 4 0,-1-4-11,0-1 0,0 1 1,0-1-1,1 0 0,-1 0 0,1 1 1,-1-1-1,1 0 0,0 0 0,0 0 0,0-1 1,0 1-1,0 0 0,0-1 0,0 1 0,0-1 1,1 0-1,-1 0 0,1 0 0,-1 0 1,1 0-1,-1 0 0,1-1 0,-1 1 0,1-1 1,3 0-1,-2 1 0,0-1 0,0 1 0,0-1 0,0 0 0,0-1 0,0 1 0,0-1 0,0 0 0,0 0 0,0 0 0,0 0 0,-1-1-1,1 1 1,-1-1 0,1 0 0,5-4 0,-4 0-1,1-1 0,-1 0-1,0 0 1,-1-1 0,0 1-1,0-1 1,0 0 0,-1 0-1,-1 0 1,1 0 0,-1-1-1,2-16 1,-1-10-91,-1-66 1,-3 61 8,2 20 103,-1 0-1,-2 0 1,1-1-1,-2 1 0,-1 1 1,0-1-1,-11-26 0,9 40 225,2 16-200,2 18-38,3 0 45,2 0 1,0 0-1,2 0 0,1-1 0,2 0 1,0 0-1,1-1 0,2 0 1,22 38-1,-23-46-526,2-1 0,0-1-1,0 0 1,25 24 0,-19-27-2541,-4-8-1399</inkml:trace>
</inkml:ink>
</file>

<file path=ppt/ink/ink2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12.846"/>
    </inkml:context>
    <inkml:brush xml:id="br0">
      <inkml:brushProperty name="width" value="0.025" units="cm"/>
      <inkml:brushProperty name="height" value="0.025" units="cm"/>
    </inkml:brush>
  </inkml:definitions>
  <inkml:trace contextRef="#ctx0" brushRef="#br0">15 1 12716,'0'0'1281,"-14"52"-736,22-32-193,2 0-160,-1-1-128,4 5-32,-4-3-32,-1-2-32,-3-5-1345,-4-8-3075</inkml:trace>
</inkml:ink>
</file>

<file path=ppt/ink/ink2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13.021"/>
    </inkml:context>
    <inkml:brush xml:id="br0">
      <inkml:brushProperty name="width" value="0.025" units="cm"/>
      <inkml:brushProperty name="height" value="0.025" units="cm"/>
    </inkml:brush>
  </inkml:definitions>
  <inkml:trace contextRef="#ctx0" brushRef="#br0">1 0 13453,'0'0'128,"5"3"-6438,6 2 1633</inkml:trace>
</inkml:ink>
</file>

<file path=ppt/ink/ink2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13.303"/>
    </inkml:context>
    <inkml:brush xml:id="br0">
      <inkml:brushProperty name="width" value="0.025" units="cm"/>
      <inkml:brushProperty name="height" value="0.025" units="cm"/>
    </inkml:brush>
  </inkml:definitions>
  <inkml:trace contextRef="#ctx0" brushRef="#br0">1 160 14894,'0'0'118,"7"5"-44,34 25 25,-17-11 49,2-1-1,0-1 0,38 18 1,-63-34-106,1 0-1,-1-1 1,1 0 0,-1 1 0,1-1-1,-1 0 1,1 0 0,0 0 0,-1 0 0,1 0-1,-1 0 1,1-1 0,-1 1 0,1 0-1,-1-1 1,1 1 0,-1-1 0,1 0-1,-1 1 1,0-1 0,1 0 0,-1 0-1,0 0 1,0 0 0,1 0 0,-1 0-1,0 0 1,0 0 0,0 0 0,0-1-1,0 1 1,-1 0 0,1-1 0,0 1 0,-1-1-1,1 1 1,-1 0 0,1-1 0,-1 0-1,0 1 1,1-1 0,-1-1 0,3-11 155,-1 0 0,0-1 0,0-21 0,-2 28-277,1-146-32,2 145-1469,7 7-3847,-9 2 4648,7 0-5274</inkml:trace>
</inkml:ink>
</file>

<file path=ppt/ink/ink2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13.444"/>
    </inkml:context>
    <inkml:brush xml:id="br0">
      <inkml:brushProperty name="width" value="0.025" units="cm"/>
      <inkml:brushProperty name="height" value="0.025" units="cm"/>
    </inkml:brush>
  </inkml:definitions>
  <inkml:trace contextRef="#ctx0" brushRef="#br0">1 0 18674,'0'0'64</inkml:trace>
</inkml:ink>
</file>

<file path=ppt/ink/ink2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05.491"/>
    </inkml:context>
    <inkml:brush xml:id="br0">
      <inkml:brushProperty name="width" value="0.025" units="cm"/>
      <inkml:brushProperty name="height" value="0.025" units="cm"/>
    </inkml:brush>
  </inkml:definitions>
  <inkml:trace contextRef="#ctx0" brushRef="#br0">19 5 3683,'-2'-5'3643,"-1"19"-2212,-4 22-152,1 88 1487,19 235-1,48 122-1454,-22-205-706,27 730 116,-65-936-1467,1-40-456,-1-1 1,-2 1-1,-9 56 1,5-74-2760,0-10-3096</inkml:trace>
</inkml:ink>
</file>

<file path=ppt/ink/ink2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06.431"/>
    </inkml:context>
    <inkml:brush xml:id="br0">
      <inkml:brushProperty name="width" value="0.025" units="cm"/>
      <inkml:brushProperty name="height" value="0.025" units="cm"/>
    </inkml:brush>
  </inkml:definitions>
  <inkml:trace contextRef="#ctx0" brushRef="#br0">0 260 1602,'0'0'5455,"2"-8"-4777,-1 5-577,0 0 0,0 0-1,0 0 1,0 0 0,1 0-1,-1 0 1,1 0 0,0 0-1,0 0 1,0 1 0,0-1-1,0 1 1,0 0 0,4-3-1,1 0 120,0 1 0,0-1 0,0 2 0,1-1 0,14-4 0,36-10 211,1 3 0,75-9 1,124-3-88,-218 24-274,138-6 100,-105 8-110,1-4 1,101-18 0,-171 22-56,45-15 70,-47 16-75,0-1 1,-1 0-1,1 0 1,-1 0-1,1 0 1,-1 0-1,1 0 0,-1 0 1,1-1-1,-1 1 1,0 0-1,0-1 1,0 1-1,0-1 1,0 1-1,0-1 0,0 0 1,0 1-1,-1-1 1,1 0-1,-1 1 1,1-1-1,-1 0 1,1-3-1,1 44 279,2-1 0,15 62 0,2 12 763,30 299 678,40 280-653,-63-488-694,2 321 1,-31-488-337,0-22-18,1 0 0,0 0-1,0 0 1,2 0 0,0 0 0,0 0-1,7 21 1,-7-33-44,-1 0-1,1 1 1,-1-1-1,1 0 1,0 0 0,0-1-1,0 1 1,0 0 0,0 0-1,0-1 1,3 2-1,-4-2-108,0-1-1,-1 1 0,1-1 0,0 0 0,0 1 0,-1-1 1,1 0-1,0 1 0,0-1 0,0 0 0,0 0 1,0 0-1,-1 0 0,1 0 0,0 0 0,0 0 0,0 0 1,0 0-1,0 0 0,0 0 0,-1 0 0,1-1 1,0 1-1,0 0 0,0-1 0,-1 1 0,1-1 0,0 1 1,0-1-1,-1 1 0,1-1 0,0 1 0,-1-1 1,1 1-1,-1-1 0,1 0 0,-1 0 0,1 0 0,6-19-4803</inkml:trace>
</inkml:ink>
</file>

<file path=ppt/ink/ink2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06.833"/>
    </inkml:context>
    <inkml:brush xml:id="br0">
      <inkml:brushProperty name="width" value="0.025" units="cm"/>
      <inkml:brushProperty name="height" value="0.025" units="cm"/>
    </inkml:brush>
  </inkml:definitions>
  <inkml:trace contextRef="#ctx0" brushRef="#br0">0 297 9161,'0'0'3443,"11"-5"-2792,58-17 404,122-23 0,-83 21-677,685-128 444,-783 151-867,19-3-785,-1-1-1,41-12 1,-21-4-2949</inkml:trace>
</inkml:ink>
</file>

<file path=ppt/ink/ink2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07.532"/>
    </inkml:context>
    <inkml:brush xml:id="br0">
      <inkml:brushProperty name="width" value="0.025" units="cm"/>
      <inkml:brushProperty name="height" value="0.025" units="cm"/>
    </inkml:brush>
  </inkml:definitions>
  <inkml:trace contextRef="#ctx0" brushRef="#br0">1 42 865,'0'0'3117,"0"-8"-1782,1-21 154,-1 29-1421,1 1 0,-1-1 0,0 0 0,0 0-1,0 0 1,1 1 0,-1-1 0,0 0-1,0 0 1,1 0 0,-1 0 0,0 1 0,1-1-1,-1 0 1,0 0 0,0 0 0,1 0-1,-1 0 1,0 0 0,1 0 0,-1 0-1,0 0 1,0 0 0,1 0 0,-1 0 0,0 0-1,1 0 1,-1 0 0,0 0 0,0 0-1,1 0 1,-1-1 0,0 1 0,1 0 0,-1 0-1,0 0 1,0 0 0,0 0 0,1-1-1,-1 1 1,0 0 0,0 0 0,0-1 0,1 1-1,-1 0 1,0 0 0,0-1 0,0 1-1,0 0 1,0 0 0,1-1 0,-1 1 0,0 0-1,0-1 1,0 1 0,0 0 0,0 0-1,0-1 1,0 1 0,0-1 0,10 21 698,17 75 1366,19 139 0,-15-10-2689,-7-44-4180,-21-160-4723</inkml:trace>
</inkml:ink>
</file>

<file path=ppt/ink/ink2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08.311"/>
    </inkml:context>
    <inkml:brush xml:id="br0">
      <inkml:brushProperty name="width" value="0.025" units="cm"/>
      <inkml:brushProperty name="height" value="0.025" units="cm"/>
    </inkml:brush>
  </inkml:definitions>
  <inkml:trace contextRef="#ctx0" brushRef="#br0">1 1 6374,'0'0'3507,"1"10"-2829,81 404 2987,-23-147-3854,-57-259-169,-1-4-196,0 1 0,0-1 0,-1 1 0,1 0 0,-1-1 0,0 1 0,0 0 0,-2 7 0,-2-5-4005</inkml:trace>
</inkml:ink>
</file>

<file path=ppt/ink/ink2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08.578"/>
    </inkml:context>
    <inkml:brush xml:id="br0">
      <inkml:brushProperty name="width" value="0.025" units="cm"/>
      <inkml:brushProperty name="height" value="0.025" units="cm"/>
    </inkml:brush>
  </inkml:definitions>
  <inkml:trace contextRef="#ctx0" brushRef="#br0">1 38 10570,'0'0'769,"62"-28"-97,-35 27-544,3 1-31,3 0-1,-4 1-801,-1-11-5253</inkml:trace>
</inkml:ink>
</file>

<file path=ppt/ink/ink2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33.816"/>
    </inkml:context>
    <inkml:brush xml:id="br0">
      <inkml:brushProperty name="width" value="0.025" units="cm"/>
      <inkml:brushProperty name="height" value="0.025" units="cm"/>
    </inkml:brush>
  </inkml:definitions>
  <inkml:trace contextRef="#ctx0" brushRef="#br0">14 183 288,'0'0'6454,"-3"3"-5503,2-2-904,0 1 0,0 0 0,-1 0 0,1 0 0,1-1 0,-1 1 0,0 0 0,0 0 0,1 0 0,-1 0 0,1 0 0,0 0 0,0 1 1,0-1-1,0 0 0,0 0 0,0 0 0,0 0 0,0 0 0,1 0 0,-1 0 0,1 0 0,0 0 0,0 0 0,-1 0 0,1 0 0,0 0 0,1-1 0,-1 1 1,0 0-1,0-1 0,1 1 0,-1-1 0,1 1 0,-1-1 0,1 0 0,0 1 0,-1-1 0,1 0 0,0 0 0,0 0 0,0-1 0,0 1 0,0 0 1,0-1-1,0 1 0,0-1 0,4 1 0,47 0 1091,0-2-1,90-14 1,104-34-1010,-153 29 287,719-159 2473,-808 181-3772,10 3-5546,2-5-569</inkml:trace>
</inkml:ink>
</file>

<file path=ppt/ink/ink2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35.233"/>
    </inkml:context>
    <inkml:brush xml:id="br0">
      <inkml:brushProperty name="width" value="0.025" units="cm"/>
      <inkml:brushProperty name="height" value="0.025" units="cm"/>
    </inkml:brush>
  </inkml:definitions>
  <inkml:trace contextRef="#ctx0" brushRef="#br0">37 100 4228,'-31'-61'3401,"25"49"1008,9 51-4120,1-1 0,3 0 0,16 58 1,-1-2-64,-21-90-450,7 35 1147,-6-32 333,-6-25-120,-17-206-953,11 84-153,11 153 111,1-1 0,1 0 0,0 1-1,0-1 1,1-1 0,6 13 0,-8-20-134,0 0-1,0 0 1,1 0-1,-1 0 1,1 0-1,0-1 1,0 1-1,0-1 1,1 0-1,-1 0 1,1 0-1,0 0 1,-1-1-1,1 1 1,0-1-1,1 0 1,-1 0-1,0 0 1,1-1-1,-1 0 1,1 0 0,-1 0-1,10 1 1,-11-2-4,-1 0 0,1 1 0,0-1-1,0 0 1,0 0 0,0-1 0,0 1 0,0-1 0,-1 1 0,1-1 0,0 0 0,0 0 0,-1 0 0,1-1 0,-1 1 0,1 0 0,-1-1 0,1 0 0,-1 1 0,0-1 0,0 0 0,0 0 0,0-1 0,0 1 0,0 0 0,-1-1 0,1 1 0,-1-1 0,1 1 0,-1-1 0,0 1 0,0-1 0,0 0 0,-1 0 0,1 0 0,-1 1 0,1-1 0,-1 0 0,0 0 0,0 0 0,0 0 0,-1-3 0,2-5 13,-1 8 2,1 0 1,-1 0 0,0-1 0,0 1 0,0 0 0,0 0-1,0 0 1,-1 0 0,1 0 0,-1 0 0,0 0 0,0 0 0,0 0-1,0 0 1,0 0 0,-3-3 0,7 41 905,6-9-865,2 0 1,14 25-1,7 17-93,-14-37-1821,1-18-3615,-6-12-39</inkml:trace>
</inkml:ink>
</file>

<file path=ppt/ink/ink2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35.641"/>
    </inkml:context>
    <inkml:brush xml:id="br0">
      <inkml:brushProperty name="width" value="0.025" units="cm"/>
      <inkml:brushProperty name="height" value="0.025" units="cm"/>
    </inkml:brush>
  </inkml:definitions>
  <inkml:trace contextRef="#ctx0" brushRef="#br0">44 170 10730,'0'0'1228,"3"-7"-977,2-1-114,-1 1 0,2 0 0,-1 0 1,1 1-1,0 0 0,0 0 0,0 0 0,1 1 0,0-1 0,0 2 1,1-1-1,11-4 0,-14 6-128,34-24 56,-38 26-60,0 1 0,0-1 0,0 0-1,0 0 1,0 0 0,0 0 0,0 0 0,-1 0 0,1 0-1,0 0 1,-1-1 0,1 1 0,-1 0 0,1 0 0,-1-1-1,0 1 1,1 0 0,-1 0 0,0-1 0,0 1 0,0 0 0,0-1-1,0 1 1,0 0 0,0-1 0,0 1 0,-1 0 0,1 0-1,0-1 1,-2-1 0,-1 1 19,0 0 0,-1 1-1,1-1 1,-1 1 0,1 0 0,-1 0-1,1 0 1,-1 1 0,0-1 0,0 1-1,1 0 1,-1 0 0,0 0 0,-6 1 0,0 0 73,2-1 62,-1 0-1,1 1 1,0 0 0,-1 1-1,1 0 1,0 0 0,-13 6-1,18-7-125,1 0-1,-1 1 0,0-1 0,1 1 1,0-1-1,-1 1 0,1 0 0,0 0 1,0 0-1,0 0 0,0 0 1,0 0-1,1 1 0,-1-1 0,0 1 1,1-1-1,0 1 0,0-1 0,0 1 1,0 0-1,0 0 0,0-1 0,1 1 1,-1 0-1,1 0 0,0 3 1,1-4-26,-1 1 1,1-1 0,1 1-1,-1-1 1,0 0 0,0 1 0,1-1-1,-1 0 1,1 0 0,0 0-1,0 0 1,-1-1 0,1 1 0,0 0-1,1-1 1,-1 1 0,0-1-1,0 0 1,1 1 0,-1-1 0,0 0-1,5 0 1,58 18 17,-37-14-715,0-2-1,29 1 1,-47-4-785,1-1 0,-1 1 0,0-2-1,0 0 1,12-3 0,0-3-3559</inkml:trace>
</inkml:ink>
</file>

<file path=ppt/ink/ink2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36.311"/>
    </inkml:context>
    <inkml:brush xml:id="br0">
      <inkml:brushProperty name="width" value="0.025" units="cm"/>
      <inkml:brushProperty name="height" value="0.025" units="cm"/>
    </inkml:brush>
  </inkml:definitions>
  <inkml:trace contextRef="#ctx0" brushRef="#br0">134 355 5958,'0'0'4719,"-5"-7"-3668,3 4-885,-1-1 0,0 1 0,0 0 0,0 0 0,0 0 0,0 0 0,-1 1 0,1-1 0,-1 1 0,1 0 0,-9-3 0,10 4-120,0 0-1,0 1 0,0-1 1,0 1-1,-1 0 0,1 0 0,0 0 1,0 0-1,0 0 0,0 0 0,0 0 1,0 1-1,0-1 0,0 1 1,0 0-1,0-1 0,0 1 0,0 0 1,0 0-1,0 0 0,0 0 0,1 1 1,-1-1-1,0 0 0,1 1 0,-1-1 1,1 1-1,0 0 0,-1-1 1,1 1-1,0 0 0,-1 2 0,-2 2-30,1 1 0,1-1 0,-1 0 0,1 1-1,0-1 1,0 1 0,1 0 0,0-1-1,0 1 1,1 0 0,-1 0 0,2 12 0,0-18-14,-1-1 0,1 1 1,-1 0-1,1-1 1,-1 1-1,1-1 1,-1 1-1,1-1 1,-1 1-1,1-1 1,0 1-1,-1-1 0,1 0 1,0 1-1,-1-1 1,1 0-1,0 1 1,0-1-1,-1 0 1,1 0-1,0 0 0,0 0 1,-1 0-1,1 0 1,0 0-1,0 0 1,-1 0-1,1 0 1,0 0-1,0 0 0,-1 0 1,1-1-1,0 1 1,0-1-1,29-9 66,-25 6-64,0-1 0,0 0 0,0 0-1,0-1 1,-1 1 0,1-1 0,-2 0 0,1 0 0,-1 0 0,1-1-1,-2 1 1,1-1 0,-1 0 0,0 1 0,2-14 0,0-9-14,-2 0 1,-1-45 0,-1 50 6,0 8 0,-1 1-1,-1-1 1,0 1 0,-5-16 0,6 27 23,0-1 0,0 0 1,-1 1-1,0 0 0,0-1 0,0 1 1,0 0-1,0 0 0,-1 0 0,0 0 1,0 1-1,0-1 0,0 1 0,-1 0 1,1-1-1,-1 1 0,-5-3 0,8 6 28,1 0 0,-1-1 1,1 1-1,-1 0 0,0 0 0,1-1 0,-1 1 0,0 0 0,0 0 0,1 0 0,-1 0 0,0 0 0,1 0 0,-1 0 0,0 0 0,1 0 0,-1 0 0,0 0 0,0 0 0,1 1 1,-1-1-1,0 0 0,1 0 0,-1 1 0,1-1 0,-1 1 0,0-1 0,1 0 0,-1 1 0,0 0 0,-7 24 261,9 33-450,-1-56 210,3 16-58,1-2 0,1 1 1,0 0-1,1-1 1,0 0-1,2-1 0,0 1 1,1-1-1,0-1 0,1 0 1,0 0-1,2-1 1,-1 0-1,2-1 0,-1 0 1,2-1-1,15 10 0,-27-19-47,1-1 0,0 1 0,-1-1 0,1 0 0,0 0 0,0 0 0,-1 0 0,1-1 0,0 1 0,0-1 0,0 1 0,0-1 0,0 0 0,5-1 0,-6 1 6,-1-1 0,1 0 0,-1 1 1,1-1-1,-1 0 0,0 0 0,1 0 0,-1 0 1,0 0-1,0 0 0,0 0 0,0 0 0,0 0 0,0-1 1,0 1-1,0 0 0,0-1 0,-1 1 0,1-1 1,0-1-1,2-8-44,-1 0-1,0 0 1,-1 0 0,0-1 0,-1 1 0,-1-13 0,1 5 271,1 28-125,0 1 0,0-1 0,1 0 1,0 0-1,0 0 0,1 0 0,1 0 0,-1 0 0,1-1 0,1 1 0,0-1 0,11 14 0,-10-14-452,24 25 749,-29-32-822,1 1 1,-1-1-1,0-1 1,1 1-1,-1 0 0,1 0 1,-1 0-1,1-1 1,0 1-1,-1-1 0,1 1 1,0-1-1,2 1 1,-1-1-4582</inkml:trace>
</inkml:ink>
</file>

<file path=ppt/ink/ink2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36.480"/>
    </inkml:context>
    <inkml:brush xml:id="br0">
      <inkml:brushProperty name="width" value="0.025" units="cm"/>
      <inkml:brushProperty name="height" value="0.025" units="cm"/>
    </inkml:brush>
  </inkml:definitions>
  <inkml:trace contextRef="#ctx0" brushRef="#br0">1 0 1121,'0'0'10314,"44"20"-15631</inkml:trace>
</inkml:ink>
</file>

<file path=ppt/ink/ink2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37.011"/>
    </inkml:context>
    <inkml:brush xml:id="br0">
      <inkml:brushProperty name="width" value="0.025" units="cm"/>
      <inkml:brushProperty name="height" value="0.025" units="cm"/>
    </inkml:brush>
  </inkml:definitions>
  <inkml:trace contextRef="#ctx0" brushRef="#br0">181 61 10954,'0'0'3358,"-8"-5"-2771,5 2-538,-1 0 0,0 1 0,1 0 0,-1 0 0,0 0 0,0 0 0,0 1 0,0 0 0,0 0 0,0 0 0,-1 0 0,1 0 0,0 1 0,0 0 0,-1 0 0,1 0 0,0 0 0,0 1 0,-1-1 0,1 1 0,0 0 0,0 1 0,0-1 0,0 1 0,0 0 0,0 0 0,1 0-1,-6 4 1,4-2-17,0 1-1,0-1 0,0 1 0,1 1 0,0-1 0,0 1 0,0-1 0,1 1 0,-5 9 0,8-14-29,-1 0-1,0 1 0,1-1 0,0 1 0,-1-1 0,1 0 1,-1 1-1,1-1 0,0 1 0,0-1 0,0 1 0,0-1 1,0 0-1,0 1 0,0-1 0,1 1 0,-1-1 0,0 1 1,1-1-1,-1 0 0,1 1 0,0-1 0,-1 0 0,1 0 1,0 1-1,0-1 0,0 0 0,0 0 0,0 0 1,0 0-1,0 0 0,0 0 0,0 0 0,0 0 0,1-1 1,-1 1-1,0 0 0,0-1 0,1 1 0,-1-1 0,1 1 1,-1-1-1,0 0 0,1 1 0,-1-1 0,1 0 0,-1 0 1,3 0-1,1 0-3,-1 1 1,1-1 0,0 1-1,-1-1 1,1-1 0,0 1 0,-1-1-1,1 0 1,-1 0 0,1 0-1,-1 0 1,1-1 0,-1 0-1,0 0 1,0 0 0,0 0-1,0-1 1,7-5 0,-8 5 2,0-2 0,0 1 0,0 0 0,0-1 0,0 1 1,-1-1-1,0 0 0,0 0 0,-1 0 0,1 0 0,-1 0 1,0 0-1,0 0 0,-1-1 0,1 1 0,-2-8 0,-2-27 36,3 29 71,7 36-34,24 62 44,-28-79-263,1 0 0,0-1 1,0 0-1,1 0 0,0 0 1,0 0-1,0-1 0,1 0 1,7 6-1,9-3-5087,-14-9 914</inkml:trace>
</inkml:ink>
</file>

<file path=ppt/ink/ink2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37.354"/>
    </inkml:context>
    <inkml:brush xml:id="br0">
      <inkml:brushProperty name="width" value="0.025" units="cm"/>
      <inkml:brushProperty name="height" value="0.025" units="cm"/>
    </inkml:brush>
  </inkml:definitions>
  <inkml:trace contextRef="#ctx0" brushRef="#br0">1 111 8360,'0'0'4319,"0"7"-4277,0 7 8,0 0 0,2-1-1,0 1 1,0 0-1,1-1 1,8 21-1,10-88 266,-15 37-302,1 0-1,1 1 1,0 0-1,1 0 1,1 1-1,1 0 1,0 0-1,24-24 0,-33 38 2,0-1-1,0 1 0,0 0 0,0-1 0,0 1 0,0 0 1,0 0-1,0 0 0,1 1 0,-1-1 0,0 0 0,0 1 1,1 0-1,-1-1 0,0 1 0,1 0 0,-1 0 0,0 0 1,1 1-1,-1-1 0,3 1 0,-1 0 36,0 1 0,0 0 0,-1 0 0,1 0 0,0 1 0,-1-1 0,1 1 0,-1 0 0,0-1 0,5 7 0,4 7 149,-1 0 0,0 1 1,15 33-1,-24-47-197,15 40-233,-13-32-690,0 0 0,0-1 0,1 1 0,8 12 0,-6-19-9354</inkml:trace>
</inkml:ink>
</file>

<file path=ppt/ink/ink2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39.305"/>
    </inkml:context>
    <inkml:brush xml:id="br0">
      <inkml:brushProperty name="width" value="0.025" units="cm"/>
      <inkml:brushProperty name="height" value="0.025" units="cm"/>
    </inkml:brush>
  </inkml:definitions>
  <inkml:trace contextRef="#ctx0" brushRef="#br0">84 76 5765,'0'0'2750,"7"4"1024,-8-4-3701,0 1 0,0-1 0,0 1 1,0-1-1,0 1 0,0 0 0,0-1 0,0 1 1,0 0-1,0 0 0,0 0 0,1 0 0,-1 0 0,0 0 1,1 0-1,-1 0 0,1 0 0,-1 0 0,1 0 0,-1 0 1,1 0-1,0 0 0,0 0 0,-1 1 0,1-1 1,0 0-1,0 0 0,0 0 0,0 0 0,1 2 0,-1 52-404,1-36 513,19 299-134,-42-356 1687,6-21-1636,2 0-1,3 0 0,-5-82 1,0 9 1840,19 142-1910,0 1 0,0-2 0,1 1 0,0 0 0,1-1 0,0 0 0,9 12 0,-1-1-35,2-2 0,22 24 0,-35-40 3,0 1 1,0-1 0,1 0 0,-1 0-1,1 0 1,-1 0 0,1 0-1,0-1 1,0 1 0,0-1-1,0 0 1,0 0 0,0 0 0,0 0-1,0 0 1,5 0 0,-6-2 0,1 1 1,-1-1 0,1 1-1,-1-1 1,0 0-1,0 0 1,1 0 0,-1 0-1,0-1 1,0 1 0,0 0-1,0-1 1,0 0-1,-1 1 1,1-1 0,0 0-1,-1 0 1,1 0-1,-1 0 1,0 0 0,2-4-1,6-11-17,-1-1 0,-1 0-1,9-36 1,4-10 6,-20 64 13,0 0 0,0 0 0,0-1 0,0 1-1,0 0 1,0 0 0,0 0 0,0 0 0,0-1 0,0 1 0,0 0 0,0 0 0,0 0 0,0 0 0,0-1 0,0 1 0,1 0 0,-1 0 0,0 0 0,0 0 0,0 0 0,0 0 0,0-1 0,0 1 0,1 0 0,-1 0 0,0 0 0,0 0 0,0 0 0,0 0 0,0 0 0,1 0 0,-1 0 0,0 0 0,0 0 0,0 0 0,0 0 0,1 0 0,-1 0 0,0 0 0,0 0 0,0 0 0,0 0 0,1 0 0,-1 0 0,0 0 0,0 0 0,0 0 0,0 0 0,1 0 0,-1 0 0,0 0 0,0 0 0,0 0 0,0 1 0,8 12 2,2 23 18,-9-34-15,16 67-105,4 16-853,34 89-1,-49-161-3023,1-8-2653</inkml:trace>
</inkml:ink>
</file>

<file path=ppt/ink/ink2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39.726"/>
    </inkml:context>
    <inkml:brush xml:id="br0">
      <inkml:brushProperty name="width" value="0.025" units="cm"/>
      <inkml:brushProperty name="height" value="0.025" units="cm"/>
    </inkml:brush>
  </inkml:definitions>
  <inkml:trace contextRef="#ctx0" brushRef="#br0">34 191 11179,'0'0'160,"6"-7"-128,10-8 269,1 0 0,35-24 1,-4 3-48,-46 35-228,0-1-1,0 1 1,0 0-1,0-1 1,-1 0 0,1 1-1,0-1 1,-1 0-1,0 0 1,1 0-1,-1 0 1,0 0 0,0 0-1,0 0 1,0 0-1,0-1 1,-1 1-1,1 0 1,-1 0 0,1-1-1,-1 1 1,0 0-1,0-4 1,-1 4 55,0 1 1,0-1 0,0 0-1,0 1 1,0-1-1,0 1 1,0-1 0,-1 1-1,1-1 1,-1 1 0,1 0-1,-1 0 1,1 0-1,-1 0 1,0 0 0,1 0-1,-1 0 1,0 0-1,0 1 1,0-1 0,0 1-1,1-1 1,-1 1-1,0 0 1,0 0 0,0-1-1,-4 2 1,-1-2 71,0 1 0,0 0 0,0 0 1,0 0-1,0 1 0,0 0 0,0 1 0,0-1 0,0 1 1,1 1-1,-1-1 0,1 1 0,-1 0 0,-6 5 0,9-5-114,0 1 0,1 0 1,-1-1-1,1 1 0,0 1 0,0-1 0,0 0 0,1 1 0,-1-1 0,1 1 0,0 0 0,1 0 0,-1 0 0,1 0 0,0 0 0,0 0 0,0 0 0,1 0 0,0 0 0,0 6 1,0-8-43,0 0 0,0 0 0,1 0 1,-1 0-1,1 0 0,-1-1 1,1 1-1,0 0 0,0 0 1,1-1-1,-1 1 0,0 0 0,1-1 1,0 0-1,-1 1 0,1-1 1,0 0-1,4 4 0,-1-3 26,0 0 0,0 1 0,0-2 0,0 1-1,0-1 1,1 1 0,-1-1 0,12 2 0,2-1-544,0-1 0,0 0 0,0-2 0,37-2 0,-46 0-820,0 1-1,0-2 0,-1 1 0,1-1 1,17-8-1,7-8-6415</inkml:trace>
</inkml:ink>
</file>

<file path=ppt/ink/ink2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40.364"/>
    </inkml:context>
    <inkml:brush xml:id="br0">
      <inkml:brushProperty name="width" value="0.025" units="cm"/>
      <inkml:brushProperty name="height" value="0.025" units="cm"/>
    </inkml:brush>
  </inkml:definitions>
  <inkml:trace contextRef="#ctx0" brushRef="#br0">157 195 11787,'0'0'406,"-10"0"485,5 0-959,-6-1 542,-1 0 0,0 1 0,1 1-1,-1 0 1,-16 4 0,25-4-402,0 0 0,0 0 0,0 0-1,1 0 1,-1 0 0,0 0 0,1 1 0,-1 0 0,1-1 0,-1 1-1,1 0 1,0 0 0,-1 0 0,1 1 0,0-1 0,1 0-1,-1 1 1,0-1 0,1 1 0,-1 0 0,1-1 0,0 1 0,0 0-1,0 0 1,0 0 0,0 0 0,1 0 0,0 0 0,-1 0 0,1 3-1,0-2-69,0 0-1,1-1 1,-1 1-1,1 0 1,-1 0-1,1-1 1,1 1-1,-1 0 1,0-1-1,1 1 1,0-1-1,0 0 1,0 1-1,0-1 1,0 0-1,1 0 1,-1 0-1,1-1 1,4 5-1,-6-6 0,1-1-1,-1 1 1,0 0-1,1 0 1,-1-1-1,1 1 1,-1-1-1,1 1 1,-1-1-1,1 0 1,-1 0-1,1 1 1,0-1-1,-1 0 1,1 0-1,-1-1 1,1 1-1,-1 0 1,3-1-1,-2 0-2,1 0 1,-1 0-1,0-1 0,0 1 0,0-1 0,0 1 1,0-1-1,0 0 0,0 0 0,0 0 0,-1 0 0,1 0 1,-1 0-1,0 0 0,2-4 0,5-12-35,-1 1-1,0-1 1,-2-1 0,0 1-1,-1-1 1,-1 1 0,-1-1-1,0 0 1,-2 0-1,0 0 1,-4-25 0,4 41 45,0-1 1,-1 1 0,1 0-1,-1 0 1,0 0 0,0 0-1,0 0 1,-1 0 0,1 0-1,-1 0 1,1 1 0,-1-1-1,0 0 1,0 1-1,0 0 1,0-1 0,-1 1-1,1 0 1,0 0 0,-1 0-1,0 0 1,1 1 0,-1-1-1,0 1 1,0-1 0,0 1-1,0 0 1,-4-1 0,6 3 1,0-1 1,0 0 0,0 1-1,0-1 1,0 1 0,1-1-1,-1 1 1,0-1 0,0 1 0,1-1-1,-1 1 1,0 0 0,1-1-1,-1 1 1,1 0 0,-1 0-1,1-1 1,-1 1 0,1 0-1,-1 0 1,1 0 0,0 0-1,0-1 1,-1 1 0,1 0 0,0 0-1,0 0 1,0 0 0,0 0-1,0 2 1,0 36 15,0-29-20,2 6-4,1 0-1,1 0 1,0 0 0,2 0 0,-1-1 0,2 0 0,0 0 0,1 0 0,0-1 0,1-1 0,1 1-1,0-1 1,16 15 0,-23-25-11,-1-1 0,1 0 0,0 0 0,-1 0 0,1-1 0,0 1-1,0-1 1,1 1 0,-1-1 0,0 0 0,0 0 0,1 0 0,-1-1-1,0 1 1,1-1 0,-1 0 0,0 0 0,1 0 0,-1 0 0,1-1 0,-1 1-1,0-1 1,1 0 0,-1 0 0,0 0 0,0 0 0,0-1 0,0 1 0,0-1-1,5-4 1,-4 4-19,-1-1-1,0 1 1,0-1-1,0 0 1,0 0-1,-1 0 1,1-1-1,-1 1 0,0-1 1,0 1-1,0-1 1,-1 0-1,1 0 1,-1 0-1,0 1 1,0-1-1,0-1 1,0 1-1,-1 0 1,1 0-1,-1 0 0,0 0 1,-1 0-1,1 0 1,-2-7-1,1 9 35,0 1 0,1 0-1,-1-1 1,0 1 0,0 0-1,0-1 1,-1 1 0,1 0-1,0 0 1,0 0 0,-1 0-1,1 0 1,0 0 0,-1 0-1,1 0 1,-1 1 0,1-1-1,-1 1 1,1-1 0,-4 0-1,5 1 7,-1 0 0,0-1-1,0 1 1,1 0-1,-1 0 1,0 0 0,0 0-1,1 0 1,-1 0 0,0 0-1,0 0 1,0 0-1,1 0 1,-1 0 0,0 0-1,0 1 1,1-1-1,-1 0 1,0 1 0,1-1-1,-1 0 1,0 1-1,1-1 1,-1 1 0,0-1-1,1 1 1,-1-1 0,1 1-1,-1 0 1,1-1-1,-1 1 1,1-1 0,0 1-1,-1 0 1,1 0-1,0-1 1,-1 1 0,1 0-1,0 0 1,0-1-1,0 1 1,-1 0 0,1 1-1,1 2 16,-1 1-1,1-1 0,-1 1 0,1-1 1,1 0-1,-1 0 0,1 1 0,-1-1 1,1 0-1,0 0 0,1 0 0,-1-1 1,1 1-1,-1 0 0,1-1 0,0 0 1,1 0-1,-1 0 0,4 3 1,-1-1-406,0-1 1,0 0 0,0 0-1,1-1 1,-1 0 0,1 0-1,0 0 1,0-1 0,0 0-1,0 0 1,10 0 0,-1-1-5366</inkml:trace>
</inkml:ink>
</file>

<file path=ppt/ink/ink2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40.552"/>
    </inkml:context>
    <inkml:brush xml:id="br0">
      <inkml:brushProperty name="width" value="0.025" units="cm"/>
      <inkml:brushProperty name="height" value="0.025" units="cm"/>
    </inkml:brush>
  </inkml:definitions>
  <inkml:trace contextRef="#ctx0" brushRef="#br0">1 0 13901,'0'0'224</inkml:trace>
</inkml:ink>
</file>

<file path=ppt/ink/ink2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3:41.536"/>
    </inkml:context>
    <inkml:brush xml:id="br0">
      <inkml:brushProperty name="width" value="0.025" units="cm"/>
      <inkml:brushProperty name="height" value="0.025" units="cm"/>
    </inkml:brush>
  </inkml:definitions>
  <inkml:trace contextRef="#ctx0" brushRef="#br0">202 27 8392,'0'0'4863,"-9"-5"-3875,5 2-889,0 1 0,-1-1 1,1 1-1,0 0 0,-1 0 0,0 0 1,1 1-1,-1 0 0,0 0 0,0 0 1,1 0-1,-1 1 0,0 0 0,0 0 1,0 0-1,0 1 0,0-1 0,0 1 1,1 0-1,-1 0 0,0 1 0,1 0 1,-1 0-1,1 0 0,-1 0 0,-4 4 1,3-1 4,0 0 1,1 1 0,-1 0 0,1 0-1,0 0 1,0 1 0,1 0 0,-4 8-1,6-12-94,0 1 0,1-1 0,-1 1 0,1 0 0,0-1 0,0 1 0,0 0 0,1 0 0,-1 0 0,1-1 0,0 1 0,0 0 0,0 0 0,1 0 0,-1 0 0,1 0 0,0-1 0,0 1 0,2 4 0,-2-6-9,1 0 0,-1 0 0,1 0 1,-1-1-1,1 1 0,0-1 0,0 1 0,-1-1 0,1 0 0,0 1 0,0-1 1,0 0-1,1 0 0,-1 0 0,0-1 0,0 1 0,0 0 0,1-1 1,-1 0-1,0 1 0,1-1 0,-1 0 0,0 0 0,1 0 0,-1-1 0,0 1 1,0-1-1,1 1 0,-1-1 0,0 1 0,0-1 0,0 0 0,3-2 0,4 0-7,-1-1 0,0 0 0,0-1 0,0 1 0,-1-2 0,0 1 0,9-9-1,-10 7-87,-1 0 0,0 0-1,-1 0 1,6-12-1,-5 10 327,-4 13-211,0 0 0,0-1 1,1 1-1,-1-1 0,1 1 0,-1-1 0,1 0 0,0 0 0,1 0 1,-1 0-1,0 0 0,1 0 0,0-1 0,-1 1 0,1-1 0,0 1 0,0-1 1,7 3-1,29 12-2212,-36-17 1424,0 1 0,-1 0 1,1-1-1,0 0 0,0 0 1,0 0-1,0 0 0,0 0 1,0-1-1,3 0 0,-4 0 681,-1 0 0,1 0 1,0 0-1,-1 0 0,0 0 0,1 0 0,-1-1 0,0 1 0,1 0 0,-1-1 0,0 1 1,0-1-1,0 0 0,0 1 0,-1-1 0,1 0 0,0 1 0,-1-1 0,1 0 0,-1 0 1,1-3-1,2-19 2339,-2 3 4403,0 24-6515,0 1-1,0-1 1,0 0-1,0 0 1,1-1-1,-1 1 1,1 0 0,0 0-1,0-1 1,4 5-1,-6-6-138,1 0-1,-1 0 0,1 0 1,0 0-1,-1-1 1,1 1-1,0 0 1,0-1-1,-1 1 0,1 0 1,0-1-1,0 1 1,0-1-1,0 1 1,0-1-1,0 1 0,0-1 1,0 0-1,0 1 1,0-1-1,0 0 0,0 0 1,0 0-1,0 0 1,0 0-1,0 0 1,0 0-1,0 0 0,1-1 1,-1 1-1,0 0 1,0 0-1,0-1 1,-1 1-1,1-1 0,0 1 1,0-1-1,1 0 1,7-10 11,0-1 0,-1 0 1,12-22-1,-4 6 19,-16 28-32,1 0 0,-1-1 1,0 1-1,0 0 0,1 0 0,-1 0 0,0-1 0,1 1 1,-1 0-1,0 0 0,1 0 0,-1 0 0,0 0 0,1 0 1,-1 0-1,1 0 0,-1 0 0,0 0 0,1 0 0,-1 0 1,0 0-1,1 0 0,-1 0 0,0 0 0,1 0 0,-1 1 1,0-1-1,1 0 0,-1 0 0,0 0 0,1 1 0,-1-1 1,0 0-1,0 0 0,1 1 0,-1-1 0,0 0 1,0 0-1,0 1 0,1-1 0,-1 0 0,0 1 0,0 0 1,17 21 28,-7-9 25,-3-8-144,1 0 0,-1-1 1,1 0-1,0 0 0,0-1 1,0 0-1,1 0 0,-1-1 1,1 0-1,-1 0 0,1-1 1,0 0-1,0-1 0,11 0 1,15-2-5250</inkml:trace>
</inkml:ink>
</file>

<file path=ppt/ink/ink2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02.585"/>
    </inkml:context>
    <inkml:brush xml:id="br0">
      <inkml:brushProperty name="width" value="0.025" units="cm"/>
      <inkml:brushProperty name="height" value="0.025" units="cm"/>
    </inkml:brush>
  </inkml:definitions>
  <inkml:trace contextRef="#ctx0" brushRef="#br0">1 26 801,'5'-8'4951,"-1"-4"801,4 8-4994,20 2-980,-20 2-2422,-5 0-570</inkml:trace>
</inkml:ink>
</file>

<file path=ppt/ink/ink2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25.231"/>
    </inkml:context>
    <inkml:brush xml:id="br0">
      <inkml:brushProperty name="width" value="0.025" units="cm"/>
      <inkml:brushProperty name="height" value="0.025" units="cm"/>
    </inkml:brush>
  </inkml:definitions>
  <inkml:trace contextRef="#ctx0" brushRef="#br0">0 105 3651,'3'-31'5913,"-2"27"-5571,0-1-1,1 1 1,-1-1-1,1 1 1,0 0-1,0 0 1,4-7-1,-4 8-271,0 1 0,0-1-1,1 1 1,-1 0 0,1-1 0,0 1 0,-1 0 0,1 0-1,0 1 1,0-1 0,0 1 0,0-1 0,1 1 0,-1 0-1,0 0 1,1 1 0,-1-1 0,0 0 0,1 1 0,6 0-1,-10 0-67,10 0 35,1-1-1,-1 2 1,0 0 0,1 0-1,-1 1 1,16 4-1,-23-4-31,0-1-1,0 1 0,0 0 0,0 0 0,0 1 0,0-1 0,0 1 0,-1-1 0,1 1 0,-1 0 1,0 0-1,0 0 0,0 0 0,0 0 0,0 0 0,-1 1 0,1-1 0,-1 1 0,0-1 0,0 1 0,0-1 1,0 6-1,4 23 23,-2 1 1,-1 0-1,-1-1 1,-2 1 0,-2 0-1,0-1 1,-2 1-1,-2-1 1,-1 0 0,-1-1-1,-14 32 1,26-130 2214,11 18-2261,1 1-1,3 0 1,2 2 0,40-70 0,-58 113 11,0-1 0,0 1 0,0-1 0,0 1 0,1 0 0,-1 0 0,1 0 0,0 0 0,0 1 0,0-1 0,0 1 0,0-1 0,1 1 0,-1 0 0,1 0 0,5-2 0,-6 4 2,-1 0 0,1 0 1,0 0-1,-1 1 0,1-1 1,-1 0-1,1 1 0,-1 0 1,1 0-1,-1-1 1,0 1-1,1 1 0,-1-1 1,0 0-1,0 1 0,1-1 1,-1 1-1,0-1 1,-1 1-1,1 0 0,0 0 1,0 0-1,-1 0 0,1 0 1,-1 0-1,2 3 0,8 15 28,0 0 0,-1 1 0,-1-1 0,-1 2-1,-1-1 1,-1 1 0,-1 1 0,-1-1 0,0 1-1,-2-1 1,-1 40 0,-1-62-15,0 0 1,0 0-1,0 0 1,0 1-1,0-1 1,0 0-1,0 0 0,0 0 1,0 0-1,0 0 1,0 1-1,-1-1 1,1 0-1,0 0 0,0 0 1,0 0-1,0 0 1,0 1-1,0-1 1,0 0-1,0 0 0,-1 0 1,1 0-1,0 0 1,0 0-1,0 0 1,0 0-1,0 0 1,-1 1-1,1-1 0,0 0 1,0 0-1,0 0 1,0 0-1,-1 0 1,1 0-1,0 0 0,0 0 1,0 0-1,0 0 1,-1 0-1,1 0 1,0 0-1,0 0 0,0-1 1,0 1-1,0 0 1,-1 0-1,1 0 1,0 0-1,0 0 0,0 0 1,0 0-1,0 0 1,0 0-1,-1-1 1,1 1-1,0 0 0,0 0 1,0 0-1,0 0 1,0 0-1,0 0 1,0-1-1,0 1 0,-9-10 400,5-1-382,0 0 0,1 0 0,1 0 0,0-1-1,0 1 1,1 0 0,1-1 0,0 0 0,0 1 0,1-1 0,1 1 0,-1 0 0,2-1 0,0 1 0,0 0-1,1 0 1,1 0 0,-1 1 0,2 0 0,0 0 0,0 0 0,0 0 0,16-16 0,-20 25-28,-1-1 0,1 0 0,-1 1 0,1-1 0,0 1 0,0 0 0,0-1 0,0 1 0,0 0 1,0 0-1,0 0 0,1 1 0,-1-1 0,0 0 0,0 1 0,1-1 0,-1 1 0,0 0 0,0 0 0,1 0 0,-1 0 1,0 0-1,1 1 0,2 0 0,-2 0 1,-1 1 0,1 0 0,0 0 1,-1 0-1,1 0 0,-1 0 0,0 0 0,1 1 1,-1 0-1,0-1 0,-1 1 0,1 0 0,0 0 1,2 5-1,2 8 9,-1 0 1,0 1 0,-1-1 0,-1 1 0,2 21-1,-2 69 534,-3-60-1418,1-1-3394,0-40-736</inkml:trace>
</inkml:ink>
</file>

<file path=ppt/ink/ink2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25.497"/>
    </inkml:context>
    <inkml:brush xml:id="br0">
      <inkml:brushProperty name="width" value="0.025" units="cm"/>
      <inkml:brushProperty name="height" value="0.025" units="cm"/>
    </inkml:brush>
  </inkml:definitions>
  <inkml:trace contextRef="#ctx0" brushRef="#br0">0 151 9801,'0'0'5381,"46"-28"-4548,-28 22 0,5 2-128,3-1-193,7-2-224,3-1-160,0 0-63,1-1-33,-1-1 0,-1-2 0,-4 1-96,-4-1-929,-3-3-1538,-5-1-2305</inkml:trace>
</inkml:ink>
</file>

<file path=ppt/ink/ink2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26.218"/>
    </inkml:context>
    <inkml:brush xml:id="br0">
      <inkml:brushProperty name="width" value="0.025" units="cm"/>
      <inkml:brushProperty name="height" value="0.025" units="cm"/>
    </inkml:brush>
  </inkml:definitions>
  <inkml:trace contextRef="#ctx0" brushRef="#br0">394 102 8488,'0'0'609,"4"-7"458,-1 2-735,-1 0 0,1 0 0,-1 0 0,-1-1-1,1 1 1,-1 0 0,1-1 0,-1-8 0,-1 12-263,0 1 0,0-1 1,-1 0-1,1 0 0,-1 1 1,1-1-1,-1 0 0,0 1 1,0-1-1,1 1 0,-1-1 1,0 1-1,0-1 0,-1 1 1,1-1-1,0 1 1,0 0-1,-1 0 0,1 0 1,-1 0-1,1 0 0,-1 0 1,1 0-1,-1 0 0,0 1 1,1-1-1,-1 0 0,0 1 1,1 0-1,-1-1 0,0 1 1,0 0-1,0 0 0,1 0 1,-1 0-1,-2 0 0,-13 0-17,0-1 0,0 2 0,0 0 0,0 2 0,0-1 0,-17 6-1,24-5-16,1 0-1,-1 1 0,1-1 0,0 2 1,0-1-1,0 1 0,1 1 0,0-1 1,0 2-1,0-1 0,-11 13 0,18-18-33,0 0 0,0 1 0,0-1 0,0 1 0,0-1 0,0 1 0,0-1-1,0 1 1,1-1 0,-1 1 0,1 0 0,-1-1 0,1 1 0,-1 0 0,1 0 0,0-1 0,0 1-1,0 0 1,0-1 0,0 1 0,1 0 0,-1 0 0,0-1 0,1 1 0,-1 0 0,1-1-1,0 1 1,-1-1 0,1 1 0,0-1 0,0 1 0,0-1 0,0 1 0,0-1 0,0 0 0,1 1-1,-1-1 1,2 1 0,6 5 5,1 0 0,0-1-1,0 0 1,19 7-1,-7-3 2,-9-3-17,0 1 1,0 0 0,-1 0 0,0 1 0,0 1-1,-1 0 1,0 1 0,14 18 0,-21-23-1,0 0 0,0 0 0,-1 1 0,0 0 0,0-1 0,0 1 0,-1 0 0,0 0 0,-1 0 0,1 1 0,-1-1 0,-1 0 0,1 1 0,-1-1 0,0 0 0,-1 1 0,0-1 0,0 0 0,-4 13 0,2-13 12,0-1 0,0 1 0,0-1 0,-1 1 0,0-1 0,0 0 0,-1 0-1,0-1 1,0 1 0,0-1 0,-1 0 0,1-1 0,-1 1 0,0-1 0,-1 0 0,1-1 0,-1 1 0,1-1 0,-1 0 0,-14 3 0,5-2 4,-1 0 0,-1-1 1,1-1-1,0 0 0,-1-1 0,1-1 0,-31-4 0,45 4-152,0-1-1,-1 1 0,1-1 0,0 1 1,0-1-1,0 0 0,0-1 1,1 1-1,-1 0 0,0-1 0,0 1 1,1-1-1,-1 0 0,1 0 0,-1 0 1,1 0-1,0-1 0,0 1 0,0-1 1,0 1-1,0-1 0,1 1 0,-1-1 1,1 0-1,0 0 0,-1 0 0,1 0 1,1 0-1,-1 0 0,0 0 0,1 0 1,-1 0-1,1 0 0,0-1 0,0 1 1,1 0-1,-1 0 0,0 0 0,1 0 1,0 0-1,0 0 0,0 0 0,0 0 1,3-6-1,12-16-4844</inkml:trace>
</inkml:ink>
</file>

<file path=ppt/ink/ink2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26.780"/>
    </inkml:context>
    <inkml:brush xml:id="br0">
      <inkml:brushProperty name="width" value="0.025" units="cm"/>
      <inkml:brushProperty name="height" value="0.025" units="cm"/>
    </inkml:brush>
  </inkml:definitions>
  <inkml:trace contextRef="#ctx0" brushRef="#br0">212 85 7751,'0'0'785,"-3"-7"1329,2 2-1858,0 1-1,-1 0 1,1 0 0,-1 0-1,0 0 1,0 0 0,-1 0-1,1 1 1,-1-1 0,0 1-1,0 0 1,0-1 0,0 1-1,-1 1 1,1-1 0,-1 0-1,0 1 1,1 0 0,-1 0-1,0 0 1,0 0 0,-1 1-1,1-1 1,0 1 0,0 0-1,-1 1 1,-4-1 0,5 0-239,-1 1 0,1 0 1,-1 1-1,1-1 0,0 1 1,-1 0-1,1 0 0,0 0 1,-1 1-1,1-1 0,0 1 0,0 0 1,0 0-1,0 1 0,1-1 1,-1 1-1,1 0 0,-1-1 0,1 2 1,0-1-1,0 0 0,0 1 1,1-1-1,-5 8 0,4-6-7,1 1 0,-1 0 0,1 0-1,0 0 1,1 0 0,0 1 0,-1-1 0,2 0-1,-1 1 1,1-1 0,0 1 0,0-1-1,1 0 1,0 1 0,0-1 0,0 0 0,4 8-1,-4-10-27,1 0-1,0-1 0,0 1 0,0 0 1,1 0-1,-1-1 0,1 0 0,0 1 1,0-1-1,0 0 0,0 0 0,1-1 1,-1 1-1,1-1 0,-1 0 0,7 3 0,-8-4 10,-1 0-1,1-1 0,0 1 1,0-1-1,0 1 0,0-1 1,0 0-1,0 0 0,0 0 0,0 0 1,0 0-1,0 0 0,0-1 1,0 1-1,-1 0 0,1-1 1,0 0-1,0 1 0,0-1 0,0 0 1,-1 0-1,1 0 0,0 0 1,-1 0-1,1 0 0,-1-1 0,1 1 1,-1-1-1,0 1 0,0-1 1,1 1-1,-1-1 0,0 0 1,0 1-1,-1-1 0,2-3 0,3-8 9,-2 1 0,1-1 0,-2 0 0,0 0 0,0 0 0,-1 0 0,-1-1 0,0 1 0,-4-21 0,2 23 524,0 16 130,3 20-377,4-11-204,0-1 0,0 0 0,1 0 0,1 0-1,0-1 1,1 0 0,0-1 0,10 12 0,-13-18-236,1 1-1,-1-1 1,1 0 0,0 0-1,1-1 1,-1 0-1,11 6 1,-13-9-327,-1 1 0,1-1 1,0 0-1,0 0 0,0 0 0,0-1 1,0 1-1,0-1 0,0 0 1,0 0-1,0 0 0,0-1 0,0 1 1,8-3-1,3-6-4799</inkml:trace>
</inkml:ink>
</file>

<file path=ppt/ink/ink2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27.390"/>
    </inkml:context>
    <inkml:brush xml:id="br0">
      <inkml:brushProperty name="width" value="0.025" units="cm"/>
      <inkml:brushProperty name="height" value="0.025" units="cm"/>
    </inkml:brush>
  </inkml:definitions>
  <inkml:trace contextRef="#ctx0" brushRef="#br0">0 25 11018,'0'0'3994,"8"10"-3792,1 0-172,-1 0-1,-1 1 0,0 1 1,0-1-1,-1 1 1,0 0-1,-1 0 0,-1 1 1,0-1-1,0 1 0,3 26 1,-8-39-20,0 1 0,0-1 1,1 0-1,-1 0 0,0 0 0,0 0 1,0 0-1,1 0 0,-1-1 1,0 1-1,0 0 0,1 0 0,-1 0 1,0-1-1,0 1 0,1 0 1,-1-1-1,0 1 0,1-1 0,-1 1 1,1-1-1,-1 1 0,0-1 0,1 1 1,-1-1-1,0 0 0,-3-7 57,1 0 0,-1-1 0,1 1-1,0-1 1,1 1 0,0-1-1,1 0 1,0 0 0,0 0 0,1 0-1,0 0 1,0 0 0,4-18 0,-4 26-54,0 0 0,1 0 0,-1 0 0,1 0 1,-1 0-1,1 0 0,-1 0 0,1 0 1,-1 1-1,1-1 0,0 0 0,-1 0 1,1 0-1,0 1 0,0-1 0,0 0 0,0 1 1,0-1-1,-1 1 0,1-1 0,0 1 1,0-1-1,0 1 0,2-1 0,31 2 36,28 21-76,-53-19 33,0 2-1,0-1 1,-1 1 0,0 1 0,0-1 0,0 1-1,0 1 1,-1-1 0,0 1 0,-1 1-1,11 14 1,-17-21-4,-1-1 0,1 0 0,-1 1 0,0-1 0,1 0 0,-1 0-1,1 1 1,-1-1 0,0 0 0,1 0 0,-1 0 0,1 0 0,-1 0 0,0 0 0,1 0-1,-1 0 1,0 0 0,1 0 0,-1 0 0,1 0 0,-1-1 0,0 1 0,1 0 0,-1 0-1,1-1 1,-1 1 0,1 0 0,-2-1 0,-22-9 77,20 8-33,-1-2 1,1 1 0,0 0-1,0-1 1,1 0 0,-1 0-1,1 0 1,0 0 0,0 0-1,0-1 1,0 1 0,1-1-1,0 0 1,0 0 0,0 0-1,0 0 1,1 0-1,0 0 1,0-1 0,0 1-1,1 0 1,0-6 0,0 9-38,1 1 1,0 0 0,-1-1 0,1 1-1,0 0 1,-1 0 0,1 0-1,0 0 1,0-1 0,0 1-1,0 0 1,0 1 0,0-1 0,0 0-1,0 0 1,1 0 0,-1 1-1,0-1 1,0 0 0,1 1-1,-1-1 1,0 1 0,1 0-1,-1-1 1,1 1 0,-1 0 0,2 0-1,43-2 130,-38 2-133,2 0-209,1 0 0,-1 1 0,1 1-1,-1 0 1,0 0 0,0 1 0,13 5 0,-18-6 68,-1 0 0,0 0 0,0 0 0,0 1 0,0 0 0,-1-1 0,1 1 0,-1 0 0,0 1 0,1-1 0,-1 0 0,-1 1 1,1 0-1,0 0 0,-1 0 0,0 0 0,0 0 0,0 0 0,1 6 0,-2-4-2705,-1-2-1804</inkml:trace>
</inkml:ink>
</file>

<file path=ppt/ink/ink2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27.889"/>
    </inkml:context>
    <inkml:brush xml:id="br0">
      <inkml:brushProperty name="width" value="0.025" units="cm"/>
      <inkml:brushProperty name="height" value="0.025" units="cm"/>
    </inkml:brush>
  </inkml:definitions>
  <inkml:trace contextRef="#ctx0" brushRef="#br0">1 87 12684,'0'0'4522,"7"2"-4373,-3 0-106,0 0 0,0-1 0,0 1 0,0 1 0,-1-1 0,1 1 0,-1-1 0,0 1-1,1 0 1,-1 0 0,0 1 0,4 5 0,0 1 73,-1 1-1,0 1 0,9 21 1,-4-1-69,-2 0 0,-1 0 1,-1 1-1,-2 0 0,-2 1 0,0 48 1,-2-81-44,-1 0 0,0 0 0,0 0 1,0-1-1,0 1 0,0 0 0,0 0 1,0 0-1,0-1 0,0 1 0,0 0 1,-1 0-1,1 0 0,0-1 0,0 1 1,-1 0-1,1 0 0,0-1 0,-1 1 1,1 0-1,-1-1 0,1 1 0,-2 0 1,-10-10 135,-8-32-35,14 15-109,2 0 0,0 0 0,2 0 1,0-1-1,4-36 0,3 12 5,19-89-1,-23 135 3,0 0-1,1-1 0,-1 1 1,1 0-1,0 1 0,1-1 1,3-6-1,-6 10-5,1 0 0,0 1 1,0-1-1,-1 0 0,1 1 0,0-1 0,0 0 0,0 1 0,0-1 1,0 1-1,0-1 0,0 1 0,0-1 0,0 1 0,0 0 0,0 0 1,0-1-1,0 1 0,0 0 0,0 0 0,0 0 0,1 0 0,-1 0 0,0 1 1,0-1-1,0 0 0,0 0 0,0 1 0,0-1 0,0 0 0,0 1 1,0-1-1,0 1 0,0 0 0,0-1 0,-1 1 0,1 0 0,0-1 1,0 1-1,0 0 0,0 1 0,4 2 1,-1 0 0,0 0-1,1 1 1,-2-1 0,1 1 0,0 0 0,4 10 0,-7-14-1,0 0-1,-1 1 1,1-1 0,-1 0 0,1 1 0,-1-1 0,0 0 0,0 1 0,1-1-1,-1 1 1,0-1 0,0 0 0,0 1 0,0-1 0,-1 1 0,1-1 0,0 0 0,-1 1-1,1-1 1,-1 1 0,1-1 0,-1 0 0,1 0 0,-1 1 0,0-1 0,0 0-1,0 0 1,0 0 0,0 0 0,0 0 0,0 0 0,0 0 0,0 0 0,0 0 0,0 0-1,0-1 1,-1 1 0,-1 0 0,-5 3-666,-1 0 0,0-1 0,0 0 0,0-1 0,0 0 0,-1-1 0,1 1-1,-16-1 1,23-1-12,-1-5-4761,3-7-115</inkml:trace>
</inkml:ink>
</file>

<file path=ppt/ink/ink2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28.154"/>
    </inkml:context>
    <inkml:brush xml:id="br0">
      <inkml:brushProperty name="width" value="0.025" units="cm"/>
      <inkml:brushProperty name="height" value="0.025" units="cm"/>
    </inkml:brush>
  </inkml:definitions>
  <inkml:trace contextRef="#ctx0" brushRef="#br0">0 1 12204,'0'0'3363,"5"10"-3299,14 44 116,22 104 0,-21-61-7731</inkml:trace>
</inkml:ink>
</file>

<file path=ppt/ink/ink2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28.515"/>
    </inkml:context>
    <inkml:brush xml:id="br0">
      <inkml:brushProperty name="width" value="0.025" units="cm"/>
      <inkml:brushProperty name="height" value="0.025" units="cm"/>
    </inkml:brush>
  </inkml:definitions>
  <inkml:trace contextRef="#ctx0" brushRef="#br0">0 111 13164,'0'0'102,"8"-2"37,17-5 130,13-3 419,-1-2 0,47-21 0,-83 32-682,0 1 0,0 0 1,0 0-1,-1-1 0,1 1 0,0-1 1,0 1-1,0-1 0,-1 1 1,1-1-1,0 1 0,-1-1 1,1 0-1,0 0 0,-1 1 1,1-1-1,-1 0 0,1 0 1,-1 1-1,0-1 0,1 0 1,-1 0-1,0 0 0,1 0 1,-1 0-1,0-1 0,0 1-4,-1 0 1,1 1-1,-1-1 0,0 0 1,1 0-1,-1 0 0,0 0 1,1 0-1,-1 1 0,0-1 1,0 0-1,0 1 0,0-1 0,0 1 1,1-1-1,-1 1 0,0-1 1,-2 1-1,-49-13 136,47 12 4,-1 1 0,0 0 0,0 0 0,0 0 1,0 1-1,0 0 0,1 0 0,-1 0 0,0 1 0,1 0 0,-7 3 0,10-3-118,-1 0-1,0 0 0,1 0 1,-1 1-1,1-1 0,0 1 0,0 0 1,0-1-1,0 1 0,0 0 0,1 0 1,-1 0-1,1 1 0,0-1 0,0 0 1,0 0-1,0 1 0,1-1 0,-1 1 1,1 4-1,-1 0-12,0-1 0,1 1 0,0-1 1,1 1-1,-1-1 0,2 1 0,-1-1 0,1 0 1,0 1-1,0-1 0,1 0 0,0 0 0,0 0 0,1-1 1,0 1-1,0-1 0,0 0 0,1 0 0,0 0 0,0-1 1,0 0-1,1 0 0,0 0 0,0 0 0,0-1 1,9 4-1,-8-4-263,0-2-1,1 1 1,-1-1 0,1 0 0,-1 0 0,1-1 0,0 0 0,0 0 0,0-1-1,9 0 1,5-3-3773</inkml:trace>
</inkml:ink>
</file>

<file path=ppt/ink/ink2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29.371"/>
    </inkml:context>
    <inkml:brush xml:id="br0">
      <inkml:brushProperty name="width" value="0.025" units="cm"/>
      <inkml:brushProperty name="height" value="0.025" units="cm"/>
    </inkml:brush>
  </inkml:definitions>
  <inkml:trace contextRef="#ctx0" brushRef="#br0">275 6 13357,'0'0'768,"-9"-3"-319,2 2-298,0 0 0,0 1 0,0 0 0,0 0 1,0 0-1,0 1 0,0 0 0,0 1 0,1-1 0,-1 1 1,0 1-1,1-1 0,-1 1 0,1 0 0,0 0 0,0 1 1,0 0-1,-6 5 0,-3 1-76,1 0 1,1 1-1,-15 14 0,24-21-67,1 0 0,-1-1 0,1 1 0,0 1 0,0-1 0,1 0-1,-1 1 1,1-1 0,0 1 0,0 0 0,0 0 0,1-1-1,0 1 1,0 0 0,-1 7 0,3-10-8,-1 0 1,1 0-1,0 0 0,0 0 1,-1 0-1,1 0 0,0 0 1,1-1-1,-1 1 0,0 0 0,0 0 1,1-1-1,-1 1 0,1-1 1,-1 0-1,1 1 0,0-1 1,-1 0-1,1 0 0,0 0 1,0 0-1,2 1 0,52 19 16,-45-17-12,28 8 41,-12-5-49,-1 2 1,50 23 0,-71-30-6,-1 1 1,1-1-1,-1 1 0,1 0 1,-1 0-1,0 1 0,0-1 1,0 1-1,-1 0 0,1 0 1,-1 0-1,0 0 1,0 1-1,-1-1 0,1 1 1,-1 0-1,0-1 0,0 1 1,0 0-1,-1 1 0,2 8 1,-3-11 9,-1-1 1,1 1-1,-1 0 1,1 0-1,-1-1 1,0 1-1,0 0 1,0-1-1,0 1 1,-1-1-1,1 1 1,-1-1-1,1 0 1,-1 0-1,0 0 1,0 1-1,0-2 1,0 1-1,0 0 1,0 0-1,-1-1 0,1 1 1,-5 1-1,-8 5 45,0-2 0,-30 10 0,31-11-11,-14 4-9,-1-1 0,1-2-1,-2 0 1,1-2 0,-38 1 0,66-5-18,0 0-1,0 0 1,0 0 0,0 0 0,0 0 0,1 0 0,-1 0-1,0 0 1,0-1 0,0 1 0,0 0 0,0 0-1,0-1 1,0 1 0,1-1 0,-1 1 0,0 0-1,0-1 1,0 0 0,1 1 0,-1-1 0,0 1 0,1-1-1,-1 0 1,1 0 0,-1 1 0,1-1 0,-1 0-1,1 0 1,-1 1 0,1-1 0,0 0 0,-1 0 0,1 0-1,0 0 1,0 0 0,0 0 0,-1 0 0,1 0-1,0 1 1,0-1 0,0 0 0,1 0 0,-1 0 0,0 0-1,0 0 1,0 0 0,1 0 0,-1 0 0,0 1-1,1-1 1,0-1 0,1-3 5,0 0 1,1 0-1,-1 1 0,1-1 0,0 1 1,0-1-1,1 1 0,4-4 1,18-14 0,1 2 1,1 1-1,1 1 1,36-15 0,127-48 104,-172 73-91,-12 4 75,1 0-1,-1 1 1,1 0-1,0 0 0,0 1 1,0 0-1,0 1 1,13-1-1,-21 3-94,1 0 0,-1-1 0,0 1 0,0 0-1,0 0 1,0 0 0,0 0 0,0 0 0,0 0 0,0 0 0,-1 0-1,1 0 1,0 0 0,-1 0 0,1 1 0,0-1 0,-1 0 0,0 1 0,1-1-1,-1 0 1,0 0 0,1 3 0,6 38 232,-6-32-180,11 40 266,-1-6-1158,-8-16-5175</inkml:trace>
</inkml:ink>
</file>

<file path=ppt/ink/ink2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29.554"/>
    </inkml:context>
    <inkml:brush xml:id="br0">
      <inkml:brushProperty name="width" value="0.025" units="cm"/>
      <inkml:brushProperty name="height" value="0.025" units="cm"/>
    </inkml:brush>
  </inkml:definitions>
  <inkml:trace contextRef="#ctx0" brushRef="#br0">1 45 14221,'0'0'417,"5"-44"-257,-2 44-96,2 0-128,0 2 64,1 11-224,3-1-2275,-1 2-3106</inkml:trace>
</inkml:ink>
</file>

<file path=ppt/ink/ink2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30.132"/>
    </inkml:context>
    <inkml:brush xml:id="br0">
      <inkml:brushProperty name="width" value="0.025" units="cm"/>
      <inkml:brushProperty name="height" value="0.025" units="cm"/>
    </inkml:brush>
  </inkml:definitions>
  <inkml:trace contextRef="#ctx0" brushRef="#br0">2 94 14894,'0'0'854,"0"-8"91,0-3-846,3-33 1626,-3 42-1691,1 1 0,-1 0 0,0-1-1,1 1 1,-1-1 0,1 1 0,-1 0-1,1 0 1,0-1 0,0 1-1,0 0 1,-1 0 0,1 0 0,0-1-1,0 1 1,1 1 0,-1-1 0,0 0-1,0 0 1,0 0 0,1 0 0,-1 1-1,0-1 1,1 1 0,-1-1 0,0 1-1,1-1 1,1 1 0,4-1-37,-1 0 1,1 1-1,0 0 0,0 1 1,0-1-1,0 1 0,0 0 1,-1 1-1,1 0 1,7 3-1,-11-4-2,-1 1 1,1-1-1,-1 1 0,1 0 1,-1-1-1,0 1 1,1 1-1,-1-1 0,0 0 1,0 0-1,-1 1 0,1-1 1,0 1-1,-1-1 0,0 1 1,0 0-1,1 0 0,-1 0 1,-1-1-1,1 1 1,0 0-1,-1 0 0,0 0 1,1 0-1,-2 5 0,1-1-1,-1-1 0,0 0 0,-1 1 0,1-1 0,-1 0 0,0 0 0,-1 0 0,0 0-1,0-1 1,0 1 0,0-1 0,-1 1 0,0-1 0,0 0 0,0-1 0,-1 1 0,0-1 0,0 0 0,-6 4-1,2 1 5,-1-1-1,1 2 0,-13 17 0,21-26 1,0 0 1,1 1 0,-1-1-1,1 1 1,-1-1-1,1 0 1,-1 1 0,1-1-1,0 1 1,0-1-1,0 1 1,0-1-1,0 1 1,0-1 0,0 1-1,0-1 1,1 1-1,-1-1 1,1 0-1,-1 1 1,1-1 0,-1 1-1,1-1 1,0 0-1,0 0 1,-1 1 0,1-1-1,0 0 1,0 0-1,0 0 1,2 1-1,45 36-60,-25-21 47,-11-7 12,-1 0-1,-1 1 1,0 1-1,16 23 1,-23-30 2,0 0 1,0 0-1,-1 0 1,1 1-1,-1-1 0,-1 1 1,1-1-1,-1 1 1,0 0-1,0-1 1,-1 1-1,1 0 1,-1 0-1,0-1 0,-1 1 1,-1 6-1,1-9 13,-1 0-1,1 0 0,-1-1 0,0 1 1,0-1-1,0 1 0,-1-1 1,1 0-1,0 0 0,-1 0 0,1 0 1,-1 0-1,0 0 0,0-1 1,0 1-1,0-1 0,0 0 0,0 0 1,0 0-1,0 0 0,0-1 1,0 1-1,0-1 0,-5 0 0,0 1 31,1 0-1,-1-1 0,1 0 0,-1 0 0,0-1 1,1 0-1,0 0 0,-1-1 0,-11-4 0,15 4-31,1 0 0,-1-1 0,1 1-1,-1-1 1,1 0 0,0 0 0,0 0-1,0-1 1,0 1 0,1-1 0,0 1-1,-1-1 1,1 0 0,1 0 0,-1 0-1,0 0 1,1 0 0,0 0 0,0-1-1,0 1 1,1 0 0,-1-1 0,1 1-1,0 0 1,0-1 0,1 1 0,-1 0-1,3-8 1,-1-2-104,2 0 0,0 1 0,0 0 0,1-1 0,1 1 0,0 1 0,14-21 0,-5 13-1915,2-1 0,20-18 0,-4 7-4013</inkml:trace>
</inkml:ink>
</file>

<file path=ppt/ink/ink2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30.619"/>
    </inkml:context>
    <inkml:brush xml:id="br0">
      <inkml:brushProperty name="width" value="0.025" units="cm"/>
      <inkml:brushProperty name="height" value="0.025" units="cm"/>
    </inkml:brush>
  </inkml:definitions>
  <inkml:trace contextRef="#ctx0" brushRef="#br0">35 200 11691,'0'0'3070,"5"-7"-2382,2-2-532,0 1 0,0 0 0,1 0 0,0 1 0,1 0 0,-1 1-1,1-1 1,1 2 0,14-8 0,-17 10-149,0-1-1,0 0 1,-1 0-1,0 0 1,11-11-1,-15 14 39,-1 0-1,1 0 0,-1-1 1,0 1-1,0-1 0,0 1 1,0-1-1,0 1 1,0-1-1,0 0 0,0 0 1,0 1-1,-1-1 0,1 0 1,-1 0-1,0 0 1,1 1-1,-1-1 0,0 0 1,0 0-1,0 0 0,0 0 1,0 0-1,-1 1 1,1-1-1,-1 0 0,1 0 1,-1 0-1,1 1 0,-2-4 1,-1 3 48,1 0 0,-1-1 0,1 1 0,-1 0 0,1 0 0,-1 1 0,0-1 0,0 0 0,0 1 0,0 0 0,0 0 0,-1 0 0,1 0-1,0 0 1,0 0 0,-1 1 0,1 0 0,0 0 0,-5 0 0,2 0-30,-1 0 0,0 0-1,0 0 1,0 1 0,0 1-1,1-1 1,-1 1 0,-10 4-1,13-4-49,-1 1 0,1 0 0,0 0 0,0 1 0,0-1-1,0 1 1,0 0 0,1 0 0,0 0 0,0 0 0,0 1-1,0-1 1,1 1 0,-1 0 0,1 0 0,0 0 0,1 0 0,-1 0-1,1 0 1,0 0 0,1 0 0,-1 0 0,1 1 0,0-1-1,1 9 1,-1-8-6,1 0 1,0 0-1,1 0 0,-1 0 0,1 0 0,0 0 0,1 0 0,-1-1 1,1 1-1,0-1 0,1 0 0,-1 0 0,1 0 0,0 0 0,0 0 1,1-1-1,-1 0 0,1 0 0,0 0 0,0-1 0,9 5 1,1-1 70,1-2 1,0 0 0,0-1 0,1 0 0,-1-2 0,1 0 0,23 0 0,-25-2-302,0-1 0,0 0 0,21-6 0,-28 5-517,1 0-1,-2-1 0,1 0 1,0 0-1,-1-1 0,14-8 0,14-20-11852</inkml:trace>
</inkml:ink>
</file>

<file path=ppt/ink/ink2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48.310"/>
    </inkml:context>
    <inkml:brush xml:id="br0">
      <inkml:brushProperty name="width" value="0.025" units="cm"/>
      <inkml:brushProperty name="height" value="0.025" units="cm"/>
    </inkml:brush>
  </inkml:definitions>
  <inkml:trace contextRef="#ctx0" brushRef="#br0">1 522 32,'41'0'4007,"63"0"-244,174-8-2196,190-31 538,178-12-724,531-64 1854,-281 21-2803,-243 7 843,-121 12-526,-489 73-754,-32 2-297,1 0 0,-1-1 1,1 0-1,-1-1 0,17-5 0,-27 7 72,0-1-1,-1 1 0,1 0 1,0-1-1,-1 1 0,1-1 0,-1 1 1,1-1-1,-1 1 0,1-1 1,-1 1-1,1-1 0,-1 0 0,0 1 1,1-1-1,-1 1 0,0-1 1,1 0-1,-1 0 0,0 1 0,0-1 1,0 0-1,0 1 0,0-1 1,0 0-1,0 0 0,0 1 0,0-1 1,0 0-1,0 0 0,0 0 1,0-19-8317</inkml:trace>
</inkml:ink>
</file>

<file path=ppt/ink/ink2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49.563"/>
    </inkml:context>
    <inkml:brush xml:id="br0">
      <inkml:brushProperty name="width" value="0.025" units="cm"/>
      <inkml:brushProperty name="height" value="0.025" units="cm"/>
    </inkml:brush>
  </inkml:definitions>
  <inkml:trace contextRef="#ctx0" brushRef="#br0">12 562 7431,'-11'-17'132,"13"10"83,26 11 169,2 3-437,100 2 699,146-8 0,-135-3-214,599-38 2128,-2-45-1089,-303 32-1188,310-38 182,1003-92 1226,-1577 173-1655,251-18 167,-4-34 236,-415 61-427,0 0 0,0 0 0,1 0 0,-1 1 0,0 0 0,1-1 0,-1 1 0,0 1 0,1-1 1,4 1-1,-7 0-8,0 0 0,0 0 0,0 0 0,0 0 0,0 0 0,0 0 1,0 0-1,0 0 0,-1 0 0,1 1 0,0-1 0,-1 0 1,1 1-1,-1-1 0,1 0 0,-1 1 0,0-1 0,1 0 1,-1 1-1,0-1 0,0 1 0,0-1 0,0 1 0,0-1 0,-1 2 1,5 71-15,3-1 1,28 119-1,1 8-9,-8 331 45,-28-527-24,-1 0 0,1 0 0,-1 0-1,0 0 1,0-1 0,0 1 0,0 0-1,0-1 1,-1 1 0,0-1 0,0 1-1,0-1 1,0 0 0,0 0 0,-1 0-1,1 0 1,-1 0 0,0-1 0,0 1 0,0-1-1,0 1 1,0-1 0,-4 1 0,-9 5 10,0 0 0,0-2 0,-32 9 0,28-9-12,-77 21-1620,-126 19 0,68-25-3398</inkml:trace>
</inkml:ink>
</file>

<file path=ppt/ink/ink2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1:06.980"/>
    </inkml:context>
    <inkml:brush xml:id="br0">
      <inkml:brushProperty name="width" value="0.025" units="cm"/>
      <inkml:brushProperty name="height" value="0.025" units="cm"/>
    </inkml:brush>
  </inkml:definitions>
  <inkml:trace contextRef="#ctx0" brushRef="#br0">44 49 5285,'0'0'6790,"-1"-7"-5455,-3-23-353,5 29-968,-1 1 1,0 0-1,0-1 0,0 1 0,0 0 0,0-1 0,0 1 0,0 0 1,0-1-1,0 1 0,0 0 0,0-1 0,0 1 0,0 0 0,0-1 0,0 1 1,0 0-1,0 0 0,0-1 0,0 1 0,-1 0 0,1-1 0,0 1 1,0 0-1,0 0 0,0-1 0,-1 1 0,1 0 0,0 0 0,0-1 1,-1 1-1,1 0 0,0 0 0,0 0 0,-1-1 0,1 1 0,0 0 0,-1 0 1,1 0-1,0 0 0,-1 0 0,1 0 0,0 0 0,-1 0 0,1 0 1,0 0-1,-1 0 0,1 0 0,0 0 0,0 0 0,-1 0 0,1 0 1,0 0-1,-1 0 0,1 0 0,0 0 0,-1 1 0,1-1 0,0 0 0,0 0 1,-1 0-1,1 0 0,0 1 0,0-1 0,-1 0 0,-9 15-98,6 7 73,1 0 1,1 0-1,1 1 0,2 31 0,-1-15 12,0-38 25,28-6 135,-21 2-161,1 1 0,0 0 0,0 0 0,0 1 0,0-1 0,0 2 0,0-1 0,0 1 0,0 1 0,1-1 0,-1 1 0,9 3 0,-13-3 0,-1 0 0,1 0 0,-1 1 0,1-1 0,-1 1 0,0 0 0,0 0 0,0 0 0,0 0 0,0 1 0,0-1 0,0 1 0,-1 0 0,0-1 0,1 1 0,-1 0 0,0 1 0,0-1 0,-1 0 0,1 0 0,-1 1 0,1-1 0,-1 1 0,0 0 0,0-1 0,-1 1 0,1 0 0,-1-1 0,0 6 0,-1-4-19,1 0 0,-1 0 0,-1 1 0,1-1 0,-1 0 1,0 0-1,0 0 0,0-1 0,-1 1 0,0 0 1,0-1-1,0 0 0,0 1 0,-1-1 0,1-1 1,-1 1-1,0 0 0,0-1 0,-1 0 0,-8 5 1,0 0-181,0 0 1,-1-1 0,0-1-1,0-1 1,0 1 0,-22 3 0,13-7-5680,15-3 1111</inkml:trace>
</inkml:ink>
</file>

<file path=ppt/ink/ink2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1:07.341"/>
    </inkml:context>
    <inkml:brush xml:id="br0">
      <inkml:brushProperty name="width" value="0.025" units="cm"/>
      <inkml:brushProperty name="height" value="0.025" units="cm"/>
    </inkml:brush>
  </inkml:definitions>
  <inkml:trace contextRef="#ctx0" brushRef="#br0">1 51 6951,'0'0'4612,"58"-15"-4036,-29 11-127,4-1-257,-3-1-128,1 0-32,-2 1-32,-6 1 32,-5 2-32,-7 1-1537,-7-1-1923</inkml:trace>
</inkml:ink>
</file>

<file path=ppt/ink/ink2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1:07.978"/>
    </inkml:context>
    <inkml:brush xml:id="br0">
      <inkml:brushProperty name="width" value="0.025" units="cm"/>
      <inkml:brushProperty name="height" value="0.025" units="cm"/>
    </inkml:brush>
  </inkml:definitions>
  <inkml:trace contextRef="#ctx0" brushRef="#br0">172 38 5189,'0'0'7719,"-7"-5"-7318,-25-16-113,30 20-250,0 1 0,0-1 0,0 1 1,-1-1-1,1 1 0,0 0 0,0-1 0,0 1 0,-1 0 1,1 1-1,0-1 0,0 0 0,0 1 0,-1-1 1,1 1-1,0-1 0,0 1 0,0 0 0,0 0 0,-3 2 1,-34 26 635,37-27-639,-2 1-9,1 1 1,-1-1 0,1 1-1,-1 0 1,1 0 0,0 0-1,1 0 1,-1 0 0,1 1 0,0-1-1,0 1 1,0 0 0,0-1-1,1 1 1,0 0 0,0 0-1,0 0 1,1 0 0,-1 0-1,1 0 1,1 0 0,-1 0 0,1 0-1,-1 0 1,1 0 0,1 0-1,-1 0 1,1-1 0,0 1-1,0 0 1,4 6 0,-2-5 2,0 1 1,1-1 0,0 0-1,0 0 1,1-1 0,-1 0-1,1 1 1,0-2-1,0 1 1,1-1 0,0 0-1,-1 0 1,1-1 0,1 0-1,-1 0 1,0-1-1,1 0 1,-1 0 0,15 1-1,-16-2 24,1 0-1,-1-1 0,1 0 0,-1-1 0,0 0 1,1 1-1,-1-2 0,0 1 0,8-4 0,-11 4 12,-1 0 0,0-1-1,0 1 1,0-1 0,0 0 0,0 0-1,0 0 1,0 0 0,-1 0-1,1 0 1,-1 0 0,1 0-1,-1-1 1,0 1 0,0 0-1,0-1 1,0 1 0,0-1 0,-1 0-1,1 1 1,-1-1 0,1 1-1,-1-1 1,0 0 0,-1-3-1,1-6 30,0 0 0,-1 0 0,-1-1 0,0 1 1,-1 0-1,0 1 0,-1-1 0,0 0 0,-1 1 0,-10-18 0,12 24-191,0 1-1,0-1 1,0 0 0,-1 1 0,0-1 0,0 1 0,0 0-1,-1 1 1,1-1 0,-1 1 0,0 0 0,0 0 0,0 0-1,0 1 1,0-1 0,-1 1 0,1 1 0,-1-1 0,1 1-1,-1 0 1,0 0 0,1 0 0,-1 1 0,-8 0 0,-9 3-4600,2-2-4959</inkml:trace>
</inkml:ink>
</file>

<file path=ppt/ink/ink2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0:54.768"/>
    </inkml:context>
    <inkml:brush xml:id="br0">
      <inkml:brushProperty name="width" value="0.025" units="cm"/>
      <inkml:brushProperty name="height" value="0.025" units="cm"/>
    </inkml:brush>
  </inkml:definitions>
  <inkml:trace contextRef="#ctx0" brushRef="#br0">1 12 6822,'0'-12'3136,"17"31"-1702,76 50 479,-60-46-1795,0 2 0,-1 0 1,-2 2-1,44 50 0,-73-76-142,-1 0 0,1-1-1,0 1 1,-1 0 0,1-1 0,0 1 0,-1 0 0,1 0 0,-1 0-1,1-1 1,-1 1 0,0 0 0,1 0 0,-1 0 0,0 0 0,0 0-1,1 0 1,-1 0 0,0 0 0,0 0 0,0 0 0,0 0 0,0 0-1,0 0 1,-1 0 0,1 1 0,-1-1-344,-1-1 1,1 1-1,0-1 0,0 1 0,-1-1 1,1 1-1,0-1 0,-1 0 0,1 1 1,-1-1-1,1 0 0,0 0 1,-1 0-1,1 0 0,-1 0 0,1-1 1,-3 0-1,-13-2-6065</inkml:trace>
</inkml:ink>
</file>

<file path=ppt/ink/ink2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0:55.158"/>
    </inkml:context>
    <inkml:brush xml:id="br0">
      <inkml:brushProperty name="width" value="0.025" units="cm"/>
      <inkml:brushProperty name="height" value="0.025" units="cm"/>
    </inkml:brush>
  </inkml:definitions>
  <inkml:trace contextRef="#ctx0" brushRef="#br0">260 1 3459,'0'0'5264,"-6"8"-4864,-22 29 721,2 1 0,2 1 0,-20 44 0,-55 140 203,97-217-1503,-1 0-1,0-1 1,0 1-1,0-1 1,-1 0-1,1 1 1,-8 6-1,10-14-3225,1-9-1560</inkml:trace>
</inkml:ink>
</file>

<file path=ppt/ink/ink2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0:56.003"/>
    </inkml:context>
    <inkml:brush xml:id="br0">
      <inkml:brushProperty name="width" value="0.025" units="cm"/>
      <inkml:brushProperty name="height" value="0.025" units="cm"/>
    </inkml:brush>
  </inkml:definitions>
  <inkml:trace contextRef="#ctx0" brushRef="#br0">56 102 3171,'0'0'6155,"-3"-4"-5851,-16-18 188,56 16 2206,-21 4-2263,325-65 1813,-437 72-2083,37 5-174,0-1-8,0 2 1,-79 26-1,121-34-319,31-5-1313,2 0-2318,0-10-2967</inkml:trace>
</inkml:ink>
</file>

<file path=ppt/ink/ink2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30.435"/>
    </inkml:context>
    <inkml:brush xml:id="br0">
      <inkml:brushProperty name="width" value="0.025" units="cm"/>
      <inkml:brushProperty name="height" value="0.025" units="cm"/>
    </inkml:brush>
  </inkml:definitions>
  <inkml:trace contextRef="#ctx0" brushRef="#br0">1 238 2210,'0'0'5093,"34"5"-4666,-14-7-318,0-2 0,0 0 0,-1-1 0,0 0 1,1-2-1,-2 0 0,24-13 0,-1 1-32,102-49 106,61-24 115,-176 85-25,-27 7-338,-1-1 0,1 1 0,-1 0 1,1 0-1,0-1 0,-1 1 0,1 0 1,-1 0-1,1 0 0,0 0 1,-1-1-1,1 1 0,0 0 0,-1 0 1,1 0-1,0 1 0,-1-1 0,1 0 1,-1 0-1,1 0 0,0 0 1,-1 1-1,1-1 0,-1 0 0,1 0 1,0 1-1,-1-1 0,1 0 0,-1 1 1,1-1-1,-1 1 0,1 0 1,-4 6-2141</inkml:trace>
</inkml:ink>
</file>

<file path=ppt/ink/ink2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2:30.701"/>
    </inkml:context>
    <inkml:brush xml:id="br0">
      <inkml:brushProperty name="width" value="0.025" units="cm"/>
      <inkml:brushProperty name="height" value="0.025" units="cm"/>
    </inkml:brush>
  </inkml:definitions>
  <inkml:trace contextRef="#ctx0" brushRef="#br0">0 322 4132,'0'0'4644,"44"-11"-4067,-10-2-161,12-9-160,15-2-31,11-8 95,7-5-192,10 1 32,3-2 97,-2 2 31,-8 1-64,-12-3-3299</inkml:trace>
</inkml:ink>
</file>

<file path=ppt/ink/ink2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07.625"/>
    </inkml:context>
    <inkml:brush xml:id="br0">
      <inkml:brushProperty name="width" value="0.025" units="cm"/>
      <inkml:brushProperty name="height" value="0.025" units="cm"/>
    </inkml:brush>
  </inkml:definitions>
  <inkml:trace contextRef="#ctx0" brushRef="#br0">1 3130 2659,'0'0'6881,"17"-1"-2721,19-1-2651,120-12-260,-49 4-694,-100 8-421,1 0 0,-1 0-1,0-1 1,-1 0-1,1 0 1,0 0-1,-1-1 1,8-6-1,46-38 256,-28 19-169,-1-1-1,-1-2 0,-1-1 1,-2-2-1,-2 0 0,-1-2 0,-2-1 1,-1 0-1,-2-1 0,-2-2 1,18-62-1,13-39 76,11-39 19,47-328 364,-85 366-651,21-201 100,-29 232-115,42-175 0,-11 81-4,-38 174-8,36-169 0,-33 166 0,2 1 0,1 1 0,29-56 0,-28 66-6,1 1 0,1 0-1,21-24 1,-30 40 4,0-1-1,0 1 1,1 0 0,0 0-1,0 1 1,0 0-1,1 1 1,-1-1 0,1 1-1,0 1 1,0-1 0,1 1-1,12-2 1,-18 4 0,0 0 1,-1 1-1,1 0 1,0-1 0,-1 1-1,1 0 1,0 1-1,-1-1 1,1 0-1,0 1 1,-1-1 0,1 1-1,-1 0 1,1 0-1,-1 0 1,1 0-1,-1 0 1,0 1-1,1-1 1,-1 1 0,0 0-1,0-1 1,0 1-1,0 0 1,-1 0-1,4 4 1,-2 0 10,-1-1 0,1 1 0,-1 1-1,-1-1 1,1 0 0,-1 0 0,0 0 0,0 1 0,-1-1 0,0 10-1,23 377 199,-1 0 297,-15-213-64,52 318 0,-42-410-413,12 107 21,20 117 4,-27-193-40,3 75 146,11 56 424,-29-218-488,1 0 1,2 0 0,1 0 0,2-1-1,22 40 1,-23-55-63,0 0 0,1-1 0,0 0 0,2-2 1,0 1-1,0-2 0,1 0 0,0 0 0,26 12 0,-25-14-1,-7-5-12,-1 0 0,1-2 0,0 1-1,0-1 1,0 0 0,0-1 0,1-1-1,-1 1 1,1-2 0,-1 1 0,21-3-1,10-2 94,64-15 0,176-63 176,-172 53 144,-107 26-391,-1 0 0,0 1 0,0-1 0,0 0-1,-1 0 1,1 0 0,-1 0 0,1 0-1,-1 0 1,0 0 0,0 0 0,-1 0-1,0-6 1,1 0-921,-6-29-7475,-6 12-3074</inkml:trace>
</inkml:ink>
</file>

<file path=ppt/ink/ink2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10.514"/>
    </inkml:context>
    <inkml:brush xml:id="br0">
      <inkml:brushProperty name="width" value="0.025" units="cm"/>
      <inkml:brushProperty name="height" value="0.025" units="cm"/>
    </inkml:brush>
  </inkml:definitions>
  <inkml:trace contextRef="#ctx0" brushRef="#br0">95 222 4516,'0'0'4549,"0"-11"814,5-9-3546,-2 19-1795,0 0 1,1 0 0,-1 0 0,1 1-1,-1 0 1,1 0 0,-1 0 0,1 0-1,-1 0 1,1 1 0,-1-1 0,1 1 0,-1 0-1,0 0 1,1 0 0,-1 1 0,0-1-1,4 3 1,-2 0 3,1 0-1,-1 0 1,0 1-1,0 0 1,0 0 0,-1 0-1,0 0 1,7 13-1,-4-6 12,-1 0 0,0 1-1,-1 0 1,0 0 0,-1 1 0,-1-1-1,0 1 1,2 24 0,-5-34-21,0 0 1,0 0 0,-1 0-1,1 1 1,-1-1 0,1 0 0,-1 0-1,-1 0 1,1 0 0,-1-1-1,1 1 1,-1 0 0,0-1-1,0 1 1,-4 4 0,1-3 32,0-1 0,0 1 0,0-1 1,-1-1-1,0 1 0,1-1 0,-1 0 0,-13 4 1,14-4-36,0-1 1,-1 0 0,1-1-1,-1 1 1,1-1 0,-1 0-1,0-1 1,1 1 0,-1-1 0,0 0-1,0-1 1,1 1 0,-11-3-1,12 1-6,1 0 0,-1 1 0,0-1 0,1-1 0,-1 1 0,1-1-1,-1 1 1,1-1 0,0 0 0,0 0 0,1 0 0,-1 0 0,1-1-1,-1 1 1,1-1 0,0 0 0,0 1 0,1-1 0,-2-5 0,-5-17-1,1 1 1,1-1 0,1 0-1,2-1 1,0 1 0,2 0 0,1-1-1,6-47 1,-3 73 12,-1 0-1,1 1 1,-1-1-1,1 1 1,-1-1-1,1 1 1,0 0 0,-1 0-1,1 0 1,3 1-1,3-1 33,19-5 156,0-1 0,-1-2-1,0 0 1,0-2 0,0-1 0,-2-1 0,34-21 0,-16 10-65,56-21-1,-98 44-259,-1 0 0,0 0 0,1 0 0,-1 0-1,0-1 1,0 1 0,1 1 0,-1-1-1,0 0 1,1 0 0,-1 0 0,0 0-1,0 0 1,1 0 0,-1 0 0,0 0-1,0 0 1,1 0 0,-1 1 0,0-1-1,0 0 1,1 0 0,-1 0 0,0 1-1,0-1 1,0 0 0,1 0 0,-1 0-1,0 1 1,0-1 0,0 0 0,0 0-1,0 1 1,0-1 0,1 0 0,-1 0-1,0 1 1,0-1 0,0 0 0,0 1-1,0-1 1,0 0 0,0 0 0,0 1-1,0-1 1,0 0 0,0 1 0,0-1-1,-1 0 1,1 0 0,0 1 0,0-1-1,0 0 1,0 0 0,0 1 0,-1-1-1,1 3-3219</inkml:trace>
</inkml:ink>
</file>

<file path=ppt/ink/ink2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11.089"/>
    </inkml:context>
    <inkml:brush xml:id="br0">
      <inkml:brushProperty name="width" value="0.025" units="cm"/>
      <inkml:brushProperty name="height" value="0.025" units="cm"/>
    </inkml:brush>
  </inkml:definitions>
  <inkml:trace contextRef="#ctx0" brushRef="#br0">10 150 8392,'0'0'4788,"0"-8"-3725,-4-20 36,2 19-686,1 0-1,-1 0 1,2 1-1,-1-1 1,1 0-1,2-12 1,-2 19-405,1 0 1,0 0-1,-1 0 0,1 0 1,0 0-1,0 0 0,0 0 1,0 0-1,0 1 0,1-1 1,-1 0-1,0 1 0,1-1 1,-1 1-1,1 0 0,0-1 1,0 1-1,-1 0 0,1 0 1,0 0-1,0 0 0,0 0 1,0 0-1,0 1 0,0-1 1,0 1-1,0-1 0,0 1 1,0 0-1,0 0 0,1 0 1,-1 0-1,2 0 1,-1 0-10,-1 0 0,0 1 0,1-1 0,-1 0 0,1 1 1,-1-1-1,0 1 0,1 0 0,-1 0 0,0 0 0,0 0 1,0 0-1,0 1 0,0-1 0,0 0 0,0 1 0,0 0 1,0-1-1,-1 1 0,1 0 0,2 3 0,-2 0-3,1 0 0,0 1 0,-1-1 0,0 1 0,0-1 0,-1 1 0,0 0 0,0-1 0,1 7 0,-2 1-3,1-1 1,-1 0-1,-1 1 1,0-1-1,-1 1 1,0-1-1,-1 0 1,-6 16-1,-6-4 46,12-20-27,1 0 0,-1 0 1,0 0-1,1 0 0,0 0 1,0 1-1,0-1 0,-1 9 1,37-11 93,-24-3-62,0-1 0,0 0-1,0-1 1,0 1 0,-1-2 0,1 0-1,-1 0 1,12-7 0,-11 5-6,1 1 1,0 0-1,0 1 1,0 0-1,18-4 1,-30 9-474,1 0 0,0 0 0,0 0 1,0 0-1,0 0 0,-1 0 0,1 0 0,0 0 1,-1 0-1,1 0 0,-1 0 0,1-1 0,-1 1 1,1 0-1,-1 0 0,1 0 0,-1-1 0,0 1 0,0 0 1,-12 9-6496</inkml:trace>
</inkml:ink>
</file>

<file path=ppt/ink/ink2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11.807"/>
    </inkml:context>
    <inkml:brush xml:id="br0">
      <inkml:brushProperty name="width" value="0.025" units="cm"/>
      <inkml:brushProperty name="height" value="0.025" units="cm"/>
    </inkml:brush>
  </inkml:definitions>
  <inkml:trace contextRef="#ctx0" brushRef="#br0">1 471 6054,'0'0'9262,"10"-6"-8285,271-134 2343,402-184-1724,-690 325-3189,-5 1-5222,4-1-1374</inkml:trace>
</inkml:ink>
</file>

<file path=ppt/ink/ink2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13.517"/>
    </inkml:context>
    <inkml:brush xml:id="br0">
      <inkml:brushProperty name="width" value="0.025" units="cm"/>
      <inkml:brushProperty name="height" value="0.025" units="cm"/>
    </inkml:brush>
  </inkml:definitions>
  <inkml:trace contextRef="#ctx0" brushRef="#br0">32 297 3011,'0'0'11573,"-5"-6"-10772,-14-18-187,18 22-508,0 1 1,0 0-1,0-1 1,1 1-1,-1-1 0,0 0 1,1 1-1,-1-1 0,1 1 1,0-1-1,0 0 0,-1 1 1,1-1-1,0 0 0,1 1 1,-1-1-1,0 0 0,0 1 1,1-1-1,-1 0 0,1 1 1,-1-1-1,1 1 0,-1-1 1,1 1-1,0-1 0,2-2 1,29-30 44,-29 31 9,3-2-128,0 1 0,0 0 1,0 0-1,0 0 0,1 1 1,0 0-1,-1 0 0,1 1 1,0-1-1,1 2 0,-1-1 1,0 1-1,9-1 0,-13 2-28,0 0-1,0 0 0,0 0 1,0 0-1,0 1 0,0-1 1,0 1-1,0 0 0,-1 0 1,1 0-1,0 0 0,0 0 1,-1 1-1,1-1 0,0 1 1,-1 0-1,0-1 0,1 1 1,-1 0-1,0 1 0,0-1 1,0 0-1,0 1 0,0-1 0,-1 1 1,1-1-1,-1 1 0,0 0 1,0-1-1,0 1 0,0 0 1,0 0-1,1 5 0,31 97 1316,-30-91-1157,0 1-1,-2-1 0,1 17 1,-2-31 57,-20-47 320,14 32-573,1 0 0,0 0-1,-4-32 1,6 30 6,-1 0-1,0 0 1,-7-18-1,10 34 27,0-1 0,0 0 0,0 0 0,0 0 0,1 1 0,-1-1 0,1 0 0,0 0 0,-1 0 0,1 0 0,0 0 0,0 0 0,0 0 0,0 0 0,1 0 0,-1 0 0,0 0 0,2-3 0,0 2-4,1-1 0,0 1-1,-1 0 1,1 0 0,0 0-1,0 1 1,6-5 0,-4 3 3,6-5-1,0 1-1,0 0 0,1 0 0,-1 1 0,2 1 1,-1 0-1,1 0 0,0 2 0,17-5 0,-21 4-5963,-9-4 1025</inkml:trace>
</inkml:ink>
</file>

<file path=ppt/ink/ink2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15.297"/>
    </inkml:context>
    <inkml:brush xml:id="br0">
      <inkml:brushProperty name="width" value="0.025" units="cm"/>
      <inkml:brushProperty name="height" value="0.025" units="cm"/>
    </inkml:brush>
  </inkml:definitions>
  <inkml:trace contextRef="#ctx0" brushRef="#br0">1 28 1217,'0'0'5675,"0"-5"-5168,2-18 214</inkml:trace>
</inkml:ink>
</file>

<file path=ppt/ink/ink2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18.258"/>
    </inkml:context>
    <inkml:brush xml:id="br0">
      <inkml:brushProperty name="width" value="0.025" units="cm"/>
      <inkml:brushProperty name="height" value="0.025" units="cm"/>
    </inkml:brush>
  </inkml:definitions>
  <inkml:trace contextRef="#ctx0" brushRef="#br0">0 1 256,'0'0'3716,"3"0"-4741</inkml:trace>
</inkml:ink>
</file>

<file path=ppt/ink/ink2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20.958"/>
    </inkml:context>
    <inkml:brush xml:id="br0">
      <inkml:brushProperty name="width" value="0.025" units="cm"/>
      <inkml:brushProperty name="height" value="0.025" units="cm"/>
    </inkml:brush>
  </inkml:definitions>
  <inkml:trace contextRef="#ctx0" brushRef="#br0">1 23 3171,'2'0'565,"-1"0"0,1 0 1,0 1-1,0-1 0,0 1 0,0 0 0,-1-1 0,1 1 1,0 0-1,-1 0 0,1 0 0,-1 0 0,1 0 1,-1 0-1,3 3 0,21 30 1333,-19-23-1933,-1 0 1,0 1-1,-1-1 0,6 22 1,-6 25 324,2 8 1037,-10-92 2131,-6-30-3729,-5 12 271,7 26-24,2-1 1,0 0 0,2 0 0,0-1 0,-2-31 0,6 51 7,-1 0 32,0 0-16,1 0-26,6 49-10075,-6-26 5831,0-12 1280</inkml:trace>
</inkml:ink>
</file>

<file path=ppt/ink/ink2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21.907"/>
    </inkml:context>
    <inkml:brush xml:id="br0">
      <inkml:brushProperty name="width" value="0.025" units="cm"/>
      <inkml:brushProperty name="height" value="0.025" units="cm"/>
    </inkml:brush>
  </inkml:definitions>
  <inkml:trace contextRef="#ctx0" brushRef="#br0">5 210 3491,'0'0'7309,"-1"-7"-6514,1-2-561,-3-21 696,3 29-514,0 33-144,5-13 36,0 0-1,1-1 1,0 1 0,2-2-1,18 34 1,0-1-88,-17-36 1345,-14-38-1265,-15-43-451,12 43 121,2 0 0,0 0 0,2-1 0,-3-49 0,9 71 30,0-1 0,0 1 0,0 0 0,1 0 0,0 0 0,-1 1 0,1-1 0,0 1 0,0-1 0,1 1 0,-1 0 0,4-1 0,3-4 22,21-19 17,32-24 100,-59 47-133,0 1 0,0 0 0,0-1-1,0 2 1,0-1 0,1 0 0,-1 1 0,0 0 0,1 0 0,-1 0 0,1 0 0,0 1 0,7 0 0,-11 0-3,0 1-1,0 0 0,1-1 1,-1 1-1,0 0 0,0 0 0,0 0 1,0 0-1,0 0 0,0 0 0,0 0 1,0 0-1,0 0 0,0 0 0,-1 1 1,1-1-1,0 0 0,-1 1 1,1-1-1,0 3 0,9 35 71,-7-28-60,10 46 143,-8-32-28,1 1 0,1-1 0,1-1 0,15 31-1,-14-42 193,-12-21-10473</inkml:trace>
</inkml:ink>
</file>

<file path=ppt/ink/ink2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22.795"/>
    </inkml:context>
    <inkml:brush xml:id="br0">
      <inkml:brushProperty name="width" value="0.025" units="cm"/>
      <inkml:brushProperty name="height" value="0.025" units="cm"/>
    </inkml:brush>
  </inkml:definitions>
  <inkml:trace contextRef="#ctx0" brushRef="#br0">1 0 801,'2'2'1121,"-2"-2"-993,0 1 96,2-1 161,-2 1-97,1-1 32,0 0 289,0 0-545,1 0-32</inkml:trace>
</inkml:ink>
</file>

<file path=ppt/ink/ink2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54.679"/>
    </inkml:context>
    <inkml:brush xml:id="br0">
      <inkml:brushProperty name="width" value="0.025" units="cm"/>
      <inkml:brushProperty name="height" value="0.025" units="cm"/>
    </inkml:brush>
  </inkml:definitions>
  <inkml:trace contextRef="#ctx0" brushRef="#br0">51 118 6054,'-48'-34'8856,"47"33"-8821,1 0-1,0 1 1,-1-1-1,1 0 0,0 0 1,0 1-1,-1-1 1,1 0-1,0 0 1,0 0-1,0 0 1,0 1-1,0-1 1,0 0-1,0 0 1,0 0-1,1 0 1,-1 1-1,0-1 1,0 0-1,1 0 1,-1 0-1,0 1 1,1-1-1,-1 0 1,1 1-1,-1-1 0,1 0 1,-1 1-1,1-1 1,0 0-1,-1 1 1,1-1-1,1 0 1,20-23-105,-20 21 65,1 0-1,-1 1 1,1-1-1,0 1 1,0 0-1,0 0 1,0 0 0,0 0-1,0 0 1,1 1-1,-1-1 1,1 1-1,-1 0 1,1 0-1,-1 0 1,1 0-1,0 1 1,-1 0-1,1 0 1,0 0 0,-1 0-1,1 0 1,0 1-1,-1-1 1,1 1-1,-1 0 1,1 0-1,-1 0 1,1 1-1,-1-1 1,0 1-1,1 0 1,-1 0 0,0 0-1,0 0 1,-1 1-1,1-1 1,0 1-1,-1-1 1,1 1-1,2 5 1,5 6-6,0 1-1,-1 0 1,-1 0-1,-1 0 1,0 1 0,-1 0-1,7 30 1,-7-12 41,-2 1-1,-1-1 1,-3 46 0,0-58 38,-11-55 2553,5-7-2388,2-1 0,1-46 0,3 73-241,1-1 0,1 1 0,0 0 0,0-1 0,2 1 0,0 0 0,0 0 0,1 1 0,11-20 0,-15 31-2,0-1-1,0 1 1,1 0-1,-1-1 1,1 1-1,0 0 0,0 0 1,0 0-1,0 1 1,0-1-1,0 0 1,0 1-1,0-1 1,1 1-1,-1 0 1,1 0-1,-1 0 1,1 0-1,-1 0 1,1 0-1,5 0 1,-5 1-1,0 1-1,1-1 1,-1 1 0,1 0 0,-1 0 0,0 0 0,0 0 0,0 1 0,1-1 0,-1 1 0,-1 0 0,1 0-1,0 0 1,4 5 0,2 1 5,-1 1 0,0 1 0,0-1-1,-1 2 1,0-1 0,-1 1 0,-1-1 0,8 19-1,-9-17 13,-1 0 0,0 0 0,-1 1 0,0-1-1,-1 1 1,0-1 0,-1 1 0,0-1 0,-1 1 0,-3 13-1,4-25-1,0 0 0,0 0-1,0-1 1,0 1 0,-1 0 0,1-1-1,0 1 1,-1 0 0,1 0-1,0-1 1,-1 1 0,1-1-1,-1 1 1,1 0 0,-1-1-1,1 1 1,-1-1 0,0 1-1,1-1 1,-1 1 0,0-1-1,1 0 1,-1 1 0,0-1-1,1 0 1,-1 0 0,0 1 0,0-1-1,1 0 1,-1 0 0,0 0-1,0 0 1,1 0 0,-1 0-1,0 0 1,0 0 0,1 0-1,-1 0 1,0 0 0,0-1-1,1 1 1,-1 0 0,0-1-1,1 1 1,-1 0 0,0-1-1,1 1 1,-1-1 0,0 1-1,1-1 1,-1 1 0,1-1 0,-2 0-1,0-2 16,-1 1 0,0-1 1,1 0-1,0 0 0,-1 0 0,1 0 0,0 0 0,1 0 0,-4-7 0,3 0-24,1-1 0,0 1 0,0-1-1,1 0 1,0 1 0,0-1 0,2 1 0,2-15-1,-3 20 2,0 0 0,0 1-1,1-1 1,-1 0 0,1 1-1,0-1 1,1 1 0,-1-1-1,1 1 1,0 0 0,0 0-1,0 0 1,0 1 0,1-1-1,0 1 1,-1-1 0,1 1-1,0 1 1,9-6 0,-10 7-7,1-1 1,-1 1-1,1 0 0,0 1 1,-1-1-1,1 0 1,-1 1-1,1 0 0,0 0 1,0 0-1,-1 0 1,1 1-1,-1-1 1,1 1-1,0 0 0,-1 0 1,7 3-1,-5-1 12,0 0 0,0 0 0,-1 1 0,1-1 0,-1 1 0,0 0 0,0 1 0,0-1-1,-1 1 1,5 7 0,0 2 9,-1 0 0,0 1 0,-1 1 0,-1-1 0,0 1-1,-1-1 1,2 19 0,-6-27-286,5 18 349,0-14-2422,4-7-3710,-4-4 1997</inkml:trace>
</inkml:ink>
</file>

<file path=ppt/ink/ink2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54.945"/>
    </inkml:context>
    <inkml:brush xml:id="br0">
      <inkml:brushProperty name="width" value="0.025" units="cm"/>
      <inkml:brushProperty name="height" value="0.025" units="cm"/>
    </inkml:brush>
  </inkml:definitions>
  <inkml:trace contextRef="#ctx0" brushRef="#br0">1 94 8456,'16'-12'5184,"26"-9"-3044,7 3-1551,51-15-95,-88 30-1290,0 1-1,0 0 1,18 0-1,-30 9-4088,-8 3 3012</inkml:trace>
</inkml:ink>
</file>

<file path=ppt/ink/ink2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55.163"/>
    </inkml:context>
    <inkml:brush xml:id="br0">
      <inkml:brushProperty name="width" value="0.025" units="cm"/>
      <inkml:brushProperty name="height" value="0.025" units="cm"/>
    </inkml:brush>
  </inkml:definitions>
  <inkml:trace contextRef="#ctx0" brushRef="#br0">1 73 4805,'0'0'7591,"9"2"-6684,1 0-803,0-1-1,-1-1 1,1 0 0,0 0-1,-1-1 1,1 0-1,-1 0 1,1-1-1,9-4 1,54-12 136,4-1-1496,-30 0-5741,-31 9 703</inkml:trace>
</inkml:ink>
</file>

<file path=ppt/ink/ink2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55.476"/>
    </inkml:context>
    <inkml:brush xml:id="br0">
      <inkml:brushProperty name="width" value="0.025" units="cm"/>
      <inkml:brushProperty name="height" value="0.025" units="cm"/>
    </inkml:brush>
  </inkml:definitions>
  <inkml:trace contextRef="#ctx0" brushRef="#br0">1 0 9769,'0'0'6785,"0"12"-6673,4 32 148,2 1 0,14 53-1,-9-52-150,-2 1 0,4 88-1,-13-132-297,1-2 66,-1-1-1,0 0 1,0 1 0,0-1-1,0 1 1,0-1-1,0 1 1,0-1 0,0 1-1,0-1 1,0 0 0,0 1-1,0-1 1,-1 1 0,1-1-1,0 1 1,0-1-1,0 0 1,0 1 0,-1-1-1,1 1 1,0-1 0,-1 0-1,1 1 1,0-1-1,-1 0 1,1 1 0,0-1-1,-1 0 1,1 0 0,-1 1-1,-9 0-6623</inkml:trace>
</inkml:ink>
</file>

<file path=ppt/ink/ink2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4:59.568"/>
    </inkml:context>
    <inkml:brush xml:id="br0">
      <inkml:brushProperty name="width" value="0.025" units="cm"/>
      <inkml:brushProperty name="height" value="0.025" units="cm"/>
    </inkml:brush>
  </inkml:definitions>
  <inkml:trace contextRef="#ctx0" brushRef="#br0">67 5 32,'2'-2'13312,"6"-1"-12338,-7 6-964,1 0 0,-1-1 0,0 1 0,1 0 0,-1 0 0,0 0 0,-1 1 0,1-1 0,0 0 0,-1 0 0,0 0 0,0 0 0,0 5 0,-4 45 36,-1-32-60,0 1-1,-2-1 0,0 0 0,-13 24 1,-6 5-2699,13-29-1510</inkml:trace>
</inkml:ink>
</file>

<file path=ppt/ink/ink2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00.690"/>
    </inkml:context>
    <inkml:brush xml:id="br0">
      <inkml:brushProperty name="width" value="0.025" units="cm"/>
      <inkml:brushProperty name="height" value="0.025" units="cm"/>
    </inkml:brush>
  </inkml:definitions>
  <inkml:trace contextRef="#ctx0" brushRef="#br0">116 91 6919,'0'0'9625,"8"-4"-9577,-6 3-47,0 0 1,1-1 0,-1 1-1,1 0 1,-1 1 0,1-1-1,0 0 1,-1 1 0,1-1-1,-1 1 1,1 0 0,0 0 0,-1 0-1,1 0 1,0 1 0,-1-1-1,1 1 1,0-1 0,-1 1-1,1 0 1,-1 0 0,1 0-1,-1 0 1,0 0 0,1 1-1,-1-1 1,0 1 0,0 0-1,0-1 1,0 1 0,0 0-1,0 0 1,-1 0 0,3 3-1,4 4 1,0 0 1,-1 1-1,0 0 0,0 0 0,-1 1 0,0-1 0,-1 1 0,0 0 0,-1 1 0,0-1 0,-1 1 0,0 0 0,-1 0 0,0 0 1,-1 0-1,-1 0 0,0 13 0,-1-24 5,1 1 0,-1-1 0,0 1 0,1-1 0,-1 1 0,0-1 0,0 0 0,0 1 0,0-1 0,0 0 0,0 0 0,-1 0 0,1 0 0,0 0 0,-1 0 0,1 0 0,0 0 0,-1 0 0,1-1 0,-1 1 0,0 0 0,1-1 0,-1 0 0,1 1 0,-1-1 0,0 0 0,-1 0 0,-51 4 112,48-5-119,-6 1 11,1 0 0,-1-2 0,1 1 0,0-1 0,0-1 1,0 0-1,0-1 0,-17-8 0,23 10-9,0-1 0,1 0 0,-1 0 0,0 0 0,1 0 0,0-1-1,0 0 1,0 0 0,0 0 0,0-1 0,1 1 0,0-1 0,0 1 0,0-1 0,1 0 0,0-1 0,-1 1 0,2 0 0,-3-10 0,4 12-3,0 1 1,0-1 0,0 0 0,0 0 0,1 1 0,-1-1 0,1 0 0,0 1 0,0-1 0,0 0 0,0 1 0,0-1 0,0 1 0,1 0 0,-1-1 0,1 1 0,0 0-1,-1 0 1,1 0 0,0 0 0,0 0 0,1 1 0,-1-1 0,0 0 0,3 0 0,10-8 17,1 2-1,31-13 1,-20 10 4,143-65-587,-168 74 73,1 1 0,0 0 0,-1-1 0,0 0 0,1 0 0,-1 1 0,0-1-1,0-1 1,0 1 0,3-4 0,3-11-4226</inkml:trace>
</inkml:ink>
</file>

<file path=ppt/ink/ink2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01.051"/>
    </inkml:context>
    <inkml:brush xml:id="br0">
      <inkml:brushProperty name="width" value="0.025" units="cm"/>
      <inkml:brushProperty name="height" value="0.025" units="cm"/>
    </inkml:brush>
  </inkml:definitions>
  <inkml:trace contextRef="#ctx0" brushRef="#br0">1 181 7847,'0'0'251,"0"-9"566,0-2-320,0-4 419,0 0-1,1 0 0,0 0 1,1 0-1,6-20 0,-8 32-874,1 0-1,0 1 1,0-1-1,0 1 1,0-1-1,1 1 1,-1-1-1,1 1 0,-1 0 1,1 0-1,0 0 1,0 0-1,0 0 1,0 0-1,0 0 1,0 0-1,0 1 0,1-1 1,-1 1-1,1 0 1,-1 0-1,1 0 1,-1 0-1,1 0 1,0 0-1,-1 1 0,1-1 1,0 1-1,0 0 1,-1 0-1,1 0 1,0 0-1,0 0 1,-1 1-1,1-1 1,0 1-1,-1 0 0,1 0 1,3 1-1,-3 0-41,0-1 0,-1 1 0,1-1 0,-1 1-1,0 0 1,1 0 0,-1 0 0,0 0 0,0 0 0,0 0-1,-1 1 1,1-1 0,0 1 0,-1-1 0,0 1 0,1-1 0,-1 1-1,0 0 1,0 0 0,-1 0 0,1 0 0,-1-1 0,1 5-1,1 10-13,-1-1 0,-1 31-1,-1-39 5,0 3 10,-1 1 0,0-1 0,-1 0 0,0 0 0,-5 11 0,-8 29 2,17-50-3,-1-1 0,0 1 1,0 0-1,0-1 1,1 1-1,-1-1 0,0 1 1,0 0-1,1-1 1,-1 1-1,1-1 0,-1 1 1,0-1-1,1 1 1,-1-1-1,1 0 0,-1 1 1,1-1-1,-1 0 1,1 1-1,0-1 0,-1 0 1,1 1-1,-1-1 1,1 0-1,0 0 0,-1 0 1,1 0-1,0 1 1,-1-1-1,1 0 0,-1 0 1,1 0-1,0 0 1,-1-1-1,1 1 0,0 0 1,0 0-1,32-3-10,3-6-1575,59-23-1,-40 12-3223,-29 12 476</inkml:trace>
</inkml:ink>
</file>

<file path=ppt/ink/ink2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01.441"/>
    </inkml:context>
    <inkml:brush xml:id="br0">
      <inkml:brushProperty name="width" value="0.025" units="cm"/>
      <inkml:brushProperty name="height" value="0.025" units="cm"/>
    </inkml:brush>
  </inkml:definitions>
  <inkml:trace contextRef="#ctx0" brushRef="#br0">0 258 5477,'0'0'10394,"0"-4"-9764,1 2-583,-1 0-1,1-1 1,-1 1-1,1 0 1,0 0-1,0-1 1,0 1-1,0 0 1,0 0 0,0 0-1,1 0 1,-1 1-1,1-1 1,-1 0-1,1 0 1,0 1 0,-1-1-1,1 1 1,3-2-1,49-29 429,-34 21-285,72-40 114,164-65 1,-252 114-648,1 1 655,-22 4-15079</inkml:trace>
</inkml:ink>
</file>

<file path=ppt/ink/ink2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03.077"/>
    </inkml:context>
    <inkml:brush xml:id="br0">
      <inkml:brushProperty name="width" value="0.025" units="cm"/>
      <inkml:brushProperty name="height" value="0.025" units="cm"/>
    </inkml:brush>
  </inkml:definitions>
  <inkml:trace contextRef="#ctx0" brushRef="#br0">4 63 6086,'-1'-1'198,"-2"-12"4069,5 16-961,9 23-2563,0-5-657,0 1 0,-1 1 1,-2 0-1,0 0 0,-1 0 0,-1 1 0,-2 0 0,3 33 0,-28-104 1937,16 29-2014,2 0 0,0 0 0,-1-26 1,3 38 24,1 0 0,0 1 0,0-1 0,1 0 1,-1 0-1,1 0 0,1 0 0,-1 1 0,1-1 1,0 1-1,0-1 0,1 1 0,-1 0 0,6-8 1,-6 11-32,0 1 0,0 0 1,0-1-1,0 1 0,0 0 1,0 0-1,0 0 0,1 0 1,-1 1-1,0-1 0,0 0 0,1 1 1,-1 0-1,0-1 0,1 1 1,-1 0-1,1 0 0,-1 1 1,0-1-1,1 0 0,-1 1 1,0-1-1,0 1 0,1 0 1,-1 0-1,0 0 0,0 0 1,0 0-1,0 0 0,0 1 1,0-1-1,2 3 0,7 4-1,0 0-1,-1 1 1,0 1 0,9 10-1,-15-16 1,0 0 1,0 1-1,0-1 0,-1 1 1,0-1-1,0 1 0,0 0 0,-1 0 1,0 1-1,0-1 0,0 0 1,0 1-1,0 5 0,-4-11 13,0 0 0,0 0-1,0 0 1,-1 0 0,1 0 0,0 0 0,0-1-1,0 1 1,0-1 0,0 0 0,0 1 0,-3-3-1,1 0 6,0-1-1,0 0 0,1 0 0,0 0 1,0 0-1,0-1 0,0 1 1,1-1-1,-1 0 0,1 0 0,0 1 1,1-1-1,-1-1 0,-1-7 1,1-1 32,1 1 0,0-1 0,1 0 0,2-20 0,-2 32-49,0 0 0,0 0 1,1 0-1,-1 1 0,1-1 0,-1 0 0,1 0 0,0 0 1,0 1-1,0-1 0,0 0 0,0 1 0,0-1 0,0 1 1,0-1-1,1 1 0,-1 0 0,1 0 0,-1-1 0,1 1 1,-1 0-1,1 0 0,0 0 0,-1 1 0,1-1 0,0 0 1,0 1-1,0-1 0,-1 1 0,1-1 0,0 1 0,0 0 0,0 0 1,0 0-1,3 0 0,-1 0-6,-1 0-1,1 1 1,0-1 0,-1 1-1,1 0 1,0 0-1,-1 0 1,1 1 0,-1-1-1,0 1 1,1 0 0,-1 0-1,0 0 1,0 0 0,0 0-1,0 1 1,2 3 0,6 10 71,-2 0 0,0 1 1,0 0-1,7 26 0,-1-6-2033,2-1-3693,-14-31 1478</inkml:trace>
</inkml:ink>
</file>

<file path=ppt/ink/ink2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03.372"/>
    </inkml:context>
    <inkml:brush xml:id="br0">
      <inkml:brushProperty name="width" value="0.025" units="cm"/>
      <inkml:brushProperty name="height" value="0.025" units="cm"/>
    </inkml:brush>
  </inkml:definitions>
  <inkml:trace contextRef="#ctx0" brushRef="#br0">0 81 8808,'0'0'7303,"3"-49"-6694,10 41-257,1 0-288,5 3-32,2-2-32,2 4 0,-1 2-96,-2 1-1313,0 0-1442,-9 0-1505,-3 5-2787</inkml:trace>
</inkml:ink>
</file>

<file path=ppt/ink/ink2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03.559"/>
    </inkml:context>
    <inkml:brush xml:id="br0">
      <inkml:brushProperty name="width" value="0.025" units="cm"/>
      <inkml:brushProperty name="height" value="0.025" units="cm"/>
    </inkml:brush>
  </inkml:definitions>
  <inkml:trace contextRef="#ctx0" brushRef="#br0">0 130 7591,'0'0'7143,"55"-21"-6599,-30 9-287,2-2-225,1 1 0,2-3 0,-4 1-641,-5-1-1921,-3-6-1762</inkml:trace>
</inkml:ink>
</file>

<file path=ppt/ink/ink2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03.902"/>
    </inkml:context>
    <inkml:brush xml:id="br0">
      <inkml:brushProperty name="width" value="0.025" units="cm"/>
      <inkml:brushProperty name="height" value="0.025" units="cm"/>
    </inkml:brush>
  </inkml:definitions>
  <inkml:trace contextRef="#ctx0" brushRef="#br0">1 0 14574,'0'0'245,"6"12"-197,14 35 242,-1 1-1,-2 0 0,-3 1 0,-2 1 0,7 59 0,-18-83-873,-1-40-9765</inkml:trace>
</inkml:ink>
</file>

<file path=ppt/ink/ink2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04.494"/>
    </inkml:context>
    <inkml:brush xml:id="br0">
      <inkml:brushProperty name="width" value="0.025" units="cm"/>
      <inkml:brushProperty name="height" value="0.025" units="cm"/>
    </inkml:brush>
  </inkml:definitions>
  <inkml:trace contextRef="#ctx0" brushRef="#br0">317 1 8264,'0'0'6518,"-10"-1"-6379,2 1-119,-1 1 1,1 0-1,0 0 1,0 1-1,-1-1 1,1 2-1,1-1 0,-1 1 1,0 1-1,1-1 1,-8 6-1,-39 19 36,33-18 47,1 0-1,-34 25 0,50-31-101,0 1 0,1-1 0,0 1 0,0 0 0,0 0 0,1 0 0,-1 0 0,1 0 0,0 1 0,1-1 0,-1 0 0,1 1 0,0 0 0,1-1 0,-1 1 0,1 0 0,1 8 0,-1-5 27,0-1 0,1 1 0,0 0 0,1-1 0,0 1 0,0-1 0,0 0 0,1 1 0,1-1 0,7 14 0,-10-21 37,0-1 0,0 1 1,0 0-1,0 0 0,0-1 0,0 1 0,0 0 1,0-1-1,0 1 0,0-1 0,1 1 0,-1-1 1,0 0-1,0 0 0,0 1 0,1-1 0,-1 0 1,0 0-1,0 0 0,1 0 0,-1 0 0,0 0 0,0-1 1,1 1-1,-1 0 0,0-1 0,0 1 0,0-1 1,0 1-1,1-1 0,0-1 0,44-29 565,-24 15-591,-15 12-36,1 0 0,-1 1 1,1 0-1,0 0 0,0 0 1,0 1-1,0 0 0,0 1 1,1 0-1,-1 0 0,16 1 1,-21 1-3,0-1 1,1 1 0,-1 0 0,0 0 0,0 0 0,0 0 0,0 1-1,0-1 1,0 1 0,-1 0 0,1-1 0,0 1 0,-1 1 0,0-1-1,1 0 1,-1 1 0,0-1 0,0 1 0,0-1 0,0 1 0,-1 0 0,1 0-1,-1 0 1,0 0 0,0 0 0,0 0 0,0 0 0,0 0 0,-1 1-1,1-1 1,-1 0 0,0 5 0,0 0 8,0-1 0,-1 0 0,0 0 1,-1 0-1,1 0 0,-1 0 0,-1 0 0,1 0 0,-1-1 0,0 1 1,-1-1-1,1 0 0,-1 0 0,-1 0 0,1-1 0,-1 1 0,0-1 0,0 0 1,0 0-1,-1-1 0,-9 7 0,-14 8-419,-1 0 0,-1-2 0,-35 13 1,59-26 128,-39 14-3756,3-6-2701</inkml:trace>
</inkml:ink>
</file>

<file path=ppt/ink/ink2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04.573"/>
    </inkml:context>
    <inkml:brush xml:id="br0">
      <inkml:brushProperty name="width" value="0.025" units="cm"/>
      <inkml:brushProperty name="height" value="0.025" units="cm"/>
    </inkml:brush>
  </inkml:definitions>
  <inkml:trace contextRef="#ctx0" brushRef="#br0">8 1 993,'-1'0'96,"0"0"-128,0 2 32,-1-2 0,2 0 0,-1 0 0,0 0-64,1 1-128</inkml:trace>
</inkml:ink>
</file>

<file path=ppt/ink/ink2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6:06.028"/>
    </inkml:context>
    <inkml:brush xml:id="br0">
      <inkml:brushProperty name="width" value="0.025" units="cm"/>
      <inkml:brushProperty name="height" value="0.025" units="cm"/>
    </inkml:brush>
  </inkml:definitions>
  <inkml:trace contextRef="#ctx0" brushRef="#br0">9 342 2466,'0'0'6369,"-8"3"-6289,28 1 190,0-1 0,0-1 0,0-1 0,0 0 0,1-2 0,36-5 0,-37 4-147,270-33 472,83-6-368,595 28 414,-578 17 325,634-47 2045,-717 24-2302,-29-1 1056,451-92-1,-650 97-1434,-35 7-191,57-17 1,-101 25-140,-17-7-5584,-10-6-1527</inkml:trace>
</inkml:ink>
</file>

<file path=ppt/ink/ink2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19.853"/>
    </inkml:context>
    <inkml:brush xml:id="br0">
      <inkml:brushProperty name="width" value="0.025" units="cm"/>
      <inkml:brushProperty name="height" value="0.025" units="cm"/>
    </inkml:brush>
  </inkml:definitions>
  <inkml:trace contextRef="#ctx0" brushRef="#br0">32 170 1281,'-1'2'760,"0"1"1,0-1-1,-1 0 0,1 0 0,-1 0 1,1-1-1,-1 1 0,0 0 0,0-1 1,0 1-1,-2 1 0,-4-7 3644,5-15-3795,4 9-571,0 0-1,0 0 1,1 0 0,0 1-1,0-1 1,1 0-1,1 1 1,0 0 0,5-9-1,-8 15-37,0 1 0,0 0 0,0 0 0,1 0 0,-1-1 0,1 2 0,-1-1 0,1 0 0,0 0 0,0 0 0,0 1 0,0-1 0,0 1-1,0 0 1,0-1 0,0 1 0,1 0 0,-1 0 0,0 1 0,1-1 0,-1 0 0,1 1 0,-1-1 0,1 1 0,-1 0 0,1 0 0,-1 0 0,1 0 0,-1 0 0,1 1 0,-1-1 0,1 1-1,-1-1 1,0 1 0,1 0 0,-1 0 0,0 0 0,1 0 0,-1 1 0,0-1 0,2 3 0,3 2-2,0 0 0,-1 0 1,1 1-1,-2-1 0,1 2 0,-1-1 0,0 1 1,0-1-1,-1 1 0,0 1 0,-1-1 1,0 0-1,0 1 0,-1 0 0,2 10 0,3 19 28,-2 0 0,0 43 0,-5-79-22,-5 17 70,-7-18 348,11-2-398,-1 0 1,1 0 0,-1 0 0,1 0-1,-1 0 1,1 0 0,0-1 0,-1 1 0,1 0-1,0-1 1,0 0 0,0 1 0,0-1 0,0 1-1,1-1 1,-1 0 0,0 0 0,0-2 0,-1-12-8,0 0 1,1-1-1,0 1 1,2 0 0,0-1-1,1 1 1,4-20-1,-5 28-11,1 0-1,0 0 0,1 0 0,0 1 1,0-1-1,0 1 0,1 0 0,0 0 0,1 0 1,-1 0-1,1 1 0,0-1 0,1 1 0,0 1 1,0-1-1,10-6 0,-14 10-5,0 1 0,1 0-1,-1-1 1,1 1 0,0 0-1,-1 1 1,1-1 0,0 0-1,-1 1 1,1-1 0,0 1 0,0 0-1,-1 0 1,1 0 0,0 0-1,0 0 1,-1 1 0,1-1 0,0 1-1,-1 0 1,5 2 0,-3-1 0,0 1 0,0 0 0,0 0 0,0 0 0,0 0 0,-1 1 0,0 0 0,0-1 0,0 1-1,0 0 1,3 6 0,2 7 7,0 0-1,-2 1 1,0 0-1,0 0 1,3 24-1,-6-5 79,-6-31 109,-4-24-35,2 0-145,2 0 0,0 0 0,1 0-1,0-26 1,2 35-11,0 1 1,1 0-1,0-1 0,0 1 0,1 0 0,0 0 0,0 0 0,1 0 0,0 0 0,0 1 1,9-15-1,-11 21-3,0-1 0,0 1 1,0 0-1,1-1 0,-1 1 0,0 0 1,0 0-1,1 0 0,-1-1 1,1 2-1,-1-1 0,1 0 0,-1 0 1,1 0-1,0 1 0,-1-1 1,1 1-1,0-1 0,0 1 0,-1 0 1,1 0-1,0-1 0,3 2 1,-2-1 0,-1 1 0,1 0 0,0 0 0,0 1 1,-1-1-1,1 1 0,0-1 0,-1 1 1,0 0-1,1 0 0,-1 0 0,4 4 1,5 8 6,-1 0 0,0 1 1,13 27-1,-19-34-6,16 28 1,-7-14-45,-2 0 1,11 28-1,-22-49 225</inkml:trace>
</inkml:ink>
</file>

<file path=ppt/ink/ink2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20.169"/>
    </inkml:context>
    <inkml:brush xml:id="br0">
      <inkml:brushProperty name="width" value="0.025" units="cm"/>
      <inkml:brushProperty name="height" value="0.025" units="cm"/>
    </inkml:brush>
  </inkml:definitions>
  <inkml:trace contextRef="#ctx0" brushRef="#br0">1 125 6438,'0'0'5424,"2"-7"-3743,-1 3-1545,0 0-1,1 0 0,-1 1 0,1-1 0,0 0 0,0 1 1,0-1-1,1 1 0,-1 0 0,1 0 0,0 0 0,0 0 1,0 0-1,0 1 0,0-1 0,0 1 0,1 0 0,0 0 0,-1 0 1,1 0-1,7-2 0,-11 4-143,29-12 82,0 0-1,35-8 1,-11 14-2540,-48 7-913,-4 2-331</inkml:trace>
</inkml:ink>
</file>

<file path=ppt/ink/ink2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20.358"/>
    </inkml:context>
    <inkml:brush xml:id="br0">
      <inkml:brushProperty name="width" value="0.025" units="cm"/>
      <inkml:brushProperty name="height" value="0.025" units="cm"/>
    </inkml:brush>
  </inkml:definitions>
  <inkml:trace contextRef="#ctx0" brushRef="#br0">0 166 7655,'0'0'3652,"61"-37"-2852,-36 20-351,3-1-289,2 0-128,-2 3 0,-1-1-32,-2 3-673,-4-2-2882,-4-2-3748</inkml:trace>
</inkml:ink>
</file>

<file path=ppt/ink/ink2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20.665"/>
    </inkml:context>
    <inkml:brush xml:id="br0">
      <inkml:brushProperty name="width" value="0.025" units="cm"/>
      <inkml:brushProperty name="height" value="0.025" units="cm"/>
    </inkml:brush>
  </inkml:definitions>
  <inkml:trace contextRef="#ctx0" brushRef="#br0">31 1 9929,'0'0'6406,"-31"59"-6149,31-24-65,0 3-64,0 2-96,5-1 0,2-2-32,2-4 0,-3-5-128,3-6-1217,-5-8-2595,1-8-833</inkml:trace>
</inkml:ink>
</file>

<file path=ppt/ink/ink2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21.118"/>
    </inkml:context>
    <inkml:brush xml:id="br0">
      <inkml:brushProperty name="width" value="0.025" units="cm"/>
      <inkml:brushProperty name="height" value="0.025" units="cm"/>
    </inkml:brush>
  </inkml:definitions>
  <inkml:trace contextRef="#ctx0" brushRef="#br0">64 40 9065,'0'0'6448,"-8"2"-5866,5-1-556,0 0 0,0 0 0,1 0 0,-1 0 0,0 0 0,1 1 0,-1 0 0,1-1 0,-1 1 0,1 0 0,0 0 0,0 0 0,0 0 0,0 0 0,0 1 0,0-1 0,1 1 0,-1-1 0,1 1 0,-1 0 0,1-1 0,0 1 0,0 0 0,0 0 0,1 0 0,-1 0 0,1 0 0,-1 0 0,1 0 0,0 4 0,0 0 11,-2 2 3,2-1 0,-1 1-1,1-1 1,0 1-1,1-1 1,2 13-1,-2-19-35,0 0 1,-1 0-1,1 0 1,0-1-1,0 1 0,1 0 1,-1 0-1,0-1 0,1 1 1,-1 0-1,1-1 0,-1 0 1,1 1-1,0-1 0,-1 0 1,1 0-1,0 0 0,0 0 1,0 0-1,0 0 0,0 0 1,0-1-1,0 1 0,0-1 1,0 1-1,0-1 0,1 0 1,-1 0-1,0 0 0,3-1 1,2 1 0,-1-1 1,0-1 0,0 1 0,0-1-1,0 0 1,0-1 0,0 1-1,0-1 1,-1 0 0,1-1 0,-1 1-1,0-1 1,0 0 0,0 0-1,-1-1 1,0 1 0,7-9 0,-8 9-1,0 0 1,1-1 0,-2 1 0,1 0-1,0-1 1,-1 1 0,0-1 0,0 0-1,-1 0 1,1 0 0,-1 0 0,0 0-1,0 0 1,-1 0 0,1 0-1,-1 0 1,0 0 0,-1-1 0,1 1-1,-1 0 1,0 0 0,-3-7 0,2 8-1,0 1 0,0 0 0,0 0 0,-1 1 0,1-1 0,-1 0 0,0 1 0,0 0 0,0-1-1,0 1 1,0 0 0,0 1 0,0-1 0,-1 0 0,1 1 0,-1 0 0,1 0 0,-1 0 0,-3 0 0,-2-1-6,-1 0 0,1 2 0,0-1-1,0 1 1,0 0 0,-15 2-1,22-1-22,0 0-1,0-1 1,0 1-1,0 0 1,0 0-1,0 0 1,1 0-1,-1 0 1,0 0-1,0 1 0,1-1 1,-1 1-1,1-1 1,0 1-1,-1-1 1,1 1-1,0 0 1,0 0-1,0 0 1,0-1-1,-1 4 1,2-4-113,-1 0 1,1 0-1,0 0 1,0 0-1,0 0 1,0 0-1,0 0 1,0 0-1,0 0 1,0 0 0,0 0-1,0 0 1,0 0-1,1 0 1,-1 0-1,0-1 1,1 1-1,-1 0 1,1 1-1,0-1-195,0 0 0,0 0 0,0 0 0,0-1 0,0 1 0,0 0 0,0-1 0,0 1 0,0 0 0,0-1 0,1 0 0,-1 1 0,0-1 0,0 0 0,1 1 0,-1-1 0,0 0 0,2 0 0,19 0-5620</inkml:trace>
</inkml:ink>
</file>

<file path=ppt/ink/ink2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21.477"/>
    </inkml:context>
    <inkml:brush xml:id="br0">
      <inkml:brushProperty name="width" value="0.025" units="cm"/>
      <inkml:brushProperty name="height" value="0.025" units="cm"/>
    </inkml:brush>
  </inkml:definitions>
  <inkml:trace contextRef="#ctx0" brushRef="#br0">56 1 9513,'0'0'7645,"-3"9"-7309,1 2-295,-1 0 0,2 1 0,0-1 0,0 0 0,1 1 0,0-1 0,1 1 1,4 19-1,-5-28-35,1 0 0,0 1 0,0-1 0,0 0 0,0 0 0,0 1 1,1-1-1,0 0 0,-1 0 0,1-1 0,0 1 0,0 0 0,1-1 1,-1 1-1,1-1 0,-1 0 0,1 1 0,0-1 0,-1-1 0,1 1 1,0 0-1,0-1 0,0 1 0,1-1 0,-1 0 0,0 0 1,0 0-1,1-1 0,-1 1 0,1-1 0,-1 1 0,0-1 0,1 0 1,-1-1-1,1 1 0,-1-1 0,4 0 0,-4 0 1,1-1-1,-1 1 1,1-1 0,-1 0-1,0 0 1,0 0-1,0 0 1,0-1 0,0 1-1,-1-1 1,1 0 0,-1 1-1,1-1 1,-1 0-1,0-1 1,0 1 0,0 0-1,-1-1 1,1 1-1,-1-1 1,0 1 0,1-6-1,0 6 2,-1-1-1,0 1 0,-1-1 1,1 1-1,-1-1 0,1 0 0,-1 1 1,0-1-1,0 0 0,0 1 1,-1-1-1,0 0 0,1 1 1,-1-1-1,0 1 0,-1-1 1,1 1-1,-1 0 0,1 0 0,-1-1 1,0 1-1,-5-5 0,0 3 26,-1 0-1,0 1 0,0 0 1,-1 1-1,1 0 0,-1 0 1,1 1-1,-1 0 1,0 0-1,0 1 0,0 0 1,0 1-1,0 0 0,0 0 1,0 1-1,-14 3 0,21-3-63,1-1 0,-1 1 0,0 0 0,0-1 0,1 1 0,-1 0 0,0 0 0,1 1 0,-1-1 0,1 0 0,0 0 0,-1 1 0,1-1 0,-1 2 0,-4 8-2851,5-7-2424</inkml:trace>
</inkml:ink>
</file>

<file path=ppt/ink/ink2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23.010"/>
    </inkml:context>
    <inkml:brush xml:id="br0">
      <inkml:brushProperty name="width" value="0.025" units="cm"/>
      <inkml:brushProperty name="height" value="0.025" units="cm"/>
    </inkml:brush>
  </inkml:definitions>
  <inkml:trace contextRef="#ctx0" brushRef="#br0">149 274 4933,'0'-1'200,"0"0"0,0 0 1,0 0-1,0 0 0,1 1 1,-1-1-1,0 0 0,0 0 1,1 1-1,-1-1 0,0 0 1,1 0-1,-1 1 0,1-1 1,-1 0-1,1 1 0,-1-1 1,1 0-1,-1 1 0,1-1 1,-1 1-1,1-1 0,0 1 1,0 0-1,-1-1 0,1 1 1,0-1-1,0 1 0,-1 0 1,1 0-1,0 0 0,0-1 1,-1 1-1,1 0 0,1 0 1,1 1-58,0 0 0,0-1 0,-1 1 0,1 1 0,-1-1 0,1 0 0,-1 1 0,1-1 1,-1 1-1,4 3 0,4 4-139,0 0 0,-1 1 0,14 20 1,-18-24 7,-1 1-1,0 1 1,-1-1 0,1 1 0,2 11 0,-5-17 47,-1-1 0,1 1-1,-1-1 1,0 1 0,1 0 0,-1-1 0,0 1 0,0 0-1,0-1 1,0 1 0,-1 0 0,1-1 0,0 1-1,-1 0 1,1-1 0,-1 1 0,1-1 0,-1 1 0,0-1-1,0 1 1,1-1 0,-1 0 0,0 1 0,0-1 0,-1 0-1,1 1 1,0-1 0,0 0 0,-1 0 0,1 0-1,0 0 1,-1 0 0,-2 0 0,-6 3 43,0 0 0,0-1 0,-1 0 0,1-1 0,-1 0 0,0-1 0,0 0-1,1 0 1,-1-1 0,0-1 0,0 0 0,0 0 0,-15-5 0,21 4-84,0 0 1,0 0-1,0 0 0,0 0 0,0-1 1,0 0-1,1 0 0,-1-1 0,1 1 0,0-1 1,0 0-1,0 0 0,0 0 0,1 0 1,0-1-1,0 1 0,0-1 0,0 0 1,1 0-1,0 0 0,0 0 0,0-1 1,0 1-1,1 0 0,0-1 0,0 1 1,0-11-1,1 12-18,0 1 0,0-1 0,0 0 0,1 1 0,-1-1 0,1 0 0,-1 1 0,1-1 0,1 0 0,-1 1 0,0 0 0,1-1 0,0 1 0,-1 0 0,1 0 0,1 0 0,2-5 0,3 1 0,1 0 0,-1 1 0,1 0 0,19-10 0,345-181 64,-341 182-8803</inkml:trace>
</inkml:ink>
</file>

<file path=ppt/ink/ink2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23.510"/>
    </inkml:context>
    <inkml:brush xml:id="br0">
      <inkml:brushProperty name="width" value="0.025" units="cm"/>
      <inkml:brushProperty name="height" value="0.025" units="cm"/>
    </inkml:brush>
  </inkml:definitions>
  <inkml:trace contextRef="#ctx0" brushRef="#br0">12 76 7399,'0'0'1356,"-2"-8"-171,1 5-978,-7-33 983,8 35-1173,0 1-1,0-1 1,0 0-1,-1 0 0,1 0 1,0 0-1,0 0 1,0 0-1,0 0 1,1 0-1,-1 0 1,0 0-1,0 0 1,1 1-1,-1-1 1,0 0-1,1 0 1,-1 0-1,1 0 0,-1 1 1,1-1-1,-1 0 1,1 0-1,-1 1 1,1-1-1,0 0 1,-1 1-1,1-1 1,0 1-1,0-1 1,0 1-1,-1-1 1,1 1-1,0 0 0,0-1 1,0 1-1,0 0 1,1-1-1,1 1-15,-1 0 0,0 0 0,0 0 0,1 0 0,-1 0 0,0 1 0,0-1 0,1 1 0,-1-1 0,0 1 0,0 0 0,0 0 0,0 0 0,0 0 0,0 0 0,0 0 0,0 1 0,0-1 0,-1 0 0,1 1 0,0 0 0,-1-1 0,2 3 0,-1 0 3,0-1 0,-1 1 1,1 0-1,-1 0 0,0 0 0,0 0 1,0 0-1,-1 0 0,1 1 1,-1-1-1,0 8 0,-2 1 7,1 1-1,-2-1 1,0 0 0,0 0-1,-1 0 1,-12 24 0,11-28-6,-5 16 63,10-24-66,0-1 0,1 1-1,-1-1 1,0 1 0,1 0 0,-1-1 0,0 1 0,1-1 0,-1 1 0,0-1-1,1 1 1,-1-1 0,1 0 0,-1 1 0,1-1 0,-1 1 0,1-1 0,-1 0-1,1 1 1,0-1 0,-1 0 0,1 0 0,-1 0 0,1 1 0,0-1-1,-1 0 1,1 0 0,-1 0 0,1 0 0,0 0 0,-1 0 0,1 0 0,0 0-1,-1 0 1,1 0 0,0-1 0,0 1 0,12-2 54,-1 0 1,1 0-1,-1-1 1,1-1-1,-1 0 1,20-10-1,-21 8-295,0 1 0,1 1 0,0 0 0,0 0 1,0 1-1,1 1 0,15-1 0,-18 3-2356,-8 3-1307</inkml:trace>
</inkml:ink>
</file>

<file path=ppt/ink/ink2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23.825"/>
    </inkml:context>
    <inkml:brush xml:id="br0">
      <inkml:brushProperty name="width" value="0.025" units="cm"/>
      <inkml:brushProperty name="height" value="0.025" units="cm"/>
    </inkml:brush>
  </inkml:definitions>
  <inkml:trace contextRef="#ctx0" brushRef="#br0">0 323 10570,'0'0'5162,"10"-8"-4462,79-62-135,3 3 1,158-87 0,-244 151-618,0 0 0,0 0 0,0 0-1,0 1 1,0-1 0,1 1 0,-1 1 0,14-2-1,-20 3-68,0 0-1,0 0 0,1 0 1,-1 0-1,0 0 0,1 0 1,-1 1-1,0-1 0,0 0 1,1 0-1,-1 0 1,0 0-1,0 1 0,1-1 1,-1 0-1,0 0 0,0 1 1,0-1-1,1 0 0,-1 0 1,0 1-1,0-1 0,0 0 1,0 0-1,0 1 0,0-1 1,0 0-1,0 1 0,1-1 1,-1 0-1,0 1 0,0-1 1,0 0-1,0 1 0,-1-1 1,1 0-1,0 0 1,0 1-1,0-1 0,0 0 1,0 1-1,0-1 0,0 0 1,-1 0-1,1 1 0,0-1 1,0 0-1,0 0 0,0 1 1,-1-1-1,1 0 0,-11 18-4645</inkml:trace>
</inkml:ink>
</file>

<file path=ppt/ink/ink2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24.106"/>
    </inkml:context>
    <inkml:brush xml:id="br0">
      <inkml:brushProperty name="width" value="0.025" units="cm"/>
      <inkml:brushProperty name="height" value="0.025" units="cm"/>
    </inkml:brush>
  </inkml:definitions>
  <inkml:trace contextRef="#ctx0" brushRef="#br0">15 1 10346,'0'0'2818,"-14"44"-2529,20-23 31,4 3-128,1 0-32,0 4-128,2-2 0,-2 0 0,-1 0-32,-2 0-32,-1-4-1697,-3-5-1827,-1-7-383</inkml:trace>
</inkml:ink>
</file>

<file path=ppt/ink/ink2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24.571"/>
    </inkml:context>
    <inkml:brush xml:id="br0">
      <inkml:brushProperty name="width" value="0.025" units="cm"/>
      <inkml:brushProperty name="height" value="0.025" units="cm"/>
    </inkml:brush>
  </inkml:definitions>
  <inkml:trace contextRef="#ctx0" brushRef="#br0">66 43 10154,'0'0'6005,"-8"2"-5289,7-2-699,-1 1 11,0-1 1,0 1-1,0-1 1,0 1-1,0-1 1,0 1-1,1 0 1,-1 0-1,0 0 1,0 0-1,1 0 1,-1 1-1,0-1 1,1 0-1,0 1 1,-1-1-1,1 1 1,0-1-1,0 1 1,-1 0-1,1 0 1,1-1-1,-1 1 1,0 0-1,0 0 1,1 0-1,-1 0 1,1 0-1,-1 0 0,1 0 1,0 0-1,0 0 1,0 0-1,0 3 1,0 0-17,0 0 0,0 0 0,1 0 0,-1 0 0,1 1 0,0-2 0,1 1 0,-1 0 0,1 0 0,0 0 0,0-1 0,6 9 0,-6-10-8,1 0 0,-1-1 0,1 0 0,0 1 0,0-1 0,0 0 0,0 0-1,0-1 1,0 1 0,0-1 0,1 1 0,-1-1 0,1 0 0,-1 0 0,1-1 0,-1 1 0,1-1 0,-1 1 0,6-2 0,-4 1-4,-1 0-1,1-1 1,0 0 0,-1 0-1,1 0 1,-1-1 0,1 0-1,-1 0 1,0 0 0,1 0-1,-1 0 1,0-1 0,-1 0-1,1 0 1,0 0 0,-1 0-1,0-1 1,0 1 0,0-1-1,3-4 1,-3 4-1,-1 1 0,0-1 0,0 0 0,0 1 0,0-1 0,-1 0 0,0 0 0,1 0 0,-2 0 0,1 0-1,0-1 1,-1 1 0,0 0 0,0 0 0,0 0 0,0-1 0,0 1 0,-1 0 0,0 0 0,0 0 0,0 0 0,-1 0 0,-2-6 0,1 7-5,0-1 0,0 1-1,-1-1 1,1 1 0,-1 0 0,0 0 0,0 0 0,0 1 0,0 0 0,-1 0-1,1 0 1,0 0 0,-1 0 0,0 1 0,1 0 0,-1 0 0,-5-1 0,-1 1-70,1 0 0,0 0 1,-1 0-1,1 2 0,0-1 1,-1 1-1,-10 3 0,1 10-1158,20-13 1103,-1-1 0,1 0-1,-1 0 1,1 0 0,0 0 0,-1 0 0,1 1 0,0-1-1,-1 0 1,1 0 0,0 1 0,-1-1 0,1 0-1,0 1 1,0-1 0,-1 0 0,1 0 0,0 1-1,0-1 1,0 1 0,-1-1 0,1 0 0,0 1-1,0-1 1,0 0 0,0 1 0,0-1 0,0 1 0,0-1-1,0 0 1,0 1 0,0-1 0,0 1 0,0-1-1,0 0 1,0 1 0,0-1 0,0 1 0,0-1-1,1 0 1,-1 1 0,0-1 0,0 0 0,0 1-1,1-1 1,-1 0 0,0 1 0,0-1 0,1 0 0,-1 0-1,0 1 1,1-1 0,-1 0 0,0 0 0,1 0-1,0 1 1,10 0-2832</inkml:trace>
</inkml:ink>
</file>

<file path=ppt/ink/ink2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24.960"/>
    </inkml:context>
    <inkml:brush xml:id="br0">
      <inkml:brushProperty name="width" value="0.025" units="cm"/>
      <inkml:brushProperty name="height" value="0.025" units="cm"/>
    </inkml:brush>
  </inkml:definitions>
  <inkml:trace contextRef="#ctx0" brushRef="#br0">143 1 8840,'0'0'1009,"-9"2"790,4-1-1616,1-1 0,-1 1 0,1 1 0,0-1 0,-1 0 0,1 1 0,0 0 0,0 0 0,0 0 0,0 1 0,0 0 0,0-1-1,1 1 1,-1 0 0,1 1 0,0-1 0,0 0 0,0 1 0,0 0 0,1 0 0,-1 0 0,1 0 0,0 0 0,0 0 0,1 0 0,-1 1-1,1-1 1,0 1 0,-1 5 0,2-5-162,0 1 1,0-1-1,0 1 0,0 0 0,1-1 0,0 1 0,0-1 0,1 1 1,-1-1-1,1 0 0,0 0 0,1 1 0,5 8 0,-5-11-17,0 0-1,0 0 0,1 0 0,-1 0 0,1-1 1,0 1-1,0-1 0,0 0 0,0 0 1,0 0-1,0-1 0,0 0 0,1 1 1,-1-1-1,0-1 0,1 1 0,-1-1 1,7 0-1,-7 1-3,0-1-1,0 0 1,1-1 0,-1 1 0,0-1-1,0 1 1,0-1 0,0-1 0,0 1-1,0 0 1,0-1 0,0 0 0,-1 0-1,1 0 1,0 0 0,-1-1 0,0 1 0,0-1-1,0 0 1,0 0 0,0 0 0,0-1-1,-1 1 1,1 0 0,-1-1 0,0 0-1,0 1 1,0-1 0,-1 0 0,0 0-1,1 0 1,-1 0 0,0 0 0,-1-1-1,1 1 1,-1 0 0,0 0 0,0 0-1,0-1 1,-1 1 0,1 0 0,-1 0-1,-2-7 1,1 7 0,0 0-1,0 0 1,0 0-1,0 1 0,-1-1 1,1 1-1,-1 0 1,0 0-1,0 0 1,0 0-1,-1 0 0,1 0 1,-1 1-1,1 0 1,-1 0-1,0 0 1,0 0-1,0 0 0,0 1 1,0 0-1,0 0 1,-8-1-1,3 0-8,-1 0 1,1 1-1,-1 0 0,0 1 0,1 0 0,-1 1 0,0 0 0,1 0 1,-12 3-1,17-2-58,1-1-1,0 1 1,-1 0 0,1-1 0,0 1-1,0 1 1,0-1 0,0 0 0,1 1 0,-1-1-1,1 1 1,-1 0 0,-1 3 0,-5 16-6514,9-16-877</inkml:trace>
</inkml:ink>
</file>

<file path=ppt/ink/ink2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28.632"/>
    </inkml:context>
    <inkml:brush xml:id="br0">
      <inkml:brushProperty name="width" value="0.025" units="cm"/>
      <inkml:brushProperty name="height" value="0.025" units="cm"/>
    </inkml:brush>
  </inkml:definitions>
  <inkml:trace contextRef="#ctx0" brushRef="#br0">81 7 5830,'-6'-6'5634,"-7"7"-3530,-11 12-1109,20-6-952,-1 0-1,2 0 0,-1 1 1,1-1-1,0 1 1,0 0-1,1 0 0,0 0 1,0 0-1,1 1 1,0-1-1,1 0 0,0 1 1,0-1-1,1 0 1,0 1-1,0-1 1,5 15-1,-4-17-34,-1 0 1,1-1-1,0 1 1,1-1-1,-1 0 0,1 0 1,0 0-1,1 0 1,-1 0-1,1-1 0,0 1 1,0-1-1,0 0 1,0 0-1,1-1 0,0 1 1,-1-1-1,1 0 0,1 0 1,-1-1-1,0 1 1,1-1-1,-1 0 0,1-1 1,0 1-1,-1-1 1,8 0-1,-9-1 27,0 0 0,-1 0 0,1 0 0,0-1-1,-1 0 1,1 0 0,0 0 0,-1 0 0,1 0 0,-1-1 0,0 0-1,0 1 1,1-1 0,-1 0 0,0-1 0,-1 1 0,1 0 0,0-1 0,-1 0-1,1 0 1,-1 0 0,0 0 0,0 0 0,0 0 0,0 0 0,0 0-1,-1-1 1,0 1 0,0-1 0,0 1 0,1-7 0,0 4 34,-1 0 0,-1 1-1,1-1 1,-1 0 0,0 0 0,0 1 0,0-1 0,-1 0 0,0 0 0,0 1 0,-1-1 0,0 1-1,0-1 1,0 1 0,0 0 0,-1 0 0,0 0 0,0 0 0,0 0 0,-5-4 0,2 3-57,0 1 1,0 1 0,-1-1-1,0 1 1,0 0 0,0 1-1,0 0 1,0 0 0,-1 0 0,0 1-1,1 0 1,-1 1 0,0-1-1,0 2 1,0-1 0,0 1 0,0 0-1,0 1 1,0 0 0,-11 2-1,18-2-82,-1 0 1,1-1-1,-1 1 0,1 0 0,-1 0 0,1 0 0,0 0 0,-1 0 0,1 0 0,0 0 0,0 1 0,0-1 0,0 0 0,0 1 0,0-1 0,-1 3 0,-2 16-6791,4-16 2724</inkml:trace>
</inkml:ink>
</file>

<file path=ppt/ink/ink2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28.848"/>
    </inkml:context>
    <inkml:brush xml:id="br0">
      <inkml:brushProperty name="width" value="0.025" units="cm"/>
      <inkml:brushProperty name="height" value="0.025" units="cm"/>
    </inkml:brush>
  </inkml:definitions>
  <inkml:trace contextRef="#ctx0" brushRef="#br0">16 0 12748,'0'0'4644,"-15"2"-12747</inkml:trace>
</inkml:ink>
</file>

<file path=ppt/ink/ink2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29.176"/>
    </inkml:context>
    <inkml:brush xml:id="br0">
      <inkml:brushProperty name="width" value="0.025" units="cm"/>
      <inkml:brushProperty name="height" value="0.025" units="cm"/>
    </inkml:brush>
  </inkml:definitions>
  <inkml:trace contextRef="#ctx0" brushRef="#br0">0 0 11627,'0'0'5200,"3"8"-5120,29 53-117,-17-36 46,17 43 1,-30-61-1002,1 1 1,-1-1 0,0 1 0,-1 0 0,0 0 0,1 9 0,-2-15-2842</inkml:trace>
</inkml:ink>
</file>

<file path=ppt/ink/ink2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29.723"/>
    </inkml:context>
    <inkml:brush xml:id="br0">
      <inkml:brushProperty name="width" value="0.025" units="cm"/>
      <inkml:brushProperty name="height" value="0.025" units="cm"/>
    </inkml:brush>
  </inkml:definitions>
  <inkml:trace contextRef="#ctx0" brushRef="#br0">180 7 9161,'0'0'6646,"-9"-2"-6278,7 2-358,-1-1-1,-1 0 0,1 0 1,-1 0-1,1 1 0,-1-1 0,1 1 0,-1 0 1,1 0-1,-1 1 0,1-1 0,-1 1 0,1-1 1,-1 1-1,1 0 0,-1 0 0,1 1 0,0-1 1,0 1-1,0-1 0,-6 5 0,-13 10 147,-26 24-19,46-38-146,0 1 1,0 0-1,0 0 1,0 0-1,0 0 0,1 0 1,-1 0-1,1 1 0,0-1 1,0 0-1,0 1 1,0-1-1,1 1 0,-1-1 1,1 5-1,0-3 10,0 1 1,0-1-1,1 0 1,0 0-1,0 0 0,0 0 1,0 0-1,1 0 1,0 0-1,0 0 1,0 0-1,1-1 0,0 1 1,3 4-1,-4-7 3,0 0 0,0-1 0,0 1 0,0-1 0,0 1 0,0-1 0,1 0 0,-1 0 0,0 0 0,1 0 0,-1 0 0,1-1 0,-1 1 0,1-1 0,-1 1 0,1-1 0,-1 0 0,1 0 0,-1 0 0,1 0 0,-1-1 0,1 1 0,-1-1 0,1 1 0,-1-1 0,1 0 0,-1 0 0,0 0 0,1 0 0,-1-1 0,2-1 0,6-1 0,-1 1-1,1-1 1,0 1-1,0 1 0,0 0 1,0 0-1,13 1 1,-20 0-3,-1 1 0,1 0 0,0 1 0,-1-1 0,1 0 0,-1 1 1,1-1-1,-1 1 0,1 0 0,-1 0 0,1 0 0,-1 0 0,0 0 1,4 3-1,-5-2 2,0-1 0,0 0 0,0 1 1,0-1-1,0 1 0,-1-1 0,1 1 1,0 0-1,-1-1 0,1 1 0,-1 0 0,0-1 1,0 1-1,1 0 0,-1 0 0,0-1 1,-1 1-1,1 0 0,0-1 0,0 1 0,-1 0 1,1-1-1,-1 1 0,1 0 0,-2 1 1,-2 3 64,0 0 1,-1 0 0,0 0 0,0 0 0,0-1 0,0 0 0,-1 0 0,0-1 0,0 0-1,0 0 1,-1 0 0,-9 4 0,-8 6-121,-23 17-2478,28-23-2408</inkml:trace>
</inkml:ink>
</file>

<file path=ppt/ink/ink2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31.573"/>
    </inkml:context>
    <inkml:brush xml:id="br0">
      <inkml:brushProperty name="width" value="0.025" units="cm"/>
      <inkml:brushProperty name="height" value="0.025" units="cm"/>
    </inkml:brush>
  </inkml:definitions>
  <inkml:trace contextRef="#ctx0" brushRef="#br0">183 1 4773,'0'0'3539,"-13"27"-1735,0-17-1471,-1-2 0,-1 1 0,-17 6 0,20-10-100,0 1-1,0 1 1,0-1 0,1 2-1,-19 15 1,29-22-231,1-1-1,-1 0 1,1 1 0,-1-1-1,1 1 1,0-1 0,-1 1-1,1-1 1,0 1 0,-1-1-1,1 1 1,0-1 0,0 1-1,-1-1 1,1 1-1,0 0 1,0-1 0,0 1-1,0-1 1,0 1 0,0 0-1,0-1 1,0 1 0,0-1-1,0 1 1,0 0 0,0-1-1,0 1 1,1-1-1,-1 1 1,1 0 0,17 13 119,31 1 114,-47-15-227,51 12 52,20 4 53,-24-6-4819,-38-8 1263</inkml:trace>
</inkml:ink>
</file>

<file path=ppt/ink/ink2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32.026"/>
    </inkml:context>
    <inkml:brush xml:id="br0">
      <inkml:brushProperty name="width" value="0.025" units="cm"/>
      <inkml:brushProperty name="height" value="0.025" units="cm"/>
    </inkml:brush>
  </inkml:definitions>
  <inkml:trace contextRef="#ctx0" brushRef="#br0">1 24 4388,'0'0'3625,"10"1"-3438,127 5 998,0-6 0,220-28 0,-354 26-3298,-8 2-648,-4 0-1269</inkml:trace>
</inkml:ink>
</file>

<file path=ppt/ink/ink2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32.383"/>
    </inkml:context>
    <inkml:brush xml:id="br0">
      <inkml:brushProperty name="width" value="0.025" units="cm"/>
      <inkml:brushProperty name="height" value="0.025" units="cm"/>
    </inkml:brush>
  </inkml:definitions>
  <inkml:trace contextRef="#ctx0" brushRef="#br0">73 1 6374,'0'0'5963,"4"3"-5755,151 122 715,-142-114-848,-12-10-65,0-1 0,0 1 0,0 0 0,0 0 0,0 0 0,0 1 0,0-1 0,0 0 0,0 0 0,0 0 0,-1 1 0,1-1 0,-1 0 0,1 1-1,-1-1 1,1 0 0,-1 1 0,1-1 0,-1 1 0,0-1 0,0 1 0,0-1 0,0 1 0,0-1 0,0 0 0,-1 1 0,1-1 0,0 1-1,-1-1 1,1 1 0,-1-1 0,1 0 0,-1 1 0,0-1 0,1 0 0,-1 0 0,0 0 0,0 1 0,0-1 0,0 0 0,0 0 0,0 0 0,0 0-1,-3 1 1,-7 7 146,-1-1-1,0-1 0,-25 13 1,11-7-55,-88 59-4853,84-52-1109</inkml:trace>
</inkml:ink>
</file>

<file path=ppt/ink/ink2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32.995"/>
    </inkml:context>
    <inkml:brush xml:id="br0">
      <inkml:brushProperty name="width" value="0.025" units="cm"/>
      <inkml:brushProperty name="height" value="0.025" units="cm"/>
    </inkml:brush>
  </inkml:definitions>
  <inkml:trace contextRef="#ctx0" brushRef="#br0">184 104 8008,'0'0'6528,"7"7"-6437,0 2-79,0-1-1,-1 1 1,0 0-1,-1 0 1,0 1 0,0 0-1,4 15 1,-7-22-6,-1 0 1,0 1-1,0-1 1,0 0-1,0 1 0,-1-1 1,1 1-1,-1-1 1,0 0-1,0 1 1,0-1-1,-1 1 1,1-1-1,-1 1 0,0-1 1,0 0-1,0 1 1,0-1-1,0 0 1,-1 0-1,1 0 1,-1 0-1,0 0 1,0 0-1,0 0 0,0-1 1,-1 1-1,1-1 1,-1 1-1,0-1 1,-5 3-1,3-2 29,0 0 0,0-1 1,0 0-1,0 0 0,-1 0 0,1 0 0,0-1 1,-1 0-1,0 0 0,1-1 0,-1 1 0,1-1 0,-1-1 1,0 1-1,1-1 0,-1 0 0,1 0 0,-1 0 1,1-1-1,-1 0 0,1 0 0,0 0 0,0-1 1,0 0-1,0 0 0,1 0 0,-5-4 0,3 2-5,1-1-1,0 1 1,0-1-1,1 0 1,-1-1-1,1 1 1,1-1-1,-1 0 1,1 0-1,0 0 1,1 0-1,0 0 1,0-1-1,0 1 1,1-1-1,0 1 0,1-1 1,0 1-1,1-13 1,0 16-29,0 1 1,0-1-1,0 1 1,1-1-1,0 1 1,-1 0-1,1 0 1,0 0 0,1 0-1,-1 0 1,0 0-1,1 1 1,0-1-1,0 1 1,-1 0-1,1 0 1,1 0-1,-1 0 1,0 0-1,0 0 1,1 1-1,-1 0 1,1 0-1,3-1 1,14-4 15,0 0 0,37-3 0,-52 8-10,104-9 134,34-5-143,-142 15-150,1-1 1,-1 1-1,0-1 0,1 1 1,-1-1-1,1 0 1,-1 0-1,0 0 0,0 0 1,1 0-1,-1-1 1,0 1-1,0-1 0,2-1 1,5-13-4670</inkml:trace>
</inkml:ink>
</file>

<file path=ppt/ink/ink2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5:33.825"/>
    </inkml:context>
    <inkml:brush xml:id="br0">
      <inkml:brushProperty name="width" value="0.025" units="cm"/>
      <inkml:brushProperty name="height" value="0.025" units="cm"/>
    </inkml:brush>
  </inkml:definitions>
  <inkml:trace contextRef="#ctx0" brushRef="#br0">0 72 5061,'0'0'8621,"1"-7"-8252,-1 4-343,1 0-1,-1 0 1,1 0 0,0 0 0,0 0 0,0 0 0,0 0 0,0 1 0,1-1 0,-1 0 0,1 1 0,0-1-1,0 1 1,0 0 0,0 0 0,0-1 0,0 1 0,0 1 0,1-1 0,-1 0 0,1 0 0,-1 1-1,1 0 1,0-1 0,0 1 0,0 0 0,-1 0 0,1 1 0,0-1 0,0 0 0,0 1 0,0 0 0,6 0-1,-6 0-22,-1-1 0,1 1 0,0 0 0,-1 0 0,1 0 0,0 1 0,0-1 0,-1 1 0,1-1 0,-1 1 0,1 0 0,-1 0-1,1 0 1,-1 0 0,1 0 0,-1 1 0,0-1 0,0 1 0,1 0 0,-1-1 0,0 1 0,-1 0 0,1 0 0,0 0 0,-1 1-1,1-1 1,-1 0 0,1 1 0,-1-1 0,0 0 0,0 1 0,0 0 0,0-1 0,-1 1 0,1-1 0,-1 1 0,0 0 0,1 0-1,-1-1 1,0 1 0,-1 4 0,0 1 4,1 0-1,-1 0 1,-1-1-1,1 1 1,-1-1-1,0 1 0,-1-1 1,0 0-1,0 0 1,-1 0-1,0 0 1,0 0-1,0-1 1,-1 0-1,0 0 1,0 0-1,-1-1 1,-10 9-1,16-13-5,-1-1-1,1 0 1,0 0 0,0 0-1,0 0 1,0 1 0,0-1 0,-1 0-1,1 0 1,0 0 0,0 1-1,0-1 1,0 0 0,0 0-1,0 0 1,0 1 0,0-1 0,0 0-1,0 0 1,0 1 0,0-1-1,0 0 1,0 0 0,0 0-1,0 1 1,0-1 0,0 0-1,0 0 1,0 1 0,0-1 0,0 0-1,0 0 1,1 0 0,-1 1-1,0-1 1,0 0 0,0 0-1,0 0 1,0 0 0,1 1-1,-1-1 1,0 0 0,0 0 0,0 0-1,1 0 1,-1 0 0,0 0-1,0 0 1,0 1 0,1-1-1,-1 0 1,0 0 0,0 0-1,0 0 1,1 0 0,-1 0 0,0 0-1,0 0 1,1 0 0,-1 0-1,0 0 1,0 0 0,1-1-1,30 4 67,35-7 20,20-4-2837,-71 6-3437</inkml:trace>
</inkml:ink>
</file>

<file path=ppt/ink/ink2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22.756"/>
    </inkml:context>
    <inkml:brush xml:id="br0">
      <inkml:brushProperty name="width" value="0.025" units="cm"/>
      <inkml:brushProperty name="height" value="0.025" units="cm"/>
    </inkml:brush>
  </inkml:definitions>
  <inkml:trace contextRef="#ctx0" brushRef="#br0">117 1 2018,'0'0'475,"0"7"155,-8 53 2021,-31 110 1,6-32-967,20-72-1498,3 0 0,2 1-1,4 0 1,2 0 0,9 81 0,-6-140-182,0-1 0,0 1 1,1-1-1,0 1 0,1-1 0,0 0 1,0 0-1,0 0 0,1 0 0,9 13 0,-11-18 2,0 0-1,0 0 0,0 0 0,1-1 0,-1 1 1,1-1-1,-1 1 0,1-1 0,0 0 1,-1 0-1,1 0 0,0 0 0,0 0 0,0 0 1,0-1-1,0 0 0,0 0 0,0 1 0,-1-1 1,1-1-1,0 1 0,0 0 0,0-1 1,0 0-1,0 0 0,0 1 0,-1-2 0,1 1 1,0 0-1,-1 0 0,6-4 0,7-5-54,0-1 0,-1 0 0,0 0 0,0-2 0,-1 0 0,-1 0 0,0-1 0,-1 0 0,-1-1 0,11-20-1,-2 1-119,-2-1 0,-2 0 0,20-69 0,-26 71 178,-2-1 0,-1 0 0,1-34 0,-6 56 364,0 0 0,-1 0 0,-1 0-1,0 1 1,-1-1 0,0 0 0,-1 1 0,0-1 0,-1 1 0,0 0 0,0 0 0,-9-13 0,13 25-337,-1-1 1,0 1 0,1-1 0,-1 1-1,1-1 1,-1 1 0,1 0-1,0-1 1,-1 1 0,1 0-1,0 0 1,-1-1 0,1 1 0,0 0-1,0 0 1,-1-1 0,1 1-1,0 0 1,0 0 0,0-1 0,0 1-1,0 0 1,0 0 0,0 0-1,1 0 1,-4 31-143,2 224 440,3-202-308,4 0 0,19 89 1,-23-134-208,1 0 0,0-1 0,0 1 0,1-1 0,9 15 0,-12-21 21,0 0 0,0-1 0,0 1 0,0-1 0,0 1 0,1-1-1,-1 1 1,1-1 0,-1 0 0,1 0 0,-1 0 0,1 0 0,0 0 0,-1 0 0,1 0 0,0-1 0,0 1 0,-1 0 0,1-1 0,0 0 0,0 1 0,0-1 0,0 0 0,0 0 0,0 0 0,0 0 0,0 0 0,-1-1 0,1 1 0,0 0-1,0-1 1,0 1 0,0-1 0,2-1 0,18-16-4037</inkml:trace>
</inkml:ink>
</file>

<file path=ppt/ink/ink2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23.285"/>
    </inkml:context>
    <inkml:brush xml:id="br0">
      <inkml:brushProperty name="width" value="0.025" units="cm"/>
      <inkml:brushProperty name="height" value="0.025" units="cm"/>
    </inkml:brush>
  </inkml:definitions>
  <inkml:trace contextRef="#ctx0" brushRef="#br0">0 33 11179,'0'0'923,"4"9"-693,5 18 3,0 0 0,-2 0 0,-1 0 0,-1 1 0,2 32 0,-5-42-55,3-30 150,8-17-236,-8 22-89,14-25 549,1 2 1,2 0-1,2 1 1,41-39 0,-63 66-530,0 0 1,1 0 0,-1 0 0,1 1 0,-1-1-1,1 1 1,-1 0 0,1 0 0,0 0 0,-1 0-1,1 0 1,0 1 0,0-1 0,0 1 0,-1 0-1,1 0 1,0 0 0,0 0 0,0 0 0,0 0-1,4 2 1,-3 0-19,1 0 0,-1 0 0,1 0 0,-1 1 1,0 0-1,0 0 0,0 0 0,0 0 0,-1 0 0,1 1 0,4 6 0,0 1-14,-1 0 1,0 0-1,0 1 1,-1 0-1,-1 1 0,0-1 1,0 1-1,3 16 1,-5 16-479,-3-15-2679,0-17-271,0-8-1789</inkml:trace>
</inkml:ink>
</file>

<file path=ppt/ink/ink2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23.551"/>
    </inkml:context>
    <inkml:brush xml:id="br0">
      <inkml:brushProperty name="width" value="0.025" units="cm"/>
      <inkml:brushProperty name="height" value="0.025" units="cm"/>
    </inkml:brush>
  </inkml:definitions>
  <inkml:trace contextRef="#ctx0" brushRef="#br0">1 1 12716,'0'0'4324,"16"60"-4228,-8-32-64,-1 1-32,-3 3 64,-2 0-64,-2-4-64,0-4-1249,0-5-2082,-4-11-3043</inkml:trace>
</inkml:ink>
</file>

<file path=ppt/ink/ink2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23.769"/>
    </inkml:context>
    <inkml:brush xml:id="br0">
      <inkml:brushProperty name="width" value="0.025" units="cm"/>
      <inkml:brushProperty name="height" value="0.025" units="cm"/>
    </inkml:brush>
  </inkml:definitions>
  <inkml:trace contextRef="#ctx0" brushRef="#br0">3 62 14189,'0'0'1218,"-2"-50"-1058,2 43-96,7 2 0,3 5-96,0 0-64,1 3-993,1 6-2146,-2-2-2467</inkml:trace>
</inkml:ink>
</file>

<file path=ppt/ink/ink2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24.115"/>
    </inkml:context>
    <inkml:brush xml:id="br0">
      <inkml:brushProperty name="width" value="0.025" units="cm"/>
      <inkml:brushProperty name="height" value="0.025" units="cm"/>
    </inkml:brush>
  </inkml:definitions>
  <inkml:trace contextRef="#ctx0" brushRef="#br0">0 27 8936,'0'0'3988,"4"10"-3854,117 298 2375,-105-395-1879,-13 70-594,1 1 1,0 1-1,2-1 1,0 1-1,0 0 1,1 0-1,1 1 1,16-22-1,-17 27-206,1 0 0,0 1-1,0 0 1,0 0-1,15-9 1,-14 12-590,0 0 1,0 0-1,1 0 0,-1 1 1,1 1-1,15-4 1,-2 1-3822</inkml:trace>
</inkml:ink>
</file>

<file path=ppt/ink/ink2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24.615"/>
    </inkml:context>
    <inkml:brush xml:id="br0">
      <inkml:brushProperty name="width" value="0.025" units="cm"/>
      <inkml:brushProperty name="height" value="0.025" units="cm"/>
    </inkml:brush>
  </inkml:definitions>
  <inkml:trace contextRef="#ctx0" brushRef="#br0">222 33 5477,'0'0'5194,"-7"-5"-2695,-1 1-2258,-1 0 1,1 0-1,-1 1 1,0 0 0,0 0-1,0 1 1,0 0-1,0 1 1,-1 0-1,1 0 1,0 1 0,-10 1-1,15-1-171,0 1-1,0-1 1,0 1-1,0 0 1,0 0-1,1 0 1,-1 0-1,0 1 1,1 0-1,-1-1 1,1 1-1,-1 1 1,1-1-1,0 0 1,0 1-1,0-1 1,0 1-1,1 0 1,-1 0-1,1 0 1,0 0-1,-1 1 1,1-1 0,1 1-1,-1-1 1,0 1-1,1 0 1,0-1-1,0 1 1,0 0-1,0 0 1,1 0-1,-1 5 1,1-1-165,1 0 1,-1 0 0,1 1-1,0-1 1,1 0 0,0 0-1,1 0 1,3 9 0,-5-15 69,0 0 1,-1 0 0,1 0-1,0-1 1,0 1 0,0-1-1,0 1 1,0 0-1,0-1 1,1 0 0,-1 1-1,0-1 1,1 0-1,-1 0 1,1 1 0,-1-1-1,1 0 1,0-1 0,-1 1-1,1 0 1,0 0-1,0-1 1,0 1 0,-1-1-1,1 0 1,0 1-1,0-1 1,0 0 0,0 0-1,0 0 1,0 0 0,0 0-1,-1-1 1,1 1-1,0-1 1,0 1 0,0-1-1,-1 0 1,1 1-1,0-1 1,0 0 0,-1 0-1,2-2 1,1 1-26,0-1-1,0-1 1,-1 1 0,0 0-1,1-1 1,-1 0 0,-1 0 0,1 0-1,0 0 1,-1 0 0,0 0-1,0-1 1,0 1 0,2-9 0,-1 1 113,-1-1 0,0 1 1,0-1-1,-1-18 0,-1 41 560,-1-3-579,1 1 0,0-1 0,0 0 0,1 0 1,0 0-1,0 0 0,0 0 0,5 11 0,0-4-44,1 0 1,1-1 0,0 0-1,16 21 1,9-8-3383,-20-21-1060</inkml:trace>
</inkml:ink>
</file>

<file path=ppt/ink/ink2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25.110"/>
    </inkml:context>
    <inkml:brush xml:id="br0">
      <inkml:brushProperty name="width" value="0.025" units="cm"/>
      <inkml:brushProperty name="height" value="0.025" units="cm"/>
    </inkml:brush>
  </inkml:definitions>
  <inkml:trace contextRef="#ctx0" brushRef="#br0">0 1 14221,'0'0'48,"2"10"-58,40 182 154,-49-218-76,5 20-70,0 0 0,0 0 1,0-1-1,1 1 0,0 0 1,0-1-1,1 1 1,-1 0-1,2-1 0,-1 1 1,2-12-1,0 15 11,0 1 0,-1 0 0,1 0 0,0 0 0,0 0 0,0 0 0,0 0 0,0 0 0,1 1 0,-1-1 0,0 1 0,1-1-1,-1 1 1,1 0 0,0 0 0,-1 0 0,1 0 0,0 1 0,-1-1 0,1 1 0,0 0 0,0 0 0,4 0 0,1-1 52,0 1-1,0 0 1,-1 1-1,1 0 1,0 0-1,0 1 1,11 3-1,-12-2-5,1 1 1,-1 0-1,0 0 0,0 1 0,-1-1 0,1 2 0,-1-1 0,0 1 0,-1 0 0,6 7 0,-8-9-249,0 0-1,-1 0 1,1 1-1,-1-1 0,0 1 1,-1-1-1,1 1 1,-1 0-1,0-1 1,0 1-1,0 0 0,-1 0 1,1 0-1,-1 0 1,-1 0-1,1-1 1,-1 1-1,-1 6 0,-3-1-5138</inkml:trace>
</inkml:ink>
</file>

<file path=ppt/ink/ink2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25.329"/>
    </inkml:context>
    <inkml:brush xml:id="br0">
      <inkml:brushProperty name="width" value="0.025" units="cm"/>
      <inkml:brushProperty name="height" value="0.025" units="cm"/>
    </inkml:brush>
  </inkml:definitions>
  <inkml:trace contextRef="#ctx0" brushRef="#br0">11 44 15919,'0'0'1249,"-11"-43"-1217,14 51-512,5 1-1922,4-3-2755</inkml:trace>
</inkml:ink>
</file>

<file path=ppt/ink/ink2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25.799"/>
    </inkml:context>
    <inkml:brush xml:id="br0">
      <inkml:brushProperty name="width" value="0.025" units="cm"/>
      <inkml:brushProperty name="height" value="0.025" units="cm"/>
    </inkml:brush>
  </inkml:definitions>
  <inkml:trace contextRef="#ctx0" brushRef="#br0">222 2 14253,'0'0'646,"-10"0"-315,-6-1 96,0 1 0,1 0 0,-1 1-1,0 1 1,0 1 0,-29 8-1,41-9-412,0-1-1,1 0 0,-1 1 1,0-1-1,0 1 0,1 0 0,-1 0 1,1 1-1,0-1 0,0 1 0,0 0 1,0-1-1,0 1 0,0 1 0,1-1 1,-1 0-1,1 1 0,0-1 1,0 1-1,1-1 0,-1 1 0,1 0 1,-1 0-1,1 0 0,0 0 0,1 0 1,-1 0-1,1 0 0,-1 0 0,1 0 1,1 0-1,-1 0 0,0 0 0,1 0 1,1 5-1,-1-7-67,-1 0 1,1 0-1,0 0 0,-1 0 0,1 0 1,0 0-1,0-1 0,0 1 0,1 0 1,-1 0-1,0-1 0,1 1 0,-1-1 1,1 1-1,-1-1 0,1 0 0,-1 0 1,1 0-1,0 0 0,0 0 0,0 0 1,0 0-1,0 0 0,0-1 0,0 1 1,0-1-1,0 1 0,0-1 0,0 0 1,0 0-1,0 0 0,0 0 0,0 0 1,0 0-1,0-1 0,0 1 0,0-1 1,2 0-1,3-1-65,0 0 1,0 0-1,0-1 0,-1 0 0,1 0 1,-1 0-1,0-1 0,0 0 1,9-9-1,-7 6 136,0-1 1,-1 0-1,0 0 1,0-1 0,9-17-1,-8-8 2937,-8 33-2223,4 27-747,-2-18-10,1-1-1,0 0 1,0-1-1,1 1 1,0-1-1,0 1 1,0-1 0,1 0-1,0-1 1,0 1-1,0-1 1,1 0-1,0 0 1,0-1-1,0 0 1,12 6-1,-13-7-545,0-1 0,0 0 0,1 0-1,-1-1 1,1 1 0,-1-1 0,1-1-1,7 1 1,8-1-3469</inkml:trace>
</inkml:ink>
</file>

<file path=ppt/ink/ink2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26.018"/>
    </inkml:context>
    <inkml:brush xml:id="br0">
      <inkml:brushProperty name="width" value="0.025" units="cm"/>
      <inkml:brushProperty name="height" value="0.025" units="cm"/>
    </inkml:brush>
  </inkml:definitions>
  <inkml:trace contextRef="#ctx0" brushRef="#br0">9 1 14478,'0'0'416,"-8"52"-320,8-18 32,5 5 289,8 4 191,1 1-255,2 2-289,0-3-32,-1-5 0,-4-3-32,-1-8-128,-5-7-2787,-5-12-2498</inkml:trace>
</inkml:ink>
</file>

<file path=ppt/ink/ink2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26.406"/>
    </inkml:context>
    <inkml:brush xml:id="br0">
      <inkml:brushProperty name="width" value="0.025" units="cm"/>
      <inkml:brushProperty name="height" value="0.025" units="cm"/>
    </inkml:brush>
  </inkml:definitions>
  <inkml:trace contextRef="#ctx0" brushRef="#br0">1 70 11531,'0'0'779,"7"-1"-581,133-11 2275,-104 11-2361,0-2 0,-1 0-1,1-3 1,63-18 0,-98 24-99,-1 1 1,1-1-1,-1 0 1,1 0-1,-1-1 1,1 1-1,-1 0 1,1 0-1,-1 0 1,1 0-1,-1 0 1,1 0-1,-1-1 1,1 1-1,-1 0 0,1 0 1,-1-1-1,1 1 1,-1 0-1,0-1 1,1 1-1,-1-1 1,1 1-1,-1 0 1,0-1-1,0 1 1,1-1-1,-1 1 1,0-1-1,0 1 0,1-1 1,-1 1-1,0-1 1,0 1-1,0-2 1,-20-4 229,-33 4 75,43 2-197,1 2-1,-1-1 1,1 1 0,-1 1-1,1-1 1,0 2-1,0-1 1,0 1-1,1 1 1,-1 0-1,1 0 1,-8 7-1,12-10-99,1 0-1,0 1 0,0-1 0,-1 1 0,2 0 0,-1 0 0,0 0 0,1 1 0,-1-1 0,1 1 0,0-1 1,0 1-1,1 0 0,-1-1 0,1 1 0,0 0 0,0 0 0,0 0 0,0 0 0,1 0 0,-1 0 0,1 0 1,0 1-1,0-1 0,1 0 0,-1 0 0,1 0 0,0 0 0,0 0 0,0 0 0,3 5 0,-1-4 2,1-1-1,-1 1 0,1-1 0,0 0 1,0 0-1,0 0 0,1 0 0,-1 0 1,1-1-1,0 0 0,0 0 0,0-1 1,0 1-1,1-1 0,-1 0 0,1 0 1,9 1-1,9 2-166,0-2-1,44 2 1,-6-7-2818,-1-8-3304</inkml:trace>
</inkml:ink>
</file>

<file path=ppt/ink/ink2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49.686"/>
    </inkml:context>
    <inkml:brush xml:id="br0">
      <inkml:brushProperty name="width" value="0.025" units="cm"/>
      <inkml:brushProperty name="height" value="0.025" units="cm"/>
    </inkml:brush>
  </inkml:definitions>
  <inkml:trace contextRef="#ctx0" brushRef="#br0">458 12 9801,'0'0'2258,"-11"-3"-1003,4 1-1177,-1 0 0,0 0 0,0 1 0,0 0 0,0 0 0,0 1 0,1 0-1,-1 0 1,0 1 0,0 0 0,0 1 0,0-1 0,0 2 0,-11 4 0,-4 4 38,1 1 0,-40 29-1,56-36-112,0-1-1,1 1 1,-1 0-1,1 0 1,0 1-1,0 0 1,1 0-1,0 0 1,0 0-1,0 0 1,1 1-1,0 0 0,0-1 1,-3 14-1,6-17-1,0-1 0,0 1-1,0-1 1,1 1-1,-1-1 1,1 0-1,-1 1 1,1-1-1,0 0 1,0 1-1,0-1 1,0 0 0,0 0-1,1 0 1,-1 0-1,0 0 1,1 0-1,0 0 1,-1 0-1,1-1 1,0 1 0,0-1-1,0 1 1,3 1-1,9 5 15,0 0 0,27 10 0,-9-4-15,-21-8 4,-1 0 1,1 1-1,-1 1 0,0-1 0,-1 2 1,0-1-1,0 1 0,-1 0 0,0 1 0,0 0 1,10 21-1,-14-24-2,0 2 1,-1-1-1,0 0 1,-1 1-1,0-1 1,0 1 0,-1-1-1,0 1 1,0 0-1,-1 0 1,0 0-1,-1-1 1,0 1-1,0 0 1,-1-1-1,0 1 1,-6 14-1,4-13 19,-1-1 0,0 0 0,0-1 0,0 1 0,-1-1 0,-1 0 0,0-1 0,0 1-1,0-1 1,-1-1 0,1 1 0,-2-1 0,1-1 0,-1 1 0,-13 5 0,11-6 142,-1-1 1,1 0 0,-1 0-1,0-1 1,0-1-1,0 0 1,-1-1-1,1 0 1,0 0 0,0-2-1,-1 1 1,-18-5-1,26 4-144,-1 0-1,1-1 1,0 0 0,0 0-1,-1-1 1,1 1-1,1-1 1,-1 0 0,0-1-1,1 1 1,-1-1-1,1 1 1,0-1 0,1-1-1,-1 1 1,0-1-1,1 1 1,0-1 0,0 0-1,1 0 1,-1 0-1,1 0 1,0-1 0,-1-5-1,1 3-200,1 1-1,0 0 0,0 0 1,1-1-1,0 1 0,0 0 1,1-1-1,-1 1 0,2 0 1,-1 0-1,1 0 0,0 0 1,0 0-1,1 0 0,0 0 1,0 1-1,1-1 0,5-7 1,31-31-4783</inkml:trace>
</inkml:ink>
</file>

<file path=ppt/ink/ink2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0.171"/>
    </inkml:context>
    <inkml:brush xml:id="br0">
      <inkml:brushProperty name="width" value="0.025" units="cm"/>
      <inkml:brushProperty name="height" value="0.025" units="cm"/>
    </inkml:brush>
  </inkml:definitions>
  <inkml:trace contextRef="#ctx0" brushRef="#br0">257 57 12940,'0'0'1153,"-6"-7"513,3 2-1513,-1 1 1,0 0 0,0 0-1,-1 1 1,1-1-1,-1 1 1,1 0 0,-1 0-1,0 0 1,0 1-1,-1 0 1,1 0-1,0 0 1,-1 0 0,1 1-1,-1 0 1,0 0-1,1 1 1,-1-1 0,0 1-1,1 0 1,-1 1-1,0 0 1,1 0-1,-7 1 1,6 1-140,-1 0 0,1 0 0,0 1 0,0 0 0,0 0 0,0 0 0,1 0 0,-1 1 0,1 0 0,0 0 0,1 1 0,0-1 0,-1 1 0,2 0 0,-7 13 0,6-12-17,1 1-1,-1 0 1,2 0 0,-1 0-1,1 0 1,1 1-1,-1-1 1,1 1-1,1-1 1,0 1 0,0-1-1,0 0 1,3 11-1,-3-17-1,0 0-1,1 0 1,-1 0-1,1 0 0,0 0 1,0 0-1,0 0 1,0-1-1,0 1 1,0 0-1,0 0 1,0-1-1,1 1 1,-1-1-1,0 1 1,1-1-1,0 1 0,-1-1 1,1 0-1,0 0 1,0 0-1,-1 0 1,1 0-1,0 0 1,0-1-1,0 1 1,0-1-1,0 1 1,0-1-1,0 0 0,0 1 1,0-1-1,1 0 1,-1 0-1,0-1 1,0 1-1,3-1 1,1 0-31,-1-1 1,1 0-1,-1 0 1,0 0-1,0 0 0,0-1 1,0 0-1,-1 0 1,1 0-1,-1-1 1,1 1-1,6-9 1,-4 3 72,-1 1 0,0-2 0,0 1 0,-1-1-1,0 1 1,-1-2 0,0 1 0,0 0 0,-1-1 0,-1 1 0,0-1 0,0 0 0,0-20 0,-3 37-19,1 1 0,-1-1-1,2 0 1,-1 0 0,1 1-1,0-1 1,0 0-1,0 0 1,1 0 0,0 0-1,1 0 1,-1 0 0,1 0-1,0-1 1,0 1 0,1-1-1,-1 0 1,1 0 0,1 0-1,-1-1 1,1 0-1,9 8 1,-7-7-209,1 0 0,-1 0 0,1 0 0,0-1 0,1-1 0,12 5 0,4-3-3673,0-4-4030,-18-1 810</inkml:trace>
</inkml:ink>
</file>

<file path=ppt/ink/ink2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0.728"/>
    </inkml:context>
    <inkml:brush xml:id="br0">
      <inkml:brushProperty name="width" value="0.025" units="cm"/>
      <inkml:brushProperty name="height" value="0.025" units="cm"/>
    </inkml:brush>
  </inkml:definitions>
  <inkml:trace contextRef="#ctx0" brushRef="#br0">1 25 7239,'0'0'10831,"4"5"-10702,8 9-60,-1 1 0,-1 1 1,0-1-1,-1 2 1,13 32-1,-22-46-26,-2-127 1083,1 123-1121,1 0-1,0 0 1,0 0 0,0 1-1,0-1 1,0 0 0,0 0-1,0 0 1,0 0 0,0 0-1,0 0 1,0 0-1,1 0 1,-1 0 0,0 0-1,1 1 1,-1-1 0,1 0-1,-1 0 1,1 0 0,-1 1-1,1-1 1,-1 0 0,1 1-1,0-1 1,0 0 0,-1 1-1,1-1 1,0 1 0,0-1-1,-1 1 1,1-1-1,0 1 1,0 0 0,0-1-1,0 1 1,0 0 0,0 0-1,0 0 1,-1 0 0,1-1-1,0 1 1,0 0 0,0 1-1,0-1 1,0 0 0,0 0-1,0 0 1,0 1-1,0-1 1,-1 0 0,1 1-1,0-1 1,0 0 0,0 1-1,0-1 1,0 2 0,5 1 8,0 1 0,0-1 1,0 1-1,0 1 0,-1-1 1,7 7-1,21 37-24,9 8-53,-52-99 75,6 33-1,2 5 21,-1 0-1,1-1 0,0 1 0,1 0 0,-1-1 0,1 0 0,0 1 1,0-1-1,1 0 0,-1 1 0,1-1 0,1 0 0,1-11 0,-1 16-13,0 0 0,1 1 0,-1-1-1,1 0 1,-1 0 0,1 1 0,0-1-1,-1 0 1,1 1 0,-1 0 0,1-1-1,0 1 1,-1 0 0,1 0 0,0 0-1,0 0 1,2 0 0,31 3-78,-25 0 55,-1 0 1,0 1-1,0-1 0,-1 2 1,1-1-1,-1 1 1,0 1-1,15 12 1,10 12-4568,-30-27 3032,-3-3 1376,0 0 1,0 0-1,0 0 0,1 0 1,-1 0-1,0 0 0,0 0 0,0 0 1,0 0-1,0 0 0,1 0 1,-1 0-1,0 0 0,0 0 0,0 0 1,0 0-1,0 0 0,1 0 1,-1 0-1,0 0 0,0 0 0,0 0 1,0 0-1,1 0 0,-1 0 1,0 0-1,0 0 0,0 0 0,0 0 1,0 0-1,0 0 0,1 0 1,-1 0-1,0-1 0,0 1 0,0 0 1,0 0-1,0 0 0,0 0 1,0 0-1,0 0 0,0-1 0,1 1 1,-1 0-1,0 0 0,0 0 1,0 0-1,0 0 0,0-1 0,0 1 1,0 0-1,0 0 0,0 0 1,0 0-1,0 0 0,0-1 0,0 1 1,0 0-1,2-11-3011</inkml:trace>
</inkml:ink>
</file>

<file path=ppt/ink/ink2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1.133"/>
    </inkml:context>
    <inkml:brush xml:id="br0">
      <inkml:brushProperty name="width" value="0.025" units="cm"/>
      <inkml:brushProperty name="height" value="0.025" units="cm"/>
    </inkml:brush>
  </inkml:definitions>
  <inkml:trace contextRef="#ctx0" brushRef="#br0">1 59 1858,'0'0'3080,"1"-9"-368,5-27 37,0 23 1227,0 14-2005,3 16-1474,20 78 1090,31 182 0,-20-78-1281,-51-285 2852,6 37-3166,-12-151-74,16 168 68,2 0-1,1-1 0,2 1 1,8-36-1,-12 66 12,1 0 0,-1 0 0,0 1-1,1-1 1,-1 0 0,1 1 0,-1-1 0,1 1-1,0-1 1,0 1 0,0-1 0,0 1 0,0-1-1,0 1 1,0 0 0,0-1 0,0 1 0,1 0 0,-1 0-1,0 0 1,4-1 0,-4 1-4,0 1-1,1 0 1,-1 1 0,1-1-1,-1 0 1,0 0 0,1 1-1,-1-1 1,0 0 0,1 1-1,-1-1 1,0 1 0,0 0-1,1 0 1,-1-1 0,0 1-1,0 0 1,0 0 0,0 0-1,1 1 1,6 6-31,-2 1 1,1-1 0,-1 1-1,0 0 1,6 15 0,-9-17 17,0 0 0,0 0 0,-1 0 0,1 1 0,-2-1 0,1 1 0,-1 0 0,0-1 1,-1 1-1,0 8 0,0-13 4,-1-1 1,1 1 0,-1 0-1,0-1 1,0 1 0,0-1-1,0 1 1,0-1 0,0 0 0,-1 1-1,1-1 1,-1 0 0,1 0-1,-1 0 1,0 0 0,0 0-1,0 0 1,0-1 0,0 1-1,0-1 1,-1 1 0,1-1-1,0 0 1,-1 0 0,1 0-1,-1 0 1,1 0 0,-1 0-1,0-1 1,-4 1 0,-4 1-381,0-1-1,0 0 1,1-1 0,-1 0 0,-18-3 0,25 2 1,0 0 1,1 0-1,-1 0 0,0 0 0,1 0 1,-1-1-1,1 0 0,0 0 1,0 0-1,-1 0 0,1 0 0,0 0 1,1-1-1,-1 0 0,0 1 0,1-1 1,-1 0-1,1 0 0,-3-6 1,-4-19-4753</inkml:trace>
</inkml:ink>
</file>

<file path=ppt/ink/ink2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1.351"/>
    </inkml:context>
    <inkml:brush xml:id="br0">
      <inkml:brushProperty name="width" value="0.025" units="cm"/>
      <inkml:brushProperty name="height" value="0.025" units="cm"/>
    </inkml:brush>
  </inkml:definitions>
  <inkml:trace contextRef="#ctx0" brushRef="#br0">0 1 15086,'0'0'3652,"44"55"-2563,-31-18-288,1 3-353,-1 0-256,2 1-128,-3-2 0,-3-2-32,-1-6-32,-3-1 0,-3-5-993,-2-7-2306,0-8-1217</inkml:trace>
</inkml:ink>
</file>

<file path=ppt/ink/ink2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1.692"/>
    </inkml:context>
    <inkml:brush xml:id="br0">
      <inkml:brushProperty name="width" value="0.025" units="cm"/>
      <inkml:brushProperty name="height" value="0.025" units="cm"/>
    </inkml:brush>
  </inkml:definitions>
  <inkml:trace contextRef="#ctx0" brushRef="#br0">1 160 14382,'0'0'587,"11"-4"288,47-14 223,-28 10-425,0 0 0,-1-2 0,-1-2 0,53-28 0,-79 39-666,0-1 0,0 1 0,-1-1 1,1 1-1,0-1 0,-1 0 0,1 1 0,-1-1 0,1 0 0,-1 0 0,0 0 0,1-3 0,-2 4 0,1 0-1,-1 1 0,0-1 0,0 0 0,0 0 0,0 1 0,0-1 0,0 0 0,0 0 1,0 0-1,0 1 0,-1-1 0,1 0 0,0 0 0,0 1 0,-1-1 0,1 0 1,-1 1-1,1-1 0,0 0 0,-1 1 0,1-1 0,-1 1 0,0-2 0,-2 0 6,0 0 0,0 1 0,0-1 0,-1 0 0,1 1 0,0 0-1,-1 0 1,1 0 0,-1 0 0,1 1 0,-1-1 0,1 1-1,-7 0 1,3 0-7,-1 1 0,0 1 0,1-1 0,-1 1 0,1 0 0,0 1 0,0 0 0,-1 0 0,2 0-1,-1 1 1,0 0 0,1 1 0,0-1 0,0 1 0,0 0 0,-8 10 0,11-11 0,0-1 0,0 1-1,0 0 1,0 0 0,1 0 0,-1 0 0,1 0 0,0 1 0,1-1-1,-1 0 1,1 1 0,0 0 0,0-1 0,0 1 0,1 0-1,-1-1 1,1 1 0,0 0 0,1 0 0,-1-1 0,1 1 0,0 0-1,0-1 1,0 1 0,1-1 0,-1 1 0,1-1 0,4 6-1,-2-5 3,0 0 0,0 0 0,0-1-1,1 0 1,0 0 0,0 0-1,0-1 1,0 1 0,0-1-1,1 0 1,-1-1 0,1 0-1,0 1 1,0-2 0,0 1-1,0-1 1,11 2 0,12 0-122,0-2 1,43-2-1,-54 0-105,3 0-916,0-1 0,0 0 0,0-2 0,25-8 0,22-12-5035</inkml:trace>
</inkml:ink>
</file>

<file path=ppt/ink/ink2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2.424"/>
    </inkml:context>
    <inkml:brush xml:id="br0">
      <inkml:brushProperty name="width" value="0.025" units="cm"/>
      <inkml:brushProperty name="height" value="0.025" units="cm"/>
    </inkml:brush>
  </inkml:definitions>
  <inkml:trace contextRef="#ctx0" brushRef="#br0">1 1 16496,'0'0'1494,"6"8"-1350,2 5-131,-1-1 0,0 1 0,-1 1 0,0-1 0,-1 1 0,-1 0 0,0 0 0,-1 0 0,0 1 0,-1-1-1,0 21 1,-2-24 15,-1 41-34,1-51 9,0 0 1,0 0-1,0 0 0,0-1 0,0 1 0,0 0 0,0 0 0,0 0 1,0 0-1,-1 0 0,1 0 0,0-1 0,-1 1 0,1 0 0,0 0 1,-1 0-1,1-1 0,-1 1 0,0 0 0,1-1 0,-1 1 0,1 0 1,-1-1-1,0 1 0,1-1 0,-1 1 0,0-1 0,0 1 0,0-1 1,1 0-1,-1 1 0,0-1 0,0 0 0,0 0 0,0 1 0,0-1 0,1 0 1,-1 0-1,0 0 0,0 0 0,0 0 0,0 0 0,-1-1 0,1 1 3,0-1-1,0 0 1,1 0-1,-1 0 1,0 0-1,1 0 1,-1 0-1,0 0 0,1 0 1,-1 0-1,1 0 1,-1 0-1,1 0 1,0 0-1,0 0 0,-1 0 1,1-1-1,0 1 1,0 0-1,0-2 1,0-30 4,0 27-6,0-1 3,0 0 1,1 0 0,0 0-1,0 0 1,1 0 0,0 0-1,0 0 1,1 1-1,-1-1 1,1 1 0,1 0-1,-1 0 1,1 0 0,0 0-1,1 1 1,4-6 0,-6 9-4,0-1 1,0 1 0,0 0-1,0 0 1,0 0 0,0 0-1,1 1 1,-1 0-1,0-1 1,1 1 0,-1 0-1,1 1 1,0-1 0,-1 1-1,1-1 1,0 1-1,-1 0 1,1 0 0,0 1-1,-1-1 1,1 1 0,-1 0-1,1 0 1,-1 0-1,1 0 1,-1 0 0,0 1-1,1 0 1,-1-1 0,0 1-1,0 1 1,5 3 0,5 5-2,-1 0 1,0 1 0,-1 0 0,0 1 0,-1 0 0,0 1 0,-1 0 0,-1 0-1,0 1 1,7 20 0,-15-34 34,-10-24 79,5 13-77,1 0-1,0-1 1,0 1 0,1-1-1,0 0 1,1 0 0,0 0-1,1-1 1,0 1 0,1 0-1,0 0 1,1-1 0,2-13-1,-2 23-11,0 0 0,0-1 0,0 1 0,0 0 0,0 0 0,0 0 0,0 0 0,1 1 0,-1-1 0,1 0 0,0 0 0,-1 1 0,1-1 0,0 1 0,0 0 0,0-1 0,0 1 0,0 0 0,0 0 0,0 0 0,0 0 0,0 1 0,1-1 0,-1 1 0,0-1 0,0 1 0,1 0 0,-1 0 0,0 0 0,1 0 0,-1 0 1,0 0-1,1 1 0,-1-1 0,0 1 0,0-1 0,4 2 0,1 1-32,1 0 0,0 1 0,-1-1 0,0 1 0,0 1 0,0-1 0,0 1 0,-1 0 0,8 8 0,-5-3-26,0 1-1,0 1 1,-1-1-1,-1 1 1,11 24-1,-5 9-4585,-11-30 404</inkml:trace>
</inkml:ink>
</file>

<file path=ppt/ink/ink2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2.785"/>
    </inkml:context>
    <inkml:brush xml:id="br0">
      <inkml:brushProperty name="width" value="0.025" units="cm"/>
      <inkml:brushProperty name="height" value="0.025" units="cm"/>
    </inkml:brush>
  </inkml:definitions>
  <inkml:trace contextRef="#ctx0" brushRef="#br0">11 211 15086,'7'-5'427,"56"-26"1197,25-13 444,-80 40-1970,-1-1-1,1 0 1,-1 0 0,0-1 0,0 0-1,-1-1 1,11-12 0,-15 17-84,-1 1 0,0 0 0,0-1 0,0 1 1,0-1-1,-1 1 0,1-1 0,0 1 0,-1-1 0,1 0 1,-1 1-1,1-1 0,-1 0 0,0 1 0,0-1 0,0 0 0,0 0 1,0 1-1,0-1 0,0 0 0,0 1 0,-1-1 0,1 0 0,-1 1 1,-1-4-1,0 3-3,1 0 0,-1 0 0,0 0 0,-1 0 0,1 1 0,0-1 0,0 0 0,-1 1 0,1 0 0,-1 0 0,1 0 0,-1 0 0,0 0 0,-4-1 0,-4 0-1,-1 0 0,0 1 0,1 0 0,-1 1 0,0 0 0,-18 3 0,24-1-11,1 0 1,-1 1-1,0-1 0,1 1 0,0 0 0,0 1 1,0-1-1,0 1 0,0 0 0,1 0 1,-1 0-1,1 1 0,0 0 0,1 0 0,-1 0 1,1 0-1,0 0 0,0 1 0,1-1 0,-1 1 1,1 0-1,-2 10 0,2-12 3,1 1-1,0-1 1,0 1 0,1-1-1,-1 1 1,1-1-1,0 1 1,0-1 0,0 1-1,1 0 1,-1-1-1,1 1 1,0-1 0,1 0-1,-1 1 1,1-1 0,0 0-1,0 0 1,0 0-1,0 0 1,1 0 0,0 0-1,-1-1 1,1 1-1,1-1 1,-1 0 0,0 0-1,1 0 1,0 0 0,6 3-1,2-1-46,0-1 0,1 0-1,0-1 1,-1 0 0,1-1-1,0 0 1,19 0 0,-15-2-1753,0-1 1,30-5-1,-1-7-5510</inkml:trace>
</inkml:ink>
</file>

<file path=ppt/ink/ink2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3.221"/>
    </inkml:context>
    <inkml:brush xml:id="br0">
      <inkml:brushProperty name="width" value="0.025" units="cm"/>
      <inkml:brushProperty name="height" value="0.025" units="cm"/>
    </inkml:brush>
  </inkml:definitions>
  <inkml:trace contextRef="#ctx0" brushRef="#br0">267 24 14478,'-8'-3'897,"-3"-1"-450,0 0 1,-1 1-1,1 0 1,-1 1-1,1 0 1,-1 1-1,0 0 1,0 1-1,1 0 1,-1 1-1,-13 2 1,20-2-400,-1 0 1,1 1 0,0 0-1,0 0 1,-1 0 0,2 0-1,-1 1 1,0 0-1,0 0 1,1 0 0,0 0-1,-1 1 1,1 0 0,0 0-1,1 0 1,-1 0-1,1 1 1,0-1 0,0 1-1,0 0 1,1 0 0,0 0-1,0 0 1,0 0-1,0 0 1,1 1 0,-2 8-1,3-12-73,-1 1 0,1-1 0,-1 1 0,1-1-1,0 1 1,0-1 0,0 1 0,0-1 0,1 1 0,-1-1 0,1 1-1,-1-1 1,1 0 0,0 1 0,0-1 0,0 0 0,0 0-1,0 1 1,0-1 0,1 0 0,-1 0 0,1 0 0,0-1 0,-1 1-1,1 0 1,0 0 0,0-1 0,0 0 0,0 1 0,0-1-1,1 0 1,-1 0 0,0 0 0,0 0 0,1 0 0,-1 0-1,1-1 1,-1 1 0,1-1 0,-1 0 0,0 0 0,6 0 0,-1 0-157,1 0-1,-1-1 1,1 0 0,-1 0 0,1-1 0,-1 0 0,0 0 0,0-1 0,0 1 0,0-2 0,0 1 0,-1-1 0,9-6 0,-9 5 157,1-1 0,-1-1 0,-1 1 0,9-13 0,-12 17 111,0-1 0,0 0 0,-1 0 1,0 0-1,1 1 0,-1-1 0,0 0 0,-1 0 1,1-1-1,0 1 0,-1 0 0,0 0 0,0 0 1,0 0-1,0 0 0,-1-5 0,1 8-71,0-1 0,1 1-1,-1 0 1,0 0 0,0 0 0,0-1-1,0 1 1,0 0 0,0 0 0,0 0 0,0-1-1,0 1 1,-1 0 0,1 0 0,0 0-1,0-1 1,0 1 0,0 0 0,0 0-1,0 0 1,0-1 0,0 1 0,-1 0-1,1 0 1,0 0 0,0 0 0,0-1 0,0 1-1,-1 0 1,1 0 0,0 0 0,0 0-1,0 0 1,0 0 0,-1 0 0,1-1-1,0 1 1,0 0 0,-1 0 0,1 0-1,0 0 1,0 0 0,0 0 0,-1 0 0,1 0-1,0 0 1,0 0 0,0 0 0,-1 0-1,1 1 1,0-1 0,0 0 0,0 0-1,-1 0 1,1 0 0,0 0 0,0 0-1,0 0 1,-1 0 0,1 1 0,0-1 0,0 0-1,0 0 1,0 0 0,0 0 0,-1 1-1,-5 14 316,7-9-302,-1-1 0,1 0 0,0 1 1,0-1-1,1 0 0,-1 0 0,1 0 1,0 0-1,1 0 0,-1-1 0,1 1 0,0-1 1,0 1-1,0-1 0,1 0 0,-1 0 1,1-1-1,0 1 0,0-1 0,0 1 0,1-1 1,8 4-1,-5-2-253,1-1-1,0 0 1,0-1 0,0 0-1,11 2 1,-11-3-843,1-1 0,-1 0 0,0 0 0,1-1 0,9-1 0,8-4-4820</inkml:trace>
</inkml:ink>
</file>

<file path=ppt/ink/ink2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3.563"/>
    </inkml:context>
    <inkml:brush xml:id="br0">
      <inkml:brushProperty name="width" value="0.025" units="cm"/>
      <inkml:brushProperty name="height" value="0.025" units="cm"/>
    </inkml:brush>
  </inkml:definitions>
  <inkml:trace contextRef="#ctx0" brushRef="#br0">1 68 12364,'0'0'6432,"3"10"-6159,32 99 282,-35-120-486,1 1 0,0 0-1,1 0 1,0 0 0,1 0 0,0 0 0,0 0-1,1 1 1,0-1 0,1 1 0,0 0 0,0 1-1,1-1 1,0 1 0,1 0 0,0 0 0,11-9-1,-17 16-36,1 0-1,-1 0 1,1 0-1,0 0 1,-1 0 0,1 0-1,0 1 1,-1-1-1,1 0 1,0 1-1,0 0 1,0-1-1,0 1 1,-1 0-1,1 0 1,0 0-1,0 0 1,0 0-1,0 1 1,-1-1-1,1 0 1,0 1-1,2 0 1,-1 1-14,0 0 1,1 0-1,-1 0 1,0 1-1,0-1 1,0 1-1,0 0 1,-1-1 0,1 1-1,2 5 1,5 7-6,-2 0 1,0 0-1,10 31 1,-3 13-449,-14-33-4084,-1-10-5453</inkml:trace>
</inkml:ink>
</file>

<file path=ppt/ink/ink2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4.453"/>
    </inkml:context>
    <inkml:brush xml:id="br0">
      <inkml:brushProperty name="width" value="0.025" units="cm"/>
      <inkml:brushProperty name="height" value="0.025" units="cm"/>
    </inkml:brush>
  </inkml:definitions>
  <inkml:trace contextRef="#ctx0" brushRef="#br0">0 0 12684,'0'0'3918,"7"8"-3886,25 33 430,44 74 0,-13-16 333,-1-12-752,4-2 0,96 94-1,-164-186-9224,-8-11 139</inkml:trace>
</inkml:ink>
</file>

<file path=ppt/ink/ink2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4.704"/>
    </inkml:context>
    <inkml:brush xml:id="br0">
      <inkml:brushProperty name="width" value="0.025" units="cm"/>
      <inkml:brushProperty name="height" value="0.025" units="cm"/>
    </inkml:brush>
  </inkml:definitions>
  <inkml:trace contextRef="#ctx0" brushRef="#br0">475 1 12172,'0'0'4292,"-55"43"-3460,24-4 482,-5 7-289,-5 9-449,-3 3-288,-3 3-192,0-1-63,0 1-33,6-5 64,4-7-64,9-9-97,12-10-863,11-13-2436</inkml:trace>
</inkml:ink>
</file>

<file path=ppt/ink/ink2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5.044"/>
    </inkml:context>
    <inkml:brush xml:id="br0">
      <inkml:brushProperty name="width" value="0.025" units="cm"/>
      <inkml:brushProperty name="height" value="0.025" units="cm"/>
    </inkml:brush>
  </inkml:definitions>
  <inkml:trace contextRef="#ctx0" brushRef="#br0">1 1 7015,'0'0'12176,"3"8"-11070,3 16-728,0 0 0,-2 1 0,2 29 1,-2-21 49,13 61 1,-15-77-3995,-17-12-2755,0-5-533</inkml:trace>
</inkml:ink>
</file>

<file path=ppt/ink/ink2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5.278"/>
    </inkml:context>
    <inkml:brush xml:id="br0">
      <inkml:brushProperty name="width" value="0.025" units="cm"/>
      <inkml:brushProperty name="height" value="0.025" units="cm"/>
    </inkml:brush>
  </inkml:definitions>
  <inkml:trace contextRef="#ctx0" brushRef="#br0">0 114 12876,'0'0'3235,"38"-44"-1537,-14 30-769,11 2-96,5 1-1,7-1-95,3 3-513,-3 2-96,-3 3-96,-4 4-32,-11 0 0,-8 3-448,-11 6-1730,-10 2-2306,0-2-3172</inkml:trace>
</inkml:ink>
</file>

<file path=ppt/ink/ink2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5.464"/>
    </inkml:context>
    <inkml:brush xml:id="br0">
      <inkml:brushProperty name="width" value="0.025" units="cm"/>
      <inkml:brushProperty name="height" value="0.025" units="cm"/>
    </inkml:brush>
  </inkml:definitions>
  <inkml:trace contextRef="#ctx0" brushRef="#br0">0 92 7143,'0'0'7911,"52"12"-5861,-13-12-224,7-2-673,8-7-288,0-1-289,-2-1-383,-6 2-129,-7 0-32,-8 1-64,-9-2-1506,-13-5-2690,-7-6-5061</inkml:trace>
</inkml:ink>
</file>

<file path=ppt/ink/ink2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37:55.883"/>
    </inkml:context>
    <inkml:brush xml:id="br0">
      <inkml:brushProperty name="width" value="0.025" units="cm"/>
      <inkml:brushProperty name="height" value="0.025" units="cm"/>
    </inkml:brush>
  </inkml:definitions>
  <inkml:trace contextRef="#ctx0" brushRef="#br0">0 146 9385,'0'0'4804,"60"4"-3106,-11-4-545,16-7-224,10-5-320,11-3-353,5-1-64,-3-3-160,-6 0 32,-12 4-64,-11 0 0,-13 7 0,-12-1 0,-14 5-1025,-16-6-4036</inkml:trace>
</inkml:ink>
</file>

<file path=ppt/ink/ink2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27.092"/>
    </inkml:context>
    <inkml:brush xml:id="br0">
      <inkml:brushProperty name="width" value="0.025" units="cm"/>
      <inkml:brushProperty name="height" value="0.025" units="cm"/>
    </inkml:brush>
  </inkml:definitions>
  <inkml:trace contextRef="#ctx0" brushRef="#br0">1 1 10186,'0'0'3427,"1"70"-3555,2-25 224,-1 5 0,1 4 0,2 1-64,-2-4 0,1-5-32,-1-6 32,0-10-32,-3-10-224,0-6-2018,-8-10-705,-7-4-2114</inkml:trace>
</inkml:ink>
</file>

<file path=ppt/ink/ink2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27.603"/>
    </inkml:context>
    <inkml:brush xml:id="br0">
      <inkml:brushProperty name="width" value="0.025" units="cm"/>
      <inkml:brushProperty name="height" value="0.025" units="cm"/>
    </inkml:brush>
  </inkml:definitions>
  <inkml:trace contextRef="#ctx0" brushRef="#br0">1 84 12876,'8'-8'80,"-2"1"-37,1 0 0,-1 1-1,2 0 1,-1 0 0,1 0-1,0 1 1,0 0 0,0 1 0,1 0-1,-1 0 1,1 0 0,0 2-1,0-1 1,1 1 0,17-2 0,-12 4 10,1 1 0,0 1 1,-1 0-1,1 1 0,-1 1 1,0 0-1,0 1 1,-1 1-1,1 0 0,-1 1 1,0 1-1,-1 0 0,0 0 1,0 2-1,22 20 1,-26-21-51,0 0 1,0 0 0,-1 0 0,-1 1 0,0 0-1,0 1 1,-1-1 0,0 1 0,0 0 0,-2 1 0,1 0-1,-1-1 1,-1 1 0,0 1 0,-1-1 0,0 0 0,-1 0-1,-1 1 1,0-1 0,-2 23 0,-1-27 5,1 1 1,-1-1-1,-1 0 1,0 0-1,0 0 1,0-1-1,-1 1 1,0-1-1,-1 0 1,0 0-1,0-1 1,0 0-1,0 0 1,-1 0-1,0-1 0,-1 0 1,1 0-1,-1-1 1,-16 7-1,0-1 32,0-1-1,-1-1 1,0-1-1,-1-1 1,-38 4-1,42-8 92,0 0 0,-37-3-1,58 1-117,0 0 0,1 0 0,-1 0 0,0 0 0,0 0 0,1 0 0,-1 0 0,0-1 0,0 1 0,1 0 0,-1 0 0,0-1 0,0 1 0,1-1 0,-1 1 0,0 0 0,1-1 0,-1 1 0,1-1 0,-1 0 0,0 0 0,6-11 434,24-9-147,74-20-77,1 4 1,128-28-1,-216 61 34,0 0 1,0 2-1,0 0 0,18-1 1,-33 4-247,1-1 0,-1 1-1,1-1 1,-1 1 0,0-1 0,0 1 0,1 0 0,-1-1 0,0 1-1,0 0 1,0 0 0,0 0 0,0 0 0,0 0 0,0 0 0,0 0 0,0 0-1,0 1 1,-1-1 0,1 0 0,0 0 0,-1 1 0,1-1 0,-1 0 0,0 1-1,1-1 1,-1 1 0,0-1 0,0 0 0,0 1 0,0 2 0,1 57 107,-2-45-111,2-5-151,-4 20-946,3-30 791,0 0 0,0-1 0,-1 1-1,1 0 1,-1-1 0,1 1 0,-1-1 0,1 1 0,-1 0 0,1-1 0,-1 1 0,1-1-1,-1 1 1,0-1 0,1 0 0,-1 1 0,0-1 0,1 0 0,-1 1 0,0-1 0,1 0 0,-1 0-1,-1 1 1,-8-1-4768</inkml:trace>
</inkml:ink>
</file>

<file path=ppt/ink/ink2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27.742"/>
    </inkml:context>
    <inkml:brush xml:id="br0">
      <inkml:brushProperty name="width" value="0.025" units="cm"/>
      <inkml:brushProperty name="height" value="0.025" units="cm"/>
    </inkml:brush>
  </inkml:definitions>
  <inkml:trace contextRef="#ctx0" brushRef="#br0">1 47 11851,'0'0'256,"20"-46"-31,-9 45-225,2 1-96,4 1-1538,1 9-928,4 2-3108</inkml:trace>
</inkml:ink>
</file>

<file path=ppt/ink/ink2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28.118"/>
    </inkml:context>
    <inkml:brush xml:id="br0">
      <inkml:brushProperty name="width" value="0.025" units="cm"/>
      <inkml:brushProperty name="height" value="0.025" units="cm"/>
    </inkml:brush>
  </inkml:definitions>
  <inkml:trace contextRef="#ctx0" brushRef="#br0">225 75 8584,'0'0'892,"0"-8"917,0 6-1607,-1-1 1,1 1-1,0-1 0,-1 0 0,1 1 0,-1-1 0,0 1 0,0-1 0,0 1 0,0 0 0,0-1 0,-1 1 0,1 0 0,-1 0 1,-2-4-1,1 4-23,0 0 0,-1 0 0,1 0 0,0 0 1,-1 0-1,1 0 0,-1 1 0,1 0 0,-1 0 0,0 0 1,0 0-1,-6 0 0,8 1-144,-15-2 124,1 0 1,-1 2-1,-18 1 0,31-1-154,1 0 0,0 1 0,-1 0 0,1 0 1,-1 0-1,1 0 0,0 0 0,0 1 0,-6 3 0,8-4-6,0-1 1,0 1-1,0 0 0,0 0 0,1 0 1,-1 0-1,0 0 0,0 1 1,1-1-1,-1 0 0,1 0 1,-1 0-1,1 1 0,-1-1 0,1 0 1,0 1-1,-1-1 0,1 0 1,0 1-1,0-1 0,0 0 0,0 1 1,0-1-1,1 0 0,-1 3 1,2 0 2,-1 0 0,1 0 1,0-1-1,0 1 1,0 0-1,0-1 0,0 1 1,1-1-1,0 0 1,0 0-1,4 4 0,43 33 30,-20-17-2,-16-11-30,36 36-33,-47-45 20,0 0 1,-1 0 0,1 1-1,-1-1 1,0 1 0,0 0-1,0-1 1,-1 1 0,0 0-1,1 0 1,-1 0 0,0 0-1,-1 0 1,1 5-1,-1-8 10,-1-1-1,1 1 0,0 0 0,-1 0 0,1 0 0,-1 0 0,1-1 0,-1 1 0,0 0 0,1-1 0,-1 1 0,0 0 0,1-1 0,-1 1 1,0-1-1,0 1 0,0-1 0,1 1 0,-1-1 0,0 0 0,0 1 0,0-1 0,0 0 0,0 0 0,0 0 0,0 1 0,0-1 1,0 0-1,-1-1 0,-37 3-38,32-3 52,-3 1 44,-1 0 0,1-1 0,0 0 0,-1-1-1,1-1 1,0 1 0,0-1 0,-14-7 0,21 8-144,0 0 1,-1 0-1,1 0 0,0 0 1,0-1-1,1 1 0,-1-1 0,0 0 1,1 1-1,0-1 0,-4-6 1,5 6-256,-1 0 0,1 0 1,0 0-1,0-1 0,1 1 0,-1 0 1,1-1-1,-1 1 0,1 0 0,0-1 1,0 1-1,1-1 0,-1 1 0,1 0 1,0-4-1,10-22-4385</inkml:trace>
</inkml:ink>
</file>

<file path=ppt/ink/ink2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28.338"/>
    </inkml:context>
    <inkml:brush xml:id="br0">
      <inkml:brushProperty name="width" value="0.025" units="cm"/>
      <inkml:brushProperty name="height" value="0.025" units="cm"/>
    </inkml:brush>
  </inkml:definitions>
  <inkml:trace contextRef="#ctx0" brushRef="#br0">1 1 12043,'0'0'5478,"4"51"-5094,-4-16 128,4 8-223,3 6-161,2 3-64,2 3-32,0-2-32,2-6 0,0-7-577,-4-13-1280,0-9-2564,-9-13-3138</inkml:trace>
</inkml:ink>
</file>

<file path=ppt/ink/ink2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28.552"/>
    </inkml:context>
    <inkml:brush xml:id="br0">
      <inkml:brushProperty name="width" value="0.025" units="cm"/>
      <inkml:brushProperty name="height" value="0.025" units="cm"/>
    </inkml:brush>
  </inkml:definitions>
  <inkml:trace contextRef="#ctx0" brushRef="#br0">1 178 13293,'0'0'192,"60"-24"0,-27 15 128,9-1 481,3-2-32,3-1-481,-3 1-256,-2 0 0,-5-3-32,-7-2-1121,-7-7-3331,-8-6-4421</inkml:trace>
</inkml:ink>
</file>

<file path=ppt/ink/ink2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28.915"/>
    </inkml:context>
    <inkml:brush xml:id="br0">
      <inkml:brushProperty name="width" value="0.025" units="cm"/>
      <inkml:brushProperty name="height" value="0.025" units="cm"/>
    </inkml:brush>
  </inkml:definitions>
  <inkml:trace contextRef="#ctx0" brushRef="#br0">0 0 13613,'0'0'1799,"7"10"-1740,1 4 21,0 1 1,0 0 0,-2 0 0,0 0 0,0 1 0,4 27 0,-12-64 151,1 11-194,0 1 0,0-1-1,1 0 1,0 1 0,4-19 0,-4 27-36,0-1 0,1 1 0,-1 0 0,1 0 0,-1-1 0,1 1 0,-1 0 0,1 0 1,0 0-1,0 0 0,0 0 0,-1 0 0,1 0 0,0 0 0,0 0 0,0 0 0,1 0 0,-1 1 0,2-2 0,-1 1 6,1 1 0,-1 0-1,0 0 1,0-1 0,1 1 0,-1 0-1,0 1 1,1-1 0,-1 0 0,0 1-1,0-1 1,0 1 0,1 0 0,-1 0-1,3 2 1,3 1-12,-1 0 0,0 1-1,0 1 1,0-1 0,-1 1-1,0 0 1,0 0 0,9 13-1,35 60-25,-44-71-738,-2 1 0,1 0 0,-1 1 0,0-1 0,-1 1 0,3 14 0,-5-15-6060</inkml:trace>
</inkml:ink>
</file>

<file path=ppt/ink/ink2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29.072"/>
    </inkml:context>
    <inkml:brush xml:id="br0">
      <inkml:brushProperty name="width" value="0.025" units="cm"/>
      <inkml:brushProperty name="height" value="0.025" units="cm"/>
    </inkml:brush>
  </inkml:definitions>
  <inkml:trace contextRef="#ctx0" brushRef="#br0">1 0 19923,'0'0'32</inkml:trace>
</inkml:ink>
</file>

<file path=ppt/ink/ink2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1.620"/>
    </inkml:context>
    <inkml:brush xml:id="br0">
      <inkml:brushProperty name="width" value="0.025" units="cm"/>
      <inkml:brushProperty name="height" value="0.025" units="cm"/>
    </inkml:brush>
  </inkml:definitions>
  <inkml:trace contextRef="#ctx0" brushRef="#br0">13 0 3171,'0'70'3854,"-8"-75"-623,7 4-3318,1 1-1,0 0 0,-1 0 0,1-1 0,0 1 1,0 0-1,-1-1 0,1 1 0,0-1 0,0 1 1,0 0-1,-1-1 0,1 1 0,0-1 0,0 1 0,0 0 1,0-1-1,0 1 0,0-1 0,0 1 0,0-1 1,0 1-1,0 0 0,0-1 0,0 1 0,0-1 1,0 1-1,0-1 0,0 1 0,1 0 0,-1-1 1,0 1-1,0-1 0,3-1-2218</inkml:trace>
</inkml:ink>
</file>

<file path=ppt/ink/ink2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1.900"/>
    </inkml:context>
    <inkml:brush xml:id="br0">
      <inkml:brushProperty name="width" value="0.025" units="cm"/>
      <inkml:brushProperty name="height" value="0.025" units="cm"/>
    </inkml:brush>
  </inkml:definitions>
  <inkml:trace contextRef="#ctx0" brushRef="#br0">0 0 7399,'1'0'89,"0"0"1,0 0-1,0 0 0,0 0 1,0 0-1,0 0 0,0 1 0,0-1 1,-1 0-1,1 1 0,0-1 1,0 0-1,0 1 0,-1-1 1,1 1-1,0-1 0,0 1 1,-1-1-1,1 1 0,0 0 0,-1-1 1,1 1-1,-1 0 0,1 0 1,-1-1-1,1 1 0,-1 0 1,1 0-1,-1 0 0,0-1 1,0 1-1,1 0 0,-1 0 0,0 0 1,0 0-1,0 0 0,0 0 1,0 0-1,0 0 0,0-1 1,0 1-1,0 0 0,-1 0 1,1 0-1,0 0 0,-1 1 0,1 12 236,18 305 3053,1 3-4712,-25-330-7858</inkml:trace>
</inkml:ink>
</file>

<file path=ppt/ink/ink2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2.522"/>
    </inkml:context>
    <inkml:brush xml:id="br0">
      <inkml:brushProperty name="width" value="0.025" units="cm"/>
      <inkml:brushProperty name="height" value="0.025" units="cm"/>
    </inkml:brush>
  </inkml:definitions>
  <inkml:trace contextRef="#ctx0" brushRef="#br0">2 101 9321,'0'0'608,"0"-7"460,0 0-878,-1 5-118,1-1 1,-1 1-1,1-1 0,0 1 1,0 0-1,0-1 1,1 1-1,-1-1 1,0 1-1,1-1 0,0 1 1,-1 0-1,1-1 1,0 1-1,0 0 1,0 0-1,1 0 0,-1-1 1,0 1-1,1 1 1,-1-1-1,1 0 1,0 0-1,0 0 1,0 1-1,0-1 0,0 1 1,3-2-1,5-1-20,0 0-1,0 0 1,0 1-1,0 1 1,1-1-1,-1 2 0,1-1 1,-1 2-1,1-1 1,0 2-1,-1-1 1,13 3-1,-15-2-57,-1 0 0,1 1-1,-1 0 1,1 0 0,-1 1-1,0 0 1,0 0 0,-1 0-1,1 1 1,-1 0 0,1 0-1,-1 1 1,0 0 0,-1 0-1,1 0 1,-1 1 0,7 9-1,-9-9 5,0-1 0,0 1 0,0 0 0,0 1 0,-1-1-1,0 0 1,-1 1 0,0-1 0,1 1 0,-2-1-1,1 1 1,-1-1 0,0 1 0,-1 0 0,1-1 0,-1 1-1,0-1 1,-1 1 0,0-1 0,0 0 0,0 0 0,-1 0-1,0 0 1,0 0 0,0 0 0,-1-1 0,0 1-1,-8 8 1,-4 3 27,-1-1 0,0-1 0,-1 0 0,-1-1 0,-1-1 1,-35 18-1,152-27 92,-86-3-118,1 0 0,0 1-1,-1 0 1,1 0 0,-1 1 0,0 1 0,0 0-1,0 1 1,0 0 0,-1 0 0,0 1 0,18 14-1,-22-15 0,-1 0-1,1 0 0,-2 1 0,1 0 0,-1 0 0,1 0 0,-2 1 0,1 0 0,-1-1 0,0 1 0,0 0 0,-1 0 0,0 1 0,0-1 0,-1 0 1,0 1-1,0-1 0,-1 1 0,0-1 0,0 1 0,-2 9 0,1-10 51,-1 1 1,0-1 0,-1 0-1,1-1 1,-1 1-1,-1 0 1,1-1-1,-1 0 1,0 0-1,-1 0 1,1 0 0,-1-1-1,0 1 1,-1-1-1,1 0 1,-1-1-1,0 0 1,0 0-1,0 0 1,-1 0 0,1-1-1,-1 0 1,-11 3-1,-3 1 43,0-1 1,0-1-1,-1 0 0,0-2 1,0-1-1,-35 0 0,55-2-84,0 0 0,-1 0 0,1 0 0,-1 0-1,1-1 1,0 1 0,-1-1 0,1 1 0,0-1-1,-1 0 1,1 0 0,0 0 0,0 0 0,0 0-1,0-1 1,0 1 0,0-1 0,-2-2 0,2 3-14,1-1 0,1 0 1,-1 0-1,0 0 0,0 1 0,1-1 1,-1 0-1,1 0 0,-1 0 1,1 0-1,0 0 0,0 0 0,0 0 1,0 0-1,0 0 0,1 0 1,0-3-1,1-3-392,1 0 1,0 0-1,0 0 1,1 1-1,0-1 0,1 1 1,-1 0-1,1 0 1,6-6-1,26-25-4181</inkml:trace>
</inkml:ink>
</file>

<file path=ppt/ink/ink2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2.742"/>
    </inkml:context>
    <inkml:brush xml:id="br0">
      <inkml:brushProperty name="width" value="0.025" units="cm"/>
      <inkml:brushProperty name="height" value="0.025" units="cm"/>
    </inkml:brush>
  </inkml:definitions>
  <inkml:trace contextRef="#ctx0" brushRef="#br0">1 1 13261,'0'0'1153,"26"60"-737,-15-39-128,-2 1-160,1 2-96,-2 1 0,-3-2-32,-3 1-64,-2-8-1441,0-2-2114,-3-9-994</inkml:trace>
</inkml:ink>
</file>

<file path=ppt/ink/ink2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2.945"/>
    </inkml:context>
    <inkml:brush xml:id="br0">
      <inkml:brushProperty name="width" value="0.025" units="cm"/>
      <inkml:brushProperty name="height" value="0.025" units="cm"/>
    </inkml:brush>
  </inkml:definitions>
  <inkml:trace contextRef="#ctx0" brushRef="#br0">1 43 11819,'0'0'2018,"0"-43"-1922,1 43-64,4 0-64,-1 1-32,3 10-160,1 5-2627,-1-1-992</inkml:trace>
</inkml:ink>
</file>

<file path=ppt/ink/ink2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3.244"/>
    </inkml:context>
    <inkml:brush xml:id="br0">
      <inkml:brushProperty name="width" value="0.025" units="cm"/>
      <inkml:brushProperty name="height" value="0.025" units="cm"/>
    </inkml:brush>
  </inkml:definitions>
  <inkml:trace contextRef="#ctx0" brushRef="#br0">0 132 8616,'0'0'475,"7"4"-192,46 35 2283,78 74-1,-89-75-2784,-41-37 223,-1-1 1,1 0-1,-1 1 1,0-1-1,1 0 1,-1 1 0,1-1-1,-1 0 1,1 1-1,-1-1 1,1 0 0,-1 0-1,1 1 1,-1-1-1,1 0 1,0 0-1,-1 0 1,1 0 0,-1 0-1,1 0 1,-1 0-1,1 0 1,0 0 0,-1 0-1,1 0 1,-1 0-1,1 0 1,-1-1-1,1 1 1,-1 0 0,1 0-1,-1-1 1,1 1-1,-1 0 1,1-1 0,-1 1-1,1 0 1,-1-1-1,1 1 1,-1-1-1,0 1 1,1-1 0,-1 1-1,0 0 1,1-1-1,-1 0 1,0 1 0,0-1-1,0 1 1,1-1-1,-1 1 1,0-1-1,0 1 1,0-1 0,0 0-1,0 1 1,0-1-1,0 1 1,0-1 0,0 0-1,4-48 145,-4 38-140,1-11-121,2-10 49,8-48 1,-9 70-437,0 1 1,1 0 0,1-1-1,-1 1 1,1 1 0,1-1-1,0 1 1,0-1 0,9-10-1,6-2-2853</inkml:trace>
</inkml:ink>
</file>

<file path=ppt/ink/ink2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4.083"/>
    </inkml:context>
    <inkml:brush xml:id="br0">
      <inkml:brushProperty name="width" value="0.025" units="cm"/>
      <inkml:brushProperty name="height" value="0.025" units="cm"/>
    </inkml:brush>
  </inkml:definitions>
  <inkml:trace contextRef="#ctx0" brushRef="#br0">226 11 9353,'0'0'213,"-9"-1"241,-6-3 22,1 2 0,-1 0-1,1 1 1,-1 1 0,1 0-1,-30 4 1,40-3-378,0 0 1,-1 0-1,1 0 0,0 0 1,0 1-1,0 0 1,1 0-1,-1 0 0,0 0 1,1 0-1,-1 1 0,1 0 1,-1-1-1,1 1 1,0 0-1,1 1 0,-1-1 1,0 1-1,1-1 0,0 1 1,0 0-1,0 0 1,0-1-1,1 2 0,-1-1 1,1 0-1,0 0 0,0 0 1,1 0-1,-1 8 1,0-9-112,1 0 1,0-1 0,0 1 0,0 0 0,1 0 0,-1 0 0,0 0 0,1 0 0,0 0 0,0 0 0,0-1 0,0 1 0,0 0 0,1-1 0,-1 1 0,1-1 0,-1 1 0,1-1 0,0 0 0,0 0 0,0 0 0,0 0 0,1 0 0,-1 0 0,0 0 0,1-1 0,-1 1 0,1-1 0,0 0 0,-1 0 0,1 0 0,0 0 0,0 0 0,0 0 0,0-1 0,3 1 0,0-1-13,-1 0 0,0 1 0,1-2 0,-1 1 0,1-1 0,-1 0 0,1 0 0,-1 0 0,0-1 0,0 0 0,0 0 0,0 0 0,0 0 0,0-1 0,-1 0 0,1 0 0,-1 0 0,1-1 0,3-4 0,-5 5 59,1-1 0,-1 0 0,0 0 1,0 0-1,-1 0 0,1-1 0,-1 1 0,0-1 1,0 1-1,-1-1 0,1 0 0,-1 0 1,0 0-1,0 0 0,-1 0 0,1-9 1,-1 13 18,0 1 1,0 0-1,-1-1 1,1 1 0,0 0-1,0-1 1,0 1 0,0 0-1,-1-1 1,1 1 0,0 0-1,0-1 1,-1 1 0,1 0-1,0 0 1,-1-1 0,1 1-1,0 0 1,-1 0 0,1 0-1,0 0 1,-1-1 0,1 1-1,0 0 1,-1 0 0,1 0-1,0 0 1,-1 0 0,1 0-1,-1 0 1,1 0 0,0 0-1,-1 0 1,1 0 0,0 0-1,-1 0 1,1 0 0,-1 0-1,1 1 1,0-1 0,-1 0-1,1 0 1,0 0 0,-1 0-1,1 1 1,0-1 0,-1 1-1,-13 13 1183,13-12-1215,1 1-1,0-1 0,-1 1 1,1-1-1,1 1 1,-1 0-1,0-1 1,1 1-1,-1-1 0,1 1 1,-1-1-1,1 1 1,0-1-1,0 0 1,1 1-1,-1-1 1,0 0-1,1 0 0,2 4 1,1-2-8,-1 1-1,1-1 1,0 0 0,1 0 0,-1 0-1,1-1 1,11 5 0,-5-2-18,1-2 0,0 1 0,0-2-1,0 0 1,1 0 0,-1-2 0,19 2 0,-27-4-4,1 0-1,-1 0 1,1-1-1,-1 0 1,0 0 0,0 0-1,0 0 1,0-1-1,0 0 1,0 0 0,0 0-1,-1 0 1,0-1-1,1 0 1,-2 0 0,1 0-1,0 0 1,-1-1-1,0 0 1,0 1 0,0-1-1,0 0 1,-1 0-1,2-6 1,-3 14 6,0 1 1,1 0-1,-1-1 1,1 1-1,0-1 0,-1 0 1,1 1-1,1-1 1,-1 0-1,0 0 1,1 0-1,0 0 0,-1-1 1,1 1-1,4 1 1,5 8-15,1-2 1,25 17-1,-35-25-32,1 0-1,0 0 1,0 0-1,-1 0 1,1-1-1,0 0 1,0 0-1,0 0 1,1 0-1,-1-1 1,0 1-1,0-1 1,0 0-1,0 0 1,0-1-1,1 1 1,-1-1-1,0 0 1,0 0-1,0 0 1,0-1-1,0 1 1,-1-1-1,5-2 1,-4 1 50,-1-1 0,1 1 0,-1 0 1,1-1-1,-1 0 0,0 0 0,-1 0 1,1 0-1,-1 0 0,1-1 0,-1 1 0,-1-1 1,1 1-1,0-1 0,-1 0 0,0 0 1,0 1-1,-1-1 0,1 0 0,-1-8 0,28 41 603,-23-22-822,43 48 1036,-44-50-1250,0-1 0,0 1-1,0-1 1,0 0 0,0 0 0,1 0 0,-1-1 0,1 1 0,0-1 0,10 3-1,-5-5-5380</inkml:trace>
</inkml:ink>
</file>

<file path=ppt/ink/ink2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4.225"/>
    </inkml:context>
    <inkml:brush xml:id="br0">
      <inkml:brushProperty name="width" value="0.025" units="cm"/>
      <inkml:brushProperty name="height" value="0.025" units="cm"/>
    </inkml:brush>
  </inkml:definitions>
  <inkml:trace contextRef="#ctx0" brushRef="#br0">0 0 9289,'0'0'96</inkml:trace>
</inkml:ink>
</file>

<file path=ppt/ink/ink2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4.617"/>
    </inkml:context>
    <inkml:brush xml:id="br0">
      <inkml:brushProperty name="width" value="0.025" units="cm"/>
      <inkml:brushProperty name="height" value="0.025" units="cm"/>
    </inkml:brush>
  </inkml:definitions>
  <inkml:trace contextRef="#ctx0" brushRef="#br0">150 1 9641,'0'0'3881,"-10"1"-2883,-1 1-587,1 0 0,-1 1 0,1 0 0,0 1 0,0 0 0,-15 9-1,21-11-350,0 0 0,1 1 0,-1 0-1,1-1 1,0 1 0,0 0-1,0 1 1,0-1 0,0 0 0,1 1-1,-1 0 1,1-1 0,0 1-1,0 0 1,1 0 0,-1 0-1,1 1 1,0-1 0,0 0 0,0 0-1,0 1 1,1 5 0,0-6-105,0 0 0,0 1-1,0-1 1,1 0 0,0-1 0,0 1 0,0 0 0,0 0 0,1 0 0,-1 0-1,1-1 1,2 4 0,-3-5-62,0-1 0,1 0 0,-1 0 0,0 1 0,1-1 0,-1 0 0,1 0 0,-1 0 1,1-1-1,-1 1 0,1 0 0,0 0 0,-1-1 0,1 1 0,0-1 0,0 0 0,-1 1 0,1-1 0,0 0 0,0 0 0,0 0 0,-1 0 0,1 0 0,0-1 0,0 1 0,-1-1 0,1 1 0,0-1 0,-1 1 0,3-2 0,0 0 41,0-1-1,0 1 0,-1-1 0,0 0 1,1 1-1,-1-1 0,0-1 1,0 1-1,-1 0 0,1-1 0,-1 0 1,1 1-1,-1-1 0,0 0 0,2-6 1,0-2 475,0 1 0,-1-1-1,0 1 1,2-18 0,-4 28-379,-1 1-1,0 0 0,0 0 1,0-1-1,0 1 1,1 0-1,-1 0 0,0-1 1,0 1-1,1 0 0,-1 0 1,0 0-1,1 0 1,-1-1-1,0 1 0,0 0 1,1 0-1,-1 0 0,0 0 1,1 0-1,-1 0 1,0 0-1,1 0 0,-1 0 1,0 0-1,0 0 0,1 0 1,-1 0-1,0 0 1,1 0-1,-1 0 0,0 0 1,1 1-1,-1-1 0,0 0 1,0 0-1,1 0 1,-1 0-1,0 1 0,0-1 1,1 0-1,-1 0 0,0 0 1,0 1-1,0-1 1,1 0-1,-1 0 0,0 1 1,0-1-1,0 0 1,0 1-1,0-1 0,1 0 1,-1 0-1,0 1 0,20 20-286,-15-15 391,-1-2-338,51 46 843,-24-30-1564,2-9-3555,-20-11-773</inkml:trace>
</inkml:ink>
</file>

<file path=ppt/ink/ink2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4.851"/>
    </inkml:context>
    <inkml:brush xml:id="br0">
      <inkml:brushProperty name="width" value="0.025" units="cm"/>
      <inkml:brushProperty name="height" value="0.025" units="cm"/>
    </inkml:brush>
  </inkml:definitions>
  <inkml:trace contextRef="#ctx0" brushRef="#br0">0 1 13837,'0'0'1826,"3"57"-1698,1-21 192,0 7 161,2 3-129,1 2-224,2 1-96,-3-6 0,1-3-64,-2-9-32,-2-5-1089,-2-9-1185,-1-7-1282,0-7-415,-8-3-1154</inkml:trace>
</inkml:ink>
</file>

<file path=ppt/ink/ink2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5.195"/>
    </inkml:context>
    <inkml:brush xml:id="br0">
      <inkml:brushProperty name="width" value="0.025" units="cm"/>
      <inkml:brushProperty name="height" value="0.025" units="cm"/>
    </inkml:brush>
  </inkml:definitions>
  <inkml:trace contextRef="#ctx0" brushRef="#br0">1 79 8104,'0'0'4767,"10"-2"-4212,13-3-379,1 1 1,28 0-1,-32 3-139,1 0 1,0-2-1,-1 0 0,1-1 1,-1-1-1,29-12 0,-48 17-25,0 0-1,0-1 1,0 1 0,1-1-1,-1 1 1,0-1 0,0 0-1,0 1 1,0-1 0,0 0-1,-1 0 1,1 0-1,0 0 1,0 0 0,0 0-1,-1 0 1,1 0 0,0 0-1,0-1 1,-1 1 15,-1 1 0,1-1-1,0 0 1,0 1 0,-1-1 0,1 1 0,-1-1 0,1 1-1,0-1 1,-1 1 0,1 0 0,-1-1 0,1 1 0,-1-1-1,0 1 1,1 0 0,-1 0 0,1-1 0,-1 1 0,1 0-1,-1 0 1,0 0 0,1-1 0,-1 1 0,0 0 0,-50-4 660,43 6-588,1 0-1,-1 0 1,1 1 0,0 0 0,0 0 0,0 1 0,0 0-1,1 0 1,0 0 0,-1 1 0,1 0 0,1 0 0,-1 1 0,1-1-1,0 1 1,-6 10 0,9-13-83,-1-1 0,1 1 0,1 0 0,-1 0 0,0 0 0,1 1-1,-1-1 1,1 0 0,0 1 0,0-1 0,0 0 0,1 1 0,-1-1 0,1 1 0,0-1 0,0 1-1,0 0 1,0-1 0,1 1 0,-1-1 0,1 0 0,0 1 0,0-1 0,0 1 0,0-1 0,1 0 0,0 0-1,-1 0 1,1 0 0,0 0 0,0 0 0,1 0 0,-1-1 0,1 1 0,-1-1 0,1 0 0,4 4-1,3-1-20,0 1-1,0-2 0,0 1 1,1-1-1,-1-1 0,1 0 1,0 0-1,19 1 0,-2-2-1719,0-1 0,38-3 0,-18-4-4665</inkml:trace>
</inkml:ink>
</file>

<file path=ppt/ink/ink2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5.633"/>
    </inkml:context>
    <inkml:brush xml:id="br0">
      <inkml:brushProperty name="width" value="0.025" units="cm"/>
      <inkml:brushProperty name="height" value="0.025" units="cm"/>
    </inkml:brush>
  </inkml:definitions>
  <inkml:trace contextRef="#ctx0" brushRef="#br0">19 0 16367,'0'0'97,"0"55"-161,0-16 96,0 6-32,0 4 32,0 3-32,0-1-32,0-3-33,-2-9-2529,-7-9-2018,1-11-2019</inkml:trace>
</inkml:ink>
</file>

<file path=ppt/ink/ink2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6.132"/>
    </inkml:context>
    <inkml:brush xml:id="br0">
      <inkml:brushProperty name="width" value="0.025" units="cm"/>
      <inkml:brushProperty name="height" value="0.025" units="cm"/>
    </inkml:brush>
  </inkml:definitions>
  <inkml:trace contextRef="#ctx0" brushRef="#br0">0 84 12268,'5'-9'133,"-3"4"-59,1 0 0,0 1 0,-1-1 0,2 0 0,-1 1 0,1 0 1,-1 0-1,1 0 0,0 0 0,0 1 0,1 0 0,-1-1 0,1 2 0,0-1 0,-1 0 0,1 1 0,0 0 0,1 0 0,-1 1 0,0-1 1,0 1-1,1 0 0,5 0 0,7 1-39,-1 0-1,0 2 1,0 0 0,0 0 0,0 2 0,0 0-1,-1 1 1,1 1 0,-1 0 0,-1 2 0,1-1-1,-1 2 1,-1 0 0,0 1 0,0 0 0,0 1-1,-2 0 1,1 2 0,-2-1 0,1 1 0,-2 1-1,0 0 1,0 0 0,-1 1 0,-1 0 0,6 17-1,-11-25-22,0-1-1,-1 1 0,0 0 0,0 0 1,-1 0-1,0 0 0,0 0 0,0 0 1,-1 0-1,0 1 0,-1-1 0,1 0 1,-1 0-1,-1 0 0,1 0 0,-1 0 1,-1-1-1,1 1 0,-1 0 0,0-1 1,0 0-1,-1 1 0,0-1 0,0-1 1,-1 1-1,1-1 0,-1 1 0,0-2 1,-1 1-1,1 0 0,-1-1 0,0 0 1,0 0-1,0-1 0,-1 0 0,-12 5 1,-7 3 33,-1-2 0,-1 0 1,1-2-1,-1-1 1,0-1-1,-1-2 0,1 0 1,-1-2-1,-36-4 0,65 3-38,0 0-1,-1 0 0,1 0 0,0 1 1,-1-1-1,1 0 0,0 0 0,0-1 0,-1 1 1,1 0-1,0 0 0,-1 0 0,1 0 0,0 0 1,-1 0-1,1 0 0,0 0 0,0 0 0,-1-1 1,1 1-1,0 0 0,0 0 0,-1 0 1,1-1-1,0 1 0,0 0 0,0 0 0,-1-1 1,1 1-1,0 0 0,0 0 0,0-1 0,0 1 1,0 0-1,0 0 0,0-1 0,-1 1 0,1 0 1,0-1-1,0 1 0,0 0 0,0-1 1,0 1-1,0 0 0,0 0 0,0-1 0,1 1 1,-1 0-1,0-1 0,0 1 0,0 0 0,0 0 1,0-1-1,1 0 0,12-12 256,28-8-205,1 3 0,0 0-1,81-19 1,-48 14 84,-42 12 13,-16 5 164,1 0-1,0 1 1,-1 1 0,2 1 0,21-2 0,-39 5-294,0 1 0,0-1 1,0 1-1,0-1 1,0 1-1,0 0 0,0-1 1,-1 1-1,1 0 0,0 0 1,0-1-1,-1 1 0,1 0 1,-1 0-1,1 0 1,-1 0-1,1 0 0,-1 0 1,1 0-1,-1 0 0,0 0 1,0 0-1,1 0 1,-1 0-1,0 0 0,0 0 1,0 0-1,0 0 0,0 1 1,0 42 104,0-37-87,0 88-2498,-2-85-944,-5-4-1859</inkml:trace>
</inkml:ink>
</file>

<file path=ppt/ink/ink2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6.287"/>
    </inkml:context>
    <inkml:brush xml:id="br0">
      <inkml:brushProperty name="width" value="0.025" units="cm"/>
      <inkml:brushProperty name="height" value="0.025" units="cm"/>
    </inkml:brush>
  </inkml:definitions>
  <inkml:trace contextRef="#ctx0" brushRef="#br0">1 48 11723,'0'0'449,"35"-46"-417,-12 45-64,4 1-33,6 0-255,3 9-2018,0 1-1410</inkml:trace>
</inkml:ink>
</file>

<file path=ppt/ink/ink2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6.645"/>
    </inkml:context>
    <inkml:brush xml:id="br0">
      <inkml:brushProperty name="width" value="0.025" units="cm"/>
      <inkml:brushProperty name="height" value="0.025" units="cm"/>
    </inkml:brush>
  </inkml:definitions>
  <inkml:trace contextRef="#ctx0" brushRef="#br0">245 1 8552,'0'0'3214,"-9"0"-1308,-63 5 292,65-4-2074,0 0 1,0 0-1,0 1 1,0 1-1,0-1 1,0 1-1,1 0 1,-1 0-1,-8 7 1,14-9-124,0-1 0,0 1 0,0 0-1,1 0 1,-1 0 0,0 0 0,0 0 0,1 0 0,-1 0 0,1 1 0,-1-1 0,1 0 0,0 0-1,-1 0 1,1 1 0,0-1 0,0 0 0,0 0 0,-1 0 0,2 1 0,-1-1 0,0 0 0,0 0-1,0 1 1,0-1 0,1 0 0,-1 0 0,1 0 0,-1 0 0,1 1 0,-1-1 0,1 0 0,-1 0-1,1 0 1,0 0 0,0 0 0,0 0 0,-1-1 0,1 1 0,0 0 0,2 1 0,49 36 59,-43-33-51,16 10 6,-12-8-7,0 0-1,-1 1 0,15 13 1,-25-20-10,0 1 1,0 0-1,0 0 1,0 0-1,0 1 1,0-1-1,-1 0 1,1 1-1,-1-1 1,0 1-1,1-1 1,-1 1-1,-1 0 1,1-1-1,0 1 1,0 0-1,-1 0 1,0 0-1,0-1 1,1 1-1,-1 0 1,-1 5-1,0-6 3,0-1-1,0 1 0,0-1 0,0 1 1,0 0-1,0-1 0,-1 0 0,1 1 1,-1-1-1,1 0 0,-1 0 1,1 1-1,-1-1 0,1 0 0,-1-1 1,0 1-1,0 0 0,1 0 0,-1-1 1,0 1-1,0-1 0,0 0 0,0 1 1,-3-1-1,-54 3 53,49-4-43,-4 2 25,0-2 1,1 0 0,-1 0-1,0-1 1,-14-5-1,25 6-157,-1 0 0,0-1 0,0 0 0,1 0 0,-1 0 0,1 0 0,0 0 0,0-1 0,-5-3 0,6 3-220,0 1 0,1 0 1,-1-1-1,0 0 0,1 1 0,-1-1 0,1 0 1,0 0-1,0 0 0,0 0 0,0 0 0,1 0 0,-1-6 1,0-24-5436</inkml:trace>
</inkml:ink>
</file>

<file path=ppt/ink/ink2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6.848"/>
    </inkml:context>
    <inkml:brush xml:id="br0">
      <inkml:brushProperty name="width" value="0.025" units="cm"/>
      <inkml:brushProperty name="height" value="0.025" units="cm"/>
    </inkml:brush>
  </inkml:definitions>
  <inkml:trace contextRef="#ctx0" brushRef="#br0">2 1 13164,'0'0'2307,"-1"55"-1026,0-22-576,1 5-193,0 5-352,9 3-64,4 1-96,-1 3 32,2-4-32,-4-5-288,1-7-2274,-4-10-2051,-3-9-2241</inkml:trace>
</inkml:ink>
</file>

<file path=ppt/ink/ink2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7.020"/>
    </inkml:context>
    <inkml:brush xml:id="br0">
      <inkml:brushProperty name="width" value="0.025" units="cm"/>
      <inkml:brushProperty name="height" value="0.025" units="cm"/>
    </inkml:brush>
  </inkml:definitions>
  <inkml:trace contextRef="#ctx0" brushRef="#br0">1 60 1249,'0'0'11307,"44"-29"-11179,-24 23-64,9 2 0,4 0-32,2 2-32,1-1 32,-1-1-801,0-3-4067</inkml:trace>
</inkml:ink>
</file>

<file path=ppt/ink/ink2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7.381"/>
    </inkml:context>
    <inkml:brush xml:id="br0">
      <inkml:brushProperty name="width" value="0.025" units="cm"/>
      <inkml:brushProperty name="height" value="0.025" units="cm"/>
    </inkml:brush>
  </inkml:definitions>
  <inkml:trace contextRef="#ctx0" brushRef="#br0">2 0 11883,'0'0'1714,"2"9"-1650,4 14 369,1 1 0,16 32 0,6 20-13,-28-73-416,0 0 0,-1 0 0,1-1 1,-1 1-1,1 0 0,-1 0 0,0 0 0,0 0 0,-1 0 0,1-1 1,-1 4-1,1-5-1,0-1 0,0 1 0,-1-1 0,1 0 1,0 1-1,0-1 0,0 1 0,-1-1 0,1 0 1,0 1-1,-1-1 0,1 0 0,0 1 0,0-1 0,-1 0 1,1 0-1,-1 1 0,1-1 0,0 0 0,-1 0 0,1 0 1,-1 1-1,1-1 0,0 0 0,-1 0 0,1 0 0,-1 0 1,-18-10 140,14 3-119,0 0 1,0 0-1,1-1 1,0 0-1,1 1 1,-1-1-1,2 0 1,-1-1-1,1 1 1,0 0-1,1-1 1,-1 1-1,2-1 1,-1 1-1,1-1 1,1 0-1,1-9 1,-2 17 22,1-1-1,-1 1 1,1-1-1,0 0 1,-1 1 0,1-1-1,0 1 1,0 0-1,0-1 1,0 1 0,0 0-1,0 0 1,0-1 0,0 1-1,1 0 1,-1 0-1,0 0 1,1 0 0,-1 1-1,0-1 1,1 0-1,1 0 1,1 0-21,-1 0 1,1 1-1,-1-1 1,1 1-1,0 0 0,-1 0 1,1 0-1,-1 1 0,7 1 1,0 0-33,0 1 0,-1 0 0,1 1 0,-1 0 0,0 1 0,12 7 1,-14-7 7,1 1 1,-1 0 0,0 0 0,-1 1 0,1 0 0,-1 0 0,0 1 0,-1 0 0,0 0 0,0 0 0,-1 0 0,0 1 0,0 0 0,3 14 0,-4-11-1363,-1 0 0,-1 0 1,1 20-1,-2-19-5117</inkml:trace>
</inkml:ink>
</file>

<file path=ppt/ink/ink2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7.536"/>
    </inkml:context>
    <inkml:brush xml:id="br0">
      <inkml:brushProperty name="width" value="0.025" units="cm"/>
      <inkml:brushProperty name="height" value="0.025" units="cm"/>
    </inkml:brush>
  </inkml:definitions>
  <inkml:trace contextRef="#ctx0" brushRef="#br0">1 1 15375,'0'0'1697</inkml:trace>
</inkml:ink>
</file>

<file path=ppt/ink/ink2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40.008"/>
    </inkml:context>
    <inkml:brush xml:id="br0">
      <inkml:brushProperty name="width" value="0.025" units="cm"/>
      <inkml:brushProperty name="height" value="0.025" units="cm"/>
    </inkml:brush>
  </inkml:definitions>
  <inkml:trace contextRef="#ctx0" brushRef="#br0">1 0 8936,'0'0'625,"10"9"-230,225 180 3912,2-2-5107,-235-184 95,0-1-546</inkml:trace>
</inkml:ink>
</file>

<file path=ppt/ink/ink2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40.273"/>
    </inkml:context>
    <inkml:brush xml:id="br0">
      <inkml:brushProperty name="width" value="0.025" units="cm"/>
      <inkml:brushProperty name="height" value="0.025" units="cm"/>
    </inkml:brush>
  </inkml:definitions>
  <inkml:trace contextRef="#ctx0" brushRef="#br0">313 0 10474,'0'0'1826,"-46"7"-1410,26 14 609,-5 9 320,-1 6-320,2 6-480,-1 2-289,1 2-192,2 0-32,2-2-32,0-1 0,2-1-96,0-5-1377,5-7-2307,2-9-128</inkml:trace>
</inkml:ink>
</file>

<file path=ppt/ink/ink2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40.692"/>
    </inkml:context>
    <inkml:brush xml:id="br0">
      <inkml:brushProperty name="width" value="0.025" units="cm"/>
      <inkml:brushProperty name="height" value="0.025" units="cm"/>
    </inkml:brush>
  </inkml:definitions>
  <inkml:trace contextRef="#ctx0" brushRef="#br0">0 76 13805,'0'0'459,"5"-7"881,0 0-1159,0 0 1,0 0-1,1 1 0,0 0 0,0 0 0,9-6 1,-13 10-165,1 0 0,0 0 0,-1 1 0,1-1 0,0 1 0,0-1 0,1 1 0,-1 0 0,0 0 0,0 1 0,0-1 0,1 1 0,-1-1 0,0 1 0,1 0 0,-1 0 0,0 0 0,0 1 0,1-1 0,-1 1 0,0 0 0,6 2 0,-7-2-18,1 1-1,-1 0 1,0 0-1,0 0 1,-1 0-1,1 0 0,0 0 1,-1 0-1,1 0 1,-1 1-1,0-1 1,1 1-1,-1-1 0,0 1 1,-1-1-1,1 1 1,0 0-1,-1-1 1,0 1-1,1 0 0,-1-1 1,0 1-1,-1 4 1,1 1-3,0 0 0,-1 0 0,0 0 0,-1-1 0,0 1 0,0 0 0,-3 7 0,-5 1 0,0 0 1,0 0-1,-1-2 1,-1 1-1,-1-1 1,-15 13-1,1 0 2,27-27 2,0 1 1,0-1-1,0 0 0,0 0 0,0 0 0,0 0 1,0 0-1,0 0 0,0 1 0,0-1 0,-1 0 0,1 0 1,0 0-1,0 0 0,0 1 0,0-1 0,0 0 1,0 0-1,0 0 0,0 0 0,0 0 0,0 1 0,1-1 1,-1 0-1,0 0 0,0 0 0,0 0 0,0 0 1,0 1-1,0-1 0,0 0 0,0 0 0,0 0 1,0 0-1,1 0 0,-1 0 0,0 0 0,0 1 0,0-1 1,0 0-1,0 0 0,0 0 0,1 0 0,-1 0 1,0 0-1,0 0 0,0 0 0,0 0 0,0 0 1,1 0-1,-1 0 0,0 0 0,0 0 0,0 0 0,1 0 1,17 3 23,24-2 32,-38-1-51,48-2-619,101-15 1,-122 11-4309</inkml:trace>
</inkml:ink>
</file>

<file path=ppt/ink/ink2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8.622"/>
    </inkml:context>
    <inkml:brush xml:id="br0">
      <inkml:brushProperty name="width" value="0.025" units="cm"/>
      <inkml:brushProperty name="height" value="0.025" units="cm"/>
    </inkml:brush>
  </inkml:definitions>
  <inkml:trace contextRef="#ctx0" brushRef="#br0">1 0 11339,'0'0'363,"8"7"-385,112 95 787,-61-49-309,92 63 0,-118-94-545,14 11 238,-14-18-3866</inkml:trace>
</inkml:ink>
</file>

<file path=ppt/ink/ink2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8.919"/>
    </inkml:context>
    <inkml:brush xml:id="br0">
      <inkml:brushProperty name="width" value="0.025" units="cm"/>
      <inkml:brushProperty name="height" value="0.025" units="cm"/>
    </inkml:brush>
  </inkml:definitions>
  <inkml:trace contextRef="#ctx0" brushRef="#br0">216 1 9513,'0'0'5050,"-7"1"-4500,4 0-480,0-1-1,0 1 1,0 0 0,0 0-1,1 0 1,-1 1 0,0-1-1,0 1 1,1-1-1,-1 1 1,1 0 0,0 0-1,-3 3 1,-1 1 158,1 1 0,0 1-1,0-1 1,-6 12 0,-21 48 74,3 1 1,-38 130-1,60-161-986,6-13-4643,1-18-838</inkml:trace>
</inkml:ink>
</file>

<file path=ppt/ink/ink2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39.215"/>
    </inkml:context>
    <inkml:brush xml:id="br0">
      <inkml:brushProperty name="width" value="0.025" units="cm"/>
      <inkml:brushProperty name="height" value="0.025" units="cm"/>
    </inkml:brush>
  </inkml:definitions>
  <inkml:trace contextRef="#ctx0" brushRef="#br0">21 1 11755,'0'0'4100,"-13"57"-2915,9-33-576,1 2-385,2 1-192,1 2 32,0-1-64,1-3 0,6-7-1537,-1-7-3140</inkml:trace>
</inkml:ink>
</file>

<file path=ppt/ink/ink2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42.181"/>
    </inkml:context>
    <inkml:brush xml:id="br0">
      <inkml:brushProperty name="width" value="0.025" units="cm"/>
      <inkml:brushProperty name="height" value="0.025" units="cm"/>
    </inkml:brush>
  </inkml:definitions>
  <inkml:trace contextRef="#ctx0" brushRef="#br0">1 86 5958,'0'0'331,"6"9"3689,25 28-3759,-26-34-231,0 0 1,0-1-1,0 0 1,0 0-1,0 0 1,0-1-1,1 0 1,-1 0-1,0 0 1,1 0-1,-1-1 1,1 0-1,-1 0 1,1-1-1,-1 1 1,0-1-1,1-1 0,-1 1 1,0-1-1,0 1 1,0-1-1,0-1 1,0 1-1,0-1 1,8-5-1,-3-1 46,0 0 1,0-1-1,-1 0 0,0-1 0,0 0 0,-1 0 0,-1 0 0,0-1 0,6-14 0,-13 26-22,1-1-1,-1 1 1,0 0 0,1-1-1,-1 1 1,0 0-1,1-1 1,-1 1-1,1 0 1,-1 0-1,1-1 1,-1 1-1,1 0 1,-1 0-1,1 0 1,-1 0-1,1 0 1,-1 0-1,1 0 1,-1 0-1,1 0 1,-1 0-1,1 0 1,-1 0-1,1 0 1,-1 0-1,1 0 1,-1 0-1,1 0 1,-1 1-1,1-1 1,-1 0-1,0 0 1,1 1-1,-1-1 1,1 0-1,-1 1 1,0-1-1,1 0 1,-1 1-1,1-1 1,-1 0-1,0 1 1,0-1-1,1 1 1,-1-1-1,0 1 1,0-1-1,1 1 1,25 34-394,-14-17 487,-2-7-400,1 0-1,0 0 1,1-1 0,-1-1-1,2 0 1,-1-1 0,1 0 0,25 11-1,-20-14-3520</inkml:trace>
</inkml:ink>
</file>

<file path=ppt/ink/ink2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42.743"/>
    </inkml:context>
    <inkml:brush xml:id="br0">
      <inkml:brushProperty name="width" value="0.025" units="cm"/>
      <inkml:brushProperty name="height" value="0.025" units="cm"/>
    </inkml:brush>
  </inkml:definitions>
  <inkml:trace contextRef="#ctx0" brushRef="#br0">32 38 12876,'0'0'96,"1"8"-117,12 193 379,-14-210-283,-1 0 0,0 0 0,0 1 1,-1-1-1,0 1 0,-5-11 1,-9-29-16,14 32 239,1 0 0,-1-33 0,3 48-282,1 1 0,-1-1 0,0 1 1,0-1-1,0 1 0,1-1 0,-1 1 1,0-1-1,0 1 0,1 0 0,-1-1 0,0 1 1,1-1-1,-1 1 0,0 0 0,1-1 1,-1 1-1,1 0 0,-1 0 0,1-1 1,-1 1-1,1 0 0,-1 0 0,0 0 1,1-1-1,-1 1 0,1 0 0,-1 0 0,1 0 1,-1 0-1,1 0 0,0 0 0,-1 0 1,1 0-1,-1 0 0,1 0 0,-1 1 1,1-1-1,-1 0 0,0 0 0,1 0 0,-1 0 1,1 1-1,-1-1 0,1 1 0,25 11-35,8 15 38,40 41 0,-49-43-6,0-2 0,1-1 0,36 23 0,-61-44 5,0 0 0,1 0 0,-1 0 0,1-1 1,-1 1-1,1 0 0,-1-1 0,1 1 0,-1-1 0,1 0 0,-1 1 1,1-1-1,-1 0 0,1 0 0,0 0 0,-1 0 0,1 0 0,1-1 1,-2 1 22,0-1 1,0 0 0,0 1 0,0-1 0,0 0-1,0 1 1,0-1 0,0 0 0,-1 0 0,1 0 0,0 0-1,-1 0 1,1 0 0,-1 0 0,1 0 0,-1 0 0,1 0-1,-1 0 1,1-2 0,0-7 314,1 0-1,-2 0 1,1 0 0,-3-18-1,1 9-119,2-5-168,-6-102-116,5 126 18,0-1-56,0 1 0,1-1 0,-1 1 0,0 0 0,0-1 0,0 1 1,0-1-1,0 1 0,-1-1 0,1 1 0,0 0 0,0-1 0,0 1 0,0-1 0,0 1 0,0 0 0,-1-1 0,1 1 0,0 0 0,0-1 0,-1 1 0,1 0 0,0-1 0,-1 1 0,1 0 0,0-1 0,0 1 0,-1 0 0,1 0 0,-1 0 0,1-1 0,0 1 0,-1 0 0,1 0 0,0 0 0,-1 0 0,1 0 0,-1 0 0,0 0 0,-9-1-6700</inkml:trace>
</inkml:ink>
</file>

<file path=ppt/ink/ink2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43.338"/>
    </inkml:context>
    <inkml:brush xml:id="br0">
      <inkml:brushProperty name="width" value="0.025" units="cm"/>
      <inkml:brushProperty name="height" value="0.025" units="cm"/>
    </inkml:brush>
  </inkml:definitions>
  <inkml:trace contextRef="#ctx0" brushRef="#br0">1 162 9833,'0'0'2984,"5"8"-2300,1-2-609,-1 0-1,1 0 1,1-1 0,-1 1 0,1-1-1,-1 0 1,16 7 0,-19-10-65,1 0 1,0 0-1,0 0 1,0-1-1,0 0 0,1 1 1,-1-1-1,0-1 1,0 1-1,1-1 0,-1 1 1,0-1-1,1-1 1,-1 1-1,0-1 0,1 1 1,-1-1-1,0 0 1,0-1-1,8-2 1,-9 1-4,0 1 1,0-1 0,0 0 0,0 0-1,-1 0 1,1 0 0,-1-1 0,0 1-1,0 0 1,0-1 0,0 0 0,1-5-1,15-50 1,-15 50-15,3-25 30,-5 25 239,1 0 0,0 0 0,0 0 0,1 0 1,0 1-1,6-13 0,-9 21-246,0-1 0,1 1 1,-1 0-1,0 0 0,1 0 1,-1-1-1,0 1 0,1 0 1,-1 0-1,0 0 0,1 0 1,-1 0-1,1 0 0,-1 0 1,0 0-1,1 0 0,-1 0 1,1 0-1,-1 0 0,0 0 1,1 0-1,-1 0 0,1 0 1,-1 0-1,0 0 0,1 0 1,-1 1-1,0-1 0,1 0 1,-1 0-1,0 0 0,1 1 1,-1-1-1,0 0 0,1 1 1,-1-1-1,0 0 0,0 0 1,1 1-1,-1-1 0,0 0 1,0 1-1,0-1 0,1 1 1,-1-1-1,0 1 0,13 21-95,-12-19 127,8 14-4,1-1-1,1 0 0,0 0 0,1-1 0,15 15 0,-21-24-159,1-1-1,-1 0 1,1 0-1,0-1 1,1 0-1,-1 0 0,1 0 1,-1-1-1,1 0 1,0-1-1,0 0 1,0 0-1,1-1 1,11 1-1,5-1-2707,-3-1-2317</inkml:trace>
</inkml:ink>
</file>

<file path=ppt/ink/ink2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6:43.823"/>
    </inkml:context>
    <inkml:brush xml:id="br0">
      <inkml:brushProperty name="width" value="0.025" units="cm"/>
      <inkml:brushProperty name="height" value="0.025" units="cm"/>
    </inkml:brush>
  </inkml:definitions>
  <inkml:trace contextRef="#ctx0" brushRef="#br0">44 250 14061,'0'0'134,"0"10"37,1 116 1040,-25-179-41,18 24-1143,0 0 1,2-1 0,1 0 0,2-34-1,1 64-18,0 0-1,0-1 1,0 1-1,0 0 0,0-1 1,0 1-1,0 0 1,0 0-1,0-1 1,0 1-1,0 0 0,0 0 1,0-1-1,0 1 1,1 0-1,-1 0 1,0-1-1,0 1 0,0 0 1,0 0-1,1-1 1,-1 1-1,0 0 1,0 0-1,0 0 0,1 0 1,-1-1-1,0 1 1,0 0-1,1 0 1,-1 0-1,0 0 0,0 0 1,1 0-1,-1 0 1,0 0-1,1 0 1,-1 0-1,0 0 0,16 4 43,11 13-86,45 44 72,-46-36-1,2-2 0,1 0 0,45 26 0,-73-48-5,0 0-1,0-1 1,0 1-1,0 0 0,0 0 1,1-1-1,-1 1 1,0-1-1,0 1 1,0-1-1,1 1 1,-1-1-1,0 0 1,1 0-1,-1 1 1,0-1-1,1 0 1,-1 0-1,0 0 0,1-1 1,-1 1-1,0 0 1,1 0-1,-1-1 1,0 1-1,0-1 1,1 1-1,-1-1 1,0 1-1,0-1 1,0 0-1,0 0 1,0 1-1,0-1 0,0 0 1,0 0-1,0 0 1,0 0-1,0 0 1,-1 0-1,1-1 1,0 1-1,-1 0 1,1 0-1,-1 0 1,1-1-1,-1 1 1,0 0-1,1-2 0,1-9 320,-1 1 1,0-1-1,-1 1 0,-2-21 0,2 15-501,-2-3 278,-1 0-1,-8-30 1,8 36-393,-1 0 1,2 0-1,-1-1 1,2 1-1,0-1 1,2-27-1,4 27-4287</inkml:trace>
</inkml:ink>
</file>

<file path=ppt/ink/ink2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7:06.763"/>
    </inkml:context>
    <inkml:brush xml:id="br0">
      <inkml:brushProperty name="width" value="0.025" units="cm"/>
      <inkml:brushProperty name="height" value="0.025" units="cm"/>
    </inkml:brush>
  </inkml:definitions>
  <inkml:trace contextRef="#ctx0" brushRef="#br0">122 0 5445,'0'0'2007,"-6"11"-1286,-11 26-327,2 1-1,2 1 1,-15 66 0,-10 111 1613,37-228 1716,-3-42-2924,27-254-426,-23 308-369,0 1-1,0-1 0,0 0 1,1 0-1,-1 0 0,0 1 0,0-1 1,0 0-1,0 0 0,0 0 1,0 1-1,1-1 0,-1 0 0,0 0 1,0 0-1,0 0 0,0 0 1,1 1-1,-1-1 0,0 0 0,0 0 1,1 0-1,-1 0 0,0 0 1,0 0-1,0 0 0,1 0 1,-1 0-1,0 0 0,0 0 0,1 0 1,-1 0-1,0 0 0,0 0 1,1 0-1,-1 0 0,0 0 0,0 0 1,0 0-1,1 0 0,-1 0 1,0 0-1,0-1 0,0 1 0,1 0 1,-1 0-1,0 0 0,0 0 1,0 0-1,0-1 0,1 1 0,-1 0 1,0 0-1,0 0 0,0-1 1,0 1-1,0 0 0,0 0 0,1-1 1,8 20-122,7 15 124,1-1-1,38 56 1,-43-73 26,1 1 1,0-2 0,1 1 0,1-2-1,0 0 1,29 19 0,-42-32-21,-1 0 0,1 0 0,-1 0 1,1 0-1,-1 0 0,1 0 0,0-1 0,-1 1 0,1-1 0,0 1 0,0-1 1,0 0-1,-1 1 0,1-1 0,0 0 0,0 0 0,0 0 0,2-1 0,-3 0 19,0 1-1,1-1 0,-1 0 1,0 1-1,0-1 0,0 0 0,0 0 1,0 0-1,-1 0 0,1 0 1,0 0-1,0 0 0,-1 0 0,1 0 1,0 0-1,-1-1 0,1 1 1,-1 0-1,1-3 0,1-7 165,0 0-1,-1 0 0,-1-1 1,-1-20-1,1 13-288,-2-24 141,-13-69 1,3 20-138,19 134-9765,3-24 5371</inkml:trace>
</inkml:ink>
</file>

<file path=ppt/ink/ink2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7:07.122"/>
    </inkml:context>
    <inkml:brush xml:id="br0">
      <inkml:brushProperty name="width" value="0.025" units="cm"/>
      <inkml:brushProperty name="height" value="0.025" units="cm"/>
    </inkml:brush>
  </inkml:definitions>
  <inkml:trace contextRef="#ctx0" brushRef="#br0">4 30 6887,'0'0'4212,"-1"8"-3887,0-4-297,0 0-1,1-1 1,-1 1 0,1 0-1,0-1 1,0 1-1,1 0 1,-1-1 0,1 1-1,0 0 1,0-1-1,0 1 1,0-1 0,1 1-1,-1-1 1,1 0 0,0 1-1,0-1 1,0 0-1,0 0 1,1-1 0,-1 1-1,1 0 1,0-1-1,0 1 1,0-1 0,0 0-1,4 3 1,-1-2 2,-1 0 1,1 0-1,0 0 1,0 0-1,0-1 1,0 0-1,0 0 1,0-1-1,0 1 0,1-2 1,-1 1-1,1-1 1,-1 1-1,0-2 1,1 1-1,6-2 1,-12 1-29,0 1 0,0-1-1,0 0 1,0 0 0,0 0 0,0 0 0,0 0 0,0 0 0,0 0 0,0 0 0,0 0 0,-1 0-1,1 0 1,0-1 0,-1 1 0,1 0 0,-1-1 0,1 1 0,-1 0 0,0-1 0,0 1 0,1 0-1,-1-1 1,0 1 0,0 0 0,0-1 0,-1 1 0,1-1 0,0 1 0,0 0 0,-1-1 0,0 0-1,0-2 3,0 0-1,0 0 1,0 1 0,-1-1-1,1 1 1,-1 0-1,0-1 1,0 1-1,0 0 1,-4-4-1,-61-43 256,61 47-276,0-1-1,0 1 1,-1 0 0,1 1-1,-1 0 1,1 0 0,-1 0-1,0 1 1,-12-2 0,19 3-158,-1 1 1,1-1-1,0 0 1,0 0-1,-1 0 1,1 0-1,0 1 1,0-1-1,0 0 1,-1 0-1,1 1 1,0-1-1,0 0 1,0 0-1,0 1 1,0-1-1,0 0 1,-1 1-1,1-1 1,0 0-1,0 0 1,0 1 0,0-1-1,0 0 1,0 1-1,0-1 1,0 0-1,0 0 1,0 1-1,0-1 1,1 0-1,-1 1 1,0-1-1,0 0 1,0 0-1,0 1 1,1-1-1,3 3-5003</inkml:trace>
</inkml:ink>
</file>

<file path=ppt/ink/ink2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7:07.418"/>
    </inkml:context>
    <inkml:brush xml:id="br0">
      <inkml:brushProperty name="width" value="0.025" units="cm"/>
      <inkml:brushProperty name="height" value="0.025" units="cm"/>
    </inkml:brush>
  </inkml:definitions>
  <inkml:trace contextRef="#ctx0" brushRef="#br0">0 0 10314,'0'0'1019,"9"3"-698,4 2 86,-1 0 0,0 1 0,0 1 0,17 11 0,-25-15-370,0-1 1,0 1 0,-1 0-1,1 1 1,-1-1-1,1 1 1,-1-1-1,0 1 1,0 0 0,-1 0-1,1 0 1,-1 0-1,0 1 1,0-1-1,0 1 1,-1-1 0,0 1-1,1 0 1,-1 5-1,-1-10-28,-1 1 0,1 0 1,-1-1-1,1 1 0,-1 0 0,0-1 0,1 1 0,-1-1 0,0 1 0,1-1 0,-1 1 0,0-1 0,0 1 0,1-1 0,-1 0 1,0 1-1,0-1 0,0 0 0,0 0 0,1 0 0,-1 0 0,0 0 0,0 0 0,0 0 0,0 0 0,0 0 0,1 0 0,-1 0 1,0 0-1,0 0 0,0-1 0,0 1 0,1 0 0,-2-1 0,-31-9 282,30 7-275,0 1-1,0 0 1,1-1-1,-1 1 1,1-1 0,-1 0-1,1 0 1,0 0-1,0 0 1,0 0 0,0 0-1,1 0 1,0-1-1,-1 1 1,1-1 0,0 1-1,0-1 1,1 1-1,-1-1 1,1-6 0,0 8-51,0-1 0,1 1 0,-1 0 1,1 0-1,-1 0 0,1 0 0,0-1 1,0 1-1,0 0 0,0 0 0,0 1 1,0-1-1,1 0 0,-1 0 0,1 0 0,-1 1 1,1-1-1,-1 1 0,1-1 0,0 1 1,0 0-1,0 0 0,0 0 0,0 0 1,0 0-1,0 0 0,0 0 0,0 1 1,1-1-1,-1 1 0,0-1 0,0 1 1,5 0-1,59-1-7007,-46 1 1843</inkml:trace>
</inkml:ink>
</file>

<file path=ppt/ink/ink2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7:08.059"/>
    </inkml:context>
    <inkml:brush xml:id="br0">
      <inkml:brushProperty name="width" value="0.025" units="cm"/>
      <inkml:brushProperty name="height" value="0.025" units="cm"/>
    </inkml:brush>
  </inkml:definitions>
  <inkml:trace contextRef="#ctx0" brushRef="#br0">1 0 6022,'0'0'5594,"8"6"-5215,37 34-187,-42-37-177,0 0 1,0 1-1,0 0 0,-1-1 1,0 1-1,0 0 0,0 0 1,0 0-1,-1 1 0,1-1 1,-1 0-1,0 1 0,0-1 1,0 7-1,-1-11 156,-10-39 875,8 32-1025,1 2 125,0 0-1,0 1 0,1-1 0,-1 0 1,1 0-1,0 0 0,0 1 0,1-1 0,0-6 1,0 11-146,0 0 1,-1-1 0,1 1 0,0 0 0,0 0 0,-1-1-1,1 1 1,0 0 0,0 0 0,-1 0 0,1 0-1,0 0 1,0 0 0,-1 0 0,1 0 0,0 0-1,0 1 1,-1-1 0,1 0 0,0 0 0,0 1 0,-1-1-1,1 1 1,0-1 0,-1 0 0,2 2 0,21 13-12,-21-13 10,17 11 0,-9-7-1,0 0 1,-1 1-1,0 1 1,0-1-1,12 15 1,-29-23 52,7 1-44,0 0 0,0 1 1,0-1-1,0 0 0,0 0 1,0 0-1,0 0 0,0-1 1,0 1-1,0 0 0,0 0 1,1 0-1,-1-1 0,0 1 1,0-1-1,0 1 0,0 0 1,0-1-1,1 0 0,-1 1 1,0-1-1,0 1 0,1-1 1,-1 0-1,0 1 0,1-1 1,-2-2-1,2 2 28,-1-1 0,0 0 0,1 1 0,-1-1 0,1 0 0,0 0 0,-1 0 0,1 1 0,0-1 0,0 0 0,0 0-1,0 0 1,1 1 0,-1-1 0,0 0 0,1 0 0,-1 1 0,1-1 0,0 0 0,-1 0 0,1 1 0,0-1 0,1-1 0,1 0-1,0 0 1,0 0-1,0 0 0,0 0 1,1 0-1,-1 1 0,1 0 1,-1-1-1,1 1 0,4-1 1,-2 0-33,-1 1 1,0 0 0,1 0-1,0 1 1,-1 0 0,1 0 0,0 0-1,0 0 1,-1 1 0,1 0-1,0 0 1,0 1 0,0 0-1,-1 0 1,10 2 0,-12 0 4,1-1 1,-1 1-1,0-1 1,0 1-1,0 0 1,0 0-1,-1 1 0,1-1 1,-1 0-1,0 1 1,1 0-1,-2-1 1,1 1-1,0 0 1,-1 0-1,0 0 1,2 7-1,1 33-1685,-6-5-4941,-3-26 817</inkml:trace>
</inkml:ink>
</file>

<file path=ppt/ink/ink2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7:08.738"/>
    </inkml:context>
    <inkml:brush xml:id="br0">
      <inkml:brushProperty name="width" value="0.025" units="cm"/>
      <inkml:brushProperty name="height" value="0.025" units="cm"/>
    </inkml:brush>
  </inkml:definitions>
  <inkml:trace contextRef="#ctx0" brushRef="#br0">182 357 7911,'0'0'3081,"0"-8"-1672,0 6-1303,0 0 0,0 0-1,0 0 1,0-1 0,0 1 0,-1 0-1,1 0 1,-1 0 0,1 0 0,-1 0-1,0 0 1,0 0 0,0 0 0,0 0-1,0 0 1,0 0 0,-2-2-1,0 2-5,0 1 0,1-1 0,-1 1 0,0 0 0,0 0-1,0 0 1,0 0 0,0 0 0,0 0 0,-1 1-1,1-1 1,0 1 0,0 0 0,-5 1 0,1-1-71,1 0 0,-1 0 0,1 1 0,-1 0 0,1 0 0,0 1 0,0 0 0,-1 0 0,1 0 0,0 1 0,-7 4 0,10-5-25,0 0 0,1 1 0,-1-1 0,0 1 1,1 0-1,0-1 0,-1 1 0,1 0 0,0 0 0,0 1 0,1-1 0,-1 0 0,1 1 0,0-1 0,-1 0 0,2 1 0,-1 0 0,0-1 0,1 1 0,-1-1 0,1 7 0,0-9-5,0 1 0,0-1-1,0 1 1,0-1 0,0 0-1,1 1 1,-1-1 0,0 0-1,1 1 1,-1-1 0,1 0 0,-1 1-1,1-1 1,0 0 0,-1 0-1,1 0 1,0 1 0,0-1-1,0 0 1,0 0 0,0 0-1,0 0 1,0-1 0,0 1-1,2 1 1,-1-1 0,1 0 0,0-1 0,-1 1 0,1-1 0,0 1 0,-1-1 0,1 0 0,0 0 0,0 0 0,-1 0 0,1-1 0,3 0 0,2-1 30,1 0-1,-1-1 1,1 0-1,-1 0 1,0-1 0,-1 0-1,10-6 1,20-22 23,-35 30-6,0 0 0,0-1 0,0 1 0,0 0 0,0-1 0,-1 1 0,1-1 0,-1 0 0,0 1 0,0-1 0,0 0 0,0 0 0,0 0 0,0-4 0,-2 23-226,0-14 178,1 0 0,-1 0-1,1 0 1,0 0 0,0 0 0,0 0 0,0 0-1,0 0 1,0 0 0,0 0 0,1 0-1,-1 0 1,1 0 0,0 0 0,-1 0 0,1 0-1,0 0 1,0-1 0,2 3 0,4 7 13,2-1 0,-1 0 0,1 0 0,20 15 0,-26-23-24,0 1-1,0-1 1,1 1-1,0-1 1,-1 0-1,1-1 1,0 1 0,0-1-1,-1 1 1,1-1-1,0 0 1,0-1-1,1 1 1,-1-1-1,0 1 1,0-1 0,0-1-1,0 1 1,8-2-1,-9 0 24,0 1 0,1-2 0,-1 1 0,0 0 0,-1-1 0,1 1 0,0-1 0,-1 0 1,1 1-1,-1-1 0,0-1 0,0 1 0,0 0 0,0 0 0,-1-1 0,1 1 0,1-8 0,2-4 3,-1 0-1,4-30 1,-4 18-41,-2 0 1,-1-1-1,-2 1 0,0-1 0,-2 1 0,-1 0 1,-1 0-1,-1 0 0,-16-42 0,10 51 673,6 30-392,5 41-276,1-44 24,1 13 123,0 0 0,2 0-1,0 0 1,1 0 0,2-1 0,0 0 0,15 34 0,-14-40-96,1 0 0,0 0 1,1-1-1,0-1 0,1 1 1,1-2-1,0 1 0,1-1 1,0-1-1,26 19 0,-6-15-1725,-2-9-2734</inkml:trace>
</inkml:ink>
</file>

<file path=ppt/ink/ink2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47:09.639"/>
    </inkml:context>
    <inkml:brush xml:id="br0">
      <inkml:brushProperty name="width" value="0.025" units="cm"/>
      <inkml:brushProperty name="height" value="0.025" units="cm"/>
    </inkml:brush>
  </inkml:definitions>
  <inkml:trace contextRef="#ctx0" brushRef="#br0">160 4 9705,'0'-4'1598,"-6"10"-571,-14 24-175,-24 47-400,27-42-279,-56 122 343,100-226 2782,51-96-3233,-77 164-53,-1 0 1,1 0-1,-1 0 0,1 0 0,-1 0 0,1 0 1,0 0-1,0 1 0,-1-1 0,1 0 0,0 0 1,0 1-1,0-1 0,0 0 0,0 1 1,0-1-1,0 1 0,2-1 0,-3 1-10,1 0 0,0 0-1,-1 0 1,1 0 0,0 0 0,-1 1-1,1-1 1,0 0 0,-1 0-1,1 1 1,0-1 0,-1 0 0,1 1-1,-1-1 1,1 1 0,-1-1 0,1 1-1,-1-1 1,1 1 0,-1-1-1,1 1 1,0 0 0,19 47-76,-13-29 159,2 0 61,0 0 0,19 27 0,-25-41-448,1 0-1,-1 0 1,1-1-1,0 1 1,1-1-1,-1 0 1,1-1-1,0 1 0,0-1 1,0 0-1,0 0 1,0 0-1,1-1 1,7 3-1,27 0-8409</inkml:trace>
</inkml:ink>
</file>

<file path=ppt/ink/ink2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4:22.320"/>
    </inkml:context>
    <inkml:brush xml:id="br0">
      <inkml:brushProperty name="width" value="0.025" units="cm"/>
      <inkml:brushProperty name="height" value="0.025" units="cm"/>
    </inkml:brush>
  </inkml:definitions>
  <inkml:trace contextRef="#ctx0" brushRef="#br0">1 0 2050,'0'0'961</inkml:trace>
</inkml:ink>
</file>

<file path=ppt/ink/ink2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4:23.318"/>
    </inkml:context>
    <inkml:brush xml:id="br0">
      <inkml:brushProperty name="width" value="0.025" units="cm"/>
      <inkml:brushProperty name="height" value="0.025" units="cm"/>
    </inkml:brush>
  </inkml:definitions>
  <inkml:trace contextRef="#ctx0" brushRef="#br0">0 240 7079,'7'-47'-64,"-3"0"32,0 2-32,-4 7-289,0 5-896,-8 3-1345</inkml:trace>
</inkml:ink>
</file>

<file path=ppt/ink/ink2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21.753"/>
    </inkml:context>
    <inkml:brush xml:id="br0">
      <inkml:brushProperty name="width" value="0.025" units="cm"/>
      <inkml:brushProperty name="height" value="0.025" units="cm"/>
    </inkml:brush>
  </inkml:definitions>
  <inkml:trace contextRef="#ctx0" brushRef="#br0">49 0 737,'0'0'6021,"0"4"-5599,-2 58 3082,-13 41-2370,1-3-871,-4 585 1824,25-584-2012,25 123 0,-15-127-14,6 139 0,-45 275 535,0-56 645,34 92-438,1-64-293,-27-257 459,1-9-1559,12-219-2469,-5-12-2434</inkml:trace>
</inkml:ink>
</file>

<file path=ppt/ink/ink2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23.282"/>
    </inkml:context>
    <inkml:brush xml:id="br0">
      <inkml:brushProperty name="width" value="0.025" units="cm"/>
      <inkml:brushProperty name="height" value="0.025" units="cm"/>
    </inkml:brush>
  </inkml:definitions>
  <inkml:trace contextRef="#ctx0" brushRef="#br0">0 49 5509,'22'4'587,"-1"-1"-1,1 0 0,0-2 1,0-1-1,31-3 1,3 1 229,153-1 1067,408 4-771,-292 9-955,441 21 204,130 1-176,2-32 290,-362-3-420,399-8 281,-53-2-266,171-7 821,-925 15-629,7 1 680,204-33 0,-325 35-727,-9 1-112,0 1-1,0-1 1,1 0 0,-1-1 0,0 1 0,8-4-1,-17-3-4260,-3-4-1165</inkml:trace>
</inkml:ink>
</file>

<file path=ppt/ink/ink2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24.726"/>
    </inkml:context>
    <inkml:brush xml:id="br0">
      <inkml:brushProperty name="width" value="0.025" units="cm"/>
      <inkml:brushProperty name="height" value="0.025" units="cm"/>
    </inkml:brush>
  </inkml:definitions>
  <inkml:trace contextRef="#ctx0" brushRef="#br0">42 0 1666,'0'0'7655,"0"18"-5685,19 149 1848,1-4-3099,-14-57-607,-5 1 1,-5-1-1,-28 177 0,20-220-413,-19 113 828,23-60-4410</inkml:trace>
</inkml:ink>
</file>

<file path=ppt/ink/ink2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37.904"/>
    </inkml:context>
    <inkml:brush xml:id="br0">
      <inkml:brushProperty name="width" value="0.025" units="cm"/>
      <inkml:brushProperty name="height" value="0.025" units="cm"/>
    </inkml:brush>
  </inkml:definitions>
  <inkml:trace contextRef="#ctx0" brushRef="#br0">87 54 4164,'0'0'5381,"-3"-8"-4634,3 8-743,-1-2 47,0-1 0,0 1 0,1-1-1,-1 1 1,1-1 0,-1 1 0,1-1-1,0 0 1,0 1 0,0-4 0,1 5-25,-1 0 1,1 0-1,0 0 1,-1 0-1,1 0 1,0 0-1,0 0 1,0 1-1,0-1 1,-1 0-1,1 1 0,0-1 1,0 0-1,1 1 1,-1-1-1,0 1 1,0-1-1,0 1 1,0 0-1,0 0 1,0-1-1,1 1 1,-1 0-1,0 0 1,0 0-1,0 0 1,0 0-1,1 0 1,-1 1-1,0-1 1,0 0-1,0 1 1,2 0-1,1 0-3,-1 0-1,0 1 1,0-1 0,0 1-1,0 0 1,0 0 0,0 0-1,-1 0 1,1 1 0,-1-1-1,1 1 1,-1-1-1,0 1 1,0 0 0,0 0-1,0 0 1,-1 0 0,1 0-1,-1 0 1,0 0 0,0 1-1,0-1 1,0 0-1,0 7 1,1-6-6,-1 0-1,-1 0 1,1 0-1,-1 1 1,1-1-1,-1 0 1,0 0-1,-1 1 1,1-1 0,-1 0-1,0 0 1,0 0-1,0 0 1,-1 0-1,1 0 1,-1 0-1,0 0 1,0 0-1,-5 6 1,4-7 74,-1 0 0,0-1 0,0 1 1,0-1-1,-1 1 0,1-1 0,0-1 0,-1 1 0,0-1 1,1 1-1,-1-1 0,0-1 0,1 1 0,-1-1 0,0 0 1,0 0-1,0 0 0,1 0 0,-1-1 0,0 0 0,0 0 1,1 0-1,-5-2 0,6 2-74,1-1 0,-1 1 0,1 0 0,-1-1 0,1 1 0,0-1-1,0 0 1,0 0 0,0 0 0,0 0 0,0 0 0,1 0 0,-1 0 0,0-1 0,1 1 0,0 0 0,0-1 0,0 0 0,0 1 0,0-1 0,0 1 0,1-1 0,-1 0 0,1 0 0,-1 1-1,1-1 1,0 0 0,1 0 0,-1 1 0,0-1 0,1 0 0,-1 1 0,1-1 0,0 0 0,0 1 0,0-1 0,0 1 0,0-1 0,1 1 0,1-4 0,2-1-206,1 0-1,-1 1 1,1-1 0,0 1 0,0 0 0,14-9 0,12-9-4509</inkml:trace>
</inkml:ink>
</file>

<file path=ppt/ink/ink2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38.215"/>
    </inkml:context>
    <inkml:brush xml:id="br0">
      <inkml:brushProperty name="width" value="0.025" units="cm"/>
      <inkml:brushProperty name="height" value="0.025" units="cm"/>
    </inkml:brush>
  </inkml:definitions>
  <inkml:trace contextRef="#ctx0" brushRef="#br0">9 136 15759,'-2'-8'70,"0"1"1,0-1-1,1 0 0,0 1 0,0-1 1,1 0-1,0 0 0,1-8 1,0 13-43,0 0 0,0 0 1,0 0-1,1 0 0,-1 1 1,1-1-1,-1 1 1,1-1-1,0 1 0,0 0 1,0-1-1,0 1 0,1 0 1,-1 0-1,0 1 0,1-1 1,-1 0-1,1 1 0,0-1 1,-1 1-1,1 0 0,0 0 1,6-1-1,-3 0-22,0 1 1,0-1-1,0 1 0,0 1 0,0-1 0,0 1 1,0 0-1,0 0 0,0 1 0,0 0 0,0 0 1,0 0-1,0 1 0,0 0 0,0 0 0,-1 1 1,9 4-1,-11-5-6,1 0 1,-1 1-1,0 0 1,0-1-1,0 1 0,0 1 1,0-1-1,-1 0 1,1 0-1,-1 1 0,0 0 1,0-1-1,0 1 1,-1 0-1,0 0 0,1 0 1,-1 0-1,0 0 1,-1 0-1,1 0 0,-1 0 1,0 1-1,0-1 1,0 0-1,0 0 1,-2 6-1,1-7 4,0 0-1,0 0 1,-1 0-1,1 0 1,-1 0-1,0 0 1,1-1 0,-1 1-1,-1-1 1,1 1-1,0-1 1,0 0-1,-1 0 1,1 0 0,-1 0-1,0 0 1,0 0-1,0-1 1,-4 2-1,3-1-91,0 0 0,0-1 0,0 1 0,0-1 0,-1 0 0,1 0 0,0-1 0,0 0 0,-1 1 0,1-1 0,0 0 0,-1-1 0,1 1 0,-6-3 0,9 3-125,0-1 1,0 0-1,0 0 1,0 0-1,0 0 1,1 0-1,-1 0 1,0 0 0,1 0-1,-1 0 1,1 0-1,-1 0 1,1 0-1,-1-1 1,1 1-1,0 0 1,0 0-1,0 0 1,-1-1-1,1 1 1,0 0-1,1 0 1,-1-1 0,0 1-1,0 0 1,0 0-1,1 0 1,-1-1-1,1 0 1,9-31-6349</inkml:trace>
</inkml:ink>
</file>

<file path=ppt/ink/ink2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38.526"/>
    </inkml:context>
    <inkml:brush xml:id="br0">
      <inkml:brushProperty name="width" value="0.025" units="cm"/>
      <inkml:brushProperty name="height" value="0.025" units="cm"/>
    </inkml:brush>
  </inkml:definitions>
  <inkml:trace contextRef="#ctx0" brushRef="#br0">92 1 15471,'0'0'2044,"8"4"-2001,-1 0-26,-1 0-1,1 1 1,-1 0 0,11 10 0,-16-14-15,1 1 0,-1 0 0,1-1 0,-1 1 0,0 0 0,0 0 0,1-1 0,-1 1 0,-1 0 0,1 0 1,0 1-1,0-1 0,-1 0 0,1 0 0,-1 0 0,0 0 0,1 0 0,-1 1 0,0-1 0,0 0 0,0 0 0,-1 0 1,1 1-1,-1-1 0,1 0 0,-1 0 0,0 0 0,-1 3 0,0-3-3,0 0 1,0 0-1,-1 0 1,1 0-1,-1-1 0,1 1 1,-1-1-1,1 1 1,-1-1-1,0 0 1,0 0-1,0 0 0,1-1 1,-1 1-1,0-1 1,0 1-1,0-1 0,0 0 1,0 0-1,-4-1 1,1 1-3,0 0 1,0-1 0,0 1 0,0-2 0,0 1 0,0 0-1,0-1 1,-11-5 0,15 6-75,1 0 1,-1 1-1,0-1 1,1 0-1,-1 0 1,0-1-1,1 1 0,-1 0 1,1 0-1,0-1 1,-1 1-1,1-1 0,0 1 1,0-1-1,0 0 1,0 1-1,0-1 0,0 0 1,1 1-1,-1-1 1,1 0-1,-1 0 0,1 0 1,-1 0-1,1 0 1,0 0-1,0 0 1,0 0-1,0 1 0,1-3 1,0 1-387,1 0 1,0 1-1,-1-1 1,1 1 0,0-1-1,1 1 1,-1 0-1,0 0 1,1 0-1,-1 0 1,1 1 0,-1-1-1,1 0 1,0 1-1,0 0 1,-1 0-1,6-2 1,28-7-6446</inkml:trace>
</inkml:ink>
</file>

<file path=ppt/ink/ink2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38.825"/>
    </inkml:context>
    <inkml:brush xml:id="br0">
      <inkml:brushProperty name="width" value="0.025" units="cm"/>
      <inkml:brushProperty name="height" value="0.025" units="cm"/>
    </inkml:brush>
  </inkml:definitions>
  <inkml:trace contextRef="#ctx0" brushRef="#br0">110 62 17296,'0'0'337,"-1"-8"479,-4-25-303,5 32-508,0 0 0,1 0 0,-1 0 0,0 0 0,0 0-1,1 0 1,-1 1 0,0-1 0,1 0 0,-1 0 0,1 0 0,-1 0 0,1 1 0,0-1 0,-1 0 0,1 0-1,0 1 1,-1-1 0,1 1 0,0-1 0,0 1 0,0-1 0,-1 1 0,1-1 0,0 1 0,0-1 0,0 1 0,0 0-1,0 0 1,0 0 0,0-1 0,0 1 0,0 0 0,0 0 0,0 0 0,0 0 0,0 1 0,0-1 0,0 0-1,-1 0 1,1 0 0,0 1 0,0-1 0,1 1 0,1 0-2,1 0-1,-1 0 1,0 0 0,0 0 0,1 0-1,-1 1 1,0-1 0,0 1-1,-1 0 1,6 4 0,-6-3 0,1 1-1,-1 0 1,0-1 0,0 1 0,0 0-1,0 0 1,-1 0 0,1 0-1,-1 0 1,0 0 0,-1 1 0,1-1-1,-1 0 1,1 0 0,-1 1 0,-1-1-1,1 0 1,-1 1 0,1-1 0,-1 0-1,0 0 1,-1 0 0,1 0 0,-1 0-1,0 0 1,1 0 0,-2 0 0,1-1-1,0 1 1,-6 5 0,3-3-101,-1-1 1,0 0 0,1 0-1,-2-1 1,1 0 0,0 0 0,-1 0-1,0-1 1,0 0 0,0 0-1,0-1 1,-1 0 0,1 0-1,0 0 1,-1-1 0,-13 0-1,19-1-70,0 0 0,1 0 0,-1 0 0,0 0 0,1-1-1,-1 1 1,0-1 0,1 1 0,-1-1 0,0 1 0,1-1-1,-1 0 1,1 0 0,-1 0 0,1 0 0,-1 0 0,1 0 0,0 0-1,0-1 1,-1 1 0,1 0 0,0-1 0,0 1 0,0-1-1,1 1 1,-1-1 0,0 1 0,0-1 0,1 0 0,-1 1-1,1-1 1,0 0 0,-1 1 0,1-1 0,0 0 0,0 0-1,0-2 1,-1-33-3558</inkml:trace>
</inkml:ink>
</file>

<file path=ppt/ink/ink2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39.139"/>
    </inkml:context>
    <inkml:brush xml:id="br0">
      <inkml:brushProperty name="width" value="0.025" units="cm"/>
      <inkml:brushProperty name="height" value="0.025" units="cm"/>
    </inkml:brush>
  </inkml:definitions>
  <inkml:trace contextRef="#ctx0" brushRef="#br0">125 70 14670,'3'-9'123,"11"-29"-6,-13 37-109,-1 0-1,0 0 0,1-1 1,-1 1-1,0 0 1,1 0-1,-1 0 0,1 0 1,0 0-1,-1 0 1,1 0-1,0 0 1,-1 0-1,1 1 0,0-1 1,0 0-1,0 0 1,0 1-1,0-1 0,0 0 1,0 1-1,0-1 1,0 1-1,0 0 1,0-1-1,0 1 0,0 0 1,1-1-1,-1 1 1,0 0-1,0 0 0,0 0 1,0 0-1,0 0 1,1 0-1,-1 1 1,0-1-1,0 0 0,0 0 1,0 1-1,0-1 1,2 1-1,-1 1-2,0 0-1,0-1 1,0 1 0,0 0 0,0 0-1,0 0 1,0 0 0,-1 1 0,1-1-1,-1 0 1,0 1 0,1-1-1,-1 1 1,1 4 0,-1 0-2,0 0 1,-1 0-1,1 0 1,-1 0-1,-1 0 1,0 0-1,0 0 1,0 0-1,-1-1 1,0 1-1,0 0 0,0-1 1,-1 1-1,0-1 1,0 0-1,-1 0 1,0 0-1,0-1 1,0 1-1,-7 5 1,7-7-5,0 1 1,-1-2 0,1 1-1,-1 0 1,0-1 0,0 0-1,0 0 1,0 0 0,-1-1-1,1 0 1,-1 0-1,0 0 1,0-1 0,1 1-1,-1-1 1,0-1 0,0 1-1,0-1 1,0 0 0,0-1-1,0 1 1,0-1 0,0 0-1,-7-3 1,12 4-17,-1-1 0,1 0-1,0 1 1,0-1 0,0 0 0,0 0 0,0 0 0,0 0-1,0 0 1,0 0 0,0 0 0,0 0 0,0 0 0,0 0-1,1 0 1,-1 0 0,1-1 0,-1 1 0,1 0 0,-1-1-1,1 1 1,0 0 0,-1-3 0,2-35-2710,9 0-1458</inkml:trace>
</inkml:ink>
</file>

<file path=ppt/ink/ink2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39.452"/>
    </inkml:context>
    <inkml:brush xml:id="br0">
      <inkml:brushProperty name="width" value="0.025" units="cm"/>
      <inkml:brushProperty name="height" value="0.025" units="cm"/>
    </inkml:brush>
  </inkml:definitions>
  <inkml:trace contextRef="#ctx0" brushRef="#br0">32 8 17873,'0'0'267,"9"-3"-214,-6 2-51,1 0-1,0 0 0,0 0 1,-1 1-1,1-1 0,0 1 1,0 0-1,-1 0 0,1 0 1,5 2-1,-7-2-1,-1 1-1,1 0 0,0 0 1,0 0-1,-1 0 1,1 1-1,0-1 1,-1 0-1,1 1 1,-1-1-1,0 1 1,0-1-1,1 1 1,-1 0-1,0-1 1,0 1-1,0 0 1,-1 0-1,1 0 0,0 0 1,-1 0-1,1 0 1,-1 0-1,0 0 1,0 0-1,1 0 1,-2 3-1,2 2-3,-1 0 0,1-1-1,-2 1 1,1 0 0,-1 0 0,0 0-1,-1 0 1,0 0 0,0-1 0,0 1-1,-6 10 1,7-14-19,-1 0 0,0 0 0,0 0 0,0-1 0,-1 1 0,1-1 0,-1 1-1,1-1 1,-1 0 0,0 0 0,0 0 0,0 0 0,0-1 0,0 1 0,0-1 0,0 0 0,0 0 0,-1 0 0,1 0-1,0 0 1,-1-1 0,1 0 0,-1 1 0,1-1 0,-6-1 0,8 1-43,0 0 1,0-1-1,0 1 1,0 0-1,0-1 1,0 1-1,0-1 1,1 1-1,-1-1 0,0 0 1,0 1-1,0-1 1,1 0-1,-1 1 1,0-1-1,0 0 1,1 0-1,-1 0 1,1 0-1,-1 1 0,1-1 1,-1 0-1,1 0 1,0 0-1,-1 0 1,1 0-1,0 0 1,0 0-1,0 0 1,0 0-1,0 0 0,0-1 1,0 1-1,0 0 1,0-1-1,1-3-585,-1-1 0,1 1-1,0 0 1,0 0 0,1 1 0,3-9-1,16-21-3597</inkml:trace>
</inkml:ink>
</file>

<file path=ppt/ink/ink2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39.765"/>
    </inkml:context>
    <inkml:brush xml:id="br0">
      <inkml:brushProperty name="width" value="0.025" units="cm"/>
      <inkml:brushProperty name="height" value="0.025" units="cm"/>
    </inkml:brush>
  </inkml:definitions>
  <inkml:trace contextRef="#ctx0" brushRef="#br0">125 19 18193,'0'0'1831,"8"-5"-1719,-5 3-111,0 0 0,0 1 0,0-1 0,0 1 0,0 0 0,0 0 1,0 0-1,0 0 0,1 1 0,-1-1 0,0 1 0,0 0 0,1 0 0,-1 0 0,0 0 0,1 1 0,-1-1 0,0 1 0,0 0 0,0 0 0,0 0 0,0 0 0,0 1 0,0-1 0,0 1 0,0-1 0,0 1 0,-1 0 0,1 0 0,-1 1 0,0-1 0,1 0 0,-1 1 0,0-1 0,0 1 0,0 0 0,-1 0 0,1 0 0,-1 0 0,0 0 0,2 3 0,-2-4-4,0 1 0,0 0 1,0-1-1,0 1 0,0-1 0,0 1 0,-1 0 0,1 0 1,-1-1-1,0 1 0,0 0 0,0 0 0,0 0 0,0-1 1,-1 1-1,1 0 0,-1 0 0,0-1 0,1 1 0,-1 0 1,-1-1-1,0 4 0,-1-3-8,0 0 1,0 0 0,0 0-1,0 0 1,0-1-1,0 0 1,-1 1-1,1-1 1,-1 0-1,0 0 1,1-1-1,-1 1 1,-7 1-1,-1 0-254,-1-1 0,1 0-1,-1-1 1,0 0 0,0 0-1,0-2 1,0 0 0,-24-4-1,34 4 51,0 0 0,0 0 0,0 0 0,1 0 0,-1-1 0,0 1-1,1-1 1,-1 1 0,1-1 0,-1 0 0,1 0 0,0 0 0,0-1 0,0 1 0,0 0-1,0-1 1,1 1 0,-1-1 0,1 1 0,-1-1 0,1 0 0,0 0 0,0 0-1,0 0 1,1 0 0,-2-4 0,1-26-6175</inkml:trace>
</inkml:ink>
</file>

<file path=ppt/ink/ink2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40.159"/>
    </inkml:context>
    <inkml:brush xml:id="br0">
      <inkml:brushProperty name="width" value="0.025" units="cm"/>
      <inkml:brushProperty name="height" value="0.025" units="cm"/>
    </inkml:brush>
  </inkml:definitions>
  <inkml:trace contextRef="#ctx0" brushRef="#br0">173 48 7719,'0'0'4239,"-3"-7"-2654,-1 0-1293,2 5-182,1 0-1,-1 0 1,1-1 0,0 1-1,0-1 1,0 1-1,0-1 1,1 1 0,-1-1-1,1 1 1,-1-6-1,16 21 249,-12-7-345,0 1 0,0 0 0,0 0 0,-1 0 0,0 0 0,0 0 0,-1 0 0,0 0 0,0 1 0,0-1 0,-1 0 0,-1 13 0,0-17-12,1 0-1,-1 1 0,0-1 1,0 0-1,0 0 1,0 1-1,-1-1 1,1 0-1,-1 0 0,0-1 1,0 1-1,0 0 1,0-1-1,0 1 0,0-1 1,-1 1-1,1-1 1,-1 0-1,0 0 0,0 0 1,0 0-1,1-1 1,-2 1-1,1-1 0,0 0 1,0 0-1,0 0 1,-1 0-1,-3 0 1,0 0 14,-1 0 1,1 0-1,-1-1 1,1 0 0,-13-1-1,17 0-197,0 0 0,0 1-1,0-1 1,0 0 0,0-1-1,0 1 1,1-1 0,-1 1-1,0-1 1,1 0 0,0 0 0,-1 0-1,1 0 1,0 0 0,0 0-1,-3-5 1,-12-19-5487</inkml:trace>
</inkml:ink>
</file>

<file path=ppt/ink/ink2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40.490"/>
    </inkml:context>
    <inkml:brush xml:id="br0">
      <inkml:brushProperty name="width" value="0.025" units="cm"/>
      <inkml:brushProperty name="height" value="0.025" units="cm"/>
    </inkml:brush>
  </inkml:definitions>
  <inkml:trace contextRef="#ctx0" brushRef="#br0">134 66 13325,'3'-10'213,"-1"6"-145,-1 0 0,1 0 0,0 0 0,0 0 0,0 0-1,1 0 1,-1 0 0,1 0 0,0 1 0,3-4 0,-4 6-48,-1 0 0,1 0-1,0 0 1,-1 0 0,1 0 0,0 1 0,0-1-1,0 0 1,0 1 0,0 0 0,-1-1 0,1 1-1,0 0 1,0 0 0,0 0 0,0 0 0,0 0-1,0 0 1,0 1 0,0-1 0,0 1 0,0-1-1,-1 1 1,1 0 0,0 0 0,0 0 0,-1 0-1,1 0 1,-1 0 0,1 0 0,-1 0 0,1 1-1,1 1 1,1 0-16,0 1 0,0-1 0,-1 1-1,1 0 1,-1 0 0,0 0 0,0 0 0,0 1-1,-1-1 1,1 1 0,-1 0 0,0 0 0,0 0-1,-1 0 1,0 0 0,0 0 0,0 0 0,0 0-1,-1 1 1,0-1 0,0 0 0,0 0-1,0 1 1,-1-1 0,0 0 0,0 0 0,-4 8-1,2-5 4,0-1-1,0 0 0,-1 0 0,-1 0 1,1 0-1,-1-1 0,0 0 1,0 0-1,-1 0 0,0 0 0,0-1 1,0 0-1,0 0 0,-1-1 0,0 0 1,0 0-1,-12 5 0,5-5 7,0 0 0,-1-1 0,0 0 0,-26 0 0,37-2-11,0-1 1,1-1-1,-1 1 1,1 0-1,-1-1 0,1 0 1,-1 0-1,1 0 0,-1 0 1,1 0-1,-5-3 1,7 3-4,0 0 1,0 0-1,0 0 1,0 0-1,0 0 1,0 0-1,0-1 1,0 1 0,1 0-1,-1 0 1,1-1-1,-1 1 1,1 0-1,-1-1 1,1 1-1,0-1 1,-1 1 0,1 0-1,0-1 1,0 1-1,0-1 1,0 1-1,1 0 1,-1-1-1,0 1 1,0-1-1,1 1 1,-1 0 0,2-3-1,1-2-281,0 0 0,1 0 0,0 0 0,0 0 0,0 0 0,1 1 0,0 0 0,0 0 0,1 0 0,-1 0 0,10-5 0,44-32-3904</inkml:trace>
</inkml:ink>
</file>

<file path=ppt/ink/ink2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40.766"/>
    </inkml:context>
    <inkml:brush xml:id="br0">
      <inkml:brushProperty name="width" value="0.025" units="cm"/>
      <inkml:brushProperty name="height" value="0.025" units="cm"/>
    </inkml:brush>
  </inkml:definitions>
  <inkml:trace contextRef="#ctx0" brushRef="#br0">69 64 18129,'2'-8'134,"-1"7"-161,12-35 654,-13 35-610,1 0 0,-1 0 1,0 0-1,1 0 1,-1 0-1,1 0 0,-1 0 1,1 0-1,-1 1 1,1-1-1,0 0 0,-1 0 1,1 1-1,0-1 1,0 0-1,0 1 0,-1-1 1,1 1-1,0-1 1,0 1-1,0-1 0,0 1 1,0 0-1,0-1 1,0 1-1,0 0 0,0 0 1,0 0-1,0-1 1,0 1-1,0 0 0,0 1 1,0-1-1,0 0 0,0 0 1,0 0-1,0 1 1,0-1-1,0 0 0,2 2 1,-2-1-15,1 1 0,-1 0 0,1 0 0,-1 0 0,0 0 0,0 0 0,0 0 0,0 0 0,0 0 1,0 0-1,-1 0 0,1 1 0,0-1 0,-1 0 0,0 1 0,0-1 0,0 0 0,0 1 0,0-1 0,0 0 0,0 0 0,-2 4 0,1 0 0,0 0-1,0 0 1,-1-1-1,0 1 1,0 0 0,0-1-1,-6 10 1,4-9-11,0 0 0,-1 0 1,0 0-1,0-1 0,0 0 1,-1 0-1,0 0 0,0 0 1,0-1-1,0 0 0,-1-1 1,1 1-1,-1-1 0,0 0 0,-13 3 1,19-6-25,1 0-1,0 0 1,0 0 0,-1 0 0,1 0-1,0 0 1,0 1 0,-1-1 0,1 0-1,0 0 1,0 0 0,-1 0 0,1-1-1,0 1 1,0 0 0,0 0 0,-1 0-1,1 0 1,0 0 0,0 0 0,-1 0-1,1 0 1,0 0 0,0 0 0,0-1-1,-1 1 1,1 0 0,0 0 0,0 0-1,0 0 1,0-1 0,-1 1 0,1 0-1,0 0 1,0 0 0,0-1 0,0 1 0,0 0-1,0 0 1,0-1 0,0 1 0,0 0-1,0 0 1,-1-1 0,1 1 0,0 0-1,1-1 1,6-13-1396,16-14-1895,12 0-2363</inkml:trace>
</inkml:ink>
</file>

<file path=ppt/ink/ink2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41.123"/>
    </inkml:context>
    <inkml:brush xml:id="br0">
      <inkml:brushProperty name="width" value="0.025" units="cm"/>
      <inkml:brushProperty name="height" value="0.025" units="cm"/>
    </inkml:brush>
  </inkml:definitions>
  <inkml:trace contextRef="#ctx0" brushRef="#br0">16 170 18417,'-4'-14'-234,"2"5"231,-7-39 82,8 45-70,1 0 0,0 0 0,1 0 0,-1 1 1,0-1-1,1 0 0,0 0 0,-1 0 0,1 1 1,0-1-1,1 0 0,-1 1 0,0-1 0,1 1 1,-1-1-1,1 1 0,0 0 0,3-3 0,3-1-2,1 0 0,-1 1-1,1 1 1,1-1 0,-1 2 0,1-1-1,-1 1 1,1 0 0,0 1-1,0 1 1,0-1 0,17 1-1,-5 0 11,1 1 0,0 1 0,0 2-1,36 7 1,-50-8-8,0 1 0,0 0 0,-1 1 0,1-1-1,7 6 1,-13-7-8,0-1-1,-1 1 1,0 0 0,1 0-1,-1 0 1,0 0-1,0 0 1,0 0-1,0 1 1,0-1 0,0 1-1,-1-1 1,1 1-1,-1 0 1,0 0 0,0-1-1,0 1 1,1 5-1,-2-7-1,0 0 0,-1 1 0,1-1-1,-1 1 1,1-1 0,-1 0 0,1 1 0,-1-1-1,1 0 1,-1 0 0,0 0 0,0 1-1,0-1 1,0 0 0,0 0 0,0 0 0,0 0-1,0-1 1,0 1 0,0 0 0,-1 0-1,1-1 1,0 1 0,0 0 0,-1-1-1,1 1 1,0-1 0,-1 0 0,1 0 0,-1 1-1,1-1 1,0 0 0,-3 0 0,-59 4-80,54-4 43,-5 0-261,-1 0-1,1-1 1,-1 0-1,-22-6 1,31 5-14,0 0 0,1 0 1,-1 0-1,1-1 0,-1 0 1,1 0-1,0 0 0,0-1 1,0 1-1,1-1 1,0 0-1,-1-1 0,1 1 1,-4-7-1,-16-32-3808</inkml:trace>
</inkml:ink>
</file>

<file path=ppt/ink/ink2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41.420"/>
    </inkml:context>
    <inkml:brush xml:id="br0">
      <inkml:brushProperty name="width" value="0.025" units="cm"/>
      <inkml:brushProperty name="height" value="0.025" units="cm"/>
    </inkml:brush>
  </inkml:definitions>
  <inkml:trace contextRef="#ctx0" brushRef="#br0">1 0 16047,'0'0'331,"11"1"-315,-4 0-14,0 0-1,-1 1 0,1 0 1,-1 0-1,1 0 1,-1 1-1,0 0 0,1 0 1,-2 0-1,1 1 0,0 0 1,-1 0-1,1 1 1,-1-1-1,0 1 0,-1 0 1,1 1-1,-1-1 1,0 1-1,-1-1 0,1 1 1,2 7-1,9 38 4,-14-49-10,-1 0 0,1-1 0,-1 1-1,1 0 1,-1 0 0,0 0 0,0 0 0,0-1 0,0 1 0,0 0 0,0 0 0,-1 0 0,1 0 0,0 0 0,-1-1-1,0 1 1,1 0 0,-1 0 0,0-1 0,0 1 0,0-1 0,0 1 0,-2 2 0,20-29-3118,18-7-657,14-8-789</inkml:trace>
</inkml:ink>
</file>

<file path=ppt/ink/ink2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41.761"/>
    </inkml:context>
    <inkml:brush xml:id="br0">
      <inkml:brushProperty name="width" value="0.025" units="cm"/>
      <inkml:brushProperty name="height" value="0.025" units="cm"/>
    </inkml:brush>
  </inkml:definitions>
  <inkml:trace contextRef="#ctx0" brushRef="#br0">10 229 19571,'-1'-7'213,"-3"-26"81,4 32-283,-1 1 1,1-1-1,0 0 1,0 1-1,0-1 1,0 0-1,0 1 1,0-1 0,0 0-1,0 0 1,0 1-1,0-1 1,1 0-1,-1 1 1,0-1-1,0 1 1,0-1-1,1 0 1,-1 1-1,0-1 1,1 1 0,-1-1-1,1 0 1,-1 1-1,1-1 1,-1 1-1,1 0 1,-1-1-1,1 1 1,0-1-1,21 5 40,17 22-75,-32-18 30,-1 0 1,0 1-1,0-1 0,-1 1 0,0 0 1,5 13-1,-8-17-30,0-1 0,-1 1 1,1 0-1,-1 0 0,0 0 0,-1 0 1,1 0-1,-1 0 0,0 0 0,0 0 1,0 0-1,-1 0 0,1 0 0,-1-1 0,-2 6 1,2-8-10,0-1-1,1 0 1,-1 0 0,0 1 0,0-1 0,0 0-1,0 0 1,0 0 0,0 0 0,-1 0 0,1 0-1,0 0 1,0-1 0,-1 1 0,1 0 0,-1-1-1,1 1 1,0-1 0,-1 1 0,1-1 0,-1 0-1,1 0 1,-1 0 0,1 0 0,-1 0 0,1 0-1,-1 0 1,1 0 0,-1 0 0,1-1 0,-1 1-1,1 0 1,-1-1 0,-2-1 0,0 1-10,0-1 0,-1 0 0,1 0 0,0 0 0,0-1 1,0 1-1,0-1 0,1 0 0,-1 0 0,-3-5 0,4 4-113,0 0 0,0 0 0,0-1 0,1 0 0,-1 1 0,1-1-1,0 0 1,1 0 0,-1 0 0,1 0 0,0 0 0,1 0 0,-1 0 0,1-1 0,0 1 0,0 0-1,0 0 1,1 0 0,0-1 0,0 1 0,0 0 0,0 0 0,1 0 0,0 0 0,0 1-1,1-1 1,-1 0 0,1 1 0,0 0 0,0 0 0,0 0 0,8-7 0,4-4-341,0 1-1,1 1 1,0 0 0,1 1 0,1 1 0,0 1 0,21-9 0,56-18-1222,11 5-577</inkml:trace>
</inkml:ink>
</file>

<file path=ppt/ink/ink2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42.074"/>
    </inkml:context>
    <inkml:brush xml:id="br0">
      <inkml:brushProperty name="width" value="0.025" units="cm"/>
      <inkml:brushProperty name="height" value="0.025" units="cm"/>
    </inkml:brush>
  </inkml:definitions>
  <inkml:trace contextRef="#ctx0" brushRef="#br0">176 23 19923,'0'0'219,"8"-5"-54,-5 3-153,28-13 9,-30 15-21,1 0 0,-1 0 0,0 0 0,0 0 0,0 0 0,1 0 0,-1 0 0,0 1 0,0-1 0,0 1 0,0-1 0,0 1 0,1-1 0,-1 1 0,0-1 0,0 1 0,0 0 0,-1 0 0,1 0 0,0-1 0,0 1 0,0 0-1,-1 0 1,1 0 0,0 0 0,-1 0 0,1 0 0,-1 1 0,1-1 0,-1 0 0,1 0 0,-1 0 0,0 2 0,2 4 1,-1 0-1,1 1 0,-2-1 1,1 0-1,-1 1 0,-1-1 1,1 1-1,-1-1 0,0 0 1,-1 0-1,1 0 0,-2 0 1,1 0-1,-1 0 0,0 0 1,0 0-1,-1-1 0,0 0 1,0 0-1,0 0 1,-1 0-1,0-1 0,-7 7 1,5-5-17,0 0 1,-1 0 0,1-1 0,-1 0-1,-1-1 1,1 1 0,-1-2 0,0 1-1,0-1 1,0-1 0,0 1 0,-1-2-1,0 1 1,1-1 0,-1-1 0,-19 1-1,28-2 14,0 0 0,0 0 0,-1 0-1,1 0 1,0-1 0,0 1 0,0 0-1,0-1 1,0 1 0,-1 0 0,1-1 0,0 0-1,0 1 1,0-1 0,0 0 0,1 1-1,-1-1 1,0 0 0,0 0 0,0 0-1,0 0 1,1 1 0,-1-1 0,1 0 0,-2-3-1,1 2-59,1 0 0,-1-1 0,1 1-1,0-1 1,0 1 0,0 0-1,0-1 1,0 1 0,1-1 0,-1 1-1,2-5 1,1-1-206,-1 1-1,1-1 0,1 1 1,0 0-1,0 0 1,9-12-1,4 3-842,0 1 0,1 0-1,1 1 1,0 1 0,23-11-1,9-3-5203</inkml:trace>
</inkml:ink>
</file>

<file path=ppt/ink/ink2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42.402"/>
    </inkml:context>
    <inkml:brush xml:id="br0">
      <inkml:brushProperty name="width" value="0.025" units="cm"/>
      <inkml:brushProperty name="height" value="0.025" units="cm"/>
    </inkml:brush>
  </inkml:definitions>
  <inkml:trace contextRef="#ctx0" brushRef="#br0">26 146 16143,'54'-27'1080,"-44"20"-848,0 1-1,0 1 1,1 0-1,0 0 1,0 1-1,0 0 1,0 1-1,1 1 1,0-1-1,-1 2 0,1 0 1,18 0-1,-29 1-229,0 0 0,0 0 0,1 0-1,-1 1 1,0-1 0,1 0 0,-1 0-1,0 1 1,0-1 0,0 1 0,1-1-1,-1 1 1,0 0 0,0-1 0,0 1-1,0 0 1,0 0 0,0-1 0,0 1-1,0 0 1,0 0 0,-1 0 0,1 0-1,0 1 1,0-1 0,-1 0 0,1 0-1,-1 0 1,1 0 0,-1 1 0,0-1-1,1 0 1,-1 0 0,0 1 0,0-1-1,0 0 1,0 1 0,0-1 0,0 0-1,0 0 1,0 1 0,-1-1 0,1 0-1,0 1 1,-1-1 0,1 0 0,-1 0-1,-1 2 1,0 2 0,0 0 0,-1 0 0,0-1 0,0 1 0,0-1 0,0 1 0,-1-1-1,0 0 1,1-1 0,-8 6 0,0-3-38,-1 0 0,1-1 0,-1 0 0,-1-1 0,1-1-1,0 0 1,-1 0 0,1-1 0,-1-1 0,0 0 0,0-1 0,-23-2-1,34 1 24,0 1-1,0 0 0,0 0 0,0-1 0,0 1 0,1-1 0,-1 1 0,0-1 0,0 0 0,1 0 0,-1 1 0,0-1 0,1-1 0,-1 1 0,1 0 0,-1 0 0,1 0 0,0-1 0,-1 1 0,1-1 1,0 1-1,0-1 0,0 1 0,0-1 0,0 0 0,1 0 0,-1 1 0,0-1 0,1 0 0,0 0 0,-1 0 0,1-3 0,0 1-131,0 1 1,0-1-1,1 1 0,0-1 1,0 1-1,0-1 0,0 1 1,0 0-1,1-1 1,-1 1-1,1 0 0,0 0 1,0 0-1,0 0 0,0 1 1,1-1-1,2-2 0,81-62-5727,-29 28-1730</inkml:trace>
</inkml:ink>
</file>

<file path=ppt/ink/ink2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42.777"/>
    </inkml:context>
    <inkml:brush xml:id="br0">
      <inkml:brushProperty name="width" value="0.025" units="cm"/>
      <inkml:brushProperty name="height" value="0.025" units="cm"/>
    </inkml:brush>
  </inkml:definitions>
  <inkml:trace contextRef="#ctx0" brushRef="#br0">20 197 14734,'1'-9'2877,"0"6"-2828,-1 0-1,1 0 0,0 0 0,0 0 1,0 0-1,0 0 0,0 0 1,1 0-1,0 0 0,-1 1 0,1-1 1,0 1-1,0-1 0,0 1 1,0 0-1,5-4 0,-3 4-51,-1 1-1,0 0 0,0-1 1,1 1-1,-1 0 1,0 1-1,1-1 0,-1 0 1,1 1-1,0 0 1,-1 0-1,1 0 1,-1 0-1,1 1 0,-1-1 1,1 1-1,-1 0 1,7 2-1,-4 0 6,1 0 0,0 0 1,-1 1-1,0 0 0,0 0 0,0 0 1,0 1-1,-1 0 0,1 0 0,-1 0 1,6 8-1,-9-10-1,0 0 0,1 1 0,-1-1 0,0 0 1,0 1-1,-1-1 0,1 1 0,-1 0 0,0 0 0,1-1 0,-2 1 1,1 0-1,0 0 0,-1 0 0,0 0 0,0 0 0,0 0 1,0 0-1,-1 0 0,0 0 0,1 0 0,-4 7 0,2-8 0,0-1-1,-1 1 1,1 0-1,-1-1 1,0 1-1,0-1 1,0 0-1,0 0 1,0 0-1,0 0 1,-1-1-1,1 1 0,0-1 1,-1 0-1,1 0 1,-1 0-1,0 0 1,1-1-1,-8 1 1,1 0 1,0-1 1,1 1-1,-1-2 1,0 1-1,0-2 1,-15-3-1,22 5 1,-1-1-1,1-1 0,0 1 1,-1-1-1,1 1 0,0-1 1,0 0-1,0 0 1,1 0-1,-1 0 0,0-1 1,1 1-1,-1-1 0,1 1 1,0-1-1,0 0 1,0 0-1,0 0 0,1 0 1,-1 0-1,1-1 1,0 1-1,0 0 0,0-1 1,0 1-1,0-1 0,1 1 1,-1-1-1,1 1 1,0-1-1,0 1 0,1-1 1,0-4-1,1-1-225,0-1 0,1 1 1,0-1-1,0 1 0,1 0 0,0 0 0,1 0 0,0 0 1,0 1-1,12-14 0,32-29-2751,7-4-2086</inkml:trace>
</inkml:ink>
</file>

<file path=ppt/ink/ink2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43.778"/>
    </inkml:context>
    <inkml:brush xml:id="br0">
      <inkml:brushProperty name="width" value="0.025" units="cm"/>
      <inkml:brushProperty name="height" value="0.025" units="cm"/>
    </inkml:brush>
  </inkml:definitions>
  <inkml:trace contextRef="#ctx0" brushRef="#br0">55 1 14510,'0'0'112,"8"8"-118,5 7 5,-1 0 0,0 1 0,-1 0 0,13 27 0,-21-36 1,1-1 0,-1 1-1,0 0 1,-1 1 0,0-1-1,0 0 1,0 1 0,-1-1-1,0 1 1,-1-1 0,1 1 0,-1-1-1,-1 1 1,0 0 0,0-1-1,0 0 1,-3 8 0,2-12 0,0 0 1,0 0-1,0 0 0,0 0 1,0 0-1,0-1 1,-1 1-1,0-1 0,1 0 1,-1 0-1,0 0 0,0 0 1,0 0-1,0-1 1,0 1-1,0-1 0,-1 0 1,1 0-1,-1 0 1,1 0-1,0-1 0,-1 1 1,-4-1-1,5 0 1,0 0-1,0 0 1,0 0 0,0 0-1,0 0 1,0-1 0,0 1-1,0-1 1,0 0 0,0 0-1,1 0 1,-1-1 0,0 1-1,1 0 1,-1-1-1,1 0 1,-1 0 0,1 1-1,0-1 1,-1-1 0,1 1-1,0 0 1,1-1 0,-1 1-1,0-1 1,-2-4 0,2-1-384,0-1 1,0 1 0,1 0 0,1 0 0,-1 0 0,1-1 0,0 1-1,1 0 1,0-1 0,0 1 0,5-14 0,13-31-4380</inkml:trace>
</inkml:ink>
</file>

<file path=ppt/ink/ink2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44.122"/>
    </inkml:context>
    <inkml:brush xml:id="br0">
      <inkml:brushProperty name="width" value="0.025" units="cm"/>
      <inkml:brushProperty name="height" value="0.025" units="cm"/>
    </inkml:brush>
  </inkml:definitions>
  <inkml:trace contextRef="#ctx0" brushRef="#br0">1 0 13773,'0'0'112,"10"0"-155,-5 0 42,0 1-1,0-1 0,0 1 0,0-1 1,-1 1-1,1 1 0,0-1 0,0 1 0,-1 0 1,1 0-1,-1 0 0,0 0 0,0 1 1,0 0-1,0 0 0,0 0 0,0 0 0,-1 1 1,0-1-1,1 1 0,-1 0 0,0 0 1,4 8-1,-3-3-9,0 1 1,0-1-1,-1 1 1,0 0-1,-1 0 0,0 0 1,0 0-1,-1 0 1,0 1-1,-2 18 1,1-27 10,0 1 0,0 0 0,0-1 0,-1 1 0,1-1 0,-1 1-1,1-1 1,-1 1 0,0-1 0,0 1 0,0-1 0,0 0 0,-1 1 0,1-1 0,-1 0 0,1 0 0,-1 0 0,0 0 0,1 0 0,-1 0 0,0-1 0,0 1 0,-1-1 0,1 1 0,0-1 0,0 0 0,-1 0 0,1 0 0,-1 0 0,1 0 0,-1 0 0,1-1 0,-1 1 0,1-1 0,-1 0 0,0 0 0,1 0 0,-1 0 0,1 0-1,-1 0 1,0-1 0,1 1 0,-1-1 0,1 0 0,-1 0 0,-3-2 0,4 3 7,0-1-1,0 0 0,0 0 0,0 0 1,1-1-1,-1 1 0,0 0 0,1-1 1,-1 1-1,1-1 0,0 1 1,-1-1-1,1 0 0,0 1 0,0-1 1,0 0-1,0 0 0,0 0 0,1 0 1,-1 0-1,0 0 0,1 0 1,0 0-1,-1 0 0,1 0 0,0 0 1,0-4-1,0 1-432,1 0 0,-1 0 0,1 0 0,0 0 0,0 0 0,0 0 0,1 0 0,0 0-1,0 0 1,4-6 0,18-22-6727</inkml:trace>
</inkml:ink>
</file>

<file path=ppt/ink/ink2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44.729"/>
    </inkml:context>
    <inkml:brush xml:id="br0">
      <inkml:brushProperty name="width" value="0.025" units="cm"/>
      <inkml:brushProperty name="height" value="0.025" units="cm"/>
    </inkml:brush>
  </inkml:definitions>
  <inkml:trace contextRef="#ctx0" brushRef="#br0">46 243 5221,'0'0'331,"-4"-12"838,1-1-457,0 0 1,0-1-1,1 1 0,1-1 0,0-24 0,2 33-448,-1-1 0,1 0 0,0 0 0,0 1 0,1-1 0,0 1 0,0-1 0,0 1 0,0 0 0,1 0 0,0 0 0,0 0 0,0 0 0,1 0 0,0 1 0,0 0 0,0 0 0,9-7 0,-9 8-226,0 0 1,0 1-1,0 0 1,0 0-1,0 0 1,1 0-1,-1 1 1,1-1-1,-1 1 1,1 0-1,-1 1 1,1-1-1,-1 1 1,1 0-1,0 0 1,-1 0-1,1 1 0,0 0 1,-1 0-1,1 0 1,-1 0-1,1 0 1,-1 1-1,0 0 1,0 0-1,0 0 1,0 1-1,0-1 1,0 1-1,-1 0 1,1 0-1,-1 0 1,0 1-1,5 6 1,-2-4-39,-1 0-1,-1 1 1,1 0 0,-1 0 0,-1 0 0,1 1 0,-1-1 0,0 1 0,-1 0 0,0 0 0,0 0 0,-1 0 0,1 0 0,-2 0-1,1 0 1,-1 0 0,-1 0 0,0 1 0,-1 9 0,0-14 2,0 0 1,-1 0-1,1 0 0,-1-1 1,1 1-1,-1-1 0,0 1 1,0-1-1,-1 0 0,1 0 1,-1-1-1,1 1 0,-1-1 0,0 1 1,0-1-1,0 0 0,0-1 1,0 1-1,0-1 0,-1 0 1,1 0-1,0 0 0,-1 0 1,1-1-1,-6 1 0,2-1-2,-1 1-1,0-1 1,0 0-1,1 0 1,-1-1-1,0-1 1,1 1-1,-1-1 1,1-1-1,-1 0 1,1 0-1,-8-4 0,11 3-180,1 1-1,-1-1 1,1 0-1,0-1 1,0 1-1,0-1 1,0 1-1,1-1 1,0 0-1,0 0 1,0-1-1,1 1 1,0-1-1,0 1 1,0-1-1,0 0 1,1 1-1,0-1 1,0-8-1,-2-39-4692</inkml:trace>
</inkml:ink>
</file>

<file path=ppt/ink/ink2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45.075"/>
    </inkml:context>
    <inkml:brush xml:id="br0">
      <inkml:brushProperty name="width" value="0.025" units="cm"/>
      <inkml:brushProperty name="height" value="0.025" units="cm"/>
    </inkml:brush>
  </inkml:definitions>
  <inkml:trace contextRef="#ctx0" brushRef="#br0">3 152 16496,'0'-2'9,"-1"0"1,1-1-1,-1 1 1,1 0-1,0-1 1,0 1-1,0 0 1,0-1-1,0 1 1,1 0-1,-1-1 1,1 1-1,-1 0 1,1 0-1,0 0 1,0-1-1,0 1 1,0 0-1,0 0 1,1 0 0,1-2-1,0 2-2,0 1 0,0-1 0,0 1 0,0 0 0,0 0 0,1 1 0,-1-1-1,0 1 1,0-1 0,0 1 0,1 0 0,-1 0 0,0 1 0,0-1 0,6 2 0,0-1-3,-1 1-1,0 1 1,1 0 0,-1 0 0,0 0-1,14 9 1,-20-11-4,1 1 0,-1-1-1,0 0 1,0 1 0,0-1 0,0 1 0,0 0 0,0-1-1,0 1 1,-1 0 0,1 0 0,-1 0 0,1 0 0,-1 1-1,0-1 1,0 0 0,0 1 0,0-1 0,0 0 0,0 1-1,-1-1 1,1 1 0,-1-1 0,1 1 0,-1 0 0,0-1-1,-1 4 1,0-5-5,1 0 0,-1 0 0,-1 0 0,1 0 0,0 0-1,0 0 1,0 0 0,0-1 0,-1 1 0,1 0 0,0-1 0,-1 1 0,1-1-1,0 1 1,-1-1 0,1 0 0,-1 1 0,1-1 0,-1 0 0,1 0 0,-1 0-1,1 0 1,-1 0 0,1 0 0,0-1 0,-2 1 0,-41-9-556,39 7 424,1 0 0,-1 0 0,1 0 0,0-1 0,0 0 0,0 0 0,1 0 0,-1 0 0,1 0 0,-1-1 0,1 0 0,0 1 0,0-1 0,1 0 0,-1-1 0,1 1 1,0 0-1,0-1 0,-1-5 0,2 6-160,0 0 1,0 0 0,1 0 0,-1-1-1,1 1 1,0 0 0,1 0 0,-1 0 0,1-1-1,0 1 1,0 0 0,0 0 0,0 0-1,1 0 1,1-4 0,28-34-3494</inkml:trace>
</inkml:ink>
</file>

<file path=ppt/ink/ink2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45.402"/>
    </inkml:context>
    <inkml:brush xml:id="br0">
      <inkml:brushProperty name="width" value="0.025" units="cm"/>
      <inkml:brushProperty name="height" value="0.025" units="cm"/>
    </inkml:brush>
  </inkml:definitions>
  <inkml:trace contextRef="#ctx0" brushRef="#br0">232 114 18642,'0'0'2130,"-4"9"-2168,-4 7 51,1-1 0,-2 0 0,0 0 0,-1-1 0,-19 22 0,25-31-129,-1 0-1,1 0 1,-1-1 0,0 1-1,0-1 1,0-1 0,0 1 0,-1-1-1,0 0 1,1 0 0,-1 0-1,0-1 1,0 0 0,-1 0-1,1-1 1,0 1 0,0-1-1,-1-1 1,1 1 0,-9-2-1,13 1 97,1 0-1,-1-1 1,0 0-1,1 1 0,-1-1 1,1 0-1,0 0 1,-1 0-1,1 0 0,0 0 1,-1 0-1,1 0 1,0 0-1,0-1 0,0 1 1,0 0-1,0-1 1,0 1-1,1-1 0,-1 1 1,0-1-1,1 1 1,-1-1-1,1 1 0,-1-1 1,1 0-1,0 1 1,0-1-1,-1 1 0,1-1 1,1-2-1,-1-2-115,0 0 1,0 0-1,1 0 0,0 0 0,0 0 0,1 0 1,3-10-1,1 6-9,0 0 1,0 1 0,1-1-1,0 2 1,0-1 0,1 1-1,0 0 1,1 1-1,-1 0 1,2 0 0,-1 1-1,19-10 1,-4 4-363,0 1 1,1 1-1,1 1 1,34-7-1,19 4-2290,-3 6-1847</inkml:trace>
</inkml:ink>
</file>

<file path=ppt/ink/ink2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45.761"/>
    </inkml:context>
    <inkml:brush xml:id="br0">
      <inkml:brushProperty name="width" value="0.025" units="cm"/>
      <inkml:brushProperty name="height" value="0.025" units="cm"/>
    </inkml:brush>
  </inkml:definitions>
  <inkml:trace contextRef="#ctx0" brushRef="#br0">100 142 15086,'0'0'1308,"11"-10"331,-5 4-1421,-1 0-132,0 1-1,0 0 1,0 0 0,1 1 0,0 0 0,0 0 0,0 0-1,0 1 1,0-1 0,1 2 0,0-1 0,-1 1-1,1 0 1,0 0 0,11-1 0,-17 3-85,0 0 0,0 0 0,0 0 0,0 0 0,0 0 0,0 0 0,0 1 0,0-1 0,0 0 0,0 0 0,-1 1 0,1-1 0,0 1 0,0-1 0,0 1 0,0-1 0,-1 1 0,1 0 0,0-1 0,-1 1 0,1 0 0,0-1 0,-1 1 0,1 0 0,-1 0 0,1 0 0,-1-1 0,1 1 0,-1 0 0,0 0 0,1 0 0,-1 0 0,0 0 0,0 0 0,0 0 0,0 0 0,0 0 0,0 0 0,0 0 0,0 2 0,0-1-1,-1 1 0,1 0 0,-1 0 1,0 0-1,0 0 0,0-1 0,0 1 0,0 0 0,-1-1 0,1 1 0,-1-1 0,1 1 0,-4 2 1,-4 2-16,-1 1 0,-1-1 0,1-1 0,-1 0 0,0-1 0,-1 0 0,1 0-1,-1-1 1,0-1 0,0 0 0,0 0 0,0-1 0,-1-1 0,1 0 0,-14-1 0,25 0 11,0 0 0,0 0 0,-1 1 0,1-1 0,0 0-1,0 0 1,0 0 0,0 0 0,0 0 0,-1-1 0,1 1 0,0 0-1,0 0 1,0-1 0,0 1 0,0-1 0,0 1 0,0-1 0,0 1-1,0-1 1,0 0 0,0 1 0,0-1 0,0 0 0,0 0-1,1 0 1,-1 0 0,0 0 0,1 0 0,-1 0 0,1 0 0,-1 0-1,1 0 1,-1 0 0,1 0 0,-1 0 0,1 0 0,0 0 0,0 0-1,0-1 1,0 1 0,0 0 0,0 0 0,0 0 0,0 0-1,0 0 1,0-1 0,0 1 0,1 0 0,0-1 0,0-3-103,1 0 1,1 0-1,-1 1 1,1-1-1,-1 1 1,1 0 0,1-1-1,-1 1 1,1 0-1,4-4 1,15-8-1077,0 1 0,1 0 0,0 2 0,32-12 0,9-3-4508</inkml:trace>
</inkml:ink>
</file>

<file path=ppt/ink/ink2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46.071"/>
    </inkml:context>
    <inkml:brush xml:id="br0">
      <inkml:brushProperty name="width" value="0.025" units="cm"/>
      <inkml:brushProperty name="height" value="0.025" units="cm"/>
    </inkml:brush>
  </inkml:definitions>
  <inkml:trace contextRef="#ctx0" brushRef="#br0">186 100 16624,'8'-3'726,"-1"1"-635,1 0 1,-1 0-1,0 0 1,1 1-1,-1 0 1,1 1-1,7 0 1,-13 0-91,0 0 0,0 0 1,0 0-1,0 1 0,0-1 1,-1 1-1,1-1 0,0 1 1,0 0-1,-1-1 1,1 1-1,0 0 0,-1 0 1,1 0-1,-1 1 0,1-1 1,-1 0-1,1 0 0,-1 1 1,0-1-1,0 1 0,0-1 1,0 1-1,0 0 1,0-1-1,0 1 0,0 0 1,-1 0-1,1 0 0,-1-1 1,1 1-1,-1 0 0,0 0 1,0 0-1,0 0 0,0 0 1,0 0-1,0 3 0,-1-1 2,0 1-1,-1-1 1,1 0-1,-1 0 0,0 0 1,0 0-1,0 0 1,0-1-1,-1 1 0,1-1 1,-1 1-1,0-1 1,0 0-1,0 0 0,0 0 1,-1-1-1,1 1 1,-1-1-1,0 1 0,0-1 1,0 0-1,0-1 1,0 1-1,-4 0 0,-9 4 10,-1 0-1,0-2 1,0 0-1,-24 2 1,31-5-5,0 0-1,0-1 1,0 0-1,1-1 1,-17-3 0,25 4-5,0 0 0,1-1 0,-1 1 0,0-1 1,0 1-1,1-1 0,-1 0 0,0 0 0,1 0 0,-1 0 0,1 0 1,-1 0-1,1 0 0,0 0 0,0-1 0,-1 1 0,1-1 1,0 1-1,0 0 0,0-1 0,0 0 0,0 1 0,1-1 0,-1 0 1,0 1-1,1-1 0,-1 0 0,1 0 0,0 0 0,0 1 1,-1-1-1,1 0 0,0 0 0,0 0 0,1 1 0,-1-1 0,0 0 1,1 0-1,-1 0 0,2-3 0,1-1-9,-1 0-1,1 0 1,1 0-1,-1 1 1,1-1-1,0 1 1,0 0-1,0 0 1,1 0-1,0 1 1,0-1-1,6-3 1,76-46-1357,-63 40 396,47-27-2427</inkml:trace>
</inkml:ink>
</file>

<file path=ppt/ink/ink2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46.635"/>
    </inkml:context>
    <inkml:brush xml:id="br0">
      <inkml:brushProperty name="width" value="0.025" units="cm"/>
      <inkml:brushProperty name="height" value="0.025" units="cm"/>
    </inkml:brush>
  </inkml:definitions>
  <inkml:trace contextRef="#ctx0" brushRef="#br0">277 525 8008,'0'0'5130,"-5"12"-3982,-5 9-1146,0-1 0,-1 0 0,-26 35 0,33-49-4,0-1 0,0-1 0,0 1 0,-1 0 0,0-1 1,0 0-1,0 0 0,0-1 0,0 1 0,-1-1 1,1 0-1,-1-1 0,0 0 0,0 1 0,0-2 0,0 1 1,0-1-1,-1 0 0,1 0 0,0 0 0,-13-2 0,15 1 4,1-1-1,0 0 0,0 0 0,0 0 0,0 0 1,0 0-1,0-1 0,0 0 0,0 1 0,0-1 1,1 0-1,-1 0 0,1-1 0,-1 1 0,1 0 0,0-1 1,0 0-1,0 1 0,0-1 0,1 0 0,-1 0 1,1 0-1,0 0 0,-1 0 0,1 0 0,0-4 1,-2-8 4,0 1 0,1-1 1,1 1-1,0-26 1,3 16-178,1 1 0,0-1 0,2 1 0,1 0 0,0 0 0,2 1 1,1 0-1,0 0 0,15-23 0,10-11-1729,2 2-1,47-54 1,-7 19-2606</inkml:trace>
</inkml:ink>
</file>

<file path=ppt/ink/ink2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47.026"/>
    </inkml:context>
    <inkml:brush xml:id="br0">
      <inkml:brushProperty name="width" value="0.025" units="cm"/>
      <inkml:brushProperty name="height" value="0.025" units="cm"/>
    </inkml:brush>
  </inkml:definitions>
  <inkml:trace contextRef="#ctx0" brushRef="#br0">104 327 8840,'0'-8'3529,"-1"-2"-3257,2-34 967,0 43-1210,-1 0 0,0 0 0,0 0 0,1 0 0,-1 0 0,1 0 0,-1 0 0,1 0 0,-1 0 0,1 0 0,0 0 0,0 0 0,-1 0 0,1 0 0,0 1 0,0-1 0,0 0 0,0 1 0,0-1 0,0 0 0,0 1 0,0-1 0,0 1 0,0 0 0,0-1 0,0 1 0,0 0 0,0-1 0,0 1 0,0 0 0,1 0 0,-1 0 0,0 0 0,0 0 0,0 0 0,2 1 0,-2-1-29,-1 0 0,1 1 0,0-1 0,-1 1 1,1-1-1,0 0 0,-1 1 0,1-1 0,0 1 0,-1-1 0,1 1 1,-1-1-1,1 1 0,-1 0 0,1-1 0,-1 1 0,0 0 0,1-1 1,-1 1-1,0 0 0,1 0 0,-1-1 0,0 1 0,0 0 1,0 0-1,0-1 0,0 1 0,0 0 0,0 0 0,0 0 0,0-1 1,0 1-1,0 0 0,0 0 0,-1 1 0,1 0 1,0 0-1,-1 0 0,0 0 1,1 0-1,-1 0 1,0 0-1,0 0 0,0 0 1,0 0-1,0 0 1,0 0-1,-3 2 0,0-1 2,-1 1-1,-1-1 1,1 0-1,0 0 1,-1-1-1,0 0 0,1 0 1,-1 0-1,0-1 1,0 1-1,0-1 0,0-1 1,0 1-1,0-1 1,0 0-1,0-1 0,0 1 1,-7-3-1,12 3-1,0-1 0,-1 0 1,1 1-1,0-1 0,0 0 0,0 0 0,0 0 0,0 0 0,0 0 0,0-1 0,0 1 0,0 0 1,0 0-1,0-1 0,1 1 0,-1 0 0,1-1 0,-1 1 0,1-1 0,-1 1 0,1 0 1,0-1-1,0 1 0,0-1 0,-1 1 0,2-1 0,-1 1 0,0-1 0,0 1 0,0-1 1,1 1-1,-1-1 0,0 1 0,1-1 0,0 1 0,0-2 0,2-4-3,0 0 0,0 0 1,1 0-1,0 1 0,0 0 0,6-8 0,8-5-380,0 1 1,33-24-1,100-55-6092,-78 54 1430</inkml:trace>
</inkml:ink>
</file>

<file path=ppt/ink/ink2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47.341"/>
    </inkml:context>
    <inkml:brush xml:id="br0">
      <inkml:brushProperty name="width" value="0.025" units="cm"/>
      <inkml:brushProperty name="height" value="0.025" units="cm"/>
    </inkml:brush>
  </inkml:definitions>
  <inkml:trace contextRef="#ctx0" brushRef="#br0">15 81 7207,'0'0'1607,"2"-10"-1041,-2 7-482,0 0 0,0 0 0,1 1 0,-1-1 0,1 0 0,-1 0 0,1 0 0,0 0 0,0 0 0,1 1 0,-1-1 0,0 0 0,1 1 0,0-1 0,0 1 0,-1 0 0,1 0 0,1-1 0,-1 1 0,0 0 0,0 1 0,1-1 0,-1 0 0,1 1 0,-1-1 0,1 1 0,0 0 0,0 0 0,-1 0 0,1 0 0,0 1 0,0-1 0,0 1 0,0-1 0,0 1 0,0 0 0,4 1 0,-3-1-51,1 1 0,0 0 0,-1 0 0,1 0 0,-1 1 0,1 0 0,-1 0 0,0 0 0,0 0 0,0 1 0,0-1 0,0 1 0,0 0 0,-1 0 0,1 1 0,-1-1 0,3 5 0,-3-5-30,-1 0 0,1 0 0,-1 0 0,0 1 0,0-1 0,-1 1 0,1-1 0,-1 1 0,1-1 1,-1 1-1,0 0 0,-1 0 0,1 0 0,-1-1 0,1 1 0,-1 0 0,0 0 0,-1 0 1,1 0-1,-1 0 0,-1 7 0,0-9 0,0 1 0,0 0 0,0-1 0,-1 0 0,1 1 0,0-1 0,-1 0 1,0 0-1,1 0 0,-1-1 0,0 1 0,0 0 0,0-1 0,0 0 0,0 0 0,0 0 0,-1 0 0,1-1 0,0 1 1,0-1-1,-1 1 0,-4-2 0,1 2 8,0-1 1,0 0 0,0 0-1,0-1 1,0 0-1,0 0 1,0-1 0,0 1-1,-10-6 1,14 6-23,0-1 0,0 0 1,1 0-1,-1 0 1,1 0-1,-1-1 0,1 1 1,0-1-1,0 1 1,0-1-1,0 0 0,1 0 1,-1 0-1,1 0 1,-1 0-1,1 0 0,0 0 1,0 0-1,1 0 1,-1-1-1,1 1 0,-1 0 1,1-1-1,0 1 1,0 0-1,1-1 0,0-4 1,0 5-282,0-1 0,0 0 1,0 0-1,1 1 0,-1-1 1,1 1-1,0-1 0,0 1 1,3-3-1,24-26-3573</inkml:trace>
</inkml:ink>
</file>

<file path=ppt/ink/ink2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53.583"/>
    </inkml:context>
    <inkml:brush xml:id="br0">
      <inkml:brushProperty name="width" value="0.025" units="cm"/>
      <inkml:brushProperty name="height" value="0.025" units="cm"/>
    </inkml:brush>
  </inkml:definitions>
  <inkml:trace contextRef="#ctx0" brushRef="#br0">112 116 1569,'0'0'2392,"-4"-8"-1623,-15-52 1214,18 54-838,0 1 0,1-1 1,-1 0-1,1 1 0,0-1 0,2-8 0,-6 46-857,1 0 1,3 62 0,1-17 275,-2-34-431,1 27-64,-4-1 1,-19 107 0,21-175 890,0-7-387,-4-20-235,-4-34-394,-4-128-1,-6-48 50,23 254-50,11 25-9,-6-29 73,0 0-1,1 0 0,1-1 1,17 18-1,-24-28-5,-1 0 1,1 0-1,0 0 0,-1-1 0,1 1 1,0-1-1,1 0 0,-1 0 0,0 0 1,0 0-1,1-1 0,-1 1 0,1-1 0,0 0 1,-1 0-1,1 0 0,0-1 0,0 1 1,-1-1-1,1 0 0,0 0 0,0 0 1,0-1-1,-1 1 0,7-2 0,-7 0-2,0-1 1,0 1-1,0-1 0,-1 0 0,1 1 0,0-1 1,-1 0-1,0-1 0,0 1 0,0 0 1,0-1-1,-1 1 0,1-1 0,-1 1 0,0-1 1,0 0-1,0 1 0,0-8 0,2-7-65,0-1 0,-1-25 0,-2 40 62,-3-30-3,3 33 7,0 0 1,0 1-1,0-1 1,0 1-1,-1-1 1,1 1 0,0-1-1,0 1 1,0-1-1,0 1 1,-1-1-1,1 1 1,0-1 0,-1 1-1,1 0 1,0-1-1,-1 1 1,1-1-1,0 1 1,-1 0 0,1-1-1,-1 1 1,1 0-1,-1-1 1,1 1-1,-1 0 1,1 0 0,-1 0-1,1-1 1,-1 1-1,1 0 1,-1 0-1,1 0 1,-1 0-1,1 0 1,-1 0 0,1 0-1,-1 0 1,1 0-1,-1 0 1,1 0-1,-1 0 1,1 1 0,-1-1-1,1 0 1,-1 0-1,1 0 1,-1 1-1,1-1 1,-1 0 0,1 1-1,-1-1 1,1 0-1,0 1 1,-1-1-1,0 1 1,-1 2 10,0-1 0,0 1 0,0 0 0,0 0 1,0 0-1,1 0 0,-1 0 0,1 0 0,0 0 0,0 0 0,0 1 0,1-1 0,-1 0 1,0 7-1,-1 55 225,3-50-196,-1-7-14,0 0 1,1 0-1,0-1 1,1 1-1,0 0 0,0-1 1,1 0-1,-1 1 1,2-1-1,-1 0 0,1 0 1,0-1-1,6 9 0,-6-11-305,0 1 0,1-1-1,-1 1 1,1-1-1,0 0 1,0-1-1,8 5 1,-9-6-530,1 0 0,0 0 0,0 0 0,0-1 0,1 1 0,-1-1 0,0 0 0,0-1 0,7 1 0,4-1-3451</inkml:trace>
</inkml:ink>
</file>

<file path=ppt/ink/ink2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53.753"/>
    </inkml:context>
    <inkml:brush xml:id="br0">
      <inkml:brushProperty name="width" value="0.025" units="cm"/>
      <inkml:brushProperty name="height" value="0.025" units="cm"/>
    </inkml:brush>
  </inkml:definitions>
  <inkml:trace contextRef="#ctx0" brushRef="#br0">0 1 6662,'0'0'8328,"12"43"-8008,-8-25-159,0 1-65,-3-1-96,-1 4 0,0-2-32,0 0-1314,-8-1-2369,-2-6-353</inkml:trace>
</inkml:ink>
</file>

<file path=ppt/ink/ink2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54.437"/>
    </inkml:context>
    <inkml:brush xml:id="br0">
      <inkml:brushProperty name="width" value="0.025" units="cm"/>
      <inkml:brushProperty name="height" value="0.025" units="cm"/>
    </inkml:brush>
  </inkml:definitions>
  <inkml:trace contextRef="#ctx0" brushRef="#br0">56 438 6182,'0'0'5055,"-1"-11"-3507,0-121 1459,2 87-2813,-1 1-1,-6-50 1,5 89-182,-1 0-1,1 0 1,-1 1 0,0-1 0,0 1 0,0-1 0,-4-5-1,6 10-7,0-1 0,-1 1 0,1 0 0,0-1 0,-1 1 0,1-1 0,0 1 0,-1-1 0,1 1 0,-1 0-1,1-1 1,-1 1 0,1 0 0,0 0 0,-1-1 0,1 1 0,-1 0 0,1 0 0,-1 0 0,0 0 0,1-1-1,-1 1 1,1 0 0,-1 0 0,1 0 0,-2 0 0,1 1-1,0 0-1,1 0 1,-1 0 0,0-1-1,0 1 1,0 0 0,1 0-1,-1 0 1,1 0 0,-1 0-1,0 0 1,1 1 0,0-1-1,-1 0 1,1 0 0,0 0-1,-1 0 1,1 2 0,-2 7 1,0-1-1,1 1 1,0 0 0,0-1 0,1 1 0,1 0-1,-1-1 1,4 14 0,-4-21-3,1 1 0,-1 0 0,1-1 0,0 1 0,0-1 0,0 1 0,1-1 0,-1 1 0,1-1 0,-1 0 0,1 0 0,0 1 0,-1-1 0,1 0 0,0-1 1,0 1-1,1 0 0,-1-1 0,0 1 0,1-1 0,-1 1 0,1-1 0,-1 0 0,1 0 0,-1-1 0,1 1 0,0 0 0,-1-1 0,1 1 0,0-1 0,-1 0 0,1 0 0,4-1 0,-3 0 2,0 0 1,0 0-1,-1 0 0,1-1 1,-1 0-1,1 0 0,-1 0 1,0 0-1,0 0 0,0-1 1,0 1-1,0-1 0,0 0 1,-1 0-1,1 0 0,-1 0 0,0 0 1,0-1-1,0 1 0,-1 0 1,1-1-1,-1 0 0,1 1 1,0-8-1,3-6-7,-1-1 0,0 1 1,-1-1-1,0-18 0,-3-9 21,-1 33 11,-1 31-62,1 3 166,1 0 1,0 0 0,2 0-1,1 0 1,6 26-1,-7-40-278,1 1 0,0 0 0,1-1 0,0 1 0,0-1 0,10 13 0,-11-17-397,1 0-1,0 1 1,0-1 0,0-1-1,0 1 1,1-1-1,0 1 1,-1-1-1,1 0 1,0-1 0,10 4-1,-2-3-3155,-1-2-1757</inkml:trace>
</inkml:ink>
</file>

<file path=ppt/ink/ink2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54.719"/>
    </inkml:context>
    <inkml:brush xml:id="br0">
      <inkml:brushProperty name="width" value="0.025" units="cm"/>
      <inkml:brushProperty name="height" value="0.025" units="cm"/>
    </inkml:brush>
  </inkml:definitions>
  <inkml:trace contextRef="#ctx0" brushRef="#br0">22 82 6854,'0'0'1367,"3"-7"929,-3 6-2089,13-39 2290,-13 38-2293,1 0 0,0 0 0,-1 0 0,1 0 1,0 1-1,0-1 0,0 0 0,0 1 0,1-1 0,-1 0 1,0 1-1,1-1 0,-1 1 0,1 0 0,-1 0 1,1-1-1,-1 1 0,1 0 0,0 0 0,0 0 1,2 0-1,-3 6-172,0 0 0,0 0 0,0 1 0,-1-1 0,0 0 0,0 1 0,-1 7 0,0-4-67,-1 0 0,0 0 0,-1 0 0,0 0 0,-1 0 0,1-1 0,-2 1 0,-8 13 0,7-13-560,1 0 0,0 1 1,0-1-1,1 1 0,1 0 0,-4 12 0,9-22 531,-1 0 1,0 0-1,0 1 0,1-1 0,-1-1 1,0 1-1,1 0 0,-1 0 0,0 0 1,0-1-1,1 1 0,-1 0 0,0-1 1,0 1-1,0-1 0,2 0 0,168-103-419,-138 82-726,0-2-771,-5-1-1085</inkml:trace>
</inkml:ink>
</file>

<file path=ppt/ink/ink2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54.938"/>
    </inkml:context>
    <inkml:brush xml:id="br0">
      <inkml:brushProperty name="width" value="0.025" units="cm"/>
      <inkml:brushProperty name="height" value="0.025" units="cm"/>
    </inkml:brush>
  </inkml:definitions>
  <inkml:trace contextRef="#ctx0" brushRef="#br0">44 1 13869,'0'0'1666,"44"28"-1538,-29 4 96,-3 10 128,-4 8-63,-4 4-97,-4 6-96,-6 4-64,-12 1-32,-6-3-192,-11-6-1986,-8-10-2787</inkml:trace>
</inkml:ink>
</file>

<file path=ppt/ink/ink2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55.218"/>
    </inkml:context>
    <inkml:brush xml:id="br0">
      <inkml:brushProperty name="width" value="0.025" units="cm"/>
      <inkml:brushProperty name="height" value="0.025" units="cm"/>
    </inkml:brush>
  </inkml:definitions>
  <inkml:trace contextRef="#ctx0" brushRef="#br0">128 1 11755,'-45'31'961,"5"10"1473,13 20-992,13 15-65,12 12-672,9 6-257,29 3-192,17-5-192,20-9-32,13-11 0,14-19-1217,9-26-3395</inkml:trace>
</inkml:ink>
</file>

<file path=ppt/ink/ink2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43.088"/>
    </inkml:context>
    <inkml:brush xml:id="br0">
      <inkml:brushProperty name="width" value="0.025" units="cm"/>
      <inkml:brushProperty name="height" value="0.025" units="cm"/>
    </inkml:brush>
  </inkml:definitions>
  <inkml:trace contextRef="#ctx0" brushRef="#br0">63 96 16111,'3'-8'273,"-2"4"-263,0 1 1,1-1 0,-1 1 0,1 0 0,0 0 0,0-1 0,0 1 0,0 1 0,0-1 0,1 0 0,-1 1 0,1-1 0,0 1 0,0-1 0,0 1 0,0 0 0,0 1 0,0-1 0,0 0 0,1 1 0,-1 0 0,1 0 0,-1 0 0,1 0 0,-1 0 0,1 1 0,0-1 0,-1 1 0,1 0 0,0 0 0,-1 1 0,1-1 0,6 3 0,-6-3-11,-1 1-1,1 0 0,-1 0 1,0 1-1,0-1 1,0 1-1,0 0 1,0-1-1,0 1 0,0 0 1,-1 1-1,1-1 1,-1 1-1,1-1 0,-1 1 1,0-1-1,0 1 1,0 0-1,0 0 1,-1 0-1,1 0 0,-1 1 1,0-1-1,0 0 1,0 1-1,0-1 0,0 0 1,-1 1-1,0-1 1,1 1-1,-1-1 1,-1 1-1,1-1 0,0 1 1,-1-1-1,0 0 1,1 1-1,-2-1 0,1 0 1,0 1-1,0-1 1,-1 0-1,0 0 1,0 0-1,0 0 0,0-1 1,0 1-1,0 0 1,-1-1-1,1 0 1,-1 1-1,0-1 0,0 0 1,-3 2-1,-1-1 15,0 0 0,0-1 0,0 1 0,0-1 0,0 0 0,-1-1 0,1 0 0,0 0 0,-1-1 0,1 0 0,-1 0 0,1 0 0,-1-1 0,1 0 0,-13-4 0,17 4-94,-1-1 0,1 1 1,-1 0-1,1-1 0,0 0 1,0 0-1,0 0 0,0 0 0,0-1 1,0 1-1,0-1 0,1 1 0,-1-1 1,1 0-1,0 0 0,0 0 0,0 0 1,0-1-1,1 1 0,-1 0 0,1-1 1,0 1-1,0-1 0,0 1 0,0-1 1,0 0-1,1 0 0,0 1 0,0-1 1,0 0-1,0 1 0,2-8 1,10-30-4192,12-7-4463</inkml:trace>
</inkml:ink>
</file>

<file path=ppt/ink/ink2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1:43.399"/>
    </inkml:context>
    <inkml:brush xml:id="br0">
      <inkml:brushProperty name="width" value="0.025" units="cm"/>
      <inkml:brushProperty name="height" value="0.025" units="cm"/>
    </inkml:brush>
  </inkml:definitions>
  <inkml:trace contextRef="#ctx0" brushRef="#br0">23 26 13229,'0'0'507,"10"-5"-288,-8 4-215,3-2 12,1 0 0,-1 0 0,1 1 0,0-1 0,0 1-1,0 1 1,7-2 0,-11 3-12,1 0-1,-1 0 1,0 0-1,1 0 1,-1 1-1,0-1 1,1 1-1,-1 0 1,0-1-1,0 1 1,0 0-1,1 0 1,-1 0-1,0 1 1,0-1-1,-1 0 1,1 1-1,0-1 1,0 1-1,-1 0 1,1-1-1,-1 1 1,1 0-1,-1 0 1,0 0-1,0 0 1,2 3-1,-2-2-2,1 0 0,0 0 0,-1 0-1,0 0 1,0 0 0,0 1 0,0-1 0,0 0-1,-1 0 1,0 1 0,1-1 0,-1 0 0,0 1-1,-1-1 1,1 1 0,0-1 0,-1 0 0,0 0-1,0 1 1,0-1 0,0 0 0,0 0 0,-1 0 0,1 0-1,-1 0 1,0 0 0,-4 4 0,3-4 0,-1 0-1,0 0 1,0 0 0,0 0 0,0-1-1,0 0 1,0 1 0,-1-2 0,1 1 0,-1 0-1,0-1 1,1 0 0,-1 0 0,0 0-1,0-1 1,1 1 0,-1-1 0,-7-1-1,10 1-21,0 0-1,0-1 1,1 1-1,-1 0 0,0-1 1,0 1-1,0-1 1,1 0-1,-1 0 0,0 1 1,1-1-1,-1 0 1,1 0-1,-1 0 0,1-1 1,0 1-1,-1 0 1,1-1-1,0 1 0,0-1 1,0 1-1,0-1 1,0 1-1,0-1 0,0 0 1,0-1-1,-1-2-282,1-1 0,0 1 0,0-1 0,1 0 0,-1 1 0,1-1-1,1-9 1,5-32-4431</inkml:trace>
</inkml:ink>
</file>

<file path=ppt/ink/ink2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02.921"/>
    </inkml:context>
    <inkml:brush xml:id="br0">
      <inkml:brushProperty name="width" value="0.025" units="cm"/>
      <inkml:brushProperty name="height" value="0.025" units="cm"/>
    </inkml:brush>
  </inkml:definitions>
  <inkml:trace contextRef="#ctx0" brushRef="#br0">25 10 2018,'-7'-9'5720,"6"9"-5733,1 0-1,-1 0 0,0 0 1,0-1-1,0 1 1,1 0-1,-1 0 0,0 0 1,0 0-1,0 0 1,1 0-1,-1 1 0,0-1 1,0 0-1,0 0 0,1 1 1,-1-1-1,0 0 1,0 1-1,0 0 0</inkml:trace>
</inkml:ink>
</file>

<file path=ppt/ink/ink2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03.483"/>
    </inkml:context>
    <inkml:brush xml:id="br0">
      <inkml:brushProperty name="width" value="0.025" units="cm"/>
      <inkml:brushProperty name="height" value="0.025" units="cm"/>
    </inkml:brush>
  </inkml:definitions>
  <inkml:trace contextRef="#ctx0" brushRef="#br0">0 1 897,'0'0'96</inkml:trace>
</inkml:ink>
</file>

<file path=ppt/ink/ink2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03.669"/>
    </inkml:context>
    <inkml:brush xml:id="br0">
      <inkml:brushProperty name="width" value="0.025" units="cm"/>
      <inkml:brushProperty name="height" value="0.025" units="cm"/>
    </inkml:brush>
  </inkml:definitions>
  <inkml:trace contextRef="#ctx0" brushRef="#br0">22 1 1858,'0'0'7495,"2"0"-4885,-19 3-3178,10 0-3908</inkml:trace>
</inkml:ink>
</file>

<file path=ppt/ink/ink2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04.696"/>
    </inkml:context>
    <inkml:brush xml:id="br0">
      <inkml:brushProperty name="width" value="0.025" units="cm"/>
      <inkml:brushProperty name="height" value="0.025" units="cm"/>
    </inkml:brush>
  </inkml:definitions>
  <inkml:trace contextRef="#ctx0" brushRef="#br0">33 134 8136,'-5'-12'352,"2"6"-118,-16-38 740,18 41-731,0 0-1,0 0 1,0-1-1,0 1 0,1-1 1,-1 1-1,1-1 0,0 1 1,0-1-1,1 1 1,-1-1-1,1 1 0,0-5 1,1 7-170,-1-1 0,0 1 0,0-1 0,1 1 0,-1 0 0,1-1 0,-1 1 0,1 0 0,-1 0 1,1 0-1,0 0 0,0 0 0,-1 1 0,1-1 0,0 1 0,0-1 0,0 1 0,0-1 0,0 1 0,0 0 0,-1 0 1,1 0-1,0 0 0,0 0 0,0 0 0,0 1 0,2 0 0,54 14 96,-27 0-105,-1 1 0,-1 2 0,48 37-1,28 18-2485,-95-70-2708</inkml:trace>
</inkml:ink>
</file>

<file path=ppt/ink/ink2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04.836"/>
    </inkml:context>
    <inkml:brush xml:id="br0">
      <inkml:brushProperty name="width" value="0.025" units="cm"/>
      <inkml:brushProperty name="height" value="0.025" units="cm"/>
    </inkml:brush>
  </inkml:definitions>
  <inkml:trace contextRef="#ctx0" brushRef="#br0">163 45 5990,'0'0'5541,"-51"-45"-2947,38 45-1537,2 8-832,2 16-129,3 8 64,1 10-32,0 5-64,2 5-64,-3 9-64,-5 3 0,-7-2-2563,-6-4-3586</inkml:trace>
</inkml:ink>
</file>

<file path=ppt/ink/ink2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05.120"/>
    </inkml:context>
    <inkml:brush xml:id="br0">
      <inkml:brushProperty name="width" value="0.025" units="cm"/>
      <inkml:brushProperty name="height" value="0.025" units="cm"/>
    </inkml:brush>
  </inkml:definitions>
  <inkml:trace contextRef="#ctx0" brushRef="#br0">1 85 14253,'0'0'3300,"51"-40"-2852,-14 38-160,10 2-96,2 0-159,3 6-1,0 0-64,-4-1 32,-4-3-161,-6-2-1472,-7-1-545,-8-13-1474,-7-7 481,-8-5-961</inkml:trace>
</inkml:ink>
</file>

<file path=ppt/ink/ink2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05.260"/>
    </inkml:context>
    <inkml:brush xml:id="br0">
      <inkml:brushProperty name="width" value="0.025" units="cm"/>
      <inkml:brushProperty name="height" value="0.025" units="cm"/>
    </inkml:brush>
  </inkml:definitions>
  <inkml:trace contextRef="#ctx0" brushRef="#br0">389 27 2594,'0'0'3556,"-68"-26"-1154,24 26-96,-2 2 97,1 22-770,3 11-1024,3 12-385,8 7-96,8 6-128,3 3 0,9 0 0,3-4-801,3-11-3138,-2-10-2371</inkml:trace>
</inkml:ink>
</file>

<file path=ppt/ink/ink2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05.492"/>
    </inkml:context>
    <inkml:brush xml:id="br0">
      <inkml:brushProperty name="width" value="0.025" units="cm"/>
      <inkml:brushProperty name="height" value="0.025" units="cm"/>
    </inkml:brush>
  </inkml:definitions>
  <inkml:trace contextRef="#ctx0" brushRef="#br0">0 51 12780,'0'0'1698,"45"4"-769,-13-4-225,6 0-223,3 0-353,0 0-96,0 0-32,-5-1 0,-1-3-256,-5-4-1026,-5-2-671,-6-2-1635,-8-8 65</inkml:trace>
</inkml:ink>
</file>

<file path=ppt/ink/ink2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05.625"/>
    </inkml:context>
    <inkml:brush xml:id="br0">
      <inkml:brushProperty name="width" value="0.025" units="cm"/>
      <inkml:brushProperty name="height" value="0.025" units="cm"/>
    </inkml:brush>
  </inkml:definitions>
  <inkml:trace contextRef="#ctx0" brushRef="#br0">142 0 9065,'0'0'288,"-51"23"2210,27 2-1153,4 10-960,2 7 864,4 4-929,4 2-256,5-1-64,5-2-32,0-9-128,3-10-4516,5-13-3684</inkml:trace>
</inkml:ink>
</file>

<file path=ppt/ink/ink2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06.461"/>
    </inkml:context>
    <inkml:brush xml:id="br0">
      <inkml:brushProperty name="width" value="0.025" units="cm"/>
      <inkml:brushProperty name="height" value="0.025" units="cm"/>
    </inkml:brush>
  </inkml:definitions>
  <inkml:trace contextRef="#ctx0" brushRef="#br0">108 63 9833,'0'0'-128,"-4"-9"134,-3-3 21,-12-29 4,-21 99 519,35-51-85,0 0-1,1 0 0,0 0 1,0 1-1,1-1 1,0 1-1,0 0 1,-2 16-1,4-21-423,1 1-1,0-1 1,0 0 0,0 0-1,0 0 1,1 1 0,-1-1-1,1 0 1,0 0 0,0 0-1,0 0 1,0 0 0,1 0-1,-1 0 1,1 0 0,-1-1-1,1 1 1,0 0 0,0-1-1,1 0 1,-1 1-1,0-1 1,1 0 0,-1 0-1,5 2 1,0 1-92,1-1 1,-1 0-1,1-1 0,0 0 0,0 0 1,0-1-1,0 0 0,1 0 1,-1-1-1,0 0 0,1 0 0,-1-1 1,17-1-1,-23 0-169,-1 1 1,1-1-1,0 0 1,-1 0-1,1 0 0,-1 0 1,1 0-1,-1 0 0,1 0 1,-1 0-1,0-1 1,0 1-1,1 0 0,-1-1 1,0 1-1,0-1 0,0 1 1,-1-1-1,1 0 1,0 1-1,-1-1 0,1 0 1,-1 0-1,1 1 0,-1-1 1,0 0-1,0 0 1,1 0-1,-1 1 0,-1-1 1,1 0-1,-1-3 0,1 0 58,0 0 0,-1 1-1,0-1 1,0 1 0,0-1-1,0 1 1,-1-1 0,1 1-1,-1 0 1,0 0 0,-1 0-1,-2-5 1,2 7 384,1-1 0,-1 1 0,0 0 0,1 0 0,-1 0 0,0 0 0,-1 1 0,1-1 1,0 1-1,0-1 0,-1 1 0,1 0 0,0 1 0,-1-1 0,1 1 0,-1-1 0,1 1 0,-1 0 0,1 0 0,-1 0 0,1 1 1,-1-1-1,1 1 0,-1 0 0,1 0 0,0 0 0,-1 1 0,1-1 0,0 1 0,0-1 0,0 1 0,0 0 0,0 0 0,1 1 1,-1-1-1,1 0 0,-1 1 0,1 0 0,0-1 0,0 1 0,0 0 0,0 0 0,0 0 0,-1 6 0,-5 12-136,1-1 0,0 2 0,2-1 0,1 1 0,1-1 0,0 1 0,2 0 0,2 42 0,7-26-1308,9-13-3978</inkml:trace>
</inkml:ink>
</file>

<file path=ppt/ink/ink2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07.057"/>
    </inkml:context>
    <inkml:brush xml:id="br0">
      <inkml:brushProperty name="width" value="0.025" units="cm"/>
      <inkml:brushProperty name="height" value="0.025" units="cm"/>
    </inkml:brush>
  </inkml:definitions>
  <inkml:trace contextRef="#ctx0" brushRef="#br0">3 174 8680,'19'-14'75,"-1"0"798,1 1-1,0 0 1,1 2 0,32-15 0,-48 25-788,0-1 0,-1 1-1,1-1 1,0 1 0,0 1-1,0-1 1,0 0 0,-1 1 0,1 0-1,0 0 1,0 0 0,0 0-1,0 1 1,0-1 0,0 1-1,0 0 1,-1 0 0,1 1 0,0-1-1,-1 1 1,1 0 0,-1 0-1,1 0 1,-1 0 0,0 0 0,0 1-1,0-1 1,0 1 0,-1 0-1,1 0 1,-1 0 0,1 0-1,2 6 1,-2-2-63,1 0 0,-1 0 0,0 1 0,0-1-1,-1 1 1,0 0 0,-1-1 0,0 1 0,0 0 0,0 0-1,-1 0 1,0 0 0,-1 0 0,0 0 0,-2 11 0,2-14-15,-1 0-1,1 0 1,-1-1 0,0 1 0,0-1 0,-1 0 0,1 1 0,-1-1 0,0 0 0,0 0-1,-1-1 1,1 1 0,-1-1 0,1 1 0,-1-1 0,0 0 0,0-1 0,-1 1-1,1-1 1,0 0 0,-1 0 0,0 0 0,1 0 0,-1-1 0,-8 2 0,6-2 4,0 0 0,0 0 0,0-1 0,0 0 0,0 0 0,0-1 0,0 0 0,1 0 0,-1-1 0,0 1 0,1-2 0,-1 1 0,1-1 0,-1 1-1,1-2 1,0 1 0,0-1 0,-9-8 0,9 7-23,1-1-1,-1-1 0,1 1 1,1-1-1,-1 1 0,1-1 0,0-1 1,1 1-1,0-1 0,0 1 1,0-1-1,1 0 0,0 0 0,1 0 1,-1-16-1,1 12-672,1-1 1,0 0-1,1 0 0,1 0 1,0 1-1,0-1 0,5-12 1,21-38-6272</inkml:trace>
</inkml:ink>
</file>

<file path=ppt/ink/ink2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07.372"/>
    </inkml:context>
    <inkml:brush xml:id="br0">
      <inkml:brushProperty name="width" value="0.025" units="cm"/>
      <inkml:brushProperty name="height" value="0.025" units="cm"/>
    </inkml:brush>
  </inkml:definitions>
  <inkml:trace contextRef="#ctx0" brushRef="#br0">122 38 15118,'0'0'652,"8"2"-476,-5-2-172,0 1 1,0-1-1,0 1 1,-1 0-1,1 0 1,0 0-1,-1 1 1,1-1-1,-1 0 0,1 1 1,-1 0-1,0 0 1,1-1-1,-1 1 1,3 4-1,-3-2-1,0-1-1,0 1 0,0 0 0,-1 0 1,1 0-1,-1 0 0,0 0 1,0 0-1,0 0 0,-1 1 1,1-1-1,-1 8 0,0-9-2,0-1 0,0 0 0,0 1 0,0-1 0,0 1 0,-1-1 0,1 1 0,-1-1 0,0 1 0,1-1 0,-1 0 0,0 0 0,0 1 0,-1-1 0,1 0 0,0 0 0,-1 0 0,1 0 0,-1 0 0,0 0 0,1-1 0,-1 1 0,0-1 0,0 1 0,0-1 0,0 1 0,0-1 0,-1 0 0,1 0 0,0 0 0,-1 0 0,1-1 0,0 1 0,-1-1 0,1 1 0,-1-1 0,1 0 0,-1 0 0,1 0 0,0 0 0,-4-1 0,0 1-2,0-1-1,0-1 1,0 1-1,0-1 1,0 0-1,0 0 1,1-1-1,-1 1 1,1-1-1,0 0 1,0-1-1,0 1 1,0-1-1,0 0 0,1-1 1,-4-4-1,4 3-274,0 0-1,1 0 1,0 0-1,1 0 0,-1-1 1,1 1-1,0-1 1,1 0-1,-1 1 1,2-1-1,-1 0 0,1-13 1,0-20-3599</inkml:trace>
</inkml:ink>
</file>

<file path=ppt/ink/ink2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07.683"/>
    </inkml:context>
    <inkml:brush xml:id="br0">
      <inkml:brushProperty name="width" value="0.025" units="cm"/>
      <inkml:brushProperty name="height" value="0.025" units="cm"/>
    </inkml:brush>
  </inkml:definitions>
  <inkml:trace contextRef="#ctx0" brushRef="#br0">280 35 15118,'0'0'54,"8"-3"239,-6 2-283,-1 0-1,1 1 1,0-1-1,0 0 1,0 1-1,-1-1 0,1 1 1,0 0-1,0-1 1,0 1-1,0 0 1,0 0-1,0 0 1,0 1-1,0-1 0,0 0 1,0 1-1,0-1 1,-1 1-1,5 1 1,-4 0-5,1 1 1,-1-1 0,0 1-1,0-1 1,0 1-1,0 0 1,0 0 0,-1-1-1,1 1 1,-1 1-1,0-1 1,1 0 0,-1 0-1,-1 0 1,2 6 0,-1-5-4,0 0 1,0 0-1,0 0 1,-1 0-1,1 0 1,-1 0-1,0 0 1,0 0-1,-1 0 1,1 0-1,-1 0 1,0 0-1,0 0 1,0 0-1,0-1 1,-1 1-1,0 0 1,1-1-1,-6 8 1,4-8-5,-1 0 1,0 0-1,0 0 1,0-1 0,0 1-1,0-1 1,-1 0 0,1 0-1,-1-1 1,1 1-1,-1-1 1,0 0 0,0 0-1,1-1 1,-1 1 0,-9-1-1,3 0-61,-1-1-1,0 0 0,0-1 1,1 0-1,-1-1 1,1 0-1,0-1 1,0 0-1,0-1 0,0 0 1,1-1-1,0 0 1,-15-11-1,16 10-634,1-1-1,0 1 1,0-1-1,1-1 1,0 1 0,0-1-1,1 0 1,0-1 0,-4-10-1,-6-22-4260</inkml:trace>
</inkml:ink>
</file>

<file path=ppt/ink/ink2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08.021"/>
    </inkml:context>
    <inkml:brush xml:id="br0">
      <inkml:brushProperty name="width" value="0.025" units="cm"/>
      <inkml:brushProperty name="height" value="0.025" units="cm"/>
    </inkml:brush>
  </inkml:definitions>
  <inkml:trace contextRef="#ctx0" brushRef="#br0">125 35 15439,'0'0'181,"10"5"-192,2 1 6,-1 1 0,0 0 0,16 14 0,-24-19 4,0 0 0,-1 0 0,0 0 0,1 1 0,-1-1-1,0 1 1,0 0 0,0-1 0,0 1 0,-1 0 0,1 0-1,-1 0 1,0 0 0,0 1 0,0-1 0,0 0 0,0 0-1,-1 1 1,1-1 0,-1 0 0,0 1 0,0-1 0,-1 7-1,0-9 1,0 0-1,1 0 0,-1 0 0,0 1 0,0-1 0,0 0 1,0 0-1,0 0 0,-1-1 0,1 1 0,0 0 1,0 0-1,-1-1 0,1 1 0,0-1 0,-1 1 0,1-1 1,0 1-1,-1-1 0,1 0 0,-1 0 0,1 1 1,-1-1-1,-2-1 0,-41 0-42,41 1 43,-6-2-336,1 0 1,-1-1 0,0 0 0,1 0 0,0-1 0,0 0-1,0-1 1,0 0 0,-12-9 0,18 12 193,0 0 1,1 0 0,-1 0-1,0 0 1,1 0 0,-1-1-1,1 1 1,0-1 0,0 0-1,0 1 1,0-1 0,0 0-1,0 0 1,1 0 0,0-1-1,-1 1 1,1 0 0,0 0-1,1-1 1,-1 1 0,1-1-1,-1 1 1,1-1 0,0 1-1,0 0 1,0-1 0,1 1-1,-1-1 1,1 1-1,0 0 1,2-5 0,19-20-2639</inkml:trace>
</inkml:ink>
</file>

<file path=ppt/ink/ink2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08.377"/>
    </inkml:context>
    <inkml:brush xml:id="br0">
      <inkml:brushProperty name="width" value="0.025" units="cm"/>
      <inkml:brushProperty name="height" value="0.025" units="cm"/>
    </inkml:brush>
  </inkml:definitions>
  <inkml:trace contextRef="#ctx0" brushRef="#br0">34 68 10154,'-1'-8'165,"1"6"-218,0-1 180,-1-1 1,1 1 0,0-1-1,0 1 1,1-1 0,-1 1-1,1-1 1,0 1 0,1-5 0,-1 7-77,0 0 1,0-1 0,0 1 0,0 0 0,0-1 0,1 1 0,-1 0 0,0 0 0,1 0 0,-1 0 0,1 0-1,-1 1 1,1-1 0,-1 0 0,1 1 0,0-1 0,-1 1 0,1-1 0,0 1 0,0 0 0,-1 0 0,1 0-1,0 0 1,0 0 0,1 0 0,2 1-45,1 0 0,-1-1-1,0 2 1,0-1 0,0 1 0,-1-1 0,1 1-1,0 1 1,-1-1 0,1 1 0,-1 0-1,0 0 1,0 0 0,0 0 0,0 1-1,6 6 1,-6-5-7,1 0 0,-1 1 0,0 0-1,-1-1 1,1 2 0,-1-1 0,0 0-1,-1 0 1,1 1 0,-1 0 0,0-1 0,0 9-1,-1-13 1,-1-1 0,0 0 0,0 0 0,0 1 0,-1-1 0,1 0 0,0 0 0,0 1 0,-1-1 0,1 0 0,-1 0 0,1 0 0,-1 0 0,1 1 0,-1-1 0,0 0 0,1 0 0,-1 0 0,0 0 0,0 0 0,0-1 0,0 1 0,0 0 0,0 0 0,0 0 0,0-1 0,-1 1 0,-2 1 0,0-1 0,1 1 0,-1-1 0,0 0 0,0-1 0,0 1 0,0-1 0,-8 1 0,3-2 0,0 1 0,0-1 0,0-1 0,0 1 0,0-2 0,0 1 0,-12-6 0,15 5 19,1 0-1,0-1 0,1 0 1,-1 1-1,1-2 0,0 1 1,0 0-1,0-1 0,0 0 1,-5-9-1,9 13-90,-1-1 1,0 0-1,0 1 1,1-1 0,-1 0-1,1 0 1,0 0-1,0 0 1,-1 0-1,1 1 1,0-1-1,0 0 1,1 0-1,-1 0 1,1-3-1,0 3-198,0 1 0,0-1 0,0 0 0,0 0-1,0 0 1,0 1 0,1-1 0,-1 1-1,1-1 1,-1 1 0,1-1 0,0 1-1,-1 0 1,1 0 0,0 0 0,3-2-1,32-12-6685</inkml:trace>
</inkml:ink>
</file>

<file path=ppt/ink/ink2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08.680"/>
    </inkml:context>
    <inkml:brush xml:id="br0">
      <inkml:brushProperty name="width" value="0.025" units="cm"/>
      <inkml:brushProperty name="height" value="0.025" units="cm"/>
    </inkml:brush>
  </inkml:definitions>
  <inkml:trace contextRef="#ctx0" brushRef="#br0">77 33 14253,'0'0'716,"9"-5"-273,31-18-101,-39 22-331,0 0 0,0 1 0,1-1 0,-1 1 0,0 0 0,1-1 0,-1 1 0,0 0 0,1 0 0,-1-1 0,0 1 0,1 0 0,-1 1 0,0-1 0,1 0 1,-1 0-1,0 1 0,1-1 0,-1 0 0,0 1 0,0-1 0,1 1 0,-1 0 0,0-1 0,0 1 0,0 0 0,0 0 0,0 0 0,0 0 0,0-1 0,0 1 1,0 1-1,0-1 0,-1 0 0,1 0 0,0 0 0,-1 0 0,1 1 0,-1-1 0,1 0 0,-1 0 0,1 2 0,1 4-1,0 0 0,0 0-1,-1 1 1,0-1 0,0 12-1,-2-14 2,1-1-1,-1 1 0,-1-1 1,1 0-1,0 0 0,-1 0 1,0 1-1,0-2 0,0 1 1,0 0-1,-1 0 0,0-1 1,1 1-1,-1-1 0,-1 0 0,1 0 1,0 0-1,-1 0 0,1 0 1,-1-1-1,-5 3 0,4-2-137,0-1-1,-1 1 1,1-1 0,-1 0-1,1 0 1,-1-1-1,-8 1 1,11-1-273,-1-1 1,0 0 0,0 0 0,0 0-1,1 0 1,-1-1 0,0 0 0,0 0-1,1 0 1,-1 0 0,-5-3-1,-12-14-3801</inkml:trace>
</inkml:ink>
</file>

<file path=ppt/ink/ink2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09.005"/>
    </inkml:context>
    <inkml:brush xml:id="br0">
      <inkml:brushProperty name="width" value="0.025" units="cm"/>
      <inkml:brushProperty name="height" value="0.025" units="cm"/>
    </inkml:brush>
  </inkml:definitions>
  <inkml:trace contextRef="#ctx0" brushRef="#br0">274 19 10186,'0'0'7297,"0"8"-7238,0-4-60,0 1 1,0 0-1,0 0 0,-1 0 1,0 0-1,0 0 0,0-1 1,-1 1-1,0 0 0,0-1 1,0 0-1,0 1 0,0-1 1,-1 0-1,0 0 0,0 0 1,0 0-1,-1-1 0,1 1 1,-1-1-1,0 0 0,1 0 1,-7 3-1,1-2 17,0 0 0,0 0 0,-1-1 1,1 0-1,-1-1 0,1 0 0,-1-1 0,0 0 0,0 0 0,0-1 1,0 0-1,0-1 0,-14-2 0,20 2-65,0 0 1,1 0-1,-1 0 1,0-1-1,1 1 0,-1-1 1,1 0-1,-1 0 1,1 0-1,0 0 1,0-1-1,0 1 0,0-1 1,0 0-1,-3-4 1,4 3-158,0 1 0,1 0 0,0-1 0,-1 1 0,1-1 0,1 0 0,-1 1 0,0-1 0,1 0 0,0 0 0,0 1 0,0-1 0,0 0 0,0 0 0,1 1 0,0-1 0,0 0 0,0 1 0,2-5 0,16-30-4417</inkml:trace>
</inkml:ink>
</file>

<file path=ppt/ink/ink2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09.554"/>
    </inkml:context>
    <inkml:brush xml:id="br0">
      <inkml:brushProperty name="width" value="0.025" units="cm"/>
      <inkml:brushProperty name="height" value="0.025" units="cm"/>
    </inkml:brush>
  </inkml:definitions>
  <inkml:trace contextRef="#ctx0" brushRef="#br0">6 57 13229,'0'0'1233,"-2"-10"-977,2 9-247,-1-2-73,0 0 0,1 0 0,-1 0 0,1 0 1,0-1-1,0 1 0,0 0 0,1-6 0,-1 8 42,0 1 1,1-1-1,-1 0 0,0 1 0,1-1 1,-1 1-1,0-1 0,1 0 1,-1 1-1,1-1 0,-1 1 0,1-1 1,-1 1-1,1 0 0,-1-1 0,1 1 1,0-1-1,-1 1 0,1 0 0,-1-1 1,2 1-1,24 2-306,-14 3 312,-1 1 0,0 0 0,0 1 0,-1 0 0,0 1 0,0 0 0,0 0 0,-1 1 0,-1 0 0,0 1 0,0-1 0,0 2 0,-1-1 0,-1 1 0,0 0 0,5 15 0,-10-24 12,0 0 0,0 1 1,0-1-1,-1 1 0,1-1 1,-1 1-1,0-1 0,1 1 0,-1-1 1,-1 1-1,1-1 0,0 1 1,0 0-1,-1-1 0,0 0 1,1 1-1,-2 2 0,1-4 0,0 0-1,0 0 0,0 0 0,0-1 1,0 1-1,0 0 0,0 0 1,0-1-1,0 1 0,0-1 1,0 1-1,0-1 0,-1 1 0,1-1 1,0 0-1,0 1 0,-1-1 1,1 0-1,0 0 0,0 0 1,-1 0-1,1 0 0,-2-1 0,-4 0-9,1-1-1,0 1 0,0-2 0,-1 1 0,2-1 0,-1 1 0,0-2 0,1 1 1,-1-1-1,1 0 0,-8-7 0,7 5-473,0 0 0,1 0 0,0 0 0,1-1 0,-1 0 0,-5-12-1,-3-18-3589</inkml:trace>
</inkml:ink>
</file>

<file path=ppt/ink/ink2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09.756"/>
    </inkml:context>
    <inkml:brush xml:id="br0">
      <inkml:brushProperty name="width" value="0.025" units="cm"/>
      <inkml:brushProperty name="height" value="0.025" units="cm"/>
    </inkml:brush>
  </inkml:definitions>
  <inkml:trace contextRef="#ctx0" brushRef="#br0">53 51 9801,'0'0'-5317,"-53"-50"1698</inkml:trace>
</inkml:ink>
</file>

<file path=ppt/ink/ink2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09.943"/>
    </inkml:context>
    <inkml:brush xml:id="br0">
      <inkml:brushProperty name="width" value="0.025" units="cm"/>
      <inkml:brushProperty name="height" value="0.025" units="cm"/>
    </inkml:brush>
  </inkml:definitions>
  <inkml:trace contextRef="#ctx0" brushRef="#br0">113 45 448,'0'0'1025,"50"55"225,-34-28 127,-8-3-416,-8-5-257,0-7 1,-11-5 64,-9-6-64,-6-1-449,-3-7-160,0-9 0,1-3-224,5-5-513,7 0-384,11 0-96,5 1-320,26-2 576,13-3 417</inkml:trace>
</inkml:ink>
</file>

<file path=ppt/ink/ink2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12.919"/>
    </inkml:context>
    <inkml:brush xml:id="br0">
      <inkml:brushProperty name="width" value="0.025" units="cm"/>
      <inkml:brushProperty name="height" value="0.025" units="cm"/>
    </inkml:brush>
  </inkml:definitions>
  <inkml:trace contextRef="#ctx0" brushRef="#br0">6410 384 6150,'0'0'9390,"-8"-7"-8659,-184-145 3967,163 128-4623,0 2-1,-2 0 1,0 3 0,-1 0-1,-1 2 1,0 1-1,-2 2 1,0 2 0,0 1-1,-1 1 1,-56-7-1,-33 4-70,0 4 0,-134 10 0,92 1 39,-334 5 67,-689 98-1,508 18-23,546-90-89,-518 145 27,-158 139 24,674-245-43,4 6 1,3 6-1,-184 153 0,293-218-4,1 2 0,0 0 0,2 1 0,-29 42 0,-53 106 5,73-121-6,6-4-3,2 0 0,2 1 0,2 1-1,2 1 1,2 0 0,2 0 0,2 1 0,3 1-1,1 92 1,5-123 4,1 1-1,1-1 1,1 0-1,1 0 1,0 0-1,1-1 1,2 0-1,-1 0 1,19 29-1,-6-15 1,2 0 1,1-2-1,1-1 0,30 27 0,-26-30 68,1-2 0,1-1 0,1-2 0,1-1 0,65 30 1,185 57 595,-126-53-507,283 76 279,9-37-235,-433-90-205,85 14 117,0-6 0,1-3 1,136-8-1,299-58 0,-226 15-106,236-43 53,-465 67 273,168-36 220,312-112 0,-465 130-211,510-215 1219,-508 199-1205,-2-4-1,-3-5 0,137-117 1,-191 143-330,-2-1 0,-2-2 1,34-49-1,80-136 24,-127 185-39,-2 0-1,-2-2 1,-1 0 0,-2 0 0,-2-2-1,12-70 1,16-267 77,-40 366-89,4-42 14,-3-1 1,-10-106 0,5 143-12,-1 1 0,-1-1 0,0 1 0,-1 0 0,-1 1 0,-1-1 0,-1 1 0,0 1 0,-1 0 0,-1 0 0,-25-28 0,15 23-152,-2 2 1,-1 0 0,0 2-1,-1 1 1,-1 0 0,-1 2-1,0 1 1,-1 2-1,0 0 1,-1 2 0,-31-7-1,-5 2-620,-1 3 0,-1 3-1,-130-1 1,118 10-2637,18 0-2349</inkml:trace>
</inkml:ink>
</file>

<file path=ppt/ink/ink2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32.201"/>
    </inkml:context>
    <inkml:brush xml:id="br0">
      <inkml:brushProperty name="width" value="0.025" units="cm"/>
      <inkml:brushProperty name="height" value="0.025" units="cm"/>
    </inkml:brush>
  </inkml:definitions>
  <inkml:trace contextRef="#ctx0" brushRef="#br0">478 111 7143,'0'0'1201,"-1"-8"-160,0 7-1048,1-3 221,-1 0-1,0 0 1,0 0 0,0 0 0,-1 1 0,1-1 0,-1 0 0,0 1 0,0-1 0,-1 1 0,1-1-1,-1 1 1,1 0 0,-1 0 0,0 0 0,0 1 0,0-1 0,-1 1 0,-5-4 0,-2 1-136,0 0 0,-1 0 0,0 1 0,0 1 0,0 0 0,-1 0 0,1 2 1,0-1-1,-1 2 0,1-1 0,-1 2 0,1 0 0,-1 0 0,1 1 0,0 1 1,-1 0-1,1 0 0,-13 7 0,13-6-76,0 1 0,1 1 0,0 0 0,0 1 0,0 0 0,1 0 0,0 1 0,1 1-1,-1-1 1,2 2 0,-1-1 0,1 1 0,1 0 0,0 1 0,0 0 0,1 0 0,0 0 0,-4 13 0,8-16 5,0-1-1,1 0 1,-1 1-1,1-1 1,1 1 0,0-1-1,0 1 1,0-1-1,1 1 1,0-1 0,0 1-1,5 13 1,-2-10 0,1 0 1,0-1-1,1 0 1,0 0 0,1 0-1,0-1 1,13 15-1,-1-5 6,1-2 0,1 0-1,0-1 1,1-2 0,1 0-1,40 19 1,-49-27-6,0-1 0,1 0 0,-1-1 0,1-1 0,0 0 0,-1-1 0,1 0 0,0-1-1,0-1 1,1-1 0,21-3 0,-30 3 0,0 0 1,-1-1-1,1 0 0,-1 0 0,0-1 0,0 1 0,0-1 0,0-1 0,0 1 1,0-1-1,-1 0 0,0-1 0,0 1 0,0-1 0,0 0 0,-1 0 0,0 0 1,0-1-1,0 0 0,-1 1 0,0-1 0,0 0 0,0-1 0,-1 1 0,0 0 1,0-1-1,1-10 0,-1 6 11,-2 1 0,0 0 0,0-1 0,-1 1 1,0 0-1,0-1 0,-1 1 0,-1 0 0,0 0 0,0 0 0,-1 1 0,0-1 1,-1 1-1,0 0 0,0 0 0,-1 0 0,0 1 0,0 0 0,-1 0 1,0 0-1,-1 1 0,0 0 0,-10-6 0,0-1-395,0 2 1,-1 0-1,-1 1 1,0 1-1,0 1 0,-1 0 1,0 2-1,-1 1 0,-40-8 1,18 9-2795,5-3-737</inkml:trace>
</inkml:ink>
</file>

<file path=ppt/ink/ink2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34.217"/>
    </inkml:context>
    <inkml:brush xml:id="br0">
      <inkml:brushProperty name="width" value="0.025" units="cm"/>
      <inkml:brushProperty name="height" value="0.025" units="cm"/>
    </inkml:brush>
  </inkml:definitions>
  <inkml:trace contextRef="#ctx0" brushRef="#br0">431 185 3876,'0'0'2946,"-2"-8"-2262,-4-12 426,0 0 1,-1 1-1,-1 0 0,-17-31 1,22 48-1086,1 0 1,-1 0 0,1 1-1,-1-1 1,1 1 0,-1-1-1,0 1 1,0 0 0,0 0-1,0 0 1,1 1 0,-1-1-1,0 1 1,0 0-1,0-1 1,0 1 0,-4 1-1,-52 4 197,40-1-187,0 1-1,0 0 1,1 2 0,0 0-1,0 1 1,1 0 0,0 2 0,0 0-1,1 1 1,0 0 0,-24 24-1,37-31-28,0 0 0,0 1-1,0-1 1,0 1-1,1-1 1,0 1-1,0 0 1,0 0 0,0 0-1,1 0 1,0 0-1,0 0 1,0 1-1,0-1 1,1 9-1,1-6 14,0 0 0,1 0 0,0 0-1,0 0 1,1 0 0,-1 0-1,2 0 1,-1-1 0,6 9-1,2 1 28,1-1 0,0-1-1,1 1 1,1-2-1,0 0 1,1-1-1,25 17 1,-32-24-8,1 0-1,0-1 1,0-1-1,0 1 1,1-2-1,-1 1 1,1-1-1,0-1 1,17 3-1,-22-4 34,0-1 0,0 0 0,0-1-1,0 1 1,0-1 0,0 0 0,0 0 0,-1 0-1,1-1 1,0 0 0,0 0 0,-1 0 0,1 0-1,-1-1 1,0 0 0,0 0 0,0 0-1,0 0 1,0 0 0,-1-1 0,4-4-1,2-4 52,-1 0 0,0-1 0,-1 0-1,0 0 1,-1-1 0,0 1 0,-1-2-1,-1 1 1,4-21 0,-4 9-100,-1-1 1,-1 0-1,-1 0 0,-4-36 1,2 56-31,1 0 0,-1 1 0,0-1 0,-1 0 0,0 1 0,0-1 0,0 1 0,-1 0-1,0-1 1,0 1 0,0 0 0,-1 1 0,0-1 0,0 1 0,0 0 0,-1 0 0,-9-9 0,8 11-221,1 0 0,-1 0 0,0 0 0,0 1 0,0 0 0,0 0 0,0 1 0,0-1 0,0 1 0,-1 1 0,1-1 0,0 1 0,-1 0 0,1 1 0,0-1 0,-1 1 0,1 0 0,0 1 0,-9 3 0,-25 7-4586,2-2-3513</inkml:trace>
</inkml:ink>
</file>

<file path=ppt/ink/ink2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36.384"/>
    </inkml:context>
    <inkml:brush xml:id="br0">
      <inkml:brushProperty name="width" value="0.025" units="cm"/>
      <inkml:brushProperty name="height" value="0.025" units="cm"/>
    </inkml:brush>
  </inkml:definitions>
  <inkml:trace contextRef="#ctx0" brushRef="#br0">12 39 4837,'-3'0'7760,"1"-1"-5096,-1-10-8284,3 4 4814,-3-12-5787</inkml:trace>
</inkml:ink>
</file>

<file path=ppt/ink/ink2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2:37.697"/>
    </inkml:context>
    <inkml:brush xml:id="br0">
      <inkml:brushProperty name="width" value="0.025" units="cm"/>
      <inkml:brushProperty name="height" value="0.025" units="cm"/>
    </inkml:brush>
  </inkml:definitions>
  <inkml:trace contextRef="#ctx0" brushRef="#br0">355 287 3043,'0'0'5936,"5"-5"-6059,28-22-1083,-33 26 1216,0 0 0,1 1 1,-1-1-1,0 0 0,0 0 0,0 1 1,0-1-1,0 0 0,0 0 0,0 0 1,0 1-1,0-1 0,0 0 0,0 0 1,0 1-1,-1-1 0,1 0 0,0 0 1,0 1-1,-1-1 0,1 0 0,-1 1 1,1-1-1,-1 0 0,1 1 0,-2-2 1,-16-21 440,14 18-261,-65-94 4769,68 99-4952,1 0 0,-1-1 1,1 1-1,0 0 0,-1 0 0,1 0 0,-1-1 0,1 1 0,-1 0 0,1 0 0,0 0 0,-1 0 0,1 0 0,-1 0 0,1 0 0,-1 0 0,1 0 0,-1 0 0,1 0 0,0 0 0,-1 1 0,1-1 0,-1 0 0,1 0 0,-1 0 0,1 1 0,0-1 0,-1 0 0,1 0 0,0 1 0,-1-1 0,1 0 0,0 1 0,-1-1 0,1 0 0,0 1 0,-1-1 0,1 0 0,0 1 0,0-1 0,0 1 0,-1-1 0,1 1 0,0-1 0,0 0 0,0 1 0,0-1 0,0 1 0,-12 31 49,9-24 30,-47 125 747,-39 95-471,68-183 258,-2-1-1,-56 81 1,79-125-620,0 1 0,-1-1 0,1 0 0,0 1 0,-1-1 0,1 1 0,0-1 0,0 0 0,0 1 0,0-1 0,-1 1 0,1-1 0,0 1 0,0-1 0,0 1 0,0-1 0,0 0 0,0 1 0,0-1 0,0 1 0,0-1 0,0 1 0,0-1 0,1 1 0,-1-1 0,0 0 0,0 1 0,0-1 0,0 1 0,1-1 0,-1 0 0,0 1 0,0-1 0,1 1 0,-1-1 0,0 0 0,1 1 1,22 9 150,35-2 362,-53-8-436,80 8 358,23 3-92,133-5 0,-240-6-285,1 1-1,0-1 1,0 0 0,0 0 0,0-1-1,0 1 1,0 0 0,-1-1 0,1 1 0,0-1-1,0 1 1,-1-1 0,1 0 0,0 0-1,-1 0 1,1 0 0,0 0 0,-1 0-1,0 0 1,1-1 0,-1 1 0,0 0-1,1-1 1,-1 1 0,0-1 0,0 0-1,0 1 1,0-1 0,-1 0 0,1 1 0,0-1-1,-1 0 1,1 0 0,-1 0 0,0 1-1,1-1 1,-1 0 0,0 0 0,0 0-1,0 0 1,-1 0 0,1-3 0,-3-7 81,0-1 0,-1 0 0,0 1 0,-12-24 0,9 21-216,-62-144 159,-132-221 1,199 378-122,1 0 1,-1 0-1,1-1 0,0 1 1,0 0-1,0 0 1,0-1-1,0 1 0,1-1 1,-1 1-1,0 0 0,1-1 1,0 1-1,0-4 0,10-21-3465,3-3-1573</inkml:trace>
</inkml:ink>
</file>

<file path=ppt/ink/ink2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3:20.080"/>
    </inkml:context>
    <inkml:brush xml:id="br0">
      <inkml:brushProperty name="width" value="0.025" units="cm"/>
      <inkml:brushProperty name="height" value="0.025" units="cm"/>
    </inkml:brush>
  </inkml:definitions>
  <inkml:trace contextRef="#ctx0" brushRef="#br0">10 1 3876,'0'0'3528,"-2"7"-3351,-1 7 34,1-1 0,1 1 1,0 0-1,0 0 0,2 0 1,0 0-1,0 0 1,6 19-1,37 121 342,-14-60-510,4 37-1613,-28-116-1750</inkml:trace>
</inkml:ink>
</file>

<file path=ppt/ink/ink2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3:20.847"/>
    </inkml:context>
    <inkml:brush xml:id="br0">
      <inkml:brushProperty name="width" value="0.025" units="cm"/>
      <inkml:brushProperty name="height" value="0.025" units="cm"/>
    </inkml:brush>
  </inkml:definitions>
  <inkml:trace contextRef="#ctx0" brushRef="#br0">14 240 9993,'0'0'4255,"-3"8"-3726,0 4-464,0-1 1,1 0-1,1 1 1,0-1 0,0 1-1,1-1 1,0 1-1,1-1 1,1 1 0,0-1-1,0 1 1,1-1-1,5 13 1,-5-18-64,0 1 1,0-1-1,0-1 1,1 1-1,0 0 0,0-1 1,1 0-1,-1 0 1,1 0-1,0 0 1,0-1-1,1 0 0,7 5 1,-10-7 1,0-1 0,0 0 0,0 1 0,0-1 1,0 0-1,0-1 0,1 1 0,-1-1 0,0 1 0,1-1 1,-1 0-1,0 0 0,1 0 0,-1-1 0,0 1 0,1-1 1,-1 0-1,0 0 0,0 0 0,0 0 0,0 0 0,0-1 1,0 1-1,0-1 0,0 0 0,0 0 0,-1 0 0,5-4 1,-2 0 9,1 0 0,-1 0 1,0-1-1,0 1 1,-1-1-1,0 0 1,0-1-1,-1 1 0,1 0 1,-2-1-1,1 0 1,-1 0-1,1-9 0,-2 12-8,0 1 0,-1-1 0,0 1 0,0 0 0,0-1 0,-1 1 0,1-1 0,-1 1 0,0 0 0,0-1 0,-1 1 0,1 0 0,-1 0 0,0 0 0,0 0 0,0 0 0,-1 0 0,1 1 0,-1-1 0,0 1 0,0 0 0,0-1 0,0 1 0,-1 1 0,-5-5 0,-6-1-6,-1 0 0,-1 1 0,0 1 0,-34-8 0,7 1 0,132-9 6,-65 17 55,11-4 78,2 1 1,-1 1-1,0 3 0,1 1 0,47 1 1,-81 3-136,-1-1 0,1 1 0,-1-1 0,1 1 0,-1-1 1,1 1-1,-1 0 0,1 0 0,-1 0 0,0 0 1,0 0-1,1 0 0,-1 0 0,0 0 0,0 0 1,0 1-1,0-1 0,0 0 0,-1 1 0,1-1 1,0 1-1,-1-1 0,2 3 0,10 47 143,-4-16-85,-7-32-52,1 1-1,-1-1 1,0 0-1,1 0 1,0 0-1,0 0 1,0 0-1,0 0 1,0 0-1,0-1 1,1 1-1,-1-1 1,1 0-1,0 1 1,0-1-1,-1 0 1,1-1-1,1 1 1,-1 0-1,0-1 1,0 0-1,1 0 1,-1 0-1,0 0 1,1 0-1,-1-1 1,1 1-1,-1-1 1,1 0-1,-1 0 1,6-1-1,-2-1 85,1 0-1,-1 0 1,0-1-1,0 0 1,-1 0-1,1-1 0,-1 1 1,1-2-1,-1 1 1,0-1-1,-1 1 1,1-2-1,8-10 0,-5 6-62,-2 0 0,0-1 0,0 0 0,-1-1 0,0 0 0,-1 0-1,0 0 1,-1 0 0,4-18 0,-7 26-25,0 0 0,-1 0 0,1-1 0,-1 1 0,0 0 0,0 0 0,0-1 0,-1 1 0,1 0 0,-1 0 0,0 0 0,0-1 1,-1 1-1,1 0 0,-1 0 0,0 1 0,0-1 0,0 0 0,0 1 0,-1-1 0,0 1 0,1 0 0,-1 0 0,0 0 0,-1 0 0,1 0 0,0 1 0,-1-1 0,0 1 0,1 0 0,-8-3 0,4 2-43,0 1 1,0 0-1,0 0 0,0 0 1,0 1-1,0 0 0,0 0 1,0 1-1,0 0 0,0 0 0,-1 1 1,1 0-1,0 0 0,0 1 1,0-1-1,0 2 0,-12 5 0,13-5-456,1 0-1,-1 1 0,1 0 0,0 0 0,0 0 0,0 1 0,-6 7 0,-2 4-4850</inkml:trace>
</inkml:ink>
</file>

<file path=ppt/ink/ink2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3:25.078"/>
    </inkml:context>
    <inkml:brush xml:id="br0">
      <inkml:brushProperty name="width" value="0.025" units="cm"/>
      <inkml:brushProperty name="height" value="0.025" units="cm"/>
    </inkml:brush>
  </inkml:definitions>
  <inkml:trace contextRef="#ctx0" brushRef="#br0">261 66 833,'-37'-30'8423,"4"2"-3965,30 27-4388,0 0-1,0-1 1,0 1-1,0 1 1,0-1-1,0 0 1,-1 1-1,1-1 1,0 1-1,0 0 1,-1 0-1,1 0 1,0 1-1,0-1 1,0 1-1,0 0 1,-1 0-1,1 0 1,0 0-1,0 0 1,1 1-1,-1-1 1,0 1-1,0 0 1,1 0-1,-1 0 0,1 0 1,-1 0-1,-1 3 1,-6 5-45,1 0 1,0 0-1,0 1 0,1 0 1,-9 16-1,11-17-4,1 0-1,0 0 1,1 0-1,0 0 1,1 1 0,0 0-1,0 0 1,1-1-1,1 1 1,0 0 0,0 1-1,1-1 1,3 22-1,-3-31-20,1 0 1,-1 0-1,1 0 0,0 0 0,0 0 0,-1 0 0,1 0 0,0 0 0,1 0 0,-1 0 0,0 0 1,1 0-1,-1-1 0,1 1 0,-1-1 0,1 1 0,0-1 0,-1 1 0,1-1 0,0 0 0,0 0 0,0 0 1,0 0-1,0 0 0,0-1 0,0 1 0,1 0 0,-1-1 0,0 0 0,0 1 0,0-1 0,1 0 1,-1 0-1,0 0 0,0-1 0,0 1 0,1 0 0,2-2 0,1 0 15,0 0 1,0 0-1,0-1 0,0 0 0,0 0 1,0 0-1,-1-1 0,0 0 0,0 0 1,0 0-1,8-10 0,-2 0 37,-1 0 1,0-1-1,-1 0 0,-1 0 0,0-1 0,-1 0 0,-1-1 0,-1 1 1,0-1-1,-1 0 0,-1-1 0,2-26 0,-5 44-34,0 0-1,0-1 0,1 1 1,-1 0-1,0 0 1,0-1-1,1 1 0,-1 0 1,0 0-1,1 0 1,-1-1-1,0 1 0,1 0 1,-1 0-1,0 0 1,1 0-1,-1 0 0,0 0 1,1 0-1,-1 0 1,1 0-1,-1 0 0,0 0 1,1 0-1,-1 0 1,0 0-1,1 0 0,-1 0 1,0 0-1,1 0 1,-1 0-1,1 0 0,-1 1 1,0-1-1,0 0 1,1 0-1,-1 0 0,0 1 1,1-1-1,-1 0 1,0 0-1,0 1 0,1-1 1,-1 1-1,18 11-26,-7 0 55,0 0 0,0 1 0,-2 1 0,1-1-1,-2 2 1,0-1 0,0 1 0,-2 0 0,1 1 0,-2 0 0,4 19-1,-3-11-5,-2 1 0,-1-1-1,-1 1 1,-1 0-1,-1 0 1,-7 47 0,4-56 7,-1-1-1,-1 1 1,0-1 0,-1 0 0,0 0-1,-2 0 1,-14 22 0,18-30-58,-1-1-1,1 0 0,-1 0 1,0 0-1,-1 0 1,1-1-1,-1 0 1,0 0-1,0-1 1,-1 0-1,1 0 0,-1 0 1,0-1-1,0 0 1,0 0-1,0 0 1,-1-1-1,-7 1 1,14-3-128,-1 0 0,1-1 0,0 1 0,0 0 0,0-1 1,0 1-1,-1-1 0,1 1 0,0-1 0,0 0 1,0 1-1,0-1 0,0 0 0,0 0 0,1 0 1,-1 0-1,0 0 0,0 0 0,1 0 0,-1 0 1,0 0-1,1 0 0,-1 0 0,1 0 0,-1 0 1,1-1-1,0 1 0,-1 0 0,1 0 0,0 0 1,0-1-1,0 1 0,0 0 0,0 0 0,0-1 1,0 1-1,0 0 0,1-2 0,-1 2-15,0-28-4875</inkml:trace>
</inkml:ink>
</file>

<file path=ppt/ink/ink2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3:26.031"/>
    </inkml:context>
    <inkml:brush xml:id="br0">
      <inkml:brushProperty name="width" value="0.025" units="cm"/>
      <inkml:brushProperty name="height" value="0.025" units="cm"/>
    </inkml:brush>
  </inkml:definitions>
  <inkml:trace contextRef="#ctx0" brushRef="#br0">219 3 9353,'0'0'8504,"-8"-2"-8451,2 2-48,0 0 0,-1 0 0,1 1 0,0-1 0,0 1 0,-1 1 0,1-1 0,0 1 1,0 0-1,1 0 0,-1 1 0,0 0 0,1 0 0,-1 0 0,1 1 0,-8 7 0,2-4-2,0 1 1,1 0 0,0 0 0,0 1-1,-16 21 1,23-25-7,-1 0 0,2 0 0,-1 1 0,0 0 0,1-1 0,0 1 0,1 0 0,-1 0 0,1 0-1,0 0 1,1 0 0,-1 0 0,1 0 0,0 1 0,2 6 0,5 33 12,3-1 0,20 61 1,-2-6 250,-27-104-137,0 0 0,0 0 0,1 1 0,-1-1 0,1 1-1,-1-1 1,1 1 0,0 0 0,1-1 0,-1 1 0,0 0 0,5-4 0,42-43-221,-45 47 103,9-8-9,0 0 0,1 1 1,0 1-1,22-11 1,-33 19 1,0-1 1,0 1 0,0 0-1,0 0 1,0 0 0,1 0-1,-1 1 1,0-1 0,0 1-1,1 0 1,-1 0 0,0 0-1,1 0 1,-1 0 0,0 1 0,0 0-1,1-1 1,-1 1 0,0 1-1,0-1 1,0 0 0,0 1-1,0-1 1,0 1 0,-1 0-1,1 0 1,0 0 0,-1 0-1,4 5 1,2 3 13,-1 1 1,0 1-1,-1 0 0,0 0 1,-1 0-1,0 0 0,-1 1 1,-1 0-1,0-1 0,0 1 0,-2 1 1,1-1-1,-2 0 0,0 14 1,0-15 5,0 0 1,-2 1-1,1-1 1,-1 0-1,-1 0 1,0 0-1,-1 0 1,0-1-1,-1 1 1,0-1-1,-1 0 1,0 0-1,-1-1 0,0 0 1,-10 11-1,13-17 27,-1 0-1,0 0 1,0-1 0,-1 0-1,1 0 1,-1 0-1,1-1 1,-1 1-1,0-1 1,0-1-1,0 1 1,0-1-1,0 0 1,-1 0-1,-6-1 1,11 0-38,-1 0 0,1 0 1,0 0-1,-1-1 0,1 1 1,0-1-1,-1 1 0,1-1 1,0 0-1,0 0 0,0 0 1,0 0-1,0 0 0,0-1 1,0 1-1,0-1 0,0 1 0,1-1 1,-1 1-1,0-1 0,1 0 1,0 0-1,-1 0 0,1 0 1,0 0-1,0 0 0,0 0 1,0 0-1,0-1 0,1 1 1,-1 0-1,1-1 0,-1 1 1,1 0-1,0-1 0,0 1 0,0 0 1,0-1-1,1 1 0,-1 0 1,1-4-1,0 2-6,0-1-1,0 1 1,0 0-1,1 0 1,-1 0-1,1 0 1,0 0-1,0 1 1,0-1 0,1 1-1,-1-1 1,1 1-1,0 0 1,0 0-1,0 0 1,0 0-1,0 0 1,1 1 0,-1-1-1,1 1 1,0 0-1,0 0 1,0 1-1,0-1 1,0 1-1,4-1 1,-3 0-69,-1 1-1,1 1 1,0-1-1,0 1 1,-1-1-1,1 1 1,0 0 0,0 1-1,-1 0 1,1-1-1,0 1 1,-1 1-1,1-1 1,-1 1 0,1-1-1,-1 1 1,0 1-1,0-1 1,0 1 0,0-1-1,0 1 1,6 6-1,12 22-5984,-16-20-1934</inkml:trace>
</inkml:ink>
</file>

<file path=ppt/ink/ink2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3:28.675"/>
    </inkml:context>
    <inkml:brush xml:id="br0">
      <inkml:brushProperty name="width" value="0.025" units="cm"/>
      <inkml:brushProperty name="height" value="0.025" units="cm"/>
    </inkml:brush>
  </inkml:definitions>
  <inkml:trace contextRef="#ctx0" brushRef="#br0">375 23 6342,'0'0'7127,"-1"-5"-6823,1 5-298,0-1-1,0 0 1,0 1-1,0-1 1,0 0-1,0 0 1,0 1-1,-1-1 1,1 0-1,0 1 1,0-1-1,-1 0 1,1 1-1,0-1 1,-1 0-1,1 1 1,-1-1-1,1 1 1,-1-1-1,1 1 1,-1-1-1,1 1 1,-1-1 0,0 1-1,1-1 1,-1 1-1,1 0 1,-1-1-1,0 1 1,1 0-1,-1 0 1,0 0-1,0-1 1,1 1-1,-1 0 1,0 0-1,0 0 1,1 0-1,-1 0 1,0 0-1,0 1 1,-4 0 1,1 1 1,0 0-1,-1 0 0,1 0 0,0 0 1,-7 6-1,-282 212 94,291-217-103,-1 0 0,1 0 0,0 0 0,0 0 0,0 0 0,0 0 0,1 1 0,-1-1 0,1 1 0,0-1-1,0 1 1,0 0 0,0-1 0,1 1 0,-1 0 0,1-1 0,0 1 0,0 0 0,0 0 0,1-1 0,0 1-1,1 5 1,2 10-14,1 0 0,14 32 0,20 46 150,-35-107 2452,15-30-2546,-14 33-36,-1 0-1,1 0 1,0 1-1,1 0 1,-1 0-1,1 0 1,1 0-1,-1 1 1,1 0-1,-1 1 1,1-1-1,1 1 1,-1 1-1,1-1 1,-1 1-1,1 1 1,0-1-1,0 1 0,0 1 1,0-1-1,0 2 1,1-1-1,-1 1 1,0 0-1,0 0 1,1 1-1,-1 1 1,0-1-1,10 4 1,-9-2-3,0 0 0,0 0 0,0 1 0,0 1 0,-1-1 0,1 1-1,-1 1 1,0-1 0,-1 2 0,0-1 0,0 1 0,0 0 0,-1 0 0,0 0 0,0 1 0,0 0 0,-1 1 0,-1-1 0,0 1 0,0 0 0,0 0 0,-1 0 0,0 0-1,2 17 1,-4-15 10,-1-1 0,-1 1-1,1 0 1,-2 0-1,1-1 1,-1 1 0,-1-1-1,0 0 1,0 0-1,-1 0 1,-1 0 0,0 0-1,0-1 1,0 0-1,-1 0 1,-1 0 0,1-1-1,-17 15 1,10-10 11,0-1 0,-2-1 0,1 0 0,-1-1 0,-1-1 0,0 0 0,0-1 0,-1-1 0,0 0-1,-28 6 1,40-12 36,-1 1-1,1-2 1,-1 1-1,1 0 0,-1-1 1,1 0-1,-1-1 0,1 1 1,-1-1-1,-10-2 1,15 2-29,-1 0-1,0 0 1,1 0 0,-1 0 0,0 0 0,1-1 0,0 1 0,-1 0 0,1-1 0,0 1 0,-1-1 0,1 1 0,0-1 0,0 0 0,0 1 0,1-1 0,-1 0 0,0 0 0,1 1-1,-1-1 1,1 0 0,-1 0 0,1 0 0,0 0 0,0 0 0,0 0 0,0 0 0,0 0 0,0 0 0,1 1 0,-1-1 0,1 0 0,-1 0 0,2-2 0,0-1-33,0 0 1,0 0-1,1 0 1,-1 0-1,1 0 1,0 1-1,1-1 1,-1 1-1,1 0 1,0 0-1,0 0 1,0 1 0,0-1-1,1 1 1,-1 0-1,1 0 1,0 1-1,0-1 1,0 1-1,0 0 1,0 1-1,11-3 1,-10 2-3,-1 1 1,1 0-1,0 0 0,0 0 1,0 1-1,0 0 1,0 0-1,0 0 0,0 1 1,0 0-1,0 0 1,0 1-1,0-1 0,-1 1 1,1 0-1,-1 1 1,1 0-1,-1-1 0,0 2 1,9 6-1,-9-5-23,0 1-1,0 0 0,-1 1 1,0-1-1,0 1 0,0-1 1,2 9-1,6 29-4137,-12-31-1972</inkml:trace>
</inkml:ink>
</file>

<file path=ppt/ink/ink2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4:40.294"/>
    </inkml:context>
    <inkml:brush xml:id="br0">
      <inkml:brushProperty name="width" value="0.025" units="cm"/>
      <inkml:brushProperty name="height" value="0.025" units="cm"/>
    </inkml:brush>
  </inkml:definitions>
  <inkml:trace contextRef="#ctx0" brushRef="#br0">1479 78 4036,'0'0'2562,"-1"-8"-2498,0 5 17,1 0 0,-1-1 1,1 1-1,-1 0 0,0 0 0,0 0 0,0 0 0,-1 0 0,1 0 0,-1 1 0,0-1 0,1 0 0,-1 1 0,0-1 0,-1 1 1,1 0-1,0-1 0,-1 1 0,1 0 0,-1 0 0,0 1 0,1-1 0,-1 1 0,0-1 0,0 1 0,0 0 0,0 0 0,0 0 1,-1 0-1,1 1 0,-6-1 0,-7 1-43,0 0 1,0 2 0,0 0-1,0 0 1,1 2 0,-27 8-1,-91 44 462,66-26 118,-12 4-470,-234 106 173,254-110-266,2 3 0,1 2 0,-59 50-1,78-54-69,1 1 0,2 2-1,1 2 1,1 0 0,3 3-1,1 0 1,-31 58 0,44-62 8,2 0-1,1 1 1,2 1 0,-7 42 0,-9 154 37,18 75 77,8-302-18,0-1 1,1 0-1,-1 0 0,1 1 1,0-1-1,1 0 1,-1 0-1,1 0 0,0 0 1,0 0-1,1 0 0,0-1 1,-1 1-1,1-1 0,1 0 1,-1 0-1,1 0 0,-1 0 1,1 0-1,0-1 0,1 0 1,-1 0-1,5 3 1,2-1 192,0-1 1,1 0-1,-1 0 1,1-1-1,-1-1 1,1 0-1,0-1 1,0 0 0,14-1-1,16-3 65,0-2 0,-1-2 0,0-2-1,78-28 1,-13 5-47,92-17-22,69-19-177,-206 48 8,0-2-1,74-38 1,264-129 391,-359 171-483,20-9 4,-2-1-1,0-4 0,-3-2 1,58-46-1,-84 57-8,-4 4 57,0-2 0,-2 0 1,23-27-1,-40 40-52,0 0-1,0-1 0,-1 1 0,0-1 1,-1 0-1,1 0 0,-2 0 1,0-1-1,0 0 0,0 1 1,-1-1-1,-1 0 0,0 0 0,0-10 1,-12-296 84,10 301-92,0 0 0,0-1 1,-2 1-1,0 0 0,0 0 0,-2 0 0,0 1 0,0-1 0,-1 1 0,-1 1 0,-1-1 1,0 1-1,0 0 0,-1 1 0,-1 0 0,0 0 0,-1 1 0,0 1 0,-1-1 1,0 2-1,0 0 0,-1 0 0,-25-12 0,13 9-3,1 2 1,-1 1-1,-1 0 1,0 2-1,0 1 1,-46-5-1,31 9-6,-1 1 1,1 2-1,-71 11 0,-2 11-76,1 6 0,-116 45 1,209-67 53,-56 21-228,-82 24-1577,137-47 545,1-1-1,-1-1 1,-25 0-1,-29-11-8150</inkml:trace>
</inkml:ink>
</file>

<file path=ppt/ink/ink2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5:42.905"/>
    </inkml:context>
    <inkml:brush xml:id="br0">
      <inkml:brushProperty name="width" value="0.025" units="cm"/>
      <inkml:brushProperty name="height" value="0.025" units="cm"/>
    </inkml:brush>
  </inkml:definitions>
  <inkml:trace contextRef="#ctx0" brushRef="#br0">0 99 4068,'0'0'1527,"8"0"-1458,238 1 723,320-4 445,-513 2-1357,0-2 0,1-3 0,-1-2 1,-1-3-1,0-1 0,61-24 0,-71 16-2218</inkml:trace>
</inkml:ink>
</file>

<file path=ppt/ink/ink2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5:43.359"/>
    </inkml:context>
    <inkml:brush xml:id="br0">
      <inkml:brushProperty name="width" value="0.025" units="cm"/>
      <inkml:brushProperty name="height" value="0.025" units="cm"/>
    </inkml:brush>
  </inkml:definitions>
  <inkml:trace contextRef="#ctx0" brushRef="#br0">248 126 1057,'-9'2'843,"3"0"-809,-48 7 1634,52-9-1606,1 0-1,0 0 1,0 0-1,-1 0 1,1 0-1,0 0 1,-1 0-1,1 0 1,0 0-1,0 0 1,-1-1-1,1 1 1,0-1-1,0 1 1,0-1-1,0 1 1,0-1-1,-1 0 1,1 1-1,0-1 1,0 0-1,1 0 1,-1 0-1,0 0 0,0 0 1,0 0-1,1 0 1,-1 0-1,0 0 1,1 0-1,-1 0 1,1-1-1,-1 1 1,1 0-1,0 0 1,-1-1-1,1 1 1,0-2-1,8-40-50,-7 39-36,0 0 1,0 0-1,0 0 1,0 0-1,-1 0 1,1 0-1,-1 0 1,0 0-1,-1-6 1,0 8-29,0 1 0,0-1 0,0 1 0,0 0 0,0-1 1,0 1-1,0 0 0,0 0 0,0 0 0,-1 0 0,1 0 1,-1 0-1,1 0 0,0 0 0,-1 1 0,1-1 0,-1 0 1,0 1-1,1-1 0,-1 1 0,0 0 0,1-1 0,-1 1 1,0 0-1,1 0 0,-1 0 0,0 0 0,-2 1 0,-13-2-110,-43 2 178,59-1-3,-1 1 0,0-1 0,1 0 0,-1 0 0,1 1 0,-1-1 0,1 1 0,-1 0 0,1-1 0,-1 1 0,1 0 0,0 0 0,-1 0 0,1 0 0,0 0 0,0 0 0,-1 0 0,1 0 0,0 1 0,0-1 0,0 0 0,1 1 0,-1-1 0,0 1 0,0-1 0,1 1 0,-1-1 0,1 1 0,-1-1 1,1 2-1,0-1 2,0-1 1,0 0 0,0 1 0,0-1 0,0 0 0,1 1-1,-1-1 1,1 0 0,-1 1 0,1-1 0,-1 0 0,1 0 0,0 0-1,-1 0 1,1 0 0,0 0 0,0 0 0,0 0 0,0 0-1,0 0 1,0 0 0,0 0 0,0 0 0,2 0 0,33 14 359,-34-14-351,35 9 675,1-2-1,1-1 0,73 4 1,120-13 646,-159 0-1170,96-3-168,-1-7-1,167-34 0,-198 13-5007</inkml:trace>
</inkml:ink>
</file>

<file path=ppt/ink/ink2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6:10.399"/>
    </inkml:context>
    <inkml:brush xml:id="br0">
      <inkml:brushProperty name="width" value="0.025" units="cm"/>
      <inkml:brushProperty name="height" value="0.025" units="cm"/>
    </inkml:brush>
  </inkml:definitions>
  <inkml:trace contextRef="#ctx0" brushRef="#br0">56 642 2787,'0'0'886,"-7"-4"-662,3 1-211,1 2 72,0-1 0,1 1 0,-1-1 0,0 0 0,1 0-1,-1 0 1,1 0 0,0 0 0,-1 0 0,1-1 0,0 1 0,0-1 0,1 1 0,-1-1 0,1 0 0,-1 0 0,1 0-1,0 0 1,0 0 0,0 0 0,0 0 0,1 0 0,-1 0 0,1 0 0,0-6 0,5 6-75,0 1 0,0 0 0,1 0 0,-1 0 0,1 1 0,6-2 0,-1 1 59,346-78 464,10 31-135,-58 9-64,1120-124 1576,-1396 161-1829,1440-59 1415,-1267 59-1449,1049-66 135,-322 10 84,-574 54 39,-320 3-882,-8-9-1847</inkml:trace>
</inkml:ink>
</file>

<file path=ppt/ink/ink2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7:27.821"/>
    </inkml:context>
    <inkml:brush xml:id="br0">
      <inkml:brushProperty name="width" value="0.025" units="cm"/>
      <inkml:brushProperty name="height" value="0.025" units="cm"/>
    </inkml:brush>
  </inkml:definitions>
  <inkml:trace contextRef="#ctx0" brushRef="#br0">0 217 4740,'0'0'155,"8"-7"-85,20-12 311,0 0 0,1 2 0,1 1 0,36-13 1,1 3-194,1 2 0,2 4 0,114-18 0,-160 36-1175</inkml:trace>
</inkml:ink>
</file>

<file path=ppt/ink/ink2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7:28.026"/>
    </inkml:context>
    <inkml:brush xml:id="br0">
      <inkml:brushProperty name="width" value="0.025" units="cm"/>
      <inkml:brushProperty name="height" value="0.025" units="cm"/>
    </inkml:brush>
  </inkml:definitions>
  <inkml:trace contextRef="#ctx0" brushRef="#br0">73 98 5221,'0'0'224,"-57"27"-96,47-20 64,5 1 97,5-3-1,0-2 32,20-3 97,15 0 31,17-7-224,16-8-64,18-5-160,12-5-96,9-9 64,-2-12-352</inkml:trace>
</inkml:ink>
</file>

<file path=ppt/ink/ink2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8:09.661"/>
    </inkml:context>
    <inkml:brush xml:id="br0">
      <inkml:brushProperty name="width" value="0.025" units="cm"/>
      <inkml:brushProperty name="height" value="0.025" units="cm"/>
    </inkml:brush>
  </inkml:definitions>
  <inkml:trace contextRef="#ctx0" brushRef="#br0">463 212 6118,'0'0'347,"3"-8"448,1 0-822,28-71 2937,-30 72-2583,0 0 0,0 0 0,-1 0 0,0-1 0,0 1 1,0 0-1,-1 0 0,0-1 0,-1 1 0,-1-12 0,1 17-309,-1 0 0,1 1-1,0-1 1,0 0 0,-1 1 0,1-1 0,-1 1 0,1-1-1,-1 1 1,0 0 0,0 0 0,1-1 0,-1 1 0,0 0-1,0 1 1,0-1 0,0 0 0,0 1 0,0-1 0,0 1-1,-1-1 1,1 1 0,0 0 0,0 0 0,-3 0 0,-57 4 68,41 1-70,0 1 0,0 1-1,0 1 1,1 0 0,0 2 0,-30 18 0,21-9 18,1 2-1,0 1 1,-35 35-1,52-45-11,-1 1 0,2 0 0,-10 15 0,17-23-9,0 0-1,0 0 1,1 0-1,0 0 1,0 1-1,0-1 1,0 0 0,1 1-1,0 0 1,0-1-1,1 1 1,0 9-1,0-13-7,0-1 0,0 0 0,0 0 0,1 0 0,-1 1 0,1-1 0,-1 0 0,1 0 0,-1 0 0,1 0 0,-1 0 0,1 0 0,0 0 0,0 0 0,-1 0 0,1 0-1,0 0 1,0-1 0,0 1 0,0 0 0,0 0 0,0-1 0,0 1 0,2 0 0,0 0 4,1 0-1,0 0 1,-1 0 0,1-1-1,0 1 1,-1-1 0,1 0-1,4 0 1,3-1 16,1-1 0,-1 0-1,0 0 1,18-7 0,-8-1-7,0 0 0,-1-1 0,0-1 0,-1-1 0,-1-1 0,0 0 0,16-18 0,102-125 54,-118 134-48,-14 24 618,-1 10-436,-2 21-34,-1-28-39,-3 571 2803,3-524-2896,-2 0-1,-13 74 0,13-112-34,-1 1 0,0-1 0,-1 0 0,0 0 0,-1-1 0,-1 1 0,0-1 0,0 0 0,-1 0 0,-1-1 0,0 0 0,-1-1 0,0 1 0,-14 12 0,17-19-3,-1 0 1,1 0-1,-1 0 1,0-1-1,0 1 1,0-2-1,0 1 1,-1-1-1,1 0 1,-1-1-1,1 0 1,-1 0-1,0 0 1,0-1-1,1-1 1,-1 1-1,0-1 1,1 0-1,-1-1 1,1 1 0,-1-2-1,1 1 1,-13-7-1,12 5-4,1 0 1,-1-1-1,1 0 1,0 0-1,0-1 0,0 1 1,1-2-1,0 1 1,0-1-1,1 1 0,0-2 1,0 1-1,1 0 1,-1-1-1,2 0 0,-1 0 1,1 0-1,0-1 0,1 1 1,-3-14-1,4 10 2,1 1-1,0 0 1,0 0-1,1 0 0,0-1 1,1 1-1,0 0 1,1 1-1,0-1 1,1 0-1,0 1 1,0 0-1,1 0 0,1 0 1,0 0-1,0 1 1,1 0-1,0 0 1,0 1-1,1 0 1,0 0-1,1 1 0,11-8 1,-6 5 1,1 1 0,0 1 1,0 0-1,0 1 0,1 1 0,0 1 1,0 0-1,1 1 0,-1 0 0,1 2 1,0 0-1,0 1 0,0 0 0,33 4 1,-42-1-4,1 0 0,-1 0 1,1 1-1,-1 0 0,0 1 0,0 0 1,-1 0-1,1 1 0,-1 0 1,0 0-1,0 0 0,0 1 1,-1 0-1,0 1 0,0-1 0,0 1 1,-1 0-1,0 0 0,-1 1 1,6 12-1,-5-9 3,0 0 0,0 0 0,-2 1 0,1-1 0,-2 1 0,1 0 0,-2 0 0,1 0 0,-2 0-1,1 0 1,-2 0 0,0 0 0,0 0 0,-5 19 0,-9 0 12,15-30-12,-1 1-1,0-1 0,0 0 1,0 1-1,0-1 1,0 0-1,0 0 1,0 0-1,0 0 1,0 0-1,-1 0 0,1 0 1,0 0-1,-1 0 1,1-1-1,-1 1 1,1 0-1,-4 0 1,5-4-1,-1 1 0,0-1 0,0 1 0,1-1 0,-1 0 0,1 1 0,0-1 0,0 1 0,0-1 0,0 0 0,1 1 0,-1-1 0,1 0 0,0-3 0,6-11-3,0-1 0,1 2 1,1-1-1,0 1 0,1 1 1,1 0-1,1 0 0,0 1 1,0 1-1,1 0 0,24-18 1,-36 30 1,0 0 1,0 0 0,0 1 0,1-1 0,-1 0 0,0 1 0,0-1 0,1 1 0,-1 0 0,0-1 0,0 1 0,1 0-1,-1 0 1,0 0 0,1 0 0,-1 0 0,0 0 0,1 0 0,-1 0 0,0 0 0,1 1 0,-1-1 0,0 0 0,2 2-1,-1-1 1,0 1 0,0-1-1,0 1 1,-1 0-1,1-1 1,-1 1 0,1 0-1,-1 0 1,0 0-1,0 0 1,0 1-1,2 3 1,1 9-4,0 0 0,-1 0 1,2 24-1,-3-25 0,2 16-40,8 45-1020,2-29-3700,-13-45 4352,-1-1 285,0 0 0,0 1 1,0-1-1,0 0 0,0 0 0,0 1 0,0-1 0,0 0 1,0 0-1,0 0 0,0 1 0,0-1 0,0 0 0,0 0 1,0 0-1,1 0 0,-1 1 0,0-1 0,0 0 0,0 0 1,0 0-1,1 0 0,-1 1 0,0-1 0,0 0 0,0 0 0,0 0 1,1 0-1,-1 0 0,0 0 0,0 0 0,0 0 0,1 0 1,-1 0-1,0 0 0,0 0 0,0 0 0,1 0 0,-1 0 1,0 0-1,1 0 0,1-4-3354</inkml:trace>
</inkml:ink>
</file>

<file path=ppt/ink/ink2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8:10.225"/>
    </inkml:context>
    <inkml:brush xml:id="br0">
      <inkml:brushProperty name="width" value="0.025" units="cm"/>
      <inkml:brushProperty name="height" value="0.025" units="cm"/>
    </inkml:brush>
  </inkml:definitions>
  <inkml:trace contextRef="#ctx0" brushRef="#br0">111 13 4036,'-11'-12'3707,"4"13"-2125,-2 29-1177,7-20-190,-42 223 3601,7 122-3137,38-270-673,-1-84-6,1 0 1,-1 0 0,0-1-1,0 1 1,0 0 0,1 0-1,-1-1 1,0 1 0,1 0-1,-1-1 1,0 1 0,1 0-1,-1-1 1,1 1 0,-1-1-1,1 1 1,-1-1 0,1 1-1,0-1 1,-1 1 0,1-1-1,0 0 1,-1 1 0,1-1-1,0 0 1,-1 1 0,1-1-1,0 0 1,0 0 0,-1 0-1,1 0 1,0 0 0,0 0-1,-1 0 1,1 0 0,0 0-1,0 0 1,-1 0 0,1 0 0,0 0-1,-1-1 1,1 1 0,0 0-1,0 0 1,0-1 0,32-19 32,-7-7-8,-1-1-1,25-38 1,-6 7 77,-42 124 3715,-3-41-3614,1 1 1,1-1 0,0 0-1,7 26 1,-8-45-247,1 0-1,0-1 1,0 1 0,1-1 0,-1 1 0,1-1-1,0 1 1,0-1 0,0 0 0,1 0 0,-1 0-1,1 0 1,0-1 0,0 1 0,1-1 0,-1 0-1,1 0 1,-1 0 0,1 0 0,0 0 0,0-1-1,1 0 1,-1 0 0,0 0 0,1 0 0,-1-1-1,1 0 1,7 2 0,-11-3-128,1 0-1,-1 0 1,0 0 0,0 0-1,0 0 1,1-1 0,-1 1-1,0 0 1,0-1 0,0 1-1,1 0 1,-1-1 0,0 0-1,0 1 1,0-1 0,0 0-1,0 1 1,0-1 0,0 0-1,0 0 1,-1 0 0,1 0-1,0 0 1,0 0 0,-1 0-1,1 0 1,-1 0 0,1 0-1,-1 0 1,1 0 0,0-2-1,12-33-5630</inkml:trace>
</inkml:ink>
</file>

<file path=ppt/ink/ink2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8:10.397"/>
    </inkml:context>
    <inkml:brush xml:id="br0">
      <inkml:brushProperty name="width" value="0.025" units="cm"/>
      <inkml:brushProperty name="height" value="0.025" units="cm"/>
    </inkml:brush>
  </inkml:definitions>
  <inkml:trace contextRef="#ctx0" brushRef="#br0">0 0 14221,'0'0'289</inkml:trace>
</inkml:ink>
</file>

<file path=ppt/ink/ink2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8:11.128"/>
    </inkml:context>
    <inkml:brush xml:id="br0">
      <inkml:brushProperty name="width" value="0.025" units="cm"/>
      <inkml:brushProperty name="height" value="0.025" units="cm"/>
    </inkml:brush>
  </inkml:definitions>
  <inkml:trace contextRef="#ctx0" brushRef="#br0">0 286 11082,'0'0'246,"9"-2"-123,9-3 100,-1-1 1,0 0-1,0-1 1,-1-1-1,0-1 1,-1 0-1,1-1 1,-2-1-1,0 0 1,0-1-1,-1 0 1,0-1-1,-1 0 1,15-22-1,-26 32-208,1 1 0,-1-1-1,1 1 1,-1-1-1,0 1 1,0-1 0,0 0-1,0 0 1,-1 1-1,1-1 1,-1 0-1,1 0 1,-1 0 0,0 0-1,0 0 1,-1 0-1,0-5 1,0 7 30,0-1 0,0 0 0,0 0 0,0 1 0,0-1 0,0 1 0,0-1 0,-1 1-1,1-1 1,-1 1 0,1 0 0,-1 0 0,0 0 0,1 0 0,-1 0 0,0 0 0,0 0 0,1 0 0,-5 0 0,0-1 45,1 1 0,-1 1 0,0-1 1,0 1-1,0 0 0,0 0 0,0 1 1,0-1-1,1 1 0,-1 1 0,0-1 1,0 1-1,1 0 0,-1 0 0,-9 6 0,6-1-18,1 0-1,0 1 1,0 0-1,1 0 1,0 0-1,1 1 1,-1 0-1,2 1 0,-1-1 1,1 1-1,1 0 1,0 0-1,0 1 1,1-1-1,0 1 1,1 0-1,1 0 0,-1 0 1,1 14-1,1-19-63,0 1-1,0-1 0,0 0 0,1 0 0,-1 1 1,2-1-1,-1 0 0,1 0 0,0 0 1,0 0-1,0-1 0,1 1 0,0 0 0,0-1 1,1 0-1,-1 0 0,1 0 0,0 0 1,1-1-1,-1 1 0,1-1 0,0 0 0,0 0 1,0-1-1,0 1 0,1-1 0,-1-1 1,1 1-1,0-1 0,0 0 0,0 0 0,0 0 1,0-1-1,11 1 0,-4-1-3,0-2-1,0 0 0,0 0 1,0-1-1,0 0 1,-1-1-1,1-1 1,-1 0-1,0-1 1,0 0-1,0-1 1,0 0-1,-1-1 1,0 0-1,-1-1 1,0 0-1,10-10 1,-5 4-8,-1 0 1,-1-1 0,0-1 0,-1 0-1,-1 0 1,0-1 0,-2-1 0,0 0-1,0 0 1,8-31 0,-15 46 1,-1 0-1,0 0 1,-1 1 0,1-1 0,0 0 0,-1 0-1,0 0 1,1 0 0,-1 0 0,-1 0 0,1 0 0,0 0-1,-1 0 1,1 1 0,-1-1 0,0 0 0,0 0 0,0 0-1,0 1 1,0-1 0,-1 0 0,1 1 0,-1 0-1,1-1 1,-4-2 0,0 2-5,1 0 0,-1 1 0,0 0 0,0 0 0,0 0 0,0 1 0,0-1 0,0 1 0,0 0 0,-1 1 0,1-1 0,0 1 0,-7 1 0,-2-2 7,10 0-1,0 1 1,0-1-1,1 1 1,-1 0 0,0 0-1,0 0 1,0 0 0,0 1-1,1 0 1,-1-1 0,0 2-1,0-1 1,-5 2 0,15-1-1,-1-1 0,0 0 0,1 0 1,-1-1-1,0 1 0,9-2 0,16 0 9,-1-2 0,31-7-1,-33 5 7,1 1 0,43-1-1,-70 5-11,0 0-1,1 1 0,-1-1 0,1 0 0,-1 1 0,0-1 1,1 1-1,-1-1 0,0 1 0,1 0 0,-1-1 1,0 1-1,0 0 0,0 0 0,0 0 0,0 0 1,0 0-1,0 0 0,0 0 0,0 1 0,0-1 0,0 0 1,-1 0-1,1 1 0,-1-1 0,1 2 0,11 47 548,1-2 317,-9-42-853,1 0-1,-1-1 1,2 1 0,-1-1-1,1 0 1,-1 0-1,1-1 1,0 1 0,1-1-1,-1-1 1,1 1 0,0-1-1,0 0 1,0-1 0,14 3-1,34 2-2339,-24-7-2077</inkml:trace>
</inkml:ink>
</file>

<file path=ppt/ink/ink2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8:12.845"/>
    </inkml:context>
    <inkml:brush xml:id="br0">
      <inkml:brushProperty name="width" value="0.025" units="cm"/>
      <inkml:brushProperty name="height" value="0.025" units="cm"/>
    </inkml:brush>
  </inkml:definitions>
  <inkml:trace contextRef="#ctx0" brushRef="#br0">222 1 7303,'0'0'694,"-8"3"-534,0 2-51,1-1-1,0 1 1,0 1 0,0-1-1,0 1 1,1 0 0,0 1-1,1-1 1,-1 1 0,1 1-1,0-1 1,1 0 0,-6 14-1,-11 20 155,2 1-1,2 2 0,1-1 0,3 2 0,1 0 0,3 1 0,1-1 0,3 2 0,1-1 0,4 68 0,1-106-253,-1 0 1,1 0-1,1 0 0,0 0 0,0-1 0,1 1 0,-1 0 0,2-1 1,-1 0-1,1 0 0,0 0 0,8 10 0,-10-14-5,1-1 0,-1 1 0,1-1 0,0 0-1,-1 0 1,1 0 0,0-1 0,0 1 0,0-1 0,1 1-1,-1-1 1,0 0 0,0 0 0,1-1 0,-1 1 0,1-1-1,-1 1 1,0-1 0,1 0 0,-1 0 0,1-1 0,-1 1-1,0-1 1,1 0 0,-1 1 0,0-2 0,1 1 0,-1 0-1,0-1 1,0 1 0,0-1 0,3-2 0,7-5 8,0 0 0,-1-1 0,0-1 0,0 0 0,-1-1 0,-1 0 0,0 0 0,0-1 0,-1-1 0,-1 1 0,-1-2 0,0 1 0,0-1 0,-1 0 0,4-18 1,-2 4-14,-1 0 1,-1-1 0,-2 0 0,-1 0 0,-1 0 0,-1-1 0,-5-35 0,3 58-1,0 0 0,-1 0-1,-1 1 1,1-1 0,-1 0 0,0 1 0,-1 0-1,0-1 1,0 2 0,0-1 0,-1 0 0,0 1 0,0 0-1,-1 0 1,0 0 0,0 1 0,0 0 0,-1 0-1,1 1 1,-1-1 0,0 1 0,-1 1 0,1-1-1,0 2 1,-1-1 0,0 1 0,0 0 0,0 0 0,0 1-1,0 0 1,0 0 0,0 1 0,0 0 0,0 1-1,-11 1 1,13 0 19,1 0 0,0 0 0,0 1 0,0-1 0,0 1 0,0 0 0,0 0 0,1 1-1,-1 0 1,1-1 0,0 1 0,0 1 0,1-1 0,-1 1 0,1-1 0,0 1 0,0 0 0,1 0 0,-1 0-1,1 0 1,0 1 0,0-1 0,0 7 0,-1-2 7,0 0-1,1 0 1,1 1 0,0-1 0,0 0-1,1 1 1,0-1 0,1 1-1,0-1 1,0 1 0,6 17-1,-5-23-20,0 0 0,0 0 0,1-1 0,-1 1-1,1-1 1,0 0 0,0 1 0,0-1 0,1-1 0,-1 1-1,1 0 1,0-1 0,0 0 0,1 0 0,-1 0 0,9 4 0,-6-5 2,0 1 1,0-1 0,1 0 0,-1-1 0,1 0-1,-1 0 1,1-1 0,0 0 0,-1 0 0,11-2 0,6-3 7,0 0 0,0-2 0,-1-1 0,0-1 0,42-22-1,-12 0 10,-39 21-21,1 0-1,0 1 1,1 1 0,-1 1-1,2 0 1,-1 1 0,1 1-1,19-4 1,-35 9-2,1 0 1,-1 0-1,1 1 0,-1-1 1,1 1-1,-1-1 0,1 1 1,-1-1-1,1 1 0,-1 0 1,0 0-1,1 0 0,-1 0 1,0 0-1,0 0 1,1 0-1,-1 0 0,0 0 1,0 1-1,0-1 0,-1 0 1,1 1-1,0-1 0,0 0 1,-1 1-1,1-1 0,-1 1 1,1-1-1,-1 1 0,0 0 1,0-1-1,1 1 1,-1-1-1,0 3 0,2 67 294,-3-54-56,1 4 48,-1 6 15,6 48 0,-4-69-293,0 0 0,0-1 0,0 1 0,1-1 1,-1 1-1,1-1 0,1 0 0,-1 1 0,1-1 0,0 0 0,0-1 0,0 1 0,1 0 0,6 6 0,-8-10-7,0 0 0,0 0 0,0 0 0,0 0 0,0 0 0,0 0 0,0-1 0,0 1 0,0-1 0,0 0 0,0 1 0,0-1 0,0 0 0,0 0 0,0 0 0,1-1-1,-1 1 1,0 0 0,0-1 0,0 0 0,0 1 0,0-1 0,0 0 0,0 0 0,0 0 0,-1 0 0,1 0 0,3-3 0,4-3 8,1-1-1,-1 0 1,12-16 0,-18 21-8,10-11 26,7-6 19,-2-1 1,0-1 0,-1-1-1,-1 0 1,-1-1-1,18-42 1,-32 65 802,-2 28-358,0-16-447,-2 12 117,1 0-1,1 0 1,1 1-1,5 42 1,-4-62-225,-1 1 0,1-1 0,1 1 0,-1-1 1,0 0-1,1 0 0,0 0 0,0 1 0,0-1 0,1-1 1,-1 1-1,1 0 0,0-1 0,0 1 0,0-1 0,0 0 1,1 0-1,-1 0 0,1-1 0,0 1 0,0-1 0,0 0 0,0 0 1,0 0-1,0 0 0,1-1 0,-1 0 0,0 0 0,1 0 1,-1 0-1,10-1 0,-12 1-235,1-1-1,0 0 1,-1 0 0,1 0 0,-1 0-1,1-1 1,-1 1 0,1-1-1,-1 1 1,1-1 0,-1 0 0,1 0-1,-1 0 1,0 0 0,0-1 0,4-1-1,13-21-3271</inkml:trace>
</inkml:ink>
</file>

<file path=ppt/ink/ink2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8:13.142"/>
    </inkml:context>
    <inkml:brush xml:id="br0">
      <inkml:brushProperty name="width" value="0.025" units="cm"/>
      <inkml:brushProperty name="height" value="0.025" units="cm"/>
    </inkml:brush>
  </inkml:definitions>
  <inkml:trace contextRef="#ctx0" brushRef="#br0">19 46 7335,'0'0'85,"0"-9"214,0-18 335,0 18 1396,-1 34-770,-7 115 2669,-2 128-2218,11-234-1716,2 0 0,1 0 0,2-1 0,1 1 1,18 53-1,-23-83-92,-1-1 0,1 1 0,0-1 0,0 0 0,0 0 0,0 0 0,0 0 0,1 0 0,-1-1 0,1 1 0,0-1 0,4 4 0,-6-6-63,0 1-1,0-1 1,0 1 0,0-1-1,0 0 1,0 0 0,0 1-1,0-1 1,0 0-1,0 0 1,1 0 0,-1 0-1,0 0 1,0 0 0,0 0-1,0 0 1,0-1-1,0 1 1,0 0 0,0-1-1,0 1 1,0-1 0,0 1-1,0-1 1,0 1-1,0-1 1,-1 0 0,1 1-1,0-1 1,0 0 0,-1 0-1,1 1 1,0-1-1,-1 0 1,1 0 0,-1 0-1,1 0 1,-1 0 0,1 0-1,-1 0 1,0 0-1,1 0 1,-1 0 0,0-2-1,11-33-5348</inkml:trace>
</inkml:ink>
</file>

<file path=ppt/ink/ink2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8:13.359"/>
    </inkml:context>
    <inkml:brush xml:id="br0">
      <inkml:brushProperty name="width" value="0.025" units="cm"/>
      <inkml:brushProperty name="height" value="0.025" units="cm"/>
    </inkml:brush>
  </inkml:definitions>
  <inkml:trace contextRef="#ctx0" brushRef="#br0">1 188 9865,'0'0'449,"46"-33"-417,-20 15-32,2 0 0,1-1 0,0 0 32,-4 3-32,-1 1-32,-7 0-1281,-2-1-833,-5-3-2082</inkml:trace>
</inkml:ink>
</file>

<file path=ppt/ink/ink2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8:13.668"/>
    </inkml:context>
    <inkml:brush xml:id="br0">
      <inkml:brushProperty name="width" value="0.025" units="cm"/>
      <inkml:brushProperty name="height" value="0.025" units="cm"/>
    </inkml:brush>
  </inkml:definitions>
  <inkml:trace contextRef="#ctx0" brushRef="#br0">62 0 9897,'0'0'2200,"-5"13"-1907,-7 23 296,1 1 0,2 0 0,2 1 0,1 0 0,0 43 0,4-44-398,-1 42-1,11 141 1,6-167-728,-14-51 351,1-1-1,-1 0 1,1 1 0,0-1 0,0 0-1,0 1 1,0-1 0,0 0-1,0 0 1,0 0 0,0 0 0,0 0-1,0 0 1,3 1 0,-3-2-44,0 1-1,0-1 1,0 0-1,0 0 1,0 0 0,0 0-1,0 0 1,-1 0 0,1 0-1,0 0 1,0-1 0,0 1-1,0 0 1,0-1 0,0 1-1,0 0 1,0-1-1,0 1 1,-1-1 0,1 0-1,0 1 1,0-1 0,-1 1-1,1-1 1,0 0 0,0-1-1,18-24-6330</inkml:trace>
</inkml:ink>
</file>

<file path=ppt/ink/ink2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8:13.870"/>
    </inkml:context>
    <inkml:brush xml:id="br0">
      <inkml:brushProperty name="width" value="0.025" units="cm"/>
      <inkml:brushProperty name="height" value="0.025" units="cm"/>
    </inkml:brush>
  </inkml:definitions>
  <inkml:trace contextRef="#ctx0" brushRef="#br0">27 1 11915,'0'0'449,"-22"63"127,20-27-223,-1 2-193,3 2-32,0-3-96,0 1 0,0-4 0,2-3-32,3-5 0,-3-3-64,1-8-1826</inkml:trace>
</inkml:ink>
</file>

<file path=ppt/ink/ink2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8:14.055"/>
    </inkml:context>
    <inkml:brush xml:id="br0">
      <inkml:brushProperty name="width" value="0.025" units="cm"/>
      <inkml:brushProperty name="height" value="0.025" units="cm"/>
    </inkml:brush>
  </inkml:definitions>
  <inkml:trace contextRef="#ctx0" brushRef="#br0">1 0 11627,'0'0'64</inkml:trace>
</inkml:ink>
</file>

<file path=ppt/ink/ink2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8:14.772"/>
    </inkml:context>
    <inkml:brush xml:id="br0">
      <inkml:brushProperty name="width" value="0.025" units="cm"/>
      <inkml:brushProperty name="height" value="0.025" units="cm"/>
    </inkml:brush>
  </inkml:definitions>
  <inkml:trace contextRef="#ctx0" brushRef="#br0">1 305 11115,'0'0'37,"8"-4"27,9-4-41,0-2 1,0 0 0,-1-1-1,-1-1 1,0 0-1,19-20 1,-28 26-16,1-1 0,-2 0 1,1 0-1,-1 0 0,0-1 1,-1 0-1,0 0 0,0 0 1,0 0-1,-1-1 0,0 1 1,-1-1-1,0 0 1,-1 1-1,1-1 0,-2 0 1,1-10-1,-1 18-5,0 0 0,-1 0-1,1 0 1,0 0 0,0 0 0,0 0 0,-1 0-1,1 0 1,-1 0 0,1 0 0,-1 0 0,1 0 0,-1 0-1,1 0 1,-1 1 0,0-1 0,1 0 0,-1 0-1,0 1 1,0-1 0,0 0 0,1 1 0,-1-1 0,0 1-1,0-1 1,-1 0 0,-1 1 9,0-1 0,1 1 0,-1-1 0,0 1 0,0 0 0,0 0 0,0 0 0,1 0 0,-6 1 0,1 1 125,0 0 1,1-1 0,-1 2-1,1-1 1,-1 1 0,1 0-1,-9 6 1,7-1-47,0-1-1,1 1 1,0 1-1,0 0 1,0-1-1,2 2 1,-1-1-1,1 1 1,0 0-1,1 0 1,0 0-1,1 1 1,0 0-1,0-1 1,1 1-1,1 0 1,0 0-1,0 0 1,1 0-1,3 20 1,-2-26-81,1 0 0,0 0 0,0 0 0,0 0 0,0-1 0,1 1 0,0-1 0,0 1 0,0-1 0,1 0 0,-1 0 0,1-1 0,0 1 0,0-1 0,0 0 0,1 0 0,-1 0 0,1 0 0,-1-1 0,1 0 0,0 0 0,0 0 1,0 0-1,0-1 0,10 2 0,-5-1-5,1-1 1,-1 1 0,1-2 0,0 1 0,0-1 0,-1-1-1,1 0 1,0-1 0,-1 0 0,1 0 0,19-8 0,-16 2-5,0-1 1,0 0-1,-1 0 1,-1-2-1,0 1 1,0-2-1,-1 1 1,0-2-1,-1 1 1,0-2-1,-1 1 1,-1-1-1,0 0 1,-1-1-1,0 0 1,-2 0 0,1-1-1,-2 1 1,0-1-1,3-25 1,-7 39-1,0 0 0,0-1 1,0 1-1,0 0 1,0 0-1,0-1 1,0 1-1,-1 0 1,1 0-1,-1 0 0,1-1 1,-1 1-1,0 0 1,0 0-1,0 0 1,0 0-1,-1 0 0,1 0 1,0 1-1,-1-1 1,1 0-1,-1 1 1,0-1-1,1 1 0,-1-1 1,0 1-1,0 0 1,-3-2-1,-3 1 5,0 0-1,0 0 1,0 1-1,1 0 0,-1 1 1,-14 0-1,15 0-4,136 6 9,-126-6 12,-1 0 0,1 0 0,0 0 0,-1 1-1,1-1 1,-1 1 0,1-1 0,-1 1-1,1 0 1,-1 0 0,0 1 0,1-1 0,-1 0-1,0 1 1,0-1 0,0 1 0,0-1 0,0 1-1,0 0 1,-1 0 0,1 0 0,-1 0-1,1 0 1,-1 1 0,0-1 0,0 0 0,1 1-1,-2-1 1,1 1 0,0-1 0,0 6 0,2 8 474,-1 1 0,-1 0 1,0 0-1,-3 20 1,2 24 391,1-55-866,0 0 0,1 0 1,-1-1-1,1 1 0,0-1 0,1 1 0,-1-1 0,1 0 0,0 0 0,0 0 0,1 0 0,0-1 0,-1 1 1,1-1-1,1 0 0,-1 0 0,1 0 0,-1-1 0,1 0 0,0 1 0,1-2 0,-1 1 0,0-1 1,1 1-1,-1-2 0,1 1 0,0-1 0,-1 1 0,1-1 0,0-1 0,8 1 0,2-1-336,-1 0 1,1 0-1,-1-2 0,0 0 0,1-1 0,-1 0 0,0-1 1,-1-1-1,1 0 0,-1-1 0,17-10 0,25-21-4570</inkml:trace>
</inkml:ink>
</file>

<file path=ppt/ink/ink2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0:58:15.441"/>
    </inkml:context>
    <inkml:brush xml:id="br0">
      <inkml:brushProperty name="width" value="0.025" units="cm"/>
      <inkml:brushProperty name="height" value="0.025" units="cm"/>
    </inkml:brush>
  </inkml:definitions>
  <inkml:trace contextRef="#ctx0" brushRef="#br0">8 109 4260,'-2'-4'262,"1"-1"0,0 0 0,0 0 1,0 1-1,0-1 0,1 0 0,0 0 0,0 0 0,0 0 0,1 0 0,1-8 1,-2 11-205,0 0 0,1 0 0,-1 0 0,1 0 0,0 1 1,-1-1-1,1 0 0,0 0 0,0 0 0,0 0 0,0 1 1,0-1-1,1 0 0,-1 1 0,0-1 0,1 1 0,-1 0 1,1-1-1,0 1 0,-1 0 0,1 0 0,0 0 0,0 0 1,0 0-1,0 0 0,-1 1 0,1-1 0,0 1 0,0-1 1,3 1-1,-4 0-52,0 1 0,0-1 0,0 1 0,0 0 0,0-1 0,0 1 0,0 0 0,0 0 0,0 0 0,0 0 0,0 0 0,-1 0 0,1 0 0,0 0 0,-1 0 0,1 0 0,0 0 0,-1 0 0,0 0 0,1 0 0,-1 1 0,0-1 0,0 0 0,1 0 0,-1 1 0,0-1 0,0 0 0,0 0 0,0 1 0,-1-1 0,1 0 0,0 0 0,0 0 0,-1 2 0,0 2 12,1 0 0,-1 1 0,0-1 0,0 0 0,-1 0 0,-3 10 0,4-14-39,1-1-1,0 1 1,-1 0 0,1-1-1,0 1 1,-1 0 0,1-1-1,-1 1 1,1 0-1,-1-1 1,0 1 0,1-1-1,-1 1 1,1-1 0,-1 0-1,0 1 1,1-1 0,-1 1-1,0-1 1,0 0 0,1 0-1,-1 0 1,0 1 0,0-1-1,1 0 1,-1 0-1,0 0 1,0 0 0,1 0-1,-2 0 1,-8-7-3193</inkml:trace>
</inkml:ink>
</file>

<file path=ppt/ink/ink2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1:49.764"/>
    </inkml:context>
    <inkml:brush xml:id="br0">
      <inkml:brushProperty name="width" value="0.025" units="cm"/>
      <inkml:brushProperty name="height" value="0.025" units="cm"/>
    </inkml:brush>
  </inkml:definitions>
  <inkml:trace contextRef="#ctx0" brushRef="#br0">217 104 4036,'1'-5'211,"1"0"1,-1 1-1,1-1 0,0 1 1,1 0-1,-1-1 1,1 1-1,0 0 0,0 0 1,0 1-1,1-1 1,-1 1-1,1 0 0,0-1 1,0 2-1,0-1 1,0 0-1,0 1 0,8-3 1,-12 5-142,0 0 0,0 0-1,1-1 1,-1 1 0,0 0 0,0 0 0,1 0 0,-1 0 0,0 0-1,0 0 1,0 0 0,1 0 0,-1-1 0,0 1 0,0 0 0,0 0 0,1 0-1,-1 0 1,0-1 0,0 1 0,0 0 0,0 0 0,0 0 0,1-1-1,-1 1 1,0 0 0,0 0 0,0-1 0,0 1 0,0 0 0,0 0-1,0-1 1,0 1 0,0 0 0,0 0 0,0-1 0,0 1 0,0 0 0,0 0-1,0-1 1,-10-7 714,-15-1-567,13 7-44,1 2 0,0-1-1,-1 1 1,1 1 0,-1 0 0,1 1 0,-1 0 0,1 1-1,0 0 1,0 0 0,1 1 0,-1 1 0,-15 9 0,20-10-103,-1 1 1,1-1 0,1 1 0,-1 1 0,1-1-1,0 1 1,0 0 0,0 0 0,1 0 0,0 1-1,0 0 1,1 0 0,0 0 0,0 0-1,0 0 1,1 0 0,0 1 0,1-1 0,0 1-1,0 0 1,0 9 0,1-10-47,0-1 0,0 1-1,1 0 1,0 0 0,0 0 0,1 0 0,0-1 0,0 1-1,0-1 1,1 1 0,0-1 0,0 0 0,1 0 0,0 0-1,0 0 1,0-1 0,9 9 0,-6-8 11,1 0 0,-1-1 0,1 1 1,1-2-1,-1 1 0,1-1 0,-1 0 0,1-1 0,0 0 1,1 0-1,-1-1 0,14 1 0,-17-2-219,72 5 849,-38-11-1904,-38 4 723,1 0 0,0 0 1,0 0-1,-1 0 0,1-1 1,0 1-1,-1-1 0,1 0 1,3-3-1,4-9-6493</inkml:trace>
</inkml:ink>
</file>

<file path=ppt/ink/ink2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1:26.014"/>
    </inkml:context>
    <inkml:brush xml:id="br0">
      <inkml:brushProperty name="width" value="0.025" units="cm"/>
      <inkml:brushProperty name="height" value="0.025" units="cm"/>
    </inkml:brush>
  </inkml:definitions>
  <inkml:trace contextRef="#ctx0" brushRef="#br0">352 5 4260,'0'0'4009,"-3"-2"-4004,2 1 2,1 1 0,0 0 0,-1 0 0,1 0 0,-1-1 0,1 1 0,0 0 0,-1 0 0,1 0 0,-1 0 0,1 0 0,0-1 0,-1 1 0,1 0 0,-1 0 0,1 0 0,-1 0 0,1 0 0,0 0 0,-1 1 0,1-1 0,-1 0 0,1 0-1,0 0 1,-1 0 0,1 0 0,-1 1 0,1-1 0,0 0 0,-1 0 0,1 0 0,0 1 0,-1-1 0,1 0 0,0 1 0,-1-1 0,1 0 0,0 1 0,0-1 0,0 0 0,-1 1 0,1 0 0,-12 29 706,-2 56 853,12-66-1315,-56 460 2378,19-135-2141,-76 878 1328,45 5 187,69-1206-2010,0 6-206,-4 46-552,-1-29-2656,1-35-1325,0-9-3726</inkml:trace>
</inkml:ink>
</file>

<file path=ppt/ink/ink2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1:27.280"/>
    </inkml:context>
    <inkml:brush xml:id="br0">
      <inkml:brushProperty name="width" value="0.025" units="cm"/>
      <inkml:brushProperty name="height" value="0.025" units="cm"/>
    </inkml:brush>
  </inkml:definitions>
  <inkml:trace contextRef="#ctx0" brushRef="#br0">0 152 352,'0'0'4479,"8"-1"-4153,1609-102 3472,9 57-3048,-1573 45-747,154 2 26,-186 2 229,0 0 0,40 13 0,25 4 404,-24-16 1564,-58-1-2219,-1 0-1,-1 1 0,1 0 0,-1 0 0,1 0 0,-1 0 1,0 0-1,0 0 0,-1 1 0,2 7 0,0-5 6,13 39 196,-2 0 0,-3 0 0,-1 1-1,-2 1 1,-3 0 0,-1 0-1,-4 50 1,-42 343 1239,21-281-1347,-72 735 1223,8-64 1032,5-33-1709,78-775-709,0 6-484,-1 1 1,-2 0-1,-1-1 1,-1 0 0,-13 34-1,-3-19-3734</inkml:trace>
</inkml:ink>
</file>

<file path=ppt/ink/ink2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1:28.389"/>
    </inkml:context>
    <inkml:brush xml:id="br0">
      <inkml:brushProperty name="width" value="0.025" units="cm"/>
      <inkml:brushProperty name="height" value="0.025" units="cm"/>
    </inkml:brush>
  </inkml:definitions>
  <inkml:trace contextRef="#ctx0" brushRef="#br0">12 226 6054,'0'0'2925,"-2"7"-2936,-2 22 306,1 0 0,1 0 0,2-1 0,0 1 0,2 0-1,6 31 1,1 31 594,-12 688 3303,-10-400-1984,13-363-2047,-1-11-104,1 1-1,0-1 1,0 1 0,1-1 0,-1 0 0,1 1 0,2 5-1,-2-9-48,0-1-1,0 1 0,0 0 1,0-1-1,0 1 0,1 0 0,-1-1 1,0 0-1,1 1 0,-1-1 1,1 0-1,0 0 0,-1 0 0,1 0 1,0 0-1,0 0 0,0 0 1,0 0-1,-1-1 0,1 1 1,0-1-1,0 0 0,3 1 0,30 3 60,1-2 0,61-3 0,-37 0-59,508-47 96,-343 22-80,144-11 30,662-75 986,-40 10 492,-543 59-1372,-396 33 121,-52 10-271,1 0 0,-1 0 1,0 0-1,1 0 1,-1 0-1,1-1 1,-1 1-1,0 0 0,1 0 1,-1 0-1,0-1 1,1 1-1,-1 0 1,0-1-1,1 1 1,-1 0-1,0-1 0,0 1 1,1 0-1,-1-1 1,0 1-1,0 0 1,0-1-1,1 1 1,-1-1-1,0 1 0,0 0 1,0-1-1,0 1 1,0-1-1,0 1 1,0-1-1,0 0 1,-1 0 0,0-1 0,0 1 1,0 0-1,-1-1 1,1 1-1,-1 0 1,1 0-1,0 0 1,-1 0-1,0 0 0,1 0 1,-1 0-1,-2-1 1,-4-1-5,0 0 0,1-1-1,-1-1 1,1 1 0,0-1 0,0 0 0,1-1 0,-1 1 0,1-1 0,1 0 0,-1-1 0,1 0-1,0 0 1,1 0 0,-1 0 0,1 0 0,1-1 0,-1 0 0,2 0 0,-1 0 0,1 0-1,0 0 1,-1-15 0,-2-24 13,3 1 0,1-1-1,3 1 1,10-65 0,48-184-510,-28 156-560,30-195-5815,-39 160-2034</inkml:trace>
</inkml:ink>
</file>

<file path=ppt/ink/ink2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1:32.577"/>
    </inkml:context>
    <inkml:brush xml:id="br0">
      <inkml:brushProperty name="width" value="0.025" units="cm"/>
      <inkml:brushProperty name="height" value="0.025" units="cm"/>
    </inkml:brush>
  </inkml:definitions>
  <inkml:trace contextRef="#ctx0" brushRef="#br0">2064 226 3459,'2'-9'795,"-1"0"0,0-1 0,0 1 0,0-1 1,-1 1-1,-2-15 0,1 21-705,1 1 0,0 0 0,-1 0 0,1 0 1,-1 0-1,0 0 0,1 0 0,-1 0 0,0 0 1,0 0-1,-1 0 0,1 0 0,0 1 0,0-1 1,-1 0-1,1 1 0,-1-1 0,0 1 0,1-1 1,-1 1-1,0 0 0,0 0 0,0 0 0,0 0 1,0 0-1,0 0 0,0 1 0,0-1 0,0 1 1,0-1-1,0 1 0,-1 0 0,-2 0 0,-7 0-24,0 2 0,0 0 0,0 0 0,0 1 0,0 1 0,0 0 0,0 0 0,1 1 0,-19 12 0,-12 9 362,-43 37-1,33-24-292,-303 242 220,-30 22 149,342-271-307,2 2-1,2 2 0,-44 51 0,-92 132-143,63-76 76,73-92 60,3 1 1,1 2-1,3 1 0,-38 92 1,32-48-71,-49 202 0,58-180 37,-65 343 1022,90-435-1111,2 0 0,1 1 0,6 56-1,-3-78-35,0-1-1,1 1 0,0-1 0,0 0 0,1 1 1,0-1-1,0-1 0,1 1 0,0-1 1,0 0-1,8 8 0,0-1 30,1 0 0,1-1 0,26 18 1,-34-27-1,1 1 0,0-1 1,-1-1-1,1 1 1,0-2-1,0 1 1,0-1-1,0 0 1,0 0-1,1-1 0,-1 0 1,0-1-1,13-2 1,14-3 270,61-21 1,-68 18-400,2-1 113,0-2 0,-1-1 1,-1-1-1,31-20 0,104-81 134,-53 34-130,299-228 180,-351 254-178,-3-4-1,86-114 1,-37 40 48,-36 53-47,76-96 347,-115 138-233,-2-2 1,35-72-1,-40 60-84,16-57 0,-25 65 56,3 0-1,31-63 1,-32 78-92,-2 0 0,-2-1-1,0 0 1,-2-1 0,9-59 0,5-162 222,-22 234-267,8-194 42,-8 195-39,0-1-1,-2 1 1,0-1-1,-1 1 1,-1 0 0,-1 0-1,0 0 1,-13-31-1,6 13 6,8 22-24,-1 1-1,-1 0 1,0 0-1,-9-15 1,10 22 13,1 0 0,-1 0 1,0 1-1,-1-1 0,1 1 0,-1 0 1,0 0-1,0 1 0,0 0 1,0 0-1,-1 0 0,-8-3 0,-7-2-68,16 6 73,0 1 0,0-1 0,0 0 0,0-1 0,1 1 0,-1-1 0,1 0 0,-5-3 0,7 3-157,1 1 0,-1-1 1,1 1-1,-1-1 1,1 1-1,0-1 0,0 1 1,0-1-1,0 0 0,1 0 1,-1 0-1,1 1 0,-1-1 1,1 0-1,0 0 1,0 0-1,1 0 0,0-5 1,6-29-4139,7-11-3641</inkml:trace>
</inkml:ink>
</file>

<file path=ppt/ink/ink2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1:33.660"/>
    </inkml:context>
    <inkml:brush xml:id="br0">
      <inkml:brushProperty name="width" value="0.025" units="cm"/>
      <inkml:brushProperty name="height" value="0.025" units="cm"/>
    </inkml:brush>
  </inkml:definitions>
  <inkml:trace contextRef="#ctx0" brushRef="#br0">47 1 3171,'-3'8'5391,"-4"25"-3672,-5 45-304,-12 283 651,27-363-6513,-1-9-1217</inkml:trace>
</inkml:ink>
</file>

<file path=ppt/ink/ink2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1:33.989"/>
    </inkml:context>
    <inkml:brush xml:id="br0">
      <inkml:brushProperty name="width" value="0.025" units="cm"/>
      <inkml:brushProperty name="height" value="0.025" units="cm"/>
    </inkml:brush>
  </inkml:definitions>
  <inkml:trace contextRef="#ctx0" brushRef="#br0">115 99 4965,'3'-8'432,"1"0"41,0 0 0,0 0 1,1 1-1,0-1 0,0 1 0,11-12 0,-13 17-318,-1-1-1,1 1 1,-1 0-1,1 0 1,0 0-1,0 0 1,0 0-1,0 1 1,0-1-1,0 1 1,1 0-1,-1 0 1,0 0-1,1 0 1,-1 1-1,1-1 1,-1 1-1,1 0 1,-1 0-1,0 0 1,1 1-1,-1-1 1,1 1-1,3 1 1,-4-1-104,0 1 1,0 0-1,0 0 0,-1 1 1,1-1-1,0 1 0,-1-1 1,0 1-1,0 0 0,0 0 1,0-1-1,0 2 0,0-1 1,-1 0-1,1 0 0,-1 0 1,0 1-1,0-1 0,0 1 1,-1-1-1,1 1 0,-1 6 1,1-2 17,0 1 1,-1-1 0,0 0 0,-1 1 0,1-1 0,-2 0 0,1 0 0,-6 16 0,2-15-25,-1 0 1,1 0 0,-2 0-1,1-1 1,-1 0 0,-1 0 0,1-1-1,-1 0 1,-17 12 0,-12 5-1102,-42 20 0,46-26-1544,-11 6-2370</inkml:trace>
</inkml:ink>
</file>

<file path=ppt/ink/ink2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1:34.692"/>
    </inkml:context>
    <inkml:brush xml:id="br0">
      <inkml:brushProperty name="width" value="0.025" units="cm"/>
      <inkml:brushProperty name="height" value="0.025" units="cm"/>
    </inkml:brush>
  </inkml:definitions>
  <inkml:trace contextRef="#ctx0" brushRef="#br0">1 1 5573,'0'0'4431,"8"1"-4143,6 5 51,1 0 0,-2 1 0,1 1-1,-1 0 1,0 0 0,22 21 0,-14-13-15,37 21 321,10 10-1754,-62-39-4390</inkml:trace>
</inkml:ink>
</file>

<file path=ppt/ink/ink2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1:34.941"/>
    </inkml:context>
    <inkml:brush xml:id="br0">
      <inkml:brushProperty name="width" value="0.025" units="cm"/>
      <inkml:brushProperty name="height" value="0.025" units="cm"/>
    </inkml:brush>
  </inkml:definitions>
  <inkml:trace contextRef="#ctx0" brushRef="#br0">161 1 5541,'0'0'6086,"-50"19"-5093,39 7-192,-3 6-481,1 2-192,0 4 32,0-1 129,2-2-65,-3-1-320,4-5-2114,-2-6-2211</inkml:trace>
</inkml:ink>
</file>

<file path=ppt/ink/ink2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1:35.769"/>
    </inkml:context>
    <inkml:brush xml:id="br0">
      <inkml:brushProperty name="width" value="0.025" units="cm"/>
      <inkml:brushProperty name="height" value="0.025" units="cm"/>
    </inkml:brush>
  </inkml:definitions>
  <inkml:trace contextRef="#ctx0" brushRef="#br0">1 1686 3427,'0'0'4565,"6"-7"-4208,287-344 4816,28-35-3651,258-275 378,-473 536-1814,22-23 58,-122 140 69,-6 10-1840,0 3-1380</inkml:trace>
</inkml:ink>
</file>

<file path=ppt/ink/ink2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1:37.569"/>
    </inkml:context>
    <inkml:brush xml:id="br0">
      <inkml:brushProperty name="width" value="0.025" units="cm"/>
      <inkml:brushProperty name="height" value="0.025" units="cm"/>
    </inkml:brush>
  </inkml:definitions>
  <inkml:trace contextRef="#ctx0" brushRef="#br0">247 33 448,'-2'-7'385,"-2"-1"63,3 4 129,-2-1-161,-1 1-160,1 2-95,1 0-65,-4 2-96,-1-1 160,1 1-64,-4 1-96,-3 7 32,-2 1-32,-7 5 0,-1 3 0,-10 2-32,-8 5 0,-11 3-1986</inkml:trace>
</inkml:ink>
</file>

<file path=ppt/ink/ink2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1:43.884"/>
    </inkml:context>
    <inkml:brush xml:id="br0">
      <inkml:brushProperty name="width" value="0.025" units="cm"/>
      <inkml:brushProperty name="height" value="0.025" units="cm"/>
    </inkml:brush>
  </inkml:definitions>
  <inkml:trace contextRef="#ctx0" brushRef="#br0">122 64 3043,'0'-1'156,"0"0"1,0 0-1,0 0 1,0 0-1,0-1 1,0 1-1,0 0 1,0 0-1,0 0 1,-1 0-1,1 0 1,-1 0-1,1 0 1,0 0-1,-1 0 1,0 0-1,1 0 1,-2-1-1,2 2-81,-1 0-1,1 0 1,-1 0-1,1 0 1,0 0-1,-1-1 1,1 1 0,-1 0-1,1 0 1,-1 0-1,1 0 1,-1 0-1,1 1 1,-1-1-1,1 0 1,-1 0-1,1 0 1,-1 0 0,1 0-1,-1 1 1,1-1-1,-1 0 1,1 1-1,0-1 1,-1 0-1,0 1 1,-2 1 77,1 1 0,-1 0 0,0 0-1,1 0 1,0 0 0,-1 0 0,1 0 0,-2 7 0,1-3-57,0 0-1,1 0 1,0 0 0,0 1 0,1-1 0,0 1 0,0-1 0,1 1 0,0 0 0,1-1 0,-1 1 0,1-1 0,3 11 0,-3-15-72,0 0 1,1 1-1,-1-1 1,1 0-1,0 0 1,0 0-1,0 0 1,0 0-1,1 0 1,-1-1-1,1 1 1,0-1-1,-1 0 1,1 0-1,0 0 1,0 0-1,0 0 1,1 0-1,-1-1 1,0 0-1,1 1 1,-1-1-1,1-1 1,-1 1-1,1 0 1,-1-1-1,1 0 0,-1 0 1,5 0-1,-1 0 5,0-1 0,0 0-1,0 0 1,0 0-1,-1-1 1,1 0 0,0 0-1,-1-1 1,0 0-1,1 0 1,-1 0-1,10-8 1,-12 8-25,-1 0 0,0 0-1,1 0 1,-1 0 0,0-1 0,-1 1-1,1-1 1,-1 1 0,1-1 0,-1 0-1,0 0 1,-1 0 0,1-1 0,-1 1-1,0 0 1,0 0 0,0-1 0,0 1-1,-1-1 1,0-8 0,0 11-9,-1 0 0,0 0 0,1 0 0,-1 1 1,0-1-1,0 0 0,0 0 0,0 0 0,-1 1 0,1-1 0,0 1 1,-1-1-1,1 1 0,-1-1 0,1 1 0,-1 0 0,0 0 0,0 0 1,1 0-1,-1 0 0,0 0 0,0 0 0,0 1 0,0-1 0,0 1 1,0-1-1,-3 1 0,-60-7-222,62 7 220,-178 0-62,180 0 198,24-7 29,1-2-1,25-13 1,40-14-115,-81 33-31,0 1 1,1 0-1,-1 1 0,0 0 1,1 0-1,-1 1 0,1 0 1,14 2-1,-21-2 11,-1 1 0,0-1 0,1 1 0,-1 0-1,0-1 1,1 1 0,-1 0 0,0 0 0,0 0 0,0 0-1,0 0 1,0 0 0,0 0 0,0 1 0,0-1 0,0 0 0,-1 1-1,1-1 1,0 0 0,-1 1 0,1-1 0,-1 1 0,1-1 0,-1 1-1,0-1 1,0 2 0,4 51 1143,-2-24-827,-2-26-305,1 1 1,0-1-1,1 0 0,-1 0 1,1 0-1,-1 1 1,1-2-1,0 1 1,1 0-1,-1 0 0,1-1 1,0 1-1,0-1 1,0 0-1,0 0 1,0 0-1,1 0 0,-1 0 1,1-1-1,0 0 1,0 0-1,7 4 1,-7-5-10,0-1 0,-1 1 0,1-1 0,0 1 0,-1-1 0,1 0 0,0 0 0,-1-1 0,1 1 0,0-1 0,-1 0 0,1 0 0,-1 0 0,1 0 0,-1-1 0,1 1 0,-1-1 0,0 0 0,0 0 0,0 0 0,0 0 0,0-1 0,0 1 0,-1-1 0,1 0 0,-1 0 0,4-5 0,-2 2-39,0 0 0,0-1 1,0 1-1,-1-1 0,0 0 0,-1 0 0,1 0 0,-1 0 0,-1 0 0,1-1 1,-1 1-1,-1 0 0,1-16 0,-1 23 13,0 0 1,0-1-1,0 1 1,0-1-1,0 1 1,0 0-1,0-1 1,0 1-1,0-1 1,0 1-1,0 0 1,0-1-1,-1 1 1,1 0-1,0-1 1,0 1-1,0-1 1,0 1-1,-1 0 1,1-1-1,0 1 1,0 0-1,-1 0 1,1-1-1,0 1 1,-1 0-1,1 0 1,0-1-1,0 1 1,-1 0-1,1 0 1,-1 0-1,1-1 1,0 1-1,-1 0 1,1 0-1,0 0 1,-1 0-1,1 0 1,-1 0-1,1 0 1,0 0-1,-1 0 1,1 0-1,-1 0 1,1 0-1,0 0 1,-1 0-1,1 0 1,-1 0-1,1 1 1,0-1-1,-1 0 1,1 0-1,0 0 1,-1 1-1,-16 16 179,16-14-139,0 0 0,0 0 0,0 0 0,0 0 0,0 1 1,1-1-1,-1 0 0,1 0 0,0 1 0,0-1 0,0 0 0,1 0 1,-1 1-1,1-1 0,-1 0 0,1 0 0,0 0 0,0 0 1,1 0-1,-1 0 0,1 0 0,-1 0 0,1 0 0,0 0 0,0-1 1,0 1-1,1-1 0,-1 0 0,5 4 0,-3-3-88,1 0 0,-1-1 0,1 1 0,0-1 0,0 0-1,0-1 1,0 1 0,0-1 0,9 1 0,30-3-3145,-27-4-852</inkml:trace>
</inkml:ink>
</file>

<file path=ppt/ink/ink2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1:44.117"/>
    </inkml:context>
    <inkml:brush xml:id="br0">
      <inkml:brushProperty name="width" value="0.025" units="cm"/>
      <inkml:brushProperty name="height" value="0.025" units="cm"/>
    </inkml:brush>
  </inkml:definitions>
  <inkml:trace contextRef="#ctx0" brushRef="#br0">1 0 6566,'0'0'6433,"4"8"-5638,4 10-510,-1 1 1,-1 0-1,0 0 0,4 34 0,15 51 371,-25-104-732,9 19-1154,-1-10-3427,-5-9 638</inkml:trace>
</inkml:ink>
</file>

<file path=ppt/ink/ink2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1:44.273"/>
    </inkml:context>
    <inkml:brush xml:id="br0">
      <inkml:brushProperty name="width" value="0.025" units="cm"/>
      <inkml:brushProperty name="height" value="0.025" units="cm"/>
    </inkml:brush>
  </inkml:definitions>
  <inkml:trace contextRef="#ctx0" brushRef="#br0">1 93 7271,'0'0'2530,"35"-43"-2434,-10 36 0,0 0 97,1-1-193,-2-4-2627,-2-4-2626</inkml:trace>
</inkml:ink>
</file>

<file path=ppt/ink/ink2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1:44.680"/>
    </inkml:context>
    <inkml:brush xml:id="br0">
      <inkml:brushProperty name="width" value="0.025" units="cm"/>
      <inkml:brushProperty name="height" value="0.025" units="cm"/>
    </inkml:brush>
  </inkml:definitions>
  <inkml:trace contextRef="#ctx0" brushRef="#br0">0 0 6438,'0'0'5915,"3"6"-5050,5 22-248,9 53 0,7 26 92,-23-106-698,-1 1 0,1 0 0,-1 0 1,1 0-1,-1-1 0,1 1 0,0 0 0,0-1 0,0 1 0,0-1 0,0 1 1,0-1-1,1 1 0,-1-1 0,0 0 0,1 0 0,-1 0 0,1 1 0,-1-1 1,1-1-1,-1 1 0,1 0 0,0 0 0,2 0 0,-2-1-12,1 0-1,-1 0 1,0 0-1,1-1 0,-1 1 1,0-1-1,1 1 1,-1-1-1,0 0 1,0 0-1,0 0 1,0 0-1,0-1 0,0 1 1,0 0-1,2-3 1,2-1-29,0-1 0,-1 0 1,1 0-1,-1 0 0,-1 0 1,1-1-1,-1 1 0,-1-1 1,1 0-1,4-14 0,-8 20 29,1 1 0,-1 0 0,0-1 0,1 1 0,-1 0-1,0-1 1,1 1 0,-1 0 0,1 0 0,-1 0 0,0-1 0,1 1-1,-1 0 1,1 0 0,-1 0 0,1 0 0,-1 0 0,1 0 0,-1 0-1,0 0 1,1 0 0,-1 0 0,1 0 0,-1 0 0,1 0 0,-1 0-1,1 0 1,-1 0 0,0 1 0,1-1 0,-1 0 0,1 0 0,-1 1-1,0-1 1,1 0 0,-1 0 0,0 1 0,1-1 0,-1 0-1,1 1 1,24 16 88,-16-11-57,26 8-236,-11-11-4025,-14-3-819</inkml:trace>
</inkml:ink>
</file>

<file path=ppt/ink/ink2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1:44.820"/>
    </inkml:context>
    <inkml:brush xml:id="br0">
      <inkml:brushProperty name="width" value="0.025" units="cm"/>
      <inkml:brushProperty name="height" value="0.025" units="cm"/>
    </inkml:brush>
  </inkml:definitions>
  <inkml:trace contextRef="#ctx0" brushRef="#br0">1 0 6951,'0'0'736</inkml:trace>
</inkml:ink>
</file>

<file path=ppt/ink/ink2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1:45.274"/>
    </inkml:context>
    <inkml:brush xml:id="br0">
      <inkml:brushProperty name="width" value="0.025" units="cm"/>
      <inkml:brushProperty name="height" value="0.025" units="cm"/>
    </inkml:brush>
  </inkml:definitions>
  <inkml:trace contextRef="#ctx0" brushRef="#br0">21 134 7399,'7'-4'149,"8"-5"-143,53-32 1763,-63 37-1529,0 1-1,0-1 1,0 0-1,0 0 1,-1-1-1,0 0 1,0 1-1,0-1 1,0-1-1,3-5 1,-7 11-218,0 0 0,0 0 0,0-1-1,0 1 1,0 0 0,0-1 0,0 1 0,0 0 0,0-1 0,0 1 0,0 0 0,0-1-1,0 1 1,0 0 0,0 0 0,0-1 0,0 1 0,-1 0 0,1-1 0,0 1-1,0 0 1,0 0 0,0-1 0,-1 1 0,1 0 0,0 0 0,0-1 0,0 1 0,-1 0-1,1 0 1,0 0 0,0 0 0,-1-1 0,1 1 0,0 0 0,-1 0 0,1 0-1,0 0 1,-19-3 314,-20 6-94,30 0-192,0 0 1,1 0 0,-1 1-1,1 0 1,0 1 0,-9 6 0,15-10-27,0 1 0,-1-1 0,1 0 0,0 1 0,0 0 0,1-1 0,-1 1 1,0 0-1,1 0 0,-1 0 0,1 0 0,-1 0 0,1 1 0,0-1 0,0 0 1,0 1-1,0-1 0,0 0 0,1 1 0,-1-1 0,1 1 0,0-1 0,-1 1 0,1-1 1,0 1-1,0-1 0,1 5 0,0-6-5,0 1 0,0-1-1,0 0 1,1 1 0,-1-1 0,0 0-1,0 0 1,1 0 0,-1 0 0,1 0 0,-1 0-1,1 0 1,-1-1 0,1 1 0,0 0 0,-1-1-1,1 0 1,0 1 0,-1-1 0,1 0-1,0 0 1,1 0 0,48 1 136,-37-1-112,-8 0-34,0-1 0,0 1 0,0-1 0,-1 0-1,1-1 1,0 1 0,-1-1 0,1 0 0,-1-1 0,1 1 0,-1-1 0,0 0 0,7-5 0,1-4-25,-1 0-1,1 0 1,11-17 0,6-6-124,-30 35 162,1 0 1,-1 0-1,0 0 1,0-1-1,1 1 1,-1 0-1,0 0 1,1 0-1,-1 0 1,0 0-1,1 0 1,-1 0-1,0 0 1,1 0-1,-1 0 1,0 0-1,1 0 1,-1 0-1,0 0 1,1 0-1,-1 0 1,0 0-1,1 0 1,-1 0-1,0 0 1,1 1-1,-1-1 1,0 0-1,1 0 1,-1 0-1,0 1 1,0-1-1,1 0 1,-1 0-1,0 1 1,0-1-1,0 0 1,1 0-1,-1 1 1,0-1-1,0 0 1,0 1-1,0-1 1,0 0-1,1 1 1,-1-1-1,0 0 1,0 1-1,10 26 394,-4-12 46,-3-11-349,1 1 0,-1-1 0,1-1 0,0 1 0,0 0 0,0-1 0,0 0-1,1 0 1,-1 0 0,9 3 0,22 4-649,-32-10 145,-1 1 1,0-1-1,1 0 0,-1 0 1,0-1-1,0 1 0,1 0 1,-1-1-1,0 0 0,0 1 1,4-3-1,4-8-8957</inkml:trace>
</inkml:ink>
</file>

<file path=ppt/ink/ink2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2:36.661"/>
    </inkml:context>
    <inkml:brush xml:id="br0">
      <inkml:brushProperty name="width" value="0.025" units="cm"/>
      <inkml:brushProperty name="height" value="0.025" units="cm"/>
    </inkml:brush>
  </inkml:definitions>
  <inkml:trace contextRef="#ctx0" brushRef="#br0">244 173 5029,'0'0'4217,"6"4"-3603,-1 0-547,-1 0 0,1 0 0,-1 1 1,-1-1-1,1 1 0,-1 0 0,1 0 0,-1 0 0,-1 1 1,1-1-1,-1 1 0,0-1 0,0 1 0,-1 0 0,1 0 0,-1-1 1,-1 1-1,1 8 0,7 79 82,-8-88-142,0 0 0,0 1 0,0-1-1,-1 0 1,0 1 0,0-1 0,0 0-1,-1 0 1,0 0 0,0 0 0,0 0-1,0 0 1,-1 0 0,-6 7 0,7-10 27,-1 0 1,1 0 0,-1 0-1,1-1 1,-1 1-1,0-1 1,0 0-1,0 0 1,1 0 0,-1 0-1,0 0 1,0-1-1,-1 1 1,1-1 0,0 0-1,0 0 1,0 0-1,0 0 1,0 0-1,0-1 1,0 1 0,0-1-1,0 0 1,0 0-1,-3-2 1,-3-1 4,1 1 0,0-2 0,0 1 0,0-1 0,1-1 0,0 1 1,-8-9-1,0-1-3,1-2 0,0 1 0,1-2 0,2 0 0,-1 0 0,2-1 0,1 0 0,0-1 0,1 0 0,1 0 0,-5-28 0,12 46-17,0 0 1,0 0-1,0 0 0,0 0 1,0 0-1,1 0 1,-1 0-1,1 0 0,0 0 1,-1 0-1,1 1 0,0-1 1,0 0-1,0 0 1,1 1-1,-1-1 0,0 0 1,0 1-1,1 0 0,-1-1 1,1 1-1,-1 0 1,1-1-1,0 1 0,0 0 1,-1 0-1,1 0 0,2 0 1,9-5-17,0 1 1,0 1-1,16-4 0,-10 3 95,86-25 1126,143-21 0,-184 42-1778,1 3-1,-1 3 0,104 8 0,-164-5-3619,-4-8-4848</inkml:trace>
</inkml:ink>
</file>

<file path=ppt/ink/ink2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2:38.461"/>
    </inkml:context>
    <inkml:brush xml:id="br0">
      <inkml:brushProperty name="width" value="0.025" units="cm"/>
      <inkml:brushProperty name="height" value="0.025" units="cm"/>
    </inkml:brush>
  </inkml:definitions>
  <inkml:trace contextRef="#ctx0" brushRef="#br0">1 14 2498,'9'-8'4368,"-4"3"83,-1 21-3426,-2 17-401,-3 55 0,1 20-275,1-96-465,0-1 0,1 0 0,0 0 0,1 0 0,0 0 0,9 21 0,-7-25-1993,-1-6-805</inkml:trace>
</inkml:ink>
</file>

<file path=ppt/ink/ink2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2:38.912"/>
    </inkml:context>
    <inkml:brush xml:id="br0">
      <inkml:brushProperty name="width" value="0.025" units="cm"/>
      <inkml:brushProperty name="height" value="0.025" units="cm"/>
    </inkml:brush>
  </inkml:definitions>
  <inkml:trace contextRef="#ctx0" brushRef="#br0">0 44 4324,'0'0'4148,"3"-7"-3443,6-22 384,-6 21 203,-3 53 507,0-40-1739,8 154 1266,-6-139-1570,1 0 1,1-1-1,1 1 1,1-1-1,14 35 1,-13-44-2667,-3-9-1120</inkml:trace>
</inkml:ink>
</file>

<file path=ppt/ink/ink2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2:39.522"/>
    </inkml:context>
    <inkml:brush xml:id="br0">
      <inkml:brushProperty name="width" value="0.025" units="cm"/>
      <inkml:brushProperty name="height" value="0.025" units="cm"/>
    </inkml:brush>
  </inkml:definitions>
  <inkml:trace contextRef="#ctx0" brushRef="#br0">0 5 10922,'0'0'2339,"67"-4"-2339,-31 4 32,1 0-32,-2 0 0,-2 0 0,-4 0-161,-3 3-1280,-8-2-673,-6 0-1409</inkml:trace>
</inkml:ink>
</file>

<file path=ppt/ink/ink2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2:39.693"/>
    </inkml:context>
    <inkml:brush xml:id="br0">
      <inkml:brushProperty name="width" value="0.025" units="cm"/>
      <inkml:brushProperty name="height" value="0.025" units="cm"/>
    </inkml:brush>
  </inkml:definitions>
  <inkml:trace contextRef="#ctx0" brushRef="#br0">1 9 10698,'0'0'1538,"65"12"-1538,-18-10 32,5-1-257,1-1-1568,-2-7-866,-4-10-4676</inkml:trace>
</inkml:ink>
</file>

<file path=ppt/ink/ink2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2:40.426"/>
    </inkml:context>
    <inkml:brush xml:id="br0">
      <inkml:brushProperty name="width" value="0.025" units="cm"/>
      <inkml:brushProperty name="height" value="0.025" units="cm"/>
    </inkml:brush>
  </inkml:definitions>
  <inkml:trace contextRef="#ctx0" brushRef="#br0">215 170 11371,'0'0'1660,"3"9"-1591,10 25 0,-3 1 0,-1 0-1,-1 0 1,-2 1 0,-2 0-1,0 55 1,-4-91-58,1 1 0,-1-1 0,0 1 0,0-1 1,-1 1-1,1-1 0,0 1 0,0-1 0,0 1 0,0-1 1,0 0-1,0 1 0,-1-1 0,1 1 0,0-1 0,0 1 0,-1-1 1,1 1-1,0-1 0,-1 0 0,1 1 0,0-1 0,-1 0 1,1 1-1,-1-1 0,1 0 0,-1 0 0,1 1 0,0-1 0,-1 0 1,1 0-1,-1 0 0,1 0 0,-2 1 0,-21-5 307,-20-18-97,22 7-202,1 0 0,1-1 0,1-1 0,0-1 0,-19-25 0,29 33-11,1 0 1,1 0-1,0 0 1,0-1-1,1 0 1,0 0-1,1-1 1,0 0-1,1 1 1,0-1-1,1 0 0,-1-24 1,3 34 1,0 0 0,1 0 1,-1 0-1,1 0 0,0 0 1,0 0-1,0 1 0,0-1 0,0 0 1,0 0-1,0 1 0,1-1 0,-1 1 1,0-1-1,1 1 0,-1-1 0,1 1 1,0 0-1,-1 0 0,1 0 0,0 0 1,0 0-1,2-1 0,54-18 209,-45 17-113,79-25 107,1 5-1,1 4 1,1 4-1,161-4 0,-242 19-588,57-4-6177,-45-2-483</inkml:trace>
</inkml:ink>
</file>

<file path=ppt/ink/ink2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2:40.862"/>
    </inkml:context>
    <inkml:brush xml:id="br0">
      <inkml:brushProperty name="width" value="0.025" units="cm"/>
      <inkml:brushProperty name="height" value="0.025" units="cm"/>
    </inkml:brush>
  </inkml:definitions>
  <inkml:trace contextRef="#ctx0" brushRef="#br0">1 21 11627,'0'0'4116,"7"-3"-4020,-3 1-89,2-1-3,-1 1 1,0-1-1,1 1 0,-1 1 1,1-1-1,6 0 1,-11 1-5,0 1 0,0 0 0,1 0 1,-1 0-1,0 0 0,0 1 0,0-1 1,1 0-1,-1 0 0,0 1 0,0-1 1,0 0-1,0 1 0,0 0 0,1-1 1,-1 1-1,0-1 0,0 1 0,-1 0 1,1 0-1,0 0 0,0 0 0,0-1 1,0 1-1,-1 0 0,1 0 1,0 0-1,-1 1 0,1-1 0,-1 0 1,1 0-1,-1 0 0,0 0 0,1 0 1,-1 1-1,0-1 0,0 0 0,0 0 1,0 0-1,0 3 0,0 4-1,-1 0 0,1 0 0,-1 0 0,-1 0 0,0 0 0,0-1 0,0 1 1,-1-1-1,0 1 0,-1-1 0,0 0 0,0 0 0,0 0 0,-7 7 0,3-2-2,0 1 0,1 0 0,-6 14-1,13-26 4,-1 0 0,1 0 0,-1 0 0,1 0-1,0 0 1,-1 0 0,1 0 0,0 0 0,0 0-1,0 0 1,0 0 0,0 0 0,0 0 0,0 0 0,0 0-1,0 0 1,0 0 0,1 0 0,-1 0 0,0 0-1,1 0 1,-1 0 0,1 0 0,-1 0 0,1 0 0,0 0-1,0 1 1,1-1 0,0 1 0,0-1 0,0 0 0,0 0 0,1-1-1,-1 1 1,0 0 0,0-1 0,0 1 0,1-1 0,-1 0 0,3 1 0,12-2 0,-1 0 1,31-6-1,-40 6 0,231-35-6171,-216 30 843</inkml:trace>
</inkml:ink>
</file>

<file path=ppt/ink/ink2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2:41.190"/>
    </inkml:context>
    <inkml:brush xml:id="br0">
      <inkml:brushProperty name="width" value="0.025" units="cm"/>
      <inkml:brushProperty name="height" value="0.025" units="cm"/>
    </inkml:brush>
  </inkml:definitions>
  <inkml:trace contextRef="#ctx0" brushRef="#br0">0 66 12684,'0'0'582,"6"-9"550,20-29-364,-25 37-756,-1 0 0,1 0 0,0 0 0,-1 0 0,1-1 0,0 1 0,0 0 0,0 0 0,0 1 0,0-1-1,0 0 1,0 0 0,0 0 0,0 1 0,1-1 0,-1 0 0,0 1 0,0-1 0,1 1 0,-1 0 0,0-1 0,1 1 0,-1 0-1,0 0 1,1 0 0,-1 0 0,0 0 0,1 0 0,-1 0 0,0 0 0,1 0 0,1 2 0,-1-1-12,-1 0 0,0 0 0,0 0 0,0 0 0,1 1 0,-1-1 0,0 1 0,-1-1 0,1 0 1,0 1-1,0 0 0,-1-1 0,1 1 0,-1-1 0,1 1 0,-1 0 0,0-1 0,1 1 0,-1 0 0,0 2 0,-1 9 1,-1 1-1,0-1 1,0 1-1,-2-1 0,0 0 1,0 0-1,-8 15 1,-5 15-31,17-42 30,0 0 1,-1-1 0,1 1 0,0 0 0,0 0-1,0-1 1,-1 1 0,1 0 0,0 0 0,0 0-1,0-1 1,0 1 0,0 0 0,0 0-1,1-1 1,-1 1 0,0 0 0,0 0 0,0-1-1,1 1 1,-1 0 0,0-1 0,1 1-1,-1 0 1,1-1 0,-1 1 0,1 0 0,-1-1-1,1 1 1,0 0 0,1 0 1,0 0-1,0 0 1,0 0 0,1-1 0,-1 1-1,0-1 1,0 1 0,0-1-1,1 0 1,-1 0 0,3 0 0,71-11 33,-59 8-25,198-22-2081,-185 18-2899</inkml:trace>
</inkml:ink>
</file>

<file path=ppt/ink/ink2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2:43.666"/>
    </inkml:context>
    <inkml:brush xml:id="br0">
      <inkml:brushProperty name="width" value="0.025" units="cm"/>
      <inkml:brushProperty name="height" value="0.025" units="cm"/>
    </inkml:brush>
  </inkml:definitions>
  <inkml:trace contextRef="#ctx0" brushRef="#br0">35 138 9673,'-8'15'-160,"0"20"398,1 0 0,2 0 0,1 1 0,2 0 0,3 53 1,-1-45-88,0 74 280,0-87 2352,12-274-2092,-8 215-693,1 0 0,1 0 0,1 1 0,1 0 1,2 0-1,19-38 0,-28 62 1,1 1 1,-1-1 0,1 1-1,-1-1 1,1 1 0,0 0-1,0 0 1,0 0-1,1 0 1,-1 0 0,0 0-1,1 0 1,-1 1-1,1-1 1,4-1 0,-5 3-2,-1 0 0,1-1 0,0 1 0,0 0 1,-1 1-1,1-1 0,0 0 0,-1 0 0,1 1 1,-1-1-1,1 1 0,0-1 0,-1 1 0,1 0 1,-1 0-1,1 0 0,-1 0 0,0 0 0,1 0 0,-1 0 1,0 0-1,0 0 0,0 0 0,0 1 0,0-1 1,0 0-1,0 1 0,1 1 0,60 102-52,27 37 51,-77-125 7,1-2 0,0 1 1,1-2-1,1 0 1,0-1-1,21 14 0,-35-26 1,0 0-1,0 0 1,0 0 0,0 0-1,0-1 1,0 1-1,0 0 1,0-1-1,1 1 1,-1-1-1,0 1 1,0-1-1,0 0 1,1 0-1,-1 1 1,0-1-1,1 0 1,-1 0-1,0 0 1,0 0-1,1-1 1,-1 1-1,0 0 1,0 0 0,1-1-1,-1 1 1,0-1-1,0 1 1,0-1-1,1 1 1,-1-1-1,0 0 1,0 0-1,0 1 1,0-1-1,0 0 1,-1 0-1,1 0 1,0 0-1,0 0 1,0 0-1,-1 0 1,1 0-1,-1-1 1,1 1 0,-1 0-1,1-1 1,2-9 78,0 0 0,0 1 0,-1-1 0,0-18 0,0 12 5,9-205 242,-6 62-179,-4 154-738,1 8-1361,1 9-1891,-2-10 3678,4 10-3031</inkml:trace>
</inkml:ink>
</file>

<file path=ppt/ink/ink2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2:44.059"/>
    </inkml:context>
    <inkml:brush xml:id="br0">
      <inkml:brushProperty name="width" value="0.025" units="cm"/>
      <inkml:brushProperty name="height" value="0.025" units="cm"/>
    </inkml:brush>
  </inkml:definitions>
  <inkml:trace contextRef="#ctx0" brushRef="#br0">113 15 12940,'0'0'144,"-7"5"33,-4 3-162,1 1 0,0 0 0,1 1 0,0 0 0,1 1 0,-1-1 1,2 2-1,-11 18 0,16-24-3,-1-1 0,1 1 1,0-1-1,1 1 0,-1 0 1,1 0-1,0 0 0,1 0 1,-1-1-1,2 9 0,-1-10 4,1-1 0,0 1 0,0 0-1,0-1 1,0 1 0,0-1 0,1 0-1,0 1 1,-1-1 0,1 0 0,0 0-1,1 0 1,-1 0 0,1-1 0,-1 1-1,1-1 1,0 1 0,3 1 0,0 0-4,0 0 0,0 0-1,1-1 1,-1 0 0,1-1 0,-1 1 0,1-1 0,0-1 0,0 1-1,0-1 1,0 0 0,0-1 0,0 0 0,0 0 0,1 0 0,-1-1 0,0 0-1,0 0 1,-1-1 0,1 0 0,10-4 0,-11 4-3,-1-1 0,1 0 0,-1 0 0,0-1 0,0 1 0,0-1 0,0 0 0,-1 0 0,0-1 0,0 1 0,0-1 0,0 0 0,-1 0 0,1-1 0,-1 1 0,-1-1 0,1 1 0,-1-1 0,0 0 0,0 0 0,0 0 0,-1 0 0,0 0 0,0-11 0,-1 11 12,0 0 0,-1 0 0,0 0 0,0 0 1,0 0-1,-1 0 0,0 0 0,0 1 0,-1-1 1,1 0-1,-1 1 0,0 0 0,0 0 1,-1 0-1,0 0 0,0 0 0,0 1 0,0 0 1,-1 0-1,0 0 0,1 0 0,-2 1 0,1-1 1,-10-3-1,8 3-104,-1 1 0,1 0 1,-1 1-1,0 0 0,0 0 0,0 0 1,0 1-1,-9 0 0,10 1-377,0 1 0,-1-1 0,1 1 0,0 0 0,0 1 0,0 0 0,1 0-1,-1 0 1,-10 6 0,8-3-2091</inkml:trace>
</inkml:ink>
</file>

<file path=ppt/ink/ink2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2:44.405"/>
    </inkml:context>
    <inkml:brush xml:id="br0">
      <inkml:brushProperty name="width" value="0.025" units="cm"/>
      <inkml:brushProperty name="height" value="0.025" units="cm"/>
    </inkml:brush>
  </inkml:definitions>
  <inkml:trace contextRef="#ctx0" brushRef="#br0">354 41 10122,'0'0'779,"-4"-7"251,3 5-962,0 0 0,0-1 0,-1 1 0,1 0 1,-1 0-1,1 0 0,-1 0 0,0 0 0,0 1 0,0-1 0,0 0 0,0 1 0,0 0 0,-4-3 0,3 3 8,-1 0 0,1 1-1,-1-1 1,1 1 0,-1 0 0,1 0 0,-1 0-1,1 0 1,-1 0 0,1 1 0,-1 0 0,1 0-1,-6 2 1,-9 3 145,1 1 0,0 1 0,1 0-1,0 1 1,0 1 0,1 0 0,1 2 0,-1-1-1,2 2 1,0 0 0,0 0 0,-15 23-1,21-27-212,1 0-1,0 1 1,0 0-1,1 0 0,0 1 1,1-1-1,0 1 0,1 0 1,0 0-1,1 0 0,0 1 1,1-1-1,0 0 1,0 1-1,2-1 0,-1 1 1,1-1-1,1 0 0,0 1 1,1-1-1,5 13 0,-5-16-61,2 0 0,-1 0-1,1-1 1,0 0 0,1 0-1,-1 0 1,1-1 0,1 1-1,-1-1 1,1-1-1,0 0 1,1 0 0,-1 0-1,1-1 1,0 0 0,0 0-1,0-1 1,0 0-1,17 4 1,-17-6-549,0 1 0,0-1 0,0-1 0,0 0 0,-1 0 0,1 0 0,0-1 0,0 0 0,0 0 0,-1-1 0,1 0 0,0-1 0,-1 0 0,10-5 0,19-14-6214</inkml:trace>
</inkml:ink>
</file>

<file path=ppt/ink/ink2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2:44.720"/>
    </inkml:context>
    <inkml:brush xml:id="br0">
      <inkml:brushProperty name="width" value="0.025" units="cm"/>
      <inkml:brushProperty name="height" value="0.025" units="cm"/>
    </inkml:brush>
  </inkml:definitions>
  <inkml:trace contextRef="#ctx0" brushRef="#br0">99 25 10154,'0'0'864,"-8"1"17,4 0-818,0 0-1,0 0 0,0 1 1,0-1-1,0 1 0,0 0 1,0 0-1,1 0 0,-1 1 1,1-1-1,-1 1 0,1 0 1,0 0-1,0 0 1,0 0-1,1 0 0,-1 1 1,1 0-1,0-1 0,0 1 1,0 0-1,0 0 0,1 0 1,-3 6-1,2-1-29,-1-1-1,1 1 1,0 0 0,1-1-1,0 1 1,1 0-1,-1 0 1,3 16 0,-2-22-28,1-1 0,0 1 0,-1 0 0,1 0 1,0-1-1,0 1 0,0-1 0,1 1 0,-1-1 0,1 1 1,-1-1-1,1 0 0,0 0 0,0 0 0,0 0 0,0 0 1,0 0-1,0 0 0,1-1 0,-1 1 0,1-1 0,-1 1 1,1-1-1,-1 0 0,1 0 0,0 0 0,0-1 0,-1 1 1,1-1-1,0 1 0,3-1 0,0 0-34,1 0-1,-1 0 1,1 0 0,-1-1-1,1 0 1,-1-1 0,0 1-1,0-1 1,0 0 0,0-1-1,0 1 1,0-1-1,0 0 1,-1-1 0,1 0-1,-1 1 1,0-2 0,0 1-1,-1 0 1,1-1 0,-1 0-1,0 0 1,-1 0-1,1-1 1,-1 1 0,0-1-1,0 0 1,0 0 0,-1 0-1,0 0 1,0 0 0,-1-1-1,0 1 1,0 0 0,0-1-1,-1 1 1,0-1-1,0 1 1,-2-10 0,1 13 30,0-1 0,0 0 1,0 0-1,-1 1 0,0-1 1,0 0-1,0 1 0,0 0 1,0-1-1,-1 1 0,1 0 1,-1 0-1,0 1 0,0-1 1,0 0-1,0 1 0,0 0 1,-1 0-1,1 0 0,-1 0 1,1 0-1,-1 1 0,0-1 1,0 1-1,0 0 0,-4 0 1,-7-2-12,-1 0 1,1 2-1,-1-1 0,0 2 1,-18 2-1,31-2 0,1 0-1,0 0 0,0 1 1,0-1-1,0 1 1,0-1-1,0 1 0,0 0 1,0 0-1,0 0 0,1 0 1,-3 1-1,3-1-173,1-1 0,-1 1-1,0 0 1,1-1 0,-1 1-1,1 0 1,0 0 0,-1-1-1,1 1 1,-1 0 0,1 0-1,0-1 1,0 1 0,0 0-1,-1 0 1,1 0 0,0 0-1,0-1 1,0 1 0,0 1-1,1 2-2665</inkml:trace>
</inkml:ink>
</file>

<file path=ppt/ink/ink2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2:45.019"/>
    </inkml:context>
    <inkml:brush xml:id="br0">
      <inkml:brushProperty name="width" value="0.025" units="cm"/>
      <inkml:brushProperty name="height" value="0.025" units="cm"/>
    </inkml:brush>
  </inkml:definitions>
  <inkml:trace contextRef="#ctx0" brushRef="#br0">1 93 10954,'0'0'128,"5"9"54,7 14 161,30 52 313,-38-69-485,0 0 0,0 0-1,1 0 1,0 0 0,0-1 0,0 1-1,1-1 1,9 6 0,-13-9-145,1-1-1,-1 0 1,0 0 0,0-1 0,1 1 0,-1 0 0,1-1 0,-1 1 0,0-1 0,1 0-1,-1 0 1,1 0 0,-1 0 0,1 0 0,-1-1 0,1 1 0,-1-1 0,0 1-1,4-3 1,-1 1 16,-1 0 1,0-1-1,0 0 0,-1 1 0,1-2 0,-1 1 0,1 0 0,-1-1 0,4-5 0,3-6 59,-1 0-1,-1 0 1,0-1-1,7-23 1,10-48 84,-22 49-7513</inkml:trace>
</inkml:ink>
</file>

<file path=ppt/ink/ink2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2:45.437"/>
    </inkml:context>
    <inkml:brush xml:id="br0">
      <inkml:brushProperty name="width" value="0.025" units="cm"/>
      <inkml:brushProperty name="height" value="0.025" units="cm"/>
    </inkml:brush>
  </inkml:definitions>
  <inkml:trace contextRef="#ctx0" brushRef="#br0">183 36 6887,'0'0'8087,"-10"-6"-7270,0 1-715,0 1 1,0 0-1,0 0 0,0 1 1,-1 0-1,1 1 0,-14-1 1,21 2-101,0 1 1,0 0-1,1-1 1,-1 1-1,0 0 1,0 1 0,1-1-1,-1 0 1,0 1-1,1-1 1,-1 1-1,0 0 1,1 0-1,-1 0 1,1 0 0,-1 1-1,1-1 1,0 1-1,0-1 1,-1 1-1,1 0 1,0 0-1,0 0 1,1 0 0,-1 0-1,0 0 1,1 0-1,-1 1 1,1-1-1,0 1 1,0-1-1,0 1 1,0-1 0,0 1-1,0 0 1,1-1-1,-1 1 1,1 0-1,0 0 1,0 3-1,0-4-4,0 0-1,0 0 1,0 0-1,0 0 1,1 0-1,-1 0 1,0 0-1,1 0 1,0 0-1,-1 0 1,1 0-1,0 0 0,0-1 1,0 1-1,0 0 1,0-1-1,1 1 1,-1-1-1,0 1 1,1-1-1,-1 1 1,1-1-1,-1 0 0,1 0 1,0 0-1,0 0 1,-1 0-1,1 0 1,0 0-1,0-1 1,0 1-1,0-1 1,0 1-1,0-1 0,0 0 1,0 0-1,0 0 1,0 0-1,0 0 1,0 0-1,0 0 1,2-1-1,3 0-20,0 0 0,-1 0-1,1-1 1,-1 0 0,0 0 0,1 0 0,-1-1-1,0 0 1,0 0 0,-1-1 0,1 1 0,6-6-1,-11 8 22,-1 1 0,1-1 0,0 1-1,-1 0 1,1 0 0,0-1 0,0 1 0,-1 0-1,1 0 1,0 0 0,0 0 0,0 0-1,-1 0 1,1 0 0,0 0 0,0 0-1,0 0 1,-1 0 0,1 0 0,0 1 0,0-1-1,-1 0 1,1 1 0,0-1 0,0 0-1,-1 1 1,1-1 0,0 1 0,25 19-109,-13-10-867,-9-8 147,1 0-1,-1 0 1,0-1-1,1 1 0,-1-1 1,1 0-1,-1 0 1,10 0-1,4-1-4047</inkml:trace>
</inkml:ink>
</file>

<file path=ppt/ink/ink2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2:45.793"/>
    </inkml:context>
    <inkml:brush xml:id="br0">
      <inkml:brushProperty name="width" value="0.025" units="cm"/>
      <inkml:brushProperty name="height" value="0.025" units="cm"/>
    </inkml:brush>
  </inkml:definitions>
  <inkml:trace contextRef="#ctx0" brushRef="#br0">1 16 8488,'0'0'3705,"7"4"-2904,7 7-634,-1 1 0,-1-1 0,0 2 1,-1 0-1,19 28 0,-30-41-163,1 1 1,-1 0-1,0-1 0,1 1 0,-1-1 0,1 1 1,-1-1-1,0 1 0,1-1 0,-1 0 0,1 1 1,-1-1-1,1 1 0,-1-1 0,1 0 0,0 1 0,-1-1 1,1 0-1,-1 0 0,1 0 0,0 1 0,-1-1 1,1 0-1,0 0 0,-1 0 0,1 0 0,0 0 1,-1 0-1,1 0 0,-1 0 0,1 0 0,0-1 1,-1 1-1,1 0 0,0 0 0,-1-1 0,1 1 0,-1 0 1,1 0-1,-1-1 0,1 1 0,-1-1 0,1 1 1,-1 0-1,1-1 0,-1 1 0,1-1 0,-1 1 1,1-2-1,22-36 354,-13 20-242,-9 16-98,37-42 85,-37 42-103,0 1 0,0-1 0,1 1-1,-1 0 1,1-1 0,-1 1 0,1 0 0,0 0 0,-1 0 0,1 0-1,0 0 1,0 0 0,-1 1 0,1-1 0,0 0 0,0 1-1,0 0 1,0-1 0,0 1 0,0 0 0,0 0 0,0 0-1,0 0 1,0 0 0,4 2 0,-5-1-2,1 1 0,0 0 0,-1 0 1,0 0-1,1 1 0,-1-1 0,0 0 0,0 0 0,0 1 0,0-1 0,-1 1 1,1-1-1,0 1 0,-1-1 0,0 3 0,5 43-32,-5-46 34,5 66-4308,-5-61 1441</inkml:trace>
</inkml:ink>
</file>

<file path=ppt/ink/ink2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2:45.976"/>
    </inkml:context>
    <inkml:brush xml:id="br0">
      <inkml:brushProperty name="width" value="0.025" units="cm"/>
      <inkml:brushProperty name="height" value="0.025" units="cm"/>
    </inkml:brush>
  </inkml:definitions>
  <inkml:trace contextRef="#ctx0" brushRef="#br0">8 58 5830,'0'0'4324,"-8"-48"-3556,8 40-415,1 6-257,10 2-128,2 0-96,5 5-1346,2 1-864,4-3-4324</inkml:trace>
</inkml:ink>
</file>

<file path=ppt/ink/ink2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2:46.334"/>
    </inkml:context>
    <inkml:brush xml:id="br0">
      <inkml:brushProperty name="width" value="0.025" units="cm"/>
      <inkml:brushProperty name="height" value="0.025" units="cm"/>
    </inkml:brush>
  </inkml:definitions>
  <inkml:trace contextRef="#ctx0" brushRef="#br0">82 1 10794,'0'0'75,"-8"0"229,4 1-466,-2-1 593,0 1-1,-1 0 0,1 0 0,0 1 0,-11 4 1,15-6-379,1 1 0,0 0 1,-1 0-1,1-1 0,0 1 1,0 0-1,0 0 0,0 0 0,0 0 1,0 0-1,0 0 0,0 0 1,0 1-1,0-1 0,0 0 1,1 1-1,-1-1 0,1 0 1,-1 1-1,1-1 0,-1 0 1,1 1-1,0-1 0,-1 1 1,1-1-1,0 1 0,0-1 0,0 1 1,0-1-1,1 1 0,-1-1 1,0 1-1,1-1 0,-1 0 1,1 3-1,0-3-49,0 0-1,0 0 1,0 0 0,-1 0 0,1-1-1,0 1 1,0 0 0,0 0-1,0-1 1,0 1 0,0-1-1,1 1 1,-1-1 0,0 1 0,0-1-1,0 1 1,0-1 0,1 0-1,-1 0 1,0 0 0,0 0 0,0 0-1,1 0 1,-1 0 0,0 0-1,0 0 1,1 0 0,-1-1 0,0 1-1,0-1 1,0 1 0,1-1-1,38-16 90,-2-19-17,-37 37-76,0-1 1,-1 0-1,1 1 0,-1-1 1,1 0-1,-1 1 0,1-1 0,-1 1 1,1-1-1,-1 0 0,1 1 1,-1-1-1,0 1 0,1 0 0,-1-1 1,0 1-1,1-1 0,-1 1 1,0-1-1,0 1 0,0 0 0,1-1 1,-1 1-1,0-1 0,0 1 1,0 0-1,0-1 0,0 2 0,7 30-40,-5-24 34,-1-2-725,1 0 0,0 0 0,1 0 0,0 0 0,-1 0 0,2-1 0,6 11 0,-3-10-2605</inkml:trace>
</inkml:ink>
</file>

<file path=ppt/ink/ink2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2:46.648"/>
    </inkml:context>
    <inkml:brush xml:id="br0">
      <inkml:brushProperty name="width" value="0.025" units="cm"/>
      <inkml:brushProperty name="height" value="0.025" units="cm"/>
    </inkml:brush>
  </inkml:definitions>
  <inkml:trace contextRef="#ctx0" brushRef="#br0">0 1 9257,'0'0'3875,"4"9"-3373,3 7-359,0-2-7,0 1-1,8 30 1,-11-48 107,-4 2-272,0-1 1,1 1-1,-1 0 1,1 0 0,-1 0-1,1 0 1,-1 0-1,1 0 1,0 0-1,-1 0 1,1 0-1,0 1 1,0-1-1,0 0 1,0 0 0,-1 1-1,1-1 1,0 0-1,0 1 1,0-1-1,1 1 1,-1 0-1,0-1 1,0 1-1,0 0 1,0-1 0,0 1-1,0 0 1,0 0-1,1 0 1,-1 0-1,0 0 1,0 0-1,0 0 1,0 1 0,0-1-1,1 0 1,-1 1-1,0-1 1,0 0-1,0 1 1,0 0-1,0-1 1,0 1-1,0-1 1,0 1 0,0 0-1,-1 0 1,1 0-1,0-1 1,0 1-1,0 1 1,22 25-4622,-17-22 1570</inkml:trace>
</inkml:ink>
</file>

<file path=ppt/ink/ink2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2:46.991"/>
    </inkml:context>
    <inkml:brush xml:id="br0">
      <inkml:brushProperty name="width" value="0.025" units="cm"/>
      <inkml:brushProperty name="height" value="0.025" units="cm"/>
    </inkml:brush>
  </inkml:definitions>
  <inkml:trace contextRef="#ctx0" brushRef="#br0">60 0 8616,'0'0'481,"-8"3"223,5-1-525,-1 0 1,0 0-1,0 1 0,0-1 0,1 1 1,0 0-1,-1 0 0,1 0 0,0 1 0,1-1 1,-1 1-1,-3 4 0,5-6-150,0 0-1,1 0 1,-1 0 0,0 0-1,1 0 1,0 0 0,-1 0 0,1 0-1,0 0 1,0 0 0,0 0-1,0 0 1,0 0 0,0 0 0,1 0-1,-1 0 1,1 0 0,-1 0-1,1 0 1,0 0 0,0 0 0,0-1-1,0 1 1,0 0 0,0-1-1,0 1 1,1 0 0,-1-1 0,0 1-1,1-1 1,0 0 0,-1 0-1,1 1 1,0-1 0,3 1-1,-2 0-31,0 0-1,0-1 0,1 0 0,-1 1 0,0-1 0,1-1 0,-1 1 0,1 0 0,-1-1 0,1 0 0,-1 0 1,1 0-1,-1 0 0,1 0 0,-1-1 0,1 1 0,-1-1 0,5-2 0,6-1-363,0-2 1,25-14-1,-26 13 4,-8 6 325,0 1 0,1-1 0,-1 1 0,1 0 0,-1 0 1,0 0-1,1 1 0,9 2 0,15 0-1420,0-3-1900</inkml:trace>
</inkml:ink>
</file>

<file path=ppt/ink/ink2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3:06.640"/>
    </inkml:context>
    <inkml:brush xml:id="br0">
      <inkml:brushProperty name="width" value="0.025" units="cm"/>
      <inkml:brushProperty name="height" value="0.025" units="cm"/>
    </inkml:brush>
  </inkml:definitions>
  <inkml:trace contextRef="#ctx0" brushRef="#br0">61 24 3171,'-5'-24'2013,"2"25"-1043,2 15-1070,-2 31 693,-12 74 0,0-8 372,-3 558 654,52-1-296,-26-553-1322,6 1 0,5-2 1,50 170-1,-59-247 35,-7-26 167,1 1 1,0-1 0,1 0 0,8 18 0,-11-28-147,-1 0 0,1-1 0,0 1 0,0 0 0,0-1 0,1 1 0,-1-1 0,1 0 0,-1 0 0,1 0 0,0 0 0,-1 0 0,1 0 0,0-1 0,0 0 0,1 1 0,-1-1 0,0 0 0,0 0 0,0-1 0,1 1 0,-1-1 0,4 0 1,501-26 1233,-163 2-655,337 7-436,237-10-48,1076-48 1321,-252 49-216,0-38-1339,-1742 63 72,42 0-1120,0-3 0,57-12-1,-30-8-3273</inkml:trace>
</inkml:ink>
</file>

<file path=ppt/ink/ink2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3:08.374"/>
    </inkml:context>
    <inkml:brush xml:id="br0">
      <inkml:brushProperty name="width" value="0.025" units="cm"/>
      <inkml:brushProperty name="height" value="0.025" units="cm"/>
    </inkml:brush>
  </inkml:definitions>
  <inkml:trace contextRef="#ctx0" brushRef="#br0">0 368 6118,'24'-16'277,"538"-69"-148,588 1 2057,-603 55-1762,-166 3-235,637-37 1346,2 32-697,-50 32-753,1051-19 770,-1801 10-395,688 0 970,-791 19-1246,182 42 0,-177-28-179,-83-18 7,1-3-1,0-1 0,55-3 0,117-19 89,-99 6 44,-107 12-133,-1 0 1,1 1-1,-1-1 1,0 1-1,1 1 1,-1-1-1,1 1 1,-1 0-1,8 2 1,-10-1-9,0 0 1,-1 0 0,1 0 0,0 0 0,-1 1 0,0-1-1,1 1 1,-1-1 0,0 1 0,0 0 0,-1 0 0,1 0-1,-1 0 1,1 0 0,1 7 0,1 5-2,-1 0 0,-1 0 0,0 1 0,-1-1 0,-1 1 0,-1-1 0,-2 18 0,1 8 19,-6 98-7,-47 249-1,-66 134 78,76-342-59,-98 258-9,80-263-20,52-138 7,-10 25 24,19-58-32,1 0-1,-2 0 0,1 0 0,0-1 0,-1 1 0,1-1 0,-1 0 0,0 0 1,0 0-1,-1 0 0,1 0 0,-5 2 0,4-1-1,-1-1-1,2 1 1,-1-1 0,0 1-1,1 0 1,-1 1-1,1-1 1,0 0 0,1 1-1,-1 0 1,1 0-1,0-1 1,0 2 0,-2 5-1,2-3 2,-1 0 1,-1 0-1,0 0 0,-8 11 0,3-8 2,-1-1 1,0-1-1,-1 0 0,0 0 1,0-1-1,-1 0 0,0-1 1,-1-1-1,1 0 0,-1 0 0,-24 6 1,-16 2 15,-88 12 0,119-23-11,-1745 199 139,1499-176-140,-225 9-1325,276-34-3375</inkml:trace>
</inkml:ink>
</file>

<file path=ppt/ink/ink2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3:32.391"/>
    </inkml:context>
    <inkml:brush xml:id="br0">
      <inkml:brushProperty name="width" value="0.025" units="cm"/>
      <inkml:brushProperty name="height" value="0.025" units="cm"/>
    </inkml:brush>
  </inkml:definitions>
  <inkml:trace contextRef="#ctx0" brushRef="#br0">1 240 1409,'0'0'3529,"9"5"-3107,-1-1-350,0-1 0,1 1 1,-1-1-1,1-1 1,0 0-1,0 0 0,0-1 1,16 1-1,67-6 1117,106-19-1,-21 1-287,1613-85 2382,-859 61-2114,139 15-267,-702 25-710,-117-4-22,67-1-73,-283 10-924,-8-6-3006</inkml:trace>
</inkml:ink>
</file>

<file path=ppt/ink/ink2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01.499"/>
    </inkml:context>
    <inkml:brush xml:id="br0">
      <inkml:brushProperty name="width" value="0.025" units="cm"/>
      <inkml:brushProperty name="height" value="0.025" units="cm"/>
    </inkml:brush>
  </inkml:definitions>
  <inkml:trace contextRef="#ctx0" brushRef="#br0">0 78 737,'6'1'4584,"21"6"-2501,26-10-1516,1-3-1,0-2 1,63-18-1,-65 13-790,1 2-1,-1 3 0,67-3 0,-127 19-3192,-15 1 401</inkml:trace>
</inkml:ink>
</file>

<file path=ppt/ink/ink2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01.717"/>
    </inkml:context>
    <inkml:brush xml:id="br0">
      <inkml:brushProperty name="width" value="0.025" units="cm"/>
      <inkml:brushProperty name="height" value="0.025" units="cm"/>
    </inkml:brush>
  </inkml:definitions>
  <inkml:trace contextRef="#ctx0" brushRef="#br0">0 98 320,'0'0'6823,"52"30"-5318,-8-37-384,18-7-320,14-2-417,8 1-159,10-1-193,-2 0-64,-5-2-1634,-13-8-2690</inkml:trace>
</inkml:ink>
</file>

<file path=ppt/ink/ink2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06.890"/>
    </inkml:context>
    <inkml:brush xml:id="br0">
      <inkml:brushProperty name="width" value="0.025" units="cm"/>
      <inkml:brushProperty name="height" value="0.025" units="cm"/>
    </inkml:brush>
  </inkml:definitions>
  <inkml:trace contextRef="#ctx0" brushRef="#br0">0 212 7655,'225'-14'379,"-109"12"-299,1-5 0,-2-5 0,0-6 1,-1-4-1,214-71 0,-300 84-52,-19 6-27,-1 1 0,0-1 1,0 0-1,0-1 0,0 0 1,7-5-1,-15 9-18,0 0 1,0 0-1,0 0 0,1 0 0,-1 0 0,0 0 1,0-1-1,0 1 0,0 0 0,0 0 1,0 0-1,0 0 0,0-1 0,0 1 0,0 0 1,0 0-1,0 0 0,0 0 0,0-1 1,0 1-1,0 0 0,0 0 0,0 0 0,0 0 1,0-1-1,0 1 0,0 0 0,0 0 1,0 0-1,0 0 0,0 0 0,0-1 0,-1 1 1,1 0-1,0 0 0,0 0 0,0 0 1,0 0-1,0 0 0,0-1 0,-1 1 0,1 0 1,0 0-1,0 0 0,0 0 0,0 0 1,0 0-1,-1 0 0,1 0 0,0 0 0,0 0 1,0 0-1,0 0 0,-1 0 0,1 0 1,0 0-1,0 0 0,0 0 0,0 0 0,-1 0 1,1 0-1,0 0 0,0 0 0,0 0 1,0 0-1,-1 0 0,1 0 0,0 1 0,0-1 1,-21-1-2493</inkml:trace>
</inkml:ink>
</file>

<file path=ppt/ink/ink2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07.170"/>
    </inkml:context>
    <inkml:brush xml:id="br0">
      <inkml:brushProperty name="width" value="0.025" units="cm"/>
      <inkml:brushProperty name="height" value="0.025" units="cm"/>
    </inkml:brush>
  </inkml:definitions>
  <inkml:trace contextRef="#ctx0" brushRef="#br0">0 250 7495,'0'0'1313,"73"-52"-448,-20 41-384,15 1-161,15 0 64,10-1-127,6-1-129,1-1-64,0-1-64,-3-2 0,-10-3 0,-12 1-481,-11 0-704,-15-3-833,-20-4-3075</inkml:trace>
</inkml:ink>
</file>

<file path=ppt/ink/ink2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07.826"/>
    </inkml:context>
    <inkml:brush xml:id="br0">
      <inkml:brushProperty name="width" value="0.025" units="cm"/>
      <inkml:brushProperty name="height" value="0.025" units="cm"/>
    </inkml:brush>
  </inkml:definitions>
  <inkml:trace contextRef="#ctx0" brushRef="#br0">1 325 7399,'0'0'155,"12"-2"-123,140-30-13,198-47 442,-73 1 91,184-49-175,-425 121-729,-27 6-1190,-23 6-1155,-14 3-1707</inkml:trace>
</inkml:ink>
</file>

<file path=ppt/ink/ink2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08.123"/>
    </inkml:context>
    <inkml:brush xml:id="br0">
      <inkml:brushProperty name="width" value="0.025" units="cm"/>
      <inkml:brushProperty name="height" value="0.025" units="cm"/>
    </inkml:brush>
  </inkml:definitions>
  <inkml:trace contextRef="#ctx0" brushRef="#br0">0 363 10698,'0'0'224,"70"-18"-192,-19 14-64,17-4 64,17-3-32,16-8 0,16-5-32,17-8 32,8-6-32,10-6-32,3-6-1794,-1-4-191,-7-7-3813</inkml:trace>
</inkml:ink>
</file>

<file path=ppt/ink/ink2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12.599"/>
    </inkml:context>
    <inkml:brush xml:id="br0">
      <inkml:brushProperty name="width" value="0.025" units="cm"/>
      <inkml:brushProperty name="height" value="0.025" units="cm"/>
    </inkml:brush>
  </inkml:definitions>
  <inkml:trace contextRef="#ctx0" brushRef="#br0">2760 452 7015,'0'0'2770,"-1"-7"-2279,1 3-425,0 1 0,-1-1 0,1 1 0,-1-1 0,0 1-1,0-1 1,-1 1 0,1 0 0,-1 0 0,1 0 0,-1 0-1,0 0 1,0 0 0,-1 0 0,1 0 0,0 1 0,-1-1 0,0 1-1,1 0 1,-6-4 0,-320-246 3174,302 234-3213,-2 2 0,0 2 1,-1 0-1,0 1 0,-1 2 0,0 2 0,-1 0 0,0 2 0,0 1 0,0 2 0,-55-1 0,-1 6 16,-1 4 0,2 4 0,-90 20 0,61-3-41,2 5-1,0 5 1,2 5 0,3 5 0,-167 96 0,176-87-5,-162 98-14,216-123 14,1 2 0,2 2 0,-58 60 0,87-80 0,2 1 1,0 0 0,0 0 0,2 1 0,0 0 0,0 1 0,2 0 0,0 1 0,-6 25 0,7-16-6,1 0 1,2 0 0,0 1-1,2-1 1,4 51-1,4-26 0,3 1 0,1-2 0,3 0-1,2 0 1,2-1 0,30 55 0,-21-52 8,3-1 1,1-1-1,3-2 0,2-2 1,2-1-1,2-2 1,79 67-1,-84-82 24,2-2 1,0-2-1,2-2 1,1-1-1,1-2 1,0-2-1,2-1 1,0-3-1,0-1 1,80 12-1,-35-16 127,0-4 1,0-4-1,1-4 0,98-15 0,-60-3 113,0-6 0,147-50 0,-201 51-44,-2-2 0,-1-4 0,-2-3 0,-1-2 0,-2-4 1,-2-2-1,-1-3 0,63-62 0,-100 80-185,0-2 0,-2 0 1,-1-2-1,-1 0 0,-2-1 0,-1-1 1,-2-1-1,-1-1 0,-2 0 1,-2-1-1,-1 0 0,-2 0 0,6-67 1,-10 52 42,-2 1 0,-2-1 0,-3 1 0,-2 0 1,-2 0-1,-3 0 0,-1 1 0,-3 0 0,-36-85 1,37 107-39,-1 1 1,-2 0 0,0 1 0,-2 0 0,-1 1 0,-1 2 0,-41-39 0,43 47-61,-1 0 1,0 2-1,0 0 1,-2 1-1,1 1 0,-2 1 1,1 1-1,-1 1 1,-1 1-1,-43-8 1,13 9-1664,-1 3 0,0 2 0,-68 8 0,40-2-4243</inkml:trace>
</inkml:ink>
</file>

<file path=ppt/ink/ink2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01.499"/>
    </inkml:context>
    <inkml:brush xml:id="br0">
      <inkml:brushProperty name="width" value="0.025" units="cm"/>
      <inkml:brushProperty name="height" value="0.025" units="cm"/>
    </inkml:brush>
  </inkml:definitions>
  <inkml:trace contextRef="#ctx0" brushRef="#br0">0 78 737,'6'1'4584,"21"6"-2501,26-10-1516,1-3-1,0-2 1,63-18-1,-65 13-790,1 2-1,-1 3 0,67-3 0,-127 19-3192,-15 1 401</inkml:trace>
</inkml:ink>
</file>

<file path=ppt/ink/ink2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01.717"/>
    </inkml:context>
    <inkml:brush xml:id="br0">
      <inkml:brushProperty name="width" value="0.025" units="cm"/>
      <inkml:brushProperty name="height" value="0.025" units="cm"/>
    </inkml:brush>
  </inkml:definitions>
  <inkml:trace contextRef="#ctx0" brushRef="#br0">0 98 320,'0'0'6823,"52"30"-5318,-8-37-384,18-7-320,14-2-417,8 1-159,10-1-193,-2 0-64,-5-2-1634,-13-8-2690</inkml:trace>
</inkml:ink>
</file>

<file path=ppt/ink/ink2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06.890"/>
    </inkml:context>
    <inkml:brush xml:id="br0">
      <inkml:brushProperty name="width" value="0.025" units="cm"/>
      <inkml:brushProperty name="height" value="0.025" units="cm"/>
    </inkml:brush>
  </inkml:definitions>
  <inkml:trace contextRef="#ctx0" brushRef="#br0">0 212 7655,'225'-14'379,"-109"12"-299,1-5 0,-2-5 0,0-6 1,-1-4-1,214-71 0,-300 84-52,-19 6-27,-1 1 0,0-1 1,0 0-1,0-1 0,0 0 1,7-5-1,-15 9-18,0 0 1,0 0-1,0 0 0,1 0 0,-1 0 0,0 0 1,0-1-1,0 1 0,0 0 0,0 0 1,0 0-1,0 0 0,0-1 0,0 1 0,0 0 1,0 0-1,0 0 0,0 0 0,0-1 1,0 1-1,0 0 0,0 0 0,0 0 0,0 0 1,0-1-1,0 1 0,0 0 0,0 0 1,0 0-1,0 0 0,0 0 0,0-1 0,-1 1 1,1 0-1,0 0 0,0 0 0,0 0 1,0 0-1,0 0 0,0-1 0,-1 1 0,1 0 1,0 0-1,0 0 0,0 0 0,0 0 1,0 0-1,-1 0 0,1 0 0,0 0 0,0 0 1,0 0-1,0 0 0,-1 0 0,1 0 1,0 0-1,0 0 0,0 0 0,0 0 0,-1 0 1,1 0-1,0 0 0,0 0 0,0 0 1,0 0-1,-1 0 0,1 0 0,0 1 0,0-1 1,-21-1-2493</inkml:trace>
</inkml:ink>
</file>

<file path=ppt/ink/ink2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07.170"/>
    </inkml:context>
    <inkml:brush xml:id="br0">
      <inkml:brushProperty name="width" value="0.025" units="cm"/>
      <inkml:brushProperty name="height" value="0.025" units="cm"/>
    </inkml:brush>
  </inkml:definitions>
  <inkml:trace contextRef="#ctx0" brushRef="#br0">0 250 7495,'0'0'1313,"73"-52"-448,-20 41-384,15 1-161,15 0 64,10-1-127,6-1-129,1-1-64,0-1-64,-3-2 0,-10-3 0,-12 1-481,-11 0-704,-15-3-833,-20-4-3075</inkml:trace>
</inkml:ink>
</file>

<file path=ppt/ink/ink2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07.826"/>
    </inkml:context>
    <inkml:brush xml:id="br0">
      <inkml:brushProperty name="width" value="0.025" units="cm"/>
      <inkml:brushProperty name="height" value="0.025" units="cm"/>
    </inkml:brush>
  </inkml:definitions>
  <inkml:trace contextRef="#ctx0" brushRef="#br0">1 325 7399,'0'0'155,"12"-2"-123,140-30-13,198-47 442,-73 1 91,184-49-175,-425 121-729,-27 6-1190,-23 6-1155,-14 3-1707</inkml:trace>
</inkml:ink>
</file>

<file path=ppt/ink/ink2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08.123"/>
    </inkml:context>
    <inkml:brush xml:id="br0">
      <inkml:brushProperty name="width" value="0.025" units="cm"/>
      <inkml:brushProperty name="height" value="0.025" units="cm"/>
    </inkml:brush>
  </inkml:definitions>
  <inkml:trace contextRef="#ctx0" brushRef="#br0">0 363 10698,'0'0'224,"70"-18"-192,-19 14-64,17-4 64,17-3-32,16-8 0,16-5-32,17-8 32,8-6-32,10-6-32,3-6-1794,-1-4-191,-7-7-3813</inkml:trace>
</inkml:ink>
</file>

<file path=ppt/ink/ink2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12.599"/>
    </inkml:context>
    <inkml:brush xml:id="br0">
      <inkml:brushProperty name="width" value="0.025" units="cm"/>
      <inkml:brushProperty name="height" value="0.025" units="cm"/>
    </inkml:brush>
  </inkml:definitions>
  <inkml:trace contextRef="#ctx0" brushRef="#br0">2760 452 7015,'0'0'2770,"-1"-7"-2279,1 3-425,0 1 0,-1-1 0,1 1 0,-1-1 0,0 1-1,0-1 1,-1 1 0,1 0 0,-1 0 0,1 0 0,-1 0-1,0 0 1,0 0 0,-1 0 0,1 0 0,0 1 0,-1-1 0,0 1-1,1 0 1,-6-4 0,-320-246 3174,302 234-3213,-2 2 0,0 2 1,-1 0-1,0 1 0,-1 2 0,0 2 0,-1 0 0,0 2 0,0 1 0,0 2 0,-55-1 0,-1 6 16,-1 4 0,2 4 0,-90 20 0,61-3-41,2 5-1,0 5 1,2 5 0,3 5 0,-167 96 0,176-87-5,-162 98-14,216-123 14,1 2 0,2 2 0,-58 60 0,87-80 0,2 1 1,0 0 0,0 0 0,2 1 0,0 0 0,0 1 0,2 0 0,0 1 0,-6 25 0,7-16-6,1 0 1,2 0 0,0 1-1,2-1 1,4 51-1,4-26 0,3 1 0,1-2 0,3 0-1,2 0 1,2-1 0,30 55 0,-21-52 8,3-1 1,1-1-1,3-2 0,2-2 1,2-1-1,2-2 1,79 67-1,-84-82 24,2-2 1,0-2-1,2-2 1,1-1-1,1-2 1,0-2-1,2-1 1,0-3-1,0-1 1,80 12-1,-35-16 127,0-4 1,0-4-1,1-4 0,98-15 0,-60-3 113,0-6 0,147-50 0,-201 51-44,-2-2 0,-1-4 0,-2-3 0,-1-2 0,-2-4 1,-2-2-1,-1-3 0,63-62 0,-100 80-185,0-2 0,-2 0 1,-1-2-1,-1 0 0,-2-1 0,-1-1 1,-2-1-1,-1-1 0,-2 0 1,-2-1-1,-1 0 0,-2 0 0,6-67 1,-10 52 42,-2 1 0,-2-1 0,-3 1 0,-2 0 1,-2 0-1,-3 0 0,-1 1 0,-3 0 0,-36-85 1,37 107-39,-1 1 1,-2 0 0,0 1 0,-2 0 0,-1 1 0,-1 2 0,-41-39 0,43 47-61,-1 0 1,0 2-1,0 0 1,-2 1-1,1 1 0,-2 1 1,1 1-1,-1 1 1,-1 1-1,-43-8 1,13 9-1664,-1 3 0,0 2 0,-68 8 0,40-2-4243</inkml:trace>
</inkml:ink>
</file>

<file path=ppt/ink/ink2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46.059"/>
    </inkml:context>
    <inkml:brush xml:id="br0">
      <inkml:brushProperty name="width" value="0.025" units="cm"/>
      <inkml:brushProperty name="height" value="0.025" units="cm"/>
    </inkml:brush>
  </inkml:definitions>
  <inkml:trace contextRef="#ctx0" brushRef="#br0">90 44 8872,'0'0'5803,"-3"-6"-5701,0 1-99,2 4-1,1 0 1,-1 0-1,1 0 0,-1 0 1,0 0-1,1 0 1,0 0-1,-1 0 1,1 0-1,0 0 1,-1-1-1,1 1 1,0 0-1,0 0 0,0 0 1,0-2-1,1 2 7,0 0-1,0 0 0,1 1 1,-1-1-1,0 0 0,0 1 0,1-1 1,-1 1-1,0-1 0,1 1 1,-1-1-1,0 1 0,1 0 0,-1 0 1,1 0-1,-1 0 0,1 0 1,-1 0-1,0 0 0,3 1 1,-3-1-1,0 0 0,1 0 0,-1 0 0,1 0 0,-1 1 0,1-1 0,-1 1 0,0-1 0,1 1 1,-1-1-1,0 1 0,1 0 0,-1-1 0,0 1 0,0 0 0,0 0 0,1 0 0,-1 0 1,0 0-1,0 0 0,-1 1 0,1-1 0,0 0 0,0 0 0,-1 1 0,1-1 0,0 0 1,-1 1-1,1-1 0,-1 1 0,0-1 0,0 0 0,1 1 0,-1 1 0,0-1 2,0 0-1,0 0 1,0 0 0,0 0-1,0 0 1,-1 0-1,1 0 1,-1 0-1,1 0 1,-1 0 0,0 0-1,0 0 1,1 0-1,-1 0 1,-1-1 0,1 1-1,0 0 1,0-1-1,-1 1 1,1-1-1,0 0 1,-1 1 0,0-1-1,-3 2 1,0 0 75,-1-2 1,1 1-1,-1 0 1,0-1-1,1 0 1,-1-1-1,0 1 1,0-1-1,0 0 1,0 0-1,1-1 0,-9-1 1,12 1-61,0 1 1,0 0-1,1-1 0,-1 0 1,0 1-1,1-1 1,-1 0-1,1 0 0,-1 1 1,1-1-1,-1 0 0,1-1 1,0 1-1,-1 0 0,1 0 1,0-1-1,0 1 1,0 0-1,0-1 0,0 1 1,0-1-1,0 0 0,0 1 1,1-1-1,-1 0 0,1 1 1,-1-1-1,1 0 1,0 1-1,0-1 0,-1 0 1,1 0-1,0 1 0,1-1 1,-1 0-1,0 0 1,0 1-1,1-1 0,-1 0 1,1 0-1,0 1 0,-1-1 1,1 1-1,2-3 0,-3 2-23,1 0-1,1 0 0,-1 0 0,0 0 1,0 0-1,1 1 0,-1-1 0,1 1 0,-1-1 1,1 1-1,0 0 0,-1-1 0,1 1 1,0 0-1,0 0 0,0 0 0,0 0 0,0 1 1,0-1-1,0 0 0,0 1 0,0 0 0,0-1 1,1 1-1,-1 0 0,0 0 0,0 0 1,0 0-1,0 1 0,3 0 0,-1-1 0,1 1 0,-1 1 0,1-1-1,-1 1 1,0-1 0,1 1 0,-1 0 0,0 1-1,0-1 1,-1 1 0,1 0 0,6 6 0,-6-5 6,-1 0 1,0 1 0,0-1 0,-1 1 0,1-1 0,-1 1 0,0 0-1,0 0 1,0 0 0,-1 0 0,0 0 0,0 1 0,0-1 0,-1 0 0,0 1-1,0-1 1,0 0 0,-2 10 0,1-13-6,0-1 0,0 0 0,0 0 0,0 1 0,-1-1 0,1 0 1,0 0-1,-1 0 0,1 0 0,-1-1 0,1 1 0,-1 0 0,0-1 0,1 1 0,-1-1 0,1 1 0,-1-1 0,0 0 0,0 1 1,1-1-1,-1 0 0,0 0 0,1 0 0,-1-1 0,0 1 0,1 0 0,-1-1 0,-1 0 0,-1 1-1,0-1-1,0 0 0,0 0 1,1 0-1,-1-1 0,0 1 0,1-1 1,0 0-1,-1 0 0,1 0 1,-5-4-1,6 4-44,1 0 1,-1-1-1,1 1 0,0 0 1,0-1-1,0 1 0,0-1 0,0 1 1,0-1-1,1 1 0,-1-1 1,1 0-1,-1 1 0,1-1 1,0 1-1,0-1 0,1 0 1,-1 1-1,0-1 0,2-3 0,-1 2-490,0 0-1,1 1 1,-1-1-1,1 0 1,0 0-1,0 1 0,4-6 1,13-14-4458</inkml:trace>
</inkml:ink>
</file>

<file path=ppt/ink/ink2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46.558"/>
    </inkml:context>
    <inkml:brush xml:id="br0">
      <inkml:brushProperty name="width" value="0.025" units="cm"/>
      <inkml:brushProperty name="height" value="0.025" units="cm"/>
    </inkml:brush>
  </inkml:definitions>
  <inkml:trace contextRef="#ctx0" brushRef="#br0">640 46 6919,'0'0'373,"-10"-5"812,-3-2-683,-1 1-1,0 0 0,0 1 0,-1 1 0,0 0 1,1 1-1,-1 1 0,-16-1 0,7 3-317,0 1 0,1 1 0,-1 2-1,1 0 1,0 1 0,0 2-1,0 0 1,1 1 0,0 2 0,1 0-1,0 1 1,0 1 0,-19 15 0,28-18-166,0 0 1,1 1 0,0 0 0,0 1-1,1 1 1,0-1 0,1 1-1,1 1 1,0 0 0,0 0 0,2 0-1,-1 1 1,2 0 0,0 0-1,0 1 1,1-1 0,1 1 0,1 0-1,0 0 1,1 0 0,1 21-1,2-17-3,2 0-1,0 0 0,1 0 0,0-1 0,2 0 0,0 0 0,1-1 0,1 0 0,1 0 0,0-1 1,1 0-1,1-1 0,0 0 0,1-1 0,1-1 0,0 0 0,0 0 0,2-1 0,29 17 1,-29-20 42,0 0 1,0-1-1,0-1 1,1 0-1,0-1 1,1-1-1,-1-1 1,1-1-1,0 0 1,0-1 0,0-1-1,0 0 1,0-2-1,0 0 1,0-1-1,0-1 1,0 0-1,-1-1 1,1-1-1,-1-1 1,19-9 0,-18 5 11,0-1 1,-1-1 0,0 0-1,0-1 1,-2-1-1,0-1 1,0 0 0,-1-1-1,-1 0 1,-1-1 0,0 0-1,17-37 1,-23 42-60,0-1 0,-1 0 1,-1-1-1,0 1 0,-1-1 1,-1 0-1,0 0 0,-1 0 0,0 0 1,-1 0-1,0 0 0,-2 0 0,1 0 1,-2 0-1,0 1 0,0-1 1,-2 1-1,1-1 0,-2 1 0,-7-13 1,3 8-31,-1 2 0,-1 0 0,0 0 0,-1 1 0,-1 0 0,0 1 1,-1 1-1,0 0 0,-1 1 0,-1 1 0,0 1 0,0 0 0,-1 1 0,0 1 1,-1 0-1,1 2 0,-1 0 0,-1 1 0,1 1 0,-27-2 0,23 4-1079,0 2-1,1 0 1,-1 1-1,0 2 0,1 0 1,-33 9-1,11-1-7217</inkml:trace>
</inkml:ink>
</file>

<file path=ppt/ink/ink2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41.327"/>
    </inkml:context>
    <inkml:brush xml:id="br0">
      <inkml:brushProperty name="width" value="0.025" units="cm"/>
      <inkml:brushProperty name="height" value="0.025" units="cm"/>
    </inkml:brush>
  </inkml:definitions>
  <inkml:trace contextRef="#ctx0" brushRef="#br0">79 4 192,'-24'5'32,"5"0"-64,2-5-160,5 0 192,7-2 0,4-9 0</inkml:trace>
</inkml:ink>
</file>

<file path=ppt/ink/ink2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41.418"/>
    </inkml:context>
    <inkml:brush xml:id="br0">
      <inkml:brushProperty name="width" value="0.025" units="cm"/>
      <inkml:brushProperty name="height" value="0.025" units="cm"/>
    </inkml:brush>
  </inkml:definitions>
  <inkml:trace contextRef="#ctx0" brushRef="#br0">0 57 32,'0'0'96,"11"-44"-32,-9 32-160</inkml:trace>
</inkml:ink>
</file>

<file path=ppt/ink/ink2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44.165"/>
    </inkml:context>
    <inkml:brush xml:id="br0">
      <inkml:brushProperty name="width" value="0.025" units="cm"/>
      <inkml:brushProperty name="height" value="0.025" units="cm"/>
    </inkml:brush>
  </inkml:definitions>
  <inkml:trace contextRef="#ctx0" brushRef="#br0">226 49 5029,'0'0'6940,"3"-7"-6748,-2 5-177,-1 0 1,1 0-1,0-1 1,-1 1-1,1 0 1,0 0-1,0 0 0,1 0 1,-1 1-1,0-1 1,1 0-1,-1 0 1,1 1-1,0-1 1,-1 1-1,1-1 1,0 1-1,0 0 0,0 0 1,0 0-1,0 0 1,0 0-1,0 0 1,0 0-1,0 1 1,1-1-1,-1 1 1,0 0-1,0-1 0,1 1 1,-1 0-1,0 0 1,0 1-1,1-1 1,-1 0-1,0 1 1,3 0-1,-3 0 1,0-1-1,0 1 1,-1 0-1,1 0 1,0 0 0,0 0-1,-1 0 1,1 1-1,-1-1 1,1 0 0,-1 1-1,1-1 1,-1 1-1,0-1 1,0 1 0,1 0-1,-1-1 1,-1 1-1,1 0 1,0 0 0,0 0-1,-1 0 1,1 0-1,-1 0 1,1 0 0,-1 0-1,0 0 1,0 0-1,0 0 1,0 0-1,0 0 1,-1 3 0,1 0 133,0 0 1,-1 0 0,0 1 0,0-1-1,0 0 1,-1 0 0,1 0 0,-1 0-1,-1 0 1,1-1 0,-5 8 0,-3-3 29,0 0 0,0-1 1,-1-1-1,0 0 0,0 0 0,-1-1 1,0 0-1,0-1 0,0-1 1,0 0-1,-1 0 0,0-1 1,0-1-1,0 0 0,0-1 0,-25-1 1,37 1-159,-1-1 0,0 0-1,0 0 1,0 0 0,0-1 0,0 1 0,0 0 0,0-1 0,0 1 0,0-1 0,0 0-1,0 0 1,1 1 0,-1-1 0,0 0 0,1-1 0,-1 1 0,0 0 0,1 0-1,0-1 1,-1 1 0,1-1 0,0 1 0,-1-1 0,1 1 0,0-1 0,0 0-1,1 0 1,-1 1 0,0-1 0,0 0 0,1 0 0,-1 0 0,1 0 0,0 0 0,0 0-1,-1 0 1,1 0 0,0 0 0,1 0 0,-1 0 0,0 0 0,0 0 0,1 0-1,0 1 1,-1-1 0,1 0 0,0 0 0,0 0 0,0 1 0,0-1 0,0 0 0,0 1-1,0-1 1,0 1 0,1-1 0,-1 1 0,1-1 0,-1 1 0,1 0 0,0 0-1,-1 0 1,1 0 0,0 0 0,0 0 0,-1 1 0,4-2 0,1 0-20,1-1 0,0 1 1,0 1-1,0-1 0,0 1 1,0 0-1,0 1 0,0 0 1,1 0-1,-1 0 1,0 1-1,0 0 0,0 0 1,0 1-1,0 0 0,8 4 1,-12-5-2,1 1 1,-1 0 0,1 0 0,-1 0 0,0 0-1,1 1 1,-1-1 0,-1 1 0,1 0 0,0-1 0,-1 1-1,1 1 1,-1-1 0,0 0 0,0 1 0,0-1-1,0 1 1,-1-1 0,0 1 0,0 0 0,0 0 0,0 0-1,0-1 1,-1 1 0,1 0 0,-1 0 0,0 0-1,0 0 1,-1 0 0,-1 7 0,1-7 6,-1 0 1,1 0-1,-1 0 1,0-1 0,-1 1-1,1-1 1,-1 0-1,1 1 1,-1-1-1,0 0 1,0 0-1,-1-1 1,1 1-1,0-1 1,-1 0-1,1 1 1,-1-1 0,0-1-1,0 1 1,0-1-1,0 1 1,0-1-1,-7 1 1,-1 0 13,1 1-1,-1-2 1,0 1 0,1-2 0,-1 1-1,0-2 1,-15-1 0,24 1-18,0 1-1,0-1 1,0 0 0,1 0-1,-1 0 1,0 0 0,1 0-1,-1 0 1,1-1 0,-1 1-1,1-1 1,0 0 0,-1 1-1,1-1 1,0 0 0,0 0-1,0-1 1,1 1 0,-1 0-1,1-1 1,-1 1 0,1-1-1,0 1 1,-1-1 0,2 0-1,-1 1 1,0-1 0,0 0-1,1 0 1,-1 0 0,1 1-1,0-7 1,0 5 0,1 1-1,0-1 1,-1 1 0,1-1 0,1 0 0,-1 1-1,0 0 1,1-1 0,-1 1 0,1 0-1,0 0 1,0 0 0,1 0 0,-1 0 0,1 0-1,-1 1 1,1-1 0,0 1 0,0-1-1,0 1 1,0 0 0,0 1 0,0-1-1,1 0 1,3-1 0,4 0-3,0 1 0,0 0 0,0 0 0,1 1 0,-1 0 0,0 1 0,22 2 0,-29-1 0,0-1 0,0 1 0,0-1 0,0 1 0,0 0 0,0 1 0,0-1 0,-1 1 0,1-1 0,0 1 0,-1 0 0,1 0 0,-1 1 0,0-1 0,0 1 0,0 0 0,0 0 0,0 0 0,-1 0 0,1 0 0,-1 0 0,0 1 0,0-1 0,0 1 0,1 3 0,-3-5 1,1-1 0,-1 0 0,0 1 0,0-1-1,0 0 1,-1 1 0,1-1 0,0 0 0,0 1 0,-1-1 0,1 0 0,-1 1 0,1-1-1,-1 0 1,1 0 0,-1 0 0,0 1 0,0-1 0,0 0 0,1 0 0,-1 0-1,0 0 1,0 0 0,0-1 0,0 1 0,-1 0 0,1 0 0,0-1 0,0 1 0,0-1-1,-1 1 1,1-1 0,0 1 0,-1-1 0,1 0 0,0 1 0,-1-1 0,1 0 0,-2 0-1,-62 4 56,58-4-51,-1 0 3,-1 0-1,1-1 1,0 0-1,-1-1 1,1 0 0,0 0-1,0 0 1,-9-5-1,14 6-6,1 0 0,0-1 0,0 1 0,0 0 0,0-1-1,0 1 1,0-1 0,1 1 0,-1-1 0,0 0-1,1 0 1,-1 0 0,1 0 0,0 0 0,0 0 0,0 0-1,0 0 1,0 0 0,0-1 0,0 1 0,1 0-1,-1-1 1,1 1 0,0 0 0,-1-1 0,1 1-1,0-1 1,1 1 0,-1 0 0,0-1 0,1 1 0,-1 0-1,2-5 1,0 4-1,-1 0 0,1 0 0,0 1-1,0-1 1,0 0 0,0 1 0,1 0 0,-1 0 0,0-1-1,1 1 1,0 1 0,-1-1 0,1 0 0,0 1 0,0-1-1,0 1 1,0 0 0,0 0 0,0 0 0,0 0 0,1 1-1,-1-1 1,4 1 0,9-2-7,0 1 0,0 1 0,21 2 0,-32-2 6,0 1-1,1 1 1,-1-1-1,0 1 0,0-1 1,-1 2-1,1-1 1,0 0-1,-1 1 1,1 0-1,4 4 1,-6-5 0,0 0 1,-1 1-1,1-1 1,-1 1-1,0-1 1,1 1 0,-1 0-1,-1 0 1,1 0-1,0 0 1,-1 0-1,1 0 1,-1 1 0,0-1-1,0 0 1,-1 1-1,1-1 1,0 4-1,-2-5 4,1 0 0,-1 0-1,0 0 1,0 0-1,0 0 1,0 0 0,0-1-1,0 1 1,0 0-1,0-1 1,-1 1 0,1-1-1,-1 1 1,1-1-1,-1 0 1,1 0-1,-1 1 1,0-1 0,0 0-1,0 0 1,0-1-1,1 1 1,-1 0 0,0-1-1,0 1 1,0-1-1,0 0 1,-4 1 0,-60 6 34,57-8-33,1 1 1,-1-1 0,1 0-1,-1-1 1,1 0 0,0 0-1,-14-6 1,20 7-4,0 1 0,1-1 0,-1 0 0,0 0 0,0 0 0,0 0-1,1 0 1,-1 0 0,1-1 0,-1 1 0,1 0 0,-1-1 0,1 1 0,0-1 0,0 0 0,-1 1 0,1-1 0,1 0 0,-1 0 0,0 1 0,0-1-1,1 0 1,-1 0 0,1 0 0,-1 0 0,1 0 0,0 0 0,0 0 0,0 0 0,0 0 0,0 0 0,0 0 0,0 0 0,1 0 0,-1 0 0,1 0-1,0 0 1,-1 0 0,2-1 0,1 0-2,-1 0-1,1 0 1,-1 0 0,1 1-1,0-1 1,0 1-1,1 0 1,-1 0 0,0 0-1,1 0 1,-1 1-1,1-1 1,-1 1 0,1 0-1,0 0 1,-1 0-1,1 1 1,7-1 0,0-1-4,0 1 1,0 1-1,0 0 1,1 1-1,14 2 1,-22-2 4,0 0-1,0 0 1,-1 1-1,1-1 1,0 1 0,-1 0-1,1 0 1,-1 0 0,1 0-1,-1 1 1,0 0-1,0-1 1,0 1 0,-1 0-1,1 0 1,-1 1 0,1-1-1,-1 1 1,0-1 0,0 1-1,-1-1 1,1 1-1,-1 0 1,1 0 0,-1 0-1,-1 0 1,1 0 0,0 5-1,-2-8 2,1 1 0,-1-1 1,0 0-1,0 1 0,0-1 0,0 0 0,0 1 0,0-1 0,0 0 0,0 0 0,-1 0 1,1 0-1,0 0 0,-1 0 0,1 0 0,0-1 0,-1 1 0,1 0 0,-1-1 0,1 1 1,-1-1-1,0 0 0,1 1 0,-1-1 0,1 0 0,-1 0 0,0 0 0,1 0 0,-3-1 1,-56 1 17,57 0-13,-3-1-5,0 0-1,-1 0 1,1-1-1,0 0 1,0 0 0,0-1-1,0 1 1,1-1-1,-1 0 1,-8-7 0,12 8-1,-1 1 0,1-1-1,0 0 1,0 1 0,0-1 0,1 0 0,-1 0 0,0 0 0,1-1 0,-1 1 0,1 0 0,0-1 0,0 1 0,0-1 0,0 1 0,0-1 0,0 1 0,1-1 0,-1 1 0,1-1 0,-1 0 0,1 0 0,0 1 0,0-1-1,1 0 1,-1 1 0,1-1 0,0-2 0,0 3-1,1-1 0,0 1 0,0 0 0,0 1 0,0-1-1,0 0 1,0 1 0,0-1 0,0 1 0,1-1 0,-1 1-1,0 0 1,1 0 0,0 0 0,-1 0 0,1 1 0,-1-1 0,1 1-1,0-1 1,-1 1 0,6 0 0,3 0-6,0-1 1,0 2-1,0-1 0,12 4 1,-15-2 3,0 1 1,0-1-1,0 2 1,0-1-1,-1 1 0,0 1 1,0-1-1,0 1 1,12 11-1,-15-12 1,0 0 0,0 0 0,-1 0-1,1 0 1,-1 1 0,0 0-1,0-1 1,-1 1 0,1 0 0,-1 0-1,0 0 1,0 1 0,-1-1-1,0 0 1,1 1 0,-1 5 0,-2-9 2,1 0 1,-1-1 0,1 1 0,-1-1 0,0 1 0,0-1 0,0 0 0,0 1 0,0-1 0,0 0 0,0 0-1,0 0 1,-1 1 0,1-1 0,0 0 0,-1-1 0,1 1 0,-1 0 0,1 0 0,-1-1 0,1 1-1,-1 0 1,1-1 0,-1 0 0,0 1 0,1-1 0,-1 0 0,1 0 0,-1 0 0,0 0 0,-1 0 0,-7 1-2,0-1 1,0 0-1,0-1 1,-11-2-1,14 1 4,-1 0 0,1-1 0,-1 0 0,1-1 0,0 1 0,0-1 0,1-1 0,-1 1-1,-10-11 1,14 13-2,1 0-1,-1-1 0,1 1 0,-1-1 0,1 1 0,0-1 0,0 0 0,0 0 0,1 0 1,-1 0-1,1 0 0,-1-1 0,1 1 0,0 0 0,0-1 0,0 1 0,1 0 0,-1-1 1,1 1-1,0-1 0,0 1 0,0-1 0,1 1 0,0-6 0,1 6-1,0 0 0,0 1 0,0-1 0,1 1 0,-1-1 0,0 1 0,1 0 0,0 0 0,-1 0 0,1 1 0,0-1 0,0 1 0,0-1 0,0 1 0,0 0 0,0 0 0,1 0 0,-1 1 0,0-1 0,0 1-1,1 0 1,-1-1 0,6 2 0,-2-1-3,0 0 0,-1 0 0,1 0 0,0 1 0,-1 0-1,1 1 1,-1-1 0,0 1 0,1 0 0,-1 1 0,7 4-1,-10-5 3,0 0 0,0 1 0,0-1 0,0 1-1,-1 0 1,1 0 0,-1 0 0,0 0-1,0 0 1,0 1 0,0-1 0,0 1-1,-1-1 1,0 1 0,0 0 0,0-1-1,1 8 1,-2-9 3,0 0 0,0-1-1,-1 1 1,1 0 0,-1 0-1,1 0 1,-1-1-1,0 1 1,0 0 0,1 0-1,-1-1 1,0 1 0,-1-1-1,1 1 1,0-1 0,0 1-1,-1-1 1,1 0 0,0 0-1,-1 1 1,0-1 0,1 0-1,-1 0 1,1-1 0,-1 1-1,0 0 1,0-1 0,0 1-1,1-1 1,-1 1 0,0-1-1,0 0 1,0 1 0,0-1-1,0 0 1,-2-1-1,-9 2 5,1-1 0,-1 0-1,0-1 1,0 0-1,0-1 1,1 0 0,-25-9-1,33 10-3,0 0 0,1-1 0,-1 0 0,0 1 0,1-1 0,-1-1-1,1 1 1,0 0 0,0-1 0,0 0 0,0 0 0,0 0 0,1 0 0,-1 0 0,1 0 0,0-1 0,0 1 0,0-1-1,0 1 1,1-1 0,-1 0 0,1 0 0,0 0 0,0 1 0,0-1 0,1 0 0,0 0 0,-1 0 0,2-6 0,-1 8-3,0-1 1,1 1 0,-1 0 0,1 0-1,-1 0 1,1 0 0,0 0 0,0 0-1,0 0 1,0 0 0,0 0 0,0 0-1,1 1 1,-1-1 0,1 0 0,-1 1-1,1-1 1,0 1 0,-1 0 0,4-3-1,0 2 1,0 0-1,0 0 0,0 0 1,0 0-1,0 1 0,0 0 1,1 0-1,7-1 0,-4 2 0,-1-1-1,1 1 0,-1 1 0,1 0 0,-1 0 1,0 1-1,0-1 0,1 2 0,-1-1 0,-1 1 1,9 4-1,-11-3 0,0-1 0,0 1 1,0 0-1,-1 0 0,1 0 1,-1 1-1,0 0 0,-1-1 1,1 1-1,-1 1 0,0-1 1,0 0-1,-1 1 0,1-1 1,-1 1-1,0 0 0,-1 0 1,1 0-1,-1 0 0,-1 0 1,1 9-1,-1-13 4,-1 0 0,1 0 0,-1 0 0,0 0-1,0 0 1,0 0 0,0 0 0,0 0 0,0 0 0,-1 0 0,1-1 0,0 1-1,-1-1 1,0 1 0,1-1 0,-1 1 0,0-1 0,0 0 0,1 0 0,-1 0-1,0 0 1,0 0 0,0 0 0,0-1 0,0 1 0,-1-1 0,1 1 0,-4-1-1,-8 3 3,1-1 0,-1 0 0,-16-1 0,20-1 1,1 0 0,-1-1 0,1 0 0,-1-1 0,1 1 0,0-2 0,-1 1 0,-15-8 0,22 8-3,-1 0 0,1 0-1,-1-1 1,1 1 0,0-1 0,0 0-1,1 0 1,-1 0 0,0 0 0,1 0-1,0 0 1,0-1 0,0 1 0,0-1-1,0 1 1,1-1 0,-1 0-1,1 0 1,0 0 0,0 0 0,1 0-1,-1 0 1,1-7 0,0 8-3,1 0 0,-1-1 0,1 1 0,0 0 0,0 0 0,0 0 0,0 0 1,1 0-1,-1 0 0,1 0 0,0 0 0,0 0 0,0 1 0,0-1 0,0 1 0,1-1 0,-1 1 1,1 0-1,-1 0 0,1 0 0,0 0 0,0 0 0,0 1 0,0-1 0,0 1 0,0 0 0,0 0 0,0 0 1,5 0-1,7-3-4,0 1 0,0 0 1,0 2-1,0 0 1,19 0-1,-27 2 3,-1 0-1,0 0 1,1 0-1,-1 1 1,0 0 0,0 0-1,0 1 1,0-1-1,0 1 1,0 1-1,-1-1 1,0 1-1,10 7 1,-12-7 1,1-1-1,-1 1 1,0-1-1,0 1 1,0 0 0,-1 0-1,1 0 1,-1 1-1,0-1 1,0 1 0,0-1-1,-1 1 1,0-1-1,1 1 1,-2 0 0,1 0-1,-1 0 1,1-1-1,-2 8 1,1-9 3,-1-1-1,0 0 1,0 0-1,0 0 1,0 1-1,-1-1 1,1 0-1,0 0 1,-1-1-1,1 1 1,-1 0-1,0 0 1,0-1-1,0 1 1,0-1-1,0 0 1,0 1-1,0-1 1,0 0-1,0 0 1,0 0-1,-1-1 1,1 1-1,0 0 1,-1-1-1,1 0 1,-3 1-1,-69 4 23,72-5-23,-8 0 4,0 0-1,0-1 0,1-1 1,-1 0-1,0 0 0,1-1 0,-1 0 1,-12-6-1,19 7-3,0 1 0,0 0 0,0-1 0,1 0 0,-1 0 0,1 0 1,-1 0-1,1 0 0,0 0 0,0-1 0,0 1 0,0-1 0,0 1 0,0-1 0,1 0 0,-1 0 0,1 0 0,0 0 0,0 0 1,0 0-1,0 0 0,0 0 0,1 0 0,0-1 0,-1 1 0,1 0 0,0 0 0,0 0 0,2-6 0,-1 5-1,0 1 0,1 0 0,0 0-1,-1 0 1,1 0 0,0 0 0,1 0-1,-1 0 1,0 0 0,1 1 0,0 0-1,-1-1 1,1 1 0,0 0 0,0 0-1,0 0 1,1 1 0,-1-1 0,0 1-1,1 0 1,-1 0 0,0 0 0,1 0-1,6 0 1,1-2-6,1 2 0,0 0 0,0 0 0,1 1 0,-1 0 0,14 3 0,-22-2 5,0 0 1,0 1-1,0-1 0,0 1 0,0 0 0,-1 0 0,1 0 1,-1 0-1,1 1 0,-1-1 0,0 1 0,0 0 0,0 0 0,0 0 1,0 0-1,-1 1 0,1-1 0,-1 1 0,2 4 0,-2-5-15,-1 0 0,0 0 0,0-1 0,0 1 0,0 0 1,-1 0-1,1 0 0,-1 0 0,0 0 0,0 0 0,0 0 0,0 0 0,0 0 0,-1 0 0,1-1 0,-1 1 0,0 0 0,1 0 0,-1 0 0,-1-1 0,1 1 0,0 0 0,-1-1 0,1 1 0,-1-1 0,0 1 0,-3 3 0,-6 3-811,-1 0 1,1 0-1,-1-1 0,-1-1 1,-21 10-1,-35 6-5849,44-19 3244</inkml:trace>
</inkml:ink>
</file>

<file path=ppt/ink/ink2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44.699"/>
    </inkml:context>
    <inkml:brush xml:id="br0">
      <inkml:brushProperty name="width" value="0.025" units="cm"/>
      <inkml:brushProperty name="height" value="0.025" units="cm"/>
    </inkml:brush>
  </inkml:definitions>
  <inkml:trace contextRef="#ctx0" brushRef="#br0">659 207 3876,'1'-6'400,"-1"0"0,0 0 0,-1 0 0,1 0 0,-1 0-1,-1 0 1,1 0 0,-1 0 0,0 1 0,0-1 0,-6-9 0,6 12-213,-1 0 1,0 0-1,0 0 0,0 0 0,-1 1 0,1-1 0,0 1 0,-1 0 0,0 0 0,1 1 0,-1-1 1,0 1-1,0 0 0,0 0 0,0 0 0,0 0 0,0 1 0,-7-1 0,-10 0 5,0 2 0,0 0 1,0 1-1,0 1 0,0 1 0,0 1 0,1 1 0,0 0 0,0 2 0,1 0 0,0 2 0,0 0 0,1 0 0,0 2 1,1 0-1,1 2 0,0-1 0,-17 19 0,14-12-139,1 1 0,1 0 0,1 1 0,0 1 1,2 1-1,1 0 0,1 0 0,0 2 0,2-1 0,2 1 0,0 1 0,1-1 1,-4 44-1,8-45-35,2 0 0,1 1 0,1-1 1,2 0-1,0 0 0,1 0 1,13 40-1,-12-52-13,0-1 0,0 0 0,2 0-1,-1-1 1,1 0 0,1 0 0,0-1 0,0 1 0,1-2 0,1 1 0,0-1 0,0-1 0,0 0 0,1 0-1,0-1 1,17 8 0,-11-7 22,1-1-1,0-1 0,0-1 1,0 0-1,1-1 1,0-1-1,0 0 0,0-2 1,0 0-1,0-2 0,24-2 1,-19-1 80,0-1 1,0-1 0,-1-1-1,1-1 1,-2-1 0,1-1-1,-1-1 1,26-17 0,-26 13-49,0 0 1,-1-2 0,-1 0-1,-1-1 1,0-1 0,-2-1-1,0-1 1,-1 0 0,-1-1-1,-1-1 1,-1 0 0,-2-1-1,0 0 1,-1 0 0,-1-1 0,-2-1-1,6-29 1,-10 34-56,-1 0 0,0 0 0,-2 1 0,0-1 1,-1 0-1,-2 0 0,0 1 0,-1-1 0,-1 1 0,-1 0 1,0 0-1,-2 1 0,0 0 0,-1 0 0,-1 1 0,-1 0 0,-1 1 1,0 0-1,-1 1 0,-1 0 0,0 1 0,-1 0 0,-1 2 0,0 0 1,-1 0-1,-33-18 0,20 17-13,0 1 1,-1 2-1,0 1 1,0 1-1,-1 1 1,0 2-1,-1 2 1,1 1-1,-1 1 1,0 2-1,1 1 0,-1 1 1,1 2-1,-41 10 1,61-10-44,1 0 1,-1 0-1,1 1 1,-12 8-1,19-11-217,1 0 0,-1 1 0,1 0 0,-1 0 0,1 0 0,0 0 0,0 0-1,0 1 1,0-1 0,1 1 0,-1 0 0,1 0 0,-3 8 0,3 6-5513,8-11-3320</inkml:trace>
</inkml:ink>
</file>

<file path=ppt/ink/ink2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56.126"/>
    </inkml:context>
    <inkml:brush xml:id="br0">
      <inkml:brushProperty name="width" value="0.025" units="cm"/>
      <inkml:brushProperty name="height" value="0.025" units="cm"/>
    </inkml:brush>
  </inkml:definitions>
  <inkml:trace contextRef="#ctx0" brushRef="#br0">0 0 96</inkml:trace>
</inkml:ink>
</file>

<file path=ppt/ink/ink2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56.221"/>
    </inkml:context>
    <inkml:brush xml:id="br0">
      <inkml:brushProperty name="width" value="0.025" units="cm"/>
      <inkml:brushProperty name="height" value="0.025" units="cm"/>
    </inkml:brush>
  </inkml:definitions>
  <inkml:trace contextRef="#ctx0" brushRef="#br0">0 46 256,'0'0'0,"7"-46"-256</inkml:trace>
</inkml:ink>
</file>

<file path=ppt/ink/ink2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57.869"/>
    </inkml:context>
    <inkml:brush xml:id="br0">
      <inkml:brushProperty name="width" value="0.025" units="cm"/>
      <inkml:brushProperty name="height" value="0.025" units="cm"/>
    </inkml:brush>
  </inkml:definitions>
  <inkml:trace contextRef="#ctx0" brushRef="#br0">1 0 2114,'0'3'1505,"0"-2"-1216,0 0-225,0 0-64,1 0 0,1 2 32,0-3 0,1 0-32,0 1 32,0-1-32,3 0 0,-3 0 0,1 0 0,1 0-32,1 0-64,-2 0-1538</inkml:trace>
</inkml:ink>
</file>

<file path=ppt/ink/ink2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58.551"/>
    </inkml:context>
    <inkml:brush xml:id="br0">
      <inkml:brushProperty name="width" value="0.025" units="cm"/>
      <inkml:brushProperty name="height" value="0.025" units="cm"/>
    </inkml:brush>
  </inkml:definitions>
  <inkml:trace contextRef="#ctx0" brushRef="#br0">30 12 4388,'0'0'5579,"-5"-4"-5472,4 4-107,0-1 1,1 0-1,-1 1 1,0-1 0,0 0-1,1 1 1,-1-1-1,0 1 1,0 0-1,0-1 1,0 1 0,0 0-1,0-1 1,0 1-1,1 0 1,-1 0 0,0 0-1,0 0 1,0 0-1,0 0 1,-2 0 0,2 1 1,1-1 0,0 1 0,-1-1 0,1 1 0,0 0 0,-1 0 0,1-1 0,0 1 0,0 0 0,-1-1 0,1 1 0,0 0 0,0 0 0,0-1 0,0 1 0,0 0 0,0 0 0,0-1 0,0 1 0,1 0 0,-1 1 0,20 59 201,-20-59-191,38 102 214,41 99-2337,-76-197-350</inkml:trace>
</inkml:ink>
</file>

<file path=ppt/ink/ink2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58.819"/>
    </inkml:context>
    <inkml:brush xml:id="br0">
      <inkml:brushProperty name="width" value="0.025" units="cm"/>
      <inkml:brushProperty name="height" value="0.025" units="cm"/>
    </inkml:brush>
  </inkml:definitions>
  <inkml:trace contextRef="#ctx0" brushRef="#br0">23 114 5958,'0'0'1206,"-3"-10"-928,-2-4-237,1-1 1,1 0 0,0 1-1,-1-29 1,4 43-43,0 0 0,0 0 0,0-1 1,1 1-1,-1 0 0,0 0 0,0 0 0,0 0 1,0-1-1,1 1 0,-1 0 0,0 0 0,0 0 1,0 0-1,0 0 0,1 0 0,-1 0 0,0 0 0,0 0 1,1 0-1,-1 0 0,0 0 0,0 0 0,0 0 1,1 0-1,-1 0 0,0 0 0,0 0 0,0 0 0,1 0 1,-1 0-1,0 0 0,0 0 0,0 0 0,1 0 1,-1 0-1,0 0 0,0 0 0,0 1 0,0-1 1,1 0-1,-1 0 0,0 0 0,0 0 0,0 0 0,0 1 1,0-1-1,1 0 0,-1 0 0,0 0 0,0 1 1,0-1-1,0 0 0,0 0 0,0 0 0,0 1 0,0-1 1,0 0-1,0 1 0,11 11 18,-2 9-1261,-7-19-1062</inkml:trace>
</inkml:ink>
</file>

<file path=ppt/ink/ink2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59.525"/>
    </inkml:context>
    <inkml:brush xml:id="br0">
      <inkml:brushProperty name="width" value="0.025" units="cm"/>
      <inkml:brushProperty name="height" value="0.025" units="cm"/>
    </inkml:brush>
  </inkml:definitions>
  <inkml:trace contextRef="#ctx0" brushRef="#br0">70 136 1473,'0'0'3903,"1"-7"-3167,0-23 161,-1 30-850,0-1-1,0 1 0,0-1 0,0 1 1,0-1-1,-1 0 0,1 1 0,0-1 1,0 1-1,0-1 0,0 1 0,-1-1 1,1 1-1,0-1 0,-1 1 0,1-1 1,0 1-1,-1-1 0,1 1 0,0 0 1,-1-1-1,1 1 0,-1 0 0,1-1 1,-1 1-1,1 0 0,-1-1 0,1 1 1,-1 0-1,1 0 0,-1 0 1,1-1-1,-1 1 0,0 0 0,1 0 1,-1 0-1,1 0 0,-1 0 0,1 0 1,-1 0-1,0 0 0,1 0 0,-1 1 1,1-1-1,-1 0 0,-20 11 917,16-3-853,1 1-1,-1 1 1,2-1-1,-1 0 0,1 1 1,1 0-1,0 0 1,0 0-1,1 0 1,0 14-1,0-4 136,2 1 0,0-1 0,1 0 0,6 25 0,-5-33-190,1-1 0,0 0 0,0 0-1,1 0 1,1-1 0,-1 0 0,2 0 0,0 0-1,0 0 1,0-1 0,1-1 0,11 11 0,-14-15-22,1 0 1,-1 0-1,1-1 1,0 1-1,0-1 1,0 0-1,0-1 1,0 0-1,0 0 1,1 0-1,0 0 0,-1-1 1,1 0-1,-1-1 1,1 0-1,0 0 1,-1 0-1,1-1 1,0 1-1,-1-2 1,1 1-1,-1-1 1,9-3-1,-7 2 21,0-1 1,0 0-1,0 0 0,0-1 0,-1 0 0,0 0 0,0-1 0,0 0 0,0 0 0,-1-1 1,0 0-1,-1 0 0,1 0 0,-1-1 0,-1 1 0,6-13 0,-5 8-37,-1 0 1,0 0-1,-1-1 0,-1 1 0,0-1 1,0 1-1,-1-1 0,-1 0 0,0 0 0,-4-24 1,2 23-27,-1 0 0,0 1 0,-1-1 0,-1 1 1,0 0-1,-1 1 0,0-1 0,-1 1 0,0 0 0,-10-11 1,11 16 11,0-1 1,-1 2 0,0-1 0,0 1 0,-1 0-1,1 0 1,-1 1 0,0 0 0,-1 1 0,1 0-1,-1 0 1,0 0 0,0 1 0,0 1 0,-11-2-1,13 3 15,1 0-1,0 1 0,-1-1 0,1 2 1,-1-1-1,1 1 0,0 0 0,-1 0 1,1 1-1,0-1 0,0 2 0,0-1 0,0 0 1,0 1-1,1 0 0,-10 7 0,12-7-108,0-1-1,0 1 0,0 0 0,1 1 0,-1-1 0,1 0 0,0 1 0,0-1 0,0 1 0,0 0 1,-2 5-1,3-4-322,0 0 0,0 0 0,1-1 0,-1 1 0,1 0 0,0 0 1,0 0-1,1 0 0,-1 0 0,1-1 0,2 7 0,7 10-1839,3-3-480</inkml:trace>
</inkml:ink>
</file>

<file path=ppt/ink/ink2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59.762"/>
    </inkml:context>
    <inkml:brush xml:id="br0">
      <inkml:brushProperty name="width" value="0.025" units="cm"/>
      <inkml:brushProperty name="height" value="0.025" units="cm"/>
    </inkml:brush>
  </inkml:definitions>
  <inkml:trace contextRef="#ctx0" brushRef="#br0">1 36 9065,'0'0'3235,"8"-5"-3049,-1 0-87,1 1 0,0 0-1,0 1 1,0 0-1,1 0 1,-1 1 0,1 0-1,-1 0 1,1 1-1,0 0 1,0 1-1,-1-1 1,1 2 0,10 1-1,23 4 75,-1 2 1,-1 2-1,56 21 0,60 15-204,-143-44-641,-1 0 1,0 0-1,0-2 0,1 0 0,13-1 1,16-7-4897</inkml:trace>
</inkml:ink>
</file>

<file path=ppt/ink/ink2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7:00.310"/>
    </inkml:context>
    <inkml:brush xml:id="br0">
      <inkml:brushProperty name="width" value="0.025" units="cm"/>
      <inkml:brushProperty name="height" value="0.025" units="cm"/>
    </inkml:brush>
  </inkml:definitions>
  <inkml:trace contextRef="#ctx0" brushRef="#br0">22 0 6406,'0'0'7095,"-5"10"-6956,1 4-91,0 0 1,2 0-1,-1 0 1,1 0-1,1 0 1,1 0 0,0 0-1,0 0 1,5 25-1,16 104 101,-8-60-545,-2 1 0,-5 0 0,-4 109-1,-3-192 239,2 0-17,-1 0 0,0 0 0,0 0 0,0 0 0,0-1 0,0 1 0,0 0 0,0 0 0,-1 0 0,1-1 0,0 1 0,0 0 0,-1 0 0,1-1 0,0 1 0,-1 0 0,1 0 0,-1-1 0,1 1 0,-1 0 0,1-1 0,-1 1 0,1-1 0,-1 1 0,0-1 0,1 1 0,-1-1 1,0 1-1,-1 0 0,-8-3-3520</inkml:trace>
</inkml:ink>
</file>

<file path=ppt/ink/ink2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7:00.730"/>
    </inkml:context>
    <inkml:brush xml:id="br0">
      <inkml:brushProperty name="width" value="0.025" units="cm"/>
      <inkml:brushProperty name="height" value="0.025" units="cm"/>
    </inkml:brush>
  </inkml:definitions>
  <inkml:trace contextRef="#ctx0" brushRef="#br0">3 173 11915,'0'-13'299,"-1"-4"-338,0 4 367,1 0 0,0 1-1,1-1 1,3-18 0,-4 28-288,1 0 0,0 0 0,-1 0 0,1 0 0,0 1 0,1-1 0,-1 0 0,0 1 0,1-1 0,0 1 0,-1-1 0,1 1 0,0 0 0,0 0 0,0 0 0,1 0 0,-1 0 0,0 0 0,1 1 0,-1-1 0,1 1 0,0-1 0,-1 1 0,1 0 0,0 0 0,5-1 0,-5 1-38,1 1-1,-1-1 1,1 1-1,-1-1 1,0 1-1,1 0 0,-1 0 1,1 1-1,-1-1 1,1 1-1,-1 0 1,0 0-1,1 0 1,-1 0-1,0 0 1,0 1-1,0-1 1,0 1-1,0 0 1,0 0-1,0 0 1,-1 0-1,1 1 1,-1-1-1,1 1 1,2 4-1,-1 0 1,-1 0 1,0 1-1,0-1 0,0 1 0,-1-1 0,-1 1 0,1 0 1,-1 0-1,0-1 0,-1 16 0,-1-5-2,0 1 0,-1 0 0,-1-1 0,-7 25 0,8-35 0,-1 1 0,0-1 0,0 0 0,-1 0 0,0 0 0,0-1 0,-1 0 0,0 1 0,0-2 0,-1 1 0,-9 9 0,14-15 0,1-1 0,-1 0-1,1 1 1,-1-1 0,1 1-1,0-1 1,-1 0 0,1 1 0,0-1-1,-1 1 1,1-1 0,0 1 0,0-1-1,0 1 1,-1-1 0,1 1-1,0-1 1,0 1 0,0-1 0,0 1-1,0 0 1,0-1 0,0 1-1,0-1 1,0 1 0,0-1 0,0 1-1,0-1 1,0 1 0,1-1-1,-1 1 1,0-1 0,0 1 0,1-1-1,-1 1 1,0-1 0,0 1 0,1-1-1,-1 1 1,1-1 0,-1 0-1,0 1 1,1-1 0,-1 0 0,1 1-1,0-1 1,29 19-15,-20-14 16,17 11-13,74 44-139,203 88 0,-287-142-1022,-1-1 1,1-1 0,0 0-1,35 2 1,4-5-6494</inkml:trace>
</inkml:ink>
</file>

<file path=ppt/ink/ink2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9:26.042"/>
    </inkml:context>
    <inkml:brush xml:id="br0">
      <inkml:brushProperty name="width" value="0.025" units="cm"/>
      <inkml:brushProperty name="height" value="0.025" units="cm"/>
    </inkml:brush>
  </inkml:definitions>
  <inkml:trace contextRef="#ctx0" brushRef="#br0">0 432 3107,'0'0'-368,"9"0"1094,613-8 1953,-357-5-2473,201-18 416,961-75 636,-1420 106-1251,2-1-2,602-21 274,-437 24-197,261 36 1,-219-4-53,44 8 64,274 8 0,76-45-70,263 12 16,-799-13-40,756 14 6,-632-38 1391,303-71-1,-290 46-999,221-18 0,-33 57-307,-180 8-57,-135-7-23,113-21-1,21-2 4,-118 22 3,0 4 0,0 4 0,0 6 0,0 3 0,138 34 0,472 170-11,15 4 1,-471-158 0,2-11 1,3-12 0,303 7-1,-199-40 8,400-47-1,-191-27-4,527-51 14,2283-233 105,-2452 256-53,3 44 48,1192 90-64,-440-38 864,-1646-1-905,935-59 711,-841 46-662,256-33-80,-387 47-33,1 1-290,-1 0-1,1 0 0,0-1 0,0 0 1,-1 1-1,1-1 0,0 0 0,-1 0 1,1 0-1,-1-1 0,1 1 0,-1 0 1,0-1-1,0 0 0,1 1 0,-1-1 1,2-4-1,6-16-4537</inkml:trace>
</inkml:ink>
</file>

<file path=ppt/ink/ink2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35.027"/>
    </inkml:context>
    <inkml:brush xml:id="br0">
      <inkml:brushProperty name="width" value="0.025" units="cm"/>
      <inkml:brushProperty name="height" value="0.025" units="cm"/>
    </inkml:brush>
  </inkml:definitions>
  <inkml:trace contextRef="#ctx0" brushRef="#br0">9246 126 4292,'-132'1'-2068,"-561"-15"4024,-853-17 119,954 30-1812,-236-39 1098,-4 0 1,-330 102-772,1058-53-550,-898 50 34,455-31 113,281-8 45,1 12-1,-441 111 0,687-138-231,-194 58 17,176-50-13,1 2 0,0 1 0,-53 34-1,79-42 27,0 0 1,1 0-1,0 1 0,0 0 0,1 1 0,0 0 0,1 0 1,0 1-1,0 0 0,1 0 0,1 0 0,0 1 1,0 0-1,1 0 0,-3 20 0,-2 15 198,3 2-1,-2 83 1,8-101-182,-1 137 507,8 0 1,32 195-1,-8-132-518,3 339 0,-36-522-22,1-23-5,1 0 0,3 30 0,-1-51-8,-1 0 1,1 0-1,0 0 1,0 0-1,0 0 0,0 0 1,1-1-1,-1 1 1,1-1-1,0 1 0,0-1 1,0 0-1,1 0 1,-1-1-1,1 1 0,-1 0 1,1-1-1,0 0 1,0 0-1,0 0 0,5 1 1,14 5 4,-1-1 1,38 8-1,-52-14-3,132 22 462,266 6 0,-354-27-463,1516-20 529,-1330 10-510,2689-162 1811,57-28-1442,-1872 166 172,-1096 31-635,90-8-55,-97 8-322,0-1 1,0 0 0,1-1 0,-2 0 0,1-1 0,0 0-1,-1 0 1,15-10 0,12-19-5059</inkml:trace>
</inkml:ink>
</file>

<file path=ppt/ink/ink2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35.825"/>
    </inkml:context>
    <inkml:brush xml:id="br0">
      <inkml:brushProperty name="width" value="0.025" units="cm"/>
      <inkml:brushProperty name="height" value="0.025" units="cm"/>
    </inkml:brush>
  </inkml:definitions>
  <inkml:trace contextRef="#ctx0" brushRef="#br0">27 113 4805,'-1'0'59,"0"0"1,0 0 0,0 0 0,0 1 0,0-1 0,1 0 0,-1 0 0,0 0 0,0 0 0,0-1 0,0 1 0,0 0 0,0 0 0,0 0 0,0-1 0,1 1 0,-1-1 0,0 1 0,0 0 0,0-1 0,1 0-1,-1 1 1,0-1 0,0 1 0,1-1 0,-1 0 0,1 1 0,-1-1 0,1 0 0,-1 0 0,1 0 0,-1 1 0,0-2 0,2 0 26,-1 0 0,0 0 1,1 0-1,0 0 0,-1 0 0,1 0 1,0 0-1,0 0 0,0 0 0,0 1 1,0-1-1,0 0 0,3-2 0,6-8 302,1 1 0,24-18 0,-33 27-352,0 0-1,0 0 1,1 1-1,-1-1 1,0 1-1,1-1 1,0 1-1,-1 0 1,1 0-1,0 0 1,-1 1-1,1-1 1,0 1-1,3-1 1,-4 2-26,-1-1 0,1 1-1,-1 0 1,1-1 0,-1 1 0,1 0 0,-1 0 0,0 0 0,1 1-1,-1-1 1,0 0 0,0 0 0,0 1 0,0-1 0,0 0 0,0 1 0,0-1-1,-1 1 1,1 0 0,0-1 0,-1 1 0,1-1 0,-1 1 0,1 3-1,10 39 68,-2 1 0,7 82 0,-9 97 191,-6-176-185,0 1204 195,-1-1232-285,-7 157-13,4-150 19,-1 0 0,-1 0 0,-1 0 0,-13 34 0,18-57-152,0 0-1,-1 0 1,1-1-1,-1 1 1,0 0 0,0-1-1,0 0 1,-1 1 0,1-1-1,-6 5 1,-7-5-3151</inkml:trace>
</inkml:ink>
</file>

<file path=ppt/ink/ink2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56.875"/>
    </inkml:context>
    <inkml:brush xml:id="br0">
      <inkml:brushProperty name="width" value="0.025" units="cm"/>
      <inkml:brushProperty name="height" value="0.025" units="cm"/>
    </inkml:brush>
  </inkml:definitions>
  <inkml:trace contextRef="#ctx0" brushRef="#br0">1 1169 384,'330'54'4284,"167"-3"-2956,-304-42-1417,-1-8-1,255-33 1,410-139 1596,-19-82-307,530-163-3095,-806 277 2727,741-87 1,-1055 198-580,0 11-1,286 15 1,-400 13-211,0 6 0,-1 6 0,-1 6-1,-1 5 1,135 55 0,-218-70 55,-1 1 0,0 3 1,-2 1-1,-1 3 0,-1 2 0,52 43 1,-76-55-79,-1 1 0,0 1 0,-2 0 0,0 1 0,-1 1 0,-1 0 0,0 1 0,-2 1 0,-1 0 0,-1 0 0,-1 1 0,-1 0 0,-1 1 0,7 42 0,-12-43 30,0 0 1,-2-1-1,-1 1 0,-1 0 0,0-1 0,-2 0 1,-1 1-1,-1-1 0,-1-1 0,-17 40 0,11-36 240,-1 0-1,-1-2 0,-2 1 0,0-2 0,-1 0 0,-1-2 0,-1 0 0,-34 27 0,45-40-136,7-5-50,0-1 1,0 0-1,-1 1 0,1-1 0,-1 0 0,0-1 0,1 1 0,-1 0 1,0-1-1,-6 3 0,31-24-428,-17 17-539,-1 0-1,0 1 1,1-1-1,-1-1 1,0 1-1,0-1 1,6-7-1,2-6-3719</inkml:trace>
</inkml:ink>
</file>

<file path=ppt/ink/ink2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57.065"/>
    </inkml:context>
    <inkml:brush xml:id="br0">
      <inkml:brushProperty name="width" value="0.025" units="cm"/>
      <inkml:brushProperty name="height" value="0.025" units="cm"/>
    </inkml:brush>
  </inkml:definitions>
  <inkml:trace contextRef="#ctx0" brushRef="#br0">3 73 1057,'-2'-3'256,"2"-4"-64,0-1-63,0 1-65,0-2-64,2 0 0,3-1 0,1 1-161,-1-1-639</inkml:trace>
</inkml:ink>
</file>

<file path=ppt/ink/ink2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57.561"/>
    </inkml:context>
    <inkml:brush xml:id="br0">
      <inkml:brushProperty name="width" value="0.025" units="cm"/>
      <inkml:brushProperty name="height" value="0.025" units="cm"/>
    </inkml:brush>
  </inkml:definitions>
  <inkml:trace contextRef="#ctx0" brushRef="#br0">306 49 416,'0'0'3561,"-7"-7"-3006,-22-22-5,27 27-452,-1 0-1,0 1 1,0-1-1,0 1 0,-1 0 1,1 0-1,0 0 1,0 1-1,-1-1 1,1 1-1,0-1 1,0 1-1,-1 0 1,1 1-1,0-1 1,-1 0-1,-3 2 1,-7-1 1286,14-1-1371,-1 1 0,0-1 0,1 0-1,-1 1 1,0-1 0,1 1 0,-1-1 0,1 1 0,-1-1-1,1 1 1,-1-1 0,1 1 0,-1-1 0,1 1-1,-1 0 1,1-1 0,0 1 0,-1 0 0,1-1 0,0 1-1,-1 0 1,1-1 0,0 1 0,0 0 0,0 0 0,0 0-1,-4 26 37,4-23-33,-6 78 230,-9 82 914,11-141-1111,-1 0-1,0 0 1,-2-1 0,-17 40 0,21-57 3,1 1 0,-1-1 0,-1 0 0,1 0 0,-1-1 0,0 1 0,0-1 0,-8 8 0,9-10 108,1-1 0,-1 1 0,1-1 0,-1 1 0,0-1 0,0 0 0,0 0 0,0 0 0,0-1 0,0 1-1,0-1 1,0 1 0,0-1 0,0 0 0,0 0 0,0 0 0,0-1 0,0 1 0,-3-2 0,5 2-126,0-1 0,0 0-1,0 1 1,0-1-1,1 0 1,-1 0 0,0 0-1,0 1 1,1-1 0,-1 0-1,0 0 1,1 0 0,-1 0-1,1 0 1,-1 0 0,1-1-1,0 1 1,-1 0 0,1 0-1,0 0 1,0 0 0,0 0-1,0 0 1,0-1 0,0 1-1,0 0 1,0 0 0,0 0-1,0 0 1,1 0 0,-1-1-1,0 1 1,1 0-1,-1 0 1,1 0 0,0 0-1,-1 0 1,1 0 0,0 0-1,-1 1 1,1-1 0,0 0-1,0 0 1,0 0 0,1 0-1,20-10-20,0 1-1,1 1 0,0 1 0,0 1 0,1 2 0,36-5 1,-23 3-8,38-4-273,134-2 1,-184 13 23,23-6-3856,-15-11-6097</inkml:trace>
</inkml:ink>
</file>

<file path=ppt/ink/ink2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5:43.669"/>
    </inkml:context>
    <inkml:brush xml:id="br0">
      <inkml:brushProperty name="width" value="0.025" units="cm"/>
      <inkml:brushProperty name="height" value="0.025" units="cm"/>
    </inkml:brush>
  </inkml:definitions>
  <inkml:trace contextRef="#ctx0" brushRef="#br0">1 69 3651,'0'0'7213,"1"-8"-6824,0 6-334,-1-1 0,1 0 0,0 0 0,0 0 0,0 0 0,0 1 0,0-1 0,0 0-1,1 1 1,-1-1 0,1 1 0,0 0 0,0-1 0,0 1 0,0 0 0,0 0 0,0 0 0,1 0 0,-1 1 0,1-1-1,-1 1 1,1-1 0,-1 1 0,1 0 0,0 0 0,0 0 0,0 0 0,-1 1 0,1-1 0,0 1 0,0-1-1,0 1 1,0 0 0,3 1 0,2-2-1,0 1 0,0 0-1,1 1 1,-1 0 0,0 0 0,0 0-1,0 1 1,0 1 0,-1-1 0,1 1 0,11 6-1,-15-5-41,1-1-1,-1 0 0,0 1 0,0 0 1,0 0-1,-1 0 0,1 0 1,-1 0-1,0 1 0,0 0 0,-1-1 1,1 1-1,-1 0 0,0 1 0,0-1 1,-1 0-1,0 0 0,2 8 1,-2-4 28,1 0 0,-2 0 0,1 0 1,-1 0-1,0 0 0,-1-1 0,0 1 0,0 0 1,-1 0-1,0 0 0,-1-1 0,0 1 1,-5 11-1,4-14-26,-1 0 0,0 0 0,1 0 0,-2 0 0,1-1 0,-1 0 0,0 0 0,0 0 0,0-1 0,0 0 0,-1 0-1,0-1 1,0 1 0,0-1 0,0-1 0,-8 3 0,4-2-149,0-1-1,1 0 0,-1 0 0,0-1 1,0 0-1,-20-2 0,31 0-62,-1 1 0,0-1-1,0 1 1,0-1 0,1 0-1,-1 1 1,0-1 0,0 0 0,1 0-1,-1 0 1,1 1 0,-1-1-1,1 0 1,-1 0 0,1 0 0,0 0-1,-1 0 1,1 0 0,0 0-1,0 0 1,-1 0 0,1 0 0,0 0-1,0 0 1,0 0 0,0 0-1,1 0 1,-1 0 0,0 0 0,0 0-1,0 0 1,1 0 0,-1 0 0,1 0-1,-1 0 1,1 0 0,-1 0-1,1 1 1,-1-1 0,1 0 0,1-1-1,7-7-3212</inkml:trace>
</inkml:ink>
</file>

<file path=ppt/ink/ink2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5:44.058"/>
    </inkml:context>
    <inkml:brush xml:id="br0">
      <inkml:brushProperty name="width" value="0.025" units="cm"/>
      <inkml:brushProperty name="height" value="0.025" units="cm"/>
    </inkml:brush>
  </inkml:definitions>
  <inkml:trace contextRef="#ctx0" brushRef="#br0">136 65 5862,'0'0'2188,"1"-8"-437,0 2-1237,0 4-349,-1 0 0,1-1-1,-1 1 1,1-1-1,-1 1 1,0-1 0,0 1-1,0 0 1,0-1-1,0 1 1,-1-1 0,1 1-1,-2-4 1,1 5-71,0 0 1,1 0-1,-1 0 1,0 0-1,0 0 1,0 0-1,0 1 1,0-1-1,0 0 0,0 0 1,0 1-1,0-1 1,0 1-1,-1-1 1,1 1-1,0 0 1,0-1-1,0 1 0,-1 0 1,1 0-1,0 0 1,0 0-1,-1 0 1,1 0-1,0 0 1,-1 0-1,1 0 0,0 0 1,0 1-1,-3 0 1,1 0-64,-1 0-1,1 1 1,-1-1 0,1 1-1,-1-1 1,1 1 0,0 0 0,0 0-1,-4 4 1,0 2 14,1 0 0,0 1-1,0 0 1,1 0 0,0 0 0,1 1 0,0 0 0,0 0-1,1 0 1,0 0 0,-1 14 0,1-4 40,1 1 1,1-1 0,1 1 0,4 39-1,-3-56-69,0 1 0,0-1 0,0 0-1,0 1 1,1-1 0,0 0 0,0 0-1,0 0 1,0 0 0,1 0 0,-1 0-1,1-1 1,0 0 0,0 1 0,1-1-1,-1 0 1,1 0 0,-1 0 0,1-1-1,0 0 1,0 1 0,0-1 0,7 2-1,-4-2-168,-1 0-1,1 0 0,0 0 0,0-1 0,0-1 1,10 1-1,-10-1-589,1-1 0,0 0 0,-1 0 0,1 0-1,12-5 1,-1-2-3682</inkml:trace>
</inkml:ink>
</file>

<file path=ppt/ink/ink2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5:44.415"/>
    </inkml:context>
    <inkml:brush xml:id="br0">
      <inkml:brushProperty name="width" value="0.025" units="cm"/>
      <inkml:brushProperty name="height" value="0.025" units="cm"/>
    </inkml:brush>
  </inkml:definitions>
  <inkml:trace contextRef="#ctx0" brushRef="#br0">8 0 6246,'0'0'8968,"0"10"-8535,-4 64 152,1-36-488,2 1-1,7 74 1,0-95-1089,-1-14-5986</inkml:trace>
</inkml:ink>
</file>

<file path=ppt/ink/ink2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5:45.009"/>
    </inkml:context>
    <inkml:brush xml:id="br0">
      <inkml:brushProperty name="width" value="0.025" units="cm"/>
      <inkml:brushProperty name="height" value="0.025" units="cm"/>
    </inkml:brush>
  </inkml:definitions>
  <inkml:trace contextRef="#ctx0" brushRef="#br0">14 31 2691,'0'0'10036,"-2"-5"-9956,2 5-78,-4-17 35,4 16-34,0 1-1,0-1 0,1 1 0,-1-1 1,0 1-1,1-1 0,-1 1 0,0 0 1,0-1-1,1 1 0,-1 0 0,1-1 1,-1 1-1,0 0 0,1 0 0,-1-1 1,1 1-1,-1 0 0,1 0 0,-1 0 1,1-1-1,-1 1 0,1 0 0,-1 0 1,1 0-1,-1 0 0,1 0 1,-1 0-1,1 0 0,-1 0 0,0 0 1,1 0-1,-1 0 0,1 0 0,-1 1 1,1-1-1,-1 0 0,1 0 0,-1 0 1,1 1-1,-1-1 0,0 0 0,1 1 1,0-1 5,0 0 1,0 1 0,0-1 0,0 0-1,-1 1 1,1-1 0,0 0 0,0 1-1,0-1 1,-1 1 0,1-1 0,0 1-1,-1 0 1,1-1 0,0 1 0,-1-1-1,1 1 1,-1 0 0,1 0 0,-1-1-1,0 1 1,1 0 0,-1 0 0,0 0-1,1 0 1,-1-1 0,0 1 0,0 0-1,0 0 1,0 0 0,0 0 0,0 0 0,0 0-1,0 0 1,0-1 0,0 1 0,0 0-1,0 0 1,-1 0 0,1 0 0,0-1-1,-1 1 1,1 0 0,-1 0 0,1 0-1,-1-1 1,1 1 0,-1 0 0,1-1-1,-2 2 1,0 1 42,-1 1 0,0-1 0,0 0 0,0 0 0,0 0 0,0-1-1,-1 1 1,1-1 0,-5 3 0,19-13-287,25-16-2223,-6 16-2357,-25 8 2814</inkml:trace>
</inkml:ink>
</file>

<file path=ppt/ink/ink2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5:46.086"/>
    </inkml:context>
    <inkml:brush xml:id="br0">
      <inkml:brushProperty name="width" value="0.025" units="cm"/>
      <inkml:brushProperty name="height" value="0.025" units="cm"/>
    </inkml:brush>
  </inkml:definitions>
  <inkml:trace contextRef="#ctx0" brushRef="#br0">0 26 3748,'60'-4'8593,"10"-4"-5705,-18 1-2973,1 3 0,57 2 0,-101 7 131,-7-3-3387</inkml:trace>
</inkml:ink>
</file>

<file path=ppt/ink/ink2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5:51.198"/>
    </inkml:context>
    <inkml:brush xml:id="br0">
      <inkml:brushProperty name="width" value="0.025" units="cm"/>
      <inkml:brushProperty name="height" value="0.025" units="cm"/>
    </inkml:brush>
  </inkml:definitions>
  <inkml:trace contextRef="#ctx0" brushRef="#br0">179 1 512,'-3'0'132,"1"0"-1,-1 1 1,1-1-1,-1 1 1,1 0-1,-1 0 1,1 0-1,0 0 1,-1 0-1,1 0 1,0 1-1,0-1 1,0 1-1,0 0 0,0-1 1,0 1-1,1 0 1,-1 0-1,0 0 1,-1 4-1,-27 54-1229,18-33-490,24-38 8875,0 18-4681,-11-5-2540,1 0-1,-1 1 0,1 0 0,-1-1 0,0 1 1,0 0-1,0-1 0,0 1 0,-1 0 0,1 0 1,-1 0-1,1 3 0,-2 2-3,1 0 1,-2 0-1,1 0 1,-1 0-1,0 0 0,0-1 1,-1 1-1,0-1 1,-1 1-1,1-1 0,-9 11 1,-24 26-964,-6-9-3559,29-26 1267</inkml:trace>
</inkml:ink>
</file>

<file path=ppt/ink/ink2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5:51.647"/>
    </inkml:context>
    <inkml:brush xml:id="br0">
      <inkml:brushProperty name="width" value="0.025" units="cm"/>
      <inkml:brushProperty name="height" value="0.025" units="cm"/>
    </inkml:brush>
  </inkml:definitions>
  <inkml:trace contextRef="#ctx0" brushRef="#br0">1 1 5605,'0'0'7602,"0"5"-7266,5 44-4,-3 101-1,-3-80-7373</inkml:trace>
</inkml:ink>
</file>

<file path=ppt/ink/ink2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5:55.237"/>
    </inkml:context>
    <inkml:brush xml:id="br0">
      <inkml:brushProperty name="width" value="0.025" units="cm"/>
      <inkml:brushProperty name="height" value="0.025" units="cm"/>
    </inkml:brush>
  </inkml:definitions>
  <inkml:trace contextRef="#ctx0" brushRef="#br0">282 17 5894,'0'0'464,"-8"-3"428,5 1-742,-1 0 1,0 0 0,0 1 0,0-1 0,0 1 0,0 0 0,0 0 0,0 1 0,0-1 0,0 1-1,0 0 1,0 0 0,-1 0 0,1 1 0,0-1 0,0 1 0,0 0 0,0 0 0,0 0-1,0 1 1,1 0 0,-1-1 0,0 1 0,1 0 0,-1 1 0,1-1 0,0 1 0,0 0 0,-5 4-1,-8 13 158,2 1-1,-1 1 1,2 0-1,1 1 1,1 0-1,1 1 1,-13 46-1,11-22-84,2-1 1,3 1-1,-3 62 0,8-79-192,2-1 1,2 1-1,0 0 1,2-1-1,2 0 0,0 0 1,14 37-1,-12-47-21,1 0 0,1-1 0,1 0-1,0 0 1,1-1 0,1-1 0,1 0-1,1-1 1,0 0 0,0-2 0,22 16-1,-16-15-190,1 0-1,0-2 1,1-1-1,1 0 1,0-2-1,0-1 1,1 0-1,0-2 1,0-1-1,1-1 1,0-2-1,50 2 1,20-9-4565</inkml:trace>
</inkml:ink>
</file>

<file path=ppt/ink/ink2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5:54.279"/>
    </inkml:context>
    <inkml:brush xml:id="br0">
      <inkml:brushProperty name="width" value="0.025" units="cm"/>
      <inkml:brushProperty name="height" value="0.025" units="cm"/>
    </inkml:brush>
  </inkml:definitions>
  <inkml:trace contextRef="#ctx0" brushRef="#br0">3 0 7335,'0'0'6241,"1"8"-5612,-3 63-6,1-36-1313,0 0 0,6 44 1,-3-74-2712</inkml:trace>
</inkml:ink>
</file>

<file path=ppt/ink/ink2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5:54.635"/>
    </inkml:context>
    <inkml:brush xml:id="br0">
      <inkml:brushProperty name="width" value="0.025" units="cm"/>
      <inkml:brushProperty name="height" value="0.025" units="cm"/>
    </inkml:brush>
  </inkml:definitions>
  <inkml:trace contextRef="#ctx0" brushRef="#br0">84 5 11627,'0'0'1868,"9"-2"-1419,-6 1-417,0 0 1,0 1-1,1 0 0,-1 0 1,0 0-1,0 0 0,0 0 1,0 0-1,0 1 0,0-1 1,1 1-1,-1 0 0,0 0 1,-1 0-1,6 3 0,-2 0 109,0 1 0,0 0 0,0 1 0,-1-1 0,1 1-1,-1 0 1,4 7 0,6 10-9,-1 1 1,-1 0-1,-1 1 0,-1 0 1,-1 1-1,-2 0 0,0 0 1,-2 1-1,-1 0 0,-1 0 1,-1 0-1,-1 1 0,-2-1 1,-1 0-1,-7 48 0,3-44-314,-2 0 0,-1-1 0,-1 0 0,-1-1-1,-28 54 1,26-61-472,-2 0-1,0-1 1,-1-1-1,-1 0 1,-1-1-1,-1-1 1,-29 24-1,-20 6-3963</inkml:trace>
</inkml:ink>
</file>

<file path=ppt/ink/ink2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5:55.906"/>
    </inkml:context>
    <inkml:brush xml:id="br0">
      <inkml:brushProperty name="width" value="0.025" units="cm"/>
      <inkml:brushProperty name="height" value="0.025" units="cm"/>
    </inkml:brush>
  </inkml:definitions>
  <inkml:trace contextRef="#ctx0" brushRef="#br0">56 130 4773,'0'0'4975,"-7"-7"-3560,-3 0-948,7 4-289,-1 1 1,1-1-1,0 0 1,0 0 0,0 0-1,0 0 1,1-1-1,-1 1 1,-1-5-1,3 6-103,0 1 0,0-1 0,0 1 0,1-1 0,-1 1 0,0-1 0,1 0 0,0 1 0,-1-1 0,1 0-1,0 0 1,0 1 0,0-1 0,0 0 0,0 1 0,0-1 0,1 0 0,-1 0 0,1 1 0,-1-1 0,1 1-1,-1-1 1,1 0 0,1-2 0,0 2-50,1-1 0,-1 1-1,0-1 1,1 1 0,-1 0 0,1 0-1,0 0 1,0 0 0,0 0-1,0 1 1,0-1 0,4 0 0,-4 0-35,1 1 0,-1-1 0,1 1 0,-1 0 1,1 1-1,0-1 0,-1 0 0,1 1 0,0 0 1,0 0-1,-1 0 0,1 0 0,0 1 0,-1 0 1,1-1-1,0 1 0,-1 0 0,1 1 1,-1-1-1,1 1 0,-1-1 0,0 1 0,5 3 1,-5 1 2,1-1 0,-1 1 1,0 0-1,-1 0 1,1 0-1,-1 0 1,0 0-1,-1 0 0,1 1 1,-1-1-1,-1 0 1,1 1-1,-1-1 1,0 1-1,0-1 0,-1 1 1,0-1-1,0 0 1,-1 1-1,0-1 1,-3 8-1,-2 5 16,-1-1 0,-2 1 0,1-2 0,-2 1 0,-18 22 0,27-39-8,1 1 1,0 0 0,-1 0-1,1-1 1,0 1 0,0 0-1,0 0 1,0 0 0,0 1-1,1-1 1,-1 0 0,0 0-1,1 0 1,-1 4 0,2-6-2,-1 1 0,0 0 0,0 0 0,1 0 0,-1 0 0,0-1 0,1 1 0,-1 0 1,1 0-1,-1-1 0,1 1 0,-1 0 0,1-1 0,-1 1 0,1-1 0,0 1 1,-1 0-1,1-1 0,0 1 0,0-1 0,-1 0 0,1 1 0,0-1 0,0 0 0,0 1 1,8 1 3,0-1 0,0 0 0,0 0 0,0-1 0,15-1 0,-4 1 29,-3 0-109,16 0-311,1-1-1,44-7 1,-49 1-3719</inkml:trace>
</inkml:ink>
</file>

<file path=ppt/ink/ink2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5:56.971"/>
    </inkml:context>
    <inkml:brush xml:id="br0">
      <inkml:brushProperty name="width" value="0.025" units="cm"/>
      <inkml:brushProperty name="height" value="0.025" units="cm"/>
    </inkml:brush>
  </inkml:definitions>
  <inkml:trace contextRef="#ctx0" brushRef="#br0">1 448 6342,'0'-5'541,"0"4"-464,0 1-1,0 0 1,0-1-1,0 1 1,-1-1 0,1 1-1,0 0 1,0-1-1,0 1 1,0-1 0,0 1-1,0 0 1,1-1-1,-1 1 1,0-1-1,0 1 1,0 0 0,0-1-1,0 1 1,1-1-1,-1 1 1,0 0 0,0-1-1,1 1 1,-1 0-1,0-1 1,0 1-1,1 0 1,-1 0 0,0-1-1,1 1 1,-1 0-1,0 0 1,1-1 0,-1 1-1,1 0 1,-1 0-1,0 0 1,1 0-1,-1 0 1,1 0 0,-1 0-1,0-1 1,1 1-1,-1 0 1,1 1 0,-1-1-1,0 0 1,1 0-1,0 0 1,10-2-29,464-83 4669,238-20-4193,-349 53-325,-187 26 409,-1-7 1,270-88-1,-444 120-608,-39 0-7009,14-3-401</inkml:trace>
</inkml:ink>
</file>

<file path=ppt/ink/ink2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5:58.472"/>
    </inkml:context>
    <inkml:brush xml:id="br0">
      <inkml:brushProperty name="width" value="0.025" units="cm"/>
      <inkml:brushProperty name="height" value="0.025" units="cm"/>
    </inkml:brush>
  </inkml:definitions>
  <inkml:trace contextRef="#ctx0" brushRef="#br0">216 130 7944,'0'0'1249,"3"2"1323,15 14-2336,-1 7 448,-1 1 1,-1 0 0,23 49 0,-32-58-592,0-1 1,-1 1 0,-1 0-1,0 1 1,-1-1 0,-1 1-1,0-1 1,-2 28 0,0-41-46,-1-1 0,1 1 0,-1-1 0,0 0 0,0 1 0,0-1 0,0 0 0,0 1 0,0-1 0,0 0 0,0 0 0,-1 0 0,1 0 0,0 0 0,-1 0 0,1 0 0,0-1 0,-1 1-1,1 0 1,-1-1 0,0 1 0,1-1 0,-1 1 0,1-1 0,-1 0 0,1 0 0,-1 0 0,-2 0 0,-59 2 105,49-3-85,3 1-55,1-1 0,-1 0 0,0-1 0,0-1 0,1 1 0,-1-2 0,1 1 0,0-2 0,0 1 0,0-1 0,1-1 0,-1 1 0,1-2 0,-12-10 0,14 11 51,0-1-1,1 0 1,0 0 0,0 0 0,0-1 0,1 0 0,0 0 0,1 0 0,0-1 0,0 1 0,1-1 0,0 0 0,0 0 0,1 0-1,1-1 1,-1 1 0,1-12 0,1 17-56,1 1 0,0-1-1,0 1 1,0 0 0,0-1-1,0 1 1,1 0 0,-1 0-1,1 0 1,0 0 0,0 0 0,0 0-1,1 1 1,-1-1 0,1 0-1,-1 1 1,1 0 0,0 0-1,0 0 1,0 0 0,5-2 0,9-6 10,1 2 0,29-10 0,-38 15-2,63-19 216,0 4 0,128-15-1,0 0-515,-169 22-1660,-30 10 1571,0 0 0,0 0 0,0 0 0,0 0 0,0 0 0,0 0 0,-1 0 1,1 0-1,0 0 0,-1 0 0,1 0 0,-1-1 0,1 1 0,-1 0 0,1-3 0,0-14-7736</inkml:trace>
</inkml:ink>
</file>

<file path=ppt/ink/ink2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5:58.968"/>
    </inkml:context>
    <inkml:brush xml:id="br0">
      <inkml:brushProperty name="width" value="0.025" units="cm"/>
      <inkml:brushProperty name="height" value="0.025" units="cm"/>
    </inkml:brush>
  </inkml:definitions>
  <inkml:trace contextRef="#ctx0" brushRef="#br0">1 38 3844,'0'0'6801,"0"-8"-5013,0-3-1839,0-8 3225,11 39-1391,32 107-1355,-20-55-4112,-18-70-4377</inkml:trace>
</inkml:ink>
</file>

<file path=ppt/ink/ink2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5:59.219"/>
    </inkml:context>
    <inkml:brush xml:id="br0">
      <inkml:brushProperty name="width" value="0.025" units="cm"/>
      <inkml:brushProperty name="height" value="0.025" units="cm"/>
    </inkml:brush>
  </inkml:definitions>
  <inkml:trace contextRef="#ctx0" brushRef="#br0">0 1 6790,'0'0'8713,"23"61"-8105,-16-35-223,0 3-225,2-1-96,-3 1-64,3-5 64,-3-1-192,0-10-2018,-2-8-2723</inkml:trace>
</inkml:ink>
</file>

<file path=ppt/ink/ink2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5:59.816"/>
    </inkml:context>
    <inkml:brush xml:id="br0">
      <inkml:brushProperty name="width" value="0.025" units="cm"/>
      <inkml:brushProperty name="height" value="0.025" units="cm"/>
    </inkml:brush>
  </inkml:definitions>
  <inkml:trace contextRef="#ctx0" brushRef="#br0">1 101 6534,'0'0'7773,"7"-3"-7602,283-64 1868,-240 55-2032,1-1 527,-38 9-3326,-30 2-8944</inkml:trace>
</inkml:ink>
</file>

<file path=ppt/ink/ink2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00.223"/>
    </inkml:context>
    <inkml:brush xml:id="br0">
      <inkml:brushProperty name="width" value="0.025" units="cm"/>
      <inkml:brushProperty name="height" value="0.025" units="cm"/>
    </inkml:brush>
  </inkml:definitions>
  <inkml:trace contextRef="#ctx0" brushRef="#br0">19 31 5509,'0'0'7298,"-3"-5"-6876,-12-20 320,15 68 288,4-8-704,3-1 0,16 57-1,3 7-197,-21-76-408,7 43 818,-9-23-4106</inkml:trace>
</inkml:ink>
</file>

<file path=ppt/ink/ink2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00.942"/>
    </inkml:context>
    <inkml:brush xml:id="br0">
      <inkml:brushProperty name="width" value="0.025" units="cm"/>
      <inkml:brushProperty name="height" value="0.025" units="cm"/>
    </inkml:brush>
  </inkml:definitions>
  <inkml:trace contextRef="#ctx0" brushRef="#br0">207 1 8072,'0'0'208,"-8"5"192,-6 5-121,1 1 0,0 1 0,1 1 0,0-1 0,1 2 0,0 0 0,1 0 0,1 1 0,0 0 0,1 0 0,0 1 0,2 0 0,-8 24 0,2 2 133,1 1 1,2 0 0,2 0-1,-2 63 1,8-67-357,2 0 0,1 0 0,2 0 1,14 56-1,-13-74-88,2 1 0,1-1 0,0 0 0,2 0 0,0-1 1,1 0-1,1-1 0,1 0 0,17 17 0,-26-31-455,0 0-1,1 0 1,0-1 0,-1 0-1,2 0 1,-1 0-1,0 0 1,1-1 0,10 5-1,10-4-2427</inkml:trace>
</inkml:ink>
</file>

<file path=ppt/ink/ink2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01.612"/>
    </inkml:context>
    <inkml:brush xml:id="br0">
      <inkml:brushProperty name="width" value="0.025" units="cm"/>
      <inkml:brushProperty name="height" value="0.025" units="cm"/>
    </inkml:brush>
  </inkml:definitions>
  <inkml:trace contextRef="#ctx0" brushRef="#br0">1 88 9769,'0'0'299,"3"-8"934,0 1-863,0 0-1,1 0 1,0 1-1,0-1 0,0 1 1,1 0-1,7-7 1,-11 11-329,1 0 0,0 0 0,0 1 0,0-1 0,-1 1 0,1-1 0,1 1 0,-1 0 0,0 0 0,0 0 0,0 0 0,0 0 0,1 0 0,-1 1 0,1-1 0,-1 1 0,0 0 0,1 0 1,-1-1-1,1 2 0,-1-1 0,0 0 0,1 0 0,-1 1 0,0-1 0,1 1 0,-1 0 0,0 0 0,1-1 0,-1 2 0,0-1 0,0 0 0,2 2 0,0 0-39,0 1-1,-1 0 1,0 0 0,0 0-1,0 0 1,0 0-1,-1 0 1,1 1 0,-1-1-1,0 1 1,0 0-1,-1-1 1,0 1 0,0 0-1,1 10 1,1 10 9,-2 49 0,-2-47-11,1-25 3,-4 69 21,4-67-16,-1 1 1,0-1 0,0 0 0,0 0 0,-1 1-1,0-1 1,1 0 0,-1 0 0,-1 0 0,1 0-1,0-1 1,-1 1 0,-5 4 0,8-8-2,0 0 0,0 0 1,-1 0-1,1 0 0,0 0 1,0 0-1,0 0 1,-1 0-1,1 0 0,0 0 1,0 0-1,-1-1 0,1 1 1,0 0-1,0 0 0,0 0 1,0 0-1,-1 0 0,1-1 1,0 1-1,0 0 1,0 0-1,0 0 0,0-1 1,-1 1-1,1 0 0,0 0 1,0-1-1,0 1 0,0 0 1,0 0-1,0 0 1,0-1-1,0 1 0,0 0 1,0 0-1,0-1 0,0 1 1,0 0-1,0 0 0,0-1 1,0 1-1,0 0 0,0 0 1,0-1-1,1 1 1,-1 0-1,0 0 0,0-1 1,1-15 8,3-2-44,1 1 1,1-1-1,1 1 1,0 0-1,13-20 0,-13 24 386,0-1-1,0 1 0,-1-1 0,-1 0 0,0 0 0,-1-1 0,0 1 1,-2-1-1,3-20 0,-18 67 75,10-11-450,2 0 0,0 0 1,2 1-1,4 33 0,-3-44 15,0 0 1,1 0-1,0 0 1,1 0-1,0-1 1,0 0-1,1 0 0,1 0 1,0 0-1,10 12 1,-12-18 3,-1-1-1,1 0 1,0 0 0,0 0-1,0-1 1,0 1 0,1-1-1,-1 0 1,1 0 0,-1-1-1,1 1 1,0-1 0,-1 0-1,8 0 1,-4 0-577,1 0 0,-1-1 1,0 0-1,1-1 0,-1 0 0,0 0 0,13-4 1,3-6-4438</inkml:trace>
</inkml:ink>
</file>

<file path=ppt/ink/ink2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01.926"/>
    </inkml:context>
    <inkml:brush xml:id="br0">
      <inkml:brushProperty name="width" value="0.025" units="cm"/>
      <inkml:brushProperty name="height" value="0.025" units="cm"/>
    </inkml:brush>
  </inkml:definitions>
  <inkml:trace contextRef="#ctx0" brushRef="#br0">0 1 9545,'0'0'5376,"1"9"-5008,-1-6-458,11 85 922,-10-80-1161,1-1 0,-1 1 0,2 0 0,-1-1 0,1 1 0,0-1 0,1 0 0,-1 0 0,1 0 0,7 8 0</inkml:trace>
</inkml:ink>
</file>

<file path=ppt/ink/ink2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02.190"/>
    </inkml:context>
    <inkml:brush xml:id="br0">
      <inkml:brushProperty name="width" value="0.025" units="cm"/>
      <inkml:brushProperty name="height" value="0.025" units="cm"/>
    </inkml:brush>
  </inkml:definitions>
  <inkml:trace contextRef="#ctx0" brushRef="#br0">8 3 11883,'0'0'4549,"-8"-3"-10539,8 11 2082</inkml:trace>
</inkml:ink>
</file>

<file path=ppt/ink/ink2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02.502"/>
    </inkml:context>
    <inkml:brush xml:id="br0">
      <inkml:brushProperty name="width" value="0.025" units="cm"/>
      <inkml:brushProperty name="height" value="0.025" units="cm"/>
    </inkml:brush>
  </inkml:definitions>
  <inkml:trace contextRef="#ctx0" brushRef="#br0">55 0 8680,'0'0'4933,"13"59"-4613,-13-39-192,0 2 0,-8 1-64,-2 0-64,-3 0 0,0-5-2434,1-3-577,1-8-1953</inkml:trace>
</inkml:ink>
</file>

<file path=ppt/ink/ink2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03.703"/>
    </inkml:context>
    <inkml:brush xml:id="br0">
      <inkml:brushProperty name="width" value="0.025" units="cm"/>
      <inkml:brushProperty name="height" value="0.025" units="cm"/>
    </inkml:brush>
  </inkml:definitions>
  <inkml:trace contextRef="#ctx0" brushRef="#br0">36 9 3844,'0'0'7308,"-17"-4"-1088,12 2-6098,5 2-143,0 0 1,0-1 0,0 1-1,0 0 1,0 0-1,-1 0 1,1 0-1,0 0 1,0 0-1,0 0 1,0 0-1,0-1 1,0 1-1,-1 0 1,1 0-1,0 0 1,0 0 0,0 0-1,0 0 1,0 0-1,-1 0 1,1 0-1,0 0 1,0 0-1,0 0 1,0 0-1,0 0 1,-1 0-1,1 0 1,0 0 0,0 0-1,0 0 1,0 0-1,0 0 1,-1 0-1,1 0 1,0 1-1,0-1 1,0 0-1,0 0 1,0 0-1,0 0 1,-1 0-1,1 0 1,0 0 0,0 1-1,0-1 1,0 0-1,0 0 1,0 0-1,0 0 1,0 0-1,0 0 1,0 1-1,0-1 1,0 0-1,0 0 1,0 0 0,0 0-1,0 1 1,0-1-1,0 0 1,0 0-1,0 0 1,0 0-1,0 1 1,-3 4-6798,-1-4 940</inkml:trace>
</inkml:ink>
</file>

<file path=ppt/ink/ink2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04.200"/>
    </inkml:context>
    <inkml:brush xml:id="br0">
      <inkml:brushProperty name="width" value="0.025" units="cm"/>
      <inkml:brushProperty name="height" value="0.025" units="cm"/>
    </inkml:brush>
  </inkml:definitions>
  <inkml:trace contextRef="#ctx0" brushRef="#br0">16 59 5990,'0'0'5349,"-3"-8"-1970,-9-25-2375,12 32-1000,0 0 1,0 0 0,0 1 0,0-1 0,0 0 0,0 0 0,1 1 0,-1-1 0,0 0 0,1 1 0,-1-1 0,0 0 0,1 1 0,-1-1 0,1 0 0,-1 1 0,1-1-1,-1 1 1,1-1 0,-1 1 0,1-1 0,0 1 0,-1 0 0,1-1 0,-1 1 0,1-1 0,0 1 0,0 0 0,-1 0 0,1 0 0,0-1 0,0 1 0,-1 0 0,1 0-1,0 0 1,0 0 0,-1 0 0,1 0 0,0 0 0,-1 0 0,1 1 0,0-1 0,0 0 0,-1 0 0,1 1 0,1 0 0,1-1-14,0 1 1,0 1-1,0-1 1,0 0-1,0 1 1,0-1-1,0 1 1,-1 0-1,1 0 1,3 4-1,-2-1 1,0 0 1,0 1-1,-1 0 0,0 0 0,0 0 0,-1 0 0,1 0 1,-1 0-1,-1 1 0,1-1 0,-1 1 0,0-1 0,-1 1 1,1-1-1,-1 1 0,-1 0 0,1-1 0,-3 10 0,-2 7 4,-2-1-1,0 1 1,-19 36-1,21-47 7,4-11-3,1-1 0,0 0 1,0 1-1,0-1 0,0 0 1,0 1-1,0-1 0,0 0 0,-1 1 1,1-1-1,0 0 0,0 1 1,0-1-1,0 0 0,0 1 0,1-1 1,-1 0-1,0 1 0,0-1 1,0 0-1,0 1 0,0-1 0,0 0 1,0 1-1,1-1 0,-1 0 1,0 0-1,0 1 0,0-1 0,1 0 1,-1 0-1,0 1 0,0-1 1,1 0-1,-1 0 0,0 0 0,1 1 1,-1-1-1,0 0 0,0 0 1,1 0-1,-1 0 0,1 0 0,22 2 51,24-11-618,0-17-4397,-27 8 1063</inkml:trace>
</inkml:ink>
</file>

<file path=ppt/ink/ink2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04.482"/>
    </inkml:context>
    <inkml:brush xml:id="br0">
      <inkml:brushProperty name="width" value="0.025" units="cm"/>
      <inkml:brushProperty name="height" value="0.025" units="cm"/>
    </inkml:brush>
  </inkml:definitions>
  <inkml:trace contextRef="#ctx0" brushRef="#br0">0 145 13132,'0'0'2787,"60"-32"-2178,-33 21-65,4 2-31,1-2-289,0 2-128,-1 0-32,-3 1-64,2 0-769,-6-4-1249,-2-2-2242,-4-7-2530</inkml:trace>
</inkml:ink>
</file>

<file path=ppt/ink/ink2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05.155"/>
    </inkml:context>
    <inkml:brush xml:id="br0">
      <inkml:brushProperty name="width" value="0.025" units="cm"/>
      <inkml:brushProperty name="height" value="0.025" units="cm"/>
    </inkml:brush>
  </inkml:definitions>
  <inkml:trace contextRef="#ctx0" brushRef="#br0">68 1 9321,'0'0'5344,"0"10"-5110,17 211 2177,-1-28-1827,-14-128-519,6 91 57,-7-155 113,-5-25 2269,-25-90-2345,-32-150-126,54 226-24,3 22 38,1-1 0,-1-27-1,4 44-19,10 23-128,-9-21 101,12 18-6,2-1 1,24 27-1,-36-43 9,0 1 0,0-1 0,0 0-1,1 0 1,0 0 0,-1 0 0,1-1 0,0 1 0,0-1-1,1 0 1,-1 0 0,0-1 0,1 1 0,-1-1-1,1 0 1,-1 0 0,1-1 0,-1 1 0,1-1 0,7 0-1,-8-2-5,-1 1 0,0-1 0,1 0-1,-1 0 1,0 0 0,0-1 0,0 1-1,0-1 1,-1 0 0,1 1 0,-1-1-1,1 0 1,-1 0 0,0-1-1,0 1 1,-1 0 0,1-1 0,1-4-1,21-69-302,-20 27 214,-2 33-92,6 44 38,-5-17 124,0 1-1,1-1 1,0-1-1,1 1 1,0-1-1,0 0 1,1 0-1,0 0 1,13 13-1,-6-9-2464,0 0-1,23 16 1,-20-18-2318</inkml:trace>
</inkml:ink>
</file>

<file path=ppt/ink/ink2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05.499"/>
    </inkml:context>
    <inkml:brush xml:id="br0">
      <inkml:brushProperty name="width" value="0.025" units="cm"/>
      <inkml:brushProperty name="height" value="0.025" units="cm"/>
    </inkml:brush>
  </inkml:definitions>
  <inkml:trace contextRef="#ctx0" brushRef="#br0">1 8 9769,'0'0'5910,"8"-2"-5195,-4 0-619,1 1-1,0 0 0,1 0 1,-1 1-1,0-1 0,0 1 1,0 0-1,10 2 1,-13-2-89,0 1 1,1 0-1,-1 0 1,0 0-1,0 0 1,0 0-1,0 0 1,0 1 0,0-1-1,-1 1 1,1-1-1,0 1 1,-1 0-1,1 0 1,-1 0-1,1 0 1,-1 0 0,0 0-1,0 0 1,0 0-1,0 0 1,0 0-1,-1 0 1,1 1-1,-1-1 1,1 3 0,0 3-34,1 0 1,-2 0-1,1-1 1,-1 1-1,-1 0 1,1 0 0,-1-1-1,-1 1 1,-3 14-1,-3-2-69,0 0-1,-15 23 0,19-35 93,4-7 3,0-1 0,-1 0-1,1 0 1,0 1 0,0-1 0,0 0 0,0 1-1,0-1 1,0 0 0,-1 1 0,1-1 0,0 0-1,0 1 1,0-1 0,0 0 0,0 1 0,0-1-1,0 0 1,0 1 0,0-1 0,1 0 0,-1 1-1,0-1 1,0 0 0,0 1 0,0-1 0,0 0-1,1 1 1,-1-1 0,0 0 0,0 0 0,0 1-1,1-1 1,-1 0 0,0 0 0,0 1 0,1-1-1,-1 0 1,0 0 0,1 0 0,-1 0 0,0 1-1,1-1 1,-1 0 0,0 0 0,1 0 0,25 2-22,25-12-16,5-16-1003,-48 22 127,0-1 0,-1-1 0,1 1 0,10-12 0,0-7-2791</inkml:trace>
</inkml:ink>
</file>

<file path=ppt/ink/ink2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05.799"/>
    </inkml:context>
    <inkml:brush xml:id="br0">
      <inkml:brushProperty name="width" value="0.025" units="cm"/>
      <inkml:brushProperty name="height" value="0.025" units="cm"/>
    </inkml:brush>
  </inkml:definitions>
  <inkml:trace contextRef="#ctx0" brushRef="#br0">36 1 13100,'0'0'1004,"5"12"-844,26 60 360,-3 2 0,-4 0 0,-2 2 0,12 93 0,-24-86-418,-2 145 0,-10-183-88,-1 0-1,-3 0 1,-2-1 0,-25 83-1,28-112-344,-1 0 0,0-1-1,-1 1 1,-12 16 0,18-28 188,-1 0-1,0 0 1,0 0-1,-1-1 1,1 1-1,-1-1 1,1 1-1,-1-1 1,0 0-1,1 0 1,-1 0-1,0-1 1,0 1-1,-1 0 1,1-1-1,0 0 1,0 0 0,-1 0-1,1 0 1,-1-1-1,1 1 1,0-1-1,-1 0 1,1 0-1,-5 0 1,-16-8-4592</inkml:trace>
</inkml:ink>
</file>

<file path=ppt/ink/ink2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06.178"/>
    </inkml:context>
    <inkml:brush xml:id="br0">
      <inkml:brushProperty name="width" value="0.025" units="cm"/>
      <inkml:brushProperty name="height" value="0.025" units="cm"/>
    </inkml:brush>
  </inkml:definitions>
  <inkml:trace contextRef="#ctx0" brushRef="#br0">0 119 320,'4'-11'8392,"-2"2"-7812,0-2 68,1 1 0,0 0 0,1 0 0,10-19 0,-13 27-599,0 0 0,0 0 1,0 1-1,0-1 0,0 0 1,1 1-1,-1-1 0,1 1 1,-1-1-1,1 1 0,-1 0 0,1 0 1,0-1-1,0 1 0,0 0 1,-1 1-1,1-1 0,0 0 1,0 0-1,0 1 0,0-1 1,0 1-1,0 0 0,1 0 0,-1 0 1,0 0-1,0 0 0,0 0 1,0 0-1,0 1 0,0-1 1,0 1-1,0-1 0,0 1 1,4 2-1,-4-1-49,1 0 0,0 0 0,-1 1 0,1-1 0,-1 1 0,0 0 0,1 0 1,-2 0-1,1 0 0,0 0 0,0 0 0,-1 0 0,0 1 0,0-1 0,0 0 0,0 1 0,0-1 0,-1 1 1,1 5-1,0 5 2,0 0 0,-1-1 0,-2 25 1,0-28 4,-1-1 1,0-1 0,0 1 0,-1 0 0,0-1-1,0 0 1,-1 0 0,0 0 0,0 0 0,-1-1-1,0 0 1,-9 8 0,63-18 115,9-6-232,49-7-13,-35 10-3683,-43 6 121</inkml:trace>
</inkml:ink>
</file>

<file path=ppt/ink/ink2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06.644"/>
    </inkml:context>
    <inkml:brush xml:id="br0">
      <inkml:brushProperty name="width" value="0.025" units="cm"/>
      <inkml:brushProperty name="height" value="0.025" units="cm"/>
    </inkml:brush>
  </inkml:definitions>
  <inkml:trace contextRef="#ctx0" brushRef="#br0">1 480 14734,'0'0'1313,"8"1"-1073,33-2 68,-1-1 0,1-2 0,46-11 0,130-37 1171,-132 30-1120,763-230 1688,-493 122-4334,-350 128-93,-8 2-394,-3 0 790,-24 2-3717</inkml:trace>
</inkml:ink>
</file>

<file path=ppt/ink/ink2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07.112"/>
    </inkml:context>
    <inkml:brush xml:id="br0">
      <inkml:brushProperty name="width" value="0.025" units="cm"/>
      <inkml:brushProperty name="height" value="0.025" units="cm"/>
    </inkml:brush>
  </inkml:definitions>
  <inkml:trace contextRef="#ctx0" brushRef="#br0">171 262 11723,'0'0'4986,"8"0"-4916,-5 0-66,1 0 1,-1 0 0,1 1-1,-1-1 1,1 1 0,-1 0 0,1 0-1,-1 0 1,0 0 0,0 1 0,1 0-1,-1-1 1,0 1 0,4 4 0,-1-1 6,-1 0 1,0 0 0,0 1 0,-1-1 0,1 1-1,-1 0 1,5 12 0,-5-11-5,-1 1 1,1 0-1,-1 0 1,-1 0-1,0 0 1,0 0-1,-1 0 1,1 0-1,-2 1 1,1-1-1,-2 16 0,0-21-1,0 1 1,1-1-1,-1 0 0,-1 0 0,1 0 0,0 0 0,-1 0 0,1 0 0,-1 0 0,0-1 0,0 1 0,0 0 0,0-1 0,0 0 0,-1 1 0,1-1 0,-1 0 0,0 0 0,1 0 0,-1-1 0,0 1 0,0-1 0,0 1 0,0-1 0,0 0 0,-1 0 0,1-1 0,0 1 0,0-1 0,-1 1 0,1-1 0,-4 0 0,-3 0 8,0 0 0,0 0 0,0-1 0,0-1-1,1 1 1,-1-2 0,0 1 0,1-1 0,0-1-1,0 0 1,0 0 0,0-1 0,0 0 0,1 0-1,-13-11 1,15 11-12,1 0-1,1 0 1,-1-1-1,1 1 1,0-1-1,0 0 1,0 0-1,1 0 1,0-1-1,0 1 0,1-1 1,-1 0-1,2 0 1,-1 1-1,1-1 1,0 0-1,0 0 1,1-1-1,0 1 1,0 0-1,1 0 1,-1 0-1,3-7 1,0 5-3,0 0 0,1 1 1,0-1-1,0 1 1,1 0-1,0 0 1,1 1-1,-1 0 1,1 0-1,1 0 0,-1 0 1,1 1-1,10-7 1,9-6-8,2 1 0,39-20 0,-26 17-67,0 3 1,1 1 0,51-13 0,6 10-5630,-71 17 1070</inkml:trace>
</inkml:ink>
</file>

<file path=ppt/ink/ink2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07.501"/>
    </inkml:context>
    <inkml:brush xml:id="br0">
      <inkml:brushProperty name="width" value="0.025" units="cm"/>
      <inkml:brushProperty name="height" value="0.025" units="cm"/>
    </inkml:brush>
  </inkml:definitions>
  <inkml:trace contextRef="#ctx0" brushRef="#br0">0 12 8648,'0'0'4938,"8"-2"-3998,-4 1-858,4-2 184,0 1 1,1 1-1,-1 0 1,1 0 0,-1 0-1,13 1 1,-19 1-246,0-1-1,0 0 1,1 1-1,-1 0 1,0-1 0,0 1-1,0 0 1,0 0-1,0 0 1,0 0 0,-1 0-1,1 1 1,0-1-1,0 1 1,-1-1 0,1 1-1,-1-1 1,0 1-1,1 0 1,-1 0 0,0 0-1,0 0 1,0 0-1,0 0 1,0 0 0,-1 0-1,1 0 1,0 0-1,-1 0 1,0 0 0,1 0-1,-1 1 1,0-1-1,-1 3 1,1 8-31,-1-1 0,0 1 1,-1-1-1,-1 1 0,0-1 0,0 0 1,-7 15-1,-8 30-638,18-56 646,0 0 1,0 0 0,0 0-1,0 0 1,0 0-1,0 0 1,1 0 0,-1 0-1,0 0 1,1-1-1,-1 1 1,1 0-1,-1 0 1,1 0 0,-1 0-1,1-1 1,-1 1-1,1 0 1,0-1-1,0 1 1,-1-1 0,1 1-1,0 0 1,0-1-1,-1 0 1,1 1 0,0-1-1,0 1 1,0-1-1,0 0 1,0 0-1,0 0 1,0 1 0,0-1-1,0 0 1,0 0-1,-1 0 1,1 0-1,2-1 1,51 2 87,-41-1-83,-2-1-47,1 0 1,-1-1-1,1 0 1,-1 0-1,0-1 1,21-9-1,-22 8-1101,0-1-1,-1 0 1,0 0-1,11-10 1,-3-1-3238</inkml:trace>
</inkml:ink>
</file>

<file path=ppt/ink/ink2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07.893"/>
    </inkml:context>
    <inkml:brush xml:id="br0">
      <inkml:brushProperty name="width" value="0.025" units="cm"/>
      <inkml:brushProperty name="height" value="0.025" units="cm"/>
    </inkml:brush>
  </inkml:definitions>
  <inkml:trace contextRef="#ctx0" brushRef="#br0">1 63 7976,'0'0'5583,"7"-9"-3821,-3 4-1637,-2 1-3,1 1 0,-1-1 0,1 1 0,0 0 0,0 0 0,0 0 0,0 0 0,1 0 0,-1 1 0,1-1-1,0 1 1,-1 0 0,1 0 0,0 0 0,0 1 0,0 0 0,0-1 0,1 1 0,-1 1 0,0-1 0,7 0 0,-9 2-121,-1-1 1,0 1-1,0-1 0,0 1 1,0-1-1,0 1 0,0 0 0,0 0 1,0 0-1,0-1 0,0 1 0,0 0 1,-1 0-1,1 0 0,0 0 1,0 0-1,-1 1 0,1-1 0,-1 0 1,1 0-1,-1 0 0,0 1 1,1-1-1,-1 0 0,0 0 0,0 0 1,0 1-1,0 1 0,1 44-25,-2-35-5,0 6-529,0 0 1,-8 28-1,6-29-53,0 1-1,-2 27 1,6-44 609,0 0-1,0 0 1,-1 0 0,1 0 0,0-1 0,0 1 0,0 0-1,0-1 1,0 1 0,0-1 0,0 1 0,0-1 0,0 1-1,0-1 1,0 0 0,0 1 0,1-1 0,-1 0 0,0 0-1,0 0 1,0 0 0,0 0 0,0 0 0,1 0 0,0-1-1,36-1 28,-30 0-185,0 0 1,-1 0-1,1-1 1,13-6-1,12-10-3361,-7 2-1641</inkml:trace>
</inkml:ink>
</file>

<file path=ppt/ink/ink2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08.813"/>
    </inkml:context>
    <inkml:brush xml:id="br0">
      <inkml:brushProperty name="width" value="0.025" units="cm"/>
      <inkml:brushProperty name="height" value="0.025" units="cm"/>
    </inkml:brush>
  </inkml:definitions>
  <inkml:trace contextRef="#ctx0" brushRef="#br0">0 67 8520,'0'0'2242,"45"0"-929,-23-5-256,5-1-256,0-2-256,1 1-289,1-1-192,-2 3-32,-1-2 0,-5 3-288,-1-1-1089,-6 0-2051,-5-1-1504</inkml:trace>
</inkml:ink>
</file>

<file path=ppt/ink/ink2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09.033"/>
    </inkml:context>
    <inkml:brush xml:id="br0">
      <inkml:brushProperty name="width" value="0.025" units="cm"/>
      <inkml:brushProperty name="height" value="0.025" units="cm"/>
    </inkml:brush>
  </inkml:definitions>
  <inkml:trace contextRef="#ctx0" brushRef="#br0">0 92 7399,'0'0'6086,"62"-2"-4261,-32-7-864,2-2-448,4 2-321,1-1-128,-1 0-32,-4 0-608,-4-5-2756,-7 0-5444</inkml:trace>
</inkml:ink>
</file>

<file path=ppt/ink/ink2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12.806"/>
    </inkml:context>
    <inkml:brush xml:id="br0">
      <inkml:brushProperty name="width" value="0.025" units="cm"/>
      <inkml:brushProperty name="height" value="0.025" units="cm"/>
    </inkml:brush>
  </inkml:definitions>
  <inkml:trace contextRef="#ctx0" brushRef="#br0">262 446 1441,'0'0'13357,"4"-5"-13106,-3 4-233,-1-1-1,1 1 1,0 0 0,0 0 0,-1-1 0,1 1-1,0 0 1,-1-1 0,1 1 0,-1-1-1,0 1 1,1-1 0,-1 1 0,0 0 0,0-1-1,0 1 1,0-1 0,0 1 0,-1-1 0,1 1-1,0-1 1,-1 1 0,1-1 0,-1-1-1,-1 1 4,0 0 0,0 0-1,0 1 1,0-1 0,0 0-1,0 1 1,-1 0 0,1-1-1,0 1 1,-1 0-1,1 0 1,-1 0 0,1 0-1,-1 1 1,1-1 0,-6 0-1,-2 0 77,-1 0 0,0 1 0,1 0 1,-1 0-1,0 1 0,1 1 0,-1-1 0,1 2 0,-1-1 0,1 2 0,0-1 0,0 1 0,-16 10 0,21-11-79,1-1 0,-1 1 0,1 0 0,0 1 0,0-1 0,0 1 0,1 0 0,-1-1 1,1 2-1,0-1 0,0 0 0,0 1 0,1-1 0,-1 1 0,1 0 0,0 0 0,1-1 0,-1 2 0,1-1 0,0 0 0,0 0 0,1 0 0,-1 0 0,1 1 0,0-1 1,1 0-1,-1 0 0,1 0 0,3 10 0,-3-11-16,1 0 0,0 0 0,0 0 0,0-1-1,0 1 1,1 0 0,0-1 0,-1 0 0,1 1 0,1-1 0,-1 0 0,0-1 0,1 1 0,-1 0 0,1-1 0,0 0 0,0 0 0,0 0 0,0-1 0,7 3 0,2 0 13,1-1 0,-1 0 1,1-1-1,0-1 1,17 0-1,-29-1-10,0-1 0,0 1 0,0-1 0,0 1 0,0-1 0,0 0-1,0 0 1,0 0 0,0 0 0,-1 0 0,1 0 0,0-1 0,-1 1 0,1 0-1,-1-1 1,1 0 0,-1 1 0,0-1 0,0 0 0,1 1 0,-1-1 0,0 0 0,-1 0-1,1 0 1,0 0 0,0 0 0,-1 0 0,0 0 0,1 0 0,-1 0 0,0 0-1,0-4 1,2-12 31,-2 1-1,-2-34 0,1 38-24,-2-18-21,-1 0 1,-2 0-1,-1 0 1,-2 1-1,-12-31 1,-3 7 438,-52-91 0,31 75 281,50 109-812,23 23 121,3-1 1,2-1-1,3-2 0,68 85 0,-100-139-35,9 14 30,2-1 0,0 0 0,17 14 0,-28-27-43,1-1 1,-1 1 0,1-1 0,0 0-1,-1 0 1,2-1 0,-1 0-1,0 1 1,0-2 0,1 1 0,-1-1-1,1 1 1,-1-2 0,1 1-1,-1 0 1,1-1 0,8-1-1,-12 1-185,0-1 0,0 1 0,0-1 0,1 0 0,-1 0 0,0 0 0,0 0 0,0 0 0,0 0 0,0 0-1,-1-1 1,1 1 0,0-1 0,0 1 0,-1-1 0,1 0 0,-1 0 0,2-2 0,12-21-4564</inkml:trace>
</inkml:ink>
</file>

<file path=ppt/ink/ink2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13.632"/>
    </inkml:context>
    <inkml:brush xml:id="br0">
      <inkml:brushProperty name="width" value="0.025" units="cm"/>
      <inkml:brushProperty name="height" value="0.025" units="cm"/>
    </inkml:brush>
  </inkml:definitions>
  <inkml:trace contextRef="#ctx0" brushRef="#br0">1 1 7207,'0'18'6603,"-1"20"-2916,1-26-3629,1 1-1,0-1 1,0 1-1,1-1 1,1 1-1,5 15 1,-5-22-8,0 1 0,1 0 0,0-1 0,0 0 0,1 0 0,-1 0 0,1-1 0,0 1 0,9 6 0,-13-11-118,1 0 0,0 0 0,-1 0 1,1 0-1,0 0 0,0 0 0,-1 0 0,1-1 0,0 1 0,0-1 0,0 1 0,0-1 0,0 0 0,0 0 0,0 0 1,3 0-1,-3-1-199,0 1 1,0-1 0,0 0 0,-1 0-1,1 0 1,0 0 0,-1 0-1,1-1 1,-1 1 0,1 0 0,-1-1-1,1 1 1,-1-1 0,0 0-1,0 1 1,0-1 0,0 0 0,0 0-1,0 1 1,0-3 0,5-15-3989</inkml:trace>
</inkml:ink>
</file>

<file path=ppt/ink/ink2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13.974"/>
    </inkml:context>
    <inkml:brush xml:id="br0">
      <inkml:brushProperty name="width" value="0.025" units="cm"/>
      <inkml:brushProperty name="height" value="0.025" units="cm"/>
    </inkml:brush>
  </inkml:definitions>
  <inkml:trace contextRef="#ctx0" brushRef="#br0">5 93 7783,'0'0'2317,"-2"-9"-374,2 8-1976,-3-53 2958,3 53-2798,0-1-1,0 0 1,1 1 0,-1-1-1,0 0 1,1 1 0,-1-1 0,1 1-1,0-1 1,-1 1 0,1-1-1,0 1 1,0-1 0,2-1 0,-2 2-108,0 1 0,-1-1 0,1 1 0,0 0 0,0-1 0,0 1 0,0 0 0,0 0 0,0 0 0,0 0 0,0 0 0,0 0 0,0 0 0,0 0 0,0 0 0,0 0 0,0 0 0,0 1 0,0-1 0,0 0 0,0 1 0,0-1 0,0 1 0,-1-1 0,1 1 0,0-1 0,0 1 0,1 0 0,-1 1-15,0-1-1,0 0 1,0 0-1,0 1 1,0-1-1,0 0 1,0 1 0,0-1-1,-1 1 1,1-1-1,0 1 1,-1 0-1,1-1 1,-1 1-1,0-1 1,0 1-1,1 0 1,-1-1 0,0 1-1,0 0 1,0-1-1,-1 1 1,1 0-1,0-1 1,-1 1-1,0 2 1,0-2-25,1-1 1,0 0-1,-1 1 1,1-1-1,-1 0 1,0 1-1,1-1 1,-1 0-1,0 1 1,0-1-1,0 0 1,0 0-1,0 0 1,0 0-1,0 0 1,0 0-1,0 0 1,-1 0-1,1-1 1,0 1-1,0 0 1,-1-1-1,1 1 1,-1-1-1,1 1 1,0-1-1,-1 0 1,1 0-1,-1 0 1,1 1-1,-3-2 1,4 1-129,-1 0 0,1 0 0,-1 0 1,1-1-1,-1 1 0,1 0 0,0-1 1,-1 1-1,1 0 0,0-1 1,-1 1-1,1-1 0,0 1 0,-1-1 1,1 1-1,0 0 0,0-1 0,-1 1 1,1-1-1,0 1 0,0-1 0,0 1 1,0-1-1,0 1 0,0-1 1,0 1-1,0-1 0,0 0 0,0 1 1,0-1-1,0-2-808,-2-19-4184</inkml:trace>
</inkml:ink>
</file>

<file path=ppt/ink/ink2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14.628"/>
    </inkml:context>
    <inkml:brush xml:id="br0">
      <inkml:brushProperty name="width" value="0.025" units="cm"/>
      <inkml:brushProperty name="height" value="0.025" units="cm"/>
    </inkml:brush>
  </inkml:definitions>
  <inkml:trace contextRef="#ctx0" brushRef="#br0">43 111 4228,'0'0'2728,"-7"-6"-1687,3 2-718,1 0 0,-1 0 1,0 0-1,1 0 0,0-1 0,0 0 0,0 0 1,-2-7-1,4 10-240,0 1 1,1-1-1,-1 1 0,1-1 1,0 0-1,-1 1 1,1-1-1,0 0 0,0 1 1,0-1-1,0 1 1,0-1-1,1 0 0,-1 1 1,0-1-1,1 1 1,-1-1-1,1 1 0,-1-1 1,1 1-1,0-1 0,0 1 1,0-1-1,0 1 1,0 0-1,0-1 0,0 1 1,0 0-1,0 0 1,0 0-1,1 0 0,-1 0 1,0 0-1,1 0 1,-1 1-1,1-1 0,-1 0 1,1 1-1,-1-1 1,1 1-1,3-1 0,-3 0-73,0 1 0,0-1 0,1 0-1,-1 1 1,1 0 0,-1-1 0,1 1-1,-1 0 1,0 0 0,1 1-1,-1-1 1,1 0 0,-1 1 0,0-1-1,1 1 1,-1 0 0,0 0 0,1 0-1,-1 0 1,0 0 0,0 0 0,3 3-1,-3-1-4,1 0-1,-1-1 1,0 2-1,0-1 1,0 0-1,0 0 1,0 1-1,-1-1 1,0 1-1,1-1 1,-1 1-1,-1-1 1,2 6-1,-1-1 7,0 1-1,-1-1 0,0 0 1,0 1-1,-1-1 0,0 0 1,0 1-1,-1-1 1,0 0-1,-1 0 0,0 0 1,-6 12-1,8-20 1,1 1-1,-1-1 1,0 1-1,1 0 1,-1 0-1,0-1 1,1 1 0,-1 0-1,1 0 1,-1-1-1,1 1 1,-1 0-1,1 0 1,0 0 0,-1 0-1,1 0 1,0 0-1,0 0 1,0 0 0,-1 0-1,1 0 1,0 0-1,0 0 1,1 1-1,21-10 576,-8 0-496,207-77-566,-186 68-2903</inkml:trace>
</inkml:ink>
</file>

<file path=ppt/ink/ink2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20.706"/>
    </inkml:context>
    <inkml:brush xml:id="br0">
      <inkml:brushProperty name="width" value="0.025" units="cm"/>
      <inkml:brushProperty name="height" value="0.025" units="cm"/>
    </inkml:brush>
  </inkml:definitions>
  <inkml:trace contextRef="#ctx0" brushRef="#br0">0 163 897,'0'0'1164,"11"-3"-241,363-141 2814,-362 140-3944,-1 1-1,0 0 1,1 1 0,0 0-1,12 0 1</inkml:trace>
</inkml:ink>
</file>

<file path=ppt/ink/ink2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20.985"/>
    </inkml:context>
    <inkml:brush xml:id="br0">
      <inkml:brushProperty name="width" value="0.025" units="cm"/>
      <inkml:brushProperty name="height" value="0.025" units="cm"/>
    </inkml:brush>
  </inkml:definitions>
  <inkml:trace contextRef="#ctx0" brushRef="#br0">1 127 3491,'0'0'1741,"8"1"-1176,11-2-42,0 0-1,0-1 1,0-1-1,33-9 1,81-32 950,-86 26-1079,96-22 0,-89 33-383,-81 25-1564,1-6-348,-7 0-362</inkml:trace>
</inkml:ink>
</file>

<file path=ppt/ink/ink2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21.108"/>
    </inkml:context>
    <inkml:brush xml:id="br0">
      <inkml:brushProperty name="width" value="0.025" units="cm"/>
      <inkml:brushProperty name="height" value="0.025" units="cm"/>
    </inkml:brush>
  </inkml:definitions>
  <inkml:trace contextRef="#ctx0" brushRef="#br0">0 134 4965,'0'0'1473,"70"-25"-1185,-28 7-31,6-1-65,6-1-160,-1-4 0,-4-3-1954</inkml:trace>
</inkml:ink>
</file>

<file path=ppt/ink/ink2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27.802"/>
    </inkml:context>
    <inkml:brush xml:id="br0">
      <inkml:brushProperty name="width" value="0.025" units="cm"/>
      <inkml:brushProperty name="height" value="0.025" units="cm"/>
    </inkml:brush>
  </inkml:definitions>
  <inkml:trace contextRef="#ctx0" brushRef="#br0">1 35 4548,'2'0'445,"0"-1"0,0 1 0,0-1 0,0 1 0,0-1 0,0 0 0,0 0 0,0 0-1,0 0 1,-1 0 0,1 0 0,0-1 0,-1 1 0,4-4 0,0-7-291,2 10 450,-1-1-362,-8 9-405,1-5 5,-1 1-1,1-1 1,0 1-1,0-1 0,-1 0 1,1 0-1,-1 1 0,1-1 1,-1 0-1,1 0 1,-1-1-1,0 1 0,-2 1 1,-15 2-3083</inkml:trace>
</inkml:ink>
</file>

<file path=ppt/ink/ink2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29.891"/>
    </inkml:context>
    <inkml:brush xml:id="br0">
      <inkml:brushProperty name="width" value="0.025" units="cm"/>
      <inkml:brushProperty name="height" value="0.025" units="cm"/>
    </inkml:brush>
  </inkml:definitions>
  <inkml:trace contextRef="#ctx0" brushRef="#br0">1498 731 3331,'0'0'443,"-1"-11"4287,-7-36-2990,-65-304 1698,68 335-3385,0 0-1,-1 1 1,0 0 0,-1 0-1,-1 0 1,0 1-1,-1 0 1,-1 1 0,0 0-1,0 0 1,-2 1-1,1 1 1,-22-17-1,14 14-424,-1 1-1,0 1 1,-1 1-1,0 1 1,0 1-1,-1 1 0,-1 0 1,1 2-1,-24-4 1,4 5-269,0 1 1,-1 2 0,1 2 0,0 2-1,0 2 1,0 1 0,0 3-1,1 1 1,-74 27 0,67-18 448,2 2 0,1 2 0,0 3 0,2 1 0,1 2 0,1 2 0,-72 68 1,101-84 340,0 0 0,1 1 0,1 0 0,0 0 0,1 2 0,0-1 1,2 1-1,0 0 0,0 0 0,2 1 0,0 0 0,-2 21 0,0 23 1347,2 0 0,4 78 0,1-103-982,3 12 105,1-1 0,3 1 0,1-1 0,20 58 0,76 182-154,-84-243-425,2 0 0,1-1-1,3-1 1,1-1 0,2-2-1,40 43 1,-50-62 6,1-2 0,1 0 0,1-2 0,0 0 0,1-1 0,1-1 0,0-2 0,1 0 0,0-2 0,1-1 0,1 0 0,42 8 0,39 5 844,55 10-576,-137-29-286,1-2 0,-1 0 0,1-2 1,29-4-1,-45 2 42,-1 0 0,1-1 1,-1 0-1,1-1 0,-1-1 0,17-9 0,58-42 351,-42 26-276,-13 11 72,-1 1-91,-1-1 0,48-43 0,-70 56-118,0 0 0,0-1 0,0 0 0,-1 0 0,0 0 0,-1 0 0,1-1 0,-1 0 0,-1 0 0,1 0 0,-1 0 0,-1-1 0,0 1 0,0-1 0,-1 1 0,1-11 0,-5-44 94,-3 0-1,-2 1 0,-25-91 0,-2-19-89,16 65-12,-4 1 0,-5 2 0,-79-193 0,93 264-208,1 0 1,-16-68-1,24 74-1889,1 0 0,-1-39 1,4-5-4860</inkml:trace>
</inkml:ink>
</file>

<file path=ppt/ink/ink2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9:10.209"/>
    </inkml:context>
    <inkml:brush xml:id="br0">
      <inkml:brushProperty name="width" value="0.025" units="cm"/>
      <inkml:brushProperty name="height" value="0.025" units="cm"/>
    </inkml:brush>
  </inkml:definitions>
  <inkml:trace contextRef="#ctx0" brushRef="#br0">1 72 6246,'0'0'1329,"0"-8"-731,1-56 982,13 641 876,-13-563-2437,-1 2-3,1 1-1,0-1 0,2 0 1,4 18-1,6-112 631,6-84-519,-6 69-364,0-126 0,-10 260 147,-1 11 85,2 0 1,3 0 0,14 57 0,-20-107 9,-1-1 0,0 1-1,1-1 1,-1 1 0,1-1 0,-1 1-1,1-1 1,0 1 0,-1-1 0,1 0-1,0 1 1,0-1 0,0 0 0,0 0-1,0 0 1,0 0 0,1 0 0,-1 0-1,0 0 1,2 1 0,-2-2 7,0 0-1,0 0 1,0 0 0,0 0-1,0 0 1,0-1 0,0 1-1,0 0 1,0 0 0,0-1-1,0 1 1,0-1-1,0 1 1,0-1 0,0 1-1,-1-1 1,1 1 0,0-1-1,0 0 1,-1 0 0,1 1-1,0-2 1,6-6 42,-1-1-1,-1 1 0,1-1 1,4-12-1,3-4-53,0-2 0,-2 0 0,-1 0 0,-1-1 0,10-53 0,-19 79-69,-2 68-432,1 49 912,1-103-637,2 0-1,0 0 1,0-1 0,1 1 0,0-1-1,1 0 1,6 14 0,12 5-5140,-11-20 1779</inkml:trace>
</inkml:ink>
</file>

<file path=ppt/ink/ink2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9:10.394"/>
    </inkml:context>
    <inkml:brush xml:id="br0">
      <inkml:brushProperty name="width" value="0.025" units="cm"/>
      <inkml:brushProperty name="height" value="0.025" units="cm"/>
    </inkml:brush>
  </inkml:definitions>
  <inkml:trace contextRef="#ctx0" brushRef="#br0">62 1 8680,'0'0'128,"-8"45"-128,1-17 193,2 7-65,-3 6 0,-1 3 32,-3 5 64,0-6-4196</inkml:trace>
</inkml:ink>
</file>

<file path=ppt/ink/ink2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9:14.154"/>
    </inkml:context>
    <inkml:brush xml:id="br0">
      <inkml:brushProperty name="width" value="0.025" units="cm"/>
      <inkml:brushProperty name="height" value="0.025" units="cm"/>
    </inkml:brush>
  </inkml:definitions>
  <inkml:trace contextRef="#ctx0" brushRef="#br0">0 46 2755,'208'-46'-2627</inkml:trace>
</inkml:ink>
</file>

<file path=ppt/ink/ink2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43.246"/>
    </inkml:context>
    <inkml:brush xml:id="br0">
      <inkml:brushProperty name="width" value="0.025" units="cm"/>
      <inkml:brushProperty name="height" value="0.025" units="cm"/>
    </inkml:brush>
  </inkml:definitions>
  <inkml:trace contextRef="#ctx0" brushRef="#br0">0 16 3171,'0'0'2552,"2"-4"-2526,4-7-61,1 15 27,7 31 29,-8-16-15,19 44 523,-3 1-1,-3 0 1,16 95-1,-35-155-608,1-1-113,0 0 0,-1 0-1,1 0 1,-1 1 0,0-1 0,0 0-1,0 0 1,-1 0 0,1 0 0,-1 1 0,1-1-1,-1 0 1,0 0 0,-2 5 0,-6-5-3042</inkml:trace>
</inkml:ink>
</file>

<file path=ppt/ink/ink2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44.187"/>
    </inkml:context>
    <inkml:brush xml:id="br0">
      <inkml:brushProperty name="width" value="0.025" units="cm"/>
      <inkml:brushProperty name="height" value="0.025" units="cm"/>
    </inkml:brush>
  </inkml:definitions>
  <inkml:trace contextRef="#ctx0" brushRef="#br0">509 1 2947,'0'0'3005,"-7"3"-2567,-18 11-148,1 1 0,0 1 0,1 1 0,-33 32 0,-28 21-122,34-37-137,36-25-30,0 0 0,1 1 0,0 0-1,1 1 1,0 1 0,-16 18 0,27-28-8,1-1-1,-1 1 1,1-1-1,-1 1 1,1-1-1,-1 1 1,1 0 0,0-1-1,-1 1 1,1-1-1,0 1 1,-1 0 0,1-1-1,0 1 1,0 0-1,0-1 1,0 1 0,0 0-1,0 0 1,0-1-1,0 1 1,0 0 0,0-1-1,0 1 1,0 0-1,0 0 1,0-1 0,1 1-1,-1 0 1,0-1-1,0 1 1,1-1-1,-1 1 1,0 0 0,1-1-1,-1 1 1,1-1-1,-1 1 1,1-1 0,-1 1-1,1-1 1,-1 1-1,1-1 1,0 0 0,-1 1-1,1-1 1,0 0-1,-1 1 1,1-1 0,0 0-1,-1 0 1,1 0-1,0 0 1,-1 0 0,1 0-1,0 0 1,1 0-1,50 1 37,-41-1 9,-2 0-27,14-1-1,0 2 0,1 0 0,-1 1 0,38 10 0,-55-11-11,-1 1 0,1 0 1,-1 0-1,0 0 0,0 1 0,0 0 1,0 0-1,0 0 0,-1 1 1,0-1-1,1 1 0,-1 0 0,0 0 1,-1 1-1,1-1 0,-1 1 0,0 0 1,0 0-1,0 0 0,-1 0 1,0 0-1,0 0 0,0 1 0,2 10 1,-3-10 16,-1 1 0,1 0 1,-1 0-1,0 0 1,-1 0-1,0 0 1,0-1-1,0 1 0,-1 0 1,0-1-1,0 1 1,-1-1-1,0 1 1,0-1-1,0 0 0,-1 0 1,0-1-1,0 1 1,0-1-1,-1 0 1,-5 5-1,-12 10 112,-2 0 1,0-2-1,-43 24 1,9-5-86,29-17-32,-3 1 17,1 2 0,1 0 0,-31 33 0,59-55-32,1 0 0,-1 0 0,1 1 0,0-1 0,0 0 0,0 1 0,0-1 0,0 1 0,0-1 0,0 1 0,0-1 0,0 1 0,1 0 0,-1-1 0,1 1 0,-1 0 0,1 0 1,0-1-1,-1 1 0,1 0 0,0 0 0,0 0 0,1 2 0,0-2-2,0-1 1,0 0-1,0 0 1,0 1-1,1-1 1,-1 0 0,0 0-1,1 0 1,-1 0-1,1-1 1,-1 1-1,1 0 1,-1-1-1,1 1 1,-1-1-1,1 1 1,0-1-1,-1 0 1,4 1-1,9 0 12,-1 0 0,1-1-1,0-1 1,23-3-1,6-8 144,-1-1 0,-1-2 0,-1-1 0,58-33 0,-7 4 436,-14 5-14,-54 92 1463,-7-15-2109,-2-10-83,-2 1 0,-2 0-1,0 1 1,-2 0-1,7 45 1,-14-63-2324,-1-3-609</inkml:trace>
</inkml:ink>
</file>

<file path=ppt/ink/ink2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44.734"/>
    </inkml:context>
    <inkml:brush xml:id="br0">
      <inkml:brushProperty name="width" value="0.025" units="cm"/>
      <inkml:brushProperty name="height" value="0.025" units="cm"/>
    </inkml:brush>
  </inkml:definitions>
  <inkml:trace contextRef="#ctx0" brushRef="#br0">0 75 2915,'4'-3'349,"-1"0"1,1 0-1,-1 0 1,1 0-1,0 1 1,0 0-1,0 0 1,0 0-1,1 0 1,5-1-1,55-12-787,-29 7 710,-8 1-262,-15 2-94,0 2-1,1 0 1,-1 1 0,17-1 0,-26 3-2062</inkml:trace>
</inkml:ink>
</file>

<file path=ppt/ink/ink2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45"/>
    </inkml:context>
    <inkml:brush xml:id="br0">
      <inkml:brushProperty name="width" value="0.025" units="cm"/>
      <inkml:brushProperty name="height" value="0.025" units="cm"/>
    </inkml:brush>
  </inkml:definitions>
  <inkml:trace contextRef="#ctx0" brushRef="#br0">0 28 3619,'0'0'4485,"45"7"-4325,-22-7-32,4-4-128,3-2 64,-2 1-64,0-4-96,-5-2-2274</inkml:trace>
</inkml:ink>
</file>

<file path=ppt/ink/ink2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46.160"/>
    </inkml:context>
    <inkml:brush xml:id="br0">
      <inkml:brushProperty name="width" value="0.025" units="cm"/>
      <inkml:brushProperty name="height" value="0.025" units="cm"/>
    </inkml:brush>
  </inkml:definitions>
  <inkml:trace contextRef="#ctx0" brushRef="#br0">0 0 1057,'21'78'2534,"59"219"2260,-11 2-3792,-44-168-1011,-5 1-1,3 215 0,-25-98 453,1-246-440,1-1 1,0 1-1,0-1 0,1 1 0,-1-1 0,0 1 0,1-1 0,0 1 0,-1-1 1,1 0-1,0 1 0,0-1 0,1 0 0,-1 0 0,2 3 0,-2-4 43,0-1 0,0 1 0,0 0 0,0 0 0,1 0 0,-1-1 0,0 1 0,1 0-1,-1-1 1,0 1 0,1-1 0,-1 0 0,1 0 0,-1 1 0,0-1 0,1 0 0,-1 0 0,1 0 0,1-1-1,7-1 301,0 0-1,0-2 0,-1 1 0,1-1 1,17-10-1,-8 4-214,53-23 192,62-31-30,-115 53-283,0 0 1,-1-1-1,0-2 0,25-23 1,-39 33-211,0-1 0,0 1 0,-1-1 0,1 0 0,-1 1 0,0-1 0,-1-1 0,1 1 0,-1 0 0,3-9 0,1-27-2976</inkml:trace>
</inkml:ink>
</file>

<file path=ppt/ink/ink2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46.706"/>
    </inkml:context>
    <inkml:brush xml:id="br0">
      <inkml:brushProperty name="width" value="0.025" units="cm"/>
      <inkml:brushProperty name="height" value="0.025" units="cm"/>
    </inkml:brush>
  </inkml:definitions>
  <inkml:trace contextRef="#ctx0" brushRef="#br0">25 292 705,'0'0'363,"1"9"619,12 62 2749,-16-122 1038,4-5-3767,0 26-1897,-1-1 0,-5-41 0,-15-15-2228,8 42 422</inkml:trace>
</inkml:ink>
</file>

<file path=ppt/ink/ink2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47.643"/>
    </inkml:context>
    <inkml:brush xml:id="br0">
      <inkml:brushProperty name="width" value="0.025" units="cm"/>
      <inkml:brushProperty name="height" value="0.025" units="cm"/>
    </inkml:brush>
  </inkml:definitions>
  <inkml:trace contextRef="#ctx0" brushRef="#br0">58 184 3011,'0'0'2317,"0"-8"-2109,0-24-85,0 31-137,0 0 1,0 0-1,0 0 0,1 0 1,-1 0-1,0 1 1,1-1-1,-1 0 1,1 0-1,-1 0 0,1 1 1,0-1-1,-1 0 1,1 0-1,-1 1 1,1-1-1,0 1 1,0-1-1,-1 1 0,1-1 1,0 1-1,0-1 1,0 1-1,0-1 1,0 1-1,-1 0 0,1 0 1,0-1-1,0 1 1,0 0-1,0 0 1,0 0-1,0 0 1,0 0-1,0 0 0,0 0 1,0 1-1,0-1 1,1 0-1,34 10-249,-31-7 254,0 1 0,0-1 0,-1 1 0,1 0 0,0 0 0,-1 1 0,0-1 0,0 1 0,-1 0 0,1 0 0,-1 0 0,0 0 1,0 0-1,2 7 0,-4-6 189,1-1 0,0 1 1,-1-1-1,0 1 1,-1 0-1,1 0 1,-1-1-1,0 1 0,0 0 1,-1 0-1,0-1 1,0 1-1,0 0 0,-1-1 1,1 1-1,-1-1 1,-1 1-1,1-1 1,-1 0-1,0 0 0,0 0 1,0 0-1,-5 4 1,0-1 4,0 1 1,-1-1-1,0 0 1,-13 8-1,19-14-85,-1 0 1,1 0-1,-1 0 0,1 0 0,-1-1 1,0 1-1,0-1 0,0 0 0,0 0 1,0-1-1,0 1 0,0-1 0,0 0 1,0 0-1,0 0 0,-6-1 0,8 0-104,0-1 1,0 1-1,0 0 0,0-1 0,0 1 0,0-1 0,0 0 0,1 1 0,-1-1 0,1 0 0,-1 0 0,1 0 0,0 0 0,0 0 0,0 0 0,0-1 1,0 1-1,0 0 0,1-1 0,-1 1 0,1 0 0,-1-1 0,1 1 0,0 0 0,0-5 0,0-1-292,0-1-1,0 0 1,0 1-1,1-1 0,1 1 1,2-11-1,1 8 23,0 0 0,1 1 0,0-1 0,0 1 0,1 0 0,1 1 0,0 0 0,0 0 0,1 1 0,0 0 0,17-13 0,2 3 59,0 0 0,1 2 0,32-13 0,-29 16 74,50-11 0,0-1-4,-48 11 119</inkml:trace>
</inkml:ink>
</file>

<file path=ppt/ink/ink2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48.331"/>
    </inkml:context>
    <inkml:brush xml:id="br0">
      <inkml:brushProperty name="width" value="0.025" units="cm"/>
      <inkml:brushProperty name="height" value="0.025" units="cm"/>
    </inkml:brush>
  </inkml:definitions>
  <inkml:trace contextRef="#ctx0" brushRef="#br0">1 0 6822,'0'0'3716,"7"7"-3700,5 6-9,0 1-1,17 27 1,10 12-11,-38-51-97,1 0 0,0 0 0,-1 0 0,1 0 0,0 0 0,0 0 0,0-1 0,0 1 0,0-1 0,1 0 0,-1 1 0,0-1 0,1 0 0,-1 0 0,1-1 0,-1 1 0,1 0-1,-1-1 1,5 1 0,-4-2-54,-1 1-1,0-1 0,0 1 0,0-1 1,-1 0-1,1 0 0,0 0 0,0 0 0,0 0 1,-1 0-1,1 0 0,0-1 0,-1 1 1,1-1-1,-1 1 0,0-1 0,1 0 0,-1 1 1,0-1-1,0 0 0,0 0 0,0 0 1,0 0-1,0-2 0,8-22-4147</inkml:trace>
</inkml:ink>
</file>

<file path=ppt/ink/ink2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48.504"/>
    </inkml:context>
    <inkml:brush xml:id="br0">
      <inkml:brushProperty name="width" value="0.025" units="cm"/>
      <inkml:brushProperty name="height" value="0.025" units="cm"/>
    </inkml:brush>
  </inkml:definitions>
  <inkml:trace contextRef="#ctx0" brushRef="#br0">0 0 4773,'0'0'7366,"29"16"-6693,-16 3-417,2 4-192,-1 0-32,-1 1-32,1-1-32,-3-3-192,-3-4-3683,2-12-4389</inkml:trace>
</inkml:ink>
</file>

<file path=ppt/ink/ink2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52.786"/>
    </inkml:context>
    <inkml:brush xml:id="br0">
      <inkml:brushProperty name="width" value="0.025" units="cm"/>
      <inkml:brushProperty name="height" value="0.025" units="cm"/>
    </inkml:brush>
  </inkml:definitions>
  <inkml:trace contextRef="#ctx0" brushRef="#br0">298 712 2402,'0'0'5643,"-8"-1"-4746,5 2-728,0-1 1,1 0-1,-1-1 1,0 1-1,1 0 1,-1-1-1,0 1 0,1-1 1,-1 0-1,0 0 1,1 0-1,0 0 1,-1 0-1,1-1 1,-1 1-1,1-1 1,0 1-1,0-1 0,0 0 1,0 0-1,0 0 1,1 0-1,-1 0 1,0-1-1,1 1 1,0 0-1,-1-1 1,1 1-1,0-1 0,0 1 1,1-1-1,-1 1 1,0-1-1,1-3 1,-13-56 1094,3 13-1002,-1 1 0,-20-49 0,-12-37-3078,34 100 859,-1 0 0,-1 1 0,-2 1 0,-1-1 0,-34-54 0,40 76 521</inkml:trace>
</inkml:ink>
</file>

<file path=ppt/ink/ink2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52.959"/>
    </inkml:context>
    <inkml:brush xml:id="br0">
      <inkml:brushProperty name="width" value="0.025" units="cm"/>
      <inkml:brushProperty name="height" value="0.025" units="cm"/>
    </inkml:brush>
  </inkml:definitions>
  <inkml:trace contextRef="#ctx0" brushRef="#br0">0 51 929,'60'-20'1121,"-16"-10"32</inkml:trace>
</inkml:ink>
</file>

<file path=ppt/ink/ink2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50.428"/>
    </inkml:context>
    <inkml:brush xml:id="br0">
      <inkml:brushProperty name="width" value="0.025" units="cm"/>
      <inkml:brushProperty name="height" value="0.025" units="cm"/>
    </inkml:brush>
  </inkml:definitions>
  <inkml:trace contextRef="#ctx0" brushRef="#br0">206 197 10250,'0'0'2098,"4"7"-1938,4 7-111,0 1 0,-2 0 0,0 0 0,-1 0 0,0 1-1,-1 0 1,-1 0 0,-1 0 0,0 0 0,-1 1 0,-2 25 0,1-41-19,0-1 0,-1 1 0,1 0 0,-1 0 0,1 0 0,-1 0 1,1-1-1,-1 1 0,1 0 0,-1 0 0,0-1 0,0 1 0,1-1 0,-1 1 0,0-1 0,0 1 0,0-1 0,0 1 0,1-1 0,-1 1 0,0-1 0,0 0 1,0 0-1,0 0 0,0 1 0,0-1 0,0 0 0,0 0 0,0 0 0,0 0 0,0-1 0,0 1 0,0 0 0,0 0 0,0 0 0,0-1 0,1 1 1,-2-1-1,-39-13 548,23 3-586,1 0-1,-1-1 0,2 0 1,-1-1-1,-25-29 1,36 36 12,0-1 0,1 0 1,-1 0-1,1-1 0,1 1 0,0-1 1,0 0-1,0 0 0,1-1 1,0 1-1,1-1 0,0 1 0,0-1 1,1 0-1,0 0 0,1-11 0,0 17 7,1 0 0,0 0-1,0 0 1,0 0-1,1 0 1,-1 0 0,1 1-1,0-1 1,-1 0 0,1 1-1,0 0 1,0-1-1,1 1 1,-1 0 0,0 0-1,1 0 1,-1 1-1,1-1 1,0 0 0,3-1-1,67-26 1,-54 22 1,38-13 11,116-27 1,-71 37-3594,-75 9-493</inkml:trace>
</inkml:ink>
</file>

<file path=ppt/ink/ink2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50.771"/>
    </inkml:context>
    <inkml:brush xml:id="br0">
      <inkml:brushProperty name="width" value="0.025" units="cm"/>
      <inkml:brushProperty name="height" value="0.025" units="cm"/>
    </inkml:brush>
  </inkml:definitions>
  <inkml:trace contextRef="#ctx0" brushRef="#br0">1 26 8584,'0'0'3977,"8"-4"-3662,28-15-197,-35 18-117,0 1 0,0-1 1,0 1-1,0 0 0,0 0 1,0 0-1,0 0 0,1 0 0,-1 0 1,0 0-1,0 0 0,0 0 1,0 0-1,0 0 0,0 1 1,0-1-1,0 1 0,1-1 1,-1 1-1,0-1 0,0 1 1,-1-1-1,1 1 0,0 0 1,0-1-1,0 1 0,0 0 0,-1 0 1,1 0-1,0 0 0,-1 0 1,1 0-1,0 0 0,-1 0 1,1 0-1,-1 0 0,0 0 1,1 0-1,-1 0 0,0 0 1,0 0-1,0 0 0,1 2 1,4 47 13,-5-49-14,-1 14 18,-1 1 1,0-1-1,-1 1 0,-1-1 0,-8 23 0,-8 31 27,21-68-43,0-1 0,1 1 0,-1-1 1,0 1-1,0-1 0,1 0 0,-1 0 1,0 0-1,0 0 0,1 0 0,-1 0 1,0 0-1,1 0 0,-1 0 0,0 0 1,0-1-1,2 0 0,23-8-476,-2-1 0,1-2 0,-1 0 0,22-17 0,-18 10-2313</inkml:trace>
</inkml:ink>
</file>

<file path=ppt/ink/ink2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51.068"/>
    </inkml:context>
    <inkml:brush xml:id="br0">
      <inkml:brushProperty name="width" value="0.025" units="cm"/>
      <inkml:brushProperty name="height" value="0.025" units="cm"/>
    </inkml:brush>
  </inkml:definitions>
  <inkml:trace contextRef="#ctx0" brushRef="#br0">1 2 10186,'0'0'1777,"7"0"-1739,-4-1-39,-1 1-1,0 0 1,0 0 0,0 0 0,1 0 0,-1 0 0,0 0-1,0 0 1,0 1 0,0-1 0,5 3 0,-6-2 0,0 0 0,0 0 0,0 1 1,0-1-1,0 0 0,0 1 0,0-1 0,0 1 0,0-1 1,-1 1-1,1 0 0,-1-1 0,1 1 0,-1 0 0,0-1 1,1 1-1,-1 0 0,0 0 0,0-1 0,0 1 0,-1 2 1,-5 131-118,6-134 121,1-1-1,0 0 1,0 1-1,-1-1 0,1 0 1,0 0-1,0 1 1,0-1-1,-1 0 1,1 0-1,0 0 1,0 0-1,0 0 0,-1 0 1,1 0-1,0 0 1,0-1-1,0 1 1,-1 0-1,1 0 1,0-1-1,0 1 0,1-1 1,21-7 88,105-56-367,-76 30-2977,-18 7-1407</inkml:trace>
</inkml:ink>
</file>

<file path=ppt/ink/ink2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4:51.939"/>
    </inkml:context>
    <inkml:brush xml:id="br0">
      <inkml:brushProperty name="width" value="0.025" units="cm"/>
      <inkml:brushProperty name="height" value="0.025" units="cm"/>
    </inkml:brush>
  </inkml:definitions>
  <inkml:trace contextRef="#ctx0" brushRef="#br0">0 120 6470,'0'0'1660,"11"-2"-1499,36-12 161,83-34 1,1-2 24,-129 49-344,0 0-1,0 0 0,0 1 1,0-1-1,0 1 1,0-1-1,0 1 0,0 0 1,0 0-1,0-1 0,0 1 1,0 1-1,0-1 0,1 0 1,-1 1-1,0-1 0,0 1 1,0-1-1,0 1 0,0 0 1,-1 0-1,1 0 0,0 0 1,0 0-1,0 0 0,-1 1 1,1-1-1,1 3 1,1 2 0,-1 0 0,0 0 1,0 0-1,0 1 1,-1 0-1,0-1 1,1 9-1,1 0 19,208 845 3166,-57 13-1945,-126-462 1485,-52-410-2761,0 2 1,-30 5 0,-36 4-2535,16-11-2553</inkml:trace>
</inkml:ink>
</file>

<file path=ppt/ink/ink2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9:00.799"/>
    </inkml:context>
    <inkml:brush xml:id="br0">
      <inkml:brushProperty name="width" value="0.025" units="cm"/>
      <inkml:brushProperty name="height" value="0.025" units="cm"/>
    </inkml:brush>
  </inkml:definitions>
  <inkml:trace contextRef="#ctx0" brushRef="#br0">203 477 4388,'0'0'1116,"5"-9"-598,-3 6-495,0-1 34,0 1 0,0-1 1,0 0-1,1 1 0,-1-1 1,1 1-1,-1 0 0,1 0 1,1 0-1,-1 0 0,0 0 1,0 1-1,1 0 0,0-1 1,-1 1-1,1 1 0,0-1 0,0 0 1,0 1-1,0 0 0,0 0 1,0 0-1,6 0 0,-7 1-11,0 0 0,0 0 0,0 1 0,0-1 0,0 1 0,0 0 0,0-1 0,0 2 0,-1-1-1,1 0 1,0 0 0,-1 1 0,1 0 0,0-1 0,-1 1 0,0 0 0,0 0 0,1 0 0,-1 0 0,0 1-1,-1-1 1,1 1 0,0-1 0,-1 1 0,1 0 0,-1-1 0,0 1 0,0 0 0,0 0 0,0 0 0,0 0-1,-1 0 1,1 0 0,-1 0 0,0 5 0,0-3-15,0 1 0,0-1 0,0 1-1,0-1 1,-1 1 0,0-1 0,0 1 0,-1-1-1,0 0 1,0 0 0,0 0 0,0 0 0,-1 0-1,1 0 1,-1 0 0,-1-1 0,1 1 0,-1-1-1,-7 7 1,0-4 4,0 0-1,-1 0 1,0-2 0,0 1-1,-1-1 1,0-1 0,0 0-1,0-1 1,0 0 0,-20 1-1,27-4-8,0 1 0,1-1-1,-1 0 1,0 0-1,1-1 1,-1 1 0,0-1-1,1-1 1,-1 1 0,1-1-1,-1 0 1,1 0-1,0 0 1,0-1 0,0 0-1,0 0 1,1 0 0,-1-1-1,1 1 1,-1-1-1,1 0 1,1 0 0,-1-1-1,0 1 1,1-1 0,-4-8-1,1 1-17,2 0-1,-1 0 1,2 0 0,0-1-1,0 0 1,1 0 0,1 0-1,0 1 1,1-1 0,0 0-1,1 0 1,0 0 0,1 0-1,1 0 1,0 1 0,0-1-1,1 1 1,1 0 0,0 0-1,1 0 1,0 1 0,1 0-1,0 0 1,1 0-1,0 1 1,1 1 0,0-1-1,0 1 1,16-11 0,13-8 92,1 2 0,2 2 0,0 2 0,2 1 0,0 2 0,1 3 0,54-14 0,-31 22-153,-61 4-1970,-4-5-2184</inkml:trace>
</inkml:ink>
</file>

<file path=ppt/ink/ink2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9:01.078"/>
    </inkml:context>
    <inkml:brush xml:id="br0">
      <inkml:brushProperty name="width" value="0.025" units="cm"/>
      <inkml:brushProperty name="height" value="0.025" units="cm"/>
    </inkml:brush>
  </inkml:definitions>
  <inkml:trace contextRef="#ctx0" brushRef="#br0">1 0 6887,'0'0'1377,"0"63"-576,0-37-65,5 3 193,-1 1-544,2-1-321,-1-4 0,1-1 64,1-6 160,-2-4-64,-2-6-480,0-5-2114,-1-3-1570</inkml:trace>
</inkml:ink>
</file>

<file path=ppt/ink/ink2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9:01.391"/>
    </inkml:context>
    <inkml:brush xml:id="br0">
      <inkml:brushProperty name="width" value="0.025" units="cm"/>
      <inkml:brushProperty name="height" value="0.025" units="cm"/>
    </inkml:brush>
  </inkml:definitions>
  <inkml:trace contextRef="#ctx0" brushRef="#br0">1 108 5125,'4'-7'2044,"0"-1"-1899,35-55 2382,-37 61-2397,-1 0 1,0 0-1,1 0 1,-1 0 0,1 0-1,0 0 1,0 1-1,0-1 1,-1 1-1,1-1 1,1 1-1,-1-1 1,0 1-1,0 0 1,0 0-1,1 0 1,-1 1-1,0-1 1,1 0-1,-1 1 1,1 0-1,-1-1 1,1 1-1,-1 0 1,1 0-1,-1 1 1,3-1-1,-4 1-132,0 0-1,1 0 0,-1 0 0,0 0 0,0 0 0,0 0 0,-1 0 0,1 0 0,0 0 0,0 1 0,-1-1 0,1 0 0,0 1 0,-1-1 0,1 0 1,-1 1-1,0-1 0,0 0 0,1 1 0,-1-1 0,0 3 0,0 37-8,0-28 17,-1-2 66,-1 1 0,0-1 0,-1 1 0,0-1 0,0 0 0,-9 18 0,7-19 15,1 1 0,0-1 1,1 1-1,0 0 1,1 0-1,-2 19 1,5-29-80,-1-1 1,1 1 0,0-1 0,0 0-1,0 1 1,-1-1 0,1 1-1,0-1 1,0 0 0,0 0 0,0 0-1,-1 1 1,1-1 0,0 0-1,0 0 1,0 0 0,0 0 0,0 0-1,0-1 1,-1 1 0,1 0-1,0 0 1,0 0 0,1-1 0,25-6 72,0-3-184,0-1 0,-1-1 0,-1-2 0,0 0 0,-1-2 0,38-32 0,-16 2-3543</inkml:trace>
</inkml:ink>
</file>

<file path=ppt/ink/ink2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9:03.142"/>
    </inkml:context>
    <inkml:brush xml:id="br0">
      <inkml:brushProperty name="width" value="0.025" units="cm"/>
      <inkml:brushProperty name="height" value="0.025" units="cm"/>
    </inkml:brush>
  </inkml:definitions>
  <inkml:trace contextRef="#ctx0" brushRef="#br0">1 114 2947,'0'0'224,"14"-47"-512,-11 36 352,-1-1 32,-2 4-64,0-1 64,0 3-224,0-1-256,0 0-673,-2 1-353</inkml:trace>
</inkml:ink>
</file>

<file path=ppt/ink/ink2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9:03.552"/>
    </inkml:context>
    <inkml:brush xml:id="br0">
      <inkml:brushProperty name="width" value="0.025" units="cm"/>
      <inkml:brushProperty name="height" value="0.025" units="cm"/>
    </inkml:brush>
  </inkml:definitions>
  <inkml:trace contextRef="#ctx0" brushRef="#br0">119 376 512,'0'0'2002,"-3"-9"-1009,-3-5-619,0 3 612,1-1-1,0 0 0,1-1 1,-2-13-1,5 26-921,1 0 0,0-1 0,0 1 0,0-1 0,0 1 0,0 0 0,0-1 0,0 1 0,0-1 0,0 1 0,0 0 0,0-1 0,0 1 0,0-1 0,0 1 0,0-1 0,0 1 0,1 0 0,-1-1 0,0 1 0,0 0 0,0-1 0,1 1 0,-1 0 0,0-1 0,1 1 0,-1 0 0,0-1 0,0 1 0,1 0 0,-1 0 0,0-1 0,1 1 0,-1 0 0,1 0 0,-1 0 0,0 0 0,1-1 0,0 1 0,19 6 485,18 21-337,-35-24-163,0 1 0,0 1 0,0-1 0,0 0 0,-1 1 0,0-1 0,0 1 0,0-1 0,0 1 1,-1 0-1,0 0 0,0 0 0,0 0 0,0 0 0,-1 0 0,0 0 0,0 0 0,0 0 0,-1 0 0,0 0 0,0 0 0,0 0 0,0 0 1,-1 0-1,0 0 0,0-1 0,0 1 0,-1-1 0,1 1 0,-1-1 0,0 0 0,0 0 0,-1 0 0,1-1 0,-1 1 0,0-1 0,0 0 1,0 0-1,0 0 0,0 0 0,-1-1 0,1 0 0,-1 0 0,0 0 0,0 0 0,1-1 0,-1 0 0,0 0 0,0 0 0,0 0 0,-7-1 1,10 0-30,0 0 1,0 0 0,0 0 0,0-1 0,0 1 0,0-1 0,0 1 0,0-1 0,0 0 0,0 0 0,0 0 0,0 0 0,1 0 0,-1 0 0,0 0 0,1-1 0,-1 1 0,1-1-1,-1 1 1,1-1 0,-2-3 0,0 1 8,1-1-1,-1 0 0,1 0 0,0 0 1,1 0-1,-1-1 0,1 1 0,0-8 0,-1-1-1,2-1 0,0 1 0,1 0-1,0 0 1,1 0 0,4-15 0,-1 14-26,2 0 1,0 0-1,0 0 1,2 1 0,0 0-1,0 1 1,1 0-1,1 0 1,0 1-1,20-17 1,-11 13 1,0 0 0,1 1 0,1 1-1,0 0 1,1 2 0,25-10 0,-14 13-309,5-2-4742,-31 6 740</inkml:trace>
</inkml:ink>
</file>

<file path=ppt/ink/ink2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9:03.876"/>
    </inkml:context>
    <inkml:brush xml:id="br0">
      <inkml:brushProperty name="width" value="0.025" units="cm"/>
      <inkml:brushProperty name="height" value="0.025" units="cm"/>
    </inkml:brush>
  </inkml:definitions>
  <inkml:trace contextRef="#ctx0" brushRef="#br0">1 1 8168,'0'0'2210,"10"52"-2018,-4-22-64,-1 3 32,0 1 129,-2 1-33,1-4-32,-1-4-64,-1-7-32,0-5-288,1-7-1217,-2-4-1506</inkml:trace>
</inkml:ink>
</file>

<file path=ppt/ink/ink2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9:04.207"/>
    </inkml:context>
    <inkml:brush xml:id="br0">
      <inkml:brushProperty name="width" value="0.025" units="cm"/>
      <inkml:brushProperty name="height" value="0.025" units="cm"/>
    </inkml:brush>
  </inkml:definitions>
  <inkml:trace contextRef="#ctx0" brushRef="#br0">1 122 8232,'5'-10'982,"0"2"-624,0-1-1,0 1 1,1 1-1,14-15 1,-20 21-333,1 0 1,0 0-1,0 0 1,0 0-1,0 0 0,1 0 1,-1 0-1,0 0 1,0 1-1,0-1 0,1 0 1,-1 1-1,0-1 0,1 1 1,-1-1-1,1 1 1,-1 0-1,0-1 0,1 1 1,-1 0-1,1 0 1,-1 0-1,1 0 0,-1 0 1,1 0-1,-1 1 1,0-1-1,1 0 0,-1 1 1,1-1-1,-1 1 0,0 0 1,0-1-1,1 1 1,-1 0-1,0 0 0,0 0 1,0 0-1,0 0 1,0 0-1,0 0 0,0 0 1,0 0-1,0 0 1,0 0-1,-1 1 0,1-1 1,0 0-1,-1 1 1,1-1-1,-1 0 0,1 3 1,2 5 81,0 0 0,0 1 0,-1-1 0,0 0-1,-1 1 1,0-1 0,-1 1 0,0-1 0,-1 12 0,-2 3 188,-1 0 0,-9 31 0,40-71 142,138-101 191,-20 16-1032,-92 56-2099</inkml:trace>
</inkml:ink>
</file>

<file path=ppt/ink/ink2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9:16.831"/>
    </inkml:context>
    <inkml:brush xml:id="br0">
      <inkml:brushProperty name="width" value="0.025" units="cm"/>
      <inkml:brushProperty name="height" value="0.025" units="cm"/>
    </inkml:brush>
  </inkml:definitions>
  <inkml:trace contextRef="#ctx0" brushRef="#br0">1230 201 3587,'0'0'1303,"-1"-8"-1223,-2-2 166,-1 0 0,1 0 0,-2 1 0,1-1 0,-1 1 0,-1 0 0,1 0 0,-2 1 0,1-1 0,-1 2 0,0-1 0,-17-13 0,13 14-38,0 1-1,0 0 1,0 0 0,-1 1 0,0 1 0,0 0-1,-1 0 1,1 1 0,-18-2 0,-18 1 182,-59 2 0,1-1 270,71 0-514,-1 2 1,-57 4-1,76 0-193,0 0 0,1 1 0,0 0 1,0 1-1,0 1 0,0 1 0,-24 14 0,-7 6-216,0-2-637,1 3 1,1 2-1,2 1 0,-70 66 0,103-86 724,2 0 1,-1 0-1,1 1 0,1 0 0,0 0 1,1 1-1,0 0 0,1 0 1,0 0-1,-3 21 0,4-13 389,1 0 0,2 0 0,0 0 0,1 0 1,1 0-1,5 27 0,7 11 536,3-2 1,2 0-1,50 107 1,-40-106-666,2-1-1,2-2 1,49 64 0,-59-91 9,1-1 0,0-2 0,2 0 0,2-1 0,0-1 0,1-2-1,46 27 1,-64-43-59,0 0 0,1 0 0,-1-1 0,1-1 0,0 0 0,0 0 0,1-1-1,-1 0 1,0-1 0,1-1 0,-1 1 0,1-2 0,21-3 0,-11-1 88,1-2 0,-1 0 0,-1-2 0,1 0 0,34-21 0,56-40 276,-3-5 1,175-158 0,-270 221-318,-1 0-1,-1-1 1,0-1 0,0 0 0,-2 0 0,0-1 0,0 0 0,-1-1-1,-1 0 1,-1 0 0,0-1 0,-1 0 0,-1 0 0,-1 0 0,0-1 0,-1 1-1,-1-1 1,-1 0 0,0 0 0,-2 0 0,0 0 0,0 0 0,-2 1-1,0-1 1,-2 1 0,-8-25 0,-16-32 159,-48-86 1,61 131-197,-1 0 1,-1 2-1,-2 0 0,-1 1 1,-41-39-1,55 59-50,-1 0-1,0 0 1,0 1-1,0 0 1,-1 0-1,0 1 0,1 0 1,-2 1-1,1 0 1,0 0-1,0 1 1,-12-1-1,10 2-619,-1 0 0,1 1 0,0 1 0,0 0-1,-1 0 1,-11 4 0,-19 8-3943</inkml:trace>
</inkml:ink>
</file>

<file path=ppt/ink/ink2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9:18.656"/>
    </inkml:context>
    <inkml:brush xml:id="br0">
      <inkml:brushProperty name="width" value="0.025" units="cm"/>
      <inkml:brushProperty name="height" value="0.025" units="cm"/>
    </inkml:brush>
  </inkml:definitions>
  <inkml:trace contextRef="#ctx0" brushRef="#br0">892 235 5061,'-4'-2'106,"1"1"1,0-1-1,0 0 0,0 0 1,0 0-1,0-1 1,0 1-1,0-1 0,1 0 1,-1 1-1,1-1 1,0 0-1,0 0 1,0-1-1,0 1 0,-2-7 1,3 7-45,0 0 1,0 1-1,-1-1 1,1 0 0,-1 0-1,1 1 1,-1-1-1,0 1 1,0-1-1,0 1 1,0 0 0,-1 0-1,1 0 1,0 0-1,-1 0 1,0 0-1,1 1 1,-1-1-1,0 1 1,0 0 0,0 0-1,0 0 1,0 0-1,0 0 1,0 1-1,0-1 1,-4 1-1,-3 1-54,1 0-1,0 1 0,-1 1 0,1-1 0,0 2 0,1-1 0,-1 1 0,0 0 0,1 1 0,-11 7 0,-14 12 29,-31 29 1,42-34-33,-51 43 142,3 3-1,2 4 0,4 2 0,-98 141 0,145-183-14,2 0 0,1 2 0,1 0-1,1 0 1,2 1 0,2 1 0,0 0 0,3 0-1,0 0 1,2 0 0,2 1 0,1-1 0,5 37-1,4-29 134,3 0-1,1-1 0,2 0 1,2-1-1,36 60 1,-45-82-155,2-1 1,0-1-1,1 0 1,1 0-1,0-1 1,1-1-1,0 0 1,27 20-1,-28-25-20,1-1 0,0 0-1,0 0 1,1-1 0,0-1-1,0 0 1,0-1 0,1-1-1,-1 0 1,1-1 0,21 1-1,-2-3 26,1-2 0,-1-1 0,0-1-1,0-2 1,65-20 0,153-78 722,-209 85-694,31-14-57,108-54 72,-153 70-117,-1 0 0,0-2 0,-2-2 1,27-25-1,-25 18 165,-2-2-1,-1 0 1,-2-2 0,-1-1-1,-1 0 1,-2-2 0,-2 0-1,25-72 1,-28 62-78,-2 0 1,-2-1-1,-2-1 1,-2 0-1,-2 0 0,-2 0 1,-5-54-1,-2 70-75,0 0 0,-2 1 0,-1-1 0,-2 1 0,-1 1 0,-1 0 0,-2 0 0,0 1 0,-2 1 0,-1 1 0,-2 0 0,0 1 0,-1 1 0,-40-36 0,47 49-60,-1 1 0,0 1 0,0 0 0,0 1 1,-1 1-1,-1 0 0,1 0 0,-1 2 0,0 0 1,-26-4-1,3 4-1065,0 2 0,0 1 0,-54 5 0,-9 6-3214</inkml:trace>
</inkml:ink>
</file>

<file path=ppt/ink/ink2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0:36.879"/>
    </inkml:context>
    <inkml:brush xml:id="br0">
      <inkml:brushProperty name="width" value="0.025" units="cm"/>
      <inkml:brushProperty name="height" value="0.025" units="cm"/>
    </inkml:brush>
  </inkml:definitions>
  <inkml:trace contextRef="#ctx0" brushRef="#br0">7091 959 2947,'0'0'3310,"3"-8"-1970,2-4-587,-1 0 1,-1 0 0,0 0 0,2-18 0,-5 24-572,1 1 0,-1 0 0,0 0 0,0-1-1,-1 1 1,1 0 0,-1 0 0,-1-1-1,1 1 1,-1 0 0,1 0 0,-1 0 0,-1 1-1,1-1 1,-6-8 0,-40-37 172,-1 2-1,-3 2 1,-87-59 0,111 84-152,-41-26 11,-1 3 1,-2 3-1,-100-40 0,41 29-87,-156-39 0,130 54-340,-315-33 1,-168 35-109,433 27 212,-341 1-96,438 13 141,0 5 0,-212 48 1,-350 163-170,507-162 195,-986 423-19,929-376 20,-379 249 1,523-301 71,3 2-1,-78 77 1,120-100-19,1 1-1,2 1 1,1 1-1,2 2 1,1 1-1,-26 55 1,40-64-5,1-1 1,1 2-1,2-1 1,2 1 0,-6 62-1,8-11 68,8 93 0,4-90-60,4 0 0,4-1 1,3-1-1,4-1 1,3-1-1,4-1 0,4-1 1,49 86-1,-55-121 1,2-2 0,2-1 1,1-2-1,69 64 0,172 123 77,-26-62-28,-44-34-18,-39-16-49,116 85 13,-221-151 1,-2 2-1,77 86 0,-19 1 286,135 148-182,-199-233-27,3-3-1,1-3 0,76 49 1,-36-36 213,149 69 0,-176-100-185,0-2 0,2-4 0,90 18-1,341 48 686,-379-74-801,0-5-1,140-8 1,-182-11 12,0-3-1,-1-4 1,94-32 0,54-11-10,-190 50-1,-1-2 0,0-1-1,47-23 1,97-62 8,-117 61-7,136-59 4,-142 71-5,-1-3 1,-1-2-1,62-43 1,-22 6-1,-50 37-4,-2-3 1,65-59-1,-88 67 129,0 0 1,-2-2-1,-1 0 1,21-39-1,50-123 1114,-41 81-1334,181-311 616,-159 296-484,18-42 30,54-89 216,-105 193-259,-2-2 0,-3-1 0,40-110 1,-33 52 13,26-144 0,-34 120 6,56-308 27,-83 404-58,-2 0 1,-2 0-1,-12-94 0,4 65-11,5 17-12,11-109 1,-1 13 5,-8 137 2,-2 0 1,-1 1-1,0-1 0,-1 1 0,-1 0 1,-17-35-1,12 28-4,1-1 0,-9-39 1,10 21 13,4 15-13,-2 0 0,-17-53 0,19 73-5,0-1-1,-1 1 0,0 0 0,0 0 1,-1 0-1,0 1 0,-1 0 1,0 1-1,-1 0 0,-17-14 1,11 11-178,-2 0 1,0 1 0,0 0-1,-1 2 1,0 0 0,0 1 0,-1 1-1,1 0 1,-2 2 0,1 0-1,-21-1 1,32 1-4557,0-12-3770</inkml:trace>
</inkml:ink>
</file>

<file path=ppt/ink/ink2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0:40.129"/>
    </inkml:context>
    <inkml:brush xml:id="br0">
      <inkml:brushProperty name="width" value="0.025" units="cm"/>
      <inkml:brushProperty name="height" value="0.025" units="cm"/>
    </inkml:brush>
  </inkml:definitions>
  <inkml:trace contextRef="#ctx0" brushRef="#br0">0 25 2691,'0'-1'1121,"0"-5"-641,0 0 65,0 2-65,0-1-320,2 4-64,-1-1 193,0 2-257,0 0-32,3 0 0,-1 0 0,1 3 0,5-3 0,-2 0-545,-3 0-2690</inkml:trace>
</inkml:ink>
</file>

<file path=ppt/ink/ink2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46.059"/>
    </inkml:context>
    <inkml:brush xml:id="br0">
      <inkml:brushProperty name="width" value="0.025" units="cm"/>
      <inkml:brushProperty name="height" value="0.025" units="cm"/>
    </inkml:brush>
  </inkml:definitions>
  <inkml:trace contextRef="#ctx0" brushRef="#br0">90 44 8872,'0'0'5803,"-3"-6"-5701,0 1-99,2 4-1,1 0 1,-1 0-1,1 0 0,-1 0 1,0 0-1,1 0 1,0 0-1,-1 0 1,1 0-1,0 0 1,-1-1-1,1 1 1,0 0-1,0 0 0,0 0 1,0-2-1,1 2 7,0 0-1,0 0 0,1 1 1,-1-1-1,0 0 0,0 1 0,1-1 1,-1 1-1,0-1 0,1 1 1,-1-1-1,0 1 0,1 0 0,-1 0 1,1 0-1,-1 0 0,1 0 1,-1 0-1,0 0 0,3 1 1,-3-1-1,0 0 0,1 0 0,-1 0 0,1 0 0,-1 1 0,1-1 0,-1 1 0,0-1 0,1 1 1,-1-1-1,0 1 0,1 0 0,-1-1 0,0 1 0,0 0 0,0 0 0,1 0 0,-1 0 1,0 0-1,0 0 0,-1 1 0,1-1 0,0 0 0,0 0 0,-1 1 0,1-1 0,0 0 1,-1 1-1,1-1 0,-1 1 0,0-1 0,0 0 0,1 1 0,-1 1 0,0-1 2,0 0-1,0 0 1,0 0 0,0 0-1,0 0 1,-1 0-1,1 0 1,-1 0-1,1 0 1,-1 0 0,0 0-1,0 0 1,1 0-1,-1 0 1,-1-1 0,1 1-1,0 0 1,0-1-1,-1 1 1,1-1-1,0 0 1,-1 1 0,0-1-1,-3 2 1,0 0 75,-1-2 1,1 1-1,-1 0 1,0-1-1,1 0 1,-1-1-1,0 1 1,0-1-1,0 0 1,0 0-1,1-1 0,-9-1 1,12 1-61,0 1 1,0 0-1,1-1 0,-1 0 1,0 1-1,1-1 1,-1 0-1,1 0 0,-1 1 1,1-1-1,-1 0 0,1-1 1,0 1-1,-1 0 0,1 0 1,0-1-1,0 1 1,0 0-1,0-1 0,0 1 1,0-1-1,0 0 0,0 1 1,1-1-1,-1 0 0,1 1 1,-1-1-1,1 0 1,0 1-1,0-1 0,-1 0 1,1 0-1,0 1 0,1-1 1,-1 0-1,0 0 1,0 1-1,1-1 0,-1 0 1,1 0-1,0 1 0,-1-1 1,1 1-1,2-3 0,-3 2-23,1 0-1,1 0 0,-1 0 0,0 0 1,0 0-1,1 1 0,-1-1 0,1 1 0,-1-1 1,1 1-1,0 0 0,-1-1 0,1 1 1,0 0-1,0 0 0,0 0 0,0 0 0,0 1 1,0-1-1,0 0 0,0 1 0,0 0 0,0-1 1,1 1-1,-1 0 0,0 0 0,0 0 1,0 0-1,0 1 0,3 0 0,-1-1 0,1 1 0,-1 1 0,1-1-1,-1 1 1,0-1 0,1 1 0,-1 0 0,0 1-1,0-1 1,-1 1 0,1 0 0,6 6 0,-6-5 6,-1 0 1,0 1 0,0-1 0,-1 1 0,1-1 0,-1 1 0,0 0-1,0 0 1,0 0 0,-1 0 0,0 0 0,0 1 0,0-1 0,-1 0 0,0 1-1,0-1 1,0 0 0,-2 10 0,1-13-6,0-1 0,0 0 0,0 0 0,0 1 0,-1-1 0,1 0 1,0 0-1,-1 0 0,1 0 0,-1-1 0,1 1 0,-1 0 0,0-1 0,1 1 0,-1-1 0,1 1 0,-1-1 0,0 0 0,0 1 1,1-1-1,-1 0 0,0 0 0,1 0 0,-1-1 0,0 1 0,1 0 0,-1-1 0,-1 0 0,-1 1-1,0-1-1,0 0 0,0 0 1,1 0-1,-1-1 0,0 1 0,1-1 1,0 0-1,-1 0 0,1 0 1,-5-4-1,6 4-44,1 0 1,-1-1-1,1 1 0,0 0 1,0-1-1,0 1 0,0-1 0,0 1 1,0-1-1,1 1 0,-1-1 1,1 0-1,-1 1 0,1-1 1,0 1-1,0-1 0,1 0 1,-1 1-1,0-1 0,2-3 0,-1 2-490,0 0-1,1 1 1,-1-1-1,1 0 1,0 0-1,0 1 0,4-6 1,13-14-4458</inkml:trace>
</inkml:ink>
</file>

<file path=ppt/ink/ink2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46.558"/>
    </inkml:context>
    <inkml:brush xml:id="br0">
      <inkml:brushProperty name="width" value="0.025" units="cm"/>
      <inkml:brushProperty name="height" value="0.025" units="cm"/>
    </inkml:brush>
  </inkml:definitions>
  <inkml:trace contextRef="#ctx0" brushRef="#br0">640 46 6919,'0'0'373,"-10"-5"812,-3-2-683,-1 1-1,0 0 0,0 1 0,-1 1 0,0 0 1,1 1-1,-1 1 0,-16-1 0,7 3-317,0 1 0,1 1 0,-1 2-1,1 0 1,0 1 0,0 2-1,0 0 1,1 1 0,0 2 0,1 0-1,0 1 1,0 1 0,-19 15 0,28-18-166,0 0 1,1 1 0,0 0 0,0 1-1,1 1 1,0-1 0,1 1-1,1 1 1,0 0 0,0 0 0,2 0-1,-1 1 1,2 0 0,0 0-1,0 1 1,1-1 0,1 1 0,1 0-1,0 0 1,1 0 0,1 21-1,2-17-3,2 0-1,0 0 0,1 0 0,0-1 0,2 0 0,0 0 0,1-1 0,1 0 0,1 0 0,0-1 1,1 0-1,1-1 0,0 0 0,1-1 0,1-1 0,0 0 0,0 0 0,2-1 0,29 17 1,-29-20 42,0 0 1,0-1-1,0-1 1,1 0-1,0-1 1,1-1-1,-1-1 1,1-1-1,0 0 1,0-1 0,0-1-1,0 0 1,0-2-1,0 0 1,0-1-1,0-1 1,0 0-1,-1-1 1,1-1-1,-1-1 1,19-9 0,-18 5 11,0-1 1,-1-1 0,0 0-1,0-1 1,-2-1-1,0-1 1,0 0 0,-1-1-1,-1 0 1,-1-1 0,0 0-1,17-37 1,-23 42-60,0-1 0,-1 0 1,-1-1-1,0 1 0,-1-1 1,-1 0-1,0 0 0,-1 0 0,0 0 1,-1 0-1,0 0 0,-2 0 0,1 0 1,-2 0-1,0 1 0,0-1 1,-2 1-1,1-1 0,-2 1 0,-7-13 1,3 8-31,-1 2 0,-1 0 0,0 0 0,-1 1 0,-1 0 0,0 1 1,-1 1-1,0 0 0,-1 1 0,-1 1 0,0 1 0,0 0 0,-1 1 0,0 1 1,-1 0-1,1 2 0,-1 0 0,-1 1 0,1 1 0,-27-2 0,23 4-1079,0 2-1,1 0 1,-1 1-1,0 2 0,1 0 1,-33 9-1,11-1-7217</inkml:trace>
</inkml:ink>
</file>

<file path=ppt/ink/ink2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41.327"/>
    </inkml:context>
    <inkml:brush xml:id="br0">
      <inkml:brushProperty name="width" value="0.025" units="cm"/>
      <inkml:brushProperty name="height" value="0.025" units="cm"/>
    </inkml:brush>
  </inkml:definitions>
  <inkml:trace contextRef="#ctx0" brushRef="#br0">79 4 192,'-24'5'32,"5"0"-64,2-5-160,5 0 192,7-2 0,4-9 0</inkml:trace>
</inkml:ink>
</file>

<file path=ppt/ink/ink2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41.418"/>
    </inkml:context>
    <inkml:brush xml:id="br0">
      <inkml:brushProperty name="width" value="0.025" units="cm"/>
      <inkml:brushProperty name="height" value="0.025" units="cm"/>
    </inkml:brush>
  </inkml:definitions>
  <inkml:trace contextRef="#ctx0" brushRef="#br0">0 57 32,'0'0'96,"11"-44"-32,-9 32-160</inkml:trace>
</inkml:ink>
</file>

<file path=ppt/ink/ink2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44.165"/>
    </inkml:context>
    <inkml:brush xml:id="br0">
      <inkml:brushProperty name="width" value="0.025" units="cm"/>
      <inkml:brushProperty name="height" value="0.025" units="cm"/>
    </inkml:brush>
  </inkml:definitions>
  <inkml:trace contextRef="#ctx0" brushRef="#br0">226 49 5029,'0'0'6940,"3"-7"-6748,-2 5-177,-1 0 1,1 0-1,0-1 1,-1 1-1,1 0 1,0 0-1,0 0 0,1 0 1,-1 1-1,0-1 1,1 0-1,-1 0 1,1 1-1,0-1 1,-1 1-1,1-1 1,0 1-1,0 0 0,0 0 1,0 0-1,0 0 1,0 0-1,0 0 1,0 0-1,0 1 1,1-1-1,-1 1 1,0 0-1,0-1 0,1 1 1,-1 0-1,0 0 1,0 1-1,1-1 1,-1 0-1,0 1 1,3 0-1,-3 0 1,0-1-1,0 1 1,-1 0-1,1 0 1,0 0 0,0 0-1,-1 0 1,1 1-1,-1-1 1,1 0 0,-1 1-1,1-1 1,-1 1-1,0-1 1,0 1 0,1 0-1,-1-1 1,-1 1-1,1 0 1,0 0 0,0 0-1,-1 0 1,1 0-1,-1 0 1,1 0 0,-1 0-1,0 0 1,0 0-1,0 0 1,0 0-1,0 0 1,-1 3 0,1 0 133,0 0 1,-1 0 0,0 1 0,0-1-1,0 0 1,-1 0 0,1 0 0,-1 0-1,-1 0 1,1-1 0,-5 8 0,-3-3 29,0 0 0,0-1 1,-1-1-1,0 0 0,0 0 0,-1-1 1,0 0-1,0-1 0,0-1 1,0 0-1,-1 0 0,0-1 1,0-1-1,0 0 0,0-1 0,-25-1 1,37 1-159,-1-1 0,0 0-1,0 0 1,0 0 0,0-1 0,0 1 0,0 0 0,0-1 0,0 1 0,0-1 0,0 0-1,0 0 1,1 1 0,-1-1 0,0 0 0,1-1 0,-1 1 0,0 0 0,1 0-1,0-1 1,-1 1 0,1-1 0,0 1 0,-1-1 0,1 1 0,0-1 0,0 0-1,1 0 1,-1 1 0,0-1 0,0 0 0,1 0 0,-1 0 0,1 0 0,0 0 0,0 0-1,-1 0 1,1 0 0,0 0 0,1 0 0,-1 0 0,0 0 0,0 0 0,1 0-1,0 1 1,-1-1 0,1 0 0,0 0 0,0 0 0,0 1 0,0-1 0,0 0 0,0 1-1,0-1 1,0 1 0,1-1 0,-1 1 0,1-1 0,-1 1 0,1 0 0,0 0-1,-1 0 1,1 0 0,0 0 0,0 0 0,-1 1 0,4-2 0,1 0-20,1-1 0,0 1 1,0 1-1,0-1 0,0 1 1,0 0-1,0 1 0,0 0 1,1 0-1,-1 0 1,0 1-1,0 0 0,0 0 1,0 1-1,0 0 0,8 4 1,-12-5-2,1 1 1,-1 0 0,1 0 0,-1 0 0,0 0-1,1 1 1,-1-1 0,-1 1 0,1 0 0,0-1 0,-1 1-1,1 1 1,-1-1 0,0 0 0,0 1 0,0-1-1,0 1 1,-1-1 0,0 1 0,0 0 0,0 0 0,0 0-1,0-1 1,-1 1 0,1 0 0,-1 0 0,0 0-1,0 0 1,-1 0 0,-1 7 0,1-7 6,-1 0 1,1 0-1,-1 0 1,0-1 0,-1 1-1,1-1 1,-1 0-1,1 1 1,-1-1-1,0 0 1,0 0-1,-1-1 1,1 1-1,0-1 1,-1 0-1,1 1 1,-1-1 0,0-1-1,0 1 1,0-1-1,0 1 1,0-1-1,-7 1 1,-1 0 13,1 1-1,-1-2 1,0 1 0,1-2 0,-1 1-1,0-2 1,-15-1 0,24 1-18,0 1-1,0-1 1,0 0 0,1 0-1,-1 0 1,0 0 0,1 0-1,-1 0 1,1-1 0,-1 1-1,1-1 1,0 0 0,-1 1-1,1-1 1,0 0 0,0 0-1,0-1 1,1 1 0,-1 0-1,1-1 1,-1 1 0,1-1-1,0 1 1,-1-1 0,2 0-1,-1 1 1,0-1 0,0 0-1,1 0 1,-1 0 0,1 1-1,0-7 1,0 5 0,1 1-1,0-1 1,-1 1 0,1-1 0,1 0 0,-1 1-1,0 0 1,1-1 0,-1 1 0,1 0-1,0 0 1,0 0 0,1 0 0,-1 0 0,1 0-1,-1 1 1,1-1 0,0 1 0,0-1-1,0 1 1,0 0 0,0 1 0,0-1-1,1 0 1,3-1 0,4 0-3,0 1 0,0 0 0,0 0 0,1 1 0,-1 0 0,0 1 0,22 2 0,-29-1 0,0-1 0,0 1 0,0-1 0,0 1 0,0 0 0,0 1 0,0-1 0,-1 1 0,1-1 0,0 1 0,-1 0 0,1 0 0,-1 1 0,0-1 0,0 1 0,0 0 0,0 0 0,0 0 0,-1 0 0,1 0 0,-1 0 0,0 1 0,0-1 0,0 1 0,1 3 0,-3-5 1,1-1 0,-1 0 0,0 1 0,0-1-1,0 0 1,-1 1 0,1-1 0,0 0 0,0 1 0,-1-1 0,1 0 0,-1 1 0,1-1-1,-1 0 1,1 0 0,-1 0 0,0 1 0,0-1 0,0 0 0,1 0 0,-1 0-1,0 0 1,0 0 0,0-1 0,0 1 0,-1 0 0,1 0 0,0-1 0,0 1 0,0-1-1,-1 1 1,1-1 0,0 1 0,-1-1 0,1 0 0,0 1 0,-1-1 0,1 0 0,-2 0-1,-62 4 56,58-4-51,-1 0 3,-1 0-1,1-1 1,0 0-1,-1-1 1,1 0 0,0 0-1,0 0 1,-9-5-1,14 6-6,1 0 0,0-1 0,0 1 0,0 0 0,0-1-1,0 1 1,0-1 0,1 1 0,-1-1 0,0 0-1,1 0 1,-1 0 0,1 0 0,0 0 0,0 0 0,0 0-1,0 0 1,0 0 0,0-1 0,0 1 0,1 0-1,-1-1 1,1 1 0,0 0 0,-1-1 0,1 1-1,0-1 1,1 1 0,-1 0 0,0-1 0,1 1 0,-1 0-1,2-5 1,0 4-1,-1 0 0,1 0 0,0 1-1,0-1 1,0 0 0,0 1 0,1 0 0,-1 0 0,0-1-1,1 1 1,0 1 0,-1-1 0,1 0 0,0 1 0,0-1-1,0 1 1,0 0 0,0 0 0,0 0 0,0 0 0,1 1-1,-1-1 1,4 1 0,9-2-7,0 1 0,0 1 0,21 2 0,-32-2 6,0 1-1,1 1 1,-1-1-1,0 1 0,0-1 1,-1 2-1,1-1 1,0 0-1,-1 1 1,1 0-1,4 4 1,-6-5 0,0 0 1,-1 1-1,1-1 1,-1 1-1,0-1 1,1 1 0,-1 0-1,-1 0 1,1 0-1,0 0 1,-1 0-1,1 0 1,-1 1 0,0-1-1,0 0 1,-1 1-1,1-1 1,0 4-1,-2-5 4,1 0 0,-1 0-1,0 0 1,0 0-1,0 0 1,0 0 0,0-1-1,0 1 1,0 0-1,0-1 1,-1 1 0,1-1-1,-1 1 1,1-1-1,-1 0 1,1 0-1,-1 1 1,0-1 0,0 0-1,0 0 1,0-1-1,1 1 1,-1 0 0,0-1-1,0 1 1,0-1-1,0 0 1,-4 1 0,-60 6 34,57-8-33,1 1 1,-1-1 0,1 0-1,-1-1 1,1 0 0,0 0-1,-14-6 1,20 7-4,0 1 0,1-1 0,-1 0 0,0 0 0,0 0 0,0 0-1,1 0 1,-1 0 0,1-1 0,-1 1 0,1 0 0,-1-1 0,1 1 0,0-1 0,0 0 0,-1 1 0,1-1 0,1 0 0,-1 0 0,0 1 0,0-1-1,1 0 1,-1 0 0,1 0 0,-1 0 0,1 0 0,0 0 0,0 0 0,0 0 0,0 0 0,0 0 0,0 0 0,0 0 0,1 0 0,-1 0 0,1 0-1,0 0 1,-1 0 0,2-1 0,1 0-2,-1 0-1,1 0 1,-1 0 0,1 1-1,0-1 1,0 1-1,1 0 1,-1 0 0,0 0-1,1 0 1,-1 1-1,1-1 1,-1 1 0,1 0-1,0 0 1,-1 0-1,1 1 1,7-1 0,0-1-4,0 1 1,0 1-1,0 0 1,1 1-1,14 2 1,-22-2 4,0 0-1,0 0 1,-1 1-1,1-1 1,0 1 0,-1 0-1,1 0 1,-1 0 0,1 0-1,-1 1 1,0 0-1,0-1 1,0 1 0,-1 0-1,1 0 1,-1 1 0,1-1-1,-1 1 1,0-1 0,0 1-1,-1-1 1,1 1-1,-1 0 1,1 0 0,-1 0-1,-1 0 1,1 0 0,0 5-1,-2-8 2,1 1 0,-1-1 1,0 0-1,0 1 0,0-1 0,0 0 0,0 1 0,0-1 0,0 0 0,0 0 0,-1 0 1,1 0-1,0 0 0,-1 0 0,1 0 0,0-1 0,-1 1 0,1 0 0,-1-1 0,1 1 1,-1-1-1,0 0 0,1 1 0,-1-1 0,1 0 0,-1 0 0,0 0 0,1 0 0,-3-1 1,-56 1 17,57 0-13,-3-1-5,0 0-1,-1 0 1,1-1-1,0 0 1,0 0 0,0-1-1,0 1 1,1-1-1,-1 0 1,-8-7 0,12 8-1,-1 1 0,1-1-1,0 0 1,0 1 0,0-1 0,1 0 0,-1 0 0,0 0 0,1-1 0,-1 1 0,1 0 0,0-1 0,0 1 0,0-1 0,0 1 0,0-1 0,0 1 0,1-1 0,-1 1 0,1-1 0,-1 0 0,1 0 0,0 1 0,0-1-1,1 0 1,-1 1 0,1-1 0,0-2 0,0 3-1,1-1 0,0 1 0,0 0 0,0 1 0,0-1-1,0 0 1,0 1 0,0-1 0,0 1 0,1-1 0,-1 1-1,0 0 1,1 0 0,0 0 0,-1 0 0,1 1 0,-1-1 0,1 1-1,0-1 1,-1 1 0,6 0 0,3 0-6,0-1 1,0 2-1,0-1 0,12 4 1,-15-2 3,0 1 1,0-1-1,0 2 1,0-1-1,-1 1 0,0 1 1,0-1-1,0 1 1,12 11-1,-15-12 1,0 0 0,0 0 0,-1 0-1,1 0 1,-1 1 0,0 0-1,0-1 1,-1 1 0,1 0 0,-1 0-1,0 0 1,0 1 0,-1-1-1,0 0 1,1 1 0,-1 5 0,-2-9 2,1 0 1,-1-1 0,1 1 0,-1-1 0,0 1 0,0-1 0,0 0 0,0 1 0,0-1 0,0 0 0,0 0-1,0 0 1,-1 1 0,1-1 0,0 0 0,-1-1 0,1 1 0,-1 0 0,1 0 0,-1-1 0,1 1-1,-1 0 1,1-1 0,-1 0 0,0 1 0,1-1 0,-1 0 0,1 0 0,-1 0 0,0 0 0,-1 0 0,-7 1-2,0-1 1,0 0-1,0-1 1,-11-2-1,14 1 4,-1 0 0,1-1 0,-1 0 0,1-1 0,0 1 0,0-1 0,1-1 0,-1 1-1,-10-11 1,14 13-2,1 0-1,-1-1 0,1 1 0,-1-1 0,1 1 0,0-1 0,0 0 0,0 0 0,1 0 1,-1 0-1,1 0 0,-1-1 0,1 1 0,0 0 0,0-1 0,0 1 0,1 0 0,-1-1 1,1 1-1,0-1 0,0 1 0,0-1 0,1 1 0,0-6 0,1 6-1,0 0 0,0 1 0,0-1 0,1 1 0,-1-1 0,0 1 0,1 0 0,0 0 0,-1 0 0,1 1 0,0-1 0,0 1 0,0-1 0,0 1 0,0 0 0,0 0 0,1 0 0,-1 1 0,0-1 0,0 1-1,1 0 1,-1-1 0,6 2 0,-2-1-3,0 0 0,-1 0 0,1 0 0,0 1 0,-1 0-1,1 1 1,-1-1 0,0 1 0,1 0 0,-1 1 0,7 4-1,-10-5 3,0 0 0,0 1 0,0-1 0,0 1-1,-1 0 1,1 0 0,-1 0 0,0 0-1,0 0 1,0 1 0,0-1 0,0 1-1,-1-1 1,0 1 0,0 0 0,0-1-1,1 8 1,-2-9 3,0 0 0,0-1-1,-1 1 1,1 0 0,-1 0-1,1 0 1,-1-1-1,0 1 1,0 0 0,1 0-1,-1-1 1,0 1 0,-1-1-1,1 1 1,0-1 0,0 1-1,-1-1 1,1 0 0,0 0-1,-1 1 1,0-1 0,1 0-1,-1 0 1,1-1 0,-1 1-1,0 0 1,0-1 0,0 1-1,1-1 1,-1 1 0,0-1-1,0 0 1,0 1 0,0-1-1,0 0 1,-2-1-1,-9 2 5,1-1 0,-1 0-1,0-1 1,0 0-1,0-1 1,1 0 0,-25-9-1,33 10-3,0 0 0,1-1 0,-1 0 0,0 1 0,1-1 0,-1-1-1,1 1 1,0 0 0,0-1 0,0 0 0,0 0 0,0 0 0,1 0 0,-1 0 0,1 0 0,0-1 0,0 1 0,0-1-1,0 1 1,1-1 0,-1 0 0,1 0 0,0 0 0,0 1 0,0-1 0,1 0 0,0 0 0,-1 0 0,2-6 0,-1 8-3,0-1 1,1 1 0,-1 0 0,1 0-1,-1 0 1,1 0 0,0 0 0,0 0-1,0 0 1,0 0 0,0 0 0,0 0-1,1 1 1,-1-1 0,1 0 0,-1 1-1,1-1 1,0 1 0,-1 0 0,4-3-1,0 2 1,0 0-1,0 0 0,0 0 1,0 0-1,0 1 0,0 0 1,1 0-1,7-1 0,-4 2 0,-1-1-1,1 1 0,-1 1 0,1 0 0,-1 0 1,0 1-1,0-1 0,1 2 0,-1-1 0,-1 1 1,9 4-1,-11-3 0,0-1 0,0 1 1,0 0-1,-1 0 0,1 0 1,-1 1-1,0 0 0,-1-1 1,1 1-1,-1 1 0,0-1 1,0 0-1,-1 1 0,1-1 1,-1 1-1,0 0 0,-1 0 1,1 0-1,-1 0 0,-1 0 1,1 9-1,-1-13 4,-1 0 0,1 0 0,-1 0 0,0 0-1,0 0 1,0 0 0,0 0 0,0 0 0,0 0 0,-1 0 0,1-1 0,0 1-1,-1-1 1,0 1 0,1-1 0,-1 1 0,0-1 0,0 0 0,1 0 0,-1 0-1,0 0 1,0 0 0,0 0 0,0-1 0,0 1 0,-1-1 0,1 1 0,-4-1-1,-8 3 3,1-1 0,-1 0 0,-16-1 0,20-1 1,1 0 0,-1-1 0,1 0 0,-1-1 0,1 1 0,0-2 0,-1 1 0,-15-8 0,22 8-3,-1 0 0,1 0-1,-1-1 1,1 1 0,0-1 0,0 0-1,1 0 1,-1 0 0,0 0 0,1 0-1,0 0 1,0-1 0,0 1 0,0-1-1,0 1 1,1-1 0,-1 0-1,1 0 1,0 0 0,0 0 0,1 0-1,-1 0 1,1-7 0,0 8-3,1 0 0,-1-1 0,1 1 0,0 0 0,0 0 0,0 0 0,0 0 1,1 0-1,-1 0 0,1 0 0,0 0 0,0 0 0,0 1 0,0-1 0,0 1 0,1-1 0,-1 1 1,1 0-1,-1 0 0,1 0 0,0 0 0,0 0 0,0 1 0,0-1 0,0 1 0,0 0 0,0 0 0,0 0 1,5 0-1,7-3-4,0 1 0,0 0 1,0 2-1,0 0 1,19 0-1,-27 2 3,-1 0-1,0 0 1,1 0-1,-1 1 1,0 0 0,0 0-1,0 1 1,0-1-1,0 1 1,0 1-1,-1-1 1,0 1-1,10 7 1,-12-7 1,1-1-1,-1 1 1,0-1-1,0 1 1,0 0 0,-1 0-1,1 0 1,-1 1-1,0-1 1,0 1 0,0-1-1,-1 1 1,0-1-1,1 1 1,-2 0 0,1 0-1,-1 0 1,1-1-1,-2 8 1,1-9 3,-1-1-1,0 0 1,0 0-1,0 0 1,0 1-1,-1-1 1,1 0-1,0 0 1,-1-1-1,1 1 1,-1 0-1,0 0 1,0-1-1,0 1 1,0-1-1,0 0 1,0 1-1,0-1 1,0 0-1,0 0 1,0 0-1,-1-1 1,1 1-1,0 0 1,-1-1-1,1 0 1,-3 1-1,-69 4 23,72-5-23,-8 0 4,0 0-1,0-1 0,1-1 1,-1 0-1,0 0 0,1-1 0,-1 0 1,-12-6-1,19 7-3,0 1 0,0 0 0,0-1 0,1 0 0,-1 0 0,1 0 1,-1 0-1,1 0 0,0 0 0,0-1 0,0 1 0,0-1 0,0 1 0,0-1 0,1 0 0,-1 0 0,1 0 0,0 0 0,0 0 1,0 0-1,0 0 0,0 0 0,1 0 0,0-1 0,-1 1 0,1 0 0,0 0 0,0 0 0,2-6 0,-1 5-1,0 1 0,1 0 0,0 0-1,-1 0 1,1 0 0,0 0 0,1 0-1,-1 0 1,0 0 0,1 1 0,0 0-1,-1-1 1,1 1 0,0 0 0,0 0-1,0 0 1,1 1 0,-1-1 0,0 1-1,1 0 1,-1 0 0,0 0 0,1 0-1,6 0 1,1-2-6,1 2 0,0 0 0,0 0 0,1 1 0,-1 0 0,14 3 0,-22-2 5,0 0 1,0 1-1,0-1 0,0 1 0,0 0 0,-1 0 0,1 0 1,-1 0-1,1 1 0,-1-1 0,0 1 0,0 0 0,0 0 0,0 0 1,0 0-1,-1 1 0,1-1 0,-1 1 0,2 4 0,-2-5-15,-1 0 0,0 0 0,0-1 0,0 1 0,0 0 1,-1 0-1,1 0 0,-1 0 0,0 0 0,0 0 0,0 0 0,0 0 0,0 0 0,-1 0 0,1-1 0,-1 1 0,0 0 0,1 0 0,-1 0 0,-1-1 0,1 1 0,0 0 0,-1-1 0,1 1 0,-1-1 0,0 1 0,-3 3 0,-6 3-811,-1 0 1,1 0-1,-1-1 0,-1-1 1,-21 10-1,-35 6-5849,44-19 3244</inkml:trace>
</inkml:ink>
</file>

<file path=ppt/ink/ink2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44.699"/>
    </inkml:context>
    <inkml:brush xml:id="br0">
      <inkml:brushProperty name="width" value="0.025" units="cm"/>
      <inkml:brushProperty name="height" value="0.025" units="cm"/>
    </inkml:brush>
  </inkml:definitions>
  <inkml:trace contextRef="#ctx0" brushRef="#br0">659 207 3876,'1'-6'400,"-1"0"0,0 0 0,-1 0 0,1 0 0,-1 0-1,-1 0 1,1 0 0,-1 0 0,0 1 0,0-1 0,-6-9 0,6 12-213,-1 0 1,0 0-1,0 0 0,0 0 0,-1 1 0,1-1 0,0 1 0,-1 0 0,0 0 0,1 1 0,-1-1 1,0 1-1,0 0 0,0 0 0,0 0 0,0 0 0,0 1 0,-7-1 0,-10 0 5,0 2 0,0 0 1,0 1-1,0 1 0,0 1 0,0 1 0,1 1 0,0 0 0,0 2 0,1 0 0,0 2 0,0 0 0,1 0 0,0 2 1,1 0-1,1 2 0,0-1 0,-17 19 0,14-12-139,1 1 0,1 0 0,1 1 0,0 1 1,2 1-1,1 0 0,1 0 0,0 2 0,2-1 0,2 1 0,0 1 0,1-1 1,-4 44-1,8-45-35,2 0 0,1 1 0,1-1 1,2 0-1,0 0 0,1 0 1,13 40-1,-12-52-13,0-1 0,0 0 0,2 0-1,-1-1 1,1 0 0,1 0 0,0-1 0,0 1 0,1-2 0,1 1 0,0-1 0,0-1 0,0 0 0,1 0-1,0-1 1,17 8 0,-11-7 22,1-1-1,0-1 0,0-1 1,0 0-1,1-1 1,0-1-1,0 0 0,0-2 1,0 0-1,0-2 0,24-2 1,-19-1 80,0-1 1,0-1 0,-1-1-1,1-1 1,-2-1 0,1-1-1,-1-1 1,26-17 0,-26 13-49,0 0 1,-1-2 0,-1 0-1,-1-1 1,0-1 0,-2-1-1,0-1 1,-1 0 0,-1-1-1,-1-1 1,-1 0 0,-2-1-1,0 0 1,-1 0 0,-1-1 0,-2-1-1,6-29 1,-10 34-56,-1 0 0,0 0 0,-2 1 0,0-1 1,-1 0-1,-2 0 0,0 1 0,-1-1 0,-1 1 0,-1 0 1,0 0-1,-2 1 0,0 0 0,-1 0 0,-1 1 0,-1 0 0,-1 1 1,0 0-1,-1 1 0,-1 0 0,0 1 0,-1 0 0,-1 2 0,0 0 1,-1 0-1,-33-18 0,20 17-13,0 1 1,-1 2-1,0 1 1,0 1-1,-1 1 1,0 2-1,-1 2 1,1 1-1,-1 1 1,0 2-1,1 1 0,-1 1 1,1 2-1,-41 10 1,61-10-44,1 0 1,-1 0-1,1 1 1,-12 8-1,19-11-217,1 0 0,-1 1 0,1 0 0,-1 0 0,1 0 0,0 0 0,0 0-1,0 1 1,0-1 0,1 1 0,-1 0 0,1 0 0,-3 8 0,3 6-5513,8-11-3320</inkml:trace>
</inkml:ink>
</file>

<file path=ppt/ink/ink2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56.126"/>
    </inkml:context>
    <inkml:brush xml:id="br0">
      <inkml:brushProperty name="width" value="0.025" units="cm"/>
      <inkml:brushProperty name="height" value="0.025" units="cm"/>
    </inkml:brush>
  </inkml:definitions>
  <inkml:trace contextRef="#ctx0" brushRef="#br0">0 0 96</inkml:trace>
</inkml:ink>
</file>

<file path=ppt/ink/ink2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56.221"/>
    </inkml:context>
    <inkml:brush xml:id="br0">
      <inkml:brushProperty name="width" value="0.025" units="cm"/>
      <inkml:brushProperty name="height" value="0.025" units="cm"/>
    </inkml:brush>
  </inkml:definitions>
  <inkml:trace contextRef="#ctx0" brushRef="#br0">0 46 256,'0'0'0,"7"-46"-256</inkml:trace>
</inkml:ink>
</file>

<file path=ppt/ink/ink2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57.869"/>
    </inkml:context>
    <inkml:brush xml:id="br0">
      <inkml:brushProperty name="width" value="0.025" units="cm"/>
      <inkml:brushProperty name="height" value="0.025" units="cm"/>
    </inkml:brush>
  </inkml:definitions>
  <inkml:trace contextRef="#ctx0" brushRef="#br0">1 0 2114,'0'3'1505,"0"-2"-1216,0 0-225,0 0-64,1 0 0,1 2 32,0-3 0,1 0-32,0 1 32,0-1-32,3 0 0,-3 0 0,1 0 0,1 0-32,1 0-64,-2 0-1538</inkml:trace>
</inkml:ink>
</file>

<file path=ppt/ink/ink2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58.551"/>
    </inkml:context>
    <inkml:brush xml:id="br0">
      <inkml:brushProperty name="width" value="0.025" units="cm"/>
      <inkml:brushProperty name="height" value="0.025" units="cm"/>
    </inkml:brush>
  </inkml:definitions>
  <inkml:trace contextRef="#ctx0" brushRef="#br0">30 12 4388,'0'0'5579,"-5"-4"-5472,4 4-107,0-1 1,1 0-1,-1 1 1,0-1 0,0 0-1,1 1 1,-1-1-1,0 1 1,0 0-1,0-1 1,0 1 0,0 0-1,0-1 1,0 1-1,1 0 1,-1 0 0,0 0-1,0 0 1,0 0-1,0 0 1,-2 0 0,2 1 1,1-1 0,0 1 0,-1-1 0,1 1 0,0 0 0,-1 0 0,1-1 0,0 1 0,0 0 0,-1-1 0,1 1 0,0 0 0,0 0 0,0-1 0,0 1 0,0 0 0,0 0 0,0-1 0,0 1 0,1 0 0,-1 1 0,20 59 201,-20-59-191,38 102 214,41 99-2337,-76-197-350</inkml:trace>
</inkml:ink>
</file>

<file path=ppt/ink/ink2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58.819"/>
    </inkml:context>
    <inkml:brush xml:id="br0">
      <inkml:brushProperty name="width" value="0.025" units="cm"/>
      <inkml:brushProperty name="height" value="0.025" units="cm"/>
    </inkml:brush>
  </inkml:definitions>
  <inkml:trace contextRef="#ctx0" brushRef="#br0">23 114 5958,'0'0'1206,"-3"-10"-928,-2-4-237,1-1 1,1 0 0,0 1-1,-1-29 1,4 43-43,0 0 0,0 0 0,0-1 1,1 1-1,-1 0 0,0 0 0,0 0 0,0 0 1,0-1-1,1 1 0,-1 0 0,0 0 0,0 0 1,0 0-1,0 0 0,1 0 0,-1 0 0,0 0 0,0 0 1,1 0-1,-1 0 0,0 0 0,0 0 0,0 0 1,1 0-1,-1 0 0,0 0 0,0 0 0,0 0 0,1 0 1,-1 0-1,0 0 0,0 0 0,0 0 0,1 0 1,-1 0-1,0 0 0,0 0 0,0 1 0,0-1 1,1 0-1,-1 0 0,0 0 0,0 0 0,0 0 0,0 1 1,0-1-1,1 0 0,-1 0 0,0 0 0,0 1 1,0-1-1,0 0 0,0 0 0,0 0 0,0 1 0,0-1 1,0 0-1,0 1 0,11 11 18,-2 9-1261,-7-19-1062</inkml:trace>
</inkml:ink>
</file>

<file path=ppt/ink/ink2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59.525"/>
    </inkml:context>
    <inkml:brush xml:id="br0">
      <inkml:brushProperty name="width" value="0.025" units="cm"/>
      <inkml:brushProperty name="height" value="0.025" units="cm"/>
    </inkml:brush>
  </inkml:definitions>
  <inkml:trace contextRef="#ctx0" brushRef="#br0">70 136 1473,'0'0'3903,"1"-7"-3167,0-23 161,-1 30-850,0-1-1,0 1 0,0-1 0,0 1 1,0-1-1,-1 0 0,1 1 0,0-1 1,0 1-1,0-1 0,0 1 0,-1-1 1,1 1-1,0-1 0,-1 1 0,1-1 1,0 1-1,-1-1 0,1 1 0,0 0 1,-1-1-1,1 1 0,-1 0 0,1-1 1,-1 1-1,1 0 0,-1-1 0,1 1 1,-1 0-1,1 0 0,-1 0 1,1-1-1,-1 1 0,0 0 0,1 0 1,-1 0-1,1 0 0,-1 0 0,1 0 1,-1 0-1,0 0 0,1 0 0,-1 1 1,1-1-1,-1 0 0,-20 11 917,16-3-853,1 1-1,-1 1 1,2-1-1,-1 0 0,1 1 1,1 0-1,0 0 1,0 0-1,1 0 1,0 14-1,0-4 136,2 1 0,0-1 0,1 0 0,6 25 0,-5-33-190,1-1 0,0 0 0,0 0-1,1 0 1,1-1 0,-1 0 0,2 0 0,0 0-1,0 0 1,0-1 0,1-1 0,11 11 0,-14-15-22,1 0 1,-1 0-1,1-1 1,0 1-1,0-1 1,0 0-1,0-1 1,0 0-1,0 0 1,1 0-1,0 0 0,-1-1 1,1 0-1,-1-1 1,1 0-1,0 0 1,-1 0-1,1-1 1,0 1-1,-1-2 1,1 1-1,-1-1 1,9-3-1,-7 2 21,0-1 1,0 0-1,0 0 0,0-1 0,-1 0 0,0 0 0,0-1 0,0 0 0,0 0 0,-1-1 1,0 0-1,-1 0 0,1 0 0,-1-1 0,-1 1 0,6-13 0,-5 8-37,-1 0 1,0 0-1,-1-1 0,-1 1 0,0-1 1,0 1-1,-1-1 0,-1 0 0,0 0 0,-4-24 1,2 23-27,-1 0 0,0 1 0,-1-1 0,-1 1 1,0 0-1,-1 1 0,0-1 0,-1 1 0,0 0 0,-10-11 1,11 16 11,0-1 1,-1 2 0,0-1 0,0 1 0,-1 0-1,1 0 1,-1 1 0,0 0 0,-1 1 0,1 0-1,-1 0 1,0 0 0,0 1 0,0 1 0,-11-2-1,13 3 15,1 0-1,0 1 0,-1-1 0,1 2 1,-1-1-1,1 1 0,0 0 0,-1 0 1,1 1-1,0-1 0,0 2 0,0-1 0,0 0 1,0 1-1,1 0 0,-10 7 0,12-7-108,0-1-1,0 1 0,0 0 0,1 1 0,-1-1 0,1 0 0,0 1 0,0-1 0,0 1 0,0 0 1,-2 5-1,3-4-322,0 0 0,0 0 0,1-1 0,-1 1 0,1 0 0,0 0 1,0 0-1,1 0 0,-1 0 0,1-1 0,2 7 0,7 10-1839,3-3-480</inkml:trace>
</inkml:ink>
</file>

<file path=ppt/ink/ink2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6:59.762"/>
    </inkml:context>
    <inkml:brush xml:id="br0">
      <inkml:brushProperty name="width" value="0.025" units="cm"/>
      <inkml:brushProperty name="height" value="0.025" units="cm"/>
    </inkml:brush>
  </inkml:definitions>
  <inkml:trace contextRef="#ctx0" brushRef="#br0">1 36 9065,'0'0'3235,"8"-5"-3049,-1 0-87,1 1 0,0 0-1,0 1 1,0 0-1,1 0 1,-1 1 0,1 0-1,-1 0 1,1 1-1,0 0 1,0 1-1,-1-1 1,1 2 0,10 1-1,23 4 75,-1 2 1,-1 2-1,56 21 0,60 15-204,-143-44-641,-1 0 1,0 0-1,0-2 0,1 0 0,13-1 1,16-7-4897</inkml:trace>
</inkml:ink>
</file>

<file path=ppt/ink/ink2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7:00.310"/>
    </inkml:context>
    <inkml:brush xml:id="br0">
      <inkml:brushProperty name="width" value="0.025" units="cm"/>
      <inkml:brushProperty name="height" value="0.025" units="cm"/>
    </inkml:brush>
  </inkml:definitions>
  <inkml:trace contextRef="#ctx0" brushRef="#br0">22 0 6406,'0'0'7095,"-5"10"-6956,1 4-91,0 0 1,2 0-1,-1 0 1,1 0-1,1 0 1,1 0 0,0 0-1,0 0 1,5 25-1,16 104 101,-8-60-545,-2 1 0,-5 0 0,-4 109-1,-3-192 239,2 0-17,-1 0 0,0 0 0,0 0 0,0 0 0,0-1 0,0 1 0,0 0 0,0 0 0,-1 0 0,1-1 0,0 1 0,0 0 0,-1 0 0,1-1 0,0 1 0,-1 0 0,1 0 0,-1-1 0,1 1 0,-1 0 0,1-1 0,-1 1 0,1-1 0,-1 1 0,0-1 0,1 1 0,-1-1 1,0 1-1,-1 0 0,-8-3-3520</inkml:trace>
</inkml:ink>
</file>

<file path=ppt/ink/ink2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7:00.730"/>
    </inkml:context>
    <inkml:brush xml:id="br0">
      <inkml:brushProperty name="width" value="0.025" units="cm"/>
      <inkml:brushProperty name="height" value="0.025" units="cm"/>
    </inkml:brush>
  </inkml:definitions>
  <inkml:trace contextRef="#ctx0" brushRef="#br0">3 173 11915,'0'-13'299,"-1"-4"-338,0 4 367,1 0 0,0 1-1,1-1 1,3-18 0,-4 28-288,1 0 0,0 0 0,-1 0 0,1 0 0,0 1 0,1-1 0,-1 0 0,0 1 0,1-1 0,0 1 0,-1-1 0,1 1 0,0 0 0,0 0 0,0 0 0,1 0 0,-1 0 0,0 0 0,1 1 0,-1-1 0,1 1 0,0-1 0,-1 1 0,1 0 0,0 0 0,5-1 0,-5 1-38,1 1-1,-1-1 1,1 1-1,-1-1 1,0 1-1,1 0 0,-1 0 1,1 1-1,-1-1 1,1 1-1,-1 0 1,0 0-1,1 0 1,-1 0-1,0 0 1,0 1-1,0-1 1,0 1-1,0 0 1,0 0-1,0 0 1,-1 0-1,1 1 1,-1-1-1,1 1 1,2 4-1,-1 0 1,-1 0 1,0 1-1,0-1 0,0 1 0,-1-1 0,-1 1 0,1 0 1,-1 0-1,0-1 0,-1 16 0,-1-5-2,0 1 0,-1 0 0,-1-1 0,-7 25 0,8-35 0,-1 1 0,0-1 0,0 0 0,-1 0 0,0 0 0,0-1 0,-1 0 0,0 1 0,0-2 0,-1 1 0,-9 9 0,14-15 0,1-1 0,-1 0-1,1 1 1,-1-1 0,1 1-1,0-1 1,-1 0 0,1 1 0,0-1-1,-1 1 1,1-1 0,0 1 0,0-1-1,0 1 1,-1-1 0,1 1-1,0-1 1,0 1 0,0-1 0,0 1-1,0 0 1,0-1 0,0 1-1,0-1 1,0 1 0,0-1 0,0 1-1,0-1 1,0 1 0,1-1-1,-1 1 1,0-1 0,0 1 0,1-1-1,-1 1 1,0-1 0,0 1 0,1-1-1,-1 1 1,1-1 0,-1 0-1,0 1 1,1-1 0,-1 0 0,1 1-1,0-1 1,29 19-15,-20-14 16,17 11-13,74 44-139,203 88 0,-287-142-1022,-1-1 1,1-1 0,0 0-1,35 2 1,4-5-6494</inkml:trace>
</inkml:ink>
</file>

<file path=ppt/ink/ink2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09:26.042"/>
    </inkml:context>
    <inkml:brush xml:id="br0">
      <inkml:brushProperty name="width" value="0.025" units="cm"/>
      <inkml:brushProperty name="height" value="0.025" units="cm"/>
    </inkml:brush>
  </inkml:definitions>
  <inkml:trace contextRef="#ctx0" brushRef="#br0">0 432 3107,'0'0'-368,"9"0"1094,613-8 1953,-357-5-2473,201-18 416,961-75 636,-1420 106-1251,2-1-2,602-21 274,-437 24-197,261 36 1,-219-4-53,44 8 64,274 8 0,76-45-70,263 12 16,-799-13-40,756 14 6,-632-38 1391,303-71-1,-290 46-999,221-18 0,-33 57-307,-180 8-57,-135-7-23,113-21-1,21-2 4,-118 22 3,0 4 0,0 4 0,0 6 0,0 3 0,138 34 0,472 170-11,15 4 1,-471-158 0,2-11 1,3-12 0,303 7-1,-199-40 8,400-47-1,-191-27-4,527-51 14,2283-233 105,-2452 256-53,3 44 48,1192 90-64,-440-38 864,-1646-1-905,935-59 711,-841 46-662,256-33-80,-387 47-33,1 1-290,-1 0-1,1 0 0,0-1 0,0 0 1,-1 1-1,1-1 0,0 0 0,-1 0 1,1 0-1,-1-1 0,1 1 0,-1 0 1,0-1-1,0 0 0,1 1 0,-1-1 1,2-4-1,6-16-4537</inkml:trace>
</inkml:ink>
</file>

<file path=ppt/ink/ink2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0:40.129"/>
    </inkml:context>
    <inkml:brush xml:id="br0">
      <inkml:brushProperty name="width" value="0.025" units="cm"/>
      <inkml:brushProperty name="height" value="0.025" units="cm"/>
    </inkml:brush>
  </inkml:definitions>
  <inkml:trace contextRef="#ctx0" brushRef="#br0">0 25 2691,'0'-1'1121,"0"-5"-641,0 0 65,0 2-65,0-1-320,2 4-64,-1-1 193,0 2-257,0 0-32,3 0 0,-1 0 0,1 3 0,5-3 0,-2 0-545,-3 0-2690</inkml:trace>
</inkml:ink>
</file>

<file path=ppt/ink/ink2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19.723"/>
    </inkml:context>
    <inkml:brush xml:id="br0">
      <inkml:brushProperty name="width" value="0.025" units="cm"/>
      <inkml:brushProperty name="height" value="0.025" units="cm"/>
    </inkml:brush>
  </inkml:definitions>
  <inkml:trace contextRef="#ctx0" brushRef="#br0">0 0 1345</inkml:trace>
</inkml:ink>
</file>

<file path=ppt/ink/ink2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38.756"/>
    </inkml:context>
    <inkml:brush xml:id="br0">
      <inkml:brushProperty name="width" value="0.025" units="cm"/>
      <inkml:brushProperty name="height" value="0.025" units="cm"/>
    </inkml:brush>
  </inkml:definitions>
  <inkml:trace contextRef="#ctx0" brushRef="#br0">270 11 2787,'0'0'8050,"7"0"-7201,73-5 125,92-1-443,-169 7-525,-1-1 0,1 1 1,0 0-1,-1-1 0,1 1 0,-1 0 0,1 0 0,-1 1 0,1-1 1,-1 1-1,0-1 0,0 1 0,1 0 0,-1-1 0,0 1 1,-1 0-1,1 0 0,0 1 0,-1-1 0,1 0 0,-1 1 0,1-1 1,-1 1-1,0-1 0,0 1 0,0-1 0,0 6 0,3 8 75,-1 1-1,0 0 1,0 24-1,-2-21-19,71 915 1690,-18 464-229,-54-1366-1384,-2 0 0,-1 0 0,-11 51 0,12-74 7,-1 0 0,0 0-1,0 0 1,-1 0 0,0-1-1,-1 0 1,0 0-1,-1 0 1,1 0 0,-2-1-1,1 0 1,-1 0 0,0-1-1,-1 0 1,-12 9-1,10-10-71,-1-1-1,-1 0 0,1 0 1,-1-1-1,0-1 0,0 0 1,-17 2-1,-93 3 695,62-5-612,-183 3-3860,167-12-1388</inkml:trace>
</inkml:ink>
</file>

<file path=ppt/ink/ink2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40.666"/>
    </inkml:context>
    <inkml:brush xml:id="br0">
      <inkml:brushProperty name="width" value="0.025" units="cm"/>
      <inkml:brushProperty name="height" value="0.025" units="cm"/>
    </inkml:brush>
  </inkml:definitions>
  <inkml:trace contextRef="#ctx0" brushRef="#br0">2 1 7495,'0'0'2274,"0"10"-2076,-1 26-131,1 0 0,3 0 1,0 0-1,10 39 0,-12-75-211,-1 1 0,0-1 1,1 1-1,-1-1 0,0 0 0,1 1 0,-1-1 1,1 1-1,-1-1 0,0 0 0,1 1 0,-1-1 1,1 0-1,-1 0 0,1 1 0,-1-1 0,1 0 1,-1 0-1,1 0 0,0 0 0,-1 1 0,1-1 1,-1 0-1,1 0 0,-1 0 0,1 0 0,-1 0 1,1 0-1,0-1 0,-1 1 0,1 0 0,8-5-3091</inkml:trace>
</inkml:ink>
</file>

<file path=ppt/ink/ink2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40.852"/>
    </inkml:context>
    <inkml:brush xml:id="br0">
      <inkml:brushProperty name="width" value="0.025" units="cm"/>
      <inkml:brushProperty name="height" value="0.025" units="cm"/>
    </inkml:brush>
  </inkml:definitions>
  <inkml:trace contextRef="#ctx0" brushRef="#br0">2 1 1089,'0'0'10250,"-2"48"-9097,2-19-705,3 1-256,3 3-192,-1-2 64,-1 0-64,3-3-64,-1-6-2882,-2-6-3012</inkml:trace>
</inkml:ink>
</file>

<file path=ppt/ink/ink2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41.710"/>
    </inkml:context>
    <inkml:brush xml:id="br0">
      <inkml:brushProperty name="width" value="0.025" units="cm"/>
      <inkml:brushProperty name="height" value="0.025" units="cm"/>
    </inkml:brush>
  </inkml:definitions>
  <inkml:trace contextRef="#ctx0" brushRef="#br0">141 79 3171,'0'0'2279,"4"-8"-1344,1 0-544,-3 6-186,0 0 1,-1 0-1,1-1 0,-1 1 1,0-1-1,0 1 1,0-1-1,0 0 1,0 0-1,0 1 0,-1-1 1,1 0-1,-1-5 1,0 8 264,-13 10 47,-27 30 1260,18-17-1511,-1-1-1,-44 32 0,89-83 66,0 8-306,-7 8-13,0 0 0,-1-1 0,-1-1 0,0 0 0,19-31 0,-31 42-2,-1 4 6,0 44 1548,13 173 994,0 0-5927,-23-216-11018</inkml:trace>
</inkml:ink>
</file>

<file path=ppt/ink/ink2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42.072"/>
    </inkml:context>
    <inkml:brush xml:id="br0">
      <inkml:brushProperty name="width" value="0.025" units="cm"/>
      <inkml:brushProperty name="height" value="0.025" units="cm"/>
    </inkml:brush>
  </inkml:definitions>
  <inkml:trace contextRef="#ctx0" brushRef="#br0">1 58 4548,'0'0'9561,"8"1"-8621,78-3 260,135-20 1,-60 3-468,-144 19-1344,-12 0-1020,-15-5-1364,-9-6-5211</inkml:trace>
</inkml:ink>
</file>

<file path=ppt/ink/ink2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48.167"/>
    </inkml:context>
    <inkml:brush xml:id="br0">
      <inkml:brushProperty name="width" value="0.025" units="cm"/>
      <inkml:brushProperty name="height" value="0.025" units="cm"/>
    </inkml:brush>
  </inkml:definitions>
  <inkml:trace contextRef="#ctx0" brushRef="#br0">158 108 2306,'0'0'3876,"-2"-7"-3796,-9-22-64,11 28-21,0 1 1,-1-1-1,1 1 1,0-1 0,0 1-1,-1-1 1,1 1-1,-1-1 1,1 1-1,0-1 1,-1 1-1,1 0 1,-1-1-1,1 1 1,-1 0-1,1 0 1,-1-1-1,1 1 1,-1 0-1,1 0 1,-1 0-1,1-1 1,-1 1-1,0 0 1,1 0-1,-1 0 1,1 0-1,-1 0 1,1 0-1,-1 0 1,0 0-1,1 1 1,-1-1-1,1 0 1,-1 0 0,1 0-1,-1 0 1,1 1-1,-1-1 1,1 0-1,-1 1 1,1-1-1,-1 0 1,1 1-1,0-1 1,-1 1-1,0 0 1,-20 20-296,19-19 276,-32 39 92,22-26 376,1-1-1,-2 0 0,-16 14 1,39-63 1264,28-25-2319,-29 47-115,0 0 1,-1-1-1,-1 1 0,0-1 1,9-27-1,-15 51 733,-1 0 1,1 1-1,1-1 0,0 0 1,1 0-1,-1 0 0,2 0 1,5 13-1,2 5 392,-2 4 19,-1 0 0,-1 1 0,-2 0 0,-1 0 0,0 51 1,-4-64-2560</inkml:trace>
</inkml:ink>
</file>

<file path=ppt/ink/ink2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48.399"/>
    </inkml:context>
    <inkml:brush xml:id="br0">
      <inkml:brushProperty name="width" value="0.025" units="cm"/>
      <inkml:brushProperty name="height" value="0.025" units="cm"/>
    </inkml:brush>
  </inkml:definitions>
  <inkml:trace contextRef="#ctx0" brushRef="#br0">1 70 7399,'0'0'8216,"8"-1"-7949,76-15-112,70-10-182,-146 25-27,0 1-514,-1-1 0,0 1 0,1-2 0,-1 1 0,0-1-1,10-4 1,1-8-7503</inkml:trace>
</inkml:ink>
</file>

<file path=ppt/ink/ink2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50.169"/>
    </inkml:context>
    <inkml:brush xml:id="br0">
      <inkml:brushProperty name="width" value="0.025" units="cm"/>
      <inkml:brushProperty name="height" value="0.025" units="cm"/>
    </inkml:brush>
  </inkml:definitions>
  <inkml:trace contextRef="#ctx0" brushRef="#br0">288 1 4260,'0'0'5733,"-7"-1"-4958,3 1-748,0 0 1,1 1-1,-1-1 1,0 1 0,1 0-1,-1 0 1,1 0 0,-1 0-1,1 1 1,-1-1 0,1 1-1,0 0 1,-4 2 0,-43 39 393,47-40-391,-57 60 277,41-41-257,-2-1 0,0 0 0,-30 21 0,51-42-46,0 0 0,0 0-1,0 0 1,0 0 0,0-1 0,0 1 0,0 0 0,0 0 0,0 0-1,0 0 1,0 0 0,0 0 0,0 0 0,0 0 0,0 0 0,0 0-1,0 0 1,0 0 0,0-1 0,0 1 0,0 0 0,0 0 0,0 0-1,0 0 1,0 0 0,-1 0 0,1 0 0,0 0 0,0 0 0,0 0-1,0 0 1,0 0 0,0 0 0,0 0 0,0 0 0,0 0 0,0 0-1,0 0 1,0 0 0,0 0 0,-1 0 0,1 0 0,0 0 0,0 0 0,0 0-1,0 0 1,0 0 0,0 0 0,0 0 0,0 0 0,0 0 0,0 0-1,0 0 1,0 0 0,-1 0 0,1 0 0,0 0 0,0 0 0,5-12 54,10-14-51,-6 15 103,9-14 168,1 0 0,1 1 0,2 1 0,28-24 0,-49 84 849,-4 105 102,2 261-841,-1-384-2743,2-19 2074,-1 1-1,1 0 1,0-1 0,-1 1 0,1-1 0,-1 1 0,1-1-1,-1 1 1,1-1 0,-1 1 0,0-1 0,1 1 0,-1-1-1,0 0 1,1 1 0,-1-1 0,0 0 0,1 0 0,-1 1-1,0-1 1,-1 0 0,-13 2-6771</inkml:trace>
</inkml:ink>
</file>

<file path=ppt/ink/ink2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50.358"/>
    </inkml:context>
    <inkml:brush xml:id="br0">
      <inkml:brushProperty name="width" value="0.025" units="cm"/>
      <inkml:brushProperty name="height" value="0.025" units="cm"/>
    </inkml:brush>
  </inkml:definitions>
  <inkml:trace contextRef="#ctx0" brushRef="#br0">0 95 8136,'0'0'5317,"49"-19"-4517,-13 13-255,8-1-321,14 0-128,4-1-64,6 0-32,5-7-224,-2-9-7111</inkml:trace>
</inkml:ink>
</file>

<file path=ppt/ink/ink2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57.785"/>
    </inkml:context>
    <inkml:brush xml:id="br0">
      <inkml:brushProperty name="width" value="0.025" units="cm"/>
      <inkml:brushProperty name="height" value="0.025" units="cm"/>
    </inkml:brush>
  </inkml:definitions>
  <inkml:trace contextRef="#ctx0" brushRef="#br0">423 0 4965,'0'0'4292,"-7"2"-4105,-55 13 462,1 3 1,-70 32-1,126-48-630,1 1-1,-1 0 0,1 1 1,0-1-1,-1 1 1,2-1-1,-1 1 0,0 0 1,1 1-1,0-1 1,0 1-1,0-1 0,0 1 1,1 0-1,0 0 1,0 0-1,0 0 0,-1 10 1,-3 11 1,1 0 0,-1 41-1,5-51 37,-9 543 862,12-344-561,-2-134-187,1 193 637,-38 295-1,22-483-464,7-47-216,2 1 1,0 45-1,10-84-87,0 0 0,1-1-1,-1 1 1,0-1 0,1 0-1,-1 0 1,8-1 0,165-29 714,-57 7-615,-71 17-544,-18 2 766,56-13-1,-33-5-2033,-48 19 956,0-1 1,0 0-1,-1-1 0,1 1 1,-1-1-1,5-6 1,13-21-6437</inkml:trace>
</inkml:ink>
</file>

<file path=ppt/ink/ink2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58.569"/>
    </inkml:context>
    <inkml:brush xml:id="br0">
      <inkml:brushProperty name="width" value="0.025" units="cm"/>
      <inkml:brushProperty name="height" value="0.025" units="cm"/>
    </inkml:brush>
  </inkml:definitions>
  <inkml:trace contextRef="#ctx0" brushRef="#br0">1 41 7655,'0'0'1564,"9"-4"-1345,0 0-123,0 1 0,0-1 0,0 2 0,1-1 0,-1 1 0,15-1 0,-20 3-77,-1 0-1,1 0 1,-1 0-1,1 1 1,0-1 0,-1 1-1,1 0 1,-1 0-1,0 0 1,1 0 0,-1 1-1,0 0 1,0-1 0,0 1-1,0 0 1,0 0-1,0 1 1,0-1 0,-1 0-1,1 1 1,-1 0-1,0 0 1,0-1 0,3 6-1,-2-2-9,0-1-1,-1 1 1,0 0 0,0 1-1,0-1 1,-1 0-1,0 0 1,0 1-1,-1-1 1,1 1-1,-2-1 1,1 0-1,-1 1 1,1-1 0,-4 10-1,3-11 42,0-1 0,-1 1 0,0-1-1,0 0 1,0 0 0,0 1 0,-1-1 0,1-1 0,-1 1-1,0 0 1,0-1 0,0 1 0,-1-1 0,1 0 0,-1 0-1,0 0 1,0-1 0,0 1 0,0-1 0,0 0 0,-9 3 0,9-9 1506,8-7-1199,7-9-397,5 3 55,1 1-1,20-16 0,-23 21 95,-1 0-1,0-1 1,0-1-1,-1 0 1,10-15-1,-14-10 3780,-12 20-1969,4 18-1895,-1 0 1,1 0 0,0-1-1,-1 1 1,1 0-1,0 0 1,-1-1 0,1 1-1,-1 0 1,1 0-1,0 0 1,-1 0 0,1 0-1,-1-1 1,1 1-1,-1 0 1,1 0 0,-1 0-1,1 0 1,0 0-1,-1 1 1,1-1 0,-1 0-1,1 0 1,-1 0 0,1 0-1,0 0 1,-1 0-1,1 1 1,-1-1 0,1 0-1,0 0 1,-1 1-1,0-1 1,0 3-25,-1-1 0,0 0 0,0 0 0,1 0 0,-1 1 0,1-1 0,0 1 0,0-1 0,0 1 1,0 0-1,0-1 0,0 1 0,1 0 0,-1-1 0,1 1 0,0 0 0,0 3 0,1 50-1,0-50 20,1-1 0,-1 0 1,1 1-1,0-1 0,0 0 0,0 0 0,1 0 1,-1 0-1,1-1 0,1 1 0,-1-1 1,1 1-1,-1-1 0,1 0 0,0-1 0,1 1 1,-1-1-1,1 1 0,-1-1 0,1-1 0,6 4 1,-3-3-381,0 1 0,0-2 1,0 1-1,0-1 1,16 1-1,-16-2-1142,0 0 1,1-1-1,-1-1 0,0 0 1,15-2-1,-1-5-6414</inkml:trace>
</inkml:ink>
</file>

<file path=ppt/ink/ink2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58.743"/>
    </inkml:context>
    <inkml:brush xml:id="br0">
      <inkml:brushProperty name="width" value="0.025" units="cm"/>
      <inkml:brushProperty name="height" value="0.025" units="cm"/>
    </inkml:brush>
  </inkml:definitions>
  <inkml:trace contextRef="#ctx0" brushRef="#br0">1 1 9097,'0'0'5541,"7"54"-4901,-5-33-319,0 3-225,0 1-64,0-1 0,5-4-32,-2-4-320,3-6-2723,-1-8-3171</inkml:trace>
</inkml:ink>
</file>

<file path=ppt/ink/ink2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59.026"/>
    </inkml:context>
    <inkml:brush xml:id="br0">
      <inkml:brushProperty name="width" value="0.025" units="cm"/>
      <inkml:brushProperty name="height" value="0.025" units="cm"/>
    </inkml:brush>
  </inkml:definitions>
  <inkml:trace contextRef="#ctx0" brushRef="#br0">0 121 12748,'0'0'2050,"46"-13"-1986,-19 6 96,4-1 32,8-3-160,0 2 0,1-3-32,1 2 0,-4-4-96,-2-1-2850,-6-6-4261</inkml:trace>
</inkml:ink>
</file>

<file path=ppt/ink/ink2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59.664"/>
    </inkml:context>
    <inkml:brush xml:id="br0">
      <inkml:brushProperty name="width" value="0.025" units="cm"/>
      <inkml:brushProperty name="height" value="0.025" units="cm"/>
    </inkml:brush>
  </inkml:definitions>
  <inkml:trace contextRef="#ctx0" brushRef="#br0">29 0 12844,'0'0'433,"-3"8"-311,-4 23 437,0 1-1,2 0 0,-2 57 0,9 107 334,-2-186-958,3-4 406,1-20-86,4-23-79,1-56-90,-6-131 1,-6 205 647,0 23-43,-3 31-453,6-30-237,1 0 0,-1 0 0,1 0 0,0 0 0,0 0 0,1 0 0,-1 0 0,1 0 0,0-1 0,0 1 0,1-1 0,-1 1 0,1-1 0,0 0 0,0 0 0,1 0 0,-1-1 0,1 1 0,0-1 0,-1 1 0,9 3 0,-9-5-19,0 0 1,1-1 0,0 1 0,-1-1 0,1 0 0,0 0 0,-1 0-1,1 0 1,0-1 0,0 0 0,-1 0 0,1 0 0,0 0 0,0 0 0,0-1-1,-1 1 1,1-1 0,0 0 0,-1-1 0,1 1 0,0 0 0,-1-1-1,0 0 1,1 0 0,-1 0 0,0 0 0,0 0 0,0-1 0,3-3 0,3-4-63,-1-1 1,-1 0 0,12-22-1,-8 13 88,-11 20-5,0 0-1,0 1 1,0-1 0,1 0-1,-1 0 1,0 0-1,0 0 1,0 0 0,0 0-1,0 0 1,0 0-1,0 0 1,0 0 0,0 0-1,0 0 1,0 1-1,0-1 1,1 0 0,-1 0-1,0 0 1,0 0-1,0 0 1,0 0 0,0 0-1,0 0 1,0 0-1,0 0 1,0 0 0,1 0-1,-1 0 1,0 0-1,0 0 1,0 0 0,0 0-1,0 0 1,0 0-1,0 0 1,0 0 0,0-1-1,1 1 1,-1 0-1,0 0 1,-2 16 112,1 0 0,1-1 0,1 1 0,4 29 0,-4-41-189,0 0-1,0 1 1,1-1 0,0 0 0,0 0 0,0-1 0,0 1 0,0 0 0,6 6-1,-6-8-235,1 0 0,-1 1 0,1-1 0,0-1 0,0 1 0,-1 0 0,1-1 0,0 1 0,0-1 0,1 0 0,-1 0 0,0 0 0,0-1 0,6 2 0,12-2-5134</inkml:trace>
</inkml:ink>
</file>

<file path=ppt/ink/ink2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59.851"/>
    </inkml:context>
    <inkml:brush xml:id="br0">
      <inkml:brushProperty name="width" value="0.025" units="cm"/>
      <inkml:brushProperty name="height" value="0.025" units="cm"/>
    </inkml:brush>
  </inkml:definitions>
  <inkml:trace contextRef="#ctx0" brushRef="#br0">0 0 10122,'0'0'3363,"23"47"-2562,-15-28 223,1 4-287,2 3-545,-1 1-160,-6-2-32,-2-6-288,-2-3-5061</inkml:trace>
</inkml:ink>
</file>

<file path=ppt/ink/ink2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00.708"/>
    </inkml:context>
    <inkml:brush xml:id="br0">
      <inkml:brushProperty name="width" value="0.025" units="cm"/>
      <inkml:brushProperty name="height" value="0.025" units="cm"/>
    </inkml:brush>
  </inkml:definitions>
  <inkml:trace contextRef="#ctx0" brushRef="#br0">0 53 9545,'0'0'6128,"10"-2"-6037,-3 0-86,-1 1-1,1 0 1,0 0-1,0 1 1,-1-1-1,1 2 1,0-1 0,0 1-1,-1 0 1,1 0-1,-1 1 1,1 0-1,-1 0 1,1 0-1,-1 1 1,0 0-1,0 0 1,0 1-1,9 7 1,-9-6-6,0 1 0,0 0 0,0 1 0,-1-1 0,-1 1 0,1 0 0,-1 0 0,0 0 0,0 1 0,-1-1 0,0 1 0,3 11 0,-5-15 1,0-1 0,0 1 0,-1 0 0,1-1 0,-1 1 0,1 0 0,-1-1 0,-1 1 0,1 0 1,0-1-1,-1 1 0,0-1 0,1 1 0,-1-1 0,-1 1 0,1-1 0,-1 1 0,1-1 0,-1 0 0,0 0 0,0 0 1,0 0-1,0 0 0,-1 0 0,1-1 0,-1 1 0,0-1 0,0 1 0,0-1 0,-3 2 0,-14 1 21,14-15 62,6 7-75,0 1 0,0-1 0,1 0-1,0 1 1,-1-1 0,1 1 0,0-1 0,0 0-1,0 1 1,1 0 0,2-5 0,14-15-3,0 0 1,34-30-1,-34 36 7,-1-1 0,0 0-1,-2-2 1,20-28 0,-34 46 50,0 1 1,-1-1-1,1 0 1,-1 0 0,1 1-1,-1-1 1,1 0 0,-1 0-1,1 1 1,-1-1-1,0 0 1,1 0 0,-1 0-1,0 0 1,0 0 0,0 1-1,1-1 1,-1 0-1,0 0 1,0 0 0,-1 0-1,1 0 1,0 0 0,0 0-1,0 0 1,0 1-1,-1-1 1,1 0 0,0 0-1,-1 0 1,1 1 0,-1-1-1,1 0 1,-2-1-1,1 2-1,0 0 0,0 0 0,0 0-1,0 0 1,0 0 0,0 0-1,0 0 1,0 1 0,0-1 0,0 0-1,0 1 1,0-1 0,0 1-1,0-1 1,0 1 0,0-1-1,0 1 1,0 0 0,0-1 0,0 1-1,1 0 1,-1 0 0,0 0-1,1-1 1,-1 1 0,1 0 0,-2 2-1,-1 1-9,0 1-1,1-1 0,-1 1 1,1 0-1,0 0 0,0 0 0,1 0 1,-1 0-1,1 1 0,0-1 1,0 0-1,1 0 0,0 1 1,0-1-1,0 0 0,1 1 1,-1-1-1,1 0 0,0 0 1,1 1-1,-1-1 0,1 0 1,0 0-1,1 0 0,-1-1 0,5 8 1,1-1-415,-1-1 0,1 0 1,19 18-1,33 21-7969,-51-42 3096</inkml:trace>
</inkml:ink>
</file>

<file path=ppt/ink/ink2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01.004"/>
    </inkml:context>
    <inkml:brush xml:id="br0">
      <inkml:brushProperty name="width" value="0.025" units="cm"/>
      <inkml:brushProperty name="height" value="0.025" units="cm"/>
    </inkml:brush>
  </inkml:definitions>
  <inkml:trace contextRef="#ctx0" brushRef="#br0">0 64 7335,'0'0'4377,"8"-7"-3095,1-1-1035,0 1 0,0 1-1,1 0 1,-1 0 0,1 1 0,15-5 0,-23 8-226,1 1 0,-1 0 0,1 0-1,-1 0 1,1 0 0,0 1 0,0-1 0,-1 1-1,1 0 1,0 0 0,0 0 0,-1 0 0,1 0-1,0 0 1,0 1 0,-1-1 0,1 1 0,0 0 0,-1 0-1,1 0 1,0 0 0,-1 0 0,0 0 0,1 1-1,-1 0 1,0-1 0,0 1 0,1 0 0,-1 0-1,-1 0 1,1 0 0,0 0 0,0 0 0,-1 1-1,0-1 1,3 5 0,-2-2-21,0 0 0,-1 0-1,0 0 1,0 1 0,0-1 0,0 0 0,-1 0-1,0 1 1,0-1 0,0 0 0,-1 0 0,1 1-1,-3 7 1,-2 1-17,-1 1 1,0-1-1,-10 16 0,12-21 2,4-9 14,0 0 1,-1 1 0,1-1 0,0 0 0,0 1 0,0-1 0,-1 0 0,1 1-1,0-1 1,0 0 0,0 1 0,0-1 0,0 1 0,0-1 0,0 0 0,0 1 0,0-1-1,0 0 1,0 1 0,0-1 0,0 1 0,0-1 0,0 0 0,0 1 0,0-1-1,1 0 1,-1 1 0,0-1 0,0 0 0,0 1 0,1-1 0,-1 0 0,0 0-1,0 1 1,1-1 0,-1 0 0,0 0 0,0 1 0,1-1 0,-1 0 0,0 0-1,1 0 1,-1 1 0,0-1 0,1 0 0,0 0 0,26 1 8,28-14 11,-12-2-271,-20 8-701,1-1 0,-1-2-1,-1 0 1,30-19 0,-32 15-5133</inkml:trace>
</inkml:ink>
</file>

<file path=ppt/ink/ink2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01.240"/>
    </inkml:context>
    <inkml:brush xml:id="br0">
      <inkml:brushProperty name="width" value="0.025" units="cm"/>
      <inkml:brushProperty name="height" value="0.025" units="cm"/>
    </inkml:brush>
  </inkml:definitions>
  <inkml:trace contextRef="#ctx0" brushRef="#br0">1 163 10410,'0'0'2979,"63"-35"-2563,-26 20 65,9-4 31,6 0-288,0 0-160,-1 3-32,-3 3-32,-8 1-192,-7-3-4516</inkml:trace>
</inkml:ink>
</file>

<file path=ppt/ink/ink2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01.894"/>
    </inkml:context>
    <inkml:brush xml:id="br0">
      <inkml:brushProperty name="width" value="0.025" units="cm"/>
      <inkml:brushProperty name="height" value="0.025" units="cm"/>
    </inkml:brush>
  </inkml:definitions>
  <inkml:trace contextRef="#ctx0" brushRef="#br0">1 54 12908,'0'0'112,"1"11"-16,9 58 1233,9 65 911,2 150 0,-23-327-1666,-12-63 0,-1-7-244,12 35-314,3 43-7,-1 0 0,-13-63 0,17 137-139,-4-33 130,1 0 1,0-1-1,1 1 0,-1-1 0,1 1 0,0-1 1,3 9-1,-2-9 2,-1 0 0,1-1 0,0 0 0,1 1 0,-1-1 0,1 0 1,0 0-1,0 0 0,0 0 0,1-1 0,-1 1 0,1-1 0,0 0 0,0 0 0,0 0 0,7 3 1,-7-5-4,-1 0 0,0-1 1,0 1-1,1-1 1,-1 0-1,0 0 1,0 0-1,1 0 1,-1-1-1,0 1 0,0-1 1,1 0-1,-1 0 1,0 0-1,0 0 1,0 0-1,0-1 1,0 0-1,-1 1 1,1-1-1,0 0 0,-1 0 1,1 0-1,-1-1 1,4-4-1,3-1 4,-1-2-1,0 1 1,-1-1-1,0 0 1,0-1-1,-1 0 1,-1 0-1,0 0 1,0-1-1,-1 1 1,0-1-1,-1 0 1,-1 0-1,2-14 1,-4 25 13,0 33-75,0-19 115,1 0 0,0 1 0,0-1 0,2 0 1,0 0-1,0 0 0,9 22 0,-8-28-265,0 0-1,0 0 1,0-1 0,0 1-1,1-1 1,6 6 0,-5-7-690,-1 0 0,1-1 1,-1 1-1,1-1 1,0-1-1,1 1 0,9 3 1,-3-3-3389,-1-3 0</inkml:trace>
</inkml:ink>
</file>

<file path=ppt/ink/ink2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02.158"/>
    </inkml:context>
    <inkml:brush xml:id="br0">
      <inkml:brushProperty name="width" value="0.025" units="cm"/>
      <inkml:brushProperty name="height" value="0.025" units="cm"/>
    </inkml:brush>
  </inkml:definitions>
  <inkml:trace contextRef="#ctx0" brushRef="#br0">1 46 2530,'0'0'5777,"8"-7"-4224,0 2-1144,-1 0 0,1 0 1,0 1-1,1 0 0,-1 0 0,1 1 1,13-4-1,-20 7-367,0-1 1,0 1-1,0 0 0,1-1 1,-1 1-1,0 0 0,0 0 1,0 0-1,0 1 0,0-1 1,0 0-1,1 1 0,-1 0 0,0-1 1,0 1-1,0 0 0,-1 0 1,1 0-1,0 0 0,0 0 1,0 0-1,-1 1 0,1-1 1,-1 1-1,1-1 0,-1 1 1,1 0-1,-1-1 0,0 1 1,0 0-1,0 0 0,0 0 1,0 0-1,0 0 0,0 0 1,-1 0-1,1 0 0,-1 0 1,0 0-1,1 0 0,-1 0 1,0 0-1,0 1 0,0-1 1,-1 2-1,1 1-40,0-1 0,0 0 1,0 1-1,-1-1 0,0 1 0,1-1 1,-2 1-1,1-1 0,0 0 0,-1 0 1,0 0-1,0 0 0,-5 7 0,0-2 5,0-1 0,-1 0 0,0 0 0,-10 7 0,-2 1-4,53-13 24,-11-5-307,1 0-1,0-1 1,0-1 0,-1-1 0,41-16-1,-24 6-3509</inkml:trace>
</inkml:ink>
</file>

<file path=ppt/ink/ink2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03.013"/>
    </inkml:context>
    <inkml:brush xml:id="br0">
      <inkml:brushProperty name="width" value="0.025" units="cm"/>
      <inkml:brushProperty name="height" value="0.025" units="cm"/>
    </inkml:brush>
  </inkml:definitions>
  <inkml:trace contextRef="#ctx0" brushRef="#br0">1 88 8456,'0'0'3224,"10"-4"-3010,49-13 10,1 3 0,1 3 0,79-6 0,-65 8-127,-35 4 7,-22 1-39,1 1-1,-1 1 1,1 1-1,0 1 0,0 0 1,25 5-1,-41-4-61,1 0 1,-1 1-1,0 0 1,0 0-1,0 0 0,0 0 1,0 0-1,0 0 1,0 1-1,-1-1 0,1 1 1,-1 0-1,0 0 0,0 0 1,0 0-1,0 0 1,0 1-1,-1-1 0,1 0 1,-1 1-1,0-1 1,0 1-1,1 6 0,1 10 15,0 0 0,0 41 0,-3-49-14,-3 303 227,11 207 66,17-287-281,29 524 80,-50-464 1437,-4-293-1462,-1 0 0,0-1 1,1 1-1,-1-1 1,0 1-1,0-1 0,0 0 1,0 1-1,0-1 0,0 0 1,-1 0-1,1 0 1,0 0-1,-1 0 0,1 0 1,-1 0-1,1 0 1,-1 0-1,1-1 0,-1 1 1,1 0-1,-4 0 1,-44 13 968,41-12-946,-92 19 55,-1-5 0,-1-4 1,-152-1-1,203-15-2332,11-13-2942</inkml:trace>
</inkml:ink>
</file>

<file path=ppt/ink/ink2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04.869"/>
    </inkml:context>
    <inkml:brush xml:id="br0">
      <inkml:brushProperty name="width" value="0.025" units="cm"/>
      <inkml:brushProperty name="height" value="0.025" units="cm"/>
    </inkml:brush>
  </inkml:definitions>
  <inkml:trace contextRef="#ctx0" brushRef="#br0">1 61 11627,'0'0'897,"44"-29"-353,-17 16-448,6 5-31,2 3-33,3 1 32,1 3 32,-5 1-96,-4 0 32,-5 0-32,-7 1 0,-9 7-32,-9 0-2082,0 2-1217,-18 1-33</inkml:trace>
</inkml:ink>
</file>

<file path=ppt/ink/ink2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05.010"/>
    </inkml:context>
    <inkml:brush xml:id="br0">
      <inkml:brushProperty name="width" value="0.025" units="cm"/>
      <inkml:brushProperty name="height" value="0.025" units="cm"/>
    </inkml:brush>
  </inkml:definitions>
  <inkml:trace contextRef="#ctx0" brushRef="#br0">45 6 3299,'0'0'3459,"-45"28"-2562,45-22 256,10-5-608,14 2 63,11-3-127,9 0-193,12-2-192,8-6-32,9-7-64,6-3-3363</inkml:trace>
</inkml:ink>
</file>

<file path=ppt/ink/ink2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05.508"/>
    </inkml:context>
    <inkml:brush xml:id="br0">
      <inkml:brushProperty name="width" value="0.025" units="cm"/>
      <inkml:brushProperty name="height" value="0.025" units="cm"/>
    </inkml:brush>
  </inkml:definitions>
  <inkml:trace contextRef="#ctx0" brushRef="#br0">323 287 12684,'-9'-3'678,"-1"-1"-536,-2 1 1,1 0-1,0 0 1,-1 1-1,1 1 0,-1 0 1,1 1-1,-1 0 0,0 1 1,1 0-1,-1 1 1,1 0-1,0 0 0,-1 1 1,-18 9-1,23-9-118,0 0 0,0 0 0,1 1 0,-1 0 1,1 1-1,0 0 0,0 0 0,0 0 0,0 0 0,1 1 0,0 0 0,1 0 0,-1 0 0,1 1 0,0 0 0,1-1 0,-1 1 0,1 1 1,1-1-1,-1 0 0,1 1 0,1-1 0,-1 1 0,1 0 0,0 12 0,2-16-34,-1 0 0,1 0 0,0 0 0,0 0 0,0 0 0,0 0 0,1-1 0,-1 1 0,1 0 0,0-1 0,0 1 0,1-1 0,-1 0 0,1 0 0,-1 1-1,1-2 1,0 1 0,0 0 0,0-1 0,1 1 0,-1-1 0,1 0 0,-1 0 0,1 0 0,0-1 0,-1 1 0,1-1 0,0 0 0,0 0 0,0 0 0,0-1 0,0 1 0,0-1 0,0 0 0,1 0 0,-1 0 0,0-1 0,0 0 0,0 1 0,0-1 0,0-1 0,-1 1 0,1 0-1,0-1 1,-1 0 0,1 0 0,-1 0 0,1 0 0,5-6 0,-1-1-1,0 0-1,-1-1 1,0 0-1,-1-1 0,0 1 1,0-1-1,-1 0 1,0 0-1,-1-1 0,-1 0 1,0 1-1,3-22 1,-2-3-72,-1 1 1,-2-1-1,-4-38 1,2 58 154,0-1-1,-1 0 1,-1 1 0,-1-1 0,-1 1-1,0 0 1,0 0 0,-14-25 0,19 41-56,0-1 0,0 1 0,-1 0 0,1 0 0,0-1 0,0 1 0,0 0 0,0 0 0,0-1 1,0 1-1,0 0 0,0 0 0,-1-1 0,1 1 0,0 0 0,0 0 0,0 0 0,0-1 0,-1 1 0,1 0 0,0 0 1,0 0-1,-1 0 0,1 0 0,0 0 0,0-1 0,0 1 0,-1 0 0,1 0 0,0 0 0,0 0 0,-1 0 0,1 0 0,0 0 1,0 0-1,-1 0 0,1 0 0,0 0 0,0 0 0,-1 0 0,1 0 0,0 0 0,0 0 0,-1 1 0,1-1 0,0 0 1,0 0-1,-1 0 0,1 0 0,-4 17 103,5 26-124,2-21 50,0 1 1,2-1-1,1 0 0,1 0 0,1 0 1,0-1-1,2-1 0,20 34 1,6 0-1014,75 90 1,-82-113-2994,-2-10-3716</inkml:trace>
</inkml:ink>
</file>

<file path=ppt/ink/ink2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05.992"/>
    </inkml:context>
    <inkml:brush xml:id="br0">
      <inkml:brushProperty name="width" value="0.025" units="cm"/>
      <inkml:brushProperty name="height" value="0.025" units="cm"/>
    </inkml:brush>
  </inkml:definitions>
  <inkml:trace contextRef="#ctx0" brushRef="#br0">0 60 10762,'0'0'304,"6"-7"487,22-27 137,-27 33-902,0 0 0,0-1-1,0 1 1,0 0 0,0 0-1,1-1 1,-1 1 0,0 0-1,1 0 1,-1 0 0,0 1-1,1-1 1,0 0 0,-1 0-1,1 1 1,-1-1 0,1 1-1,0 0 1,-1-1 0,1 1-1,0 0 1,-1 0 0,1 0-1,0 0 1,-1 0 0,1 0-1,0 1 1,-1-1 0,1 0-1,0 1 1,-1 0 0,1-1-1,-1 1 1,1 0 0,-1 0-1,1-1 1,-1 1 0,1 0-1,-1 1 1,0-1 0,2 2-1,0 1-19,0 0 0,0 0 0,-1 0 0,1 0 0,-1 1-1,0-1 1,0 1 0,-1 0 0,1-1 0,-1 1-1,1 9 1,-1-7 0,0-1-1,-1 1 1,0 0-1,0 0 1,-1-1 0,1 1-1,-2 0 1,1-1-1,-1 1 1,0-1-1,0 1 1,-1-1 0,1 0-1,-2 0 1,1 0-1,0 0 1,-1-1-1,0 1 1,-1-1 0,1 0-1,-1 0 1,-5 4-1,68-20 1250,195-36-1762,-174 28-1970</inkml:trace>
</inkml:ink>
</file>

<file path=ppt/ink/ink2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08.942"/>
    </inkml:context>
    <inkml:brush xml:id="br0">
      <inkml:brushProperty name="width" value="0.025" units="cm"/>
      <inkml:brushProperty name="height" value="0.025" units="cm"/>
    </inkml:brush>
  </inkml:definitions>
  <inkml:trace contextRef="#ctx0" brushRef="#br0">0 64 5445,'0'0'9871,"8"-3"-9823,0-1-45,1 2 0,0-1 0,-1 1 0,1 0 0,0 1-1,17-1 1,-21 2-2,1 0 0,-1 0 1,0 1-1,1 0 0,-1 0 0,0 0 0,0 1 0,0-1 0,0 1 0,0 0 0,0 1 0,0-1 0,-1 1 0,1 0 0,4 4 0,-5-2-6,1-1-1,0 1 1,-1 0-1,0 1 0,0-1 1,-1 1-1,1 0 1,-1-1-1,0 2 1,-1-1-1,1 0 1,-1 0-1,-1 1 0,1-1 1,-1 1-1,0-1 1,-1 1-1,1 0 1,-1-1-1,0 1 0,-1 0 1,-2 8-1,1-5 23,0-1 0,-2 0 1,1 0-1,-1 0 0,0 0 0,-1-1 0,0 1 0,0-1 0,-1 0 0,0-1 0,0 0 0,-1 0 0,0 0 0,-13 10 0,20-17-11,-1 1 1,1 0-1,-1-1 0,0 1 0,1-1 0,-1 1 0,1-1 0,-1 1 0,0-1 0,1 1 1,-1-1-1,0 0 0,0 1 0,1-1 0,-1 0 0,0 0 0,0 0 0,1 1 0,-1-1 0,0 0 1,0 0-1,0 0 0,1 0 0,-1 0 0,0 0 0,0-1 0,0 1 0,0 0 0,2-20 198,20-29-94,24-23-80,-28 48-13,-2 0-1,0-1 0,-2-1 1,0 0-1,14-47 1,-22 52 1125,-8 33 72,-7 37-698,9-26-488,1 0 1,1 0 0,0-1-1,2 1 1,6 24 0,-7-38-121,1 0 0,-1 0-1,2 0 1,-1-1 0,1 1 0,0-1 0,1 0-1,0 0 1,0-1 0,1 1 0,0-1 0,0 0 0,1-1-1,0 0 1,10 8 0,-14-12-563,0-1 0,1 1 1,-1-1-1,0 1 0,1-1 0,-1 0 0,0 0 0,1-1 1,0 1-1,-1-1 0,4 0 0,13 0-6418</inkml:trace>
</inkml:ink>
</file>

<file path=ppt/ink/ink2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09.114"/>
    </inkml:context>
    <inkml:brush xml:id="br0">
      <inkml:brushProperty name="width" value="0.025" units="cm"/>
      <inkml:brushProperty name="height" value="0.025" units="cm"/>
    </inkml:brush>
  </inkml:definitions>
  <inkml:trace contextRef="#ctx0" brushRef="#br0">0 1 6919,'0'0'1121,"9"47"160,-5-24 0,-3 1-672,4 4 704,0-1-1153,1 1-160,1-1 0,0-6-160,1-8-3139,-1-7-4196</inkml:trace>
</inkml:ink>
</file>

<file path=ppt/ink/ink2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09.378"/>
    </inkml:context>
    <inkml:brush xml:id="br0">
      <inkml:brushProperty name="width" value="0.025" units="cm"/>
      <inkml:brushProperty name="height" value="0.025" units="cm"/>
    </inkml:brush>
  </inkml:definitions>
  <inkml:trace contextRef="#ctx0" brushRef="#br0">0 26 13965,'0'0'1794,"53"1"-1826,-24-1 64,2 0 0,4 0-64,0-11-64,1-4-4420</inkml:trace>
</inkml:ink>
</file>

<file path=ppt/ink/ink2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10.174"/>
    </inkml:context>
    <inkml:brush xml:id="br0">
      <inkml:brushProperty name="width" value="0.025" units="cm"/>
      <inkml:brushProperty name="height" value="0.025" units="cm"/>
    </inkml:brush>
  </inkml:definitions>
  <inkml:trace contextRef="#ctx0" brushRef="#br0">20 0 9673,'0'0'4025,"-4"13"-3576,0-1-294,1 0 0,0 1 1,1-1-1,0 1 0,1-1 1,1 1-1,0 0 0,0-1 0,1 1 1,5 20-1,36 109 840,-24-90-898,-3 0 0,16 106 1,-65-308 505,17 30-582,-21-101 75,42 237-94,1 0 1,0-1-1,1 1 0,11 19 0,-15-31-2,0 0 0,0-1 1,0 1-1,1-1 0,-1 0 0,1 0 1,0 0-1,0 0 0,0 0 0,0-1 0,0 1 1,1-1-1,-1 0 0,1 0 0,0 0 0,-1 0 1,1-1-1,0 1 0,0-1 0,0 0 0,0 0 1,0-1-1,0 1 0,7-1 0,-7-1 4,0 0 1,0 0-1,-1-1 0,1 1 0,-1-1 0,1 0 0,-1 0 0,0-1 0,1 1 1,-1 0-1,0-1 0,-1 0 0,1 0 0,0 0 0,-1 0 0,0 0 1,0 0-1,0-1 0,0 1 0,0-1 0,2-6 0,1-3 3,0 0-1,-1 0 0,0 0 1,3-27-1,-7 6 55,-3 31 43,-1 20-45,3-9-42,0 0 0,0 0 0,1 0 0,0 0 0,1-1 0,0 1 0,0 0 0,0 0-1,1-1 1,0 1 0,1-1 0,0 1 0,0-1 0,0 0 0,1 0 0,0 0 0,1-1 0,-1 0 0,1 1 0,1-1-1,-1-1 1,1 1 0,0-1 0,6 5 0,-5-6-236,0-1-1,-1 1 1,1-1-1,0 0 1,1-1-1,-1 1 1,0-2-1,1 1 1,-1-1-1,9 1 1,11-2-3571,-2 0-1671</inkml:trace>
</inkml:ink>
</file>

<file path=ppt/ink/ink2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10.346"/>
    </inkml:context>
    <inkml:brush xml:id="br0">
      <inkml:brushProperty name="width" value="0.025" units="cm"/>
      <inkml:brushProperty name="height" value="0.025" units="cm"/>
    </inkml:brush>
  </inkml:definitions>
  <inkml:trace contextRef="#ctx0" brushRef="#br0">0 0 9577,'0'0'2242,"22"46"-512,-17-29-769,-1 5-545,3-1-288,-2 2-96,-1 2-32,2-3-32,0-3-32,-1-7-3107,0-8-2146</inkml:trace>
</inkml:ink>
</file>

<file path=ppt/ink/ink2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11.426"/>
    </inkml:context>
    <inkml:brush xml:id="br0">
      <inkml:brushProperty name="width" value="0.025" units="cm"/>
      <inkml:brushProperty name="height" value="0.025" units="cm"/>
    </inkml:brush>
  </inkml:definitions>
  <inkml:trace contextRef="#ctx0" brushRef="#br0">0 70 11179,'0'0'320,"1"-7"534,0 3-789,-1 1 3,0 1-1,0 0 1,0-1 0,0 1-1,1 0 1,-1-1 0,1 1-1,0 0 1,0-1 0,-1 1-1,1 0 1,1 0-1,-1 0 1,0 0 0,0 0-1,1 0 1,-1 0 0,1 0-1,0 1 1,0-1 0,-1 0-1,1 1 1,0 0 0,0-1-1,0 1 1,0 0-1,1 0 1,-1 0 0,0 0-1,0 0 1,1 1 0,-1-1-1,4 0 1,1 1-63,0 1 0,0-1-1,0 1 1,-1 0 0,1 0 0,0 1 0,-1 0-1,1 0 1,-1 1 0,0 0 0,0 0 0,0 0 0,0 1-1,0 0 1,-1 0 0,1 0 0,-1 1 0,0-1-1,0 1 1,-1 0 0,0 1 0,0-1 0,5 10-1,-3-6-6,-1 1 0,-1 0-1,0 0 1,0 0 0,-1 0-1,0 0 1,-1 0 0,0 1-1,-1 0 1,0-1-1,-1 1 1,0 0 0,0-1-1,-4 20 1,2-24 2,0 0 0,-1 1 0,0-1 0,0 0 0,0-1 0,-1 1 0,0 0 0,-7 7 0,10-11 0,0-1 0,-1 1 0,1 0 0,-1 0 1,0-1-1,0 1 0,1-1 0,-1 1 0,0-1 1,0 0-1,-1 1 0,1-1 0,0-1 0,0 1 1,0 0-1,-1 0 0,1-1 0,0 1 0,-1-1 1,1 0-1,0 0 0,-1 1 0,1-2 1,0 1-1,-1 0 0,1 0 0,-3-2 0,4 2 3,0-1-1,0 0 0,0 0 1,1 0-1,-1 0 0,0 0 1,1 0-1,-1 0 0,1 0 1,-1-1-1,1 1 0,-1 0 1,1 0-1,0 0 0,0-1 1,-1 1-1,1 0 0,0 0 1,0 0-1,0-1 0,0 1 1,1 0-1,-1 0 0,0-1 1,0 1-1,1 0 0,-1 0 1,1 0-1,-1 0 0,1 0 1,1-2-1,19-36-13,46-36 4,-53 62 17,0-1 0,-1-1 0,-1 0 1,0 0-1,-1-1 0,11-23 0,-21 38 75,0 0-1,-1 0 0,1 1 1,-1-1-1,0 0 0,1 0 1,-1 0-1,0 0 0,1 0 0,-1 0 1,0 0-1,0 0 0,0 0 1,0 0-1,0 0 0,0 0 1,0 0-1,0 0 0,-1 0 0,1 0 1,0 0-1,-1 0 0,1 0 1,-1-1-1,0 1-28,0 1 0,1 0 0,-1-1 0,0 1 0,0 0 0,0 0 0,0-1 0,0 1 0,0 0 1,1 0-1,-1 0 0,0 0 0,0 0 0,0 0 0,0 0 0,0 0 0,0 1 0,0-1 0,0 0 0,-1 1 0,-2 1 32,0-1-1,-1 1 0,1 0 1,0 1-1,1-1 1,-1 1-1,0-1 0,1 1 1,-7 7-1,7-6-73,1 0 1,0 0-1,0 1 0,1-1 0,-1 1 1,1 0-1,0-1 0,0 1 0,0 0 1,1 0-1,0-1 0,0 1 0,0 0 1,0 0-1,1 0 0,0-1 0,0 1 1,0 0-1,1-1 0,-1 1 0,1-1 1,0 1-1,0-1 0,1 0 0,-1 0 1,1 0-1,0 0 0,5 5 0,0 1-382,2 0-1,-1 0 0,20 15 0,31 12-5285,-30-26 231</inkml:trace>
</inkml:ink>
</file>

<file path=ppt/ink/ink2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11.691"/>
    </inkml:context>
    <inkml:brush xml:id="br0">
      <inkml:brushProperty name="width" value="0.025" units="cm"/>
      <inkml:brushProperty name="height" value="0.025" units="cm"/>
    </inkml:brush>
  </inkml:definitions>
  <inkml:trace contextRef="#ctx0" brushRef="#br0">1 66 9769,'0'0'4041,"3"-9"-2823,15-27-407,-18 35-782,0 0 1,1 0-1,0-1 0,-1 1 0,1 0 1,-1 0-1,1 0 0,0 0 0,0 0 1,0 0-1,0 0 0,-1 1 1,1-1-1,0 0 0,0 0 0,1 1 1,-1-1-1,0 0 0,0 1 0,0-1 1,0 1-1,1 0 0,-1-1 1,0 1-1,0 0 0,0 0 0,1 0 1,-1 0-1,0 0 0,1 0 1,-1 0-1,0 0 0,0 0 0,1 0 1,-1 1-1,0-1 0,0 1 0,0-1 1,0 1-1,1-1 0,-1 1 1,0 0-1,1 1 0,1 0-19,0 1-1,0 0 1,0 0-1,-1 0 1,1 0-1,-1 0 1,0 1 0,0-1-1,0 1 1,2 6-1,-2-2-15,0 0 0,0 0-1,-1 0 1,0 0 0,-1 1 0,0-1-1,0 0 1,-1 0 0,0 1-1,0-1 1,-5 14 0,0-5-371,-1-1 0,0 0 1,-2 0-1,-12 20 0,21-36 374,0 0 0,1 1-1,-1-1 1,0 0 0,1 0-1,-1 1 1,1-1 0,-1 0 0,1 0-1,-1 0 1,0 1 0,1-1 0,-1 0-1,1 0 1,-1 0 0,1 0-1,-1 0 1,1 0 0,-1 0 0,1 0-1,-1 0 1,1 0 0,-1 0 0,1-1-1,-1 1 1,0 0 0,1 0-1,-1 0 1,1 0 0,-1-1 0,1 1-1,-1 0 1,0 0 0,1-1-1,23-7-14,40-22-1816,0-1-3304,-29 12 621</inkml:trace>
</inkml:ink>
</file>

<file path=ppt/ink/ink2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11.928"/>
    </inkml:context>
    <inkml:brush xml:id="br0">
      <inkml:brushProperty name="width" value="0.025" units="cm"/>
      <inkml:brushProperty name="height" value="0.025" units="cm"/>
    </inkml:brush>
  </inkml:definitions>
  <inkml:trace contextRef="#ctx0" brushRef="#br0">0 141 10570,'0'0'2594,"68"-26"-2177,-32 15-65,9-1 161,5-2-161,2 2-352,-3-2 32,-2 1-64,-4-4-1570,-9-4-3330</inkml:trace>
</inkml:ink>
</file>

<file path=ppt/ink/ink2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12.493"/>
    </inkml:context>
    <inkml:brush xml:id="br0">
      <inkml:brushProperty name="width" value="0.025" units="cm"/>
      <inkml:brushProperty name="height" value="0.025" units="cm"/>
    </inkml:brush>
  </inkml:definitions>
  <inkml:trace contextRef="#ctx0" brushRef="#br0">47 42 14446,'1'8'-32,"30"193"1747,-18-139-1235,-3 0 0,3 100 0,-14-176-446,-1 1 0,0-1 0,-8-22 0,-2-14-26,1-22-9,6 34 22,-1 0-1,-2 1 0,-2 0 1,-20-53-1,30 89-12,0 1 0,0-1 0,0 1 0,0 0-1,-1-1 1,1 1 0,0-1 0,0 1 0,0-1 0,0 1 0,-1-1-1,1 1 1,0-1 0,0 1 0,-1 0 0,1-1 0,0 1-1,0 0 1,-1-1 0,1 1 0,-1 0 0,1-1 0,0 1 0,-1 0-1,1 0 1,-1-1 0,1 1 0,-1 0 0,1 0 0,0 0-1,-1 0 1,1 0 0,-1-1 0,1 1 0,-1 0 0,0 0 0,-4 18 109,4 29 46,1-44-152,0 0 0,0 0 0,1 0-1,-1 0 1,1 0 0,0 1 0,0-1-1,0 0 1,0 0 0,0-1 0,1 1-1,-1 0 1,1 0 0,0-1-1,0 1 1,0-1 0,0 1 0,0-1-1,0 0 1,1 0 0,-1 0 0,1 0-1,0 0 1,-1 0 0,1-1 0,0 0-1,0 1 1,0-1 0,0 0 0,0 0-1,0-1 1,5 2 0,-2-2-7,-1 0 1,1 0 0,-1 0-1,0-1 1,1 1 0,-1-1-1,0-1 1,0 1 0,1-1-1,-1 0 1,0 0 0,-1 0-1,1-1 1,0 0 0,-1 0-1,1 0 1,-1 0 0,7-7-1,-4 3-28,-1-1 0,1 0 0,-1-1 0,0 0 0,-1 0 0,0 0 0,-1 0 0,0-1 0,0 1 0,-1-1 0,0 0 0,0 0 0,-2 0 0,1-1 0,-1 1 0,0 0 0,-2-11 0,1 20 24,0 1-1,0 0 1,0 0 0,0-1 0,0 1-1,0 0 1,0-1 0,0 1-1,0 0 1,0-1 0,0 1 0,0 0-1,-1-1 1,1 1 0,0 0-1,0 0 1,0-1 0,0 1 0,-1 0-1,1 0 1,0-1 0,0 1-1,-1 0 1,1 0 0,0 0 0,0-1-1,-1 1 1,1 0 0,0 0-1,-1 0 1,1 0 0,0 0 0,-1 0-1,1 0 1,0 0 0,0 0-1,-1 0 1,1 0 0,0 0 0,-1 0-1,1 0 1,0 0 0,-1 0-1,1 0 1,0 0 0,-1 0 0,1 0-1,0 0 1,-1 0 0,1 1-1,-11 13-21,10-5-3,1 1 0,0-1 0,0 0 0,1 1 0,0-1-1,0 1 1,1-1 0,1 0 0,-1 0 0,2 0 0,-1 0 0,1-1 0,0 1 0,1-1 0,0 0 0,8 10 0,-5-8-1846,1 1-1,1-1 1,14 12-1,-5-6-4859</inkml:trace>
</inkml:ink>
</file>

<file path=ppt/ink/ink2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12.758"/>
    </inkml:context>
    <inkml:brush xml:id="br0">
      <inkml:brushProperty name="width" value="0.025" units="cm"/>
      <inkml:brushProperty name="height" value="0.025" units="cm"/>
    </inkml:brush>
  </inkml:definitions>
  <inkml:trace contextRef="#ctx0" brushRef="#br0">0 19 9801,'0'0'2659,"8"-4"-1896,-4 2-799,33-11 1257,-36 13-1194,0 0 1,0 0 0,0 0-1,0 0 1,1 1 0,-1-1-1,0 0 1,0 0 0,0 1 0,0-1-1,0 0 1,0 1 0,0-1-1,0 1 1,0-1 0,0 1-1,0 0 1,0 0 0,0-1-1,0 1 1,0 0 0,-1 0 0,1 0-1,0 0 1,-1 0 0,1 0-1,0 0 1,-1 0 0,1 0-1,-1 0 1,0 0 0,1 0-1,-1 0 1,0 0 0,0 0 0,0 1-1,1 1 1,-1 5-21,0 1 0,0-1 0,0 0-1,-1 1 1,0-1 0,-1 0 0,0 0 0,0 0 0,-1 0 0,0 0 0,0 0-1,-6 9 1,4-5-288,-1 0 0,2 0 0,-7 23-1,12-34 273,-1-1 0,0 1 0,1 0 0,-1-1-1,0 1 1,1 0 0,-1-1 0,1 1-1,-1-1 1,1 1 0,-1-1 0,1 1 0,-1-1-1,1 0 1,0 1 0,-1-1 0,1 0 0,0 1-1,-1-1 1,1 0 0,0 0 0,-1 0 0,1 1-1,0-1 1,-1 0 0,1 0 0,0 0 0,-1 0-1,1 0 1,0 0 0,0 0 0,-1-1 0,1 1-1,0 0 1,-1 0 0,1 0 0,1-1 0,33-6-165,4-6-2580,66-31-1,-67 26-1921</inkml:trace>
</inkml:ink>
</file>

<file path=ppt/ink/ink2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13.294"/>
    </inkml:context>
    <inkml:brush xml:id="br0">
      <inkml:brushProperty name="width" value="0.025" units="cm"/>
      <inkml:brushProperty name="height" value="0.025" units="cm"/>
    </inkml:brush>
  </inkml:definitions>
  <inkml:trace contextRef="#ctx0" brushRef="#br0">0 35 11435,'0'0'5952,"7"-6"-5861,-3 3-90,1-1 1,-1 2 0,0-1-1,1 0 1,0 1-1,0 0 1,-1 0 0,1 0-1,0 1 1,1 0-1,-1 0 1,0 0-1,0 0 1,0 1 0,0 0-1,1 0 1,-1 0-1,0 1 1,0 0 0,0 0-1,1 0 1,-1 0-1,0 1 1,-1 0-1,1 0 1,8 5 0,-2-1 0,-1 1 0,0 0 0,0 1 0,0 0 0,-1 0 1,0 1-1,0 0 0,-1 1 0,-1 0 0,0 0 1,0 1-1,-1-1 0,6 15 0,7 19 16,-2 1 0,12 51 0,-20-66 4,15 55 47,-3 1-1,-5 1 1,-3 1-1,-4 0 1,-3 136-1,-6-216-32,-1 1 0,0-1-1,0 1 1,-1-1 0,0 1-1,-1-1 1,0 0-1,0 0 1,0 0 0,-1 0-1,-1-1 1,1 1 0,-1-1-1,0 0 1,-10 10 0,6-10-20,0 0 1,0-1-1,0 1 1,0-2-1,-1 1 1,0-2-1,0 1 1,-1-1 0,1-1-1,-1 0 1,-20 4-1,-28-1-1009,-6-5-2247</inkml:trace>
</inkml:ink>
</file>

<file path=ppt/ink/ink2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13.967"/>
    </inkml:context>
    <inkml:brush xml:id="br0">
      <inkml:brushProperty name="width" value="0.025" units="cm"/>
      <inkml:brushProperty name="height" value="0.025" units="cm"/>
    </inkml:brush>
  </inkml:definitions>
  <inkml:trace contextRef="#ctx0" brushRef="#br0">451 0 10186,'0'0'256,"-10"2"-21,-21 7-81,0 1 0,0 2 0,-48 25 0,-35 15 175,-34-5 108,148-47-427,0 0-1,-1 0 1,1 1-1,-1-1 0,1 0 1,0 0-1,-1 1 0,1-1 1,0 0-1,-1 0 1,1 1-1,0-1 0,-1 1 1,1-1-1,0 0 1,0 1-1,-1-1 0,1 0 1,0 1-1,0-1 0,0 1 1,-1-1-1,1 1 1,0-1-1,0 1 0,0-1 1,0 0-1,0 1 0,0-1 1,0 1-1,0-1 1,0 1-1,0-1 0,1 1 1,-1-1-1,0 1 1,0-1-1,0 0 0,0 1 1,1-1-1,-1 1 0,0-1 1,0 0-1,1 1 1,-1-1-1,0 0 0,1 1 1,-1-1-1,0 0 0,1 1 1,-1-1-1,0 0 1,1 0-1,0 1 0,31 26-26,-16-14 95,7 11 20,-2 2-1,0 0 1,-2 1 0,-1 1 0,-1 1 0,-2 0-1,-1 1 1,-1 1 0,13 48 0,-3 9 215,-4 0-1,10 114 1,-15 82 37,-6-62-144,-8-217-204,1 0-1,-1 0 1,1 0 0,0 0 0,0-1 0,0 1 0,1 0 0,-1 0 0,1-1 0,0 1 0,1-1 0,-1 0 0,1 1 0,3 3 0,-2-5-1,-1 0 0,1-1 0,0 1 0,0-1 1,0 0-1,1 0 0,-1 0 0,0-1 0,1 1 1,-1-1-1,0 0 0,1-1 0,0 1 0,-1-1 0,7 0 1,28 1-44,0-2 0,-1-1 0,59-12 0,-51 4-1473,50-18 0,33-20-4710</inkml:trace>
</inkml:ink>
</file>

<file path=ppt/ink/ink2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17.995"/>
    </inkml:context>
    <inkml:brush xml:id="br0">
      <inkml:brushProperty name="width" value="0.025" units="cm"/>
      <inkml:brushProperty name="height" value="0.025" units="cm"/>
    </inkml:brush>
  </inkml:definitions>
  <inkml:trace contextRef="#ctx0" brushRef="#br0">492 33 9513,'0'0'224,"-7"-4"-128,-2-1-70,-1 1-1,1 0 0,-1 0 0,0 1 0,1 1 1,-1 0-1,-1 0 0,1 1 0,0 0 1,-12 1-1,-121 8 474,68-2 54,58-6-339,-22 1 497,38 0-699,1-1 1,-1 0-1,0 0 1,0 0-1,0 0 1,0 1 0,0-1-1,0 0 1,1 1-1,-1-1 1,0 1-1,0-1 1,1 1 0,-1-1-1,0 1 1,0 0-1,1-1 1,-1 1-1,1 0 1,-1-1 0,1 1-1,-1 0 1,1 0-1,-1-1 1,1 1-1,0 0 1,-1 0 0,1 0-1,0 0 1,0 0-1,0 0 1,-1 0-1,4 176 6,-6 179 658,-16-141 896,-30 595-837,49-747-706,-2-5 38,3 0 1,2 0-1,19 101 1,-22-156-66,1 0 0,0-1 1,0 1-1,0-1 0,0 0 0,0 1 1,0-1-1,0 0 0,1 0 1,-1 0-1,1 0 0,0 0 1,0 0-1,0 0 0,-1 0 1,1-1-1,1 1 0,-1-1 1,4 3-1,-2-3 2,0 0 0,0 0 0,0 0 0,0 0 0,0-1 0,0 0 0,0 0 0,0 0-1,0 0 1,0 0 0,6-2 0,11-4 8,-1 0-1,0-2 1,0 0-1,18-12 1,-15 9-14,25-12-207,114-56-359,-60 17-5178,-56 26-3554</inkml:trace>
</inkml:ink>
</file>

<file path=ppt/ink/ink2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18.542"/>
    </inkml:context>
    <inkml:brush xml:id="br0">
      <inkml:brushProperty name="width" value="0.025" units="cm"/>
      <inkml:brushProperty name="height" value="0.025" units="cm"/>
    </inkml:brush>
  </inkml:definitions>
  <inkml:trace contextRef="#ctx0" brushRef="#br0">1 45 11435,'0'0'1484,"7"-6"-1004,-2 2-444,-4 2-27,1 0 0,-1 0-1,1 1 1,-1-1 0,1 0 0,0 1 0,0-1-1,0 1 1,0 0 0,0 0 0,0 0 0,0 0-1,0 0 1,0 0 0,1 0 0,-1 1 0,0-1-1,0 1 1,1 0 0,-1-1 0,0 1 0,1 0-1,-1 1 1,0-1 0,1 0 0,-1 1 0,0-1-1,1 1 1,-1-1 0,0 1 0,0 0 0,0 0-1,0 0 1,0 0 0,3 3 0,4 5-1,0 0 0,-1 1 0,-1 0 0,0 1 0,0-1 0,-1 1 0,0 1 0,-1-1 0,0 1 0,-1 0 0,0 0 0,-1 0 0,0 0 0,-1 1 0,0-1 0,-1 1 0,-1 0 0,0-1 0,-2 15 0,2-27-8,0 0 0,0 0 1,-1 0-1,1-1 0,0 1 1,0 0-1,0 0 0,0 0 1,-1 0-1,1 0 0,0 0 1,0 0-1,0-1 0,-1 1 1,1 0-1,0 0 0,0 0 1,0 0-1,-1 0 0,1 0 1,0 0-1,0 0 0,0 0 1,-1 0-1,1 0 0,0 0 1,0 1-1,-1-1 0,1 0 1,0 0-1,0 0 0,0 0 1,0 0-1,-1 0 0,1 0 1,0 0-1,0 1 0,0-1 1,0 0-1,-1 0 0,1 0 1,0 0-1,0 1 0,0-1 1,0 0-1,0 0 0,0 0 1,0 1-1,0-1 0,-1 0 1,1 0-1,0 1 0,-6-24 10,7 13-25,1-1 1,-1 0 0,2 1-1,0-1 1,0 1 0,1 0-1,0 0 1,1 0 0,0 1 0,12-18-1,-9 15 76,0-1-1,-1 0 0,-1-1 0,9-26 1,-14 39 86,-1 0 0,0-1 1,1 1-1,-1 0 1,0 0-1,1-1 1,-1 1-1,0 0 0,0-1 1,0 1-1,0 0 1,0 0-1,-1-1 0,1 1 1,0 0-1,-1-2 1,0 3-101,1 0 1,0-1 0,-1 1 0,1 0 0,-1 0 0,1 0-1,0 0 1,-1 0 0,1 0 0,-1 0 0,1 0-1,0 0 1,-1 0 0,1 0 0,-1 0 0,1 0 0,0 1-1,-1-1 1,1 0 0,-1 0 0,1 0 0,0 0 0,-1 1-1,1-1 1,0 0 0,-1 0 0,1 1 0,0-1 0,-1 0-1,1 1 1,-3 2 26,0 0 0,0 0 1,0 0-1,1 0 0,-1 0 0,1 1 0,0-1 0,0 1 0,-1 4 0,1-5-67,1 1-1,0 0 0,1 0 1,-1 0-1,1 0 0,0 0 0,0 0 1,0 0-1,0 0 0,1 0 1,-1 0-1,1 0 0,0 0 0,0-1 1,1 1-1,-1 0 0,1-1 1,2 5-1,0-3 27,0 0-1,0 0 1,0 0 0,1-1-1,0 0 1,0 1 0,0-2 0,0 1-1,1 0 1,7 2 0,4 2-680,1-1 1,0-1-1,1 0 1,-1-2-1,1 0 1,32 2-1,0-5-3709</inkml:trace>
</inkml:ink>
</file>

<file path=ppt/ink/ink2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18.696"/>
    </inkml:context>
    <inkml:brush xml:id="br0">
      <inkml:brushProperty name="width" value="0.025" units="cm"/>
      <inkml:brushProperty name="height" value="0.025" units="cm"/>
    </inkml:brush>
  </inkml:definitions>
  <inkml:trace contextRef="#ctx0" brushRef="#br0">21 1 13196,'0'0'769,"-20"51"-737,20-29 0,1 1 64,8 1-64,4 2-32,-1-2 0,-4-3-1889,2-7-4710</inkml:trace>
</inkml:ink>
</file>

<file path=ppt/ink/ink2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18.931"/>
    </inkml:context>
    <inkml:brush xml:id="br0">
      <inkml:brushProperty name="width" value="0.025" units="cm"/>
      <inkml:brushProperty name="height" value="0.025" units="cm"/>
    </inkml:brush>
  </inkml:definitions>
  <inkml:trace contextRef="#ctx0" brushRef="#br0">0 129 12940,'0'0'545,"73"-32"-1,-26 17-384,9 3-128,0 0-32,1 2 32,-2 0-32,-5-5-1665,-3-7-3940</inkml:trace>
</inkml:ink>
</file>

<file path=ppt/ink/ink2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19.492"/>
    </inkml:context>
    <inkml:brush xml:id="br0">
      <inkml:brushProperty name="width" value="0.025" units="cm"/>
      <inkml:brushProperty name="height" value="0.025" units="cm"/>
    </inkml:brush>
  </inkml:definitions>
  <inkml:trace contextRef="#ctx0" brushRef="#br0">73 1 12684,'0'0'256,"0"11"-170,2 31 615,1-1 0,12 57 0,-4-50-335,-2 1-1,-2 0 1,0 54 0,-7-104-360,0 1-1,-1 0 1,1 0 0,0 0 0,0 0 0,0 0 0,0 0 0,-1 0-1,1 0 1,0 0 0,0 0 0,0 0 0,0 0 0,-1 0 0,1 0 0,0 0-1,0 0 1,0 0 0,0 0 0,-1 0 0,1 0 0,0 0 0,0 0-1,0 0 1,0 0 0,-1 0 0,1 0 0,0 0 0,0 0 0,0 1-1,0-1 1,0 0 0,-1 0 0,1 0 0,0 0 0,0 0 0,0 0-1,0 1 1,0-1 0,0 0 0,0 0 0,0 0 0,0 0 0,0 1 0,-1-1-1,1 0 1,0 0 0,0 0 0,0 0 0,0 1 0,0-1 0,0 0-1,0 0 1,0 0 0,0 0 0,1 1 0,-10-15 156,2-14-187,0-1-1,1 1 1,2-1-1,-1-55 1,5 56 8,-2 0 0,-1 0 0,-1 1 0,-1-1 0,-13-39 0,4 46 100,13 21-82,1 0 1,-1 0 0,1-1-1,-1 1 1,0 0-1,1 0 1,-1 0-1,1-1 1,-1 1-1,0 0 1,1 0-1,-1 0 1,1 0-1,-1 0 1,0 0-1,1 0 1,-1 1-1,1-1 1,-1 0 0,1 0-1,-1 0 1,0 1-1,0-1 1,-1 2-3,1-1 1,-1 1 0,0-1 0,1 1 0,0 0 0,-1-1 0,1 1-1,0 0 1,0 0 0,0 0 0,0 0 0,0 0 0,1 0 0,-1 0-1,1 0 1,-1 4 0,0 0 6,0 0 0,0 1-1,1-1 1,0 1 0,1-1 0,-1 0-1,1 0 1,0 1 0,1-1 0,0 0-1,0 0 1,0 0 0,0 0 0,1-1-1,0 1 1,1-1 0,-1 1 0,1-1-1,0 0 1,0 0 0,0-1 0,1 1 0,0-1-1,-1 0 1,2 0 0,-1-1 0,0 1-1,1-1 1,-1 0 0,1-1 0,0 0-1,0 1 1,0-2 0,0 1 0,1-1-1,-1 0 1,8 0 0,-8 0-34,-1-1 0,1 0 0,0 0 0,-1 0 0,1-1 0,0 0 1,-1 0-1,1-1 0,-1 1 0,1-1 0,-1-1 0,0 1 0,0-1 0,0 1 0,0-1 0,-1-1 0,1 1 1,-1-1-1,1 0 0,-1 0 0,-1 0 0,1 0 0,0-1 0,-1 1 0,0-1 0,0 0 0,0 0 0,-1 0 1,0 0-1,0-1 0,0 1 0,-1-1 0,1 1 0,0-12 0,-5-12 36,-4 21 40,-2 19 3,7-6-18,0 1-1,1-1 1,-1 1 0,1 0 0,1-1 0,-1 1-1,1 0 1,0 0 0,0-1 0,1 1 0,-1 0-1,2 0 1,-1-1 0,0 1 0,1-1 0,0 1-1,0-1 1,1 0 0,5 9 0,-2-3-421,1 0 1,1 0-1,0-1 0,0 0 1,1 0-1,0-1 0,19 14 1,2-4-5582</inkml:trace>
</inkml:ink>
</file>

<file path=ppt/ink/ink2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19.648"/>
    </inkml:context>
    <inkml:brush xml:id="br0">
      <inkml:brushProperty name="width" value="0.025" units="cm"/>
      <inkml:brushProperty name="height" value="0.025" units="cm"/>
    </inkml:brush>
  </inkml:definitions>
  <inkml:trace contextRef="#ctx0" brushRef="#br0">2 0 12268,'0'0'416,"-2"53"-96,2-27 481,7 2-128,2 2-417,1 2-192,2 2-32,-4-5-32,-3-1-3812</inkml:trace>
</inkml:ink>
</file>

<file path=ppt/ink/ink2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20.307"/>
    </inkml:context>
    <inkml:brush xml:id="br0">
      <inkml:brushProperty name="width" value="0.025" units="cm"/>
      <inkml:brushProperty name="height" value="0.025" units="cm"/>
    </inkml:brush>
  </inkml:definitions>
  <inkml:trace contextRef="#ctx0" brushRef="#br0">1 99 12780,'0'0'785,"0"-7"1035,0-2-1493,0 3 73,0 0 0,0 0-1,0 0 1,1 1 0,0-1 0,3-8 0,-4 12-331,1 0 0,0 0 0,0 0 0,0 0 0,1 0 0,-1 1 0,0-1 1,1 0-1,-1 1 0,1-1 0,-1 1 0,1 0 0,0-1 0,-1 1 0,1 0 0,0 0 0,0 0 0,0 0 0,0 0 0,0 1 0,0-1 1,0 0-1,0 1 0,3-1 0,3 1-56,0 0 0,0 0 0,0 0 0,0 1 0,0 0 0,-1 1 0,1 0 0,0 0 0,-1 1 0,1-1 0,-1 2 0,0-1 0,0 1 0,0 0-1,-1 0 1,1 1 0,-1 0 0,0 0 0,0 1 0,-1-1 0,1 1 0,-1 1 0,-1-1 0,1 1 0,-1-1 0,0 1 0,-1 0 0,4 10 0,-4-11-33,0 1-1,0 0 1,-1 0-1,0-1 1,0 1 0,-1 1-1,1-1 1,-2 0-1,1 0 1,-1 0-1,0 1 1,0-1 0,-1 0-1,0 0 1,-1 0-1,1 0 1,-1 0-1,-1 0 1,1 0-1,-1-1 1,0 1 0,-1-1-1,1 1 1,-1-1-1,-1-1 1,1 1-1,-1 0 1,0-1 0,0 0-1,0 0 1,-8 4-1,12-8 9,1 0 0,-1-1 0,0 1 1,1-1-1,-1 1 0,0-1 0,1 1 0,-1-1 0,0 0 0,0 1 0,0-1 0,1 0 0,-1 0 0,0 1 0,0-1 1,0 0-1,0 0 0,0 0 0,1 0 0,-1 0 0,0 0 0,0 0 0,0-1 0,0 1 0,1 0 0,-3-1 0,3 0 9,-1 0 0,0 0-1,1 0 1,0 1 0,-1-1-1,1 0 1,-1-1 0,1 1-1,0 0 1,0 0 0,0 0-1,0 0 1,0 0 0,0 0-1,0 0 1,0 0 0,0-2-1,1-4 8,1-1-1,-1 1 0,2 0 0,-1 0 0,4-7 0,7-8-8,2 2 0,0-1 1,35-35-1,-27 33 36,31-45 0,-45 47 131,-9 21-153,-1 0 1,1 0 0,0-1-1,0 1 1,0 0 0,-1 0-1,1 0 1,0-1 0,0 1-1,-1 0 1,1 0 0,0 0 0,0 0-1,-1-1 1,1 1 0,0 0-1,-1 0 1,1 0 0,0 0-1,0 0 1,-1 0 0,1 0-1,0 0 1,-1 0 0,1 0-1,0 0 1,-1 0 0,1 0 0,0 0-1,-1 0 1,1 0 0,0 0-1,0 1 1,-1-1 0,1 0-1,-1 0 1,-2 2 42,0-1-1,0 0 1,0 1 0,0 0 0,0 0-1,0 0 1,1 0 0,-1 0-1,1 1 1,-4 3 0,4-3-57,0 0 0,0 0 1,0 0-1,0 1 0,1-1 0,-1 0 0,1 1 0,0-1 1,0 1-1,0-1 0,0 1 0,1-1 0,-1 1 1,1 0-1,0-1 0,0 1 0,1 0 0,-1-1 1,2 5-1,0-3 84,0 0-1,0 0 1,1 0 0,-1 0 0,1 0 0,0-1 0,1 1 0,-1-1 0,1 0-1,0 0 1,6 5 0,3 1-399,0-1-1,0 0 1,19 8-1,35 13-6459,-41-20-1196</inkml:trace>
</inkml:ink>
</file>

<file path=ppt/ink/ink2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20.592"/>
    </inkml:context>
    <inkml:brush xml:id="br0">
      <inkml:brushProperty name="width" value="0.025" units="cm"/>
      <inkml:brushProperty name="height" value="0.025" units="cm"/>
    </inkml:brush>
  </inkml:definitions>
  <inkml:trace contextRef="#ctx0" brushRef="#br0">0 71 10858,'0'0'1580,"6"-8"-58,-1 2-1276,0-1-1,1 1 1,-1 1 0,2-1 0,-1 1-1,12-8 1,-16 12-146,1-1 1,0 0-1,0 0 0,0 1 0,0 0 0,1-1 1,-1 1-1,0 0 0,0 1 0,1-1 0,-1 1 1,1-1-1,-1 1 0,0 0 0,1 0 1,-1 1-1,0-1 0,1 1 0,-1-1 0,0 1 1,1 0-1,4 2 0,-6-1-97,0-1 0,0 1 0,-1 0 0,1 0 0,0 0-1,-1-1 1,1 1 0,-1 1 0,0-1 0,0 0 0,0 0 0,0 0 0,0 1 0,0-1 0,0 0 0,-1 1-1,1-1 1,-1 1 0,0-1 0,0 0 0,0 1 0,0-1 0,0 1 0,0-1 0,-1 1 0,1-1 0,-1 0 0,-1 5-1,-2 5-1,0 0-1,0 0 0,-1 0 0,-7 11 0,-12 13 9,18-30-321,1 1 1,0 0-1,0 1 0,1-1 0,-1 1 0,2-1 1,-1 1-1,-4 17 0,9-24 281,0 0 1,0-1-1,0 1 0,0 0 0,0-1 1,-1 1-1,1 0 0,0-1 0,1 1 1,-1-1-1,0 0 0,0 1 0,0-1 1,0 0-1,0 1 0,0-1 0,0 0 1,0 0-1,1 0 0,-1 0 0,0 0 1,0 0-1,0-1 0,0 1 0,2-1 1,36-4 98,-3-5-1387,-1-2 1,52-26-1,-45 17-2669</inkml:trace>
</inkml:ink>
</file>

<file path=ppt/ink/ink2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20.824"/>
    </inkml:context>
    <inkml:brush xml:id="br0">
      <inkml:brushProperty name="width" value="0.025" units="cm"/>
      <inkml:brushProperty name="height" value="0.025" units="cm"/>
    </inkml:brush>
  </inkml:definitions>
  <inkml:trace contextRef="#ctx0" brushRef="#br0">1 122 12139,'0'0'2979,"67"-40"-2722,-30 30-97,6 2-96,2 1-32,2-1-32,-2-5-160,-3-2-3620,-2-6-6053</inkml:trace>
</inkml:ink>
</file>

<file path=ppt/ink/ink2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21.422"/>
    </inkml:context>
    <inkml:brush xml:id="br0">
      <inkml:brushProperty name="width" value="0.025" units="cm"/>
      <inkml:brushProperty name="height" value="0.025" units="cm"/>
    </inkml:brush>
  </inkml:definitions>
  <inkml:trace contextRef="#ctx0" brushRef="#br0">63 133 10282,'0'10'576,"2"40"859,2-1-1,15 69 0,10 50 520,-29-282-931,-4-72-851,2 157-128,-1 0 0,-2 1 0,-1-1 0,-12-33 0,17 58 25,-1 1 0,1-1 1,-1 1-1,0 0 0,0 0 1,0 0-1,0 0 0,0 0 1,-1 0-1,0 0 0,1 1 1,-1-1-1,0 1 0,0 0 1,-4-2-1,6 3-53,0 1 0,0 0-1,0-1 1,0 1 0,0 0 0,1 0 0,-1 0-1,0 0 1,0-1 0,0 1 0,0 0-1,0 1 1,0-1 0,0 0 0,0 0 0,0 0-1,0 1 1,0-1 0,0 0 0,1 1-1,-1-1 1,0 0 0,-1 2 0,1-1-16,-1 1 1,1-1 0,0 1 0,0 0 0,-1-1-1,1 1 1,0 0 0,1 0 0,-1 0 0,0 0-1,0 0 1,1 0 0,-1 0 0,1 4 0,-1 2 4,0-1-1,1 0 1,0 1 0,1-1 0,-1 1 0,1-1 0,1 1 0,-1-1 0,1 0-1,1 0 1,-1 0 0,1 0 0,1 0 0,4 8 0,-5-11-3,0 1-1,0-1 1,0 0 0,1 0 0,-1-1-1,1 1 1,0-1 0,0 1 0,0-1-1,1 0 1,-1-1 0,1 1 0,0-1 0,-1 0-1,1 0 1,0 0 0,0-1 0,0 0-1,0 0 1,1 0 0,6 0 0,-10-1-1,1 0 1,-1-1 0,0 1-1,0 0 1,0-1 0,0 0-1,0 1 1,0-1 0,0 0 0,0 0-1,0 0 1,0 0 0,-1-1-1,1 1 1,0 0 0,-1-1-1,1 1 1,1-3 0,1-1-1,-1 0 0,0 0 0,1 0 0,-2 0 0,1-1 0,2-8 0,0-3 7,0 0-1,-2-1 1,3-28-1,-5 37-220,0-12 970,4 18-279,2 12-315,21 38-312,59 73 0,-27-59-6813,-42-46-95</inkml:trace>
</inkml:ink>
</file>

<file path=ppt/ink/ink2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21.671"/>
    </inkml:context>
    <inkml:brush xml:id="br0">
      <inkml:brushProperty name="width" value="0.025" units="cm"/>
      <inkml:brushProperty name="height" value="0.025" units="cm"/>
    </inkml:brush>
  </inkml:definitions>
  <inkml:trace contextRef="#ctx0" brushRef="#br0">1 37 11787,'0'0'940,"9"-5"53,-3 2-722,-2-1-37,0 1 1,0 0-1,1 1 1,-1-1 0,1 1-1,0 0 1,0 0 0,0 0-1,0 1 1,0 0-1,0 0 1,0 0 0,0 0-1,9 1 1,-13 0-219,-1 1 1,1 0-1,-1 0 1,1-1-1,-1 1 1,1 0-1,-1 0 1,1-1-1,-1 1 0,0 0 1,0 0-1,1 0 1,-1 0-1,0-1 1,0 1-1,0 0 1,0 0-1,0 0 1,0 0-1,0 0 1,0 0-1,0-1 0,-1 1 1,1 0-1,0 0 1,-1 0-1,1 0 1,0-1-1,-1 2 1,-11 27-25,-5 1-30,9-17-60,0 0-1,1 0 1,1 0 0,0 1-1,1 0 1,-6 27 0,11-41 83,0 1 0,1-1 0,-1 1 0,0 0 0,0-1 0,1 1 1,-1-1-1,1 1 0,-1-1 0,0 0 0,1 1 0,-1-1 0,1 1 0,-1-1 1,1 0-1,-1 1 0,1-1 0,-1 0 0,1 1 0,0-1 0,-1 0 0,1 0 1,-1 0-1,1 0 0,0 0 0,-1 1 0,1-1 0,-1 0 0,1 0 0,0 0 1,-1-1-1,2 1 0,29 0 88,-24-1-109,20-1-707,0-2 0,-1-2 0,1 0-1,48-19 1,-19 5-3965</inkml:trace>
</inkml:ink>
</file>

<file path=ppt/ink/ink2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22.496"/>
    </inkml:context>
    <inkml:brush xml:id="br0">
      <inkml:brushProperty name="width" value="0.025" units="cm"/>
      <inkml:brushProperty name="height" value="0.025" units="cm"/>
    </inkml:brush>
  </inkml:definitions>
  <inkml:trace contextRef="#ctx0" brushRef="#br0">0 49 11115,'0'0'320,"10"-4"-117,35-8 125,0 1 0,1 3-1,0 1 1,1 3 0,-1 2 0,54 3 0,-93 0-321,0 0 0,0 0 0,-1 0 0,1 1 0,0 0 0,-1 0 0,0 1 0,1 0 0,-1 0 0,0 0 0,0 1 0,-1 0 0,1 0 0,-1 0 1,0 1-1,0-1 0,0 1 0,-1 1 0,0-1 0,0 1 0,6 9 0,3 12 87,0 0 1,-2 0 0,15 52 0,-14-40-4,151 417 604,8 22-419,-149-407-245,-3 0 0,-3 2-1,-4 0 1,6 145-1,-18-179-14,-3 0 0,-1 0 0,-2 0 0,-16 59 0,14-72 27,-1 0-1,-2-1 0,0 0 0,-2-1 1,0 0-1,-2-1 0,-22 28 1,28-41 192,-1 1 1,0-2 0,0 1-1,-1-1 1,0-1 0,-1 0-1,0 0 1,0-1 0,0-1 0,-1 0-1,0-1 1,0 0 0,-26 5-1,27-8-187,0-1 0,0 0-1,1 0 1,-1-1 0,0-1 0,0 0-1,1-1 1,-1 0 0,1 0-1,-1-1 1,1-1 0,0 0-1,0-1 1,0 0 0,1 0-1,-17-12 1,18 10-233,0 1 0,1-2-1,0 1 1,0-1 0,-8-10 0,12 13-354,1 0 1,0-1 0,0 1 0,0 0-1,1-1 1,-3-10 0,-2-23-3712</inkml:trace>
</inkml:ink>
</file>

<file path=ppt/ink/ink2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22.777"/>
    </inkml:context>
    <inkml:brush xml:id="br0">
      <inkml:brushProperty name="width" value="0.025" units="cm"/>
      <inkml:brushProperty name="height" value="0.025" units="cm"/>
    </inkml:brush>
  </inkml:definitions>
  <inkml:trace contextRef="#ctx0" brushRef="#br0">1 64 13837,'0'0'192,"0"-43"161,20 35-225,11 1-64,9 3 96,8 2-32,6 2-32,1 0-64,-2 2-32,-4 8 0,-10-5-1858,-9 0-3715</inkml:trace>
</inkml:ink>
</file>

<file path=ppt/ink/ink2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22.919"/>
    </inkml:context>
    <inkml:brush xml:id="br0">
      <inkml:brushProperty name="width" value="0.025" units="cm"/>
      <inkml:brushProperty name="height" value="0.025" units="cm"/>
    </inkml:brush>
  </inkml:definitions>
  <inkml:trace contextRef="#ctx0" brushRef="#br0">1 21 7303,'0'0'1954,"55"7"-1858,-11-7 0,13 0 96,11-1-128,11-10-64,10-5-2626</inkml:trace>
</inkml:ink>
</file>

<file path=ppt/ink/ink2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23.355"/>
    </inkml:context>
    <inkml:brush xml:id="br0">
      <inkml:brushProperty name="width" value="0.025" units="cm"/>
      <inkml:brushProperty name="height" value="0.025" units="cm"/>
    </inkml:brush>
  </inkml:definitions>
  <inkml:trace contextRef="#ctx0" brushRef="#br0">256 360 13261,'-23'3'141,"1"0"1,-1 1 0,0 2 0,1 0 0,-38 16 0,55-20-80,0 1 0,0-1 1,0 1-1,0 0 0,0 1 0,1-1 0,-1 1 0,1 0 0,0 0 0,0 0 1,1 1-1,-1-1 0,1 1 0,0 0 0,0 0 0,0 0 0,1 0 0,0 1 1,0-1-1,0 1 0,1-1 0,0 1 0,0 0 0,0-1 0,0 1 0,1 0 0,0 0 1,1 7-1,1-7-42,-1 0 1,1 0 0,0 0 0,0-1 0,1 1-1,-1 0 1,1-1 0,1 0 0,-1 1-1,1-1 1,0-1 0,0 1 0,0 0-1,1-1 1,-1 0 0,1 0 0,0 0-1,0-1 1,1 0 0,-1 0 0,1 0-1,0-1 1,11 4 0,-10-3-83,0-1 0,0 0 0,1 0 0,-1-1 0,1 0 0,-1 0 0,1-1 0,-1 0 0,1 0 0,-1-1 0,1 0 0,-1 0 0,0-1 0,1 0 0,-1 0 0,0-1 0,0 0 0,0 0 0,10-7 0,-4-1-231,-1-1 0,0 0 0,-1-1 0,-1 0 0,0-1 0,0 0 0,-2-1 0,0 0 0,0 0 0,-1 0 0,-1-1 0,-1 0 0,6-28 0,-1-5 63,-3 0-1,-2 0 1,-1-69-1,-3 93 294,-2-41 1020,1 62-917,0 1 0,-1-1 0,1 0 0,-1 0 0,0 1 0,0-1 0,-1 1 0,1-1 0,-1 1 0,0 0 0,1-1 0,-1 1 0,-4-4 0,6 6-151,-1 1-1,1 0 1,-1-1-1,1 1 1,0-1-1,-1 1 0,1 0 1,-1 0-1,1-1 1,-1 1-1,1 0 1,-1 0-1,1-1 1,-1 1-1,1 0 1,-1 0-1,1 0 1,-1 0-1,1 0 1,-1 0-1,0 0 1,1 0-1,-1 0 0,1 0 1,-1 0-1,1 0 1,-1 0-1,1 0 1,-1 0-1,1 1 1,-1-1-1,1 0 1,-1 0-1,1 1 1,-1-1-1,1 0 1,-1 1-1,1-1 0,-1 1 1,1-1-1,0 0 1,-1 2-1,-10 21 117,6 0 65,1 1-1,1 0 1,1 0 0,2 0 0,0 1-1,1-1 1,1 0 0,2 0-1,9 36 1,-3-25-200,2 1 0,1-2 0,1 0 0,3 0 0,30 48-1,-41-73-639,0-1-1,0 1 1,1-1-1,0 0 0,0 0 1,1-1-1,9 7 1,14 0-6051</inkml:trace>
</inkml:ink>
</file>

<file path=ppt/ink/ink2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23.712"/>
    </inkml:context>
    <inkml:brush xml:id="br0">
      <inkml:brushProperty name="width" value="0.025" units="cm"/>
      <inkml:brushProperty name="height" value="0.025" units="cm"/>
    </inkml:brush>
  </inkml:definitions>
  <inkml:trace contextRef="#ctx0" brushRef="#br0">1 1 12908,'0'0'2088,"8"-1"-2169,-5 1 79,-1 0 1,1 0-1,-1 0 0,1 0 0,-1 1 0,0-1 0,1 1 0,-1-1 0,1 1 0,-1 0 0,0 0 0,0 0 0,1 0 0,-1 0 0,0 0 0,0 1 0,0-1 0,2 3 0,-1 0 2,-1-1-1,1 1 1,-1 0-1,0 0 1,0 0 0,-1 0-1,1 1 1,-1-1-1,0 0 1,0 1 0,-1-1-1,1 6 1,4 82-166,-5-85 152,0-1 1,-1 1-1,0-1 0,0 0 0,0 1 1,-1-1-1,0 0 0,0 0 0,-1 0 0,0 0 1,-6 10-1,9-15 14,-1-1 0,1 1 0,-1-1 0,1 1 0,-1 0 0,1-1 0,-1 1 0,1-1-1,-1 1 1,0-1 0,1 0 0,-1 1 0,0-1 0,0 0 0,1 1 0,-1-1 0,0 0 0,0 0 0,1 1 0,-1-1 0,0 0 0,0 0 0,1 0 0,-1 0 0,0 0 0,0 0 0,-1-1 0,0-5 196,13-3 281,3 3-254,1 2 0,0 0-1,-1 0 1,1 1-1,0 1 1,1 1 0,-1 0-1,0 1 1,23 2 0,2-1-154,100-2-608,-68-6-2211</inkml:trace>
</inkml:ink>
</file>

<file path=ppt/ink/ink2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14.813"/>
    </inkml:context>
    <inkml:brush xml:id="br0">
      <inkml:brushProperty name="width" value="0.025" units="cm"/>
      <inkml:brushProperty name="height" value="0.025" units="cm"/>
    </inkml:brush>
  </inkml:definitions>
  <inkml:trace contextRef="#ctx0" brushRef="#br0">519 6 9161,'0'0'-54,"-11"-2"166,-1 0-9,0 1 0,0 1-1,0 0 1,0 0-1,0 1 1,0 1 0,0 0-1,-22 7 1,20-4 75,-20 6-17,1 1 0,0 2 0,-58 34 0,88-46-158,0 1-1,1-1 0,0 0 1,-1 1-1,1 0 1,0-1-1,0 1 1,1 0-1,-1 0 1,1 0-1,-1 0 1,1 0-1,0 0 0,0 1 1,0-1-1,0 6 1,-2 58 36,4-44-35,-2 73 23,-41 1417 2632,0-1086-2056,-8 180 86,48-568-652,0-25-23,1 0 0,1 1 0,0-1 0,1 1 0,0-1 0,1 0 0,5 18 0,-5-30 9,-1 1-1,1-1 1,-1 1-1,1-1 1,0 0-1,0 0 1,0 1-1,0-1 1,0-1-1,1 1 1,-1 0-1,0-1 1,1 1-1,0-1 1,-1 1-1,1-1 1,0 0-1,-1 0 1,1-1 0,0 1-1,0-1 1,0 1-1,0-1 1,0 0-1,0 0 1,-1 0-1,5-1 1,11 0 159,-1-2 0,0 0 0,24-8 0,-24 7-233,217-45 174,-113 26-396,-67 9-1579,-6-5-2541</inkml:trace>
</inkml:ink>
</file>

<file path=ppt/ink/ink2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15.124"/>
    </inkml:context>
    <inkml:brush xml:id="br0">
      <inkml:brushProperty name="width" value="0.025" units="cm"/>
      <inkml:brushProperty name="height" value="0.025" units="cm"/>
    </inkml:brush>
  </inkml:definitions>
  <inkml:trace contextRef="#ctx0" brushRef="#br0">27 0 13613,'0'0'-192,"-19"52"192,14-13 320,2 10 160,3 7 257,0 2-192,1 1-353,11-1-32,2-3-160,2-5 32,-1-7-64,1-12-1441,2-16-3524</inkml:trace>
</inkml:ink>
</file>

<file path=ppt/ink/ink2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16.249"/>
    </inkml:context>
    <inkml:brush xml:id="br0">
      <inkml:brushProperty name="width" value="0.025" units="cm"/>
      <inkml:brushProperty name="height" value="0.025" units="cm"/>
    </inkml:brush>
  </inkml:definitions>
  <inkml:trace contextRef="#ctx0" brushRef="#br0">185 10 13933,'-12'5'363,"-3"1"-133,0 1 0,0 1-1,0 0 1,1 1 0,1 1-1,-15 12 1,23-18-142,1 1 1,-1-1-1,0 1 0,1 0 0,0 0 1,0 0-1,1 1 0,-1 0 1,1-1-1,0 1 0,1 0 0,-1 0 1,1 1-1,0-1 0,1 0 1,0 1-1,0-1 0,0 1 0,1-1 1,0 1-1,1 8 0,-1-12-69,1 0-1,0 0 0,0 0 0,0 1 1,0-1-1,1 0 0,-1-1 0,1 1 1,0 0-1,-1 0 0,1-1 1,1 1-1,-1-1 0,0 0 0,1 1 1,4 2-1,-1-1-1,0-1 0,0 0 1,0 0-1,0-1 0,1 1 0,-1-1 0,13 2 0,-2-2 3,-1-1 0,1 0-1,0-2 1,-1 1-1,33-7 1,-36 3-8,0 0 0,0-1 0,-1 0 0,0-1 0,0 0 0,-1-1 0,1 0 0,-1-1 0,-1-1 0,17-15 0,-24 20-13,1 0 0,-1 0-1,1-1 1,-1 1 0,0-1 0,-1 0 0,1 0-1,-1 1 1,0-2 0,0 1 0,-1 0 0,2-9-1,-3 10-6,0 0-1,0 0 0,0 0 0,-1 0 1,0 0-1,1 0 0,-1 0 0,-1 1 1,1-1-1,-1 0 0,1 1 0,-1-1 1,0 1-1,0 0 0,-1-1 0,1 1 1,-1 0-1,1 0 0,-6-4 0,-1 0-96,-1 1-1,1-1 0,-1 1 0,-1 1 1,1 0-1,-1 1 0,0 0 0,0 0 0,0 1 1,-1 0-1,1 1 0,-1 1 0,1 0 1,-1 0-1,-22 2 0,17 4-1310,17-5 1335,0 0 0,0 1 0,1-1 0,-1 0 0,0 0 0,0 0 0,1 0 0,-1 0 0,0 0 0,0 0 0,0 0 0,1 1 0,-1-1 0,0 0 0,0 0 0,0 0 0,0 0 0,0 1 0,1-1 0,-1 0 0,0 0 0,0 0 0,0 1 0,0-1 0,0 0 0,0 0 0,0 0 0,0 1 0,0-1 0,0 0 0,0 0 0,0 1 0,0-1 0,0 0 0,0 0 0,0 0 0,0 1 0,0-1 0,0 0 0,0 0 0,0 1 0,0-1 0,0 0 0,0 0 0,0 0 0,0 1 0,-1-1 0,1 0 0,0 0 0,0 0 0,0 0 0,0 1 0,-1-1 0,1 0 0,0 0 0,0 0 0,0 0 0,-1 0 0,1 0 0,0 1 0,0-1 0,0 0 0,-1 0 0,1 0 0,0 0 0,0 0 0,-1 0 0,24 4-3570</inkml:trace>
</inkml:ink>
</file>

<file path=ppt/ink/ink2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15.721"/>
    </inkml:context>
    <inkml:brush xml:id="br0">
      <inkml:brushProperty name="width" value="0.025" units="cm"/>
      <inkml:brushProperty name="height" value="0.025" units="cm"/>
    </inkml:brush>
  </inkml:definitions>
  <inkml:trace contextRef="#ctx0" brushRef="#br0">222 1 10378,'0'0'560,"-10"2"129,-5 2-354,0 0 1,0 1-1,1 1 1,0 1-1,0 0 1,0 0-1,1 1 1,0 1-1,-14 13 1,22-18-301,0 0 1,1 0-1,-1 0 1,1 1-1,0 0 1,0 0 0,1 0-1,-1 0 1,1 0-1,1 1 1,-1-1 0,1 1-1,-1 0 1,2 0-1,-1 0 1,1 0-1,0 0 1,0 0 0,0 0-1,1 0 1,0 1-1,0-1 1,1 0-1,0 0 1,0 0 0,0 0-1,5 12 1,-3-13-26,0 0-1,1 0 1,0 0 0,0 0 0,0 0 0,1-1 0,-1 0 0,1 0-1,0 0 1,0 0 0,0-1 0,1 0 0,-1 0 0,1-1 0,0 1-1,0-1 1,0 0 0,0-1 0,0 1 0,0-1 0,10 0 0,-4 1 11,1-1 1,-1-1-1,1 0 1,-1-1-1,0 0 1,1 0-1,-1-2 1,0 1-1,0-2 1,12-4 0,-18 5-1,0 0 0,0-1 0,0 0 0,0 0 0,0-1 0,-1 1 0,0-1 0,0 0 0,0 0 0,-1-1 0,0 1 0,0-1 0,0 0 1,-1-1-1,1 1 0,-2 0 0,1-1 0,-1 0 0,0 1 0,0-1 0,1-11 0,-3 13-10,1 0 0,-1 0 0,-1 0 0,1 0-1,-1 0 1,0 0 0,0 0 0,0 1 0,-1-1 0,0 0 0,0 0 0,0 1-1,0 0 1,-1-1 0,1 1 0,-1 0 0,0 0 0,-1 0 0,1 1 0,-1-1 0,1 1-1,-1 0 1,0 0 0,0 0 0,-1 0 0,1 1 0,-1-1 0,1 1 0,-1 0-1,-8-2 1,-75-12-3876,40 8-3096</inkml:trace>
</inkml:ink>
</file>

<file path=ppt/ink/ink2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16.495"/>
    </inkml:context>
    <inkml:brush xml:id="br0">
      <inkml:brushProperty name="width" value="0.025" units="cm"/>
      <inkml:brushProperty name="height" value="0.025" units="cm"/>
    </inkml:brush>
  </inkml:definitions>
  <inkml:trace contextRef="#ctx0" brushRef="#br0">8 0 13965,'0'0'2723,"11"48"-1314,-18-13-448,1 2-416,1 4-225,4 4-160,1-1-128,0 3 0,0-4-32,9-11-1281,9-17-4324</inkml:trace>
</inkml:ink>
</file>

<file path=ppt/ink/ink2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17.169"/>
    </inkml:context>
    <inkml:brush xml:id="br0">
      <inkml:brushProperty name="width" value="0.025" units="cm"/>
      <inkml:brushProperty name="height" value="0.025" units="cm"/>
    </inkml:brush>
  </inkml:definitions>
  <inkml:trace contextRef="#ctx0" brushRef="#br0">74 107 10346,'0'0'1313,"5"-9"-768,-2 4-517,1 0 0,0 0 0,0 1 0,0-1 0,0 1 0,1 0 0,0 0 0,0 0 0,0 1 1,0-1-1,0 1 0,1 0 0,0 1 0,-1 0 0,1 0 0,0 0 0,0 0 0,8 0 0,28-9 317,1 3 0,0 1 0,1 3 0,81 1 0,-118 4-339,0 0 0,-1 1-1,1 0 1,-1 0 0,1 0 0,-1 1 0,0 0 0,0 0 0,0 1 0,0-1 0,-1 1 0,1 0 0,-1 1 0,0-1-1,0 1 1,-1 0 0,0 1 0,0-1 0,0 1 0,0-1 0,3 9 0,6 13 79,-1 0 0,-1 1 0,11 42-1,100 448 2349,-70-280-1908,51 280-253,-80-353-211,2 194 1,-24-349-60,-6 327 28,1-291-24,-2 0 1,-2 0-1,-1-1 0,-3-1 0,-22 54 0,30-86-6,-2-1-1,1 1 1,-2-1-1,1-1 0,-2 1 1,1-1-1,-1 0 1,-1-1-1,0 0 1,0-1-1,0 1 0,-15 8 1,11-10 95,0 0 0,-1-1-1,1-1 1,-1 0 0,0 0 0,-1-2 0,1 0 0,-1 0-1,1-2 1,-20 1 0,-33-1 109,-1-4 0,-105-16 1,118 9-2233,-88-29 0,81 12-3476,8-8-4682</inkml:trace>
</inkml:ink>
</file>

<file path=ppt/ink/ink2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56.609"/>
    </inkml:context>
    <inkml:brush xml:id="br0">
      <inkml:brushProperty name="width" value="0.025" units="cm"/>
      <inkml:brushProperty name="height" value="0.025" units="cm"/>
    </inkml:brush>
  </inkml:definitions>
  <inkml:trace contextRef="#ctx0" brushRef="#br0">0 29 3491,'3'-3'5362,"-2"0"-5038,1 1-1,-1 0 1,1 0-1,0-1 1,0 1-1,0 0 1,0 1-1,0-1 1,0 0-1,4-2 1,0 4-303,-1 0-1,1 0 1,0 0 0,0 1 0,-1 0-1,1 0 1,0 0 0,-1 1 0,1 0-1,-1 0 1,1 0 0,-1 1 0,0-1 0,0 1-1,0 1 1,-1-1 0,1 1 0,-1-1-1,0 1 1,0 1 0,0-1 0,0 0-1,-1 1 1,0 0 0,0 0 0,0 0 0,0 0-1,2 6 1,-2-3-15,1 0 1,-1 0-1,0 1 0,-1-1 0,0 1 0,0-1 1,-1 1-1,0-1 0,-1 1 0,0 0 1,0 0-1,0-1 0,-2 1 0,1 0 1,-1-1-1,0 0 0,0 1 0,-6 10 0,7-15 2,-1-1-1,0 0 1,-1 1 0,1-1-1,-1 0 1,1 0-1,-1 0 1,0 0-1,0-1 1,0 1-1,0-1 1,-1 0-1,1 0 1,-1 0-1,1 0 1,-1-1-1,0 1 1,1-1-1,-1 0 1,0 0-1,-6 0 1,10-1-4,-1 0 0,0-1 0,1 1 0,-1-1 0,1 1 0,-1-1 0,1 1 0,-1-1 0,1 1 0,0-1 0,-1 0 0,1 1-1,0-1 1,-1 0 0,1 1 0,0-1 0,0 0 0,-1 1 0,1-1 0,0 0 0,0 1 0,0-1 0,0 0 0,0 0 0,0 1 0,0-1 0,0 0 0,0 1 0,1-1 0,-1 0 0,0 1 0,1-2 0,6-28 20,0 16-30,2 0 0,-1 0 0,2 1 1,17-19-1,-18 22 174,0-1-1,0 0 1,-1 0 0,0-1 0,-1 0-1,-1 0 1,7-15 0,-13 26-116,0 1 0,0 0 1,0-1-1,0 1 0,1 0 0,-1-1 0,0 1 1,0 0-1,0-1 0,0 1 0,0 0 1,0-1-1,0 1 0,0 0 0,0-1 0,0 1 1,0 0-1,0-1 0,0 1 0,0 0 0,0-1 1,0 1-1,0 0 0,-1-1 0,1 1 1,0 0-1,0 0 0,0-1 0,-1 1 0,1 0 1,0 0-1,0-1 0,0 1 0,-1 0 1,1 0-1,-1-1 0,-12 4 573,-13 14-331,22-12-245,0-1-1,0 1 1,0 0 0,1 1 0,0-1 0,0 1-1,0 0 1,0-1 0,1 1 0,0 0 0,1 0 0,-1 1-1,1-1 1,0 0 0,0 0 0,1 1 0,0-1 0,0 0-1,1 1 1,0-1 0,0 0 0,0 0 0,1 0 0,-1 1-1,1-2 1,1 1 0,-1 0 0,8 10 0,-6-8-190,1-1 1,1-1-1,-1 1 1,1-1 0,0 0-1,0 0 1,1-1-1,0 1 1,9 4-1,-9-6-594,1 0-1,-1-1 0,1 1 0,0-2 0,-1 1 0,1-1 1,0-1-1,0 1 0,1-1 0,8 0 0,13-1-7132</inkml:trace>
</inkml:ink>
</file>

<file path=ppt/ink/ink2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56.765"/>
    </inkml:context>
    <inkml:brush xml:id="br0">
      <inkml:brushProperty name="width" value="0.025" units="cm"/>
      <inkml:brushProperty name="height" value="0.025" units="cm"/>
    </inkml:brush>
  </inkml:definitions>
  <inkml:trace contextRef="#ctx0" brushRef="#br0">10 1 1890,'0'0'11659,"-8"45"-10666,7-24-64,1 1-353,0 1-352,0 0-192,0 2-32,4-1 0,0-3-384,-1-6-2082,-1-6-2403</inkml:trace>
</inkml:ink>
</file>

<file path=ppt/ink/ink2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57.016"/>
    </inkml:context>
    <inkml:brush xml:id="br0">
      <inkml:brushProperty name="width" value="0.025" units="cm"/>
      <inkml:brushProperty name="height" value="0.025" units="cm"/>
    </inkml:brush>
  </inkml:definitions>
  <inkml:trace contextRef="#ctx0" brushRef="#br0">1 74 8840,'0'0'1506,"43"-18"-641,-18 11-577,5-2-128,1 1-128,0 3 0,-1-2-64,-3-1-1569,-6-4-3012</inkml:trace>
</inkml:ink>
</file>

<file path=ppt/ink/ink2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57.581"/>
    </inkml:context>
    <inkml:brush xml:id="br0">
      <inkml:brushProperty name="width" value="0.025" units="cm"/>
      <inkml:brushProperty name="height" value="0.025" units="cm"/>
    </inkml:brush>
  </inkml:definitions>
  <inkml:trace contextRef="#ctx0" brushRef="#br0">17 105 9673,'2'9'646,"25"83"1969,-16-60-1681,-1 1 1,-1 0-1,7 66 1,-18-142-911,-3 0 0,-1 1 0,-3-1 0,-1 2 0,-21-56 0,30 93 14,0 2 23,1-1-1,-1 0 1,0 0-1,0 0 1,-1 0-1,1 1 0,0-1 1,-1 0-1,0 1 1,0 0-1,1-1 1,-1 1-1,-1 0 0,-3-3 1,6 5-55,0 0 1,0 0-1,-1 1 1,1-1-1,0 1 1,0-1-1,0 0 1,0 1-1,-1-1 1,1 0-1,0 1 0,0-1 1,0 1-1,0-1 1,0 0-1,0 1 1,0-1-1,0 1 1,0-1-1,0 0 1,0 1-1,0-1 1,1 0-1,-1 1 1,0-1-1,0 1 1,0-1-1,0 0 0,1 1 1,-1-1-1,0 0 1,0 1-1,1-1 1,-1 1-1,8 13-24,-3-9 4,-1 0 1,1 0-1,0 0 0,0-1 1,1 0-1,-1 0 0,1-1 0,0 1 1,0-1-1,0 0 0,0-1 1,0 0-1,1 0 0,-1 0 1,1 0-1,-1-1 0,1-1 1,0 1-1,0-1 0,-1 0 0,1 0 1,12-3-1,-15 3 4,1-1 1,-1-1-1,1 1 1,-1-1-1,1 0 1,-1 0-1,0 0 1,0 0-1,0-1 1,0 0-1,0 1 1,-1-1-1,1-1 0,-1 1 1,0-1-1,0 1 1,0-1-1,0 0 1,-1 0-1,0 0 1,1 0-1,-1 0 1,-1-1-1,1 1 0,-1-1 1,1 1-1,-2-1 1,1 1-1,0-1 1,-1 0-1,0 0 1,0-7-1,0 11 11,0 1 0,0 0 0,0-1 0,0 1 0,0 0 0,0-1 0,0 1 0,0-1 0,0 1 0,0 0 0,0-1 0,0 1 0,0-1 0,0 1 0,0 0 0,0-1 0,0 1 0,-1 0 0,1-1 0,0 1 0,0 0 0,0-1 0,-1 1 0,1 0 0,0 0 0,0-1 0,-1 1 0,1 0 0,0 0 0,-1-1 0,1 1 0,0 0 0,-1 0 0,1 0 0,0-1 0,-1 1 0,1 0 0,-1 0 0,1 0 0,0 0 0,-1 0 0,1 0 0,-1 0 0,1 0 0,0 0 0,-1 0 0,1 0 0,0 0 0,-1 0 0,0 1 0,0-1 2,1 1 0,-1-1-1,0 1 1,0-1 0,1 1 0,-1 0 0,0-1 0,1 1 0,-1 0 0,1 0 0,-1-1 0,1 1-1,-1 0 1,1 0 0,0 0 0,-1 0 0,1 0 0,0 0 0,0-1 0,-1 1 0,1 0 0,0 2 0,1 2 18,0 1 1,0-1 0,0 0-1,1 0 1,0 0 0,0 0-1,0 0 1,1 0 0,-1 0 0,1-1-1,0 1 1,1-1 0,-1 0-1,1 0 1,0 0 0,5 4 0,2 1-689,0 0 0,0-1 1,1 0-1,0 0 1,15 5-1,-4-4-4191</inkml:trace>
</inkml:ink>
</file>

<file path=ppt/ink/ink2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57.751"/>
    </inkml:context>
    <inkml:brush xml:id="br0">
      <inkml:brushProperty name="width" value="0.025" units="cm"/>
      <inkml:brushProperty name="height" value="0.025" units="cm"/>
    </inkml:brush>
  </inkml:definitions>
  <inkml:trace contextRef="#ctx0" brushRef="#br0">1 0 8776,'0'0'7015,"28"45"-6374,-23-31-449,0 6-128,-3-1-64,-2 3 0,0-2 0,0 0-1442,0-4-3426</inkml:trace>
</inkml:ink>
</file>

<file path=ppt/ink/ink2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58.418"/>
    </inkml:context>
    <inkml:brush xml:id="br0">
      <inkml:brushProperty name="width" value="0.025" units="cm"/>
      <inkml:brushProperty name="height" value="0.025" units="cm"/>
    </inkml:brush>
  </inkml:definitions>
  <inkml:trace contextRef="#ctx0" brushRef="#br0">100 0 7431,'0'0'160,"-43"33"705,25-3 96,1 8 480,4 7 321,4 6-897,9 6 128,0 6-225,13 4-447,13 1-161,6 0-96,6-2 0,7-7-64,5-13 0,8-11-192,2-17-1890,6-18-1345,3-8-769</inkml:trace>
</inkml:ink>
</file>

<file path=ppt/ink/ink2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58.730"/>
    </inkml:context>
    <inkml:brush xml:id="br0">
      <inkml:brushProperty name="width" value="0.025" units="cm"/>
      <inkml:brushProperty name="height" value="0.025" units="cm"/>
    </inkml:brush>
  </inkml:definitions>
  <inkml:trace contextRef="#ctx0" brushRef="#br0">0 1 11147,'0'0'416,"46"5"737,-21 12-993,4 13 128,2 7 353,-2 11 352,-3 4-545,-6 1-63,-5 1-289,-6 0-64,-9-4-32,0-6 0,-6-2-352,-7-8-1186,-5-6-1761,0-6-801</inkml:trace>
</inkml:ink>
</file>

<file path=ppt/ink/ink2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58.994"/>
    </inkml:context>
    <inkml:brush xml:id="br0">
      <inkml:brushProperty name="width" value="0.025" units="cm"/>
      <inkml:brushProperty name="height" value="0.025" units="cm"/>
    </inkml:brush>
  </inkml:definitions>
  <inkml:trace contextRef="#ctx0" brushRef="#br0">1 89 12011,'0'0'1570,"49"-10"-1506,-23 6 32,1 0-32,2-1-32,-1-1 32,3-2-64,-2-1 32,-6 0-384,-4-5-2755,-4-5-1537</inkml:trace>
</inkml:ink>
</file>

<file path=ppt/ink/ink2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59.165"/>
    </inkml:context>
    <inkml:brush xml:id="br0">
      <inkml:brushProperty name="width" value="0.025" units="cm"/>
      <inkml:brushProperty name="height" value="0.025" units="cm"/>
    </inkml:brush>
  </inkml:definitions>
  <inkml:trace contextRef="#ctx0" brushRef="#br0">17 1 11627,'0'0'3011,"-16"54"-2403,18-30 33,11 1 0,0 2-225,0 2-288,1 0-96,-1 1 0,-2-5-128,-2-4-1698,0-8-2402,-5-9-2690</inkml:trace>
</inkml:ink>
</file>

<file path=ppt/ink/ink2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59.448"/>
    </inkml:context>
    <inkml:brush xml:id="br0">
      <inkml:brushProperty name="width" value="0.025" units="cm"/>
      <inkml:brushProperty name="height" value="0.025" units="cm"/>
    </inkml:brush>
  </inkml:definitions>
  <inkml:trace contextRef="#ctx0" brushRef="#br0">128 0 13261,'0'0'928,"-46"32"1,20-9-192,3 8 0,4 6-97,8 3 33,9 4-129,2 1-223,6 3-161,12 3-128,6-5-32,4-3-32,2-11-801,2-13-2114,-2-8-3491</inkml:trace>
</inkml:ink>
</file>

<file path=ppt/ink/ink2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59.915"/>
    </inkml:context>
    <inkml:brush xml:id="br0">
      <inkml:brushProperty name="width" value="0.025" units="cm"/>
      <inkml:brushProperty name="height" value="0.025" units="cm"/>
    </inkml:brush>
  </inkml:definitions>
  <inkml:trace contextRef="#ctx0" brushRef="#br0">0 21 9161,'0'0'656,"9"-4"380,-3 1-818,1 0 0,0 1 0,0 0 0,0 0 0,1 0 1,-1 1-1,9-1 0,-14 2-174,1 0 0,-1 0 1,1 0-1,-1 1 0,0-1 0,0 1 0,1-1 1,-1 1-1,0 0 0,0 0 0,0 0 1,0 0-1,0 0 0,0 0 0,0 1 1,0-1-1,0 1 0,0-1 0,-1 1 0,1 0 1,-1 0-1,1 0 0,-1-1 0,0 1 1,0 1-1,1-1 0,-1 0 0,-1 0 1,1 0-1,0 0 0,0 5 0,1 2-13,-1 1 0,0 0-1,0 0 1,-1-1-1,0 1 1,-1 0 0,-3 16-1,3-19-25,-1-1-1,1 0 1,-1 1 0,0-1-1,-1 0 1,1 0-1,-1-1 1,-1 1-1,1 0 1,-1-1-1,0 0 1,-7 8 0,6-14 90,3-9-65,5-13-27,1 11-78,1 0 1,1 1-1,0-1 1,1 1-1,15-19 1,-15 20 96,1 0 0,-1 0-1,-1-1 1,0 0 0,-1 0 0,6-16 0,-11 27 16,0-1 1,0 1-1,0 0 1,0 0-1,0 0 0,0-1 1,0 1-1,0 0 0,0 0 1,0-1-1,0 1 1,0 0-1,0 0 0,0 0 1,0-1-1,0 1 0,0 0 1,-1 0-1,1 0 1,0 0-1,0-1 0,0 1 1,0 0-1,0 0 0,-1 0 1,1 0-1,0 0 1,0 0-1,0-1 0,0 1 1,-1 0-1,1 0 0,0 0 1,0 0-1,-1 0 1,1 0-1,0 0 0,0 0 1,0 0-1,-1 0 0,1 0 1,0 0-1,0 0 1,0 0-1,-1 0 0,1 0 1,0 0-1,0 0 0,0 0 1,-1 0-1,1 0 0,0 0 1,0 1-1,0-1 1,-1 0-1,1 0 0,0 0 1,0 0-1,0 0 0,0 1 1,0-1-1,-1 0 1,1 0-1,0 0 0,0 0 1,0 1-1,0-1 1,-14 10 463,10-6-375,1 1 1,0 0-1,0 0 0,0 1 0,0-1 0,1 1 0,0-1 0,0 1 1,1-1-1,0 1 0,0 0 0,0 0 0,0 0 0,1 0 0,0 0 0,0 0 1,1 0-1,0-1 0,0 1 0,0 0 0,1 0 0,2 7 0,0-3-437,0 0 0,0-1 0,1 1-1,12 16 1,-11-18-1292,1 0 1,-1-1-1,1 1 0,16 11 1,-9-10-6337</inkml:trace>
</inkml:ink>
</file>

<file path=ppt/ink/ink2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00.182"/>
    </inkml:context>
    <inkml:brush xml:id="br0">
      <inkml:brushProperty name="width" value="0.025" units="cm"/>
      <inkml:brushProperty name="height" value="0.025" units="cm"/>
    </inkml:brush>
  </inkml:definitions>
  <inkml:trace contextRef="#ctx0" brushRef="#br0">0 42 8488,'0'0'4249,"8"-7"-3528,-3 2-450,1 1 1,0-1-1,0 1 0,0 0 1,13-6-1,-18 10-195,0-1 1,0 1-1,1-1 0,-1 1 1,0 0-1,1 0 0,-1-1 1,1 1-1,-1 0 0,0 0 1,1 0-1,-1 0 0,1 1 1,-1-1-1,0 0 0,1 1 1,-1-1-1,2 1 0,-2 0-65,1 1 0,-1-1 0,0 0 1,0 0-1,0 1 0,0-1 0,0 1 0,0-1 0,0 1 0,-1-1 0,1 1 0,0 0 0,-1-1 0,1 1 0,-1 0 0,0-1 0,0 1 0,1 0 0,-1 3 0,0 5-3,-1 1 0,1 0-1,-2 0 1,0 0 0,0-1-1,-1 1 1,0-1 0,-5 11-1,-11 49-12,19-69-10,0-1-1,-1 1 0,1 0 0,0 0 1,0 0-1,0 0 0,0 0 0,0 0 1,0-1-1,0 1 0,0 0 0,0 0 1,0 0-1,0 0 0,1 0 1,-1-1-1,0 1 0,1 0 0,-1 0 1,1 0-1,-1-1 0,1 1 0,-1 0 1,1-1-1,-1 1 0,1 0 0,0-1 1,-1 1-1,1-1 0,0 1 1,-1-1-1,1 1 0,0-1 0,1 1 1,1 0-23,0-1 0,0 0 0,-1 0 0,1 0 0,0 0 0,0-1 0,0 1 0,0-1 0,0 1 0,4-3 0,10-4-762,-1 0 0,24-14 0,21-21-5024,-30 16 181</inkml:trace>
</inkml:ink>
</file>

<file path=ppt/ink/ink2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00.382"/>
    </inkml:context>
    <inkml:brush xml:id="br0">
      <inkml:brushProperty name="width" value="0.025" units="cm"/>
      <inkml:brushProperty name="height" value="0.025" units="cm"/>
    </inkml:brush>
  </inkml:definitions>
  <inkml:trace contextRef="#ctx0" brushRef="#br0">0 76 10890,'0'0'4068,"53"-23"-3395,-26 17-449,-3 1-224,4 0 0,-3-3-961,-3-4-2915,0-5-3907</inkml:trace>
</inkml:ink>
</file>

<file path=ppt/ink/ink2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00.900"/>
    </inkml:context>
    <inkml:brush xml:id="br0">
      <inkml:brushProperty name="width" value="0.025" units="cm"/>
      <inkml:brushProperty name="height" value="0.025" units="cm"/>
    </inkml:brush>
  </inkml:definitions>
  <inkml:trace contextRef="#ctx0" brushRef="#br0">45 107 10826,'1'8'929,"11"300"4746,-14-294-5633,-3-16 75,-5-21 7,6-10-100,1 1 0,3-57-1,1 62 13,0 1-1,-2-1 0,-1 1 0,-2 0 0,-7-31 1,3 44 524,2 22-201,3 27-56,4-33-290,0 1 0,0-1 0,1 0 0,-1 0 0,1 1-1,0-1 1,0 0 0,0-1 0,0 1 0,1 0 0,-1 0 0,1-1 0,-1 0 0,1 1-1,0-1 1,0 0 0,0 0 0,0-1 0,1 1 0,-1-1 0,0 1 0,1-1 0,-1 0-1,1-1 1,6 2 0,-5-1-6,0 0-1,0 0 1,0-1 0,1 0-1,-1 0 1,0 0-1,0-1 1,0 1 0,1-1-1,-1 0 1,0-1-1,0 1 1,0-1 0,-1 0-1,1-1 1,0 1-1,5-4 1,-4 0-4,-1 0-1,1 0 1,-1-1 0,0 0-1,-1 0 1,1 0 0,4-13-1,-7 17-1,0-1 0,0 0 0,-1 0 0,1-1 0,-1 1 0,-1 0 0,1 0 0,0-1 0,-1 1 0,0 0 0,0 0 0,0-1 0,-1 1 0,1 0-1,-1-1 1,-2-5 0,3 10-1,0 0 1,0 1-1,0-1 0,0 0 0,0 0 0,0 0 0,0 1 0,0-1 0,0 0 0,0 0 0,0 0 1,0 0-1,0 1 0,0-1 0,0 0 0,0 0 0,0 0 0,0 0 0,-1 1 0,1-1 1,0 0-1,0 0 0,0 0 0,0 0 0,0 0 0,-1 1 0,1-1 0,0 0 0,0 0 0,0 0 1,0 0-1,-1 0 0,1 0 0,0 0 0,0 0 0,0 0 0,0 0 0,-1 0 0,1 0 1,0 0-1,0 0 0,0 0 0,-1 0 0,1 0 0,0 0 0,0 0 0,0 0 0,-1 0 0,1 0 1,0 0-1,0 0 0,0 0 0,0 0 0,-1-1 0,1 1 0,0 0 0,0 0 0,0 0 1,0 0-1,0 0 0,-1-1 0,-1 18-17,2-11 19,1 1 1,0-1-1,0 1 1,1-1 0,0 1-1,0-1 1,0 0 0,1 0-1,6 11 1,39 50-3498,-39-56 1679,9 12-3245</inkml:trace>
</inkml:ink>
</file>

<file path=ppt/ink/ink2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01.194"/>
    </inkml:context>
    <inkml:brush xml:id="br0">
      <inkml:brushProperty name="width" value="0.025" units="cm"/>
      <inkml:brushProperty name="height" value="0.025" units="cm"/>
    </inkml:brush>
  </inkml:definitions>
  <inkml:trace contextRef="#ctx0" brushRef="#br0">1 36 9321,'0'0'3881,"7"-6"-3038,-2 3-642,-3 0 24,1 1 0,0-1 0,0 1 1,0 0-1,0 0 0,0 0 0,0 0 1,1 1-1,-1-1 0,0 1 0,1 0 1,-1 0-1,1 0 0,0 0 0,-1 1 0,1-1 1,4 1-1,-7 4-208,0-1 1,0 1-1,0 0 0,0-1 1,-1 1-1,0 0 0,1 0 1,-1-1-1,-1 1 0,1 0 1,-2 7-1,-12 49-26,10-48-15,0 0 1,2 0-1,-1 0 0,0 22 0,3-33 22,0 0 1,0 0-1,0-1 0,0 1 0,0 0 1,1-1-1,-1 1 0,0 0 1,0-1-1,1 1 0,-1-1 1,1 1-1,-1 0 0,1-1 0,-1 1 1,0-1-1,1 1 0,0-1 1,-1 0-1,1 1 0,-1-1 0,1 1 1,0-1-1,-1 0 0,1 1 1,-1-1-1,1 0 0,1 0 0,29 3 10,29-12 7,-34 1-180,1-1 0,-2-2 0,28-15 0,-39 18-1700,0-1 1,0-1-1,20-18 0,-11 2-4974</inkml:trace>
</inkml:ink>
</file>

<file path=ppt/ink/ink2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01.446"/>
    </inkml:context>
    <inkml:brush xml:id="br0">
      <inkml:brushProperty name="width" value="0.025" units="cm"/>
      <inkml:brushProperty name="height" value="0.025" units="cm"/>
    </inkml:brush>
  </inkml:definitions>
  <inkml:trace contextRef="#ctx0" brushRef="#br0">33 0 11275,'0'0'3075,"50"10"-2307,-31 12 674,0 8-193,-3 4-416,-6 6-289,-3 3-320,-7 3-96,0 3-63,-15-1-33,-5 0-32,-3-4 0,-1-6-97,1-8-1184,4-7-1730,2-11-1665,5-7-4805</inkml:trace>
</inkml:ink>
</file>

<file path=ppt/ink/ink2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02.134"/>
    </inkml:context>
    <inkml:brush xml:id="br0">
      <inkml:brushProperty name="width" value="0.025" units="cm"/>
      <inkml:brushProperty name="height" value="0.025" units="cm"/>
    </inkml:brush>
  </inkml:definitions>
  <inkml:trace contextRef="#ctx0" brushRef="#br0">500 0 7431,'0'0'8130,"8"1"-7340,26 0-454,-12 0-223,1 0 1,-1 2-1,0 0 0,29 8 0,-45-9-108,1 1 1,-1-1-1,0 1 0,0 0 1,0 1-1,0-1 1,-1 1-1,0 0 0,1 1 1,-1-1-1,-1 1 0,1 0 1,-1 0-1,0 1 1,0-1-1,0 1 0,-1 0 1,0 0-1,4 10 0,-2 0 18,0 1-1,-2 0 1,0 0-1,0 0 1,-1 27-1,-8 91 249,3-96-137,3 560 768,7-326 299,-6-249-914,-1 0 0,-1 1-1,-1-1 1,-8 37 0,7-53-214,0 0-1,0-1 1,0 1 0,-1-1-1,0 1 1,-1-1 0,1 0-1,-1-1 1,-1 1 0,1-1-1,-1 0 1,0 0 0,-1-1-1,1 0 1,-1 0-1,-13 7 1,-7 1-16,0 0 0,-1-2 1,0-2-1,-1 0 0,-43 7 0,-152 10-475,99-20-1584,-8-5-2450</inkml:trace>
</inkml:ink>
</file>

<file path=ppt/ink/ink2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03.226"/>
    </inkml:context>
    <inkml:brush xml:id="br0">
      <inkml:brushProperty name="width" value="0.025" units="cm"/>
      <inkml:brushProperty name="height" value="0.025" units="cm"/>
    </inkml:brush>
  </inkml:definitions>
  <inkml:trace contextRef="#ctx0" brushRef="#br0">513 10 10346,'0'0'438,"-11"-3"373,-6 0-709,-1 1 0,1 1 0,-1 0 0,0 2 0,0 0 1,1 0-1,-25 7 0,-6 3 57,-80 23 58,113-30-156,1 2-1,0 0 1,1 0 0,-1 2-1,1-1 1,-17 14 0,26-16-22,0-1 1,0 0 0,0 1 0,0 0 0,1 0 0,0 0-1,0 0 1,0 1 0,1-1 0,0 1 0,0-1 0,0 1 0,1 0-1,-2 7 1,1 10 49,0 0 0,2 32 0,1-30 55,5 75 592,5 0-1,25 106 1,-13-79-503,21 144 226,15 521 0,-59-534-363,0-256-92,0-1-1,1 1 0,-1 0 1,0 0-1,1 0 0,-1-1 0,1 1 1,-1 0-1,1 0 0,0-1 1,0 1-1,-1 0 0,1-1 0,1 1 1,-1-1-1,0 1 0,0-1 0,0 0 1,1 0-1,-1 1 0,1-1 1,-1 0-1,1 0 0,-1 0 0,1 0 1,0-1-1,-1 1 0,1 0 1,0-1-1,0 1 0,-1-1 0,1 0 1,0 1-1,3-1 0,9 1 40,-1-1 0,1 0 0,-1-1 0,14-3 0,-15 2-4,70-13 69,-1-5 1,113-41-1,-130 39-76,175-66-2519,-133 35-2697</inkml:trace>
</inkml:ink>
</file>

<file path=ppt/ink/ink2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29.067"/>
    </inkml:context>
    <inkml:brush xml:id="br0">
      <inkml:brushProperty name="width" value="0.025" units="cm"/>
      <inkml:brushProperty name="height" value="0.025" units="cm"/>
    </inkml:brush>
  </inkml:definitions>
  <inkml:trace contextRef="#ctx0" brushRef="#br0">304 2 2146,'0'0'10842,"-9"-1"-10762,-10 0-56,-1 2 0,0 0 0,1 2 0,-1 0 0,1 1 1,0 1-1,-21 8 0,18-6-26,10-5 8,1 2 1,1 0-1,-18 8 1,25-11-7,1 1 0,0-1 0,0 1 0,0-1 0,0 1 1,0 0-1,0-1 0,0 1 0,1 0 0,-1 0 0,1 0 0,-1 1 0,1-1 0,0 0 1,0 0-1,0 1 0,0-1 0,0 1 0,0-1 0,1 1 0,-1 3 0,-1 79 709,12 120-1,1-8-144,-9-88-436,-11 302 811,9-409-886,-1 0 0,1 0-1,-1 0 1,1 1-1,0-1 1,0 0-1,0 0 1,0 1 0,1-1-1,-1 0 1,1 0-1,0 4 1,1-5-13,-1 0 0,1 0 0,-1-1 0,1 1 0,0-1 0,-1 1-1,1-1 1,-1 0 0,1 1 0,0-1 0,-1 0 0,1 0 0,0 0 0,-1-1 0,3 1 0,6 0 63,38-4 86,-1-1 1,0-3-1,79-22 1,-109 21-2479,-9-10-3841,-7 0-1536</inkml:trace>
</inkml:ink>
</file>

<file path=ppt/ink/ink2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30.159"/>
    </inkml:context>
    <inkml:brush xml:id="br0">
      <inkml:brushProperty name="width" value="0.025" units="cm"/>
      <inkml:brushProperty name="height" value="0.025" units="cm"/>
    </inkml:brush>
  </inkml:definitions>
  <inkml:trace contextRef="#ctx0" brushRef="#br0">26 61 6118,'0'0'9128,"-4"-7"-8610,0 1-367,2 4-101,0 0-1,0 0 0,1 0 0,-1 0 0,1-1 0,0 1 0,0 0 0,0-1 0,0 1 0,0-1 0,0 1 0,1-1 0,-1-4 0,1 6-37,1 0 0,0 0-1,0 1 1,-1-1-1,1 0 1,0 0 0,0 1-1,0-1 1,0 1-1,0-1 1,0 1 0,0-1-1,0 1 1,0-1-1,0 1 1,0 0 0,1 0-1,-1 0 1,0-1-1,0 1 1,0 0 0,0 0-1,0 0 1,0 1-1,1-1 1,-1 0 0,0 0-1,2 1 1,35 7 196,-32-5-209,0 1 1,0 0 0,-1 0-1,0 0 1,1 1-1,-2 0 1,1 0 0,0 0-1,-1 1 1,0-1-1,0 1 1,-1 0 0,0 0-1,0 0 1,0 1-1,0-1 1,-1 1-1,0-1 1,-1 1 0,0 0-1,0 0 1,0 0-1,-1 0 1,0 0 0,0-1-1,0 1 1,-1 0-1,-2 9 1,1-5 0,0 0-1,-1-1 1,0 1 0,0-1 0,-1 0 0,-1 1-1,0-2 1,0 1 0,-1-1 0,0 1-1,0-2 1,-1 1 0,-1-1 0,1 0 0,-1 0-1,-1-1 1,-12 9 0,21-16 2,0 1 0,-1-1 0,1 0 1,0 1-1,0-1 0,-1 0 0,1 1 0,0-1 0,-1 0 1,1 1-1,-1-1 0,1 0 0,0 0 0,-1 0 0,1 1 1,-1-1-1,1 0 0,0 0 0,-1 0 0,1 0 0,-1 0 1,1 0-1,-1 0 0,1 0 0,-1 0 0,1 0 1,0 0-1,-1 0 0,1 0 0,-1 0 0,1 0 0,-1 0 1,1 0-1,0-1 0,-1 1 0,1 0 0,-1 0 0,1 0 1,0-1-1,-1 1 0,1 0 0,0-1 0,-1 1 0,1 0 1,0-1-1,-1 1 0,1 0 0,0-1 0,0 1 0,0-1 1,-1 1-1,1 0 0,0-1 0,0 1 0,0-1 0,0 1 1,0-1-1,0 1 0,0-1 0,0-2 4,0 0-1,1 1 1,-1-1 0,1 1-1,0-1 1,-1 1 0,1-1-1,0 1 1,1 0-1,0-3 1,11-11-5,1 0 0,0 0 0,17-14 0,-19 20 3,0-1 0,-1 0 0,0-1 0,-1 0 0,-1-1 0,16-26 0,-17 0 44,-7 38 1,-1 0 1,0 0-1,1 0 0,-1 0 1,0 0-1,0 0 1,0 0-1,0 0 1,0 0-1,0 0 0,0 0 1,0 0-1,0 0 1,0 0-1,-1 0 1,1 0-1,0 0 0,-1 0 1,1 0-1,-1 1 1,1-1-1,-1 0 1,1 0-1,-1 0 0,0 0 1,1 1-1,-1-1 1,0 0-1,1 1 1,-1-1-1,0 0 0,0 1 1,0-1-1,-1 0 1,1 2-48,0-1 0,0 1 0,0 0 1,0-1-1,1 1 0,-1 0 0,0 0 1,0-1-1,1 1 0,-1 0 0,1 0 1,-1 0-1,0 0 0,1 0 0,0 0 1,-1 0-1,1 0 0,0 0 0,-1 0 1,1 0-1,0 0 0,0 2 0,-6 30-38,6-29 47,-2 11-12,0-1 0,1 1-1,1 0 1,0 0 0,1-1 0,5 23-1,-5-33 3,0 0 1,0-1-1,0 1 0,1-1 0,-1 1 0,1-1 0,0 0 0,0 0 1,0 0-1,0 0 0,1 0 0,-1 0 0,1 0 0,-1-1 1,1 1-1,0-1 0,0 0 0,0 0 0,1 0 0,-1 0 1,0-1-1,1 1 0,-1-1 0,1 0 0,-1 0 0,1 0 1,0 0-1,0-1 0,-1 0 0,8 0 0,-1 1-254,0-2 0,0 1 0,0-1 0,0-1 0,15-3 0,20-18-4592,-19 4-1188</inkml:trace>
</inkml:ink>
</file>

<file path=ppt/ink/ink2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30.673"/>
    </inkml:context>
    <inkml:brush xml:id="br0">
      <inkml:brushProperty name="width" value="0.025" units="cm"/>
      <inkml:brushProperty name="height" value="0.025" units="cm"/>
    </inkml:brush>
  </inkml:definitions>
  <inkml:trace contextRef="#ctx0" brushRef="#br0">71 1 7111,'0'0'2690,"-50"38"-2530,40-16-96,3 4 1,4 1-65,3-3 64,0-3-2723</inkml:trace>
</inkml:ink>
</file>

<file path=ppt/ink/ink2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30.952"/>
    </inkml:context>
    <inkml:brush xml:id="br0">
      <inkml:brushProperty name="width" value="0.025" units="cm"/>
      <inkml:brushProperty name="height" value="0.025" units="cm"/>
    </inkml:brush>
  </inkml:definitions>
  <inkml:trace contextRef="#ctx0" brushRef="#br0">0 1 13164,'0'0'3684,"6"58"-3588,-6-30-64,0 6 0,1 2-32,-1 2 32,0-6-32,3-5-320,-1-12-3268,2-10-2754</inkml:trace>
</inkml:ink>
</file>

<file path=ppt/ink/ink2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31.327"/>
    </inkml:context>
    <inkml:brush xml:id="br0">
      <inkml:brushProperty name="width" value="0.025" units="cm"/>
      <inkml:brushProperty name="height" value="0.025" units="cm"/>
    </inkml:brush>
  </inkml:definitions>
  <inkml:trace contextRef="#ctx0" brushRef="#br0">1 133 12940,'0'0'7207,"52"-16"-7143,-24 11-32,5-1 0,6-2-32,5-1 32,2-2-64,-2-2-320,0-5-1826,-3-1-2338,-5-8-6759</inkml:trace>
</inkml:ink>
</file>

<file path=ppt/ink/ink2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32.718"/>
    </inkml:context>
    <inkml:brush xml:id="br0">
      <inkml:brushProperty name="width" value="0.025" units="cm"/>
      <inkml:brushProperty name="height" value="0.025" units="cm"/>
    </inkml:brush>
  </inkml:definitions>
  <inkml:trace contextRef="#ctx0" brushRef="#br0">1 1 7815,'0'0'1298,"0"9"-1037,14 187 3767,6 105-2696,-20-280-1922,2 10 2791,-2-58 213,15-480-2014,-15 507-398,0 0-1,0 0 1,0 0-1,0 0 0,0 0 1,0 0-1,0 0 0,0 0 1,0 0-1,0 0 0,0 0 1,0 0-1,0 0 0,0 0 1,0 0-1,0 0 0,1 0 1,-1 0-1,0 0 0,0 0 1,0 0-1,0 0 1,0 0-1,0 0 0,0 0 1,0 0-1,0 0 0,0 0 1,0 0-1,0 0 0,0 0 1,1 0-1,-1 0 0,0 0 1,0 0-1,0 0 0,0 0 1,0 0-1,0 0 0,0 0 1,0 0-1,0 0 0,0 0 1,0-1-1,0 1 1,0 0-1,0 0 0,0 0 1,0 0-1,0 0 0,0 0 1,0 0-1,0 0 0,7 13 118,12 37 166,8 18-62,-23-62-252,-1 0 0,0 0 0,1-1 0,0 1 0,1-1 0,-1 0 0,1 0 0,0-1 0,0 1 0,0-1 0,1 0 0,7 4 0,-10-7 17,-1 0-1,1 0 1,-1 0 0,1 0-1,-1 0 1,1-1-1,0 1 1,-1-1-1,1 0 1,0 0-1,-1 0 1,1 0-1,-1 0 1,1-1-1,0 1 1,-1-1-1,1 1 1,-1-1-1,1 0 1,-1 0-1,1 0 1,-1-1-1,0 1 1,1 0-1,-1-1 1,0 1-1,0-1 1,0 0-1,0 0 1,0 0-1,-1 0 1,1 0 0,2-4-1,1-2-15,-1 0 0,0 0 0,-1 0 0,1 0 1,-1-1-1,1-9 0,-3 14 30,0 1 1,0-1-1,0 0 1,-1 1-1,1-1 1,-1 0 0,0 1-1,0-1 1,-1 0-1,1 1 1,-1-1-1,0 0 1,0 1-1,0-1 1,0 1-1,-1-1 1,-2-3 0,4 6 0,0 1 1,0 0 0,0 0-1,0-1 1,-1 1 0,1 0-1,0 0 1,0-1 0,0 1-1,-1 0 1,1 0 0,0 0-1,0-1 1,-1 1 0,1 0-1,0 0 1,-1 0 0,1 0-1,0 0 1,-1-1 0,1 1-1,0 0 1,0 0-1,-1 0 1,1 0 0,0 0-1,-1 0 1,1 0 0,0 0-1,-1 0 1,1 0 0,0 1-1,-1-1 1,1 0 0,0 0-1,-1 0 1,1 0 0,0 0-1,0 1 1,-1-1 0,1 0-1,0 0 1,0 0 0,-1 1-1,1-1 1,0 0 0,0 0-1,0 1 1,-1-1 0,1 0-1,0 0 1,0 1 0,0-1-1,0 0 1,0 1 0,0-1-1,-1 0 1,1 1 0,0-1-1,0 0 1,0 1 0,0-1-1,0 0 1,0 1 0,0-1-1,0 0 1,1 0 0,-1 1-1,-3 23-69,3-12 116,1 0-1,0 0 1,1 0 0,0 0-1,1 0 1,0 0-1,9 21 1,-9-28-275,-1 0 1,1 0-1,0 0 1,0 0-1,1-1 0,-1 1 1,1-1-1,0 0 1,0 0-1,0 0 1,1-1-1,-1 1 1,1-1-1,0 0 1,0-1-1,0 1 0,1-1 1,-1 0-1,7 2 1,7-2-3673,-1-1-609</inkml:trace>
</inkml:ink>
</file>

<file path=ppt/ink/ink2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32.904"/>
    </inkml:context>
    <inkml:brush xml:id="br0">
      <inkml:brushProperty name="width" value="0.025" units="cm"/>
      <inkml:brushProperty name="height" value="0.025" units="cm"/>
    </inkml:brush>
  </inkml:definitions>
  <inkml:trace contextRef="#ctx0" brushRef="#br0">0 0 9289,'0'0'8200,"16"51"-7912,-16-29 96,0 3-256,0 2-128,0 0 32,1-5-64,0-5-1761,3-9-4934</inkml:trace>
</inkml:ink>
</file>

<file path=ppt/ink/ink2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34.125"/>
    </inkml:context>
    <inkml:brush xml:id="br0">
      <inkml:brushProperty name="width" value="0.025" units="cm"/>
      <inkml:brushProperty name="height" value="0.025" units="cm"/>
    </inkml:brush>
  </inkml:definitions>
  <inkml:trace contextRef="#ctx0" brushRef="#br0">5 85 6470,'0'0'4730,"-1"-9"-3187,-2-29-214,3 36-1265,0 1 0,0-1-1,0 1 1,0 0 0,0-1 0,0 1-1,1-1 1,-1 1 0,0 0 0,1-1 0,-1 1-1,1 0 1,-1-1 0,1 1 0,0 0-1,-1 0 1,1 0 0,0 0 0,0-1 0,0 1-1,0 0 1,0 0 0,0 1 0,0-1-1,0 0 1,0 0 0,1 0 0,-1 1 0,0-1-1,0 1 1,1-1 0,-1 1 0,0-1-1,1 1 1,-1 0 0,1 0 0,-1-1 0,0 1-1,1 0 1,1 1 0,1-1-64,0 0 0,0 0 0,0 1 0,-1-1 0,1 1 0,0 0 0,-1 0 0,1 1 1,0-1-1,-1 1 0,0 0 0,5 3 0,-2 1 2,-1 0 0,0 1 0,0 0 0,-1 0 0,0 0 0,0 1 0,-1-1 0,0 1 0,0 0 0,-1 0-1,0 0 1,0 0 0,-1 1 0,1 11 0,-2-14-1,1 1-1,-1-1 1,0 0-1,0 1 0,-1-1 1,0 1-1,0-1 1,0 0-1,-1 1 0,0-1 1,0 0-1,-1 0 0,0-1 1,0 1-1,0 0 1,0-1-1,-1 0 0,0 0 1,-6 6-1,10-10 2,0-1 1,0 0-1,0 0 0,-1 1 1,1-1-1,0 0 0,0 0 1,0 1-1,0-1 0,-1 0 0,1 0 1,0 0-1,0 1 0,-1-1 1,1 0-1,0 0 0,0 0 1,-1 0-1,1 0 0,0 0 0,0 1 1,-1-1-1,1 0 0,0 0 1,0 0-1,-1 0 0,1 0 1,0 0-1,-1 0 0,1 0 0,0 0 1,0 0-1,-1 0 0,1 0 1,0-1-1,0 1 0,-1 0 1,1 0-1,0 0 0,-1 0 0,1-1 1,2-13 25,14-18-30,18-5 83,17-20-291,-48 53 349,0 0 0,0 0 0,-1 0 0,1-1 0,-1 1-1,0-1 1,-1 1 0,1-1 0,-1 0 0,0 1 0,0-1-1,0-6 1,-1 11-123,0-1-1,0 1 1,-1 0-1,1 0 1,0-1-1,0 1 1,0 0-1,-1 0 1,1 0-1,0 0 1,0-1-1,-1 1 1,1 0-1,0 0 1,0 0-1,-1 0 1,1 0 0,0 0-1,0 0 1,-1 0-1,1 0 1,0-1-1,-1 1 1,1 0-1,0 1 1,0-1-1,-1 0 1,1 0-1,0 0 1,0 0-1,-1 0 1,1 0-1,0 0 1,-1 0-1,1 0 1,0 1-1,0-1 1,-1 0-1,1 0 1,0 0-1,0 0 1,0 1 0,-1-1-1,1 0 1,0 0-1,0 1 1,0-1-1,0 0 1,0 0-1,-1 1 1,1-1-1,0 1 1,-13 12 74,10-6-61,1-1 0,0 1-1,1-1 1,0 1 0,0 0 0,0 0 0,1 0-1,0 0 1,0-1 0,1 1 0,0 0 0,0 0-1,0-1 1,1 1 0,0 0 0,0-1 0,1 0-1,0 1 1,5 6 0,-4-5-323,1-1 1,0 0-1,0-1 0,1 1 1,0-1-1,11 9 0,-12-11-719,1 1 0,0-1 0,1-1 0,-1 0 0,1 1 0,-1-2 0,1 1 0,7 1 0,3-2-4176</inkml:trace>
</inkml:ink>
</file>

<file path=ppt/ink/ink2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34.455"/>
    </inkml:context>
    <inkml:brush xml:id="br0">
      <inkml:brushProperty name="width" value="0.025" units="cm"/>
      <inkml:brushProperty name="height" value="0.025" units="cm"/>
    </inkml:brush>
  </inkml:definitions>
  <inkml:trace contextRef="#ctx0" brushRef="#br0">0 57 9865,'0'0'3129,"4"-7"-1314,0 2-1583,-1 0 1,1 0 0,0 1-1,1-1 1,-1 1 0,1 0-1,-1 0 1,7-3 0,-10 6-220,0 0 1,0 1-1,1-1 0,-1 0 1,0 1-1,1-1 1,-1 1-1,0-1 1,1 1-1,-1 0 0,1-1 1,-1 1-1,1 0 1,-1 0-1,1 0 1,-1 0-1,1 1 0,-1-1 1,0 0-1,1 0 1,-1 1-1,1-1 1,-1 1-1,0-1 0,1 1 1,-1 0-1,0 0 1,0-1-1,1 1 1,-1 0-1,0 0 0,0 0 1,0 0-1,0 0 1,0 1-1,0-1 1,-1 0-1,1 0 0,0 1 1,-1-1-1,1 0 1,0 1-1,-1-1 1,0 0-1,1 1 0,-1-1 1,0 2-1,3 8-133,-2 0 0,1 0 0,-1 0 0,-1-1 0,0 1 0,0 0-1,-1 0 1,-1 0 0,0 0 0,0-1 0,-1 1 0,-1-1 0,1 0 0,-2 1 0,-8 14-1,13-25 119,0 1 0,0-1 0,0 0 0,0 0-1,-1 0 1,1 0 0,0 1 0,0-1-1,0 0 1,0 0 0,0 0 0,0 1-1,0-1 1,0 0 0,0 0 0,0 0 0,0 1-1,0-1 1,0 0 0,0 0 0,0 0-1,0 1 1,0-1 0,0 0 0,0 0 0,0 0-1,0 1 1,1-1 0,-1 0 0,0 0-1,0 0 1,0 0 0,0 1 0,0-1-1,0 0 1,1 0 0,-1 0 0,0 0 0,0 0-1,0 0 1,0 0 0,1 1 0,-1-1-1,0 0 1,0 0 0,15 0-7,15-8 35,11-7-210,39-16 339,-29 7-4066,-28 12-130</inkml:trace>
</inkml:ink>
</file>

<file path=ppt/ink/ink2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34.738"/>
    </inkml:context>
    <inkml:brush xml:id="br0">
      <inkml:brushProperty name="width" value="0.025" units="cm"/>
      <inkml:brushProperty name="height" value="0.025" units="cm"/>
    </inkml:brush>
  </inkml:definitions>
  <inkml:trace contextRef="#ctx0" brushRef="#br0">0 69 9961,'0'0'5510,"69"-6"-4517,-29 0-353,2-2-352,3 0-191,-1 3-33,-2-2-64,-5 2-32,-6 0-1474,-7-3-2722,-8-3-1729</inkml:trace>
</inkml:ink>
</file>

<file path=ppt/ink/ink2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35.409"/>
    </inkml:context>
    <inkml:brush xml:id="br0">
      <inkml:brushProperty name="width" value="0.025" units="cm"/>
      <inkml:brushProperty name="height" value="0.025" units="cm"/>
    </inkml:brush>
  </inkml:definitions>
  <inkml:trace contextRef="#ctx0" brushRef="#br0">53 0 10954,'0'0'219,"0"8"134,0 74 2486,-4 384 1939,7-550-3579,2-4-1051,-13-159 0,7 241-139,-8-40 12,9 44-21,0 1 1,-1 0-1,1-1 0,0 1 0,-1 0 1,1-1-1,-1 1 0,0 0 0,0 0 1,1 0-1,-1-1 0,0 1 1,0 0-1,0 0 0,0 0 0,0 0 1,0 1-1,0-1 0,0 0 0,-1 0 1,1 1-1,0-1 0,0 0 0,-1 1 1,1-1-1,0 1 0,-2-1 1,2 2-5,0 0 1,0 0 0,0-1 0,0 1-1,0 0 1,1 0 0,-1 0 0,0 0-1,1 0 1,-1 0 0,0 0 0,1 0-1,-1 0 1,1 0 0,0 0 0,-1 0-1,1 0 1,0 0 0,0 1 0,0-1-1,-1 0 1,1 0 0,1 0 0,-1 0 0,0 0-1,0 2 1,3 36 16,-2-34-13,1-1 0,0 1-1,0-1 1,0 0 0,1 1 0,-1-1 0,1 0 0,0 0 0,0-1 0,1 1 0,-1-1-1,1 0 1,0 1 0,-1-1 0,1-1 0,1 1 0,-1-1 0,0 1 0,1-1 0,-1-1-1,1 1 1,-1-1 0,1 1 0,0-1 0,0-1 0,0 1 0,-1-1 0,1 1-1,0-1 1,0-1 0,0 1 0,0-1 0,0 0 0,-1 0 0,1 0 0,0-1 0,-1 1-1,1-1 1,-1 0 0,0-1 0,1 1 0,-1-1 0,0 0 0,0 0 0,6-6-1,-3 1-8,-1-1-1,0 0 1,0 0-1,-1 0 1,0 0-1,0-1 1,-1 0-1,0 0 1,-1 0-1,0-1 1,-1 1-1,0-1 1,0-15-1,-3 23-30,-2 8 24,-1 8 8,3-7 26,1 0 1,0 1-1,1-1 0,-1 0 1,1 1-1,1-1 0,-1 0 0,1 0 1,0 0-1,0 0 0,1 0 1,0-1-1,0 1 0,0-1 1,0 1-1,6 5 0,40 35-1320,-11-18-2718,-17-12 14,-7-6-521</inkml:trace>
</inkml:ink>
</file>

<file path=ppt/ink/ink2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35.721"/>
    </inkml:context>
    <inkml:brush xml:id="br0">
      <inkml:brushProperty name="width" value="0.025" units="cm"/>
      <inkml:brushProperty name="height" value="0.025" units="cm"/>
    </inkml:brush>
  </inkml:definitions>
  <inkml:trace contextRef="#ctx0" brushRef="#br0">0 69 3812,'0'0'7991,"4"-7"-6133,-1 2-1553,0 0 0,1 0 0,0 0 1,0 1-1,0-1 0,0 1 0,1 0 0,0 0 0,9-5 1,-12 7-261,0 1 1,1 0-1,-1-1 1,0 1-1,0 0 1,1 0-1,-1 1 1,1-1-1,-1 0 1,1 1-1,-1-1 1,1 1-1,-1 0 1,1 0-1,0 0 1,-1 0-1,1 1 1,-1-1 0,1 1-1,-1-1 1,1 1-1,-1 0 1,0 0-1,1 0 1,-1 0-1,0 0 1,0 1-1,1-1 1,-1 1-1,3 2 1,-3-1-43,1 0 0,-1 0-1,0 0 1,0 0 0,0 0 0,0 0 0,0 1 0,-1-1 0,1 1 0,-1-1 0,0 1-1,0 0 1,-1-1 0,1 1 0,-1 0 0,1-1 0,-1 1 0,-1 0 0,1 0 0,0-1-1,-1 1 1,-1 4 0,-2 7-1,-1-1 0,-1 1-1,0-1 1,-10 15-1,-5 15-70,21-44 66,1 1-1,-1 0 1,1-1 0,-1 1-1,1-1 1,-1 1 0,1-1-1,0 1 1,-1-1-1,1 0 1,0 1 0,-1-1-1,1 0 1,0 1 0,0-1-1,-1 0 1,1 0 0,0 0-1,0 0 1,0 1-1,-1-1 1,1 0 0,0-1-1,0 1 1,-1 0 0,1 0-1,0 0 1,0 0-1,-1 0 1,2-1 0,31-3 11,110-32-1009,-120 29-571,-1-2 0,23-11 0,-24 6-2384,-5-1-2162</inkml:trace>
</inkml:ink>
</file>

<file path=ppt/ink/ink2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36.249"/>
    </inkml:context>
    <inkml:brush xml:id="br0">
      <inkml:brushProperty name="width" value="0.025" units="cm"/>
      <inkml:brushProperty name="height" value="0.025" units="cm"/>
    </inkml:brush>
  </inkml:definitions>
  <inkml:trace contextRef="#ctx0" brushRef="#br0">0 39 11307,'0'0'3897,"9"-5"-3684,5-1-73,0 0-1,1 1 0,-1 1 1,1 0-1,0 1 0,0 1 1,1 0-1,-1 1 0,21 1 1,-28 0-121,-1 0 1,1 0-1,-1 1 1,1 0 0,-1 0-1,0 1 1,1 0-1,-1 0 1,13 6 0,-16-5-5,1 0 0,-1 1 0,0-1 0,0 1 0,0 0 0,-1 0 0,1 0 0,-1 1 0,0-1 0,0 1 0,-1-1 0,1 1 0,-1 0 0,2 8 0,29 95 348,-5 1 0,21 160 0,-42-224-187,3 14 294,-2-1 0,-2 1 0,-4 78 0,-2-136-441,0 0 0,-1 0 1,1 0-1,-1 0 0,1 0 1,0 0-1,-1-1 0,0 1 0,1 0 1,-1 0-1,1 0 0,-1-1 1,0 1-1,0 0 0,1-1 1,-1 1-1,0-1 0,0 1 1,0-1-1,0 1 0,0-1 1,1 0-1,-1 1 0,0-1 1,0 0-1,0 0 0,-1 0 1,-32 4 404,25-3-323,-51 2-167,-67-5 0,107-3-1898,9-9-2284</inkml:trace>
</inkml:ink>
</file>

<file path=ppt/ink/ink2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37.532"/>
    </inkml:context>
    <inkml:brush xml:id="br0">
      <inkml:brushProperty name="width" value="0.025" units="cm"/>
      <inkml:brushProperty name="height" value="0.025" units="cm"/>
    </inkml:brush>
  </inkml:definitions>
  <inkml:trace contextRef="#ctx0" brushRef="#br0">396 1 6342,'0'0'432,"-7"2"-101,-16 5 85,0-2 0,-43 4 0,38-6-199,1 2 1,-39 10 0,63-14-208,0 1 0,0 0 1,0 0-1,1 0 0,-1 0 1,0 0-1,1 1 0,-1 0 1,1-1-1,0 1 0,0 0 0,0 0 1,0 0-1,0 0 0,1 0 1,-1 0-1,-1 7 0,-16 66 1241,16-59-808,-14 76 1258,-7 169 1,21 97-715,4-253-893,12 306 221,0 35-144,-44 543 774,26-947-888,-12 51 1,-1 4-2,17-94-11,1 0 1,-1 0 0,1 0 0,0 1-1,-1-1 1,2 0 0,-1 0 0,0 0-1,1 0 1,0 0 0,0 0-1,0 0 1,1 0 0,-1 0 0,1-1-1,0 1 1,0 0 0,0-1-1,4 6 1,-1-6 69,-1 0-1,1 0 1,0 0-1,0-1 1,0 1-1,0-1 1,0 0-1,0 0 1,1-1-1,-1 0 1,1 0-1,-1 0 1,1-1-1,7 1 1,93 3 39,210-18 1,-247 2-3272,-6-8-3492</inkml:trace>
</inkml:ink>
</file>

<file path=ppt/ink/ink2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45.700"/>
    </inkml:context>
    <inkml:brush xml:id="br0">
      <inkml:brushProperty name="width" value="0.025" units="cm"/>
      <inkml:brushProperty name="height" value="0.025" units="cm"/>
    </inkml:brush>
  </inkml:definitions>
  <inkml:trace contextRef="#ctx0" brushRef="#br0">121 51 5573,'0'0'3673,"0"-7"-3059,2-22-80,-2 29-527,0 0 1,0 0-1,-1 0 1,1 0 0,0 1-1,0-1 1,0 0-1,0 0 1,0 0-1,-1 0 1,1 0-1,0 0 1,0 0 0,0 0-1,0 0 1,-1 0-1,1 0 1,0 0-1,0 0 1,0 0-1,0 0 1,-1 0-1,1 0 1,0 0 0,0 0-1,0 0 1,0 0-1,0 0 1,-1 0-1,1 0 1,0 0-1,0-1 1,0 1-1,0 0 1,0 0 0,-1 0-1,1 0 1,0 0-1,0 0 1,0 0-1,0-1 1,0 1-1,0 0 1,0 0-1,0 0 1,0 0 0,-1 0-1,1-1 1,0 1-1,0 0 1,0 0-1,0 0 1,0 0-1,0-1 1,0 1 0,0 0-1,0 0 1,0 0-1,0 0 1,0-1-1,0 1 1,1 0-1,-9 9 267,8-9-270,-34 66-14,27-49 7,-1-1 0,-1 1 0,-1-1 0,0-1 1,-20 24-1,34-58 475,10-12-79,6-1-124,24-41 184,-17 23 2658,-27 50-3096,0 0 1,0 0 0,1-1 0,-1 1-1,0 0 1,1 0 0,-1 0 0,0 0-1,1 0 1,-1 0 0,0 0 0,1 0-1,-1 0 1,0 0 0,1 0 0,-1 0-1,0 0 1,1 0 0,-1 0 0,0 1 0,1-1-1,-1 0 1,0 0 0,0 0 0,1 0-1,-1 1 1,0-1 0,0 0 0,1 0-1,-1 0 1,0 1 0,0-1 0,1 0-1,-1 0 1,0 1 0,0-1 0,0 0-1,0 1 1,0-1 0,1 0 0,-1 0-1,0 1 1,0-1 0,0 0 0,0 1-1,0-1 1,0 0 0,0 1 0,8 16-73,1 8 95,-1 1 0,-1 0 0,-1 0 0,4 48 0,-4 112-30,-5-107-46,0-66-48,0 14-1279,-4-13-4156,-2-9 1373</inkml:trace>
</inkml:ink>
</file>

<file path=ppt/ink/ink2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45.935"/>
    </inkml:context>
    <inkml:brush xml:id="br0">
      <inkml:brushProperty name="width" value="0.025" units="cm"/>
      <inkml:brushProperty name="height" value="0.025" units="cm"/>
    </inkml:brush>
  </inkml:definitions>
  <inkml:trace contextRef="#ctx0" brushRef="#br0">0 52 5894,'0'0'9897,"45"3"-9224,-7-4-353,11-7-256,4 0 0,9-2-32,1 4 0,1 0-32,-2 1-929,-6-6-3907</inkml:trace>
</inkml:ink>
</file>

<file path=ppt/ink/ink2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49.181"/>
    </inkml:context>
    <inkml:brush xml:id="br0">
      <inkml:brushProperty name="width" value="0.025" units="cm"/>
      <inkml:brushProperty name="height" value="0.025" units="cm"/>
    </inkml:brush>
  </inkml:definitions>
  <inkml:trace contextRef="#ctx0" brushRef="#br0">153 0 8264,'-7'9'96,"-23"30"375,2 2 0,1 0 0,-33 74 0,82-159 111,1 1 0,50-67 0,-71 117-367,0 1-1,-1-1 1,0 1-1,0 0 1,-1 13-1,0-11-6,16 153 509,1 65-1658,-18-195-2593,-6-3-1068</inkml:trace>
</inkml:ink>
</file>

<file path=ppt/ink/ink2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5:49.354"/>
    </inkml:context>
    <inkml:brush xml:id="br0">
      <inkml:brushProperty name="width" value="0.025" units="cm"/>
      <inkml:brushProperty name="height" value="0.025" units="cm"/>
    </inkml:brush>
  </inkml:definitions>
  <inkml:trace contextRef="#ctx0" brushRef="#br0">0 121 9065,'0'0'1601,"68"-23"-544,-27 12-160,12-1-353,5-3-159,9 3-289,-1 1 0,0 2-160,-4-3-1217,-6-3-5830</inkml:trace>
</inkml:ink>
</file>

<file path=ppt/ink/ink2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04.459"/>
    </inkml:context>
    <inkml:brush xml:id="br0">
      <inkml:brushProperty name="width" value="0.025" units="cm"/>
      <inkml:brushProperty name="height" value="0.025" units="cm"/>
    </inkml:brush>
  </inkml:definitions>
  <inkml:trace contextRef="#ctx0" brushRef="#br0">1 0 2691,'0'0'8354,"1"12"-7612,17 206 2416,-11-172-3120,1 1 0,28 83 1,-35-127-145,16 38-614,-16-40 491,-1 0 0,1 0 0,-1 0 0,1 0 0,-1 0 0,1 0 0,0 0 0,-1 0 0,1 0 1,0-1-1,0 1 0,0 0 0,0 0 0,0-1 0,0 1 0,0 0 0,0-1 0,0 1 0,0-1 0,0 1 0,0-1 0,0 0 0,0 1 0,0-1 0,0 0 0,1 0 1,-1 0-1,0 0 0,0 0 0,0 0 0,2 0 0,8-8-4725</inkml:trace>
</inkml:ink>
</file>

<file path=ppt/ink/ink2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04.662"/>
    </inkml:context>
    <inkml:brush xml:id="br0">
      <inkml:brushProperty name="width" value="0.025" units="cm"/>
      <inkml:brushProperty name="height" value="0.025" units="cm"/>
    </inkml:brush>
  </inkml:definitions>
  <inkml:trace contextRef="#ctx0" brushRef="#br0">0 4 13293,'0'0'736,"59"-4"-479,-28 4-65,7 2-64,1 6 0,2 2-64,-2-1-32,-3 0 0,-2 1-32,-4-1 0,-6-2-416,-3-4-2531,-7-3-1858</inkml:trace>
</inkml:ink>
</file>

<file path=ppt/ink/ink2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04.866"/>
    </inkml:context>
    <inkml:brush xml:id="br0">
      <inkml:brushProperty name="width" value="0.025" units="cm"/>
      <inkml:brushProperty name="height" value="0.025" units="cm"/>
    </inkml:brush>
  </inkml:definitions>
  <inkml:trace contextRef="#ctx0" brushRef="#br0">101 1 1794,'0'0'12556,"-42"1"-12396,35 16-128,-4 3 32,2 6 160,3 3 0,-2 2-64,3 3-128,0 2 32,2 1-96,-1-1-320,3-5-1762,1-8-2210</inkml:trace>
</inkml:ink>
</file>

<file path=ppt/ink/ink2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05.225"/>
    </inkml:context>
    <inkml:brush xml:id="br0">
      <inkml:brushProperty name="width" value="0.025" units="cm"/>
      <inkml:brushProperty name="height" value="0.025" units="cm"/>
    </inkml:brush>
  </inkml:definitions>
  <inkml:trace contextRef="#ctx0" brushRef="#br0">0 114 14638,'5'-10'320,"-1"1"-232,2-4 35,0 1 1,0 0-1,11-14 1,-16 23-113,0 1 0,1 0-1,-1 0 1,1 0 0,0 0 0,0 0 0,-1 1 0,1-1 0,0 1 0,0-1 0,0 1-1,1-1 1,-1 1 0,0 0 0,1 0 0,-1 0 0,0 0 0,1 1 0,-1-1-1,1 1 1,-1-1 0,1 1 0,-1 0 0,1 0 0,-1 0 0,6 1 0,-6 0-13,0 1 0,-1-1 1,1 0-1,0 1 0,-1 0 1,1-1-1,-1 1 0,1 0 1,-1 0-1,0 0 0,1 0 1,-1 0-1,0 0 1,-1 0-1,1 0 0,0 1 1,0-1-1,-1 0 0,0 0 1,1 1-1,-1 2 0,4 53-36,-4-57 38,0 196-37,0-196 32,0 0 0,1 1 0,-1-1 0,0 0 0,0 0 1,0 0-1,1 0 0,-1 0 0,1 0 0,-1 0 0,1 0 1,-1 0-1,1 0 0,-1 0 0,1 0 0,0 0 0,0 0 1,-1 0-1,1-1 0,0 1 0,0 0 0,0-1 0,0 1 1,0 0-1,2 0 0,1 0 2,-1 1 1,1-1-1,0 0 0,0-1 0,0 1 1,0-1-1,7 1 0,6-2 13,-1-1 0,31-7 0,117-38-650,-58 3-4074,-51 15-1212</inkml:trace>
</inkml:ink>
</file>

<file path=ppt/ink/ink2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05.489"/>
    </inkml:context>
    <inkml:brush xml:id="br0">
      <inkml:brushProperty name="width" value="0.025" units="cm"/>
      <inkml:brushProperty name="height" value="0.025" units="cm"/>
    </inkml:brush>
  </inkml:definitions>
  <inkml:trace contextRef="#ctx0" brushRef="#br0">0 0 14446,'0'0'448,"60"28"-384,-35-10-64,1-1 32,0 3 32,2-1-64,-2-3 0,0-1 32,-1-1-32,1-5-96,-3-5-1249,-4-4-1121,-3-4-2019</inkml:trace>
</inkml:ink>
</file>

<file path=ppt/ink/ink2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05.677"/>
    </inkml:context>
    <inkml:brush xml:id="br0">
      <inkml:brushProperty name="width" value="0.025" units="cm"/>
      <inkml:brushProperty name="height" value="0.025" units="cm"/>
    </inkml:brush>
  </inkml:definitions>
  <inkml:trace contextRef="#ctx0" brushRef="#br0">283 1 12139,'0'0'161,"-49"10"1120,24 3-993,-1 11 32,0 3-159,1 3 31,-1 2 64,1 6-224,1 1 0,3 4-32,3-4-64,6-6-2691,6-8-3298</inkml:trace>
</inkml:ink>
</file>

<file path=ppt/ink/ink2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06.005"/>
    </inkml:context>
    <inkml:brush xml:id="br0">
      <inkml:brushProperty name="width" value="0.025" units="cm"/>
      <inkml:brushProperty name="height" value="0.025" units="cm"/>
    </inkml:brush>
  </inkml:definitions>
  <inkml:trace contextRef="#ctx0" brushRef="#br0">0 50 14061,'0'0'294,"5"-7"-6,18-24-128,-23 30-158,1 0 0,-1 0-1,1 0 1,0 1 0,-1-1-1,1 0 1,0 1 0,-1-1 0,1 1-1,0-1 1,0 1 0,-1-1-1,1 1 1,0-1 0,0 1-1,0 0 1,0-1 0,0 1 0,0 0-1,0 0 1,0 0 0,0-1-1,1 1 1,-1 1-2,-1-1 0,1 1 0,0-1-1,-1 1 1,1 0 0,0-1 0,-1 1 0,1-1 0,-1 1 0,1 0-1,-1 0 1,1-1 0,-1 1 0,0 0 0,1 0 0,-1-1 0,0 1-1,1 0 1,-1 1 0,4 42-15,-4-43 19,-2 48-5,0-32 2,2-1 0,-1 1 0,2-1 0,0 1 0,7 30 0,-7-44-20,0 0 0,0 0-1,1-1 1,-1 1 0,1-1-1,-1 1 1,1-1-1,0 1 1,0-1 0,0 0-1,0 0 1,0 0 0,1 0-1,-1 0 1,1 0-1,-1-1 1,1 1 0,4 1-1,-1-1-54,1 0 0,-1-1 0,1 1 0,-1-1 0,1 0 0,0-1 0,0 0 0,6 0 0,9-3-478,-1 0-1,0-1 1,0-1 0,25-10 0,-7-1-1493,-2-2-832</inkml:trace>
</inkml:ink>
</file>

<file path=ppt/ink/ink2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06.226"/>
    </inkml:context>
    <inkml:brush xml:id="br0">
      <inkml:brushProperty name="width" value="0.025" units="cm"/>
      <inkml:brushProperty name="height" value="0.025" units="cm"/>
    </inkml:brush>
  </inkml:definitions>
  <inkml:trace contextRef="#ctx0" brushRef="#br0">0 0 14350,'0'0'160,"55"42"-96,-33-25-64,2-1 0,1-1 64,-3-2-96,-2-1 0,0-2-1249,-4-5-1858,-3-5-2467</inkml:trace>
</inkml:ink>
</file>

<file path=ppt/ink/ink2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06.410"/>
    </inkml:context>
    <inkml:brush xml:id="br0">
      <inkml:brushProperty name="width" value="0.025" units="cm"/>
      <inkml:brushProperty name="height" value="0.025" units="cm"/>
    </inkml:brush>
  </inkml:definitions>
  <inkml:trace contextRef="#ctx0" brushRef="#br0">126 1 12716,'0'0'1345,"-44"37"-1120,28-12 31,3 4-160,0 3 64,1 0-160,2 0 64,2 2-96,3-3 32,1-3-256,4-8-2691,0-6-3011</inkml:trace>
</inkml:ink>
</file>

<file path=ppt/ink/ink2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06.723"/>
    </inkml:context>
    <inkml:brush xml:id="br0">
      <inkml:brushProperty name="width" value="0.025" units="cm"/>
      <inkml:brushProperty name="height" value="0.025" units="cm"/>
    </inkml:brush>
  </inkml:definitions>
  <inkml:trace contextRef="#ctx0" brushRef="#br0">0 56 13004,'0'0'1239,"6"-8"-406,17-26-97,-23 33-715,1 0 0,-1 0-1,1 0 1,0 0 0,-1 0-1,1 1 1,0-1 0,0 0-1,0 0 1,0 1 0,0-1-1,0 1 1,0-1 0,-1 1-1,2-1 1,-1 1 0,0-1 0,0 1-1,0 0 1,0 0 0,0-1-1,2 1 1,-2 1-17,0-1 1,0 0-1,0 1 1,0 0-1,0-1 0,0 1 1,-1-1-1,1 1 1,0 0-1,0 0 0,-1-1 1,1 1-1,0 0 1,-1 0-1,1 0 0,-1 0 1,1 0-1,0 1 1,9 44-47,-9 10 38,3 27 9,-3-77-4,0 0-1,0 1 0,1-1 1,-1 0-1,2 0 0,-1 0 1,1 0-1,-1 0 1,2-1-1,3 7 0,-4-9 3,1 0-1,0 0 0,0 0 0,1 0 0,-1-1 0,0 0 0,1 1 0,-1-2 0,1 1 0,0 0 0,0-1 0,0 0 0,-1 0 0,1-1 0,0 1 1,0-1-1,0 0 0,0 0 0,7-1 0,10-2 14,0 0 1,41-11-1,12-12-764,-30 2-3089,-18 3-2783</inkml:trace>
</inkml:ink>
</file>

<file path=ppt/ink/ink2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07.035"/>
    </inkml:context>
    <inkml:brush xml:id="br0">
      <inkml:brushProperty name="width" value="0.025" units="cm"/>
      <inkml:brushProperty name="height" value="0.025" units="cm"/>
    </inkml:brush>
  </inkml:definitions>
  <inkml:trace contextRef="#ctx0" brushRef="#br0">82 1 16303,'0'0'161,"-8"46"-33,-5 6-128,-2 13 32,0 10 32,1 6-64,5-2 32,3 5-32,4-4 0,4-1 0,-2-7-929,6-11-1121,7-17-3235</inkml:trace>
</inkml:ink>
</file>

<file path=ppt/ink/ink2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07.235"/>
    </inkml:context>
    <inkml:brush xml:id="br0">
      <inkml:brushProperty name="width" value="0.025" units="cm"/>
      <inkml:brushProperty name="height" value="0.025" units="cm"/>
    </inkml:brush>
  </inkml:definitions>
  <inkml:trace contextRef="#ctx0" brushRef="#br0">320 1 19250,'0'0'64,"-30"44"-224,-1 11 128,-6 13 0,-4 12 0,0 4 96,1 4-96,5-2 0,-1-7-1858,7-9-5060</inkml:trace>
</inkml:ink>
</file>

<file path=ppt/ink/ink2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39.138"/>
    </inkml:context>
    <inkml:brush xml:id="br0">
      <inkml:brushProperty name="width" value="0.025" units="cm"/>
      <inkml:brushProperty name="height" value="0.025" units="cm"/>
    </inkml:brush>
  </inkml:definitions>
  <inkml:trace contextRef="#ctx0" brushRef="#br0">1 53 3075,'0'0'10944,"1"-7"-10731,-1 4-205,1 1 0,-1 0 0,1 0 0,-1 0 0,1 0 0,0 0 0,0 0 0,0 0 0,0 0 0,0 1-1,0-1 1,1 0 0,-1 0 0,0 1 0,1-1 0,0 1 0,-1-1 0,1 1 0,0 0 0,3-2 0,-2 2-5,1-1 0,0 1 0,-1 1 0,1-1 0,0 0 1,-1 1-1,1 0 0,0 0 0,-1 0 0,1 0 0,0 0 0,0 1 0,-1 0 1,7 2-1,-3-1-6,-1 1 0,0 0 0,-1 0 1,1 1-1,-1-1 0,1 1 1,-1 1-1,0-1 0,0 1 0,-1-1 1,1 1-1,-1 1 0,0-1 1,-1 0-1,1 1 0,-1 0 0,0 0 1,-1 0-1,1 0 0,-1 1 0,1 6 1,1 3-3,0-1-1,-2 1 1,0-1 0,0 1 0,-2 0 0,0 0-1,-4 29 1,2-36 3,0-1-1,-1 1 1,0 0-1,-1-1 1,0 1-1,-7 10 1,10-15 3,-1-1 1,-1 0-1,1 1 1,0-1-1,-1 0 1,1-1 0,-1 1-1,0 0 1,0-1-1,0 1 1,0-1-1,-1 0 1,1 0 0,0-1-1,-1 1 1,0 0-1,-6 1 1,10-3 0,-1-1-1,1 1 1,-1 0 0,1-1 0,-1 1-1,1 0 1,-1-1 0,1 1 0,0 0-1,-1-1 1,1 1 0,0-1 0,-1 1-1,1-1 1,0 1 0,-1-1 0,1 1-1,0-1 1,0 1 0,0-1 0,0 1-1,-1-1 1,1 1 0,0-1 0,0 0-1,0 1 1,0-1 0,0 1 0,0-1-1,0 1 1,1-1 0,-1 1-1,0-1 1,0 1 0,1-2 0,3-22-1,5 1-5,2 1 0,0 0 0,2 1 0,24-32 0,-10 13-19,-10 16 90,-10 16 17,-1-1 0,0 0 0,0 0 1,0 0-1,-2 0 0,1-1 0,-1 0 0,0 0 1,-1 0-1,3-16 0,-6 26-43,0-1-1,0 1 1,0 0 0,-1 0-1,1 0 1,0 0 0,0-1-1,0 1 1,-1 0-1,1 0 1,0 0 0,0 0-1,0 0 1,-1 0-1,1 0 1,0 0 0,0 0-1,0-1 1,-1 1-1,1 0 1,0 0 0,0 0-1,-1 0 1,1 0 0,0 0-1,0 0 1,0 1-1,-1-1 1,1 0 0,0 0-1,0 0 1,0 0-1,-1 0 1,1 0 0,0 0-1,0 0 1,0 1 0,-1-1-1,1 0 1,0 0-1,0 0 1,0 0 0,0 0-1,0 1 1,-1-1-1,1 0 1,0 0 0,0 0-1,0 1 1,0-1 0,0 0-1,0 0 1,0 1-1,0-1 1,-11 11-27,9-5 24,-1 0 0,0 0 1,1 0-1,1 0 0,-1 1 1,1-1-1,0 1 0,0-1 1,1 1-1,-1-1 0,2 1 1,-1-1-1,1 1 0,0-1 0,0 1 1,1-1-1,-1 1 0,1-1 1,1 0-1,-1 0 0,1 0 1,7 9-1,-5-6-137,1-1 0,0 0-1,1 0 1,0 0 0,0-1-1,10 8 1,-11-10-415,1 0-1,1 0 1,-1-1-1,1 0 1,0 0-1,0-1 1,10 4 0,5-3-5743</inkml:trace>
</inkml:ink>
</file>

<file path=ppt/ink/ink2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39.326"/>
    </inkml:context>
    <inkml:brush xml:id="br0">
      <inkml:brushProperty name="width" value="0.025" units="cm"/>
      <inkml:brushProperty name="height" value="0.025" units="cm"/>
    </inkml:brush>
  </inkml:definitions>
  <inkml:trace contextRef="#ctx0" brushRef="#br0">0 1 11211,'0'0'1473,"3"47"-1473,-2-25 96,2 3 513,2 0 352,0 1-577,2 2-320,-1-1-32,2 2-32,-2-4-32,3-6-128,-2-8-3107,-1-7-3011</inkml:trace>
</inkml:ink>
</file>

<file path=ppt/ink/ink2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39.595"/>
    </inkml:context>
    <inkml:brush xml:id="br0">
      <inkml:brushProperty name="width" value="0.025" units="cm"/>
      <inkml:brushProperty name="height" value="0.025" units="cm"/>
    </inkml:brush>
  </inkml:definitions>
  <inkml:trace contextRef="#ctx0" brushRef="#br0">0 70 12812,'0'0'1730,"47"0"-1698,-19 0 0,8-3 32,4-4-64,1-1 64,2-3-128,-4 1 32,-3-4-1826,-2-2-2978</inkml:trace>
</inkml:ink>
</file>

<file path=ppt/ink/ink2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40.193"/>
    </inkml:context>
    <inkml:brush xml:id="br0">
      <inkml:brushProperty name="width" value="0.025" units="cm"/>
      <inkml:brushProperty name="height" value="0.025" units="cm"/>
    </inkml:brush>
  </inkml:definitions>
  <inkml:trace contextRef="#ctx0" brushRef="#br0">40 0 12908,'0'0'619,"1"11"-453,12 123 2399,14 248-592,-42-418-1581,5 15-352,-6-41-4,3 0 0,2-1 0,-4-124 0,15 193-35,1 0-1,0 0 0,0-1 1,1 1-1,-1 0 0,1-1 1,0 1-1,1-1 1,-1 1-1,1-1 0,1 0 1,-1 0-1,0 0 1,1-1-1,0 1 0,9 7 1,-11-10 0,0 0 1,1 0 0,-1 0-1,1-1 1,0 1 0,-1-1-1,1 1 1,0-1-1,0 0 1,0 0 0,0 0-1,0-1 1,0 1 0,0-1-1,0 1 1,0-1 0,0 0-1,0 0 1,0-1 0,0 1-1,0 0 1,0-1-1,0 0 1,0 0 0,0 0-1,0 0 1,-1 0 0,1-1-1,0 1 1,-1-1 0,1 1-1,-1-1 1,1 0 0,2-3-1,4-6-50,-1 0-1,0-1 1,-1 0 0,0-1-1,8-20 1,-12 25-98,-5 24 242,0-1 0,1 1-1,1-1 1,0 1 0,1-1 0,5 25-1,-5-35-238,1 0-1,-1 0 0,1 0 0,0-1 0,1 1 0,-1 0 0,1-1 0,0 0 0,0 0 0,0 0 0,0 0 0,8 6 0,-7-7-466,0 0 0,0 0-1,1-1 1,-1 0-1,1 0 1,-1 0-1,1 0 1,0-1 0,6 2-1,8-2-7214</inkml:trace>
</inkml:ink>
</file>

<file path=ppt/ink/ink2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40.476"/>
    </inkml:context>
    <inkml:brush xml:id="br0">
      <inkml:brushProperty name="width" value="0.025" units="cm"/>
      <inkml:brushProperty name="height" value="0.025" units="cm"/>
    </inkml:brush>
  </inkml:definitions>
  <inkml:trace contextRef="#ctx0" brushRef="#br0">1 1 4933,'0'0'13036,"11"65"-12940,-7-37-64,1-1-64,0 0 64,-1-4-96,2-3-1698,-2-8-6598</inkml:trace>
</inkml:ink>
</file>

<file path=ppt/ink/ink2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44.213"/>
    </inkml:context>
    <inkml:brush xml:id="br0">
      <inkml:brushProperty name="width" value="0.025" units="cm"/>
      <inkml:brushProperty name="height" value="0.025" units="cm"/>
    </inkml:brush>
  </inkml:definitions>
  <inkml:trace contextRef="#ctx0" brushRef="#br0">113 1 6182,'-26'0'1089,"3"7"96,1 13-416,2 18-1,6 10 866,6 13-32,8 12-770,0 9-159,20 7-385,13 2-64,11 1-63,13-4-65,8-6-64,10-13-32,5-19-64,6-17-1121,1-23-1794,1-10-2082</inkml:trace>
</inkml:ink>
</file>

<file path=ppt/ink/ink2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44.574"/>
    </inkml:context>
    <inkml:brush xml:id="br0">
      <inkml:brushProperty name="width" value="0.025" units="cm"/>
      <inkml:brushProperty name="height" value="0.025" units="cm"/>
    </inkml:brush>
  </inkml:definitions>
  <inkml:trace contextRef="#ctx0" brushRef="#br0">46 1 10090,'0'0'2594,"57"68"-2274,-37-21 289,1 12-161,-5 8-63,-6 6-257,-8 2-64,-2-1-32,-13-1 32,-10-8-416,-7-5-801,-2-8-161,-4-7-1761,-2-10-3971</inkml:trace>
</inkml:ink>
</file>

<file path=ppt/ink/ink2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45.809"/>
    </inkml:context>
    <inkml:brush xml:id="br0">
      <inkml:brushProperty name="width" value="0.025" units="cm"/>
      <inkml:brushProperty name="height" value="0.025" units="cm"/>
    </inkml:brush>
  </inkml:definitions>
  <inkml:trace contextRef="#ctx0" brushRef="#br0">0 0 2146,'0'0'9177,"2"11"-8750,8 45 446,36 108-1,-61-214 1950,-18-98-2697,32 144-114,1 3-38,0 3-56,0 1 52,0 0 1,0-1 0,1 1-1,-1-1 1,1 1 0,-1-1 0,1 1-1,0-1 1,0 0 0,0 1 0,0-1-1,1 0 1,1 3 0,13 3-3504,-8-8-459</inkml:trace>
</inkml:ink>
</file>

<file path=ppt/ink/ink2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46.589"/>
    </inkml:context>
    <inkml:brush xml:id="br0">
      <inkml:brushProperty name="width" value="0.025" units="cm"/>
      <inkml:brushProperty name="height" value="0.025" units="cm"/>
    </inkml:brush>
  </inkml:definitions>
  <inkml:trace contextRef="#ctx0" brushRef="#br0">81 94 801,'0'0'833,"0"-7"-107,0-3-520,2 1 640,-1 0-1,-1 0 1,0 0-1,0 0 1,-4-18-1,4 27-804,0 0-1,0 0 1,0-1-1,0 1 1,0 0-1,0 0 1,-1-1-1,1 1 0,0 0 1,0 0-1,0-1 1,0 1-1,-1 0 1,1 0-1,0 0 1,0-1-1,-1 1 1,1 0-1,0 0 1,0 0-1,-1 0 1,1 0-1,0-1 1,0 1-1,-1 0 1,1 0-1,0 0 0,-1 0 1,1 0-1,0 0 1,0 0-1,-1 0 1,1 0-1,0 0 1,-1 0-1,1 0 1,0 0-1,0 1 1,-1-1-1,-12 10 589,-6 16 199,18-26-701,-3 7 217,0-2-253,0 0 0,1-1 0,0 1 0,0 1 0,0-1 0,1 0 0,0 1 0,0-1 0,0 1 0,0 0 0,1-1 0,-1 11 0,36-19 96,-7-8-150,0 0 1,-1-2-1,0-1 0,-1-1 1,27-22-1,-122 80 1965,62-36-1920,-31 26 152,37-31-228,0 0 0,0 0-1,0 0 1,0 1-1,1-1 1,0 0-1,-1 1 1,1-1 0,0 1-1,0 0 1,0-1-1,0 1 1,1 0 0,-1 0-1,1 3 1,2-5-1,1 0 0,0 0 0,-1 0 0,1 0 0,0 0 0,0-1 0,0 1 0,0-1 0,0 0 0,0 0 0,0 0 0,-1 0 0,7-1 0,-3 1 10,59-8 426,-25 3-1618,-14 3-2662</inkml:trace>
</inkml:ink>
</file>

<file path=ppt/ink/ink2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49.235"/>
    </inkml:context>
    <inkml:brush xml:id="br0">
      <inkml:brushProperty name="width" value="0.025" units="cm"/>
      <inkml:brushProperty name="height" value="0.025" units="cm"/>
    </inkml:brush>
  </inkml:definitions>
  <inkml:trace contextRef="#ctx0" brushRef="#br0">0 34 5381,'0'0'8178,"11"1"-7788,133 4 554,-121-5-939,1-2 1,0 0 0,-1-2-1,36-9 1,-49 8-1558,-9-2-2368,-3 0-885</inkml:trace>
</inkml:ink>
</file>

<file path=ppt/ink/ink2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49.436"/>
    </inkml:context>
    <inkml:brush xml:id="br0">
      <inkml:brushProperty name="width" value="0.025" units="cm"/>
      <inkml:brushProperty name="height" value="0.025" units="cm"/>
    </inkml:brush>
  </inkml:definitions>
  <inkml:trace contextRef="#ctx0" brushRef="#br0">8 0 7719,'0'0'6086,"-8"66"-5638,16-35-127,1 3-97,-2 2-128,0 3-64,1-1 0,-1-3-32,-1-6-320,-2-3-1730,1-6-3331</inkml:trace>
</inkml:ink>
</file>

<file path=ppt/ink/ink2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50.241"/>
    </inkml:context>
    <inkml:brush xml:id="br0">
      <inkml:brushProperty name="width" value="0.025" units="cm"/>
      <inkml:brushProperty name="height" value="0.025" units="cm"/>
    </inkml:brush>
  </inkml:definitions>
  <inkml:trace contextRef="#ctx0" brushRef="#br0">5 82 6150,'0'0'7500,"-1"-7"-7110,0 4-374,1 2-10,-1-1 1,1 1-1,-1 0 0,1-1 1,0 1-1,-1-1 1,1 1-1,0 0 1,0-1-1,0 1 0,0-1 1,0 1-1,1-1 1,-1 1-1,0 0 0,1-1 1,-1 1-1,1-1 1,-1 1-1,1 0 0,0 0 1,-1-1-1,1 1 1,0 0-1,0 0 0,0 0 1,0 0-1,0 0 1,0 0-1,0 0 1,0 0-1,1 0 0,-1 1 1,0-1-1,0 0 1,1 1-1,-1-1 0,1 1 1,-1-1-1,0 1 1,1 0-1,-1 0 0,1-1 1,-1 1-1,0 0 1,1 0-1,-1 0 0,1 1 1,1-1-1,1 0-5,0-1 0,0 1 0,0 0 0,0 0 0,1 1 0,-1 0 0,0-1 0,0 1 0,0 0 0,0 1 0,0-1-1,-1 1 1,1 0 0,0 0 0,-1 0 0,1 0 0,-1 0 0,0 1 0,1 0 0,-1 0 0,0 0 0,-1 0 0,1 0 0,-1 0 0,1 1 0,-1-1 0,0 1-1,0 0 1,0-1 0,-1 1 0,0 0 0,1 0 0,-1 0 0,-1 0 0,1 0 0,0 0 0,-1 1 0,0-1 0,0 6 0,0 1-2,-1-1 1,1 0-1,-1 1 1,-5 16-1,6-24 3,-1 0-1,0 0 1,-1 0-1,1 0 1,0 0-1,-1 0 0,1 0 1,-1-1-1,0 1 1,0 0-1,0-1 1,0 1-1,-1-1 1,1 0-1,-1 0 1,1 0-1,-1 0 0,0 0 1,-3 1-1,3-5 34,6-6-21,8-9 1,35-34-6,-33 39-1,-1-1 0,-1 0 0,1 0 0,-2-1 0,0-1 0,-1 0 0,0 0-1,8-21 1,-17 35 100,1 0-1,-1 0 1,1 0-1,-1 0 1,0 0-1,0 0 1,0 0-1,0 0 1,1-1-1,-1 1 1,0 0-1,-1 0 0,1 0 1,0 0-1,0 0 1,0 0-1,-1 0 1,1 0-1,0 0 1,-2-1-1,2 1-35,-1 1 0,1 0-1,-1-1 1,1 1 0,-1 0 0,0-1-1,1 1 1,-1 0 0,0 0 0,1 0 0,-1 0-1,0-1 1,1 1 0,-1 0 0,0 0-1,1 0 1,-1 1 0,0-1 0,1 0-1,-1 0 1,1 0 0,-1 0 0,-1 1-1,0 0 10,-1 0-1,1 0 0,-1 0 1,1 1-1,0-1 0,-1 1 1,1-1-1,0 1 0,0 0 0,0 0 1,0 0-1,0 0 0,1 0 1,-3 5-1,2-3-46,0 0 1,1 0-1,0 1 0,0-1 0,0 0 1,1 1-1,-1-1 0,1 1 0,0-1 1,1 1-1,-1-1 0,1 1 1,-1-1-1,1 0 0,1 1 0,-1-1 1,0 0-1,1 0 0,0 0 0,0 0 1,0 0-1,1 0 0,0-1 1,5 7-1,-4-5-221,1 0-1,1 0 1,-1-1 0,1 1 0,0-1 0,9 5-1,-8-6-880,0 0-1,0 0 1,0-1 0,0 0-1,0 0 1,9 1-1,7-1-9837</inkml:trace>
</inkml:ink>
</file>

<file path=ppt/ink/ink2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50.567"/>
    </inkml:context>
    <inkml:brush xml:id="br0">
      <inkml:brushProperty name="width" value="0.025" units="cm"/>
      <inkml:brushProperty name="height" value="0.025" units="cm"/>
    </inkml:brush>
  </inkml:definitions>
  <inkml:trace contextRef="#ctx0" brushRef="#br0">0 42 4740,'0'0'5745,"9"-6"-4993,-8 5-776,38-25 1169,-38 25-1103,0 0 0,1 0 1,-1 0-1,0 1 1,1-1-1,-1 0 0,1 1 1,0-1-1,-1 1 0,1 0 1,-1-1-1,1 1 1,0 0-1,-1 0 0,1 0 1,0 0-1,-1 0 1,1 0-1,-1 1 0,1-1 1,0 1-1,-1-1 1,1 1-1,-1-1 0,1 1 1,-1 0-1,0 0 0,1 0 1,-1 0-1,2 1 1,0 2-41,-2-1-1,1 1 1,0-1 0,-1 1 0,1 0 0,-1-1 0,0 1 0,-1 0 0,1 0 0,-1 0 0,1 0 0,-1 0 0,0 0 0,0 0 0,-1 0 0,1 0-1,-1-1 1,0 1 0,-2 5 0,-1 4 6,-1 1 0,-1-1-1,-13 23 1,-23 26-83,77-76-128,4-14-3902,-19 10-1217</inkml:trace>
</inkml:ink>
</file>

<file path=ppt/ink/ink2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50.784"/>
    </inkml:context>
    <inkml:brush xml:id="br0">
      <inkml:brushProperty name="width" value="0.025" units="cm"/>
      <inkml:brushProperty name="height" value="0.025" units="cm"/>
    </inkml:brush>
  </inkml:definitions>
  <inkml:trace contextRef="#ctx0" brushRef="#br0">1 55 9769,'0'0'2915,"66"-18"-2851,-37 13 96,0 2-64,1 1-64,1-4 0,-3-2-864,-4-4-4678</inkml:trace>
</inkml:ink>
</file>

<file path=ppt/ink/ink2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51.368"/>
    </inkml:context>
    <inkml:brush xml:id="br0">
      <inkml:brushProperty name="width" value="0.025" units="cm"/>
      <inkml:brushProperty name="height" value="0.025" units="cm"/>
    </inkml:brush>
  </inkml:definitions>
  <inkml:trace contextRef="#ctx0" brushRef="#br0">0 0 10890,'0'10'529,"37"408"5156,-54-700-5607,14 157-22,0 105 407,1 34-99,-2 33-204,4-37-146,1 0 0,-1-1 0,2 1-1,-1-1 1,1 1 0,1-1 0,0 0-1,7 15 1,-9-21-11,0 0 0,1-1 0,-1 1 0,1-1 0,0 0 0,0 1 0,0-1 0,0 0 0,0 0 0,1 0 1,-1 0-1,1-1 0,-1 1 0,1-1 0,0 1 0,-1-1 0,1 0 0,0 0 0,0 0 0,0 0 0,0-1 0,0 1 0,0-1 0,-1 0 0,1 0 0,0 0 0,0 0 0,0 0 0,0-1 0,0 1 0,0-1 0,4-1 0,-3 0 1,0 0 0,0 0 0,0 0-1,-1-1 1,1 0 0,0 0-1,-1 0 1,0 0 0,0 0-1,0-1 1,0 1 0,0-1-1,-1 0 1,1 0 0,-1 0-1,0 0 1,0 0 0,1-5-1,3-8 2,-1-1 0,5-25-1,-8 35-11,-1 11-5,-1 5-52,1 0 1,0 0 0,0-1 0,1 1 0,0 0 0,1-1-1,-1 0 1,5 8 0,19 32-3970,-11-24-302</inkml:trace>
</inkml:ink>
</file>

<file path=ppt/ink/ink2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51.697"/>
    </inkml:context>
    <inkml:brush xml:id="br0">
      <inkml:brushProperty name="width" value="0.025" units="cm"/>
      <inkml:brushProperty name="height" value="0.025" units="cm"/>
    </inkml:brush>
  </inkml:definitions>
  <inkml:trace contextRef="#ctx0" brushRef="#br0">1 60 8648,'0'0'3134,"5"-8"-2397,-1 2-509,1 0 0,0 0 0,0 1 0,0 0 0,1 0 0,8-6 0,-13 10-204,0 0-1,0 0 0,1 1 0,-1-1 1,0 0-1,0 1 0,1-1 0,-1 1 1,0-1-1,1 1 0,-1 0 0,1 0 1,-1-1-1,0 1 0,1 0 0,-1 0 1,1 0-1,-1 1 0,0-1 1,1 0-1,-1 0 0,0 1 0,1-1 1,-1 1-1,0-1 0,1 1 0,-1 0 1,0-1-1,0 1 0,0 0 0,1 0 1,-1 0-1,0 0 0,0 0 0,-1 0 1,1 0-1,0 0 0,0 0 1,0 1-1,-1-1 0,1 0 0,0 0 1,-1 1-1,0-1 0,1 0 0,-1 1 1,0-1-1,1 1 0,-1 1 0,2 2-22,-1 0 0,0 1 1,0-1-1,0 0 0,-1 1 0,0-1 0,0 0 0,0 1 0,0-1 0,-1 1 0,0-1 0,-2 6 0,-2 3-28,0-1-1,-1 0 1,-8 14 0,-7 12-465,20-36 482,27-9 127,-22 4-152,121-55-292,-111 49-987,0-1 1,-1 0-1,20-17 1,-14 6-2968</inkml:trace>
</inkml:ink>
</file>

<file path=ppt/ink/ink2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51.981"/>
    </inkml:context>
    <inkml:brush xml:id="br0">
      <inkml:brushProperty name="width" value="0.025" units="cm"/>
      <inkml:brushProperty name="height" value="0.025" units="cm"/>
    </inkml:brush>
  </inkml:definitions>
  <inkml:trace contextRef="#ctx0" brushRef="#br0">0 0 11819,'0'0'3395,"47"8"-3170,-22 18 31,3 7 545,1 13-129,-3 5-351,-6 10-161,-11 7-64,-7 6-96,-5 0 32,-22 2-32,-9-6-256,-8-6-2915,-6-14-4036</inkml:trace>
</inkml:ink>
</file>

<file path=ppt/ink/ink2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6:52.403"/>
    </inkml:context>
    <inkml:brush xml:id="br0">
      <inkml:brushProperty name="width" value="0.025" units="cm"/>
      <inkml:brushProperty name="height" value="0.025" units="cm"/>
    </inkml:brush>
  </inkml:definitions>
  <inkml:trace contextRef="#ctx0" brushRef="#br0">181 1 6983,'0'0'3486,"-10"4"-1976,2 0-1251,0 0-1,1 0 0,-1 1 1,1 1-1,0-1 1,0 1-1,1 0 0,0 0 1,0 1-1,0 0 0,1 0 1,0 0-1,0 1 1,-5 12-1,-2 6 92,1 0 0,1 1 0,1 1 0,2-1 0,0 2 0,2-1 0,1 0 0,0 50 0,4-62-330,0 0 1,1 0-1,1 0 1,0 0-1,1-1 0,1 1 1,0-1-1,1 0 1,1 0-1,0 0 1,1-1-1,1 0 1,0 0-1,1-1 1,0 0-1,1 0 1,13 12-1,-16-19-91,0-1-1,0 0 1,1 0 0,-1 0-1,1-1 1,0-1 0,0 1-1,0-1 1,1 0 0,9 1-1,-6-2-725,0 0-1,-1-1 1,1-1-1,13-1 0,35-5-6499</inkml:trace>
</inkml:ink>
</file>

<file path=ppt/ink/ink2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22.887"/>
    </inkml:context>
    <inkml:brush xml:id="br0">
      <inkml:brushProperty name="width" value="0.025" units="cm"/>
      <inkml:brushProperty name="height" value="0.025" units="cm"/>
    </inkml:brush>
  </inkml:definitions>
  <inkml:trace contextRef="#ctx0" brushRef="#br0">0 429 13741,'14'-6'219,"83"-30"46,199-45-1,-138 42-179,151-49 161,334-74 373,-605 155-628,1 2 0,39 0 0,-63 9-108,-19 6-505,-22 9-1575,-23 1-2031,-16 2-3091</inkml:trace>
</inkml:ink>
</file>

<file path=ppt/ink/ink2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23.106"/>
    </inkml:context>
    <inkml:brush xml:id="br0">
      <inkml:brushProperty name="width" value="0.025" units="cm"/>
      <inkml:brushProperty name="height" value="0.025" units="cm"/>
    </inkml:brush>
  </inkml:definitions>
  <inkml:trace contextRef="#ctx0" brushRef="#br0">0 546 10025,'0'0'3812,"93"29"-3652,3-51 64,29-13 1,30-15-97,25-8-32,23-3 32,24-4-96,23-4 0,20 1-32,11-2-288,4-6-4613</inkml:trace>
</inkml:ink>
</file>

<file path=ppt/ink/ink2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10.399"/>
    </inkml:context>
    <inkml:brush xml:id="br0">
      <inkml:brushProperty name="width" value="0.025" units="cm"/>
      <inkml:brushProperty name="height" value="0.025" units="cm"/>
    </inkml:brush>
  </inkml:definitions>
  <inkml:trace contextRef="#ctx0" brushRef="#br0">553 16 3171,'0'0'223,"1"-1"-1,-1 1 1,1 0-1,0-1 1,-1 1-1,1-1 1,-1 1-1,1-1 1,-1 1-1,1-1 1,-1 1-1,0-1 1,1 1-1,-1-1 1,0 0-1,1 1 1,-1-1-1,0 0 1,0 1-1,1-1 1,-1 0-1,0 1 1,0-1-1,0 0 1,0-1-1,-18 5 1855,-48 24-2591,45-18 1067,-56 17-397,45-16-4,-51 23-1,79-31-126,0 1 1,0 0-1,1 0 1,-1 0 0,1 0-1,0 0 1,0 1-1,0 0 1,0-1-1,0 1 1,1 0-1,0 1 1,0-1-1,0 0 1,0 0-1,1 1 1,-2 8-1,-1 8 325,0 1 0,0 34 0,2-30-60,-30 735 2889,-3 30-2941,-91 142-260,124-921 31,1-5-5,-1 0 1,1 1-1,1-1 0,-1 0 0,2 14 0,-1-20-2,1 1-1,-1-1 1,0 1 0,1-1-1,0 0 1,-1 1 0,1-1-1,0 0 1,-1 1 0,1-1-1,0 0 1,0 0 0,0 0-1,0 0 1,0 0 0,0 0-1,1 0 1,-1 0 0,0 0-1,0-1 1,1 1 0,-1 0-1,0-1 1,1 1 0,-1-1-1,1 0 1,-1 1 0,0-1-1,1 0 1,-1 0 0,1 0 0,-1 0-1,3 0 1,42-2 47,0-2 0,0-2 0,67-19-1,-28 7-24,64-7-17,33-7-327,-65 0-3291,-64 11-2325</inkml:trace>
</inkml:ink>
</file>

<file path=ppt/ink/ink2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11.254"/>
    </inkml:context>
    <inkml:brush xml:id="br0">
      <inkml:brushProperty name="width" value="0.025" units="cm"/>
      <inkml:brushProperty name="height" value="0.025" units="cm"/>
    </inkml:brush>
  </inkml:definitions>
  <inkml:trace contextRef="#ctx0" brushRef="#br0">0 62 6246,'0'0'2237,"4"-8"-1282,-1 3-790,0 1 1,1 0-1,-1-1 0,1 1 0,0 1 0,-1-1 0,2 0 0,-1 1 0,0 0 1,7-3-1,-9 5-123,0-1 0,0 1 1,1 0-1,-1 1 0,1-1 1,-1 0-1,0 1 0,1-1 0,-1 1 1,1 0-1,-1 0 0,1 0 1,-1 0-1,1 0 0,-1 1 1,1-1-1,-1 1 0,1-1 1,-1 1-1,1 0 0,-1 0 0,0 0 1,0 0-1,0 1 0,1-1 1,-1 1-1,0-1 0,-1 1 1,3 2-1,3 4 6,-1 0 0,-1 0 0,1 0 0,-1 1 0,-1 0 0,0 0 0,0 1 0,-1-1 1,0 1-1,0-1 0,-1 1 0,-1 0 0,1 0 0,-1 18 0,-1-16-12,0 0 0,-1 0 0,0 0 0,-1 0 0,0 0 0,-1 0 0,0-1 0,-1 1 0,0-1 0,-1 0 0,-11 20 0,13-29 160,5-11-138,7-15-56,46-52-16,-42 60-6,-1 1 0,0-1 0,-1-1 0,-1 0 0,-1-1-1,14-35 1,-22 51 58,0 0 0,-1 0 0,1 0 0,-1 0-1,1 0 1,-1-1 0,0 1 0,0 0 0,0 0-1,0 0 1,-1 0 0,1 0 0,0 0 0,-2-4 0,2 6 44,-1-1 0,1 1 0,-1-1 0,1 1 1,-1-1-1,1 1 0,-1-1 0,1 1 1,-1-1-1,0 1 0,1 0 0,-1-1 1,0 1-1,1 0 0,-1-1 0,0 1 0,1 0 1,-1 0-1,0 0 0,1 0 0,-1 0 1,0 0-1,0 0 0,1 0 0,-1 0 1,0 0-1,-1 0 0,-1 1 100,-1 1-1,0-1 1,0 1 0,1-1-1,-1 1 1,1 0 0,-1 1-1,1-1 1,0 1 0,0-1-1,0 1 1,0 0 0,-3 4-1,2-2-137,1-1-1,0 1 0,0 0 0,1 0 0,-1 0 0,1 0 0,0 1 0,0-1 0,1 1 0,0-1 0,0 1 0,0-1 1,1 1-1,-1 0 0,1-1 0,0 1 0,1 0 0,0-1 0,0 1 0,0-1 0,0 1 0,1-1 0,0 1 0,0-1 1,1 0-1,-1 0 0,1 0 0,0 0 0,0-1 0,1 1 0,7 7 0,-4-4-172,2 0 0,-1 0-1,1 0 1,0-1 0,1-1 0,16 10-1,-16-11-618,-1-1-1,1 0 0,0 0 0,0-1 1,1-1-1,20 4 0,2-6-5731</inkml:trace>
</inkml:ink>
</file>

<file path=ppt/ink/ink2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11.410"/>
    </inkml:context>
    <inkml:brush xml:id="br0">
      <inkml:brushProperty name="width" value="0.025" units="cm"/>
      <inkml:brushProperty name="height" value="0.025" units="cm"/>
    </inkml:brush>
  </inkml:definitions>
  <inkml:trace contextRef="#ctx0" brushRef="#br0">17 0 14382,'0'0'448,"-16"62"-384,16-34 96,0 1 225,10 2 31,3 0-256,2 3-64,-2 0-64,0-4-736,-1-7-3588</inkml:trace>
</inkml:ink>
</file>

<file path=ppt/ink/ink2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11.677"/>
    </inkml:context>
    <inkml:brush xml:id="br0">
      <inkml:brushProperty name="width" value="0.025" units="cm"/>
      <inkml:brushProperty name="height" value="0.025" units="cm"/>
    </inkml:brush>
  </inkml:definitions>
  <inkml:trace contextRef="#ctx0" brushRef="#br0">1 76 13741,'0'0'160,"46"-3"-128,-12-5-32,10 2 32,4-4 0,5-2-32,4-3-64,0-6-3972</inkml:trace>
</inkml:ink>
</file>

<file path=ppt/ink/ink2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12.284"/>
    </inkml:context>
    <inkml:brush xml:id="br0">
      <inkml:brushProperty name="width" value="0.025" units="cm"/>
      <inkml:brushProperty name="height" value="0.025" units="cm"/>
    </inkml:brush>
  </inkml:definitions>
  <inkml:trace contextRef="#ctx0" brushRef="#br0">2 49 15919,'0'10'790,"-1"56"-396,3 0 0,17 108 0,-10-112-396,-6-20 185,-3-39-105,0-9-16,0-18-27,-1-316-30,-4 296-58,5 43 97,0-1 0,0 1 0,0-1 0,-1 1-1,1 0 1,0-1 0,-1 1 0,1 0 0,-1-1 0,1 1-1,-1 0 1,0 0 0,0 0 0,1-1 0,-1 1 0,0 0-1,0 0 1,0 0 0,0 0 0,0 1 0,0-1-1,0 0 1,-1 0 0,1 1 0,0-1 0,0 0 0,-2 0-1,2 2-40,1 0-1,-1-1 0,1 1 1,-1 0-1,1-1 0,-1 1 1,1 0-1,0 0 0,-1 0 1,1-1-1,0 1 0,0 0 1,-1 0-1,1 0 0,0 0 1,0 0-1,0-1 0,0 1 0,0 0 1,0 0-1,1 0 0,-1 0 1,0 0-1,0-1 0,0 1 1,1 0-1,0 1 0,8 27 40,-6-25-38,0 0-1,0 0 1,1 0-1,-1 0 1,1-1-1,0 0 1,0 1 0,0-1-1,1 0 1,-1-1-1,1 1 1,-1-1-1,1 0 1,0 0-1,0-1 1,0 1-1,0-1 1,0 0 0,0 0-1,0-1 1,1 0-1,-1 1 1,0-2-1,0 1 1,0-1-1,0 1 1,0-1 0,0-1-1,10-3 1,-5 1-16,-1-1 0,1 0 0,-1-1 0,0 0 1,0-1-1,-1 1 0,0-2 0,0 1 0,0-1 1,-1 0-1,0-1 0,-1 0 0,7-11 0,-4 6 4,-6 13 54,-5 22 122,-1 8-59,4-18-104,0 0 0,1 0 1,1 0-1,0 0 0,0 0 0,1-1 0,1 1 0,-1-1 0,2 0 0,-1-1 0,1 1 0,1-1 0,0 0 0,11 11 0,-12-14-694,0-1-1,0 0 1,0 0-1,1 0 1,-1-1-1,1 0 1,12 5 0,6-2-6486</inkml:trace>
</inkml:ink>
</file>

<file path=ppt/ink/ink2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12.454"/>
    </inkml:context>
    <inkml:brush xml:id="br0">
      <inkml:brushProperty name="width" value="0.025" units="cm"/>
      <inkml:brushProperty name="height" value="0.025" units="cm"/>
    </inkml:brush>
  </inkml:definitions>
  <inkml:trace contextRef="#ctx0" brushRef="#br0">0 1 13773,'0'0'1730,"0"62"288,1-37-641,2 3-704,4 0-481,-2 5-160,-1 1 0,1-1-32,-3-8-2691,-2-7-10762</inkml:trace>
</inkml:ink>
</file>

<file path=ppt/ink/ink2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13.237"/>
    </inkml:context>
    <inkml:brush xml:id="br0">
      <inkml:brushProperty name="width" value="0.025" units="cm"/>
      <inkml:brushProperty name="height" value="0.025" units="cm"/>
    </inkml:brush>
  </inkml:definitions>
  <inkml:trace contextRef="#ctx0" brushRef="#br0">1 110 7271,'3'-7'4265,"0"-2"-3759,0 0-1,1 0 0,1 0 1,-1 1-1,2 0 1,-1 0-1,7-8 0,-9 13-430,-1 1-1,0 0 1,1-1-1,0 1 1,-1 0-1,1 1 1,0-1-1,0 0 1,0 1-1,0 0 1,0-1-1,0 1 1,0 1-1,1-1 1,-1 0-1,0 1 0,0-1 1,1 1-1,-1 0 1,0 0-1,1 0 1,-1 1-1,0-1 1,0 1-1,1 0 1,-1 0-1,5 2 1,-2 0-63,-1-1 1,1 1-1,-1 1 1,0-1 0,0 1-1,0 0 1,-1 0-1,1 1 1,-1-1 0,0 1-1,0 0 1,-1 0-1,1 0 1,-1 0 0,0 1-1,0-1 1,-1 1-1,0 0 1,0 0-1,0 0 1,-1 0 0,0 0-1,0 0 1,0 9-1,0-1-4,-1-1 0,-1 0 0,0 0 0,0 0-1,-2-1 1,1 1 0,-2 0 0,1-1 0,-2 1-1,-9 18 1,4-12-5,7-11-1,-1 0 1,0 1 0,-1-1-1,0-1 1,0 1 0,-1-1-1,1 1 1,-2-2 0,1 1-1,-9 6 1,15-13-2,-1 0 0,1 0 0,0 0 0,-1 0 0,1 0-1,0 0 1,-1 0 0,1-1 0,0 1 0,0 0 0,-1 0 0,1 0 0,0 0 0,-1-1-1,1 1 1,0 0 0,0 0 0,-1 0 0,1-1 0,0 1 0,0 0 0,0 0 0,0-1-1,-1 1 1,1 0 0,0-1 0,0 1 0,0 0 0,0-1 0,0 1 0,0 0 0,0 0 0,0-1-1,0 1 1,0 0 0,0-1 0,0 1 0,0 0 0,0-1 0,0 1 0,0 0 0,0-1-1,0 1 1,0 0 0,0-1 0,0 1 0,1 0 0,-1 0 0,0-1 0,0 1 0,0 0-1,1 0 1,-1-1 0,7-22 47,7 0-48,1 1-1,1 0 1,1 1-1,1 0 1,28-24-1,-24 25 9,-1-2 0,-1 0 0,-1-1 0,20-32 1,-38 53 29,0 0-1,0-1 1,1 1 0,-1 0 0,-1 0 0,1 0 0,0-1 0,0 1 0,-1 0 0,0-1 0,1-2 0,-1 5-9,0 0 1,0-1-1,0 1 1,-1 0 0,1 0-1,0-1 1,0 1-1,0 0 1,0 0-1,0-1 1,-1 1-1,1 0 1,0 0-1,0-1 1,0 1-1,-1 0 1,1 0-1,0 0 1,0 0-1,-1-1 1,1 1-1,0 0 1,0 0-1,-1 0 1,1 0-1,0 0 1,-1 0-1,1 0 1,0 0-1,0 0 1,-1 0-1,1 0 1,0 0-1,-1 0 1,1 0-1,0 0 1,0 0-1,-1 0 1,1 0-1,0 0 1,-1 0-1,1 1 1,0-1-1,0 0 1,-1 0-1,-2 2 45,1-1 0,-1 1-1,1 0 1,0-1-1,0 1 1,-1 0 0,1 1-1,0-1 1,1 0-1,-1 1 1,0-1 0,1 1-1,-1-1 1,1 1 0,0 0-1,-2 5 1,1-1-37,1 0 0,0 1 1,1-1-1,-1 0 1,1 1-1,1-1 0,0 1 1,0-1-1,0 0 0,1 1 1,0-1-1,0 0 0,0 0 1,1 0-1,0-1 0,1 1 1,6 9-1,35 43-1433,6-7-5135,-31-33-334</inkml:trace>
</inkml:ink>
</file>

<file path=ppt/ink/ink2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13.531"/>
    </inkml:context>
    <inkml:brush xml:id="br0">
      <inkml:brushProperty name="width" value="0.025" units="cm"/>
      <inkml:brushProperty name="height" value="0.025" units="cm"/>
    </inkml:brush>
  </inkml:definitions>
  <inkml:trace contextRef="#ctx0" brushRef="#br0">1 141 8776,'0'0'1586,"4"-9"432,1 0-1661,1-1 0,0 1 0,0 0 0,0 1 0,1 0 0,0 0 0,1 0 0,0 1 0,0 0 0,1 0 0,-1 1 0,1 0 0,1 1 0,-1 0 0,1 0 0,17-5 0,-25 9-341,0 0 0,0 1 1,0-1-1,1 1 0,-1-1 0,0 1 0,0 0 0,1 0 0,-1 0 0,0 0 0,0 0 0,1 1 0,-1-1 0,0 1 0,0-1 0,0 1 0,1 0 0,-1 0 0,0 0 0,0 0 0,0 0 0,-1 0 0,1 1 0,0-1 0,0 0 0,-1 1 0,1 0 0,-1-1 0,4 5 0,-4-1 0,1 0 0,0 1 0,-1-1 0,0 1 0,-1-1 0,1 1 0,-1 0 0,0-1 0,0 1 0,-1-1 0,-1 9 0,-1-1-18,-1 0 1,0 0-1,-1 0 0,-1-1 0,0 0 0,0 0 1,-16 20-1,-10 21-21,32-52 20,0-1 0,-1 1 0,1-1 0,0 1 0,0-1 0,-1 1 0,1-1 0,0 1-1,0-1 1,0 1 0,0-1 0,0 1 0,0-1 0,0 1 0,0-1 0,0 1 0,0-1 0,0 1 0,0-1 0,0 1 0,0-1 0,0 1 0,0-1 0,1 1 0,-1-1 0,0 1 0,0-1 0,1 0 0,-1 1 0,0-1 0,1 1 0,-1-1 0,0 0 0,1 1 0,-1-1 0,0 0 0,1 1 0,-1-1 0,1 0 0,-1 1 0,1-1 0,-1 0 0,1 0 0,-1 0 0,1 0 0,-1 1 0,1-1 0,-1 0-1,1 0 1,-1 0 0,1 0 0,-1 0 0,1 0 0,-1 0 0,1 0 0,-1-1 0,1 1 0,-1 0 0,1 0 0,-1 0 0,2-1 0,37-7 41,113-49-125,-56 10-5266,-60 26-1352</inkml:trace>
</inkml:ink>
</file>

<file path=ppt/ink/ink2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13.752"/>
    </inkml:context>
    <inkml:brush xml:id="br0">
      <inkml:brushProperty name="width" value="0.025" units="cm"/>
      <inkml:brushProperty name="height" value="0.025" units="cm"/>
    </inkml:brush>
  </inkml:definitions>
  <inkml:trace contextRef="#ctx0" brushRef="#br0">0 165 14606,'0'0'1249,"59"-39"-640,-25 29-161,10-4-288,7 2 0,4-1-64,3-1-64,-4 2 0,-2-3-32,-6 0-544,-4-6-3844</inkml:trace>
</inkml:ink>
</file>

<file path=ppt/ink/ink2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14.330"/>
    </inkml:context>
    <inkml:brush xml:id="br0">
      <inkml:brushProperty name="width" value="0.025" units="cm"/>
      <inkml:brushProperty name="height" value="0.025" units="cm"/>
    </inkml:brush>
  </inkml:definitions>
  <inkml:trace contextRef="#ctx0" brushRef="#br0">5 21 15278,'0'11'102,"0"48"1017,2 0 0,16 97 1,-4-76-461,7 132 0,-23-377-627,-28-200 0,29 356-6,-5-27-46,6 35 30,0 0 0,0 0 0,0 0 1,0 0-1,-1 0 0,1 0 0,0 0 1,-1 0-1,1 0 0,-1 0 0,1 0 1,-1 0-1,1 0 0,-1 0 0,1 0 1,-1 1-1,0-1 0,0 0 0,1 1 1,-1-1-1,0 0 0,0 1 0,0-1 1,-1 0-1,0 3-1,1 1 1,1-1-1,-1 1 1,0-1-1,0 1 1,1-1-1,0 1 1,-1-1-1,1 1 1,0 0-1,0-1 1,1 6-1,-1-4 12,1 7-8,0 0 0,0 0 0,1 0 0,1 0 1,0-1-1,0 1 0,1-1 0,0 0 0,1 0 0,0 0 0,0-1 0,1 0 0,0 0 1,1 0-1,0-1 0,1 1 0,-1-2 0,1 1 0,1-1 0,0-1 0,10 7 0,-17-12-11,1 1 0,-1-2 0,0 1-1,1 0 1,-1 0 0,1-1-1,-1 1 1,1-1 0,-1 0 0,1 0-1,-1 0 1,1 0 0,-1 0 0,1 0-1,-1-1 1,1 1 0,-1-1-1,1 0 1,-1 1 0,0-1 0,1 0-1,2-2 1,-1-1-2,0 1-1,-1 0 0,1-1 1,-1 0-1,1 0 1,-1 0-1,-1 0 1,1 0-1,0 0 1,2-9-1,3-6-5,-2-1 1,0 0-1,-1-1 0,2-26 1,-4-18 79,12 87 71,64 114 367,-13-25-3341,-32-34-8232,-30-62 6699</inkml:trace>
</inkml:ink>
</file>

<file path=ppt/ink/ink2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14.596"/>
    </inkml:context>
    <inkml:brush xml:id="br0">
      <inkml:brushProperty name="width" value="0.025" units="cm"/>
      <inkml:brushProperty name="height" value="0.025" units="cm"/>
    </inkml:brush>
  </inkml:definitions>
  <inkml:trace contextRef="#ctx0" brushRef="#br0">1 64 6150,'0'0'5594,"10"-8"-3848,-4 4-1554,-1-2 42,1 1-1,0 1 1,0-1-1,1 1 1,-1 0-1,1 0 1,0 1 0,0 0-1,0 0 1,0 1-1,1-1 1,-1 2-1,1-1 1,0 1 0,8 0-1,-15 1-223,0 1-1,0-1 1,0 1-1,0 0 1,0-1-1,0 1 1,-1 0 0,1 0-1,0-1 1,0 1-1,-1 0 1,1 0-1,0 0 1,-1 0 0,1 0-1,-1 0 1,1 0-1,-1 0 1,0 0-1,1 0 1,-1 0-1,0 0 1,0 0 0,0 1-1,0-1 1,0 0-1,0 0 1,0 2-1,-1 39-37,0-37 46,0 7-9,-1 0 0,-1-1 0,0 1 0,-1-1-1,-7 15 1,6-14-8,1-1 1,0 1-1,0-1 0,-3 23 0,7-34 0,0 1-1,1-1 1,-1 0 0,0 1 0,0-1 0,0 1 0,0-1 0,0 0-1,0 1 1,1-1 0,-1 0 0,0 1 0,0-1 0,1 0-1,-1 1 1,0-1 0,0 0 0,1 1 0,-1-1 0,0 0 0,1 0-1,-1 1 1,1-1 0,-1 0 0,0 0 0,1 0 0,-1 0-1,0 0 1,1 1 0,-1-1 0,1 0 0,-1 0 0,1 0 0,23 1 29,22-8 28,3-7-146,-2-2-1,65-30 1,-31 0-4195,-39 13-3746</inkml:trace>
</inkml:ink>
</file>

<file path=ppt/ink/ink2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15.174"/>
    </inkml:context>
    <inkml:brush xml:id="br0">
      <inkml:brushProperty name="width" value="0.025" units="cm"/>
      <inkml:brushProperty name="height" value="0.025" units="cm"/>
    </inkml:brush>
  </inkml:definitions>
  <inkml:trace contextRef="#ctx0" brushRef="#br0">1 127 9705,'0'0'310,"0"-9"806,0 6-1049,-1 0 1,1 0-1,0 1 1,0-1-1,0 0 1,1 0-1,-1 0 1,1 0-1,-1 1 1,1-1-1,0 0 1,0 0-1,0 1 1,0-1-1,1 1 1,-1-1-1,1 1 1,0 0-1,-1-1 1,1 1-1,0 0 1,0 0-1,0 0 1,1 1-1,-1-1 1,0 0-1,1 1 1,-1-1-1,1 1 1,3-1-1,18-8 82,1 2-1,0 1 1,1 1-1,-1 2 1,37-3 0,-15 4-39,1 3 0,51 6 1,-83-5-62,-1 2 1,1 0 0,0 0-1,-1 1 1,0 1 0,0 1-1,0 0 1,-1 1 0,0 0-1,0 1 1,-1 1 0,0 0-1,0 1 1,-1 0 0,-1 1-1,0 0 1,0 1 0,-1 1-1,0-1 1,-1 1 0,-1 1-1,11 22 1,14 46 812,-4 2-1,32 153 1,-44-166-788,181 953 961,-181-878-875</inkml:trace>
</inkml:ink>
</file>

<file path=ppt/ink/ink2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42.844"/>
    </inkml:context>
    <inkml:brush xml:id="br0">
      <inkml:brushProperty name="width" value="0.025" units="cm"/>
      <inkml:brushProperty name="height" value="0.025" units="cm"/>
    </inkml:brush>
  </inkml:definitions>
  <inkml:trace contextRef="#ctx0" brushRef="#br0">14 32 865,'0'0'6619,"-9"5"-3518,4-6 3648,6 0-6715,-1-1-1,1 0 1,-1 0 0,1 0 0,0 0 0,0 1 0,-1-1 0,1 0-1,1 1 1,-1-1 0,0 1 0,0-1 0,0 1 0,1 0 0,-1-1-1,1 1 1,-1 0 0,1 0 0,0 0 0,-1 0 0,1 0 0,0 0 0,0 1-1,-1-1 1,1 1 0,0-1 0,0 1 0,0-1 0,0 1 0,0 0-1,0 0 1,-1 0 0,1 0 0,2 1 0,1-1-35,0 0 1,0 1 0,0 0-1,0 0 1,0 0-1,0 1 1,-1-1 0,1 1-1,0 0 1,-1 0-1,0 1 1,5 3 0,-3-1-1,0 1 0,-1 0 0,0 1 1,0-1-1,0 1 0,-1 0 0,0 0 1,0 0-1,-1 0 0,0 1 1,-1-1-1,1 1 0,-1 0 0,-1 0 1,1 0-1,-1 0 0,-1 0 0,0 0 1,0 0-1,0 0 0,-1 0 1,0 0-1,-1 0 0,-2 8 0,2-9 8,0 0-1,-1-1 0,1 0 1,-1 1-1,0-1 0,-1 0 1,0-1-1,0 1 0,0-1 1,-1 0-1,1 0 0,-1 0 1,0 0-1,-1-1 0,1 0 1,-1 0-1,0 0 0,0-1 1,0 0-1,0 0 0,-1 0 1,1-1-1,-1 0 0,1 0 1,-1-1-1,0 0 0,0 0 1,-9 0-1,15-2-4,1 1 0,-1 0 0,1-1 0,-1 1 0,1 0 0,-1-1 0,1 1 0,-1-1 0,1 1 0,0-1 0,-1 1 0,1-1 0,0 1 0,-1-1 1,1 1-1,0-1 0,0 1 0,0-1 0,-1 0 0,1 1 0,0-1 0,0 1 0,0-1 0,0 0 0,0 1 0,0-1 0,0 1 0,0-1 0,0 0 0,1 1 0,-1-1 0,0 1 0,0-1 0,0 1 0,1-1 0,-1 0 0,0 1 0,1-1 0,-1 1 0,0 0 0,1-1 0,-1 1 0,1-1 0,15-27 64,24-10 108,-27 27 9,-1-1 0,0 0 0,12-17 0,-20 23-142,-1 1 0,0-1 0,0 1 0,0-1 1,-1 0-1,0 0 0,0 0 0,-1 0 0,1-1 1,-1 1-1,-1 0 0,1-10 0,-3 10 392,-3 12-189,-12 31-145,9-17-131,1 1-1,-7 31 0,13-44 64,1-1-1,-1 0 1,1 1-1,1-1 1,-1 0 0,1 0-1,0 1 1,1-1-1,0 0 1,0 0-1,0 0 1,1 0-1,4 6 1,-5-9-172,1 1 0,0-2 0,0 1 0,0 0 0,1-1-1,0 1 1,-1-1 0,8 5 0,-6-5-660,0-1-1,0 1 0,1-1 1,0 0-1,-1 0 1,1 0-1,11 1 0,3-1-4440</inkml:trace>
</inkml:ink>
</file>

<file path=ppt/ink/ink2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43.080"/>
    </inkml:context>
    <inkml:brush xml:id="br0">
      <inkml:brushProperty name="width" value="0.025" units="cm"/>
      <inkml:brushProperty name="height" value="0.025" units="cm"/>
    </inkml:brush>
  </inkml:definitions>
  <inkml:trace contextRef="#ctx0" brushRef="#br0">1 0 9513,'0'0'7383,"4"7"-7303,1 5-56,-1 1-1,0-1 1,0 1-1,-2 0 1,1-1-1,-1 15 1,4 16 3,-3-33-932,-1 1-1,1-1 0,1 0 0,0 0 1,6 11-1,-7-18-4070</inkml:trace>
</inkml:ink>
</file>

<file path=ppt/ink/ink2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43.501"/>
    </inkml:context>
    <inkml:brush xml:id="br0">
      <inkml:brushProperty name="width" value="0.025" units="cm"/>
      <inkml:brushProperty name="height" value="0.025" units="cm"/>
    </inkml:brush>
  </inkml:definitions>
  <inkml:trace contextRef="#ctx0" brushRef="#br0">0 66 5894,'0'0'7180,"20"-5"-6134,26 4-316,79-11 0,-97 7-1722,0-1 0,27-11 0,-35 8-3236,-4-2-3091</inkml:trace>
</inkml:ink>
</file>

<file path=ppt/ink/ink2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44.325"/>
    </inkml:context>
    <inkml:brush xml:id="br0">
      <inkml:brushProperty name="width" value="0.025" units="cm"/>
      <inkml:brushProperty name="height" value="0.025" units="cm"/>
    </inkml:brush>
  </inkml:definitions>
  <inkml:trace contextRef="#ctx0" brushRef="#br0">7 0 11243,'0'0'1083,"0"7"-234,-3 406 3323,-1-277 91,13-308-4080,-4 106-199,-2 0-1,-8-76 0,7 150 1,0 0-1,1-1 0,0 1 1,0-1-1,0 0 1,1 1-1,0-2 0,7 10 1,-6-10 12,1-1 0,0 1 0,0-1 1,0 0-1,0-1 0,1 1 0,0-1 0,0-1 1,0 1-1,0-1 0,0 0 0,1-1 1,-1 0-1,1 0 0,0-1 0,11 2 0,-15-3-3,-1 0-1,1-1 1,0 1-1,0-1 1,0 1-1,-1-1 1,1 0-1,-1-1 0,1 1 1,-1-1-1,1 1 1,-1-1-1,0 0 1,1 0-1,-1 0 1,0-1-1,-1 1 0,1-1 1,0 0-1,-1 0 1,1 0-1,-1 0 1,0 0-1,0 0 1,0 0-1,-1-1 0,1 1 1,-1-1-1,1 1 1,-1-1-1,0 0 1,-1 0-1,1 1 1,-1-1-1,1-4 0,0-46 51,-12 77 59,11-9-90,0 0 1,1 0 0,0 0 0,1-1 0,1 1 0,0-1-1,1 1 1,0-1 0,1 0 0,10 20 0,-11-26-792,1 0 0,0 0 0,0 0 0,1-1 0,0 0 0,11 10 0,-8-10-3716,-1-4-2840</inkml:trace>
</inkml:ink>
</file>

<file path=ppt/ink/ink2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44.559"/>
    </inkml:context>
    <inkml:brush xml:id="br0">
      <inkml:brushProperty name="width" value="0.025" units="cm"/>
      <inkml:brushProperty name="height" value="0.025" units="cm"/>
    </inkml:brush>
  </inkml:definitions>
  <inkml:trace contextRef="#ctx0" brushRef="#br0">1 1 6854,'0'0'8745,"22"51"-7977,-22-34-287,0 0-257,0 2-160,0 1-64,0 0 32,0-3-32,0-3-32,0 0-480,3-6-1634,3-5-2178,0-3-3492</inkml:trace>
</inkml:ink>
</file>

<file path=ppt/ink/ink2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44.904"/>
    </inkml:context>
    <inkml:brush xml:id="br0">
      <inkml:brushProperty name="width" value="0.025" units="cm"/>
      <inkml:brushProperty name="height" value="0.025" units="cm"/>
    </inkml:brush>
  </inkml:definitions>
  <inkml:trace contextRef="#ctx0" brushRef="#br0">104 1 1858,'0'0'12604,"8"3"-11862,2 1-530,-1 1 1,1 0 0,-1 1 0,-1 0 0,1 1-1,-1-1 1,0 2 0,0-1 0,-1 1-1,0 0 1,-1 1 0,1-1 0,-2 1-1,1 1 1,-1-1 0,-1 1 0,0 0-1,6 18 1,-6-15-213,-1 0 0,0 1 0,-1-1 0,0 1 0,-1 0 0,0 0 0,-1 0 0,-1 0-1,-1-1 1,1 1 0,-2 0 0,0-1 0,-1 1 0,-9 22 0,2-14-138,-2-1-1,0-1 1,-1 0 0,-1-1 0,-17 18-1,10-15-1704,-40 31 0,3-12-3021</inkml:trace>
</inkml:ink>
</file>

<file path=ppt/ink/ink2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45.449"/>
    </inkml:context>
    <inkml:brush xml:id="br0">
      <inkml:brushProperty name="width" value="0.025" units="cm"/>
      <inkml:brushProperty name="height" value="0.025" units="cm"/>
    </inkml:brush>
  </inkml:definitions>
  <inkml:trace contextRef="#ctx0" brushRef="#br0">297 0 8136,'0'0'4340,"-8"7"-3801,-20 18-121,1 2 0,2 1 0,0 1 0,2 1 0,1 1 0,2 1 0,1 1 0,-18 42 0,26-49-273,0 0 0,2 0 0,1 1 0,1 0 0,1 1 0,2-1 1,1 1-1,1 0 0,1 0 0,1 0 0,2 0 0,5 32 0,-3-44-120,1-1 0,1 1 0,0-1 0,1-1-1,0 1 1,2-1 0,-1 0 0,2-1 0,-1 0 0,2-1 0,19 19 0,-15-18-226,0 0 0,1-1 1,0-1-1,1 0 0,0-1 0,1-1 1,0-1-1,0 0 0,23 5 1,25 0-4071</inkml:trace>
</inkml:ink>
</file>

<file path=ppt/ink/ink2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46.168"/>
    </inkml:context>
    <inkml:brush xml:id="br0">
      <inkml:brushProperty name="width" value="0.025" units="cm"/>
      <inkml:brushProperty name="height" value="0.025" units="cm"/>
    </inkml:brush>
  </inkml:definitions>
  <inkml:trace contextRef="#ctx0" brushRef="#br0">0 0 9705,'0'0'897,"45"6"-320,-13-5-33,0 0-224,6 1-224,-2-2-63,-3 0-66,-4 0-1376,-3 0-1506,-6-2-992</inkml:trace>
</inkml:ink>
</file>

<file path=ppt/ink/ink2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46.404"/>
    </inkml:context>
    <inkml:brush xml:id="br0">
      <inkml:brushProperty name="width" value="0.025" units="cm"/>
      <inkml:brushProperty name="height" value="0.025" units="cm"/>
    </inkml:brush>
  </inkml:definitions>
  <inkml:trace contextRef="#ctx0" brushRef="#br0">23 0 8776,'0'0'6374,"0"53"-5637,8-23-257,0 2-319,-3 5-129,-4 2-32,-1 1 32,0 2-96,-6-5 32,-4-4-929,1-6-1185,-2-8-32,2-10-2146</inkml:trace>
</inkml:ink>
</file>

<file path=ppt/ink/ink2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46.699"/>
    </inkml:context>
    <inkml:brush xml:id="br0">
      <inkml:brushProperty name="width" value="0.025" units="cm"/>
      <inkml:brushProperty name="height" value="0.025" units="cm"/>
    </inkml:brush>
  </inkml:definitions>
  <inkml:trace contextRef="#ctx0" brushRef="#br0">105 1 13325,'0'0'614,"-11"3"-17,6-2-485,0 1 0,0 0 0,0 1 0,0-1 0,1 1 0,-1 0 0,0 0 0,1 0 0,0 1 0,0-1-1,0 1 1,0 0 0,1 1 0,0-1 0,-1 0 0,2 1 0,-1 0 0,0 0 0,1-1 0,0 2 0,0-1-1,0 0 1,1 0 0,0 0 0,0 1 0,0 5 0,-2 10 31,2 0 0,0 0 0,1 0 0,2 0 0,0 0 0,5 22 0,-5-34-309,0 0-1,1 0 1,0 0 0,0 0-1,1 0 1,0-1 0,1 1-1,0-1 1,0 0 0,0-1-1,1 0 1,0 1 0,1-2-1,0 1 1,14 10 0,-19-16-573,1 1 0,0-1 0,0 1 0,0-1 1,0 0-1,0 0 0,0 0 0,0-1 0,5 1 0,6 0-5400</inkml:trace>
</inkml:ink>
</file>

<file path=ppt/ink/ink2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47.201"/>
    </inkml:context>
    <inkml:brush xml:id="br0">
      <inkml:brushProperty name="width" value="0.025" units="cm"/>
      <inkml:brushProperty name="height" value="0.025" units="cm"/>
    </inkml:brush>
  </inkml:definitions>
  <inkml:trace contextRef="#ctx0" brushRef="#br0">0 62 11371,'0'0'656,"7"-9"439,-2 4-794,1 0 0,-1-1-1,1 2 1,0-1 0,0 1 0,0 0 0,1 0 0,-1 1 0,9-4 0,-12 6-226,0 0 1,0 0 0,0 0 0,0 1 0,0-1 0,0 1 0,0 0 0,0 0-1,1 0 1,-1 0 0,0 0 0,0 1 0,0-1 0,0 1 0,0 0 0,0 0-1,0 0 1,0 0 0,-1 1 0,1-1 0,0 1 0,-1 0 0,1-1 0,-1 1-1,1 0 1,-1 1 0,0-1 0,0 0 0,3 4 0,-1 1-69,-1-1 0,1 0 0,-1 1 1,0 0-1,-1-1 0,1 1 0,-1 0 1,-1 0-1,1 1 0,-1-1 0,-1 0 0,1 0 1,-2 12-1,1-13-9,0-1 1,-1 0-1,0 1 0,0-1 1,0 0-1,-1 0 0,1 0 0,-1 0 1,-1 0-1,1 0 0,-1 0 1,0-1-1,0 1 0,0-1 1,0 0-1,-1 0 0,1 0 1,-9 6-1,-3-4-127,17-17-272,19-19-419,-8 16 718,35-42-357,-46 53 568,0 0 0,0 0-1,-1-1 1,1 1-1,-1-1 1,1 1 0,-1-1-1,0 1 1,0-1 0,-1 0-1,1 1 1,-1-1 0,0 0-1,0 1 1,0-1-1,-2-7 1,2 11-87,0-1-1,0 1 1,0 0 0,0-1-1,0 1 1,-1-1-1,1 1 1,0 0 0,0-1-1,0 1 1,-1 0 0,1-1-1,0 1 1,0 0 0,-1 0-1,1-1 1,0 1-1,-1 0 1,1 0 0,0 0-1,-1-1 1,1 1 0,-1 0-1,1 0 1,0 0-1,-1 0 1,1 0 0,-1 0-1,1 0 1,0 0 0,-1 0-1,1 0 1,-1 0-1,1 0 1,0 0 0,-1 0-1,1 0 1,-1 0 0,1 0-1,0 0 1,-1 0-1,1 1 1,0-1 0,-1 0-1,1 0 1,0 1 0,-1-1-1,1 0 1,0 0-1,-1 1 1,1-1 0,0 0-1,-1 1 1,-13 19 219,13-11-237,1 0 0,1 0 0,-1 1 0,2-1 0,-1 0 0,1-1 0,0 1 0,1 0 0,0 0 0,0-1 0,1 0 0,0 0-1,1 0 1,0 0 0,0 0 0,0-1 0,1 0 0,7 6 0,-7-7-980,-1 0 1,2-1-1,-1 0 1,0-1-1,1 1 1,0-1-1,11 4 0,-5-3-4773</inkml:trace>
</inkml:ink>
</file>

<file path=ppt/ink/ink2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47.531"/>
    </inkml:context>
    <inkml:brush xml:id="br0">
      <inkml:brushProperty name="width" value="0.025" units="cm"/>
      <inkml:brushProperty name="height" value="0.025" units="cm"/>
    </inkml:brush>
  </inkml:definitions>
  <inkml:trace contextRef="#ctx0" brushRef="#br0">0 10 9961,'0'0'3785,"8"-2"-2664,-2 1-931,-1-1 55,1 1-1,0 0 0,0 0 0,0 0 0,0 1 1,0 0-1,5 1 0,-9-1-230,0 0-1,0 1 1,-1-1-1,1 1 1,-1 0-1,1 0 1,-1-1-1,1 1 1,-1 0-1,1 0 1,-1 0-1,0 1 1,1-1-1,-1 0 1,0 0-1,0 1 1,0-1-1,0 1 1,0-1-1,0 1 1,0-1-1,-1 1 1,1-1-1,0 1 1,-1 0-1,0-1 1,1 1-1,-1 0 1,0 0-1,0-1 1,0 1-1,0 2 1,0 3-16,0 1 0,0-1 0,-1 1 0,0-1 0,-1 0 0,0 1 0,0-1-1,0 0 1,-1 0 0,0-1 0,0 1 0,-1 0 0,0-1 0,0 0 0,-9 10 0,13-15 2,0-1 1,-1 0-1,1 0 0,0 1 1,0-1-1,0 0 0,0 1 0,0-1 1,0 0-1,0 0 0,0 1 0,0-1 1,0 0-1,0 1 0,0-1 0,0 0 1,0 1-1,0-1 0,0 0 1,0 0-1,0 1 0,0-1 0,0 0 1,1 0-1,-1 1 0,0-1 0,0 0 1,0 0-1,0 1 0,1-1 0,-1 0 1,0 0-1,0 1 0,1-1 1,-1 0-1,0 0 0,0 0 0,1 0 1,-1 0-1,0 1 0,0-1 0,1 0 1,-1 0-1,0 0 0,1 0 0,-1 0 1,0 0-1,0 0 0,1 0 1,-1 0-1,29 4-7,31-5 22,-51 0-296,1 0 1,-1-1 0,1 0-1,15-6 1,13-12-5306,-19 4-580</inkml:trace>
</inkml:ink>
</file>

<file path=ppt/ink/ink2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47.765"/>
    </inkml:context>
    <inkml:brush xml:id="br0">
      <inkml:brushProperty name="width" value="0.025" units="cm"/>
      <inkml:brushProperty name="height" value="0.025" units="cm"/>
    </inkml:brush>
  </inkml:definitions>
  <inkml:trace contextRef="#ctx0" brushRef="#br0">0 29 10186,'0'0'5765,"49"-22"-5092,-23 20-257,5 2-256,0 0-128,0 0-32,-2 0-384,-2 0-1826,-1-4-3107</inkml:trace>
</inkml:ink>
</file>

<file path=ppt/ink/ink2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48.401"/>
    </inkml:context>
    <inkml:brush xml:id="br0">
      <inkml:brushProperty name="width" value="0.025" units="cm"/>
      <inkml:brushProperty name="height" value="0.025" units="cm"/>
    </inkml:brush>
  </inkml:definitions>
  <inkml:trace contextRef="#ctx0" brushRef="#br0">1 45 13965,'0'0'283,"0"8"-203,3 41 1233,2 0 0,16 66 1,8 57-871,-35-253 2028,-8-85-2614,4-18 1344,10 184-1020,26 20-181,-17-12 0,11 8 6,0 0 0,26 14 0,-39-26-20,0-1 0,1 0 0,-1 0 0,1 0 0,-1-1 0,1 0 1,0 0-1,0-1 0,0 0 0,0 0 0,10-1 0,-15-1-18,-1 1 0,1-1 0,-1 0 0,0 0 0,1-1 1,-1 1-1,0 0 0,0-1 0,0 1 0,0-1 0,0 0 0,0 1 0,0-1 1,-1 0-1,1 0 0,-1-1 0,1 1 0,-1 0 0,0 0 0,0-1 1,0 1-1,0 0 0,0-1 0,0 1 0,0-5 0,0 4 30,0 0-1,0 0 1,-1-1-1,1 1 1,-1-1-1,0 1 1,0 0-1,0-1 1,0 1 0,-1-1-1,1 1 1,-1 0-1,0-1 1,0 1-1,0 0 1,0 0-1,0-1 1,-4-4-1,4 7 5,1 1 1,0 0-1,0 0 0,0 0 0,0 0 1,0 0-1,0-1 0,0 1 0,0 0 1,-1 0-1,1 0 0,0 0 0,0 0 1,0 0-1,0-1 0,0 1 0,-1 0 0,1 0 1,0 0-1,0 0 0,0 0 0,0 0 1,-1 0-1,1 0 0,0 0 0,0 0 1,0 0-1,0 0 0,-1 0 0,1 0 1,0 0-1,0 0 0,0 0 0,0 0 1,-1 0-1,1 0 0,0 0 0,0 0 0,0 0 1,0 0-1,-1 1 0,1-1 0,0 0 1,0 0-1,0 0 0,0 0 0,0 0 1,0 0-1,-1 1 0,1-1 0,0 0 1,0 0-1,-3 14 20,3 17-8,2-22-7,-1-1 1,1 1-1,1-1 1,0 0-1,0 0 1,0 0-1,1-1 1,0 1-1,6 7 0,51 64-544,-45-59-190,16 16-8092,-21-24 1153</inkml:trace>
</inkml:ink>
</file>

<file path=ppt/ink/ink2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48.759"/>
    </inkml:context>
    <inkml:brush xml:id="br0">
      <inkml:brushProperty name="width" value="0.025" units="cm"/>
      <inkml:brushProperty name="height" value="0.025" units="cm"/>
    </inkml:brush>
  </inkml:definitions>
  <inkml:trace contextRef="#ctx0" brushRef="#br0">0 24 10218,'0'0'3080,"8"-3"-1863,0 1-982,4-2 254,0 0 1,0 1 0,1 1 0,14-2-1,-25 4-443,0-1-1,1 1 1,-1 0-1,0 0 1,0 0-1,0 0 0,0 0 1,0 1-1,0-1 1,0 0-1,0 1 1,0 0-1,0-1 0,0 1 1,0 0-1,0 0 1,0 0-1,0 1 1,-1-1-1,1 0 0,0 1 1,-1-1-1,1 0 1,-1 1-1,0 0 1,1-1-1,-1 1 0,0 0 1,0 0-1,0 0 1,0 0-1,-1 0 1,1 0-1,0 0 0,0 3 1,-1 0-48,1 0-1,-1 0 1,0 1 0,0-1-1,0 0 1,-1 1 0,0-1-1,0 0 1,0 0 0,-1 0-1,1 0 1,-4 6 0,-1 0-11,-1 0 0,-1 0 1,-12 14-1,-11 16-2,30-40 14,1-1 1,-1 1 0,1-1-1,0 1 1,-1 0 0,1-1 0,-1 1-1,1 0 1,0-1 0,0 1-1,-1 0 1,1 0 0,0-1-1,0 1 1,0 0 0,0 0-1,0-1 1,0 1 0,0 0 0,0 0-1,0-1 1,0 1 0,0 0-1,1-1 1,-1 1 0,0 0-1,1 0 1,-1-1 0,0 1-1,1-1 1,-1 1 0,0 0 0,1-1-1,-1 1 1,1-1 0,0 1-1,-1-1 1,1 1 0,-1-1-1,1 1 1,0-1 0,-1 0-1,1 1 1,0-1 0,-1 0 0,1 1-1,0-1 1,-1 0 0,1 0-1,0 0 1,0 0 0,-1 0-1,1 0 1,1 0 0,50 3 24,-43-3-31,8 0-302,1 1 419,1-1-1,-1-1 0,23-4 1,-35 4-476,0-1-1,-1 0 1,1 0 0,-1 0 0,11-6 0,-13 6-308,1 0 1,-1-1-1,0 0 1,0 0-1,0 1 1,0-2-1,-1 1 1,1 0-1,2-6 1,6-15-7244</inkml:trace>
</inkml:ink>
</file>

<file path=ppt/ink/ink2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49.052"/>
    </inkml:context>
    <inkml:brush xml:id="br0">
      <inkml:brushProperty name="width" value="0.025" units="cm"/>
      <inkml:brushProperty name="height" value="0.025" units="cm"/>
    </inkml:brush>
  </inkml:definitions>
  <inkml:trace contextRef="#ctx0" brushRef="#br0">1 1 10570,'0'0'4324,"45"18"-3843,-19 15 415,3 10-31,1 12-384,-3 7-129,-4 4-256,-11 3-32,-9-2-32,-3-5 0,-13-5-64,-13-8 32,-7-3-64,-5-6-1569,-2-10-2211,-4-7-3011</inkml:trace>
</inkml:ink>
</file>

<file path=ppt/ink/ink2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54.234"/>
    </inkml:context>
    <inkml:brush xml:id="br0">
      <inkml:brushProperty name="width" value="0.025" units="cm"/>
      <inkml:brushProperty name="height" value="0.025" units="cm"/>
    </inkml:brush>
  </inkml:definitions>
  <inkml:trace contextRef="#ctx0" brushRef="#br0">173 28 5029,'0'-1'328,"0"0"0,0 0 0,0 0 1,0 0-1,0 0 0,0 0 0,0 0 0,0 0 1,1 0-1,-1 0 0,0 0 0,1 0 0,-1 0 1,0 0-1,1 0 0,-1 0 0,1 0 0,0 0 0,-1 1 1,1-1-1,0 0 0,-1 0 0,1 1 0,0-1 1,0 0-1,0 1 0,1-2 0,29 1 943,-14 2-1225,-7-1-8,0 0 1,-1 0-1,1 2 1,0-1 0,0 1-1,-1 0 1,1 1 0,-1 1-1,1-1 1,-1 1-1,0 1 1,-1-1 0,1 2-1,-1-1 1,0 1-1,0 0 1,-1 1 0,0 0-1,0 0 1,0 0-1,-1 1 1,0 0 0,-1 0-1,0 1 1,6 11-1,10 31 302,-3 0 0,-1 1-1,10 57 1,17 164 485,-42-258-793,14 91 135,-6 1 0,-3 129 1,-7-229-104,-1-1 1,0 0-1,0 1 1,0-1-1,-1 0 1,0 0 0,0 0-1,-1 0 1,0 0-1,0-1 1,0 1-1,-1-1 1,1 0 0,-6 6-1,2-4 13,-1 0-1,0 0 0,0-1 1,-1 1-1,1-2 0,-1 1 1,-18 7-1,-6-2-33,-1 0 0,0-2 0,0-2-1,-36 4 1,29-7-378,-43 1-1,0-10-4790,8-12-6378</inkml:trace>
</inkml:ink>
</file>

<file path=ppt/ink/ink2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55.023"/>
    </inkml:context>
    <inkml:brush xml:id="br0">
      <inkml:brushProperty name="width" value="0.025" units="cm"/>
      <inkml:brushProperty name="height" value="0.025" units="cm"/>
    </inkml:brush>
  </inkml:definitions>
  <inkml:trace contextRef="#ctx0" brushRef="#br0">263 0 9129,'0'0'1980,"-8"3"-1291,-211 65 229,217-67-916,0 0 0,-1 0 0,1 1-1,0-1 1,0 1 0,0-1 0,0 1 0,0 0-1,1 0 1,-1 0 0,0 0 0,1 0 0,0 0 0,-1 0-1,1 1 1,0-1 0,0 0 0,0 1 0,0-1 0,1 1-1,-1-1 1,1 1 0,-1-1 0,1 1 0,0 3 0,0 10 51,0 0 0,1 0 0,3 18 0,0-7 242,43 940 3415,-49-934-3651,-1-1 0,-2 0 0,-1 0-1,-1 0 1,-14 37 0,21-69-35,-1 1 0,1-1 0,0 1 0,0-1 0,0 1 0,-1 0 0,1-1 0,0 1 0,0-1 0,0 1 0,0 0 0,0-1 0,0 1 0,0-1 0,0 1 0,0 0 0,0-1 0,0 1 0,1-1 0,-1 1 0,0 0 0,0-1 0,1 1 0,-1-1 0,0 1 0,1-1 0,-1 1 0,0-1 0,1 1 0,-1-1 0,1 0 0,-1 1 0,1-1 0,0 1 0,27 2 992,47-18 238,-61 11-1369,323-65 417,-227 48-599,-50 7-1892,-9-2-3176</inkml:trace>
</inkml:ink>
</file>

<file path=ppt/ink/ink2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55.737"/>
    </inkml:context>
    <inkml:brush xml:id="br0">
      <inkml:brushProperty name="width" value="0.025" units="cm"/>
      <inkml:brushProperty name="height" value="0.025" units="cm"/>
    </inkml:brush>
  </inkml:definitions>
  <inkml:trace contextRef="#ctx0" brushRef="#br0">0 0 8808,'0'0'2371,"66"0"-2115,-38 0 929,4 0-512,-1 0-481,1 0-128,-3 1-64,-6-1 0,-3 0-1313,-7 0-3108</inkml:trace>
</inkml:ink>
</file>

<file path=ppt/ink/ink2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7:55.926"/>
    </inkml:context>
    <inkml:brush xml:id="br0">
      <inkml:brushProperty name="width" value="0.025" units="cm"/>
      <inkml:brushProperty name="height" value="0.025" units="cm"/>
    </inkml:brush>
  </inkml:definitions>
  <inkml:trace contextRef="#ctx0" brushRef="#br0">0 44 7783,'0'0'3716,"58"10"-1058,-21-12-1184,5-6-802,5-1-447,0-2-161,-3 4-64,-7-1-128,-8-1-6439</inkml:trace>
</inkml:ink>
</file>

<file path=ppt/ink/ink2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03.554"/>
    </inkml:context>
    <inkml:brush xml:id="br0">
      <inkml:brushProperty name="width" value="0.025" units="cm"/>
      <inkml:brushProperty name="height" value="0.025" units="cm"/>
    </inkml:brush>
  </inkml:definitions>
  <inkml:trace contextRef="#ctx0" brushRef="#br0">2 26 5317,'-2'0'11999,"5"0"-10994,462-8-828,-452 4-813,-12 0-2139,-2-1-3370,0 1 758</inkml:trace>
</inkml:ink>
</file>

<file path=ppt/ink/ink2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07.449"/>
    </inkml:context>
    <inkml:brush xml:id="br0">
      <inkml:brushProperty name="width" value="0.025" units="cm"/>
      <inkml:brushProperty name="height" value="0.025" units="cm"/>
    </inkml:brush>
  </inkml:definitions>
  <inkml:trace contextRef="#ctx0" brushRef="#br0">1 27 2306,'3'-24'8202,"1"22"-4473,0 15-2543,6 45-876,5 17 724,-3 1-1,2 106 1,-14-129-4958</inkml:trace>
</inkml:ink>
</file>

<file path=ppt/ink/ink2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0.029"/>
    </inkml:context>
    <inkml:brush xml:id="br0">
      <inkml:brushProperty name="width" value="0.025" units="cm"/>
      <inkml:brushProperty name="height" value="0.025" units="cm"/>
    </inkml:brush>
  </inkml:definitions>
  <inkml:trace contextRef="#ctx0" brushRef="#br0">302 30 1505,'4'-2'-178,"30"-19"5181,-34 21-4945,0 0 1,0 0-1,0 0 1,1 0-1,-1 0 0,0 0 1,0 0-1,0 0 0,0 0 1,0 0-1,1 0 1,-1-1-1,0 1 0,0 0 1,0 0-1,0 0 0,0 0 1,0 0-1,0 0 1,0-1-1,0 1 0,0 0 1,0 0-1,1 0 0,-1 0 1,0 0-1,0-1 0,0 1 1,0 0-1,0 0 1,0 0-1,0 0 0,0 0 1,0-1-1,0 1 0,0 0 1,-1 0-1,1 0 1,0 0-1,0-1 0,0 1 1,0 0-1,0 0 0,0 0 1,0 0-1,0 0 1,0 0-1,0 0 0,0-1 1,-1 1-1,1 0 0,0 0 1,0 0-1,0 0 0,-22 0 395,-55 4-249,48-3 557,0 1 1,-44 9-1,71-10-729,0 0 0,0 0 0,1-1 0,-1 1 1,0 1-1,1-1 0,-1 0 0,1 0 0,-1 1 0,1-1 0,-1 0 0,1 1 0,0 0 0,0-1 0,0 1 1,0 0-1,0-1 0,0 1 0,0 0 0,1 0 0,-1 0 0,0 0 0,0 4 0,-4 54 1496,4-35-1114,-24 485 2811,24-485-3188,-1 25 43,-3-1 0,-3 1 0,-24 88 0,32-138-77,0 1 0,0-1-1,0 1 1,0-1 0,-1 1 0,1 0-1,0-1 1,0 1 0,0-1 0,0 1-1,0 0 1,0-1 0,1 1 0,-1-1-1,0 1 1,0-1 0,0 1 0,0 0 0,1-1-1,-1 1 1,0-1 0,1 1 0,-1-1-1,0 1 1,1-1 0,-1 1 0,1-1-1,-1 0 1,0 1 0,1-1 0,-1 0-1,1 1 1,-1-1 0,2 1 0,26 2 78,34-14 29,253-70-296,-311 79-275,1 1 1,-1-1 0,1 1 0,-1-1 0,1-1 0,-1 1 0,0 0 0,0-1 0,0 0 0,3-3 0,8-12-5733</inkml:trace>
</inkml:ink>
</file>

<file path=ppt/ink/ink2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0.576"/>
    </inkml:context>
    <inkml:brush xml:id="br0">
      <inkml:brushProperty name="width" value="0.025" units="cm"/>
      <inkml:brushProperty name="height" value="0.025" units="cm"/>
    </inkml:brush>
  </inkml:definitions>
  <inkml:trace contextRef="#ctx0" brushRef="#br0">0 51 7495,'0'0'3160,"6"-7"-1708,-3 3-1294,0 0 0,0 1 0,0 0 0,0 0 0,1 0 0,-1 0 0,1 0 0,0 1 0,0 0 0,0 0 0,0 0 0,0 0 0,0 0 0,1 1 0,-1 0 0,0 0 0,1 0 0,-1 0 0,1 1 0,-1-1 0,1 1 0,-1 1 0,1-1 0,-1 1 0,1-1 0,6 3 0,-3 0-125,0 0-1,0 0 1,-1 1 0,1-1 0,-1 2 0,0-1-1,0 1 1,0 0 0,-1 1 0,0 0 0,0 0 0,0 0-1,0 1 1,-1-1 0,-1 1 0,1 1 0,-1-1-1,0 0 1,4 13 0,-6-16-35,0 0-1,0 1 1,-1-1 0,0 1 0,0-1-1,0 1 1,0 0 0,-1-1-1,1 1 1,-1 0 0,-1 0-1,1-1 1,0 1 0,-1-1 0,0 1-1,0 0 1,-1-1 0,1 1-1,-1-1 1,0 0 0,0 0-1,-1 0 1,1 0 0,-1 0 0,0 0-1,0 0 1,0-1 0,0 1-1,0-1 1,-1 0 0,0 0 0,0-1-1,1 1 1,-2-1 0,1 1-1,-5 1 1,8-4 3,1 1 0,-1-1 0,0 1 0,0-1 1,0 0-1,1 1 0,-1-1 0,0 0 0,0 0 0,0 1 0,0-1 0,0 0 0,0 0 0,0 0 1,1 0-1,-1 0 0,0 0 0,0-1 0,0 1 0,0 0 0,0 0 0,0 0 0,1-1 1,-3 0-1,3 0 0,0 1 1,-1-1 0,1 0 0,0 0 0,-1 0 0,1 0 0,0 1 0,0-1-1,0 0 1,0 0 0,-1 0 0,1 0 0,0 0 0,1 0 0,-1 0-1,0 1 1,0-1 0,0 0 0,1-1 0,20-42 29,26-9-39,-37 44 166,0-1 0,-1 0 0,0 0 0,-1-1-1,0 0 1,-1 0 0,11-23 0,-18 34-100,-1 0 1,1 0 0,0 0 0,-1 0 0,1 1 0,0-1-1,-1 0 1,1 0 0,0 0 0,-1 0 0,1 0-1,0 0 1,-1 0 0,1 0 0,0 0 0,-1 0 0,1 0-1,0 0 1,-1 0 0,1 0 0,0 0 0,-1 0 0,1 0-1,0-1 1,-1 1 0,1 0 0,0 0 0,0 0-1,-1 0 1,1-1 0,0 1 0,0 0 0,-1 0 0,1-1-1,0 1 1,0 0 0,-1-1 0,1 1 0,0 0-1,0 0 1,0-1 0,0 1 0,0 0 0,0-1 0,-1 1-1,1 0 1,0-1 0,0 1 0,0 0 0,0-1-1,0 1 1,0 0 0,0-1 0,0 1 0,1 0 0,-1-1-1,0 1 1,0 0 0,0-1 0,0 1 0,0 0 0,1-1-1,-24 20 304,21-15-345,1 0 0,-1 0 0,1 1 0,0-1-1,1 0 1,-1 1 0,1-1 0,-1 0 0,1 1-1,1-1 1,-1 1 0,1-1 0,-1 0 0,1 1-1,0-1 1,1 0 0,-1 0 0,1 0 0,0 0-1,0 0 1,0 0 0,0 0 0,1-1 0,-1 1-1,1-1 1,7 6 0,1 3-197,0-1 1,2 0-1,-1 0 0,1-2 1,29 17-1,-12-14-3190,-9-8-2058,0-3-5302</inkml:trace>
</inkml:ink>
</file>

<file path=ppt/ink/ink2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0.733"/>
    </inkml:context>
    <inkml:brush xml:id="br0">
      <inkml:brushProperty name="width" value="0.025" units="cm"/>
      <inkml:brushProperty name="height" value="0.025" units="cm"/>
    </inkml:brush>
  </inkml:definitions>
  <inkml:trace contextRef="#ctx0" brushRef="#br0">0 0 11082,'0'0'3107,"0"44"-1697,0-28-481,2 3-289,5-2-448,-1 1-160,1 0 0,0-2-32,-3-3-960,-1-6-4325</inkml:trace>
</inkml:ink>
</file>

<file path=ppt/ink/ink2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0.952"/>
    </inkml:context>
    <inkml:brush xml:id="br0">
      <inkml:brushProperty name="width" value="0.025" units="cm"/>
      <inkml:brushProperty name="height" value="0.025" units="cm"/>
    </inkml:brush>
  </inkml:definitions>
  <inkml:trace contextRef="#ctx0" brushRef="#br0">1 115 9001,'0'0'2274,"64"-30"-1153,-29 20 256,5 2-480,5 0-545,-1 0-288,0 0-64,-3-2 0,-4-3-897,-4-7-4580</inkml:trace>
</inkml:ink>
</file>

<file path=ppt/ink/ink2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1.562"/>
    </inkml:context>
    <inkml:brush xml:id="br0">
      <inkml:brushProperty name="width" value="0.025" units="cm"/>
      <inkml:brushProperty name="height" value="0.025" units="cm"/>
    </inkml:brush>
  </inkml:definitions>
  <inkml:trace contextRef="#ctx0" brushRef="#br0">15 23 10826,'-1'8'374,"-3"22"838,2 0 0,2 0 1,0 0-1,6 32 0,30 124-210,-30-288-719,-5 71-249,-2 1 0,-2-1 0,0 1 0,-2 0 0,-2 0 0,0 0 0,-23-55 0,30 104 1251,9 18-1369,-2-24 94,1 1-1,0-1 1,1 0-1,18 19 1,-24-28-8,0 0 1,1-1-1,-1 0 1,1 0-1,0 0 0,0 0 1,0 0-1,0-1 1,1 0-1,-1 0 0,1 0 1,-1 0-1,1-1 1,-1 0-1,1 0 0,0 0 1,0 0-1,0-1 1,5 0-1,-8-1-2,1 0 1,-1 0-1,1 0 1,-1-1-1,1 1 0,-1-1 1,0 0-1,1 1 1,-1-1-1,0 0 0,0 0 1,-1-1-1,1 1 0,0 0 1,-1 0-1,1-1 1,-1 1-1,0-1 0,0 0 1,0 1-1,0-1 1,0 0-1,0-4 0,3-5 4,-2 1-1,0-1 1,0 0-1,0-14 1,-3 2 20,-1 17 4,0 17-43,1 0 71,0 0 0,1 0-1,0 1 1,1-1 0,0 0 0,1 0 0,0 0-1,1 0 1,0 0 0,0 0 0,1-1 0,8 15-1,-5-11-213,1 1-1,1-2 0,10 14 1,-10-16-934,1 0 0,-1-1 1,17 12-1,-12-12-5394</inkml:trace>
</inkml:ink>
</file>

<file path=ppt/ink/ink2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1.733"/>
    </inkml:context>
    <inkml:brush xml:id="br0">
      <inkml:brushProperty name="width" value="0.025" units="cm"/>
      <inkml:brushProperty name="height" value="0.025" units="cm"/>
    </inkml:brush>
  </inkml:definitions>
  <inkml:trace contextRef="#ctx0" brushRef="#br0">1 0 11627,'0'0'2947,"18"55"-1762,-13-36-256,2 2-545,1 0-288,-2-1-64,1-2-32,-1-5-96,-1-5-1698,-3-4-3715</inkml:trace>
</inkml:ink>
</file>

<file path=ppt/ink/ink2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2.777"/>
    </inkml:context>
    <inkml:brush xml:id="br0">
      <inkml:brushProperty name="width" value="0.025" units="cm"/>
      <inkml:brushProperty name="height" value="0.025" units="cm"/>
    </inkml:brush>
  </inkml:definitions>
  <inkml:trace contextRef="#ctx0" brushRef="#br0">0 23 6470,'0'0'8355,"11"-5"-8217,-5 2-120,1 0 0,0 1 0,0 0-1,0 0 1,0 0 0,1 1-1,-1 0 1,0 0 0,1 1-1,-1 0 1,1 0 0,-1 1-1,0 0 1,1 0 0,8 3-1,-12-3-16,0-1 0,0 1 0,0 0 0,-1 0 0,1 1 0,0-1 0,-1 1 0,1 0-1,-1-1 1,0 2 0,1-1 0,-1 0 0,0 1 0,0-1 0,-1 1 0,1 0 0,0 0-1,-1 0 1,0 0 0,0 0 0,0 1 0,0-1 0,0 1 0,-1-1 0,1 1 0,-1 0-1,0-1 1,0 1 0,-1 0 0,1 0 0,-1 0 0,0-1 0,1 1 0,-2 0 0,0 5-1,4 121 972,20 142 0,-15-212-893,1 112 1,-9-156-18,-1-1 0,0 1-1,-1 0 1,-1 0-1,0-1 1,-1 0 0,-1 1-1,-1-2 1,0 1 0,0-1-1,-2 1 1,-13 18 0,20-30-29,-1-1 1,0 0-1,0-1 1,0 1-1,0 0 1,0-1 0,-1 1-1,1-1 1,0 1-1,-1-1 1,1 0 0,-1 0-1,1 0 1,-1-1-1,0 1 1,1 0 0,-1-1-1,0 0 1,1 0-1,-1 0 1,0 0 0,1 0-1,-1 0 1,0-1-1,1 1 1,-1-1-1,0 0 1,1 1 0,-1-1-1,1-1 1,-1 1-1,1 0 1,-3-3 0,-36-28-1623,13-6-5550,20 21 1987</inkml:trace>
</inkml:ink>
</file>

<file path=ppt/ink/ink2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3.061"/>
    </inkml:context>
    <inkml:brush xml:id="br0">
      <inkml:brushProperty name="width" value="0.025" units="cm"/>
      <inkml:brushProperty name="height" value="0.025" units="cm"/>
    </inkml:brush>
  </inkml:definitions>
  <inkml:trace contextRef="#ctx0" brushRef="#br0">1 91 6662,'0'0'8168,"44"-32"-7239,-17 28 512,6 0-192,2 1-320,5 1-672,-3 1-161,-1 1-96,-5 0 32,-4-1-32,-8-1-32,-3-2-545,-4-3-1537,-4-6-1986,-4-4-6310</inkml:trace>
</inkml:ink>
</file>

<file path=ppt/ink/ink2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3.214"/>
    </inkml:context>
    <inkml:brush xml:id="br0">
      <inkml:brushProperty name="width" value="0.025" units="cm"/>
      <inkml:brushProperty name="height" value="0.025" units="cm"/>
    </inkml:brush>
  </inkml:definitions>
  <inkml:trace contextRef="#ctx0" brushRef="#br0">26 0 12620,'0'0'1409,"-25"63"193,25-35-449,0-1-448,0 5-449,5 4-192,-1-3-64,1 1 0,-2-5-128,3-6-2371,2-8-4163</inkml:trace>
</inkml:ink>
</file>

<file path=ppt/ink/ink2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3.449"/>
    </inkml:context>
    <inkml:brush xml:id="br0">
      <inkml:brushProperty name="width" value="0.025" units="cm"/>
      <inkml:brushProperty name="height" value="0.025" units="cm"/>
    </inkml:brush>
  </inkml:definitions>
  <inkml:trace contextRef="#ctx0" brushRef="#br0">14 0 9033,'0'0'96,"-13"16"-7880</inkml:trace>
</inkml:ink>
</file>

<file path=ppt/ink/ink2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3.950"/>
    </inkml:context>
    <inkml:brush xml:id="br0">
      <inkml:brushProperty name="width" value="0.025" units="cm"/>
      <inkml:brushProperty name="height" value="0.025" units="cm"/>
    </inkml:brush>
  </inkml:definitions>
  <inkml:trace contextRef="#ctx0" brushRef="#br0">461 5 9257,'0'0'881,"-10"0"-91,-3-1-225,-42-2 205,1 2 1,-1 3-1,-71 12 0,125-14-769,-1 1 0,0-1 0,1 1 1,-1 0-1,0 0 0,1-1 0,-1 1 0,1 1 1,-1-1-1,1 0 0,0 0 0,0 0 1,-1 1-1,1-1 0,0 1 0,0-1 0,0 1 1,0-1-1,1 1 0,-1-1 0,0 1 0,1 0 1,-1-1-1,1 1 0,-1 2 0,-3 50 0,4-37 4,-16 175 561,-68 317 0,80-492-511,1-9-40,1 1 0,0-1-1,1 1 1,0 0 0,0-1 0,1 1-1,0 0 1,1-1 0,1 11 0,-1-17 32,0-1 0,0 0 0,0 1 0,0-1 0,0 0 0,0 0 0,1 0 0,-1 0 0,0 0 0,1 0 0,-1 0 1,0 0-1,1-1 0,-1 1 0,1 0 0,-1-1 0,1 1 0,-1-1 0,1 0 0,0 0 0,2 1 0,41 1 408,-36-2-472,8 0-102,2 2-154,-1-2-1,0-1 1,1 0-1,-1-1 1,0-1 0,0 0-1,24-9 1,-9-3-4526</inkml:trace>
</inkml:ink>
</file>

<file path=ppt/ink/ink2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4.419"/>
    </inkml:context>
    <inkml:brush xml:id="br0">
      <inkml:brushProperty name="width" value="0.025" units="cm"/>
      <inkml:brushProperty name="height" value="0.025" units="cm"/>
    </inkml:brush>
  </inkml:definitions>
  <inkml:trace contextRef="#ctx0" brushRef="#br0">1 30 12812,'0'0'683,"7"-6"412,-4 4-1037,-1 0-5,0 0 0,0 0 0,1 0 0,-1 1 0,0-1 0,1 1 0,-1-1 0,1 1 0,-1 0 1,1 0-1,-1 0 0,1 0 0,0 0 0,0 1 0,-1-1 0,1 1 0,0 0 0,0 0 0,0 0 0,-1 0 0,1 0 0,0 1 0,0-1 0,-1 1 0,1 0 0,0 0 1,-1 0-1,1 0 0,-1 0 0,4 2 0,2 5-45,-1 0 0,0 1 0,0-1 0,0 2 0,-1-1 1,-1 1-1,0-1 0,0 1 0,-1 1 0,0-1 0,0 1 0,-1-1 0,-1 1 1,0 0-1,0 0 0,-1 0 0,-1 0 0,0 1 0,0-1 0,-4 16 1,-14 12-122,18-38 96,0 0 1,-1 0 0,1 0-1,-1-1 1,1 1-1,-1 0 1,0 0-1,1 0 1,-1 0-1,0-1 1,1 1 0,-1 0-1,0 0 1,0-1-1,0 1 1,0-1-1,0 1 1,0-1-1,0 1 1,0-1 0,0 0-1,0 1 1,0-1-1,0 0 1,0 0-1,0 0 1,0 0-1,0 0 1,0 0 0,0 0-1,0 0 1,0 0-1,0 0 1,0 0-1,-2-1 1,2-1 13,0 1 0,1-1 0,-1 0 0,1 1 0,-1-1 0,1 1 0,-1-1 1,1 0-1,0 1 0,0-1 0,0 0 0,0 1 0,0-1 0,0 1 0,1-1 0,-1 0 0,1-2 0,8-28 29,-2 17-30,1 2-1,0-1 0,1 1 0,15-18 1,18-27 1052,-38 49 1158,-8 12-1286,-9 18-731,12-14-165,0-1-1,0 1 0,0-1 1,1 1-1,0 0 0,0-1 1,1 1-1,0-1 0,0 1 1,0-1-1,1 0 0,0 1 0,0-1 1,1 0-1,0 0 0,6 10 1,-4-8-176,1 0 0,0-1 0,0 1 0,11 8 0,34 20-3980,-24-23-2925</inkml:trace>
</inkml:ink>
</file>

<file path=ppt/ink/ink2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4.684"/>
    </inkml:context>
    <inkml:brush xml:id="br0">
      <inkml:brushProperty name="width" value="0.025" units="cm"/>
      <inkml:brushProperty name="height" value="0.025" units="cm"/>
    </inkml:brush>
  </inkml:definitions>
  <inkml:trace contextRef="#ctx0" brushRef="#br0">33 1 11723,'0'0'4399,"4"10"-4298,-3-7-97,1 0-2,0 1-1,-1-1 0,1 1 1,-1 0-1,0-1 1,0 1-1,0 0 1,0 0-1,-1 0 1,0-1-1,0 1 1,0 0-1,0 0 1,0 0-1,-1 0 0,0-1 1,1 1-1,-1 0 1,-1 0-1,1-1 1,-1 1-1,-3 6 1,-4 3-9,6-9 3,0 1 0,0 0 0,0 0 0,0 0-1,1 0 1,-1 0 0,1 0 0,1 0 0,-3 12 0,4-17 5,0 1-1,1 0 1,-1-1 0,1 1 0,-1 0 0,0-1 0,1 1 0,-1-1-1,1 1 1,0-1 0,-1 1 0,1-1 0,-1 1 0,1-1 0,0 0 0,-1 1-1,1-1 1,0 0 0,-1 0 0,1 1 0,0-1 0,0 0 0,-1 0 0,1 0-1,0 0 1,0 0 0,-1 0 0,2 0 0,29 1 0,-25-1-1,14 0-584,0 0-1,0-2 1,34-6-1,-5-5-3611</inkml:trace>
</inkml:ink>
</file>

<file path=ppt/ink/ink2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4.901"/>
    </inkml:context>
    <inkml:brush xml:id="br0">
      <inkml:brushProperty name="width" value="0.025" units="cm"/>
      <inkml:brushProperty name="height" value="0.025" units="cm"/>
    </inkml:brush>
  </inkml:definitions>
  <inkml:trace contextRef="#ctx0" brushRef="#br0">1 78 12396,'0'0'1377,"58"-31"-961,-26 25-191,8 0 159,2 2-288,2 0-64,0-2-32,-1-2-2851,-2-5-6277</inkml:trace>
</inkml:ink>
</file>

<file path=ppt/ink/ink2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5.412"/>
    </inkml:context>
    <inkml:brush xml:id="br0">
      <inkml:brushProperty name="width" value="0.025" units="cm"/>
      <inkml:brushProperty name="height" value="0.025" units="cm"/>
    </inkml:brush>
  </inkml:definitions>
  <inkml:trace contextRef="#ctx0" brushRef="#br0">40 38 10730,'-2'8'1073,"-5"17"-609,1-1 1,2 1-1,-4 50 0,8-61-253,0 0-1,0 0 0,1 0 1,1 0-1,0-1 1,1 1-1,0 0 0,2-1 1,7 18-1,-12-31-203,0 1 0,0-1 0,0 0 0,0 1 0,0-1 0,1 0 0,-1 1-1,0-1 1,0 0 0,0 0 0,1 1 0,-1-1 0,0 0 0,0 0 0,1 1 0,-1-1 0,0 0 0,1 0-1,-1 0 1,0 1 0,1-1 0,-1 0 0,0 0 0,1 0 0,-1 0 0,1 0 0,-1 0 0,0 0-1,1 0 1,-1 0 0,0 0 0,1 0 0,-1 0 0,0 0 0,1 0 0,-1 0 0,1 0 0,-1 0 0,0 0-1,1-1 1,-1 1 0,0 0 0,1 0 0,-1 0 0,0-1 0,0 1 0,1 0 0,-1 0 0,0-1 0,0 1-1,1 0 1,-1 0 0,0-1 0,0 1 0,0 0 0,1-1 0,-1 1 0,0 0 0,0-1 0,0 1-1,0 0 1,0-1 0,0 1 0,0-1 0,0 1 0,0 0 0,0-1 0,0 0 0,9-26 114,-8 21-65,7-27-66,-2 0-1,4-56 1,-10 82 115,0-1-1,0 1 0,0 0 1,-1-1-1,0 1 0,0 0 1,0 0-1,-1 0 0,-1 0 0,1 0 1,-1 0-1,0 0 0,0 1 1,-1-1-1,0 1 0,0 0 1,-1 0-1,-8-8 0,12 12-49,-1 1 0,1 0-1,0 0 1,-1 0-1,1 0 1,0 1-1,-1-1 1,1 0 0,-1 1-1,1-1 1,-1 0-1,0 1 1,1 0-1,-1-1 1,-2 1 0,3 0-41,1 0 0,-1 0 0,0 1 0,1-1 0,-1 0 0,1 0 0,-1 1 0,0-1 0,1 0 0,-1 1 0,1-1 0,-1 1 0,1-1 0,-1 1 0,1-1 0,-1 1 0,1-1 0,-1 1 0,1-1 0,0 1 0,-1-1 0,1 1 0,0 0 0,0-1 0,-1 2 0,1 1-12,-1-1 1,1 1-1,0 0 1,0 0 0,0-1-1,0 1 1,0 0-1,0 0 1,1-1 0,-1 1-1,1 0 1,0 0-1,0-1 1,0 1-1,0-1 1,3 4 0,1 2 8,1-1 1,0 1-1,0-1 1,1 0-1,0-1 1,0 0-1,1 0 0,0-1 1,0 1-1,0-2 1,1 1-1,9 3 1,-15-7-7,1 1 0,0-1-1,0 0 1,0 0 0,0 0 0,0-1 0,0 1 0,0-1-1,0 0 1,0 0 0,0-1 0,0 1 0,0-1 0,0 0-1,0 0 1,0 0 0,-1 0 0,1-1 0,0 1-1,-1-1 1,1 0 0,-1 0 0,1-1 0,-1 1 0,0-1-1,0 1 1,0-1 0,0 0 0,-1 0 0,3-4 0,-1 2-4,0-1 1,0 0 0,-1 0 0,1 0 0,-2 0 0,1 0 0,-1 0 0,1-1-1,-2 1 1,1-1 0,-1 0 0,0 0 0,0 1 0,-1-1 0,0 0 0,-1-11 0,-6 55-120,8-21 124,0 1-1,0-1 1,2 1-1,0-1 0,0 0 1,2 0-1,0 0 1,13 25-1,19 26-2403,-18-41-2529</inkml:trace>
</inkml:ink>
</file>

<file path=ppt/ink/ink2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5.708"/>
    </inkml:context>
    <inkml:brush xml:id="br0">
      <inkml:brushProperty name="width" value="0.025" units="cm"/>
      <inkml:brushProperty name="height" value="0.025" units="cm"/>
    </inkml:brush>
  </inkml:definitions>
  <inkml:trace contextRef="#ctx0" brushRef="#br0">19 1 10858,'0'0'4458,"7"1"-3951,-6 0-500,1-1 0,0 1 0,0-1 1,-1 1-1,1-1 0,0 1 0,-1 0 0,1 0 0,-1 0 0,1 0 1,-1 0-1,1 0 0,-1 0 0,0 1 0,1-1 0,-1 0 0,0 1 1,0-1-1,0 1 0,1 1 0,-1 0-6,-1 0-1,1 0 1,-1 0-1,0-1 1,0 1 0,0 0-1,0 0 1,-1 0-1,1 0 1,-1-1 0,1 1-1,-1 0 1,0-1-1,0 1 1,0 0 0,-3 3-1,-14 26 1,13-26-5,1 0 0,1 1 1,-1-1-1,1 1 1,0-1-1,0 1 0,1 0 1,-2 9-1,8-14 7,-1-1 0,1 0 1,-1 0-1,1-1 0,0 1 0,-1-1 0,1 0 0,0 0 0,-1 0 1,8-1-1,-6 1-6,15 0-56,-1-1-1,1-1 1,29-7 0,20-16-5768,-32 4-2138</inkml:trace>
</inkml:ink>
</file>

<file path=ppt/ink/ink2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6.223"/>
    </inkml:context>
    <inkml:brush xml:id="br0">
      <inkml:brushProperty name="width" value="0.025" units="cm"/>
      <inkml:brushProperty name="height" value="0.025" units="cm"/>
    </inkml:brush>
  </inkml:definitions>
  <inkml:trace contextRef="#ctx0" brushRef="#br0">1 75 11499,'0'0'2498,"3"-8"-2001,-2 5-459,0 0 0,0 1 1,1-1-1,-1 0 0,1 0 1,0 1-1,0-1 1,0 1-1,0-1 0,0 1 1,1 0-1,-1 0 0,1 0 1,-1 0-1,1 0 0,0 1 1,-1-1-1,1 1 0,0 0 1,0 0-1,0 0 1,0 0-1,0 0 0,1 1 1,-1-1-1,6 1 0,38-8 163,0 2-1,0 3 0,94 4 0,-137 0-170,0 0 0,0 0 0,0 1 0,0-1 0,0 1 0,0 0 0,-1 0 0,1 1 0,-1-1 0,1 1 0,-1-1 1,0 1-1,0 0 0,0 0 0,0 1 0,0-1 0,-1 0 0,0 1 0,0 0 0,0 0 0,0-1 0,0 1 0,-1 0 0,1 0 0,-1 0 0,1 8 0,2 11 213,0 1 0,-2-1 1,0 35-1,-2-55-180,1 39 205,-7 306 522,2-299-782,-2-1 1,-3 1 0,-1-1 0,-2-1 0,-20 48 0,26-79 3,-2-1 0,0 0 1,0 0-1,-1-1 0,-1 0 0,-22 24 1,26-32-10,0 0 0,0-1 0,0 0 0,-1 0 0,1-1 0,-1 1 0,0-2 1,-1 1-1,1-1 0,-1 0 0,1 0 0,-1-1 0,0 0 0,0-1 0,0 0 0,-11 1 0,17-2-34,0 0 0,0 0 0,0-1 0,1 1 0,-1 0-1,0-1 1,0 1 0,0-1 0,1 1 0,-1-1 0,0 0 0,1 0-1,-1 0 1,1 0 0,-1 0 0,-2-2 0,-10-17-3091,1-6-3652</inkml:trace>
</inkml:ink>
</file>

<file path=ppt/ink/ink2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6.520"/>
    </inkml:context>
    <inkml:brush xml:id="br0">
      <inkml:brushProperty name="width" value="0.025" units="cm"/>
      <inkml:brushProperty name="height" value="0.025" units="cm"/>
    </inkml:brush>
  </inkml:definitions>
  <inkml:trace contextRef="#ctx0" brushRef="#br0">352 1 8936,'45'31'289,"4"16"1408,3 20 545,-1 23-608,-9 16-193,-8 12-448,-16 11-352,-17 9-321,-10-1-160,-35-3-96,-20-9 0,-21-5-31,-15-14-1,-11-13-32,-5-15-289,1-17-5412</inkml:trace>
</inkml:ink>
</file>

<file path=ppt/ink/ink2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7.160"/>
    </inkml:context>
    <inkml:brush xml:id="br0">
      <inkml:brushProperty name="width" value="0.025" units="cm"/>
      <inkml:brushProperty name="height" value="0.025" units="cm"/>
    </inkml:brush>
  </inkml:definitions>
  <inkml:trace contextRef="#ctx0" brushRef="#br0">461 3 7175,'0'0'16,"-10"-2"379,3 2-239,0 0 0,-1 0 0,1 0 1,0 1-1,-1 0 0,1 1 0,0-1 1,0 1-1,0 1 0,0-1 0,0 1 0,1 1 1,-1-1-1,1 1 0,0 0 0,0 0 1,0 1-1,-6 6 0,-17 15 583,2 1-1,1 2 1,1 0 0,2 2-1,0 0 1,3 2-1,0 0 1,-14 37 0,17-32-532,2 0 0,2 2 1,2-1-1,1 2 0,2-1 0,1 1 1,3 0-1,1 1 0,2-1 0,2 0 1,2 1-1,9 46 0,-3-52-183,2 0 1,1-1-1,2-1 0,1 0 1,1-1-1,3-1 0,30 43 1,-16-32-122,1-1 1,3-1-1,1-3 0,59 47 1,-75-68-1821,45 26 1,16-5-8222</inkml:trace>
</inkml:ink>
</file>

<file path=ppt/ink/ink2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8.721"/>
    </inkml:context>
    <inkml:brush xml:id="br0">
      <inkml:brushProperty name="width" value="0.025" units="cm"/>
      <inkml:brushProperty name="height" value="0.025" units="cm"/>
    </inkml:brush>
  </inkml:definitions>
  <inkml:trace contextRef="#ctx0" brushRef="#br0">272 0 14253,'-55'17'65,"1"12"-1,4 15 128,4 10 256,11 6 193,12 1-65,15 1 257,8 1-224,5 1-321,17-3-256,5-3 0,7-7 0,3-9-32,-2-11-705,2-15-2209,-2-9-2275,-3-7-3331</inkml:trace>
</inkml:ink>
</file>

<file path=ppt/ink/ink2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9.219"/>
    </inkml:context>
    <inkml:brush xml:id="br0">
      <inkml:brushProperty name="width" value="0.025" units="cm"/>
      <inkml:brushProperty name="height" value="0.025" units="cm"/>
    </inkml:brush>
  </inkml:definitions>
  <inkml:trace contextRef="#ctx0" brushRef="#br0">1 70 8168,'0'0'1484,"2"-8"-256,-2 5-1061,1-1 0,0 1 1,0 0-1,0 0 0,1 0 1,-1 0-1,1 0 1,-1 1-1,1-1 0,0 0 1,0 1-1,0-1 0,0 1 1,1 0-1,-1 0 1,1 0-1,-1 0 0,1 0 1,0 0-1,-1 1 0,1-1 1,0 1-1,0 0 1,0 0-1,1 0 0,-1 0 1,0 0-1,0 1 0,0-1 1,1 1-1,-1 0 1,0 0-1,6 1 0,-3 0-135,0-1-1,-1 1 1,1 1-1,-1-1 1,1 1 0,-1 0-1,0 0 1,1 1-1,-1-1 1,0 1-1,-1 0 1,1 1-1,0-1 1,-1 1-1,0 0 1,0 0-1,0 0 1,0 1 0,-1-1-1,0 1 1,0 0-1,0 0 1,0 0-1,-1 0 1,4 11-1,-4-12-32,-1 1 0,0 0 0,1-1 0,-2 1 0,1 0 0,0 0 0,-1 0 0,0-1-1,0 1 1,0 0 0,-1 0 0,0 0 0,0 0 0,0-1 0,0 1 0,-1-1 0,0 1-1,0-1 1,0 1 0,0-1 0,-1 0 0,1 0 0,-1 0 0,0 0 0,-1-1 0,1 1 0,0-1-1,-1 0 1,0 0 0,0 0 0,-4 3 0,-5-3-3,13-11 7,10-12 3,1 7-1,1 0 0,25-21 0,-25 24 7,0-1 1,0-1-1,17-22 0,-28 33 4,-1 1 1,1-1-1,-1 1 0,0-1 0,1 1 0,-1-1 0,0 1 0,1-1 0,-1 1 0,0-1 0,0 0 0,1 1 0,-1-1 0,0 0 0,0 1 0,0-1 0,0 1 0,0-1 0,0 0 0,0 1 0,0-1 0,0 1 0,0-1 0,0 0 0,-1 1 0,1-1 0,0 1 0,0-1 0,-1 0 0,1 1 0,0-1 0,-1 1 0,1-1 0,0 1 0,-1-1 0,1 1 0,-2-1 0,0 0 96,0 0 0,0 0 1,0 0-1,0 0 0,0 1 0,0-1 1,0 1-1,0-1 0,-1 1 0,1 0 1,-4 0-1,3 0-25,0 0 0,1 0 0,-1 0 1,0 0-1,0 0 0,1 1 0,-1 0 0,0-1 0,1 1 0,-1 0 0,1 0 1,-1 0-1,1 1 0,0-1 0,-1 0 0,1 1 0,0 0 0,0-1 0,0 1 1,0 0-1,0 0 0,0 0 0,-1 3 0,2-2-77,1 0 0,0-1 0,-1 1 0,1 0 0,0 0 0,1-1 0,-1 1-1,0 0 1,1-1 0,0 1 0,-1 0 0,1-1 0,0 1 0,0-1 0,1 1 0,-1-1 0,0 1 0,1-1 0,-1 0 0,1 0 0,0 0 0,2 3-1,7 5-9,0-1-1,0 0 1,13 9-1,-6-6-11,58 42-1763,-25-20-4773,-27-19-56</inkml:trace>
</inkml:ink>
</file>

<file path=ppt/ink/ink2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9.484"/>
    </inkml:context>
    <inkml:brush xml:id="br0">
      <inkml:brushProperty name="width" value="0.025" units="cm"/>
      <inkml:brushProperty name="height" value="0.025" units="cm"/>
    </inkml:brush>
  </inkml:definitions>
  <inkml:trace contextRef="#ctx0" brushRef="#br0">34 6 9833,'0'0'6951,"8"-2"-6294,-6 1-636,-1 0 0,1 1 0,0-1 0,0 1 0,0 0 0,0 0 0,0-1 1,0 1-1,0 0 0,0 1 0,1-1 0,-1 0 0,-1 1 0,4 0 1,-4 0-15,0 1 1,1-1-1,-1 1 1,0-1-1,0 1 1,0 0-1,0 0 1,-1-1-1,1 1 1,0 0-1,-1 0 1,1 0-1,-1 0 1,0 0-1,1 0 1,-1 0 0,0 0-1,0 0 1,0 0-1,-1 3 1,0 0-5,1-1-1,-1 1 1,0-1 0,0 1 0,-1-1 0,1 1 0,-1-1 0,0 0 0,0 1 0,-1-1-1,1 0 1,-1-1 0,0 1 0,0 0 0,0-1 0,0 0 0,-1 1 0,1-1 0,-6 3 0,-28 32-77,37-37 72,0-1 0,0 0 0,0 1 0,1-1 0,-1 0 1,0 1-1,0-1 0,0 1 0,0-1 0,0 0 0,1 1 0,-1-1 1,0 0-1,0 1 0,1-1 0,-1 0 0,0 0 0,1 1 1,-1-1-1,0 0 0,0 0 0,1 1 0,-1-1 0,1 0 0,-1 0 1,0 0-1,1 0 0,-1 1 0,0-1 0,1 0 0,-1 0 1,1 0-1,-1 0 0,0 0 0,1 0 0,-1 0 0,1 0 0,-1 0 1,0 0-1,1 0 0,-1-1 0,0 1 0,1 0 0,-1 0 1,1 0-1,-1-1 0,27 0-45,36-8-1736,116-32 0,-133 27-4634</inkml:trace>
</inkml:ink>
</file>

<file path=ppt/ink/ink2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19.703"/>
    </inkml:context>
    <inkml:brush xml:id="br0">
      <inkml:brushProperty name="width" value="0.025" units="cm"/>
      <inkml:brushProperty name="height" value="0.025" units="cm"/>
    </inkml:brush>
  </inkml:definitions>
  <inkml:trace contextRef="#ctx0" brushRef="#br0">1 114 11851,'0'0'1762,"48"-29"-1346,-11 21-127,11-2-33,9 2 64,5-1-224,9 0-96,-5-3 32,-2 2-128,-8-8-3203</inkml:trace>
</inkml:ink>
</file>

<file path=ppt/ink/ink2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20.232"/>
    </inkml:context>
    <inkml:brush xml:id="br0">
      <inkml:brushProperty name="width" value="0.025" units="cm"/>
      <inkml:brushProperty name="height" value="0.025" units="cm"/>
    </inkml:brush>
  </inkml:definitions>
  <inkml:trace contextRef="#ctx0" brushRef="#br0">30 105 10570,'0'11'518,"-1"16"351,2 1 0,1 0 0,0-1 0,10 37 0,-1-24-74,-7-19-511,2-1 0,0 0 1,2 0-1,10 21 0,-17-40-276,-1-1 1,0 1 0,0-1-1,0 1 1,1-1 0,-1 1-1,0-1 1,0 1-1,1-1 1,-1 1 0,0-1-1,1 0 1,-1 1 0,1-1-1,-1 1 1,0-1 0,1 0-1,-1 0 1,1 1-1,-1-1 1,1 0 0,-1 0-1,1 1 1,-1-1 0,1 0-1,-1 0 1,1 0 0,-1 0-1,1 0 1,0 0-1,0 0 1,8-15 281,-1-28 45,-8 42-334,5-42 46,-2 0 1,-4-63-1,0 92-41,0 1 1,-1-1-1,-1 1 0,0 0 1,-1 0-1,0 0 1,-1 0-1,0 1 1,-1-1-1,-1 1 0,-15-21 1,-8 6 53,29 26-19,0 0 1,-1 0-1,1 1 0,0-1 1,-1 0-1,1 1 1,-1-1-1,1 1 1,-1-1-1,1 1 0,-1 0 1,1-1-1,-1 1 1,0 0-1,1 0 1,-1 0-1,1 1 1,-1-1-1,1 0 0,-1 0 1,-2 2-1,3-1-35,0-1-1,0 1 1,1 0 0,-1 0-1,0 0 1,1 0-1,-1 0 1,1 0-1,-1 0 1,1 0 0,-1 1-1,1-1 1,0 0-1,0 0 1,-1 0-1,1 0 1,0 1 0,0-1-1,0 0 1,0 0-1,0 0 1,1 0-1,-1 0 1,0 1 0,1-1-1,-1 0 1,0 0-1,1 0 1,-1 0-1,1 0 1,0 0-1,-1 0 1,1 0 0,1 1-1,26 35 14,-14-24-10,1-1 0,0-1 0,1-1 0,1 0 0,0-1 0,27 11 0,-32-15-5,-1-1 1,1-1-1,-1 0 1,1 0-1,0-2 1,0 1 0,0-1-1,0-1 1,1 0-1,-1-1 1,19-3-1,-28 3-2,1-1-1,0 0 0,0 1 0,-1-1 0,1-1 1,-1 1-1,1-1 0,-1 1 0,0-1 1,0 0-1,0 0 0,-1 0 0,1-1 0,-1 1 1,0 0-1,1-1 0,-2 0 0,1 1 1,0-1-1,1-6 0,-1 4 2,0 0 0,-1 1 0,1-1 1,-2 0-1,1 0 0,0 0 0,-1 0 0,0 0 0,-1 0 0,1 0 0,-1 0 1,0 0-1,-4-10 0,2 11 20,2 12-30,7 17 1,8-3-21,1-1-1,1 0 1,1-1-1,32 29 1,3 4-4704,-33-31-399</inkml:trace>
</inkml:ink>
</file>

<file path=ppt/ink/ink2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20.515"/>
    </inkml:context>
    <inkml:brush xml:id="br0">
      <inkml:brushProperty name="width" value="0.025" units="cm"/>
      <inkml:brushProperty name="height" value="0.025" units="cm"/>
    </inkml:brush>
  </inkml:definitions>
  <inkml:trace contextRef="#ctx0" brushRef="#br0">1 36 10410,'0'0'1719,"8"-4"-155,0 0-1421,-1 0 422,1 0 0,0 0 0,0 1 0,1 0 0,-1 1 0,0 0-1,1 0 1,0 0 0,10 1 0,-18 1-551,0 1-1,0-1 1,-1 1-1,1-1 1,0 1-1,-1 0 1,1-1-1,0 1 1,-1 0-1,1 0 1,-1-1 0,1 1-1,-1 0 1,0 0-1,1 0 1,-1 0-1,0-1 1,0 1-1,1 0 1,-1 0-1,0 0 1,0 0-1,0 0 1,0 0-1,0 0 1,0 0 0,0-1-1,-1 1 1,1 0-1,0 0 1,0 0-1,-1 0 1,0 1-1,-10 32-8,-3-14 0,10-16-5,0 0 0,1 1 1,-1-1-1,1 1 1,0 0-1,1 0 0,-1 0 1,1 0-1,0 0 0,0 1 1,1-1-1,-1 0 0,1 1 1,0 7-1,2-12 2,1 0-1,-1 0 1,1 0-1,0 0 1,-1 0-1,1-1 1,0 1-1,0-1 1,0 1-1,0-1 1,-1 1-1,1-1 1,0 0-1,0 0 1,0 0-1,0 0 1,0 0-1,3-1 1,0 1-4,18-1-95,-1 0 0,1-2 0,0 0 0,37-11 0,-42 8-954,-1 0 1,1-2-1,22-13 1,-2-4-3200</inkml:trace>
</inkml:ink>
</file>

<file path=ppt/ink/ink2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20.753"/>
    </inkml:context>
    <inkml:brush xml:id="br0">
      <inkml:brushProperty name="width" value="0.025" units="cm"/>
      <inkml:brushProperty name="height" value="0.025" units="cm"/>
    </inkml:brush>
  </inkml:definitions>
  <inkml:trace contextRef="#ctx0" brushRef="#br0">0 1 12556,'0'0'3363,"52"23"-2050,-25 22-320,5 12 0,-3 13-352,-6 6-225,-10 10-256,-13 3-128,-16-2 0,-22-5-32,-11-12-1153,-11-14-7303</inkml:trace>
</inkml:ink>
</file>

<file path=ppt/ink/ink2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01.049"/>
    </inkml:context>
    <inkml:brush xml:id="br0">
      <inkml:brushProperty name="width" value="0.025" units="cm"/>
      <inkml:brushProperty name="height" value="0.025" units="cm"/>
    </inkml:brush>
  </inkml:definitions>
  <inkml:trace contextRef="#ctx0" brushRef="#br0">125 123 6182,'-52'-33'6044,"43"29"-5289,1 0 0,0-1-1,0 0 1,1 0 0,-1-1 0,-8-9 0,15 14-712,1 1 0,-1-1 1,0 0-1,1 0 0,-1 1 0,0-1 0,1 0 1,-1 0-1,1 0 0,0 1 0,-1-1 0,1 0 1,-1 0-1,1 0 0,0 0 0,0 0 0,0 0 1,0 0-1,0 0 0,-1 0 0,2 0 0,-1 0 1,0 0-1,0 0 0,0 0 0,0 0 0,1-1 1,0 1-19,0 0 1,0 0 0,0 0 0,0 0-1,1 0 1,-1 0 0,0 0 0,0 0-1,1 0 1,-1 1 0,1-1 0,-1 1-1,1-1 1,2 0 0,54-5 92,-52 6-109,1 0 0,-1 1 1,0 0-1,0 0 0,0 0 1,0 1-1,0 0 1,0 0-1,-1 1 0,1-1 1,-1 1-1,1 0 0,-1 1 1,0-1-1,0 1 1,-1 0-1,1 1 0,-1-1 1,0 1-1,0 0 0,5 7 1,-5-5-11,0 0 0,0 0 0,-1 1 0,0 0 1,-1-1-1,1 1 0,-1 0 0,-1 0 0,0 0 1,0 1-1,0-1 0,-1 0 0,0 0 0,-1 0 0,0 1 1,-2 7-1,1-9 2,-1 0-1,1-1 1,-1 0 0,-1 0 0,1 1 0,-1-2-1,0 1 1,0 0 0,-1-1 0,0 0 0,0 0 0,0 0-1,0-1 1,-9 6 0,7-5-2,0-1 0,-1 1 0,1-1 0,-1-1 0,0 1 0,0-1 0,0-1 0,0 0 0,-1 0 0,1 0 0,-12 0 0,20-2 1,0 0 1,0 0-1,-1-1 1,1 1-1,0 0 1,0 0-1,0 0 1,-1 0-1,1 0 1,0-1-1,0 1 1,0 0-1,0 0 1,-1 0-1,1-1 1,0 1-1,0 0 1,0 0-1,0-1 1,0 1-1,0 0 1,0 0-1,0-1 1,0 1-1,0 0 1,0 0-1,0 0 1,0-1-1,0 1 1,0 0-1,0 0 1,0-1-1,0 1 1,0 0-1,0 0 1,0-1-1,0 1 1,0 0-1,0 0 1,0-1-1,1 1 1,-1 0-1,0 0 1,0 0-1,0-1 1,0 1-1,1 0 1,-1 0-1,0 0 1,0 0-1,0 0 1,1-1-1,-1 1 1,0 0-1,1 0 1,10-14 19,94-74-16,-72 62-2,-1-1 0,51-57 0,-80 81 2,0 0-1,-1 0 0,1 0 0,-1-1 1,0 1-1,0-1 0,-1 1 1,1-1-1,-1 0 0,1 0 0,-1 1 1,0-1-1,-1 0 0,1 0 0,-1 0 1,1 0-1,-2-5 0,1 9 4,0-1-1,-1 1 1,1-1-1,-1 1 1,1-1 0,-1 1-1,1 0 1,-1-1-1,1 1 1,-1 0-1,1-1 1,-1 1 0,1 0-1,-1 0 1,0 0-1,1-1 1,-1 1 0,0 0-1,1 0 1,-1 0-1,1 0 1,-1 0-1,0 0 1,1 0 0,-1 0-1,0 0 1,1 1-1,-1-1 1,1 0-1,-1 0 1,1 0 0,-1 1-1,0 0 1,-20 9 554,17-6-549,0 0-1,0 0 1,0 1 0,1-1 0,0 1 0,0 0-1,0 0 1,1 0 0,0 0 0,0 0 0,0 0-1,0 1 1,1-1 0,0 1 0,0-1-1,0 10 1,1-6 140,1 0 0,0 0-1,0 0 1,1 0 0,0 0-1,0-1 1,1 1 0,1-1-1,-1 1 1,6 7 0,-3-6-350,1 1 0,0-1 1,1 0-1,0 0 0,0-1 1,1 0-1,10 8 0,-12-12-670,0 0 0,0-1 0,0 1 0,0-1 0,0-1 0,1 1-1,0-1 1,0-1 0,0 1 0,11 1 0,4-3-6857</inkml:trace>
</inkml:ink>
</file>

<file path=ppt/ink/ink2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01.218"/>
    </inkml:context>
    <inkml:brush xml:id="br0">
      <inkml:brushProperty name="width" value="0.025" units="cm"/>
      <inkml:brushProperty name="height" value="0.025" units="cm"/>
    </inkml:brush>
  </inkml:definitions>
  <inkml:trace contextRef="#ctx0" brushRef="#br0">0 0 9449,'0'0'6822,"0"44"-5925,7-29-544,-1 1-225,1 3-128,1 0 32,-3 2-64,0-5-257,2-2-3330,-6-5-4837</inkml:trace>
</inkml:ink>
</file>

<file path=ppt/ink/ink2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01.548"/>
    </inkml:context>
    <inkml:brush xml:id="br0">
      <inkml:brushProperty name="width" value="0.025" units="cm"/>
      <inkml:brushProperty name="height" value="0.025" units="cm"/>
    </inkml:brush>
  </inkml:definitions>
  <inkml:trace contextRef="#ctx0" brushRef="#br0">1 51 9833,'0'0'6695,"68"-20"-6439,-34 19-192,4 1 0,1-1-64,1-1-64,0-2-128,-1-5-2339,-5-5-3298</inkml:trace>
</inkml:ink>
</file>

<file path=ppt/ink/ink2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02.190"/>
    </inkml:context>
    <inkml:brush xml:id="br0">
      <inkml:brushProperty name="width" value="0.025" units="cm"/>
      <inkml:brushProperty name="height" value="0.025" units="cm"/>
    </inkml:brush>
  </inkml:definitions>
  <inkml:trace contextRef="#ctx0" brushRef="#br0">1 5 10090,'0'0'2541,"4"8"-1276,6 23-312,0 0 1,-2 1 0,-1 0-1,4 63 1,-4 142-720,-7-230-202,0-5 16,-13-100 289,-2-17-193,-2-132 0,17 246-139,0 0 1,0 0-1,0 1 0,0-1 1,-1 0-1,1 0 1,1 1-1,-1-1 1,0 0-1,0 0 1,0 1-1,0-1 1,0 0-1,1 0 1,-1 1-1,0-1 1,1 0-1,-1 1 1,0-1-1,1 0 1,-1 1-1,1-1 1,-1 1-1,1-1 1,0 0-1,14 10 316,22 46 370,-24-34-564,-11-19-127,9 14-6,1-1-1,1 0 1,20 20 0,-30-33 3,-1 1 1,1-1-1,0 1 0,0-1 1,0 0-1,0 0 0,0 0 1,0-1-1,0 1 1,1-1-1,-1 0 0,1 0 1,-1 0-1,1 0 0,-1 0 1,1-1-1,-1 0 0,1 0 1,-1 0-1,1 0 0,0 0 1,-1-1-1,1 1 1,-1-1-1,1 0 0,5-3 1,-6 2-11,0 0 0,0 0 1,0-1-1,-1 1 0,1-1 0,-1 1 1,0-1-1,0 0 0,0 0 0,0 0 1,-1 0-1,1-1 0,-1 1 1,1 0-1,-1-1 0,0-3 0,1-1-15,0-1 0,-1 1 0,0-1 0,0 1 0,-2-15 0,1 23 28,0 1 0,0-1 0,0 0 0,0 1 0,0-1 0,-1 1 0,1-1 0,0 1 0,0-1 0,-1 0 0,1 1 0,0-1 0,0 1 0,-1-1 0,1 0 0,0 1 0,-1-1 0,1 0 0,-1 0 0,1 1 0,0-1 0,-1 0 0,1 0 0,-1 1 0,1-1 0,-1 0 0,1 0 0,-1 0 0,1 0 0,-1 0 0,1 0 0,0 0 0,-1 0 0,1 0 0,-1 0 0,1 0 0,-1 0 0,1 0 0,-1 0 0,1 0 0,-1-1 0,1 1 0,-1 0 0,1 0 0,0-1 0,-1 1 0,1 0 0,-1 0 0,1-1 0,0 1 0,-1 0 0,1-1 0,0 1 0,-1 0 0,1-1 0,0 1 0,0-1 0,0 1 0,-1-1 0,1 1 0,0 0 0,0-1 0,0 1 0,0-1 0,0 0 0,-1 9 28,1 0-1,0-1 0,1 1 0,0 0 0,0 0 1,1-1-1,-1 1 0,2-1 0,-1 1 0,1-1 1,0 0-1,1 0 0,0 0 0,4 6 0,40 51-1291,-15-29-2898,-21-23-1966</inkml:trace>
</inkml:ink>
</file>

<file path=ppt/ink/ink2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02.410"/>
    </inkml:context>
    <inkml:brush xml:id="br0">
      <inkml:brushProperty name="width" value="0.025" units="cm"/>
      <inkml:brushProperty name="height" value="0.025" units="cm"/>
    </inkml:brush>
  </inkml:definitions>
  <inkml:trace contextRef="#ctx0" brushRef="#br0">0 0 9961,'0'0'8424,"3"61"-7495,-3-39-512,0 1-321,2 3-64,0 0-32,3-4-32,-5-3-1346,2-7-7750</inkml:trace>
</inkml:ink>
</file>

<file path=ppt/ink/ink2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22.252"/>
    </inkml:context>
    <inkml:brush xml:id="br0">
      <inkml:brushProperty name="width" value="0.025" units="cm"/>
      <inkml:brushProperty name="height" value="0.025" units="cm"/>
    </inkml:brush>
  </inkml:definitions>
  <inkml:trace contextRef="#ctx0" brushRef="#br0">66 0 4933,'0'0'1345,"-41"57"-1057,28-21 161,2 10 287,11 3 321,0 5-416,10 7 160,16 2-161,13 4-351,15 0-193,16-3-64,12-6-32,15-13-64,8-18-1378</inkml:trace>
</inkml:ink>
</file>

<file path=ppt/ink/ink2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22.689"/>
    </inkml:context>
    <inkml:brush xml:id="br0">
      <inkml:brushProperty name="width" value="0.025" units="cm"/>
      <inkml:brushProperty name="height" value="0.025" units="cm"/>
    </inkml:brush>
  </inkml:definitions>
  <inkml:trace contextRef="#ctx0" brushRef="#br0">1 0 14734,'0'0'96,"41"49"-32,-14-1 0,1 19 0,-4 16 32,-8 14-32,-16 8-32,-4 8-64,-25 0 0,-14-11-480,-7-18-12909</inkml:trace>
</inkml:ink>
</file>

<file path=ppt/ink/ink2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25.515"/>
    </inkml:context>
    <inkml:brush xml:id="br0">
      <inkml:brushProperty name="width" value="0.025" units="cm"/>
      <inkml:brushProperty name="height" value="0.025" units="cm"/>
    </inkml:brush>
  </inkml:definitions>
  <inkml:trace contextRef="#ctx0" brushRef="#br0">1 289 8872,'0'0'-48,"9"-2"64,371-57 2568,-149 29-689,279-62-719,58-8 93,-503 95-1247,-65 5-25,1 0 0,-1 0 0,0 0 0,0 0 0,0 0 1,1 1-1,-1-1 0,0 0 0,0 0 0,0 0 0,0 0 1,1 1-1,-1-1 0,0 0 0,0 0 0,0 1 0,0-1 1,0 0-1,0 0 0,0 0 0,0 1 0,0-1 1,1 0-1,-1 0 0,0 1 0,0-1 0,0 0 0,0 0 1,-1 1-1,1-1 0,0 0 0,0 0 0,0 1 0,0-1 1,0 0-1,0 0 0,0 1 0,0-1 0,0 0 0,-1 0 1,1 0-1,0 1 0,0-1 0,0 0 0,0 0 0,-1 0 1,1 1-1,0-1 0,0 0 0,0 0 0,-1 0 0,1 0 1,0 0-1,0 0 0,-1 0 0,1 0 0,0 1 0,0-1 1,-1 0-1,-14 13-415,4-6-798,-1-1 0,1-1 0,-1 0 0,-22 6 0,-24 2-4347</inkml:trace>
</inkml:ink>
</file>

<file path=ppt/ink/ink2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25.828"/>
    </inkml:context>
    <inkml:brush xml:id="br0">
      <inkml:brushProperty name="width" value="0.025" units="cm"/>
      <inkml:brushProperty name="height" value="0.025" units="cm"/>
    </inkml:brush>
  </inkml:definitions>
  <inkml:trace contextRef="#ctx0" brushRef="#br0">1 197 8936,'0'0'1089,"55"-21"-960,5 14-33,21-2 64,22-2 352,13-4 577,16-2-544,7-2-321,5 0-128,0 0-64,-5 4-32,-12 3 0,-9 1-32,-17 3-64,-17-6-3459</inkml:trace>
</inkml:ink>
</file>

<file path=ppt/ink/ink2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26.547"/>
    </inkml:context>
    <inkml:brush xml:id="br0">
      <inkml:brushProperty name="width" value="0.025" units="cm"/>
      <inkml:brushProperty name="height" value="0.025" units="cm"/>
    </inkml:brush>
  </inkml:definitions>
  <inkml:trace contextRef="#ctx0" brushRef="#br0">1 181 8392,'0'0'278,"13"0"-225,473-33 2986,9-39 269,-46 6-1946,-327 57-1298,-122 9-68,0 0-1,-1 1 1,1-1 0,0 0 0,0 0 0,-1 1 0,1-1 0,0 0 0,0 1 0,0-1 0,-1 0 0,1 1-1,0-1 1,0 0 0,0 1 0,0-1 0,0 0 0,0 1 0,0-1 0,0 0 0,0 1 0,0-1 0,0 1 0,0-1-1,0 0 1,0 1 0,0-1 0,0 0 0,0 1 0,0-1 0,0 0 0,1 1 0,-1-1 0,0 0 0,0 1 0,0-1-1,1 0 1,-1 1 0,0-1 0,0 0 0,1 0 0,-1 1 0,0-1 0,0 0 0,1 0 0,-1 0 0,0 1 0,1-1-1,-1 0 1,0 0 0,1 0 0,-1 0 0,1 0 0,-1 0 0,0 0 0,1 0 0,-1 0 0,0 0 0,1 0-1,-30 19-806,5-9-2278,-48 11 1,9-8-1722</inkml:trace>
</inkml:ink>
</file>

<file path=ppt/ink/ink2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26.784"/>
    </inkml:context>
    <inkml:brush xml:id="br0">
      <inkml:brushProperty name="width" value="0.025" units="cm"/>
      <inkml:brushProperty name="height" value="0.025" units="cm"/>
    </inkml:brush>
  </inkml:definitions>
  <inkml:trace contextRef="#ctx0" brushRef="#br0">1 183 9321,'0'0'448,"67"7"-320,-6-10 257,14-3 640,16-5 0,11-4 96,8 0 0,6-2-417,-1 0-127,-5 3-481,-12 3-64,-12 0-32,-19-4-64,-23-7-3363,-20-10-7175</inkml:trace>
</inkml:ink>
</file>

<file path=ppt/ink/ink2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27.499"/>
    </inkml:context>
    <inkml:brush xml:id="br0">
      <inkml:brushProperty name="width" value="0.025" units="cm"/>
      <inkml:brushProperty name="height" value="0.025" units="cm"/>
    </inkml:brush>
  </inkml:definitions>
  <inkml:trace contextRef="#ctx0" brushRef="#br0">1 121 9801,'0'0'48,"4"-8"193,-1 2-253,4-10 1027,1 1-1,17-25 1,-24 37-926,1 1-1,-1-1 1,1 1-1,-1 0 1,1 0-1,0 0 1,0 0-1,0 0 1,0 0-1,0 1 1,0-1-1,0 1 1,1-1-1,-1 1 1,0 0 0,1 0-1,-1 0 1,1 0-1,0 0 1,-1 1-1,1-1 1,0 1-1,-1-1 1,1 1-1,0 0 1,0 0-1,-1 0 1,4 1 0,-4 1-89,0 0 0,0-1 0,0 1 1,0 0-1,-1 0 0,1 0 0,0 0 1,-1 0-1,0 0 0,0 0 0,1 1 1,-1-1-1,-1 1 0,1-1 0,0 0 1,-1 1-1,1-1 0,-1 1 1,1-1-1,-1 1 0,-1 5 0,-1 56 0,2-64 0,-3 16-1,-1-1 0,0 1 0,-1-1 1,0-1-1,-2 1 0,-13 23 0,11-22-3,1 0 0,1 0 0,0 1-1,-6 26 1,13-42 4,0 0 0,-1-1 0,1 1-1,0 0 1,0-1 0,0 1 0,0 0 0,0-1 0,0 1-1,0 0 1,0-1 0,0 1 0,0 0 0,1-1 0,-1 1-1,0-1 1,0 1 0,1 0 0,-1-1 0,0 1 0,1-1-1,-1 1 1,0 0 0,1-1 0,-1 1 0,1-1 0,-1 0 0,1 1-1,-1-1 1,1 1 0,-1-1 0,1 0 0,0 1 0,-1-1-1,2 1 1,26 1 4,-20-3-2,82-2-190,-1-4-1,143-29 0,-132 10-2774</inkml:trace>
</inkml:ink>
</file>

<file path=ppt/ink/ink2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32.143"/>
    </inkml:context>
    <inkml:brush xml:id="br0">
      <inkml:brushProperty name="width" value="0.025" units="cm"/>
      <inkml:brushProperty name="height" value="0.025" units="cm"/>
    </inkml:brush>
  </inkml:definitions>
  <inkml:trace contextRef="#ctx0" brushRef="#br0">0 146 833,'3'1'4742,"12"6"-3874,60-5-35,1-2 0,-1-4 0,128-24 0,-74 10 117,-37 6-324,827-80 2143,-795 91-2694,-140 4 140,-13 1-3452,25-4-377</inkml:trace>
</inkml:ink>
</file>

<file path=ppt/ink/ink2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32.689"/>
    </inkml:context>
    <inkml:brush xml:id="br0">
      <inkml:brushProperty name="width" value="0.025" units="cm"/>
      <inkml:brushProperty name="height" value="0.025" units="cm"/>
    </inkml:brush>
  </inkml:definitions>
  <inkml:trace contextRef="#ctx0" brushRef="#br0">1 123 3748,'0'0'4532,"7"4"-4126,3 0-257,0-1 1,0 0 0,0 0-1,1-1 1,-1 0 0,1 0-1,-1-2 1,1 1 0,17-2 0,109-18 1004,-66 7-464,1166-102 2337,-1221 116-2979,-28 0-1356,4-2-3165</inkml:trace>
</inkml:ink>
</file>

<file path=ppt/ink/ink2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33.633"/>
    </inkml:context>
    <inkml:brush xml:id="br0">
      <inkml:brushProperty name="width" value="0.025" units="cm"/>
      <inkml:brushProperty name="height" value="0.025" units="cm"/>
    </inkml:brush>
  </inkml:definitions>
  <inkml:trace contextRef="#ctx0" brushRef="#br0">1 99 2626,'0'0'4266,"9"3"-4165,24 4-33,1-2 0,0-1 0,0-2 0,0 0 0,36-5 0,-10 2-54,177-9 74,323-55 0,-341 23-707,-235 46-2381</inkml:trace>
</inkml:ink>
</file>

<file path=ppt/ink/ink2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40.901"/>
    </inkml:context>
    <inkml:brush xml:id="br0">
      <inkml:brushProperty name="width" value="0.025" units="cm"/>
      <inkml:brushProperty name="height" value="0.025" units="cm"/>
    </inkml:brush>
  </inkml:definitions>
  <inkml:trace contextRef="#ctx0" brushRef="#br0">0 0 96,'0'0'4217,"23"22"-3693,-12-5-1480,-7-15-2893</inkml:trace>
</inkml:ink>
</file>

<file path=ppt/ink/ink2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42.734"/>
    </inkml:context>
    <inkml:brush xml:id="br0">
      <inkml:brushProperty name="width" value="0.025" units="cm"/>
      <inkml:brushProperty name="height" value="0.025" units="cm"/>
    </inkml:brush>
  </inkml:definitions>
  <inkml:trace contextRef="#ctx0" brushRef="#br0">1 159 5605,'39'2'3209,"683"-61"1343,-541 37-4369,-8 1 148,496-34 1158,-634 53-1457,-24 1-32,0 0 0,-1 1 0,1 0 0,0 1 0,17 3 0,-41 1-1317,-13-2-910,-9-3-2380,-9 0-2643</inkml:trace>
</inkml:ink>
</file>

<file path=ppt/ink/ink2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43.249"/>
    </inkml:context>
    <inkml:brush xml:id="br0">
      <inkml:brushProperty name="width" value="0.025" units="cm"/>
      <inkml:brushProperty name="height" value="0.025" units="cm"/>
    </inkml:brush>
  </inkml:definitions>
  <inkml:trace contextRef="#ctx0" brushRef="#br0">0 190 3748,'0'0'2557,"12"1"-1783,45 4 648,110-7 0,71-20 645,-127 10-1357,108-8 381,710-92 1816,-908 108-2791,62-14 836,-112 14-212,27 4-832,1 0 0,-1-1 0,1 1 1,-1 0-1,1 0 0,-1 0 0,0 0 0,1 0 0,-1 0 0,1 1 0,-1-1 0,1 0 0,-1 1 0,1-1 0,-1 1 0,1 0 0,-1-1 0,1 1 1,0 0-1,-3 2 0,12-3-7163</inkml:trace>
</inkml:ink>
</file>

<file path=ppt/ink/ink2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46.200"/>
    </inkml:context>
    <inkml:brush xml:id="br0">
      <inkml:brushProperty name="width" value="0.025" units="cm"/>
      <inkml:brushProperty name="height" value="0.025" units="cm"/>
    </inkml:brush>
  </inkml:definitions>
  <inkml:trace contextRef="#ctx0" brushRef="#br0">1 25 641,'18'-4'576,"2"0"161,-3 0-161,4 1-191,-1-1-1,0 1 0,1 2-63,-3 0-33,0 1-128,-3 0-64,-1 0-32,-1 0-64,1 0 32,-3 2-64,0 0-448,1-2-2115</inkml:trace>
</inkml:ink>
</file>

<file path=ppt/ink/ink2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46.751"/>
    </inkml:context>
    <inkml:brush xml:id="br0">
      <inkml:brushProperty name="width" value="0.025" units="cm"/>
      <inkml:brushProperty name="height" value="0.025" units="cm"/>
    </inkml:brush>
  </inkml:definitions>
  <inkml:trace contextRef="#ctx0" brushRef="#br0">1 13 2210,'49'-2'128,"12"-1"-96,11 1-192,11-3-256</inkml:trace>
</inkml:ink>
</file>

<file path=ppt/ink/ink2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52.175"/>
    </inkml:context>
    <inkml:brush xml:id="br0">
      <inkml:brushProperty name="width" value="0.025" units="cm"/>
      <inkml:brushProperty name="height" value="0.025" units="cm"/>
    </inkml:brush>
  </inkml:definitions>
  <inkml:trace contextRef="#ctx0" brushRef="#br0">257 28 4837,'0'0'2044,"-8"-5"-939,5 2-980,0 1 0,0-1 0,-1 1 0,1 0-1,0 1 1,-1-1 0,1 0 0,-1 1 0,0 0 0,0 0 0,1 0-1,-1 0 1,0 1 0,0 0 0,0-1 0,0 1 0,0 1 0,1-1-1,-1 0 1,0 1 0,0 0 0,0 0 0,1 0 0,-1 0-1,0 1 1,1-1 0,-1 1 0,1 0 0,0 0 0,-5 4 0,-4 7 60,1 0 0,0 0 0,1 1 0,1 0 0,0 1 0,1 0 0,1 0 0,0 1 0,1 0 1,1 0-1,-5 24 0,1 6-63,2 0 1,-3 90 0,10-112-300,-2 9 307,3-1-1,5 49 1,-5-74-285,0 1 1,1-1-1,-1 0 0,1 0 0,1 0 1,0-1-1,-1 1 0,2-1 0,-1 1 1,1-1-1,0 0 0,0 0 0,1-1 1,0 1-1,0-1 0,0 0 0,7 5 1,11-1-3343,3-8-1196</inkml:trace>
</inkml:ink>
</file>

<file path=ppt/ink/ink2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53.224"/>
    </inkml:context>
    <inkml:brush xml:id="br0">
      <inkml:brushProperty name="width" value="0.025" units="cm"/>
      <inkml:brushProperty name="height" value="0.025" units="cm"/>
    </inkml:brush>
  </inkml:definitions>
  <inkml:trace contextRef="#ctx0" brushRef="#br0">16 95 4452,'0'0'9086,"-3"-8"-8408,0 2-498,1 3-128,1 1 0,0 0 0,0 0 0,0-1 0,0 1 0,0-1 0,1 1 0,-1-1 0,1 1 0,0-1 0,-1 1 0,1-1 0,1-2 0,-1 2-10,1 1 0,1 0 0,-1 0 1,0 0-1,0 0 0,1 0 1,-1 0-1,1 0 0,0 0 0,-1 1 1,1-1-1,0 1 0,0-1 0,0 1 1,0 0-1,0-1 0,0 1 0,1 0 1,-1 1-1,0-1 0,0 0 1,1 1-1,-1-1 0,1 1 0,2-1 1,63-5 251,-64 6-289,-1 0 1,1 0-1,-1 0 1,0 0-1,1 1 0,-1 0 1,0-1-1,1 1 1,-1 1-1,0-1 0,0 0 1,0 1-1,0-1 1,0 1-1,0 0 0,0 0 1,-1 0-1,1 1 0,-1-1 1,1 1-1,3 4 1,-3-1-2,0 0-1,-1-1 1,0 1 0,0 0 0,0 0 0,0 1 0,-1-1 0,0 0 0,-1 1 0,1-1 0,-1 8-1,0-2-1,-1 0 1,0 0-1,-1 1 0,0-1 0,-1 0 0,0 0 0,-1-1 0,0 1 0,-1-1 0,0 0 0,-1 0 0,0 0 0,-1-1 0,0 0 0,0 0 0,-1-1 0,-1 0 0,0 0 0,0-1 0,-17 13 0,26-21-1,-1 0 0,1 0 0,0 1-1,0-1 1,0 0 0,0 0 0,0 0-1,0 0 1,0 1 0,0-1 0,0 0 0,0 0-1,-1 0 1,1 0 0,0 0 0,0 1 0,0-1-1,0 0 1,0 0 0,-1 0 0,1 0-1,0 0 1,0 0 0,0 0 0,-1 0 0,1 0-1,0 1 1,0-1 0,0 0 0,0 0-1,-1 0 1,1 0 0,0 0 0,0 0 0,0 0-1,-1 0 1,1 0 0,0-1 0,0 1 0,0 0-1,-1 0 1,1 0 0,0 0 0,0 0-1,0 0 1,0 0 0,-1 0 0,1 0 0,0-1-1,0 1 1,0 0 0,0 0 0,0 0 0,0 0-1,-1 0 1,1-1 0,0 1 0,0 0-1,0 0 1,0 0 0,0 0 0,0-1 0,0 1-1,0 0 1,0 0 0,0 0 0,0-1-1,9-18 10,19-20-14,30-15 3,-44 42 7,0-1 1,0 0-1,-1 0 1,-1-2-1,15-21 0,-25 34 49,-1 0-1,0 0 1,0 0-1,-1 0 1,1 0-1,0 0 1,-1 0-1,1-1 1,-1 1-1,0 0 1,0 0-1,0 0 1,0-1-1,0 1 1,0 0-1,0 0 1,-1 0-1,1-1 1,-1 1-1,0 0 1,0 0-1,1 0 1,-1 0-1,-1 0 1,1 0-1,0 0 1,0 1-1,-1-1 1,1 0-1,-1 1 1,1-1-1,-1 1 1,0-1-1,1 1 1,-1 0-1,0 0 1,0 0-1,0 0 1,0 0-1,0 0 1,0 0-1,0 1 1,-1-1-1,1 1 1,0-1-1,0 1 1,-4 0-1,4 3-55,0 1 0,0-1 0,1 1 0,-1 0 0,1 0 0,0 0 0,0 0 0,-1 7 0,2-7 10,-5 15 74,1 1 0,1 0 0,1 1 1,1-1-1,0 0 0,5 32 0,-3-49-68,0 0 0,0 1 0,1-1 1,0 0-1,-1 0 0,1 0 0,0 0 0,1 0 1,-1 0-1,0 0 0,1-1 0,0 1 0,-1-1 0,1 0 1,0 0-1,0 0 0,1 0 0,-1 0 0,0-1 1,0 1-1,1-1 0,-1 0 0,1 0 0,-1 0 0,1-1 1,5 1-1,12 2-958,1-2 1,-1 0 0,28-3 0,-33 1-1411,-1 0-2953</inkml:trace>
</inkml:ink>
</file>

<file path=ppt/ink/ink2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53.678"/>
    </inkml:context>
    <inkml:brush xml:id="br0">
      <inkml:brushProperty name="width" value="0.025" units="cm"/>
      <inkml:brushProperty name="height" value="0.025" units="cm"/>
    </inkml:brush>
  </inkml:definitions>
  <inkml:trace contextRef="#ctx0" brushRef="#br0">106 45 5701,'3'-13'641,"-3"3"1121,0 0-225,0 3 161,0 4-1,-1 2-576,-9 1-448,-1 0-385,-5 10-31,-1 6-1,1 5-96,0 1-96,5 5-64,4 0 0,3 0-64,4-3-160,0-3-4613,0-8-4388</inkml:trace>
</inkml:ink>
</file>

<file path=ppt/ink/ink2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54.006"/>
    </inkml:context>
    <inkml:brush xml:id="br0">
      <inkml:brushProperty name="width" value="0.025" units="cm"/>
      <inkml:brushProperty name="height" value="0.025" units="cm"/>
    </inkml:brush>
  </inkml:definitions>
  <inkml:trace contextRef="#ctx0" brushRef="#br0">7 0 8168,'0'0'9449,"1"6"-9391,-5 141 572,1-82-1646,2-1-3573,1-58 57</inkml:trace>
</inkml:ink>
</file>

<file path=ppt/ink/ink2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54.350"/>
    </inkml:context>
    <inkml:brush xml:id="br0">
      <inkml:brushProperty name="width" value="0.025" units="cm"/>
      <inkml:brushProperty name="height" value="0.025" units="cm"/>
    </inkml:brush>
  </inkml:definitions>
  <inkml:trace contextRef="#ctx0" brushRef="#br0">1 125 9001,'0'0'7495,"47"-38"-6951,-19 34-160,6-3-95,6-1-129,2 2-64,3-2-96,0 1 0,-2-3 0,-4 4-160,-3-1-1346,-6-4-1472,-5-2-1891</inkml:trace>
</inkml:ink>
</file>

<file path=ppt/ink/ink2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55.211"/>
    </inkml:context>
    <inkml:brush xml:id="br0">
      <inkml:brushProperty name="width" value="0.025" units="cm"/>
      <inkml:brushProperty name="height" value="0.025" units="cm"/>
    </inkml:brush>
  </inkml:definitions>
  <inkml:trace contextRef="#ctx0" brushRef="#br0">71 0 10570,'0'0'3566,"0"8"-3251,-6 215 2950,-3-134-3090,-36 163-1,35-302 2164,9 14-2321,2 0-1,2 0 0,10-52 1,34-101-2,-17 78 123,-30 111-136,1 0-1,-1 0 0,0 0 1,0 0-1,0 0 1,0 1-1,0-1 0,0 0 1,0 0-1,0 0 1,0 0-1,0 0 0,0 0 1,0 0-1,0 0 1,1 0-1,-1 0 0,0 0 1,0 0-1,0 0 1,0 1-1,0-1 0,0 0 1,0 0-1,0 0 1,1 0-1,-1 0 1,0 0-1,0 0 0,0 0 1,0 0-1,0 0 1,0 0-1,0 0 0,1 0 1,-1 0-1,0-1 1,0 1-1,0 0 0,0 0 1,0 0-1,0 0 1,0 0-1,0 0 0,0 0 1,1 0-1,-1 0 1,0 0-1,0 0 0,0 0 1,0 0-1,0-1 1,0 1-1,0 0 0,0 0 1,0 0-1,0 0 1,0 0-1,0 0 0,0 0 1,0 0-1,0-1 1,0 1-1,0 0 0,0 0 1,0 0-1,0 0 1,7 15 149,7 27 105,-12-36-241,1 4-15,0 0 1,1 0-1,0-1 0,1 0 0,0 1 1,0-2-1,1 1 0,11 12 1,-15-19-2,1 1 1,-1-1-1,1 0 1,0 0 0,-1 0-1,1 0 1,0 0-1,0-1 1,0 1-1,0-1 1,1 0-1,-1 0 1,0 0 0,1 0-1,-1 0 1,0-1-1,1 0 1,-1 1-1,1-1 1,-1-1 0,0 1-1,1 0 1,-1-1-1,0 0 1,1 1-1,-1-2 1,0 1 0,0 0-1,0 0 1,5-4-1,1-1 2,0 0-1,-1-1 1,0 0 0,0 0-1,0-1 1,-1 0-1,0 0 1,-1-1-1,0 0 1,0 0-1,-1-1 1,0 1 0,-1-1-1,0 0 1,0-1-1,-1 1 1,0-1-1,1-10 1,-8 17-1,-3 11 0,-6 11 0,11-10-284,0 0 0,0 1 0,1-1 0,0 0 0,0 1 0,1-1 0,0 0 1,1 1-1,0-1 0,0 1 0,0-1 0,1 0 0,1 0 0,-1 0 0,6 12 0,3 1-1297,1 0 0,0-1-1,1 0 1,20 21 0,-26-30-5957</inkml:trace>
</inkml:ink>
</file>

<file path=ppt/ink/ink2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55.430"/>
    </inkml:context>
    <inkml:brush xml:id="br0">
      <inkml:brushProperty name="width" value="0.025" units="cm"/>
      <inkml:brushProperty name="height" value="0.025" units="cm"/>
    </inkml:brush>
  </inkml:definitions>
  <inkml:trace contextRef="#ctx0" brushRef="#br0">0 1 9545,'0'0'9673,"20"52"-9641,-20-28 0,-2 0-32,-2 0 0,4 0-64,0-4-128,0-3-2082,0-8-3139,9-8 672</inkml:trace>
</inkml:ink>
</file>

<file path=ppt/ink/ink2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55.788"/>
    </inkml:context>
    <inkml:brush xml:id="br0">
      <inkml:brushProperty name="width" value="0.025" units="cm"/>
      <inkml:brushProperty name="height" value="0.025" units="cm"/>
    </inkml:brush>
  </inkml:definitions>
  <inkml:trace contextRef="#ctx0" brushRef="#br0">147 16 9897,'0'0'3129,"7"-4"-1101,-5 2-1945,0 1-1,-1 0 0,1 0 0,0 0 1,0 0-1,0 0 0,0 0 1,0 0-1,0 1 0,0-1 0,0 1 1,0 0-1,0-1 0,0 1 1,0 0-1,0 0 0,0 0 0,0 1 1,0-1-1,1 0 0,1 2 1,1 0 54,0 1 1,-1 0 0,1 0-1,-1 1 1,0-1 0,0 1-1,0 0 1,0 0 0,5 8-1,4 5 3,-1 1 0,0 1-1,-1 0 1,-2 0 0,1 1 0,-2 0-1,-1 1 1,-1-1 0,8 42-1,-11-34-51,0 0-1,-2 1 0,-2-1 0,0 1 1,-2-1-1,0 0 0,-10 32 0,4-28-355,-1 1-1,-2-1 1,-1 0-1,-1-1 0,-2-1 1,-1-1-1,-1 0 0,-2-1 1,0-1-1,-2-1 1,-1-1-1,-1-1 0,-36 28 1,29-31-2562,5-9-1851</inkml:trace>
</inkml:ink>
</file>

<file path=ppt/ink/ink2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56.305"/>
    </inkml:context>
    <inkml:brush xml:id="br0">
      <inkml:brushProperty name="width" value="0.025" units="cm"/>
      <inkml:brushProperty name="height" value="0.025" units="cm"/>
    </inkml:brush>
  </inkml:definitions>
  <inkml:trace contextRef="#ctx0" brushRef="#br0">300 0 7719,'0'0'6775,"-11"5"-6113,-5 4-340,0 2 1,1 0 0,0 0-1,1 2 1,0 0-1,0 0 1,2 1 0,0 1-1,1 0 1,0 1 0,1 0-1,-10 22 1,2-2-139,1 1 1,2 1-1,1 1 1,3 0-1,-8 41 1,13-45-160,1-1 0,2 1 1,3 62-1,0-88-42,0 0-1,1 0 1,1 0 0,-1-1-1,2 1 1,-1 0 0,1-1-1,0 1 1,1-1 0,0 0-1,0 0 1,1 0-1,0-1 1,0 0 0,1 1-1,0-2 1,0 1 0,0-1-1,15 11 1,-16-14-311,1-1-1,0 1 1,-1-1-1,1 0 0,0 0 1,9 1-1,-9-2-494,-1 0 1,0-1-1,1 1 0,-1-2 0,1 1 0,-1 0 0,10-3 0,17-13-6021</inkml:trace>
</inkml:ink>
</file>

<file path=ppt/ink/ink2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56.973"/>
    </inkml:context>
    <inkml:brush xml:id="br0">
      <inkml:brushProperty name="width" value="0.025" units="cm"/>
      <inkml:brushProperty name="height" value="0.025" units="cm"/>
    </inkml:brush>
  </inkml:definitions>
  <inkml:trace contextRef="#ctx0" brushRef="#br0">1 94 7847,'0'0'2419,"0"-8"-476,0-1-1754,-1 4 235,1 0 0,0-1 0,1 1 0,-1 0-1,1 0 1,2-8 0,-2 11-333,-1 0 0,1 1-1,0-1 1,0 0 0,0 1-1,0-1 1,1 0 0,-1 1-1,0-1 1,1 1 0,-1 0 0,1 0-1,-1-1 1,1 1 0,0 0-1,-1 0 1,1 1 0,0-1-1,0 0 1,-1 0 0,1 1 0,0-1-1,0 1 1,3-1 0,-2 0-75,1 1 1,0-1 0,0 1-1,0 0 1,0 0-1,0 0 1,0 0 0,0 0-1,0 1 1,0 0-1,0 0 1,-1 0 0,1 0-1,0 1 1,-1-1 0,1 1-1,-1 0 1,1 0-1,5 5 1,-6-3-5,0-1 1,0 2-1,-1-1 0,1 0 0,-1 0 1,0 1-1,0 0 0,0-1 0,-1 1 1,1 0-1,-1 0 0,0-1 0,-1 1 1,1 0-1,-1 9 0,-1-1-13,0-1-1,-1 1 1,-1-1 0,0 1-1,0-1 1,-1 0-1,-1 0 1,0 0 0,0-1-1,-1 0 1,-1 0-1,0 0 1,0-1 0,-1 0-1,-1-1 1,1 1-1,-2-2 1,-10 9-1,47-51 61,21-7-49,-33 30-4,0-2 1,-1 1-1,0-2 0,-1 0 0,-1-1 0,21-30 1,-32 44 9,-1-1 1,1 1-1,0 0 1,-1 0 0,1-1-1,-1 1 1,1-1-1,-1 1 1,0-1-1,1 1 1,-1 0 0,0-1-1,0 1 1,0-1-1,0 1 1,-1-1-1,1 1 1,0-1 0,-1 0-1,1 1 14,-1 0-1,1 1 1,-1-1-1,1 0 0,-1 1 1,0-1-1,1 1 1,-1-1-1,0 1 1,1-1-1,-1 1 1,0-1-1,1 1 0,-1 0 1,0-1-1,0 1 1,1 0-1,-1 0 1,0 0-1,0 0 0,0-1 1,0 1-1,1 0 1,-2 1-1,0-1 17,-1 0-1,1 0 0,0 1 0,0-1 1,0 1-1,0 0 0,0 0 0,0-1 1,0 1-1,0 1 0,0-1 1,0 0-1,0 0 0,1 1 0,-1-1 1,1 1-1,-1-1 0,1 1 0,-1 0 1,1-1-1,0 1 0,0 0 0,0 0 1,-2 4-1,0 4 37,1 0 1,0 0-1,0 0 1,1 0-1,0 1 0,1-1 1,0 0-1,0 1 1,1-1-1,1 0 0,4 17 1,-4-19-205,1-1 0,0 0 1,0 0-1,1-1 0,0 1 0,0-1 1,5 7-1,-5-8-465,1 0 1,-1-1-1,1 1 1,0-1-1,0-1 0,1 1 1,-1-1-1,1 0 1,6 3-1,-1-2-4559</inkml:trace>
</inkml:ink>
</file>

<file path=ppt/ink/ink2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57.318"/>
    </inkml:context>
    <inkml:brush xml:id="br0">
      <inkml:brushProperty name="width" value="0.025" units="cm"/>
      <inkml:brushProperty name="height" value="0.025" units="cm"/>
    </inkml:brush>
  </inkml:definitions>
  <inkml:trace contextRef="#ctx0" brushRef="#br0">1 70 9993,'0'0'3940,"7"-9"-2675,-3 4-1257,-2 1 150,1 0-1,-1 0 0,1 0 1,0 1-1,1-1 0,-1 1 1,1 0-1,-1 0 1,1 0-1,0 0 0,0 1 1,0-1-1,0 1 0,1 0 1,-1 1-1,0-1 0,1 1 1,0-1-1,-1 1 1,1 1-1,6-1 0,-9 1-154,-1 1-1,1 0 0,-1 0 0,0 0 1,0 0-1,1 0 0,-1 0 1,0 0-1,0 0 0,0 0 0,0 1 1,0-1-1,0 0 0,-1 1 1,1-1-1,0 1 0,-1-1 1,1 1-1,-1-1 0,1 1 0,-1-1 1,0 1-1,1-1 0,-1 1 1,0 0-1,0-1 0,0 1 0,-1 1 1,1 5-3,0-1 1,0 0-1,-1 1 1,0-1-1,-2 8 1,-1-5-3,0-1 0,-1 0 1,0-1-1,0 1 0,-11 12 1,10-15-1,0 1 1,1 1 0,0-1-1,1 1 1,0 0-1,0 0 1,-4 12-1,8-20 3,0 1-1,0-1 0,0 1 0,1 0 1,-1-1-1,0 1 0,0-1 0,0 1 0,1-1 1,-1 1-1,0 0 0,1-1 0,-1 1 1,0-1-1,1 1 0,-1-1 0,0 0 1,1 1-1,-1-1 0,1 1 0,-1-1 0,1 0 1,-1 1-1,1-1 0,-1 0 0,1 0 1,0 1-1,-1-1 0,1 0 0,-1 0 1,1 0-1,0 0 0,-1 0 0,1 0 1,-1 0-1,1 0 0,0 0 0,-1 0 0,1 0 1,35 0 8,-27 0-12,8 0-421,0-1-1,0-1 0,27-6 1,16-15-5570,-32 7 1328</inkml:trace>
</inkml:ink>
</file>

<file path=ppt/ink/ink2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57.581"/>
    </inkml:context>
    <inkml:brush xml:id="br0">
      <inkml:brushProperty name="width" value="0.025" units="cm"/>
      <inkml:brushProperty name="height" value="0.025" units="cm"/>
    </inkml:brush>
  </inkml:definitions>
  <inkml:trace contextRef="#ctx0" brushRef="#br0">1 68 9161,'0'0'7495,"66"-31"-6951,-28 27-159,1 1-225,2 0-128,-4 2 0,-2-2-32,-3 3 0,-4-4-769,-3-1-1985,-6-8-2596</inkml:trace>
</inkml:ink>
</file>

<file path=ppt/ink/ink2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58.248"/>
    </inkml:context>
    <inkml:brush xml:id="br0">
      <inkml:brushProperty name="width" value="0.025" units="cm"/>
      <inkml:brushProperty name="height" value="0.025" units="cm"/>
    </inkml:brush>
  </inkml:definitions>
  <inkml:trace contextRef="#ctx0" brushRef="#br0">85 0 8776,'0'0'3657,"0"12"-2632,-13 230 4835,-46 135-5068,49-348-543,8-50 678,7-51-368,26-114-535,-15 104 15,9-160-1,-25 261-47,0 0 4,0 0 0,1 1-1,5 26 1,-5-43 5,-1 1 1,1 0 0,0 0-1,0-1 1,1 1-1,-1 0 1,1-1 0,0 0-1,0 1 1,0-1-1,0 0 1,1 0 0,-1 0-1,1 0 1,-1 0-1,1-1 1,0 1 0,0-1-1,1 0 1,-1 0-1,0 0 1,1 0-1,4 2 1,-3-4-3,-1 0 0,0 0-1,0 0 1,1 0 0,-1-1 0,0 0-1,0 0 1,0 0 0,1 0 0,-1 0-1,-1-1 1,1 0 0,0 0 0,0 0-1,-1 0 1,1-1 0,-1 1 0,1-1-1,-1 0 1,0 0 0,0 0 0,-1 0-1,5-7 1,7-8-35,-1 0 0,-1 0-1,11-23 1,-14 24 51,-13 29 19,-6 21-26,8-23-10,2 1 0,0-1 0,0 0 0,0 0 1,1 0-1,1 0 0,0 0 0,0-1 0,1 1 0,0 0 1,1-1-1,7 14 0,22 31-6644,-22-40 134</inkml:trace>
</inkml:ink>
</file>

<file path=ppt/ink/ink2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58.574"/>
    </inkml:context>
    <inkml:brush xml:id="br0">
      <inkml:brushProperty name="width" value="0.025" units="cm"/>
      <inkml:brushProperty name="height" value="0.025" units="cm"/>
    </inkml:brush>
  </inkml:definitions>
  <inkml:trace contextRef="#ctx0" brushRef="#br0">16 24 13261,'0'0'2658,"7"-4"-1777,-3 2-875,2-1 369,-1 0 0,1 1 0,-1-1 0,1 1 0,11-2 0,-16 4-349,0-1 0,0 1 0,0 0 1,1 0-1,-1 0 0,0 0 0,0 0 1,0 1-1,0-1 0,0 0 0,0 1 1,0-1-1,0 0 0,0 1 1,0-1-1,0 1 0,0-1 0,0 1 1,0 0-1,0-1 0,0 1 0,0 0 1,-1 0-1,1 0 0,0 0 0,-1-1 1,1 1-1,-1 0 0,1 0 0,-1 0 1,1 0-1,-1 0 0,1 0 0,-1 1 1,0-1-1,0 0 0,1 0 1,-1 0-1,0 0 0,0 0 0,0 0 1,0 0-1,-1 2 0,0 6-29,0-1-1,-1 0 0,0 0 1,0 0-1,-1 0 1,0-1-1,-1 1 1,1-1-1,-2 0 1,1 0-1,-1 0 1,0 0-1,0-1 0,-10 10 1,-24 35-136,39-51 135,0 1-1,-1-1 1,1 0-1,0 1 1,0-1-1,-1 0 1,1 1 0,0-1-1,0 1 1,0-1-1,0 0 1,0 1 0,-1-1-1,1 1 1,0-1-1,0 1 1,0-1 0,0 0-1,0 1 1,0-1-1,0 1 1,1-1-1,-1 0 1,0 1 0,0-1-1,0 1 1,0-1-1,0 0 1,1 1 0,-1-1-1,0 0 1,0 1-1,1-1 1,-1 0 0,0 1-1,0-1 1,1 0-1,-1 1 1,0-1-1,1 0 1,-1 0 0,1 1-1,-1-1 1,0 0-1,1 0 1,0 0 0,30 3-47,34-14-700,10-14-2007,-28-2-2235,-19 5 717</inkml:trace>
</inkml:ink>
</file>

<file path=ppt/ink/ink2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8:58.841"/>
    </inkml:context>
    <inkml:brush xml:id="br0">
      <inkml:brushProperty name="width" value="0.025" units="cm"/>
      <inkml:brushProperty name="height" value="0.025" units="cm"/>
    </inkml:brush>
  </inkml:definitions>
  <inkml:trace contextRef="#ctx0" brushRef="#br0">226 0 12620,'0'0'5349,"69"23"-4676,-37 20 384,-1 12-545,-5 11-128,-11 10-127,-15 12-129,-9 11-96,-32 3-64,-21 1 0,-20-3-32,-14-10-2851,-12-18-6086</inkml:trace>
</inkml:ink>
</file>

<file path=ppt/ink/ink2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26.175"/>
    </inkml:context>
    <inkml:brush xml:id="br0">
      <inkml:brushProperty name="width" value="0.025" units="cm"/>
      <inkml:brushProperty name="height" value="0.025" units="cm"/>
    </inkml:brush>
  </inkml:definitions>
  <inkml:trace contextRef="#ctx0" brushRef="#br0">1 705 3043,'37'0'1057,"2"-10"-415,0-2 0,0-2 0,37-19 0,-7 3-242,918-374 2616,-799 322-2339,70-29 205,-219 102-863,-38 9-23,-1 0 0,0 0 1,1 0-1,-1 0 1,0 0-1,1 1 1,-1-1-1,0 0 1,1 0-1,-1 0 1,0 0-1,0 0 0,1 0 1,-1 0-1,0 1 1,1-1-1,-1 0 1,0 0-1,0 0 1,0 1-1,1-1 1,-1 0-1,0 0 0,0 1 1,0-1-1,1 0 1,-1 0-1,0 1 1,0-1-1,0 0 1,0 1-1,0-1 1,1 1-1,-11 17-358,-10 1-1080,-7 1-1344</inkml:trace>
</inkml:ink>
</file>

<file path=ppt/ink/ink2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26.534"/>
    </inkml:context>
    <inkml:brush xml:id="br0">
      <inkml:brushProperty name="width" value="0.025" units="cm"/>
      <inkml:brushProperty name="height" value="0.025" units="cm"/>
    </inkml:brush>
  </inkml:definitions>
  <inkml:trace contextRef="#ctx0" brushRef="#br0">0 688 6342,'0'0'577,"86"-38"-353,-22 4 833,21-11-128,20-10-257,14-8 161,10-6-160,7 2-321,6 1-224,-3 3-128,-3 2-64,-12 0-320,-19-4-4613</inkml:trace>
</inkml:ink>
</file>

<file path=ppt/ink/ink2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19.793"/>
    </inkml:context>
    <inkml:brush xml:id="br0">
      <inkml:brushProperty name="width" value="0.025" units="cm"/>
      <inkml:brushProperty name="height" value="0.025" units="cm"/>
    </inkml:brush>
  </inkml:definitions>
  <inkml:trace contextRef="#ctx0" brushRef="#br0">8165 454 4132,'0'0'7693,"7"-2"-7064,18-9-180,-25 11-434,1 0 0,-1 0 1,0 0-1,0 0 0,0 0 1,1 0-1,-1 0 0,0-1 1,0 1-1,0 0 0,0 0 0,0 0 1,1 0-1,-1 0 0,0 0 1,0-1-1,0 1 0,0 0 1,0 0-1,0 0 0,1 0 0,-1-1 1,0 1-1,0 0 0,0 0 1,0 0-1,0 0 0,0-1 1,0 1-1,0 0 0,0 0 0,0 0 1,0-1-1,0 1 0,0 0 1,0 0-1,0 0 0,0-1 1,0 1-1,0 0 0,0 0 0,0 0 1,-1 0-1,1-1 0,0 1 1,0 0-1,-10-8 254,-15-2 38,24 10-257,-31-9 40,-1 3-1,0 0 1,0 3 0,0 0-1,-66 5 1,15-2-41,-435-45 175,147 6 161,-174-36-215,88 8 108,-626-32 1435,-3 40-831,677 53-810,-522 57 0,-250 116 1118,1069-148-1100,1 6-1,1 4 1,-202 83-1,280-95-87,0 0 0,1 3 0,1 1-1,1 1 1,1 1 0,2 1 0,-28 31 0,21-17-5,3 2 0,1 0 0,1 2 0,-37 77 0,48-78-3,2-1 0,2 2 0,-14 68 0,-6 133-2,28-125 8,5 0 0,5 0 0,30 181 0,-3-101 2,71 420 15,44-11-4,-128-549-13,2-2 0,2 0 0,43 73-1,-49-102 1,2 0 1,0-2-1,2 0 0,1-1 0,1-1 0,1 0 0,0-2 0,32 21 0,14 1 7,2-4 0,1-2 1,2-3-1,2-4 0,0-3 0,2-4 0,103 18 0,574 45 20,-710-83-25,1647 34 8,-474-108 12,-316-40-19,-833 101-1,575-107 3,-422 73-5,28-1-1,-69 15 17,223-67 1,-359 77-27,-38 16-11,1 0 1,-1 0-1,1 1 0,0 1 1,0-1-1,11-1 0,7-4-3187,-15-5-1148</inkml:trace>
</inkml:ink>
</file>

<file path=ppt/ink/ink2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22.395"/>
    </inkml:context>
    <inkml:brush xml:id="br0">
      <inkml:brushProperty name="width" value="0.025" units="cm"/>
      <inkml:brushProperty name="height" value="0.025" units="cm"/>
    </inkml:brush>
  </inkml:definitions>
  <inkml:trace contextRef="#ctx0" brushRef="#br0">641 102 1569,'1'-2'251,"0"-1"-1,0 1 1,0 0-1,0-1 0,0 1 1,0 0-1,1 0 0,-1 0 1,1 0-1,0 0 1,-1 1-1,1-1 0,0 0 1,0 1-1,0-1 0,5-1 1,43-26 1025,-42 24-781,3 0-288,0 0 1,0 0-1,1 1 1,-1 0 0,1 1-1,0 1 1,0 0-1,0 1 1,0 0 0,0 0-1,0 1 1,1 1 0,-1 0-1,15 4 1,-20-4-174,0 1 0,-1 0 1,1 1-1,0 0 0,0 0 1,-1 0-1,0 1 0,0-1 1,0 1-1,0 1 0,0-1 0,-1 1 1,0 0-1,0 1 0,0-1 1,-1 1-1,0 0 0,0 0 0,0 0 1,-1 1-1,0-1 0,0 1 1,-1 0-1,4 12 0,-1 14 126,-1 0 0,-2 1 0,-3 42 0,2 18 183,17 222 529,10 351 524,-30-510-719,-8 0 0,-6 0-1,-50 209 1,33-200-260,24-108-354,-2 0 0,-3-1 0,-3 0 0,-35 82-1,39-108-46,1 0-1,-13 52 1,21-61-6,-2 0 0,-1 0 1,-1 0-1,0-1 0,-2 0 0,-1-1 0,-21 32 0,11-28 92,-1-1-1,-1-2 0,0 0 0,-2-1 1,-1-1-1,0-2 0,-31 16 0,-22 7 309,-105 36-1,158-66-474,-81 27-1127,35-21-3087,21-14-3120</inkml:trace>
</inkml:ink>
</file>

<file path=ppt/ink/ink2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31.843"/>
    </inkml:context>
    <inkml:brush xml:id="br0">
      <inkml:brushProperty name="width" value="0.025" units="cm"/>
      <inkml:brushProperty name="height" value="0.025" units="cm"/>
    </inkml:brush>
  </inkml:definitions>
  <inkml:trace contextRef="#ctx0" brushRef="#br0">64 250 10602,'0'0'256,"-6"11"-197,-1 3 92,0 1 0,1 0-1,1 1 1,1-1 0,0 1 0,1 0 0,-1 20-1,1 23 100,2-25-142,-10 59-1,8-186 2268,29-120-2358,1-21 159,-26 229-9,-1 0 1,1 0-1,-1 0 1,2-1-1,-1 1 0,3-7 1,-4 11-140,1 1 0,-1 0-1,0-1 1,0 1 0,1-1 0,-1 1-1,0 0 1,0-1 0,1 1 0,-1 0 0,0-1-1,1 1 1,-1 0 0,1 0 0,-1-1-1,0 1 1,1 0 0,-1 0 0,1 0 0,-1-1-1,1 1 1,-1 0 0,1 0 0,-1 0-1,0 0 1,1 0 0,-1 0 0,2 0 0,16 15 86,6 19-69,-1 0-1,-2 2 0,19 43 0,39 117 48,-11-25-6404,-61-154 2698</inkml:trace>
</inkml:ink>
</file>

<file path=ppt/ink/ink2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32.076"/>
    </inkml:context>
    <inkml:brush xml:id="br0">
      <inkml:brushProperty name="width" value="0.025" units="cm"/>
      <inkml:brushProperty name="height" value="0.025" units="cm"/>
    </inkml:brush>
  </inkml:definitions>
  <inkml:trace contextRef="#ctx0" brushRef="#br0">0 36 5990,'0'0'2914,"73"1"-2882,-33-8 0,4 0-32,3-5-1217,-2 1-4036</inkml:trace>
</inkml:ink>
</file>

<file path=ppt/ink/ink2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32.511"/>
    </inkml:context>
    <inkml:brush xml:id="br0">
      <inkml:brushProperty name="width" value="0.025" units="cm"/>
      <inkml:brushProperty name="height" value="0.025" units="cm"/>
    </inkml:brush>
  </inkml:definitions>
  <inkml:trace contextRef="#ctx0" brushRef="#br0">176 323 10474,'0'0'454,"-9"0"229,-2 0-240,1 0-1,-1 1 1,1 0 0,-1 1-1,1 1 1,-15 4 0,20-5-358,1 0 1,0 0-1,-1 0 1,1 1-1,0-1 1,0 1 0,1 0-1,-1 0 1,0 1-1,1-1 1,0 1-1,0-1 1,0 1 0,0 0-1,1 0 1,-1 1-1,1-1 1,0 0-1,-2 9 1,1-1-84,1 1 0,0-1 0,1 1 1,0 0-1,1 0 0,2 20 0,-2-29-2,1 1 0,0-1 0,0 0 0,0 0 0,1 0 0,-1 0 0,1 0 1,0 0-1,0 0 0,4 5 0,-5-8-1,1 1 1,-1-1 0,1 0 0,-1 1 0,1-1-1,0 0 1,-1 0 0,1 0 0,0 0 0,0 0-1,-1-1 1,1 1 0,0 0 0,0-1-1,0 0 1,0 1 0,0-1 0,0 0 0,0 0-1,0 0 1,0 0 0,0 0 0,3-1 0,-3 0 0,1 0 1,-1 0 0,1-1 0,-1 1-1,1-1 1,-1 1 0,0-1-1,1 0 1,-1 0 0,0 1 0,0-2-1,-1 1 1,1 0 0,0 0 0,-1-1-1,1 1 1,-1 0 0,2-4 0,19-52 14,-20 53-18,8-31-48,-1 0-1,-2-1 0,-2 0 1,-1-1-1,-2 1 1,-1-1-1,-2 1 0,-11-69 1,12 106 51,-1-7 7,0 0 0,-1 0 0,0 0-1,0 0 1,0 1 0,-1-1 0,0 1-1,0-1 1,0 1 0,-6-6 0,9 11-4,0 1-1,0 0 1,0 0 0,0 0 0,0 0 0,0 0 0,0-1 0,0 1 0,0 0 0,0 0 0,-1 0 0,1 0 0,0 0 0,0 0 0,0 0 0,0 0 0,0 0 0,-1 0 0,1-1 0,0 1 0,0 0 0,0 0 0,0 0 0,0 0 0,-1 0 0,1 0 0,0 0 0,0 0 0,0 0 0,0 0 0,-1 0 0,1 0 0,0 0 0,0 1 0,0-1 0,0 0 0,0 0 0,-1 0 0,1 0 0,0 0 0,0 0 0,0 0 0,0 0 0,0 0 0,0 0 0,0 1 0,-1-1 0,1 0 0,0 0 0,0 0 0,0 0 0,0 1 0,-3 11 30,3 16-29,0-28-2,5 27-3,0 0 0,2-1 0,1 1 0,1-2 0,1 1 0,17 30 0,-12-24-19,-1-1-947,25 39 0,-32-60-915,0 0-1,1 0 0,17 16 0,-5-10-3257</inkml:trace>
</inkml:ink>
</file>

<file path=ppt/ink/ink2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33.178"/>
    </inkml:context>
    <inkml:brush xml:id="br0">
      <inkml:brushProperty name="width" value="0.025" units="cm"/>
      <inkml:brushProperty name="height" value="0.025" units="cm"/>
    </inkml:brush>
  </inkml:definitions>
  <inkml:trace contextRef="#ctx0" brushRef="#br0">180 441 9833,'0'0'459,"-3"-8"438,1 5-750,0 0 0,0 0-1,0 0 1,0 0 0,0 0-1,-1 0 1,1 0 0,-1 1-1,1-1 1,-1 1 0,0 0-1,0 0 1,0 0 0,-1 0-1,1 0 1,0 1 0,-1-1-1,1 1 1,-1 0 0,1 0-1,-1 1 1,0-1 0,1 1-1,-1-1 1,0 1 0,1 0-1,-1 1 1,0-1 0,1 0-1,-1 1 1,0 0 0,1 0-1,-1 0 1,1 0 0,0 1-1,-1 0 1,-2 1 0,1 2-124,0 0 0,0 1 1,0 0-1,1-1 1,0 1-1,0 1 0,1-1 1,-1 0-1,1 1 1,1 0-1,-1 0 0,1 0 1,1 0-1,-1 0 1,1 0-1,0 13 0,0-15-26,1-1 0,0 1-1,0 0 1,1 0 0,0 0-1,0 0 1,0-1-1,0 1 1,1 0 0,-1-1-1,5 8 1,-5-10 2,1 0 0,-1 0 0,1 0 0,0 0 0,0 0 0,0 0 0,0-1 0,0 1 0,0 0 0,0-1 0,1 0 0,-1 1 0,1-1 1,-1 0-1,1 0 0,-1-1 0,1 1 0,-1-1 0,1 1 0,-1-1 0,6 1 0,-5-2-11,0 1-1,0-1 1,0 0 0,0 0-1,0 0 1,0 0 0,0 0-1,-1-1 1,1 1 0,-1-1 0,1 0-1,-1 1 1,1-1 0,-1 0-1,0-1 1,0 1 0,0 0-1,0-1 1,0 1 0,-1-1-1,1 1 1,2-6 0,3-8-34,0 0 1,8-27-1,-15 42 44,11-39-95,-2 0 0,-2 0-1,-1-1 1,-3 0 0,-1 0-1,-2 0 1,-2-1 0,-7-45 0,7 78 117,2 2-1,-1 0 0,-1 0 0,1 1 1,-1-1-1,-1 0 0,1 1 0,-1-1 0,-5-8 0,4 17 546,2 11-453,3 15-122,5 2 65,2 0 0,2 0 0,0 0 0,2-2 0,24 43-1,-2 0-73,-26-53-335,23 47 903,-30-63-842,0 1-1,1-1 1,-1 1-1,1-1 1,-1 0-1,1 0 1,0 0-1,0 0 1,0 0-1,0-1 1,0 1-1,0 0 1,1-1-1,-1 0 1,0 1-1,1-1 1,-1 0-1,1 0 0,0 0 1,3 0-1,-5-1 152,1 0-1,-1-1 0,0 1 1,1 0-1,-1-1 0,0 1 1,0-1-1,0 0 0,1 1 1,-1-1-1,0 0 0,0 0 0,0 0 1,0 1-1,0-1 0,0 0 1,-1 0-1,1 0 0,0-1 1,0 1-1,-1 0 0,1 0 1,0 0-1,0-3 0,11-36 1043,-8 25 1298,-4 15-2100,0 0-1,0-1 1,1 1 0,-1 0 0,0 0 0,0 0 0,1-1 0,-1 1 0,0 0 0,0 0 0,1 0 0,-1 0 0,0 0-1,1 0 1,-1 0 0,0-1 0,0 1 0,1 0 0,-1 0 0,0 0 0,1 0 0,-1 0 0,0 0 0,1 1-1,-1-1 1,0 0 0,1 0 0,-1 0 0,0 0 0,0 0 0,1 0 0,-1 0 0,0 1 0,0-1 0,1 0 0,-1 0-1,0 0 1,0 1 0,1-1 0,-1 0 0,0 0 0,0 1 0,0-1 0,0 0 0,1 0 0,-1 1 0,0-1 0,0 0-1,0 1 1,0-1 0,0 0 0,0 0 0,0 1 0,14 19 437,-12-18-213,13 21 122,24 48 1,-14-4-2711,-24-66 1464,-2-8-10845</inkml:trace>
</inkml:ink>
</file>

<file path=ppt/ink/ink2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33.335"/>
    </inkml:context>
    <inkml:brush xml:id="br0">
      <inkml:brushProperty name="width" value="0.025" units="cm"/>
      <inkml:brushProperty name="height" value="0.025" units="cm"/>
    </inkml:brush>
  </inkml:definitions>
  <inkml:trace contextRef="#ctx0" brushRef="#br0">19 89 9833,'0'0'96,"-18"-58"801,18 48-512,0 3-353,3 3-32,7 0 0,0 4-513,2-3-1601,-4 1-1665</inkml:trace>
</inkml:ink>
</file>

<file path=ppt/ink/ink2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33.521"/>
    </inkml:context>
    <inkml:brush xml:id="br0">
      <inkml:brushProperty name="width" value="0.025" units="cm"/>
      <inkml:brushProperty name="height" value="0.025" units="cm"/>
    </inkml:brush>
  </inkml:definitions>
  <inkml:trace contextRef="#ctx0" brushRef="#br0">0 1 10890,'0'0'2210,"46"66"-1249,-28-24 0,1 7-416,0 4-321,0 2-128,0-1-96,-1-4 0,-1-7-32,-4-10-1025,0-9-1217,-6-13-513,-5-7-96</inkml:trace>
</inkml:ink>
</file>

<file path=ppt/ink/ink2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33.741"/>
    </inkml:context>
    <inkml:brush xml:id="br0">
      <inkml:brushProperty name="width" value="0.025" units="cm"/>
      <inkml:brushProperty name="height" value="0.025" units="cm"/>
    </inkml:brush>
  </inkml:definitions>
  <inkml:trace contextRef="#ctx0" brushRef="#br0">1 106 7335,'0'0'1383,"2"-9"549,-1 4-1728,1 0 0,-1 1 0,1-1 0,0 0 0,1 1-1,-1-1 1,1 1 0,0 0 0,0 0 0,0 0 0,0 0 0,1 1 0,-1-1-1,1 1 1,0 0 0,0 0 0,1 0 0,-1 1 0,0-1 0,1 1 0,0 0 0,-1 0-1,1 1 1,0-1 0,6 0 0,-4 0-82,0 0 0,1 0 0,-1 1 0,1 0 0,-1 0 0,1 1 0,0 0 0,-1 0 0,1 1 0,-1 0 0,1 0 0,-1 1 0,1 0 0,7 3 0,-8-1-108,-1 0 0,0 0 0,0 0 0,0 0 0,0 1 0,-1 0 0,0 1 0,0-1 0,0 1 0,-1 0 0,0 0-1,0 0 1,-1 0 0,6 12 0,-4-5-147,0-1-1,-1 1 0,5 26 0,-6-6-8155</inkml:trace>
</inkml:ink>
</file>

<file path=ppt/ink/ink2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33.884"/>
    </inkml:context>
    <inkml:brush xml:id="br0">
      <inkml:brushProperty name="width" value="0.025" units="cm"/>
      <inkml:brushProperty name="height" value="0.025" units="cm"/>
    </inkml:brush>
  </inkml:definitions>
  <inkml:trace contextRef="#ctx0" brushRef="#br0">14 52 11659,'0'0'128,"-13"-48"-96,15 45-32,12 3-64,4 0-737,5 0-1569,-1 3-2402</inkml:trace>
</inkml:ink>
</file>

<file path=ppt/ink/ink2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34.509"/>
    </inkml:context>
    <inkml:brush xml:id="br0">
      <inkml:brushProperty name="width" value="0.025" units="cm"/>
      <inkml:brushProperty name="height" value="0.025" units="cm"/>
    </inkml:brush>
  </inkml:definitions>
  <inkml:trace contextRef="#ctx0" brushRef="#br0">47 61 11403,'-4'7'155,"-2"3"70,0 0 0,1 0 0,0 0 0,1 0-1,0 1 1,1-1 0,0 1 0,1 0 0,-2 22 0,3-27-177,1 1-1,0-1 0,1 0 0,0 1 0,0-1 0,0 0 1,1 1-1,0-1 0,0 0 0,0 0 0,1 0 0,0-1 1,0 1-1,1 0 0,-1-1 0,1 0 0,0 0 0,1 0 1,-1-1-1,6 5 0,-8-7-58,-1-1 1,0 0-1,0 0 0,0 0 1,1 0-1,-1 0 0,0-1 1,1 1-1,-1 0 0,1-1 1,-1 1-1,1 0 0,0-1 0,-1 0 1,1 1-1,-1-1 0,1 0 1,0 0-1,-1 0 0,1 0 1,-1 0-1,1 0 0,0-1 1,1 0-1,-1 0 0,0 0 0,0 0 0,-1-1 0,1 1 0,-1-1 0,1 1 0,-1-1 0,0 0 0,1 1 0,-1-1 0,0 0 0,0 0 0,0 0 0,0 0 0,0-3 0,3-7-62,-2 0 1,1 0-1,-1 0 0,0-25 1,-3 26 75,-1 0-1,0 0 1,0 0 0,-1 0-1,-1 0 1,0 1 0,0-1-1,-7-11 1,5 11 150,1 0 0,0 0 0,1 0 0,0-1-1,1 0 1,-2-17 0,5 29-132,0-1 1,-1 1-1,1 0 0,0-1 0,0 1 0,0 0 1,0-1-1,0 1 0,1 0 0,-1-1 0,0 1 1,0 0-1,0-1 0,0 1 0,0 0 0,0-1 1,0 1-1,1 0 0,-1-1 0,0 1 0,0 0 0,0 0 1,1-1-1,-1 1 0,0 0 0,0 0 0,1 0 1,-1-1-1,0 1 0,0 0 0,1 0 0,-1 0 1,0 0-1,1-1 0,-1 1 0,0 0 0,1 0 0,-1 0 1,0 0-1,1 0 0,18 5 148,16 15-166,72 66 63,-95-75-59,0 0-1,-1 1 1,0 1-1,-1 0 1,-1 0 0,12 20-1,-19-17-5,-14-15 29,-16-16 30,24 10-61,0-1 0,0 1 0,1-1 0,-1 0 0,1 0-1,1 0 1,-1 0 0,1 0 0,0-1 0,1 1 0,-1-1 0,0-9 0,2 13 20,0 1 0,0 0 0,-1-1 0,1 1 0,1-1 0,-1 1 1,0 0-1,1-1 0,-1 1 0,1 0 0,0 0 0,-1-1 1,1 1-1,0 0 0,1 0 0,-1 0 0,0 0 0,0 0 0,1 0 1,0 0-1,-1 1 0,1-1 0,0 0 0,-1 1 0,1-1 0,0 1 1,0 0-1,0 0 0,1 0 0,-1 0 0,0 0 0,0 0 1,1 0-1,-1 1 0,0-1 0,5 0 0,1 1 14,0 0 0,0 0 0,0 1 0,0 0-1,-1 0 1,1 0 0,0 1 0,-1 1 0,1-1 0,-1 1-1,1 1 1,-1-1 0,9 7 0,8 7-415,-1 0 1,29 30-1,-2-2-6028,-42-40 3069,0-3-1453</inkml:trace>
</inkml:ink>
</file>

<file path=ppt/ink/ink2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35.135"/>
    </inkml:context>
    <inkml:brush xml:id="br0">
      <inkml:brushProperty name="width" value="0.025" units="cm"/>
      <inkml:brushProperty name="height" value="0.025" units="cm"/>
    </inkml:brush>
  </inkml:definitions>
  <inkml:trace contextRef="#ctx0" brushRef="#br0">248 368 5189,'0'0'3892,"-10"-4"-3327,2 2-386,0-1-1,0 2 1,0-1-1,0 1 1,-1 0-1,1 1 1,0 0-1,-1 0 1,1 1-1,0 0 1,-1 0-1,1 1 1,0 0-1,0 1 1,-13 5-1,8-2 241,1 0-1,0 0 1,-17 13-1,27-18-397,0 0 0,0 1 1,1-1-1,-1 0 0,0 1 1,1-1-1,-1 1 0,1 0 0,-1 0 1,1-1-1,0 1 0,-1 0 0,1 0 1,0 0-1,1 0 0,-1 0 1,0 1-1,0-1 0,1 0 0,-1 0 1,1 0-1,0 1 0,0-1 0,0 0 1,0 0-1,0 1 0,0-1 1,1 0-1,-1 0 0,2 4 0,-1-4-19,1 0-1,0-1 1,0 1-1,0 0 1,0-1-1,0 1 1,0-1-1,1 1 1,-1-1-1,0 0 1,1 0-1,-1 0 1,1-1-1,-1 1 1,1 0-1,-1-1 1,1 0-1,-1 1 1,1-1-1,0 0 0,-1-1 1,5 1-1,1-1 4,-1 1-1,0-1 0,1 0 1,-1-1-1,0 0 0,14-5 0,-14 3 2,0-1 0,0 0 0,0 0 0,-1 0 0,1-1 0,-1 0 0,-1-1-1,1 1 1,-1-1 0,0 0 0,-1 0 0,1 0 0,-2-1 0,1 0 0,-1 0-1,0 0 1,0 0 0,-1 0 0,2-17 0,-4 25-5,0-1 0,0 1-1,0-1 1,0 1 0,0 0 0,0-1 0,0 1 0,0-1-1,0 1 1,0-1 0,0 1 0,0 0 0,0-1 0,0 1-1,0-1 1,-1 1 0,1 0 0,0-1 0,0 1 0,-1-1-1,1 1 1,0 0 0,0-1 0,-1 1 0,1 0 0,0 0-1,-1-1 1,1 1 0,0 0 0,-1 0 0,1-1 0,-1 1-1,1 0 1,0 0 0,-1 0 0,1 0 0,-1 0 0,1-1-1,-1 1 1,1 0 0,-1 0 0,1 0 0,0 0 0,-1 0-1,1 1 1,-1-1 0,1 0 0,-1 0 0,1 0 0,0 0-1,-1 0 1,1 0 0,-1 1 0,1-1 0,0 0 0,-1 0-1,1 1 1,0-1 0,-1 0 0,1 1 0,0-1 0,-1 1-1,-21 21-4,19-17 10,1 0 0,0-1 0,1 1 0,-1 0 0,1 1 0,0-1 0,1 0 0,-1 0 0,1 0 0,0 1 0,0-1 0,0 0 0,1 0 0,0 0 0,0 1 0,0-1 0,1 0 0,-1 0 0,1 0 1,0-1-1,1 1 0,-1 0 0,1-1 0,0 0 0,0 1 0,5 3 0,-4-3 0,0-1 0,0 0 0,1 0 0,0 0 0,0-1 0,0 0 1,0 0-1,0 0 0,1 0 0,-1-1 0,1 0 0,0 0 0,0 0 0,-1-1 0,1 0 1,0 0-1,0 0 0,0-1 0,0 0 0,0 0 0,0-1 0,0 0 0,7-1 1,-8 0-5,1-1 1,-1 1 0,1-1 0,-1 0 0,0-1 0,0 1-1,0-1 1,0 0 0,-1 0 0,1-1 0,-1 1 0,0-1 0,-1 0-1,5-7 1,4-7 11,-1-1 1,12-32-1,-13 26-21,-1 0 1,-1 0-1,-2-1 1,0-1-1,-2 1 1,-1 0-1,-1-1 1,-2-32-1,-1 53 6,0 1 0,0 0 0,0-1 0,-1 1 0,0 0 0,0 0 0,0 0 0,-1 0 0,-5-9 0,7 14 10,0-1 0,0 0 1,-1 1-1,1-1 1,0 1-1,-1-1 0,1 1 1,0 0-1,-1-1 0,0 1 1,1 0-1,-1 0 1,0 0-1,0 0 0,1 0 1,-1 1-1,0-1 0,0 1 1,0-1-1,0 1 1,0-1-1,0 1 0,0 0 1,0 0-1,0 0 0,0 0 1,0 1-1,0-1 1,0 0-1,1 1 0,-1-1 1,0 1-1,0 0 0,0 0 1,0-1-1,-1 2 1,-1 2 51,0-1 0,1 0 1,-1 1-1,1-1 1,0 1-1,0 0 0,1 0 1,-1 1-1,1-1 0,0 0 1,0 1-1,0-1 1,0 1-1,1 0 0,0 0 1,0 0-1,0-1 1,0 8-1,-1 8 90,1 0 1,1 1-1,2 22 1,1-27-141,1-1 0,0 0 0,1 0 1,0 0-1,1-1 0,1 0 0,1 0 0,0 0 1,0-1-1,2 0 0,-1-1 0,2 0 0,17 16 1,-19-20-955,0 0 0,1-1 0,0 0 0,0 0 0,1-1 0,14 6 0,-1-5-1416,3-5-999</inkml:trace>
</inkml:ink>
</file>

<file path=ppt/ink/ink2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35.526"/>
    </inkml:context>
    <inkml:brush xml:id="br0">
      <inkml:brushProperty name="width" value="0.025" units="cm"/>
      <inkml:brushProperty name="height" value="0.025" units="cm"/>
    </inkml:brush>
  </inkml:definitions>
  <inkml:trace contextRef="#ctx0" brushRef="#br0">23 0 9513,'0'0'5541,"-4"13"-5050,0-1-400,0-1 0,1 1 0,0 0-1,1 0 1,1 1 0,0-1 0,0 0-1,3 16 1,19 101 289,52 167 1,-56-232-432,-16-61 389,5 34-3760,-6-36 3252,0-1 0,0 1-1,-1 0 1,1-1 0,0 1-1,0-1 1,-1 1 0,1 0 0,-1-1-1,1 1 1,0-1 0,-1 1-1,1-1 1,-1 0 0,1 1-1,-1-1 1,0 1 0,1-1 0,-1 0-1,1 1 1,-1-1 0,0 0-1,1 0 1,-1 0 0,0 1 0,1-1-1,-1 0 1,0 0 0,1 0-1,-1 0 1,0 0 0,1 0-1,-1 0 1,0 0 0,1 0 0,-1-1-1,0 1 1,1 0 0,-1 0-1,1-1 1,-1 1 0,0 0 0,1-1-1,-1 1 1,1 0 0,-2-1-1,-24-12-5813</inkml:trace>
</inkml:ink>
</file>

<file path=ppt/ink/ink2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36.010"/>
    </inkml:context>
    <inkml:brush xml:id="br0">
      <inkml:brushProperty name="width" value="0.025" units="cm"/>
      <inkml:brushProperty name="height" value="0.025" units="cm"/>
    </inkml:brush>
  </inkml:definitions>
  <inkml:trace contextRef="#ctx0" brushRef="#br0">0 259 7111,'0'0'181,"3"-8"487,-2 4-531,0 1 0,1 0 1,-1-1-1,1 1 0,0 0 1,-1 0-1,2 0 0,-1 1 1,0-1-1,0 0 0,1 1 1,0-1-1,4-3 0,2 1 201,-1 1 0,1 0 0,-1 0 0,1 0 0,13-2 0,97-26 1987,-51 16-1657,-1-4 0,121-52 0,-160 52-628,-29 20-35,1 0-1,-1 0 0,1 0 1,-1 1-1,1-1 0,0 0 1,-1 0-1,1 0 1,-1 0-1,1 0 0,-1-1 1,1 1-1,0 0 0,-1 0 1,1 0-1,-1 0 1,1 0-1,0-1 0,-1 1 1,1 0-1,0 0 0,-1 0 1,1-1-1,0 1 1,-1 0-1,1-1 0,0 1 1,-1 0-1,1-1 0,0 1 1,0 0-1,-1-1 1,1 1-1,0-1 0,0 1 1,0 0-1,0-1 0,0 1 1,-1-1-1,1 1 1,0 0-1,0-1 0,0 1 1,0-1-1,0 1 0,0-1 1,0 1-1,1 0 1,-1-1-1,0 1 0,0-1 1,0 1-1,0-1 0,0 1 1,1 0-1,-1-1 1,0 1-1,0 0 0,1-1 1,-1 1-1,0 0 0,1-1 1,-1 1-1,0 0 1,1 0-1,-1-1 0,0 1 1,1 0-1,-14-1 44,0 1 1,1 1-1,-1 0 1,0 1-1,0 0 1,1 1-1,-1 0 0,1 1 1,0 0-1,0 1 1,0 1-1,1 0 0,0 0 1,0 1-1,-12 10 1,15-10-19,0-1 0,1 2 0,-1-1 0,2 1 0,-1 0 1,1 0-1,0 1 0,1 0 0,0 0 0,0 0 0,1 1 0,0 0 0,1 0 1,0-1-1,0 2 0,1-1 0,1 0 0,0 0 0,0 15 0,1-21-27,0-1-1,1 1 0,-1 0 1,1 0-1,0-1 0,0 1 1,1-1-1,-1 1 0,1-1 0,-1 1 1,1-1-1,0 0 0,0 0 1,1 0-1,-1 0 0,1 0 1,4 4-1,-2-3 3,1 0-1,-1-1 1,0 0 0,1 0-1,0-1 1,-1 1 0,1-1-1,0 0 1,0-1 0,9 2 0,-7-2 4,0 0 0,0 0 1,0-1-1,0 0 0,0-1 1,0 1-1,0-2 0,0 1 1,0-1-1,-1 0 0,1-1 1,-1 0-1,1 0 1,-1 0-1,0-1 0,0 0 1,10-8-1,-10 4-1,-1 1 0,0-1 1,0-1-1,0 1 0,-1-1 1,-1 0-1,1 0 0,-2 0 0,1-1 1,-1 1-1,2-14 0,0-4 101,-1-1 1,-1-51-1,17 113 943,-6-8-917,1-1 1,35 47 0,-45-66-400,0 1 0,1-1 0,0 0 0,0-1 0,0 0 0,0 1 0,1-2 0,0 1 0,0-1 0,0 0 0,1-1 0,0 1 0,-1-1 0,1-1 0,12 3 0,-2-6-3254,-3-6-1255</inkml:trace>
</inkml:ink>
</file>

<file path=ppt/ink/ink2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36.558"/>
    </inkml:context>
    <inkml:brush xml:id="br0">
      <inkml:brushProperty name="width" value="0.025" units="cm"/>
      <inkml:brushProperty name="height" value="0.025" units="cm"/>
    </inkml:brush>
  </inkml:definitions>
  <inkml:trace contextRef="#ctx0" brushRef="#br0">1 51 9769,'0'0'4212,"2"8"-3689,1-2-415,9 27 285,-1 0 0,12 67 0,8-178-174,-26 65-225,4-7 43,0 0 0,13-21 1,-20 38-22,0-1 0,0 1 1,0 0-1,1-1 0,-1 1 1,1 0-1,0 1 0,0-1 1,0 0-1,0 1 0,1 0 1,-1-1-1,1 1 1,-1 1-1,1-1 0,0 0 1,-1 1-1,7-2 0,-8 3-15,-1 1 0,1-1 0,-1 0-1,1 1 1,-1-1 0,1 1 0,-1 0 0,1-1 0,-1 1-1,0 0 1,1 0 0,-1 0 0,0 0 0,0 0-1,0 0 1,1 0 0,-1 0 0,0 0 0,-1 1-1,1-1 1,0 0 0,0 1 0,0-1 0,-1 0-1,1 1 1,-1-1 0,1 1 0,-1-1 0,1 3 0,9 53 32,-8-45-21,2 25 15,-2-22-20,0 1 0,0-1 1,1 1-1,7 18 1,0-104 371,-8 48-329,2 0 0,6-24 1,-8 40-43,0 0 1,0 0-1,0 0 1,1 0-1,0 0 1,0 0-1,0 1 1,1 0-1,0-1 1,0 1-1,0 1 1,5-6-1,-7 9-7,-1 1 1,0-1-1,0 0 0,1 0 0,-1 1 0,0-1 0,1 1 0,-1-1 1,1 1-1,-1 0 0,1-1 0,-1 1 0,1 0 0,-1 0 0,1 0 1,-1 0-1,1 0 0,-1 1 0,0-1 0,1 0 0,-1 1 0,1-1 1,-1 1-1,0-1 0,1 1 0,-1 0 0,0-1 0,1 1 1,-1 0-1,0 0 0,0 0 0,0 0 0,0 0 0,0 0 0,0 0 1,0 0-1,1 2 0,5 7 16,-1-1-1,0 1 1,9 21 0,-6-14-5,-3-6-318,41 65 1069,-17-44-1767,-27-29 513,1-1 0,-1 0 0,0 0 1,1 0-1,0 0 0,-1 0 0,1-1 0,4 2 0,12-1-5333</inkml:trace>
</inkml:ink>
</file>

<file path=ppt/ink/ink2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37.530"/>
    </inkml:context>
    <inkml:brush xml:id="br0">
      <inkml:brushProperty name="width" value="0.025" units="cm"/>
      <inkml:brushProperty name="height" value="0.025" units="cm"/>
    </inkml:brush>
  </inkml:definitions>
  <inkml:trace contextRef="#ctx0" brushRef="#br0">269 328 12812,'-10'-3'902,"-2"0"-501,0 1-1,-1 0 0,1 1 0,-1 0 0,1 1 0,-1 0 1,1 1-1,-1 0 0,1 1 0,0 1 0,-14 4 1,20-6-344,1 1 1,-1 0-1,1 1 1,0-1-1,0 1 1,0 0-1,1 1 1,-1-1-1,1 1 1,-1 0-1,1 0 1,0 0-1,1 0 1,-1 1-1,1-1 1,0 1-1,0 0 1,0 0-1,1 0 1,-1 1-1,1-1 1,1 0-1,-1 1 1,1 0-1,0-1 1,0 1-1,0 0 1,1 7-1,0-9-57,0-1-1,0 1 0,0-1 0,1 1 0,-1-1 0,1 1 0,0-1 0,0 1 0,0-1 0,1 0 0,-1 0 1,1 1-1,-1-1 0,1 0 0,0 0 0,0-1 0,1 1 0,-1 0 0,1-1 0,-1 1 0,1-1 0,0 0 1,0 0-1,0 0 0,0 0 0,0 0 0,0-1 0,0 0 0,1 1 0,-1-1 0,0 0 0,1-1 1,-1 1-1,1 0 0,-1-1 0,1 0 0,-1 0 0,1 0 0,-1 0 0,1-1 0,-1 1 0,1-1 0,-1 0 1,1 0-1,-1 0 0,0-1 0,1 1 0,-1-1 0,0 1 0,0-1 0,0 0 0,2-3 0,7-5-45,-1-1 0,0 0 1,-1-1-1,0 0 0,0-1 0,-2 0 0,0 0 0,0-1 0,-1 0 0,-1 0 0,0-1 0,-1 1 0,4-23 0,-2 2-79,-1-1-1,-2 0 1,-1 0-1,-4-62 1,-1 89 133,1-1 1,-1 0-1,0 1 1,-6-14 0,7 21-8,1 1 1,-1 0 0,1-1 0,-1 1 0,0-1 0,0 1-1,0 0 1,0 0 0,0-1 0,0 1 0,0 0 0,0 0-1,0 0 1,-1 0 0,-1-1 0,2 2-2,0 0 1,0 0-1,0 0 1,0 0-1,0 0 1,0 0-1,0 1 0,0-1 1,1 0-1,-1 1 1,0-1-1,0 0 1,0 1-1,0-1 1,0 1-1,1-1 0,-1 1 1,0 0-1,1-1 1,-1 1-1,0 0 1,1-1-1,-1 1 1,1 0-1,-1 0 0,1 0 1,-1-1-1,1 1 1,-1 1-1,-4 9 22,0-1 0,0 1 0,1 0 0,1 1 0,-1-1 0,2 1 0,0-1 0,-1 24 0,4 98 207,1-112-221,0 0 0,0 0-1,2 0 1,1 0 0,1 0 0,0-1-1,2 0 1,18 36 0,-25-55-10,-1 1 0,1-1 0,0 0 0,0 1 0,0-1 0,0 0 0,0 0 0,1 0 0,-1 0 0,0 0 0,0 0 0,1 0 0,-1 0 0,0 0 0,1-1 0,-1 1 0,1-1 0,-1 1 0,1-1 0,-1 1 0,1-1 0,-1 0 0,1 0 0,0 0 0,-1 0 0,1 0 0,1 0 0,0-1 0,0 0 0,1-1 0,-2 1 0,1-1-1,0 1 1,0-1 0,0 0 0,-1 0 0,1-1 0,-1 1 0,0 0 0,3-4 0,4-6-3,0-1 0,-1 1 1,0-2-1,8-21 0,-6-11-6,-6 24 35,-3 21 10,0 9 20,0-1-44,1 0 0,0 0 0,0 0 0,0 0 0,1 0 0,0-1 0,0 1 0,1-1 0,-1 0 0,1 0 0,1 0 0,-1-1 0,1 1 0,7 5 0,-10-9-11,0 1 1,0-1 0,0-1-1,0 1 1,1 0-1,-1 0 1,1-1-1,-1 0 1,1 1 0,-1-1-1,1 0 1,0 0-1,0 0 1,-1-1 0,1 1-1,0-1 1,0 1-1,0-1 1,0 0-1,0 0 1,-1 0 0,1-1-1,0 1 1,0-1-1,0 1 1,0-1-1,-1 0 1,1 0 0,0 0-1,-1-1 1,1 1-1,-1-1 1,1 1 0,-1-1-1,0 0 1,0 0-1,3-2 1,-1 0 4,-1 0-1,1 0 1,-1 0 0,0-1-1,0 1 1,0-1 0,-1 0-1,1 0 1,-1 0 0,0 0-1,-1 0 1,1 0 0,-1-1-1,0 1 1,0-8 0,-1 13-4,0-1 0,0 1 1,0 0-1,0-1 0,0 1 1,-1 0-1,1-1 0,0 1 1,0 0-1,0-1 0,0 1 1,-1 0-1,1 0 0,0-1 1,0 1-1,-1 0 0,1 0 1,0-1-1,0 1 1,-1 0-1,1 0 0,0 0 1,-1 0-1,1 0 0,0-1 1,-1 1-1,1 0 0,0 0 1,-1 0-1,1 0 0,0 0 1,-1 0-1,1 0 0,0 0 1,-1 0-1,1 0 0,0 0 1,-1 0-1,1 0 0,0 0 1,-1 1-1,1-1 1,0 0-1,-1 0 0,0 1 1,-14 8 15,14-8-17,0 1 1,0 0-1,0-1 1,0 1 0,0 0-1,0 0 1,1 0-1,-1-1 1,0 1-1,1 0 1,0 0 0,-1 0-1,1 0 1,0 0-1,0 0 1,0 0-1,0 0 1,1 0 0,-1 0-1,0-1 1,1 1-1,0 0 1,-1 0 0,1 0-1,0-1 1,1 4-1,1-3 4,-1 1-1,1-1 0,0 0 1,-1 0-1,1 0 0,0 0 1,0 0-1,1-1 0,-1 1 0,0-1 1,0 0-1,1 0 0,5 1 1,0 0 0,0-1 1,0 0 0,0 0-1,0-1 1,0 0-1,0-1 1,0 0-1,0 0 1,0-1 0,0 0-1,9-3 1,-14 2-2,0 1 0,-1 0 0,1-1 0,-1 0 1,0 0-1,1 0 0,-1 0 0,-1 0 0,1-1 1,0 1-1,-1-1 0,0 0 0,0 0 0,0 0 0,0 0 1,0 0-1,-1 0 0,0 0 0,0 0 0,0-1 1,0-5-1,-1 8-1,0 0 1,0 0 0,0 0-1,0 0 1,-1 1 0,1-1-1,-1 0 1,1 0 0,-1 0-1,0 1 1,0-1 0,0 0-1,0 0 1,0 1-1,0-1 1,0 1 0,0-1-1,-1 1 1,-1-2 0,0 1-1,0 1 0,1-1-1,-1 1 1,0 0 0,0 0 0,0 0 0,0 0 0,0 1 0,0-1 0,0 1-1,0 0 1,0 0 0,0 0 0,0 0 0,0 1 0,-4 0 0,6-1-1,-1 1 0,1-1 0,0 1 0,-1-1 1,1 1-1,0 0 0,0 0 0,-1-1 0,1 1 1,0 0-1,0 0 0,0 0 0,0 0 0,0 0 0,0 1 1,0-1-1,1 0 0,-1 0 0,0 1 0,1-1 0,-1 0 1,1 1-1,-1-1 0,1 0 0,-1 1 0,1-1 1,0 1-1,0-1 0,0 1 0,0-1 0,0 0 0,0 1 1,0-1-1,0 1 0,1-1 0,-1 1 0,2 2 0,-2-1 0,1 1 0,0 0 0,0 0 0,1 0 0,-1 0 0,1-1 0,0 1 0,0-1 0,0 1-1,0-1 1,1 0 0,-1 0 0,4 3 0,3 0-16,1-1 0,-1 0 1,1 0-1,0-1 0,0-1 0,14 4 0,23-2-2320,-42-5 1508,-1 0 0,1-1 0,0 1 0,-1-1 1,0 0-1,1-1 0,5-1 0,13-12-3880</inkml:trace>
</inkml:ink>
</file>

<file path=ppt/ink/ink2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38.032"/>
    </inkml:context>
    <inkml:brush xml:id="br0">
      <inkml:brushProperty name="width" value="0.025" units="cm"/>
      <inkml:brushProperty name="height" value="0.025" units="cm"/>
    </inkml:brush>
  </inkml:definitions>
  <inkml:trace contextRef="#ctx0" brushRef="#br0">56 1 13773,'0'0'582,"-8"0"742,6 0-1278,0-1 0,0 1 0,0 0 0,0 0 0,0 1 0,0-1 0,0 0 0,0 1 0,0-1 0,0 1 0,0 0 0,1-1 1,-1 1-1,0 0 0,0 0 0,1 0 0,-3 2 0,2 0-17,1-1-1,0 1 1,-1 0 0,1 0-1,0-1 1,0 1 0,1 0 0,-1 0-1,1 0 1,-1 0 0,1 0 0,0 0-1,0 0 1,1 5 0,0 11 141,1-1 1,1 0 0,1 0 0,0 0-1,2 0 1,8 20 0,55 103-721,-33-72-2017,-23-50-1172,-9-32 2488,-11-34 1559,6 42 28,-1-1 0,1 0 0,0 0 0,0 0 0,1 0-1,0-1 1,0 1 0,1 0 0,-1 0 0,1 0 0,0 0 0,1 0 0,0 1-1,0-1 1,3-7 0,-3 9-212,1 1 1,-1 0-1,0 0 0,1 0 1,0 1-1,-1-1 0,1 1 0,0-1 1,0 1-1,1 0 0,-1 0 1,0 0-1,1 0 0,-1 1 0,1 0 1,0-1-1,-1 1 0,1 0 1,0 1-1,0-1 0,0 1 0,-1 0 1,1 0-1,0 0 0,6 1 1,-9-1-117,1 1 1,-1-1 0,1 1-1,-1 0 1,1 0 0,-1-1-1,0 1 1,1 0 0,-1 0-1,0 0 1,0 0 0,0 0-1,0 1 1,0-1 0,0 0-1,0 1 1,0-1 0,0 0-1,0 1 1,-1-1 0,1 1-1,-1-1 1,1 1 0,-1-1-1,1 1 1,-1-1 0,0 1-1,0 2 1,3 55 58,-3-48-44,0-4-16,0 1-1,1-1 1,0 1 0,1-1-1,-1 1 1,1-1-1,1 0 1,0 0 0,5 12-1,-7-17-6,0-1 0,1 1 1,-1 0-1,0-1 0,0 1 0,1 0 0,-1-1 0,1 0 0,0 1 0,-1-1 0,1 0 0,0 0 0,0 0 0,-1 0 1,1 0-1,0 0 0,0 0 0,0-1 0,0 1 0,0-1 0,0 1 0,0-1 0,1 0 0,-1 0 0,0 0 0,0 0 1,0 0-1,0-1 0,0 1 0,0 0 0,0-1 0,0 0 0,0 1 0,0-1 0,0 0 0,0 0 0,0 0 0,-1 0 1,4-3-1,-1 1 4,-1 1 1,1-1-1,-1 0 1,0 0-1,0-1 1,0 1-1,-1-1 1,1 1 0,-1-1-1,0 0 1,0 0-1,0 0 1,0 0-1,-1 0 1,0 0-1,1 0 1,-2-1-1,1 1 1,0 0 0,-1-1-1,0 1 1,0-5-1,0 5-2,-1 0 0,1 1 0,-1-1 0,1 0-1,-1 1 1,0-1 0,-1 1 0,1 0 0,0-1 0,-1 1 0,0 0 0,0 0-1,0 0 1,0 0 0,0 0 0,-1 0 0,1 1 0,-1-1 0,0 1-1,0-1 1,0 1 0,0 0 0,0 0 0,0 1 0,0-1 0,-6-1-1,1 1-83,-1 0 0,0 0 0,1 1 0,-1 1-1,0 0 1,0 0 0,1 0 0,-1 1-1,0 0 1,-11 4 0,-23 9-6925,26-9-4556</inkml:trace>
</inkml:ink>
</file>

<file path=ppt/ink/ink2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38.874"/>
    </inkml:context>
    <inkml:brush xml:id="br0">
      <inkml:brushProperty name="width" value="0.025" units="cm"/>
      <inkml:brushProperty name="height" value="0.025" units="cm"/>
    </inkml:brush>
  </inkml:definitions>
  <inkml:trace contextRef="#ctx0" brushRef="#br0">473 28 10154,'-11'-5'555,"6"1"-350,-1 1 1,0 1 0,0-1-1,1 1 1,-2 0 0,1 0-1,0 1 1,0-1 0,0 2-1,-1-1 1,1 1 0,0-1-1,-1 2 1,1-1-1,0 1 1,-1 0 0,1 0-1,0 1 1,0 0 0,0 0-1,0 0 1,-10 6 0,-8 7 59,0 1 0,2 1 1,0 1-1,1 1 1,0 1-1,2 0 0,0 2 1,2 0-1,-20 33 1,25-35-205,0 0 0,2 0 1,0 2-1,2-1 0,0 1 0,1 0 1,2 1-1,0-1 0,1 1 1,2 0-1,-1 43 0,3-59-62,1 0-1,-1 0 0,1 0 1,0-1-1,1 1 0,0 0 1,0-1-1,0 1 0,1-1 1,0 1-1,0-1 0,1 0 1,-1-1-1,1 1 0,0 0 1,1-1-1,0 0 0,-1 0 1,2-1-1,-1 1 0,0-1 1,1 0-1,0 0 0,0-1 1,0 0-1,0 0 0,1 0 1,-1-1-1,1 0 0,-1 0 1,9 1-1,5-1-271,0-1 1,0 0-1,0-2 0,1 0 0,-1-1 1,0-1-1,0-1 0,-1-1 0,1-1 0,-1 0 1,36-18-1,-26 8-1052,-1 0 1,0-2-1,-1-1 1,-1-1-1,-1-1 0,36-39 1,-52 50 1018,-1 0-1,1 0 1,11-21 0,-18 26 645,0 0 0,0 0 1,0 1-1,0-1 0,-1 0 1,0 0-1,1-8 0,-2 12-215,0 1-1,0-1 1,0 1 0,0-1-1,0 1 1,0-1-1,0 1 1,0-1-1,0 1 1,0-1 0,0 1-1,-1-1 1,1 1-1,0-1 1,0 1-1,0 0 1,-1-1 0,1 1-1,0-1 1,-1 1-1,1 0 1,0-1-1,-1 1 1,1 0 0,0-1-1,-1 1 1,1 0-1,0 0 1,-1-1-1,1 1 1,-1 0-1,1 0 1,-1 0 0,1 0-1,-1-1 1,1 1-1,-1 0 1,-25 5 1994,-21 18-332,37-15-1430,1 1 0,0 0 0,1 0-1,0 1 1,0 0 0,1 0-1,-7 13 1,12-20-319,0-1 0,1 1 0,-1 0 0,1-1 0,0 1 0,0 0-1,0 0 1,0 0 0,1-1 0,-1 1 0,1 0 0,-1 0 0,1 0 0,0 0 0,0 0 0,1 0 0,-1 0 0,1 0-1,-1 0 1,1 0 0,0 0 0,0-1 0,0 1 0,0 0 0,0 0 0,1-1 0,0 1 0,-1-1 0,1 0 0,0 1-1,0-1 1,0 0 0,0 0 0,0 0 0,5 3 0,1-1-25,0 0-1,0 0 1,0-1-1,1 0 1,0-1-1,-1 1 0,1-2 1,0 1-1,0-1 1,0-1-1,0 1 1,0-1-1,0-1 1,0 0-1,0 0 1,0-1-1,-1 0 1,1-1-1,9-3 1,-11 3-8,0 0-1,-1 0 1,0 0-1,1-1 1,-1 0 0,-1 0-1,1-1 1,-1 1-1,1-1 1,-1-1 0,0 1-1,-1-1 1,0 1 0,0-1-1,0-1 1,0 1-1,-1 0 1,0-1 0,-1 0-1,1 1 1,-1-1 0,0 0-1,-1 0 1,1-9-1,-2 12-2,0-1 1,-1 0-1,1 1 0,-1-1 0,0 1 0,-1-1 0,1 1 0,-1 0 0,0 0 0,0-1 0,0 1 0,0 1 1,-1-1-1,0 0 0,0 0 0,0 1 0,0 0 0,0-1 0,-1 1 0,1 1 0,-1-1 0,0 0 0,0 1 0,0 0 1,0 0-1,0 0 0,0 0 0,-7-1 0,1-1-87,0 1 0,0 1 1,0 0-1,0 0 0,0 1 0,0 0 0,0 0 1,0 1-1,0 1 0,-1 0 0,1 0 0,-12 4 1,20-4-91,0 0 0,0 0 0,0 0 0,0 0 1,0 0-1,1 1 0,-1-1 0,1 0 1,-1 1-1,1 0 0,-1-1 0,0 3 0,1-4 26,1 1 1,0-1-1,-1 1 0,1-1 0,0 1 0,0-1 0,-1 1 0,1-1 0,0 1 1,0-1-1,0 1 0,0-1 0,0 1 0,0-1 0,0 1 0,0-1 1,0 1-1,0-1 0,0 1 0,0-1 0,0 1 0,0-1 0,1 1 0,-1-1 1,0 1-1,0-1 0,0 1 0,1-1 0,-1 1 0,0-1 0,1 1 1,-1-1-1,0 0 0,1 1 0,-1-1 0,1 0 0,-1 1 0,0-1 0,1 0 1,-1 1-1,1-1 0,-1 0 0,1 0 0,-1 0 0,1 1 0,-1-1 1,1 0-1,-1 0 0,1 0 0,0 0 0,-1 0 0,1 0 0,21 1-3170</inkml:trace>
</inkml:ink>
</file>

<file path=ppt/ink/ink2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39.138"/>
    </inkml:context>
    <inkml:brush xml:id="br0">
      <inkml:brushProperty name="width" value="0.025" units="cm"/>
      <inkml:brushProperty name="height" value="0.025" units="cm"/>
    </inkml:brush>
  </inkml:definitions>
  <inkml:trace contextRef="#ctx0" brushRef="#br0">0 102 8872,'0'0'6577,"9"11"-5520,38 63 54,-27-39-739,2-1 0,40 49-1,-61-82-370,-1-1-1,1 1 1,0 0-1,-1 0 1,1 0-1,-1-1 1,1 1-1,0 0 0,0-1 1,0 1-1,-1 0 1,1-1-1,0 1 1,0-1-1,0 0 1,0 1-1,0-1 0,0 0 1,0 1-1,0-1 1,0 0-1,0 0 1,0 0-1,0 0 1,0 0-1,0 0 1,0 0-1,0 0 0,0 0 1,-1 0-1,1-1 1,0 1-1,0 0 1,0-1-1,0 1 1,0-1-1,0 1 0,0-1 1,0 1-1,-1-1 1,1 0-1,0 1 1,0-1-1,-1 0 1,1 1-1,-1-1 1,1 0-1,0 0 0,-1 0 1,1-1-1,3-6 13,-1-1 0,0 1 0,0-1 0,3-14-1,-4 13-3,8-36-93,19-62 191,-25 99-293,-1 0-1,1 0 1,1 0-1,-1 0 1,1 1 0,1 0-1,0 0 1,0 1-1,7-8 1,-9 12-321,0 1-1,0-1 1,1 0 0,-1 1 0,0 0 0,1 0 0,-1 0 0,1 1-1,0 0 1,0 0 0,-1 0 0,1 0 0,0 1 0,0-1 0,9 2-1,17-1-3303</inkml:trace>
</inkml:ink>
</file>

<file path=ppt/ink/ink2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39.885"/>
    </inkml:context>
    <inkml:brush xml:id="br0">
      <inkml:brushProperty name="width" value="0.025" units="cm"/>
      <inkml:brushProperty name="height" value="0.025" units="cm"/>
    </inkml:brush>
  </inkml:definitions>
  <inkml:trace contextRef="#ctx0" brushRef="#br0">308 11 5926,'0'0'9011,"-9"-1"-8120,-5 0-585,0 0-1,0 1 0,1 1 1,-1 0-1,0 1 0,0 0 1,1 1-1,-1 1 1,-22 9-1,25-8-192,0 2 0,1-1 0,-1 1 0,1 1 1,0 0-1,1 0 0,0 1 0,-12 16 0,16-19-107,1 1-1,0-1 0,0 1 1,1 0-1,0 0 1,0 0-1,1 0 1,0 0-1,0 1 0,0-1 1,1 1-1,1-1 1,-1 1-1,1 0 0,1 10 1,-1-15-7,1 0 0,-1-1 0,1 1 0,0-1 0,0 1 0,0-1 0,0 1 0,1-1 0,-1 0 0,0 0 0,1 0 0,0 0 0,-1 0 0,1 0 0,0 0 0,0 0 0,0 0 0,0-1 0,0 1 0,1-1 0,-1 0 1,0 1-1,1-1 0,-1 0 0,1-1 0,-1 1 0,1 0 0,0-1 0,-1 1 0,1-1 0,-1 0 0,1 0 0,0 0 0,-1 0 0,1 0 0,2-1 0,3 0-2,-1 0-1,1 0 1,-1 0 0,1-1 0,-1-1 0,0 1-1,0-1 1,0 0 0,0 0 0,-1-1-1,12-8 1,-8 2-16,0-1 1,-1 1-1,0-2 0,-1 1 0,0-1 1,7-16-1,-11 20 23,0 1 0,-1-1 1,0 0-1,0 0 0,-1 0 0,0 0 1,0 0-1,-1-1 0,0 1 1,-1 0-1,-1-17 0,1 25-2,0-1 1,0 1-1,0 0 0,0 0 1,0-1-1,0 1 0,-1 0 1,1-1-1,0 1 0,0 0 1,0 0-1,0-1 0,-1 1 1,1 0-1,0 0 0,0 0 1,-1-1-1,1 1 0,0 0 1,0 0-1,-1 0 0,1 0 1,0 0-1,0-1 0,-1 1 1,1 0-1,0 0 0,-1 0 1,1 0-1,0 0 0,0 0 1,-1 0-1,1 0 0,0 0 1,-1 0-1,1 0 0,0 0 0,-1 0 1,1 0-1,0 1 0,0-1 1,-1 0-1,1 0 0,0 0 1,0 0-1,-1 0 0,1 1 1,0-1-1,0 0 0,-1 0 1,1 0-1,0 1 0,0-1 1,0 0-1,-1 0 0,1 1 1,0-1-1,0 0 0,0 1 1,0-1-1,0 0 0,-13 17 36,11-11-28,0 0 0,0 0 0,0 0 1,1 0-1,0 0 0,0 1 1,1-1-1,0 0 0,0 0 0,0 1 1,1-1-1,0 0 0,0 1 1,1-1-1,0 0 0,0 0 0,0 0 1,4 7-1,-4-9-10,1 0 0,0-1 0,0 1 0,0 0 0,0-1 0,0 0 1,1 0-1,-1 0 0,1 0 0,0 0 0,0-1 0,0 0 0,0 1 0,0-2 0,0 1 0,1 0 0,-1-1 0,1 0 1,-1 0-1,1 0 0,0 0 0,-1-1 0,1 0 0,-1 0 0,9-1 0,-8 0 1,0-1 0,-1 1 0,1-1 1,-1 0-1,1 0 0,-1 0 0,0-1 0,1 0 0,-2 0 0,1 0 0,0 0 1,0 0-1,-1-1 0,5-5 0,45-65 9,-39 53-26,6-11 29,-13 19-10,1 1-1,0 0 1,0 1 0,14-14-1,-22 25-2,0 0 0,0 0 0,1 0 0,-1 0 0,0 0 0,0 0 0,0 0 0,0 0 0,0 0 0,0 0 0,1 0 0,-1 0 0,0 0 0,0 0 0,0 0-1,0 0 1,1 0 0,-1 0 0,0 0 0,0 0 0,0 0 0,0 0 0,0 0 0,0 0 0,1 0 0,-1 0 0,0 0 0,0 0 0,0 0 0,0 0-1,0 0 1,0 0 0,1 1 0,-1-1 0,0 0 0,0 0 0,0 0 0,0 0 0,0 0 0,0 0 0,0 0 0,0 1 0,0-1 0,0 0 0,1 0 0,-1 0-1,0 0 1,0 0 0,0 1 0,0-1 0,0 0 0,0 0 0,0 0 0,0 0 0,2 17 14,-1 21 28,-1-33-36,-1 29 13,0-20-17,0-1 1,1 1 0,1 0-1,0 0 1,1-1-1,4 17 1,-5-27-4,-1-1 0,1 0 1,1 1-1,-1-1 1,0 0-1,1 0 0,-1 0 1,1 0-1,-1 0 1,1 0-1,0 0 0,0 0 1,0-1-1,0 1 0,0-1 1,3 2-1,-2-2 0,1 1 0,-1-1-1,1-1 1,0 1-1,-1 0 1,1-1 0,0 0-1,-1 0 1,1 0-1,0 0 1,0-1 0,-1 1-1,1-1 1,4-1 0,-1-1 1,1-1 1,-1 1 0,0-1 0,0-1 0,0 1 0,0-1 0,-1 0 0,0-1 0,0 1 0,0-1 0,-1-1 0,5-6 0,5-6-4,-2-1 1,21-40 0,-20 39 308,-10 37 295,5 21-595,-4-24 62,1-2 0,0 1 0,1-1 0,8 11 1,13 8-783,-25-28 309,0 0 0,-1 0 1,1-1-1,0 1 0,0-1 1,0 1-1,0-1 0,1 0 0,2 1 1,-5-2 165,-1 0 0,1 0 0,-1 0 0,1 0 0,0 0 0,-1 1 0,1-1 0,-1 0 0,1 0 0,-1-1 0,1 1 0,0 0 0,-1 0 1,1 0-1,-1 0 0,1 0 0,-1-1 0,1 1 0,-1 0 0,1 0 0,-1-1 0,1 1 0,-1 0 0,1-1 0,-1 1 0,1 0 0,-1-1 0,0 1 1,1-1-1,-1 1 0,0-1 0,1 0 0,2-15-3658</inkml:trace>
</inkml:ink>
</file>

<file path=ppt/ink/ink2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40.026"/>
    </inkml:context>
    <inkml:brush xml:id="br0">
      <inkml:brushProperty name="width" value="0.025" units="cm"/>
      <inkml:brushProperty name="height" value="0.025" units="cm"/>
    </inkml:brush>
  </inkml:definitions>
  <inkml:trace contextRef="#ctx0" brushRef="#br0">150 183 5733,'0'0'961,"-57"-79"993,27 45-288,6 8-161,4 5-640,7 8-705,8 6-96,5 5-64,9 2-160,9 0-1826,6 10-544,5-1-3043</inkml:trace>
</inkml:ink>
</file>

<file path=ppt/ink/ink2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40.771"/>
    </inkml:context>
    <inkml:brush xml:id="br0">
      <inkml:brushProperty name="width" value="0.025" units="cm"/>
      <inkml:brushProperty name="height" value="0.025" units="cm"/>
    </inkml:brush>
  </inkml:definitions>
  <inkml:trace contextRef="#ctx0" brushRef="#br0">312 1 10826,'0'0'4533,"-9"1"-3258,-16 3-746,1 2 0,0 0 0,1 1 1,-1 2-1,-21 10 0,35-14-479,0 0 0,0 0 1,1 1-1,0 0 0,0 1 1,0 0-1,1 0 0,0 1 1,0 0-1,1 0 0,0 1 0,1 0 1,0 0-1,-8 16 0,13-23-50,0 0 0,0 0-1,0 0 1,0 0 0,1 0 0,-1 0-1,1 1 1,-1-1 0,1 0-1,0 1 1,0-1 0,0 0-1,0 1 1,0-1 0,1 0-1,-1 0 1,1 1 0,-1-1-1,1 0 1,2 4 0,-2-4-1,1-1 0,-1 0 0,1 0 0,-1 1 1,1-1-1,-1 0 0,1 0 0,0-1 0,0 1 0,0 0 1,-1 0-1,1-1 0,0 1 0,0-1 0,0 0 0,0 0 1,0 0-1,0 1 0,2-2 0,6 1-1,0-2 1,-1 1-1,1-1 1,-1 0-1,0-1 1,0 0-1,0-1 1,14-7-1,2-6-28,-1-1 0,0-1 0,-2-1 1,32-37-1,-54 60 52,-8 49 91,7-47-108,0 1 1,1-1-1,0 0 0,0 0 0,0 0 0,1 1 0,0-1 0,0 0 0,2 9 0,-1-12-4,0 1-1,0 0 1,0-1-1,1 1 1,-1-1-1,0 0 0,1 0 1,-1 0-1,1 0 1,0 0-1,0-1 1,0 1-1,0-1 0,0 0 1,0 1-1,0-1 1,0-1-1,0 1 1,0 0-1,1-1 0,-1 0 1,0 0-1,0 0 1,5 0-1,-4-1 1,1 1-1,0-1 1,0 0 0,-1 0-1,1 0 1,0-1 0,-1 0-1,0 0 1,1 0 0,-1 0-1,0-1 1,0 1 0,0-1-1,0 0 1,5-6 0,14-21 8,16-18 19,-38 48-28,-1-1-1,0 1 0,0 0 1,1 0-1,-1-1 1,0 1-1,1 0 0,-1 0 1,0-1-1,1 1 1,-1 0-1,0 0 0,1 0 1,-1 0-1,1-1 1,-1 1-1,0 0 1,1 0-1,-1 0 0,1 0 1,-1 0-1,0 0 1,1 0-1,-1 0 0,1 0 1,-1 0-1,0 1 1,1-1-1,-1 0 0,0 0 1,1 0-1,-1 0 1,1 0-1,-1 1 0,0-1 1,1 0-1,-1 0 1,0 1-1,0-1 1,1 0-1,-1 1 0,9 21-3,-3 29 7,-6-50-4,8 95 1,15-152 43,-17 39-40,1 0 0,1 1 0,1 0 0,0 0-1,1 1 1,20-23 0,-25 33-2,-1 0-1,1 0 1,0 1-1,0-1 1,0 1-1,0 0 1,1 1-1,-1-1 1,1 1 0,0 0-1,0 1 1,0-1-1,1 1 1,-1 0-1,0 1 1,1 0-1,-1 0 1,1 0 0,0 1-1,-1 0 1,11 1-1,-14 0-2,-1 0 0,1 0 0,-1 0 0,1 0 0,-1 1 1,0-1-1,1 1 0,-1 0 0,0 0 0,0 0 0,0 0 0,0 0 0,0 0 0,-1 0 0,1 1 0,-1-1 0,1 1 0,-1-1 0,0 1 0,0-1 0,0 1 0,0 0 0,0 3 0,3 11 5,0 1 0,1 26-1,-3-27-5,0-4-383,8 50 921,3-36-2930,-12-25 1925,0-1 0,0 0-1,0 0 1,0 0 0,0 0 0,1 0-1,-1 0 1,0 0 0,1 0-1,-1 0 1,0 0 0,1-1 0,-1 1-1,3 0 1,11 0-5925</inkml:trace>
</inkml:ink>
</file>

<file path=ppt/ink/ink2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41.159"/>
    </inkml:context>
    <inkml:brush xml:id="br0">
      <inkml:brushProperty name="width" value="0.025" units="cm"/>
      <inkml:brushProperty name="height" value="0.025" units="cm"/>
    </inkml:brush>
  </inkml:definitions>
  <inkml:trace contextRef="#ctx0" brushRef="#br0">212 41 11179,'-7'-2'2968,"1"0"-2699,0 0 1,0 0-1,0 1 1,-1 0 0,1 0-1,0 1 1,-1-1-1,1 1 1,0 1 0,-1-1-1,1 1 1,0 0-1,-1 1 1,1 0 0,0-1-1,0 2 1,0-1-1,1 1 1,-9 5-1,8-4-138,-1 1 0,1 0 0,1 1 0,-1-1 0,1 1 0,0 0 0,0 1 0,1-1 0,0 1 0,0 0 0,1 0 0,-1 0 0,-3 15 0,6-19-123,1 0 0,-1 1 0,1-1 0,0 0 0,0 1 0,0-1 0,0 0 0,0 1 0,1-1 0,0 0 0,0 1 0,0-1 0,0 0 0,0 0 0,0 0 0,1 0 0,0 0 0,0 0 0,-1 0 0,1-1 0,1 1 0,-1-1 0,0 1 0,1-1 0,-1 0 0,1 0 0,0 0 0,0 0 0,0 0 0,0-1 0,0 1 0,0-1 0,0 0 0,5 1 0,6 2-5,-1-1 0,1 0 0,-1-1 0,1-1 0,0 0 0,0-1 0,-1 0 0,1-1 0,0-1 0,-1 0 0,1-1 0,-1 0 0,0-1 0,20-9 0,-17 7-12,-1-1 1,0-1-1,-1 0 0,0-1 1,0-1-1,-1 0 1,0 0-1,-1-2 0,0 0 1,0 0-1,15-23 1,-25 32 8,0 0 1,0 0 0,0 0 0,-1 0-1,1 0 1,-1 0 0,0-1 0,0 1-1,0-1 1,-1 1 0,1 0 0,-1-1-1,0 1 1,1-1 0,-2 0-1,1-4 1,-1 6 1,0 0 0,0 0 0,0 0 0,0 0-1,0 0 1,-1 1 0,1-1 0,0 1 0,-1-1 0,0 1-1,1-1 1,-1 1 0,1 0 0,-1 0 0,0 0 0,0 0 0,0 0-1,0 0 1,0 0 0,0 1 0,0-1 0,0 1 0,0-1-1,0 1 1,0 0 0,0 0 0,-4 0 0,-2 0 1,1 0 1,-1 0 0,0 1-1,1 0 1,-1 1-1,1 0 1,-1 0-1,1 0 1,-10 5 0,15-6-4,-1 0 1,1 0 0,0 1-1,-1-1 1,1 1 0,0-1 0,0 1-1,0 0 1,0-1 0,0 1 0,0 0-1,1 0 1,-1 1 0,1-1 0,-1 0-1,1 0 1,0 1 0,0-1 0,0 1-1,0-1 1,0 1 0,1-1 0,-1 1-1,1 0 1,-1-1 0,1 1 0,0 0-1,0-1 1,0 1 0,1 4 0,0-5 0,0 0 0,0-1 0,-1 1 0,1 0 0,0-1 0,1 1 0,-1 0 0,0-1 0,0 1 0,1-1 0,-1 0 1,1 1-1,-1-1 0,1 0 0,0 0 0,-1 0 0,1 0 0,0 0 0,0 0 0,-1-1 0,1 1 0,0 0 0,2-1 1,51 8 32,-49-8-30,61 3-251,0-4 1,-1-2-1,1-3 1,-1-3-1,122-34 1,-50-1-4617</inkml:trace>
</inkml:ink>
</file>

<file path=ppt/ink/ink2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48.075"/>
    </inkml:context>
    <inkml:brush xml:id="br0">
      <inkml:brushProperty name="width" value="0.025" units="cm"/>
      <inkml:brushProperty name="height" value="0.025" units="cm"/>
    </inkml:brush>
  </inkml:definitions>
  <inkml:trace contextRef="#ctx0" brushRef="#br0">19 205 1569,'0'0'1858,"-1"-8"-859,-3-4-678,-10-35 4263,19 45-4542,-1 1 0,1-1-1,0 1 1,-1 0-1,1 0 1,0 0-1,7 0 1,-3 0-6,243-41 718,340-39 579,-574 80-1339,-11 0-4,-1 0-1,1 0 0,0 1 1,0 0-1,0 0 1,-1 1-1,13 3 0,-18-4-81,-1 0-1,0 0 1,1 1-1,-1-1 1,0 0 0,1 1-1,-1-1 1,0 1-1,1-1 1,-1 0-1,0 1 1,0-1-1,0 1 1,0-1-1,1 1 1,-1-1-1,0 1 1,0-1-1,0 1 1,0-1-1,0 1 1,0-1-1,0 1 1,0-1 0,0 1-1,0-1 1,0 0-1,-1 1 1,1-1-1,0 2 1,-7 5-3261</inkml:trace>
</inkml:ink>
</file>

<file path=ppt/ink/ink2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48.485"/>
    </inkml:context>
    <inkml:brush xml:id="br0">
      <inkml:brushProperty name="width" value="0.025" units="cm"/>
      <inkml:brushProperty name="height" value="0.025" units="cm"/>
    </inkml:brush>
  </inkml:definitions>
  <inkml:trace contextRef="#ctx0" brushRef="#br0">1 363 3171,'0'0'5029,"10"-6"-4912,54-26 647,2 2 1,1 4-1,94-25 0,-85 27-148,549-127 372,-625 151-992,45-11-902,-20-2-2749,-6-6-4758</inkml:trace>
</inkml:ink>
</file>

<file path=ppt/ink/ink2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45.578"/>
    </inkml:context>
    <inkml:brush xml:id="br0">
      <inkml:brushProperty name="width" value="0.025" units="cm"/>
      <inkml:brushProperty name="height" value="0.025" units="cm"/>
    </inkml:brush>
  </inkml:definitions>
  <inkml:trace contextRef="#ctx0" brushRef="#br0">1 450 7175,'0'0'2471,"16"8"1491,-2-8-3783,1-1 0,-1 0 0,0-1 0,0 0 0,0-1 0,0-1 0,0 0 0,0-1 0,-1 0 0,19-11 0,-25 11-181,1 0-1,0-1 1,-1 0-1,0 0 1,-1-1-1,1 0 1,-1 0-1,0-1 1,-1 1-1,0-1 1,0-1-1,-1 1 1,0 0-1,0-1 1,-1 0-1,4-18 1,-4 15 4,-1-1 0,-1 0 1,0 1-1,-1-1 1,0 0-1,-1 0 0,0 1 1,-1-1-1,-1 1 1,0-1-1,0 1 0,-1 0 1,-7-14-1,8 20 15,0 1-1,0-1 1,0 1-1,-1 0 1,0 0-1,0 1 1,0-1-1,0 1 1,-1 0-1,0 0 1,1 0-1,-2 1 1,1-1-1,0 1 1,-1 1-1,1-1 1,-1 1-1,0 0 1,0 0-1,0 0 1,0 1-1,0 0 1,0 0-1,0 1 1,0 0-1,0 0 1,0 0-1,0 1 1,-8 1-1,10-1 28,-1 1 1,1-1-1,0 1 0,0 0 0,0 1 0,0-1 1,0 1-1,0-1 0,1 1 0,-1 0 0,1 1 1,0-1-1,0 0 0,0 1 0,0 0 0,1 0 1,-1 0-1,1 0 0,0 0 0,0 0 0,0 0 1,1 1-1,0-1 0,-2 9 0,-2 9 28,1 1 0,2-1 0,-1 37 1,5 9-8,4-1 1,2 1 0,26 97 0,1 9-954,-35-169 317,2 4-474,1-5-2886</inkml:trace>
</inkml:ink>
</file>

<file path=ppt/ink/ink2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45.940"/>
    </inkml:context>
    <inkml:brush xml:id="br0">
      <inkml:brushProperty name="width" value="0.025" units="cm"/>
      <inkml:brushProperty name="height" value="0.025" units="cm"/>
    </inkml:brush>
  </inkml:definitions>
  <inkml:trace contextRef="#ctx0" brushRef="#br0">1 53 11275,'0'0'1804,"6"-7"-982,-1 1-668,0 1 0,0-1 0,1 1 0,0 0 0,12-7 0,-17 11-143,0 0 0,0 0-1,0 1 1,1-1 0,-1 1 0,0-1-1,0 1 1,1-1 0,-1 1 0,0 0 0,0-1-1,1 1 1,-1 0 0,0 0 0,1 0-1,-1 0 1,0 0 0,1 1 0,-1-1 0,0 0-1,1 0 1,-1 1 0,0-1 0,0 1-1,1-1 1,-1 1 0,0 0 0,0-1 0,0 1-1,0 0 1,0 0 0,0 0 0,0 0-1,0 0 1,0 0 0,0 0 0,-1 0 0,1 0-1,0 0 1,-1 1 0,1-1 0,-1 0-1,1 0 1,-1 1 0,1-1 0,-1 0 0,0 1-1,0-1 1,0 3 0,3 5-12,-2 0 1,1 0 0,-1 1-1,0-1 1,-1 1-1,0-1 1,-1 1 0,0-1-1,-1 1 1,1-1-1,-5 10 1,-1 1-12,-2 0 0,0 0 0,-20 29-1,29-48 14,0-1 0,0 1 0,0-1 0,0 1 0,0-1 0,0 1 0,0 0 0,0-1 0,0 1 0,0-1 0,0 1 0,0-1 0,1 1 0,-1-1 0,0 1 0,0 0 0,1-1 0,-1 1 0,0-1 0,1 0 0,-1 1 0,0-1 0,1 1 0,-1-1 0,1 0 0,-1 1 0,1-1 0,-1 0 0,1 1 0,-1-1 0,1 0 0,-1 0 0,1 1 0,-1-1 0,1 0 0,0 0 0,-1 0 0,1 0 0,-1 0 0,1 0 0,0 0 0,-1 0 0,1 0 0,-1 0 0,1 0 0,0 0 0,38 3-15,-34-3-13,0 0 51,45 2-1518,1-2-5129,-27-1 585</inkml:trace>
</inkml:ink>
</file>

<file path=ppt/ink/ink2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46.251"/>
    </inkml:context>
    <inkml:brush xml:id="br0">
      <inkml:brushProperty name="width" value="0.025" units="cm"/>
      <inkml:brushProperty name="height" value="0.025" units="cm"/>
    </inkml:brush>
  </inkml:definitions>
  <inkml:trace contextRef="#ctx0" brushRef="#br0">0 100 8040,'0'0'1281,"0"-9"694,0 6-1767,0-6 339,0 1 1,1-1 0,0 1-1,0-1 1,3-8 0,-4 15-506,0 1 1,1 0-1,-1-1 1,1 1-1,-1 0 0,1-1 1,-1 1-1,1 0 1,0 0-1,0-1 0,-1 1 1,1 0-1,0 0 1,0 0-1,0 0 1,0 0-1,1 0 0,-1 1 1,0-1-1,0 0 1,0 0-1,1 1 1,-1-1-1,0 1 0,1-1 1,-1 1-1,0 0 1,1-1-1,-1 1 0,1 0 1,-1 0-1,1 0 1,-1 0-1,0 0 1,1 0-1,-1 1 0,1-1 1,-1 0-1,0 1 1,1-1-1,-1 1 0,0-1 1,0 1-1,1 0 1,0 0-1,1 1-40,0 0 0,-1 0 0,1 1 0,-1-1 0,0 1 0,1-1 0,-1 1-1,0 0 1,-1 0 0,1 0 0,0 0 0,-1 0 0,0 0 0,1 0 0,-1 0 0,-1 1 0,1-1 0,0 0 0,0 4 0,3 69 23,-4-71-25,0 4-14,-1-1 0,0 0-1,0 0 1,-1 0 0,0 0 0,0 0-1,-1-1 1,-5 10 0,-2 9-7,43-28 21,26-15-3593,64-26 0,-97 30-3026</inkml:trace>
</inkml:ink>
</file>

<file path=ppt/ink/ink2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46.593"/>
    </inkml:context>
    <inkml:brush xml:id="br0">
      <inkml:brushProperty name="width" value="0.025" units="cm"/>
      <inkml:brushProperty name="height" value="0.025" units="cm"/>
    </inkml:brush>
  </inkml:definitions>
  <inkml:trace contextRef="#ctx0" brushRef="#br0">0 35 10314,'0'0'5605,"61"-20"-5509,-29 15-64,1 1 32,-3 1-32,0 1-32,-3 1 0,-5 1-32,-2 0-961,-8 0-1793,-5 0-1282</inkml:trace>
</inkml:ink>
</file>

<file path=ppt/ink/ink2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46.749"/>
    </inkml:context>
    <inkml:brush xml:id="br0">
      <inkml:brushProperty name="width" value="0.025" units="cm"/>
      <inkml:brushProperty name="height" value="0.025" units="cm"/>
    </inkml:brush>
  </inkml:definitions>
  <inkml:trace contextRef="#ctx0" brushRef="#br0">1 77 9513,'0'0'4068,"62"7"-3299,-25-16-321,6-2-384,5 1-32,6-2-32,3-6-2210,1-5-3940</inkml:trace>
</inkml:ink>
</file>

<file path=ppt/ink/ink2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53.777"/>
    </inkml:context>
    <inkml:brush xml:id="br0">
      <inkml:brushProperty name="width" value="0.025" units="cm"/>
      <inkml:brushProperty name="height" value="0.025" units="cm"/>
    </inkml:brush>
  </inkml:definitions>
  <inkml:trace contextRef="#ctx0" brushRef="#br0">136 14 11787,'0'0'-1607,"1"9"828,0-4 798,0 1 1,0 0-1,-1-1 1,0 1-1,0 0 1,-1 0-1,1-1 0,-1 1 1,0 0-1,-1-1 1,1 1-1,-1-1 1,-4 7-1,-14 27 299,13-22-285,-1 0 0,-1-1 0,-1 0 0,0 0 0,-1-1 0,0-1 0,-15 15 0,26-29-25,-1 0-1,1 0 1,0 1-1,0-1 1,-1 0-1,1 1 1,0-1 0,0 0-1,-1 0 1,1 1-1,0-1 1,-1 0-1,1 0 1,0 0 0,-1 1-1,1-1 1,0 0-1,-1 0 1,1 0-1,0 0 1,-1 0 0,1 0-1,0 0 1,-1 0-1,1 0 1,-1 0-1,1 0 1,0 0 0,-1 0-1,1 0 1,0 0-1,-1 0 1,1 0-1,0-1 1,-1 1-1,1 0 1,-1-15 440,11-21-28,28-42-194,8-18 809,-17 31 2620,-30 71-3568,0-1-1,0 0 0,1 0 1,0 0-1,0 1 1,0-1-1,2 10 0,0 6-13,29 307 884,9-113-3708,-36-197-1343,-2-8-1336</inkml:trace>
</inkml:ink>
</file>

<file path=ppt/ink/ink2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53.963"/>
    </inkml:context>
    <inkml:brush xml:id="br0">
      <inkml:brushProperty name="width" value="0.025" units="cm"/>
      <inkml:brushProperty name="height" value="0.025" units="cm"/>
    </inkml:brush>
  </inkml:definitions>
  <inkml:trace contextRef="#ctx0" brushRef="#br0">1 124 10186,'0'0'7046,"83"-11"-6950,-23-1 0,11-2-63,10-2-1,4 0-32,-4-6-32,-7-11-4261</inkml:trace>
</inkml:ink>
</file>

<file path=ppt/ink/ink2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1:05.892"/>
    </inkml:context>
    <inkml:brush xml:id="br0">
      <inkml:brushProperty name="width" value="0.025" units="cm"/>
      <inkml:brushProperty name="height" value="0.025" units="cm"/>
    </inkml:brush>
  </inkml:definitions>
  <inkml:trace contextRef="#ctx0" brushRef="#br0">0 415 7495,'0'0'2077,"9"0"-1399,-6 0-675,11 1 539,1-1 1,0-1-1,0 0 0,-1-1 1,1-1-1,-1 0 1,1-1-1,19-8 0,-18 3-359,-1 0-1,-1-1 1,0-1-1,0 0 1,-1 0-1,0-2 1,-1 1-1,13-20 1,-18 23-151,-1 0 1,0 0-1,-1-1 1,0 0-1,-1 0 1,0-1-1,0 1 1,-1-1-1,-1 0 1,0 1-1,0-1 1,-1 0-1,0-1 1,-2-12-1,1 20-27,0 0-1,-1 0 0,0 0 1,0 1-1,0-1 0,-1 0 0,1 1 1,-1-1-1,0 1 0,0-1 1,0 1-1,0 0 0,-1 0 1,1 0-1,-1 0 0,0 1 1,-3-4-1,0 2-2,-1-1 0,1 1 0,-1 1 0,0-1 0,0 1 0,0 1 0,-1-1 0,-10-2 0,7 3 0,1 0 0,-1 1 0,0 0 0,1 1 0,-1 0 0,0 0 1,1 1-1,-1 0 0,1 1 0,-1 1 0,1 0 0,-19 7 0,24-7 2,0 0-1,0 0 1,1 1-1,-1 0 1,1 0-1,0 0 1,0 0-1,0 1 1,0-1-1,1 1 1,0 0-1,0 0 1,0 0-1,-2 7 1,2-3 5,0 1 1,0 0 0,1 0 0,1 0 0,0 0-1,0 1 1,1 14 0,4 11 42,2 1 0,0-2 0,19 53 0,-21-74-33,18 57 40,27 106 33,-45-156-126,-1-1 0,0 1 0,-2 0 1,0 0-1,-2 0 0,-4 32 0,4-48-205,0 0-1,-1 0 1,0 0-1,0 0 1,0 0-1,-1 0 1,-5 8-1,-16 12-4453,7-14 241</inkml:trace>
</inkml:ink>
</file>

<file path=ppt/ink/ink2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1:06.716"/>
    </inkml:context>
    <inkml:brush xml:id="br0">
      <inkml:brushProperty name="width" value="0.025" units="cm"/>
      <inkml:brushProperty name="height" value="0.025" units="cm"/>
    </inkml:brush>
  </inkml:definitions>
  <inkml:trace contextRef="#ctx0" brushRef="#br0">0 1 6694,'1'122'7657,"0"-2"-8585,0-6-3559,-1-95 163</inkml:trace>
</inkml:ink>
</file>

<file path=ppt/ink/ink2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1:07.184"/>
    </inkml:context>
    <inkml:brush xml:id="br0">
      <inkml:brushProperty name="width" value="0.025" units="cm"/>
      <inkml:brushProperty name="height" value="0.025" units="cm"/>
    </inkml:brush>
  </inkml:definitions>
  <inkml:trace contextRef="#ctx0" brushRef="#br0">2 123 8104,'0'0'614,"0"-7"1062,-1-9-786,1 8-75,-1-1 0,1 0 1,1 0-1,2-16 0,-3 23-766,0 0 0,1 1 0,-1-1 0,1 0 0,0 0 0,0 0 0,0 0-1,0 1 1,0-1 0,0 0 0,0 1 0,0-1 0,1 1 0,-1 0 0,1-1 0,-1 1 0,1 0 0,-1 0-1,1 0 1,0 0 0,-1 0 0,1 0 0,0 0 0,0 0 0,0 1 0,0-1 0,0 1 0,3-1 0,-2 1-52,0-1 0,0 1 0,0 0 1,0 0-1,0 0 0,0 0 1,0 0-1,0 1 0,0-1 0,0 1 1,-1 0-1,1 0 0,0 0 1,0 0-1,-1 1 0,1-1 0,0 1 1,-1-1-1,1 1 0,-1 0 1,0 0-1,0 0 0,0 0 0,0 1 1,0-1-1,0 0 0,0 1 1,-1-1-1,1 1 0,-1 0 0,0 0 1,0-1-1,0 1 0,0 0 1,0 0-1,0 4 0,-1-1-16,1 1 0,-1 0 0,0 0 0,0 0 0,-1-1 0,0 1 0,0 0-1,0 0 1,-1-1 0,0 1 0,0-1 0,-1 0 0,0 0 0,0 1 0,-5 6 0,-20 19-28,22-26 43,0 0 0,0 1 0,0 0 0,1 0 0,0 1 1,0-1-1,1 1 0,0 0 0,-3 9 0,7-16-16,0-1 0,0 1 0,0-1 1,0 1-1,0-1 0,0 1 0,1-1 0,-1 0 0,0 1 0,0-1 0,0 1 0,1-1 0,-1 1 0,0-1 0,0 1 0,1-1 0,-1 0 0,0 1 0,1-1 0,-1 0 0,1 1 0,-1-1 0,0 0 0,1 0 0,-1 1 0,1-1 0,-1 0 0,1 0 0,-1 0 0,1 0 0,-1 1 0,1-1 0,-1 0 0,1 0 0,-1 0 0,1 0 0,-1 0 0,1 0 1,26 0-171,-19-1 96,23 0-1117,0-2 0,0-2 0,0 0 0,-1-2 0,0-1 0,33-15 0,-9 1-2366</inkml:trace>
</inkml:ink>
</file>

<file path=ppt/ink/ink2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1:07.463"/>
    </inkml:context>
    <inkml:brush xml:id="br0">
      <inkml:brushProperty name="width" value="0.025" units="cm"/>
      <inkml:brushProperty name="height" value="0.025" units="cm"/>
    </inkml:brush>
  </inkml:definitions>
  <inkml:trace contextRef="#ctx0" brushRef="#br0">0 44 10186,'0'0'3683,"51"-41"-3266,-30 39-321,0 2-32,2 0-64,-1 2 32,-3 8-32,-4 3-481,-7 2-2177,-5 3-321,-3 0-544</inkml:trace>
</inkml:ink>
</file>

<file path=ppt/ink/ink2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1:07.587"/>
    </inkml:context>
    <inkml:brush xml:id="br0">
      <inkml:brushProperty name="width" value="0.025" units="cm"/>
      <inkml:brushProperty name="height" value="0.025" units="cm"/>
    </inkml:brush>
  </inkml:definitions>
  <inkml:trace contextRef="#ctx0" brushRef="#br0">1 54 3107,'0'0'6790,"54"11"-6117,-16-18-545,9-1-96,10-3-96,7-5-1890,8-7-1185</inkml:trace>
</inkml:ink>
</file>

<file path=ppt/ink/ink2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1:08.195"/>
    </inkml:context>
    <inkml:brush xml:id="br0">
      <inkml:brushProperty name="width" value="0.025" units="cm"/>
      <inkml:brushProperty name="height" value="0.025" units="cm"/>
    </inkml:brush>
  </inkml:definitions>
  <inkml:trace contextRef="#ctx0" brushRef="#br0">759 55 5061,'0'0'6475,"-3"-8"-6288,3 6-173,-1 0 1,1 0-1,-1-1 0,0 1 1,1 0-1,-1 0 0,0 0 0,-1 0 1,1 0-1,0 0 0,-1 0 1,1 0-1,-1 0 0,1 1 0,-1-1 1,0 0-1,0 1 0,1 0 1,-1-1-1,0 1 0,0 0 0,-1 0 1,1 0-1,0 0 0,0 1 1,0-1-1,-1 0 0,1 1 0,0 0 1,-1-1-1,1 1 0,0 0 1,-3 1-1,-33-2 39,-56 6 0,80-3-55,0 0 0,0 1 0,0 0 0,0 1 1,1 1-1,-1 0 0,-14 9 0,24-11-3,0 0 1,0 0 0,0 1 0,1-1-1,0 1 1,-1 0 0,2 0-1,-1 0 1,0 0 0,1 0 0,-4 8-1,-18 57 3,16-41 24,-35 117 435,-27 164 1,-3 158 818,23-129-948,-5-54-77,-16 114 123,70-386-363,0-7 25,0 1-1,0-1 1,1 1 0,0-1-1,0 1 1,1 8-1,0-13-1,-1 0 0,1 0-1,-1 1 1,1-1 0,-1 0 0,1 0 0,0 0-1,0 0 1,0 0 0,-1 0 0,1 0 0,0 0-1,0 0 1,0 0 0,1 0 0,-1-1 0,0 1-1,0 0 1,0-1 0,0 1 0,1-1 0,-1 1-1,0-1 1,1 0 0,-1 1 0,0-1 0,1 0-1,-1 0 1,0 0 0,3 0 0,45-1 364,-1-3 1,0-1-1,72-18 1,29-4-333,-124 24-130,49-9-1604,-27-2-2760,-2-8-3980</inkml:trace>
</inkml:ink>
</file>

<file path=ppt/ink/ink2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1:08.696"/>
    </inkml:context>
    <inkml:brush xml:id="br0">
      <inkml:brushProperty name="width" value="0.025" units="cm"/>
      <inkml:brushProperty name="height" value="0.025" units="cm"/>
    </inkml:brush>
  </inkml:definitions>
  <inkml:trace contextRef="#ctx0" brushRef="#br0">11 0 11115,'0'0'512,"0"54"-384,-2-18 961,-2 6-320,1 5-513,1 5-192,2 1-32,0 1-32,0-4 0,7-10-96,-1-13-4965</inkml:trace>
</inkml:ink>
</file>

<file path=ppt/ink/ink2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1:09.979"/>
    </inkml:context>
    <inkml:brush xml:id="br0">
      <inkml:brushProperty name="width" value="0.025" units="cm"/>
      <inkml:brushProperty name="height" value="0.025" units="cm"/>
    </inkml:brush>
  </inkml:definitions>
  <inkml:trace contextRef="#ctx0" brushRef="#br0">1 63 4484,'0'0'7805,"2"-4"-7410,-1 1-589,3-4 1147,-1 0 0,1 0 1,-1 0-1,-1-1 0,3-11 0,-1 99 318,-5 35-1214,3 140-1641,4-198-4486</inkml:trace>
</inkml:ink>
</file>

<file path=ppt/ink/ink2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1:14.268"/>
    </inkml:context>
    <inkml:brush xml:id="br0">
      <inkml:brushProperty name="width" value="0.025" units="cm"/>
      <inkml:brushProperty name="height" value="0.025" units="cm"/>
    </inkml:brush>
  </inkml:definitions>
  <inkml:trace contextRef="#ctx0" brushRef="#br0">406 1 6278,'0'0'5264,"-9"10"-5104,-21 34 445,-44 85 1,48-79-423,-3-1 1,-48 64-1,73-109-121,0 1 0,0-1 0,0 0 0,-1 0 0,1-1 0,-1 0 0,0 1 0,0-1 0,0-1 1,0 1-1,-1-1 0,1 0 0,-1 0 0,1-1 0,-11 2 0,13-3-19,1 0 1,-1 0 0,0 0 0,0 0 0,1-1 0,-1 1-1,0-1 1,0 0 0,1 0 0,-1 0 0,1 0 0,-1 0-1,1-1 1,-1 1 0,1-1 0,0 1 0,0-1-1,0 0 1,0 0 0,0 0 0,0 0 0,0-1 0,1 1-1,-1 0 1,1-1 0,-1 1 0,1-1 0,0 1 0,0-1-1,0 1 1,1-1 0,-1 0 0,0-4 0,0 2-30,0 1 1,0-1-1,0 0 1,1 1 0,-1-1-1,1 0 1,1 1-1,-1-1 1,1 0-1,-1 1 1,1-1 0,0 1-1,1-1 1,-1 1-1,1-1 1,0 1-1,0 0 1,1 0 0,-1 0-1,1 0 1,-1 0-1,1 1 1,1-1-1,3-3 1,-3 4-10,0 1 0,1-1 0,-1 1 0,1 0 0,-1 0 0,1 0 0,-1 1 1,1 0-1,0 0 0,0 0 0,0 0 0,0 1 0,0 0 0,0 0 0,-1 0 0,1 1 0,0-1 0,0 1 0,0 0 0,0 1 0,-1-1 0,1 1 0,6 3 1,9 6-12,0 0 0,0 1 0,28 25 0,-34-25-580,0-1 1,1 0-1,1-1 0,-1-1 1,2-1-1,-1 0 1,23 8-1,22-5-3450</inkml:trace>
</inkml:ink>
</file>

<file path=ppt/ink/ink2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1:13.531"/>
    </inkml:context>
    <inkml:brush xml:id="br0">
      <inkml:brushProperty name="width" value="0.025" units="cm"/>
      <inkml:brushProperty name="height" value="0.025" units="cm"/>
    </inkml:brush>
  </inkml:definitions>
  <inkml:trace contextRef="#ctx0" brushRef="#br0">375 46 1409,'3'-5'786,"-1"0"-1,0 1 1,-1-1-1,1 0 1,-1 0-1,1-11 1,-2 16-754,-4 20-705,-11 12 854,0 0-1,-2-2 0,-23 33 1,30-48 335,-1-1 0,0-1 0,-1 0 0,-1 0 0,0-1 0,0-1-1,-1 0 1,-17 9 0,25-17-383,0-1-1,0 1 1,-1-1-1,1-1 1,-1 1-1,1-1 0,-1-1 1,1 1-1,-1-1 1,1 0-1,-1 0 1,1-1-1,-1 0 0,0 0 1,1 0-1,-8-4 1,12 5-149,-1-2 0,0 1 0,0 0 0,0 0 1,1-1-1,-1 1 0,0-1 0,1 0 0,0 0 0,-1 0 1,1 0-1,0 0 0,0-1 0,0 1 0,0 0 0,1-1 1,-1 0-1,1 1 0,-1-1 0,1 0 0,0 0 0,0 0 1,0 0-1,0 1 0,1-1 0,-1-1 0,1 1 0,0 0 1,0 0-1,0 0 0,0 0 0,1 0 0,-1 0 0,1 0 1,-1 0-1,3-4 0,-2 5-75,0 0 0,0 1 0,0-1 0,1 0 0,-1 0 0,1 1 0,-1-1 0,1 1 0,0-1 0,-1 1 0,1 0 0,0 0 1,0 0-1,0 0 0,0 0 0,0 0 0,0 0 0,0 0 0,0 1 0,0-1 0,0 1 0,1 0 0,-1 0 0,0 0 0,0 0 0,0 0 0,3 0 0,5 0-26,0 1-1,0 0 1,-1 1 0,18 4-1,116 54 1312,-15-4 25,-32-27-2591,-55-23-1697</inkml:trace>
</inkml:ink>
</file>

<file path=ppt/ink/ink2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1:15.222"/>
    </inkml:context>
    <inkml:brush xml:id="br0">
      <inkml:brushProperty name="width" value="0.025" units="cm"/>
      <inkml:brushProperty name="height" value="0.025" units="cm"/>
    </inkml:brush>
  </inkml:definitions>
  <inkml:trace contextRef="#ctx0" brushRef="#br0">545 0 1826,'-7'458'10967,"43"-2"-8503,-12-268-2146,0 322-1,-26-470-52,-15 79 0,13-100-180,0-1-1,-2-1 1,0 1-1,-1-1 1,-1 0-1,-15 25 0,20-38 37,0-1 0,-1 1 0,1-1 0,-1 0 0,0 0 0,0 0 0,0 0 0,-1-1 0,1 0 0,-1 0 0,1 0 0,-1 0 0,0-1 0,-5 2 0,-77 9 640,57-9-812,-86 14 105,-98 9-1565,184-25-2445</inkml:trace>
</inkml:ink>
</file>

<file path=ppt/ink/ink2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1:15.583"/>
    </inkml:context>
    <inkml:brush xml:id="br0">
      <inkml:brushProperty name="width" value="0.025" units="cm"/>
      <inkml:brushProperty name="height" value="0.025" units="cm"/>
    </inkml:brush>
  </inkml:definitions>
  <inkml:trace contextRef="#ctx0" brushRef="#br0">1 0 0,'0'0'64</inkml:trace>
</inkml:ink>
</file>

<file path=ppt/ink/ink2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1:16.069"/>
    </inkml:context>
    <inkml:brush xml:id="br0">
      <inkml:brushProperty name="width" value="0.025" units="cm"/>
      <inkml:brushProperty name="height" value="0.025" units="cm"/>
    </inkml:brush>
  </inkml:definitions>
  <inkml:trace contextRef="#ctx0" brushRef="#br0">1 0 2691,'0'106'3395,"0"-1"-1409,4-2-1986,10-7-64,5-11-33,3-23-2593</inkml:trace>
</inkml:ink>
</file>

<file path=ppt/ink/ink2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1:16.770"/>
    </inkml:context>
    <inkml:brush xml:id="br0">
      <inkml:brushProperty name="width" value="0.025" units="cm"/>
      <inkml:brushProperty name="height" value="0.025" units="cm"/>
    </inkml:brush>
  </inkml:definitions>
  <inkml:trace contextRef="#ctx0" brushRef="#br0">1 1 2050,'5'98'3107,"1"15"-256,4 7-1858,2 5-929,2 0-64,0 3 32,-1-8-32,-1-9-32,-5-2 32,-4-6-97,-3-12-1440,0-15-1057</inkml:trace>
</inkml:ink>
</file>

<file path=ppt/ink/ink2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1:17.880"/>
    </inkml:context>
    <inkml:brush xml:id="br0">
      <inkml:brushProperty name="width" value="0.025" units="cm"/>
      <inkml:brushProperty name="height" value="0.025" units="cm"/>
    </inkml:brush>
  </inkml:definitions>
  <inkml:trace contextRef="#ctx0" brushRef="#br0">1 677 4837,'0'0'491,"7"1"-80,52 13 476,-55-13-872,0 1 0,-1-1 0,1 1 1,0 0-1,0 1 0,-1-1 0,0 1 1,1-1-1,-1 1 0,0 0 0,0 0 1,0 1-1,-1-1 0,4 7 0,-5-20 5684,0-15-3623,3-35-1074,11-92-209,2-27-2195,-12 59-3098,-4 87 3322,4-113-7291,-3 136 7594</inkml:trace>
</inkml:ink>
</file>

<file path=ppt/ink/ink2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1:18.034"/>
    </inkml:context>
    <inkml:brush xml:id="br0">
      <inkml:brushProperty name="width" value="0.025" units="cm"/>
      <inkml:brushProperty name="height" value="0.025" units="cm"/>
    </inkml:brush>
  </inkml:definitions>
  <inkml:trace contextRef="#ctx0" brushRef="#br0">110 0 288,'-64'16'833,"19"-14"-288</inkml:trace>
</inkml:ink>
</file>

<file path=ppt/ink/ink2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1:41.988"/>
    </inkml:context>
    <inkml:brush xml:id="br0">
      <inkml:brushProperty name="width" value="0.025" units="cm"/>
      <inkml:brushProperty name="height" value="0.025" units="cm"/>
    </inkml:brush>
  </inkml:definitions>
  <inkml:trace contextRef="#ctx0" brushRef="#br0">1895 164 6662,'0'0'11,"-9"-8"341,1 0-157,0 1 0,-1 0 0,0 0 0,-1 0 0,0 2-1,1-1 1,-2 1 0,1 0 0,-21-5 0,-50-4 93,-1 4 0,-165 2 1,210 10-284,0 2 1,0 1-1,0 2 1,0 1-1,1 2 1,1 2-1,0 1 1,0 2-1,-47 28 1,4 4 25,2 3 1,-119 104-1,135-100-2,2 2 0,2 3 1,3 2-1,3 3 0,2 1 0,4 3 0,2 2 0,-40 94 0,61-115 156,2 1 0,2 0 0,3 2 0,1 0 0,3 0 0,2 1 0,3 0 0,2 1-1,2-1 1,3 1 0,2-1 0,2 0 0,20 79 0,1-39 86,4-1 1,4-1-1,80 144 0,-84-180-183,3-2 1,2-1-1,3-2 0,1-2 0,3-2 1,83 71-1,-76-80-39,1-3 1,1-2 0,2-2-1,2-2 1,0-3 0,2-2-1,0-3 1,1-3 0,1-2-1,0-3 1,1-2 0,1-3-1,-1-3 1,1-2-1,0-3 1,-1-3 0,1-3-1,-1-2 1,85-24 0,-40 3-10,-2-4 1,197-95-1,-254 104-32,-2-2 0,-1-2 0,-1-2 0,-1-1-1,-2-3 1,-1-1 0,-2-1 0,43-58 0,-40 38 94,-2-2-1,-3-2 1,-3-1 0,-2-1 0,-3-2 0,-3 0-1,-2-2 1,-4-1 0,-3 0 0,-2-1 0,-4 0-1,-3-1 1,-2 0 0,-9-92 0,-1 117-81,-2 1 0,-2 0 1,-2 1-1,-2 0 0,-1 1 1,-3 1-1,-1 0 0,-28-42 1,2 12 60,-4 2 1,-2 2 0,-86-85 0,76 93-24,-3 3 0,-2 3 0,-2 2 0,-3 4 0,-121-61 0,80 55-150,-4 6 0,-1 4-1,-142-31 1,234 68-119,-129-38-4667,83 13-1332</inkml:trace>
</inkml:ink>
</file>

<file path=ppt/ink/ink2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27.673"/>
    </inkml:context>
    <inkml:brush xml:id="br0">
      <inkml:brushProperty name="width" value="0.025" units="cm"/>
      <inkml:brushProperty name="height" value="0.025" units="cm"/>
    </inkml:brush>
  </inkml:definitions>
  <inkml:trace contextRef="#ctx0" brushRef="#br0">0 736 5605,'0'0'2381,"10"-3"-1879,181-65-592,641-211 2999,-7 25-1664,-689 211-1177,-113 36-53,37-13-10,0 2 1,1 3 0,120-13-1,-176 27-125,25 2 131,-29-1-76,-1 0 0,1 0-1,0 0 1,-1 0 0,1 1 0,-1-1-1,1 0 1,-1 0 0,1 0 0,-1 0-1,1 1 1,-1-1 0,1 0 0,-1 1-1,0-1 1,1 0 0,-1 1 0,1-1-1,-1 0 1,0 1 0,1-1 0,-1 1-1,0-1 1,1 1 0,-1-1 0,0 1-1,0-1 1,1 1 0,-1-1 0,0 1 0,0-1-1,0 1 1,0-1 0,0 1 0,0-1-1,0 1 1,0-1 0,0 1 0,0 0-1,0-1 1,0 1 0,-1 0 0,-5 13-3176</inkml:trace>
</inkml:ink>
</file>

<file path=ppt/ink/ink2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28.140"/>
    </inkml:context>
    <inkml:brush xml:id="br0">
      <inkml:brushProperty name="width" value="0.025" units="cm"/>
      <inkml:brushProperty name="height" value="0.025" units="cm"/>
    </inkml:brush>
  </inkml:definitions>
  <inkml:trace contextRef="#ctx0" brushRef="#br0">0 783 5990,'0'0'656,"12"-3"-501,94-30 1463,183-82-1,-107 38-651,1176-393 305,-1233 428-3684,-17-1-2546</inkml:trace>
</inkml:ink>
</file>

<file path=ppt/ink/ink2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58.824"/>
    </inkml:context>
    <inkml:brush xml:id="br0">
      <inkml:brushProperty name="width" value="0.025" units="cm"/>
      <inkml:brushProperty name="height" value="0.025" units="cm"/>
    </inkml:brush>
  </inkml:definitions>
  <inkml:trace contextRef="#ctx0" brushRef="#br0">9 115 5285,'0'0'6742,"-3"8"-6619,1 0-49,1 1-1,-1 0 1,2 0 0,-1-1-1,1 1 1,1 0-1,-1 0 1,4 14 0,23 84 448,-15-65-511,7 33 51,47 160 73,-66-234-115,1 1-1,-1 0 1,1-1-1,-1 1 1,1 0-1,0-1 1,-1 1-1,1-1 1,0 1-1,0-1 0,0 1 1,1-1-1,-1 0 1,0 0-1,0 0 1,2 2-1,-2-3 32,-1 0 0,1 0 0,0 0 0,-1 0 0,1 0 0,0 0 0,-1 0-1,1 0 1,-1-1 0,1 1 0,0 0 0,-1 0 0,1 0 0,-1-1 0,1 1 0,-1 0 0,1-1-1,-1 1 1,1-1 0,-1 1 0,1 0 0,-1-1 0,1 1 0,-1-1 0,0 1 0,1-1 0,-1 1-1,1-2 1,4-7 407,0 0-1,-1-1 0,6-18 0,-7 20-793,89-343 471,-50 172-265,-35 156 12,-4 12-208,0-1 1,0 1-1,-1 0 1,0-18-1,-12 29-8365,1 5 4074</inkml:trace>
</inkml:ink>
</file>

<file path=ppt/ink/ink2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19:59.768"/>
    </inkml:context>
    <inkml:brush xml:id="br0">
      <inkml:brushProperty name="width" value="0.025" units="cm"/>
      <inkml:brushProperty name="height" value="0.025" units="cm"/>
    </inkml:brush>
  </inkml:definitions>
  <inkml:trace contextRef="#ctx0" brushRef="#br0">262 122 5285,'0'0'1655,"0"-8"-545,1-6-1163,-1 6 559,1 0 0,-1 0-1,-1 0 1,1 0 0,-3-10 0,2 16-390,1 0 0,-1 0 1,0 0-1,0 0 0,0 0 1,0 0-1,0 0 0,0 0 0,0 0 1,-1 0-1,1 1 0,-1-1 1,1 0-1,-1 1 0,0-1 1,0 1-1,1 0 0,-1 0 1,0 0-1,0 0 0,0 0 1,-1 0-1,1 0 0,0 0 1,-3 0-1,-2 0-45,-1 1 0,1-1 1,-1 1-1,0 1 0,1-1 0,-1 1 1,1 1-1,0-1 0,-1 1 0,1 0 1,0 1-1,0 0 0,0 0 0,0 1 1,1-1-1,-1 1 0,1 1 0,0-1 1,0 1-1,1 0 0,-1 1 0,1-1 0,-8 13 1,7-11-66,1 1 0,0-1 1,0 1-1,1 0 0,0 0 1,0 1-1,1-1 0,0 1 1,1 0-1,0-1 0,0 1 1,1 0-1,0 1 0,1-1 1,0 0-1,0 0 0,1 0 1,0 0-1,4 17 0,-4-24-5,-1 0 0,1-1 0,-1 1-1,1 0 1,0-1 0,-1 1 0,1-1-1,0 1 1,0-1 0,0 1-1,0-1 1,1 0 0,-1 1 0,0-1-1,0 0 1,1 0 0,-1 0 0,1 0-1,-1 0 1,1 0 0,-1 0 0,1-1-1,0 1 1,-1-1 0,1 1-1,0-1 1,0 1 0,-1-1 0,1 0-1,0 0 1,0 0 0,-1 0 0,1 0-1,0 0 1,0-1 0,-1 1 0,1 0-1,0-1 1,-1 0 0,1 1-1,0-1 1,-1 0 0,3-1 0,3-2 10,1 0 0,-1-1 1,0 0-1,-1 0 0,1-1 1,-1 0-1,9-10 0,-4 0 5,0 1-1,0-1 0,8-19 1,-16 30 7,0-1 0,-1 0 0,0 0 1,0 0-1,0 0 0,-1-1 0,0 1 0,0 0 0,0-1 1,-1 1-1,0 0 0,-1-13 0,1 18-16,0 1 0,0 0 0,0 0 1,0-1-1,0 1 0,0 0 0,0 0 0,0-1 0,-1 1 0,1 0 0,0 0 0,0-1 0,0 1 0,0 0 1,0 0-1,0 0 0,0-1 0,-1 1 0,1 0 0,0 0 0,0 0 0,0 0 0,-1-1 0,1 1 1,0 0-1,0 0 0,0 0 0,-1 0 0,1 0 0,0 0 0,0 0 0,0 0 0,-1 0 0,1-1 0,0 1 1,0 0-1,-1 0 0,1 0 0,0 0 0,0 0 0,-1 0 0,1 1 0,0-1 0,0 0 0,-1 0 0,1 0 1,0 0-1,0 0 0,0 0 0,-1 0 0,1 0 0,0 0 0,0 1 0,0-1 0,-1 0 0,1 0 0,0 0 1,0 1-1,-8 14 103,9-6-93,0 0 1,0 0-1,1 0 1,0 0 0,0 0-1,1 0 1,0-1-1,6 11 1,40 64 117,-49-83-135,0 1 1,1-1-1,-1 1 1,1-1 0,-1 1-1,0-1 1,1 1-1,-1-1 1,1 1 0,-1-1-1,1 0 1,0 1-1,-1-1 1,1 0-1,-1 1 1,1-1 0,0 0-1,-1 0 1,1 0-1,-1 0 1,1 1-1,0-1 1,-1 0 0,1 0-1,0 0 1,-1 0-1,1 0 1,0 0 0,-1-1-1,1 1 1,0 0-1,-1 0 1,1 0-1,0-1 1,-1 1 0,1 0-1,-1-1 1,1 1-1,-1 0 1,1-1 0,-1 1-1,1-1 1,-1 1-1,1-1 1,-1 1-1,1-1 1,-1 1 0,0-1-1,1 1 1,-1-2-1,21-31 35,-20 30-35,16-32 11,-11 21-8,0 0 1,2 1-1,-1-1 1,2 2 0,14-19-1,-23 31-2,1-1-1,-1 0 0,1 1 1,-1-1-1,1 1 1,-1-1-1,1 1 0,0-1 1,-1 1-1,1 0 0,0-1 1,-1 1-1,1 0 1,0-1-1,-1 1 0,1 0 1,0 0-1,0 0 0,-1-1 1,1 1-1,0 0 1,0 0-1,-1 0 0,1 0 1,0 0-1,0 1 0,-1-1 1,1 0-1,0 0 1,0 0-1,-1 1 0,1-1 1,0 0-1,-1 1 0,1-1 1,-1 1-1,1-1 1,0 0-1,-1 1 0,1 0 1,-1-1-1,1 1 0,-1-1 1,1 1-1,-1 0 1,0-1-1,1 1 0,-1-1 1,0 1-1,1 1 0,18 47 54,-12-28-36,-3-13 12,0-1-1,0-1 1,1 1 0,0-1-1,0 0 1,1 0 0,-1 0-1,1-1 1,11 8-1,-12-10-287,0 0-1,0 0 0,1 0 0,-1-1 1,0 0-1,8 2 0,-10-3-405,1-1 0,-1 1 0,1-1 0,0 0 0,-1 0 0,1 0 0,-1 0 0,1-1 0,-1 1 0,7-3 0,2-4-3003</inkml:trace>
</inkml:ink>
</file>

<file path=ppt/ink/ink2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00.128"/>
    </inkml:context>
    <inkml:brush xml:id="br0">
      <inkml:brushProperty name="width" value="0.025" units="cm"/>
      <inkml:brushProperty name="height" value="0.025" units="cm"/>
    </inkml:brush>
  </inkml:definitions>
  <inkml:trace contextRef="#ctx0" brushRef="#br0">176 39 8232,'0'0'2327,"-9"-7"-442,-31-21-663,38 27-1173,0 1 0,1-1 0,-1 1 1,0-1-1,0 1 0,0 0 0,0 0 0,0 0 0,0 0 0,1 0 0,-1 0 0,0 0 0,0 1 0,0-1 0,0 1 0,1-1 1,-1 1-1,0 0 0,0 0 0,1-1 0,-1 1 0,1 0 0,-1 1 0,1-1 0,-1 0 0,1 0 0,0 1 0,-1-1 0,1 1 1,0-1-1,0 1 0,-1 1 0,-29 51 952,22-32-936,2 0-1,0 0 1,2 1-1,0 0 0,2 0 1,0 0-1,2 0 0,0 0 1,2 1-1,1-1 1,0 0-1,2 0 0,0 0 1,2-1-1,0 1 0,12 23 1,-16-40-224,1-1-1,0 1 1,0-1 0,1 0 0,-1 0-1,1 0 1,0-1 0,1 1 0,-1-1-1,9 7 1,-10-10-465,0 1 0,1 0 0,-1-1 0,0 0-1,1 1 1,-1-2 0,1 1 0,-1 0 0,1-1 0,0 1 0,-1-1 0,6 0-1,12-2-6282</inkml:trace>
</inkml:ink>
</file>

<file path=ppt/ink/ink2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00.393"/>
    </inkml:context>
    <inkml:brush xml:id="br0">
      <inkml:brushProperty name="width" value="0.025" units="cm"/>
      <inkml:brushProperty name="height" value="0.025" units="cm"/>
    </inkml:brush>
  </inkml:definitions>
  <inkml:trace contextRef="#ctx0" brushRef="#br0">1 1 7623,'0'0'2018,"52"46"-1089,-26-27 0,2 1-417,2 4-255,-1-2-193,0-1-32,-2-1 0,-1-3-64,-7-3-128,-1-3-1282,-5-5-480,-2-6 65,-2 0-1058</inkml:trace>
</inkml:ink>
</file>

<file path=ppt/ink/ink2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00.656"/>
    </inkml:context>
    <inkml:brush xml:id="br0">
      <inkml:brushProperty name="width" value="0.025" units="cm"/>
      <inkml:brushProperty name="height" value="0.025" units="cm"/>
    </inkml:brush>
  </inkml:definitions>
  <inkml:trace contextRef="#ctx0" brushRef="#br0">304 67 4068,'0'0'2109,"0"-9"-1015,0-27 118,0 35-1128,0 0 1,0 1-1,0-1 1,0 0-1,0 0 1,0 0-1,0 0 1,-1 0-1,1 1 1,0-1-1,0 0 1,-1 0-1,1 0 1,-1 1-1,1-1 1,-1 0-1,1 1 1,-1-1-1,1 0 1,-1 1-1,1-1 1,-1 0-1,0 1 1,0-1-1,1 1 1,-1 0-1,0-1 1,0 1-1,1-1 1,-1 1-1,0 0 1,0 0-1,0-1 1,1 1-1,-1 0 1,0 0-1,0 0 1,0 0-1,0 0 1,0 0-1,0 0 1,1 0-1,-1 1 1,0-1-1,0 0 1,0 0-1,1 1 1,-1-1-1,0 0 1,0 1-1,0-1 1,1 1-1,-1-1 1,0 2-1,-38 23 580,18-2-407,0 1 0,1 1-1,2 1 1,1 0 0,0 1-1,-23 57 1,-31 50-6901,65-126 1220</inkml:trace>
</inkml:ink>
</file>

<file path=ppt/ink/ink2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00.934"/>
    </inkml:context>
    <inkml:brush xml:id="br0">
      <inkml:brushProperty name="width" value="0.025" units="cm"/>
      <inkml:brushProperty name="height" value="0.025" units="cm"/>
    </inkml:brush>
  </inkml:definitions>
  <inkml:trace contextRef="#ctx0" brushRef="#br0">105 1 9641,'0'0'4100,"-47"28"-2851,29-7-544,5 4-161,2 2-319,2 1-129,5 0-64,1 1-32,3-2 0,0-3 0,0-1 0,1-4-128,5-4-2147,1-7-1440,0-8-994</inkml:trace>
</inkml:ink>
</file>

<file path=ppt/ink/ink2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01.262"/>
    </inkml:context>
    <inkml:brush xml:id="br0">
      <inkml:brushProperty name="width" value="0.025" units="cm"/>
      <inkml:brushProperty name="height" value="0.025" units="cm"/>
    </inkml:brush>
  </inkml:definitions>
  <inkml:trace contextRef="#ctx0" brushRef="#br0">248 1 8904,'0'0'129,"53"0"928,-24 19 960,0 15-703,0 10-610,-7 11-31,-9 10-161,-10 8-191,-3 6-193,-23 5-32,-14 4-96,-16 1 0,-12 0 0,-10-5-96,-8-12-2338,-7-12-3972</inkml:trace>
</inkml:ink>
</file>

<file path=ppt/ink/ink2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03.709"/>
    </inkml:context>
    <inkml:brush xml:id="br0">
      <inkml:brushProperty name="width" value="0.025" units="cm"/>
      <inkml:brushProperty name="height" value="0.025" units="cm"/>
    </inkml:brush>
  </inkml:definitions>
  <inkml:trace contextRef="#ctx0" brushRef="#br0">1 389 3331,'41'-3'2202,"-7"3"-1671,322-57 3421,-82 12-2234,1686-206 764,-1736 231-2759,-196 14-1848,-21-1-2995</inkml:trace>
</inkml:ink>
</file>

<file path=ppt/ink/ink2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04.502"/>
    </inkml:context>
    <inkml:brush xml:id="br0">
      <inkml:brushProperty name="width" value="0.025" units="cm"/>
      <inkml:brushProperty name="height" value="0.025" units="cm"/>
    </inkml:brush>
  </inkml:definitions>
  <inkml:trace contextRef="#ctx0" brushRef="#br0">3 542 7847,'0'0'625,"0"-8"208,-1-1-269,1 7-306,-1-1-1,1 0 0,0 0 1,0 0-1,0 0 0,0 0 1,0 0-1,1 0 0,-1 0 1,2-3-1,-2 6-212,0-1-1,1 1 1,-1 0-1,0 0 1,1-1 0,-1 1-1,1 0 1,-1 0-1,0 0 1,1 0-1,-1 0 1,1 0 0,-1-1-1,0 1 1,1 0-1,-1 0 1,1 0 0,-1 0-1,1 1 1,-1-1-1,0 0 1,1 0-1,-1 0 1,1 0 0,-1 0-1,0 0 1,1 1-1,-1-1 1,0 0-1,1 0 1,-1 1 0,0-1-1,1 0 1,-1 1-1,15 9 24,209 213 2154,-128-121-2122,-93-99-97,0 1 3,0-1 1,0 1 0,0-1-1,0 0 1,1 0 0,-1 0-1,1-1 1,-1 1 0,1-1 0,0 0-1,0 0 1,0 0 0,1 0-1,-1-1 1,0 1 0,0-1 0,6 0-1,-9-1 31,0-1 0,1 0 0,-1 1 0,0-1 0,0 0 0,0 0 0,0 0 0,0 0-1,0 0 1,0 0 0,-1 0 0,1 0 0,0 0 0,-1 0 0,1 0 0,0 0 0,-1-1 0,1 1 0,-1 0 0,0 0 0,1-1-1,-1 1 1,0 0 0,0-1 0,0-1 0,3-43 557,-3 36-552,1-151 287,-2 44-387,25-204 1,-24 320 56,0 0-1,0 1 1,1-1-1,-1 0 1,0 0 0,0 0-1,1 0 1,-1 1-1,0-1 1,1 0 0,-1 0-1,1 1 1,-1-1-1,1 0 1,-1 1 0,1-1-1,-1 0 1,1 1-1,0-1 1,0 1 0,-1-1-1,1 1 1,0-1 0,-1 1-1,1 0 1,0-1-1,0 1 1,0 0 0,0 0-1,-1 0 1,1-1-1,0 1 1,0 0 0,0 0-1,0 0 1,0 0-1,-1 0 1,1 1 0,0-1-1,1 0 1,42 18-83,-18-7 59,8-4 31,1-1 0,0-2-1,1-1 1,-1-2-1,41-4 1,-47 2-2,155-13 16,311-65 0,-233 31-1,-220 41-234,355-50 806,-320 50-1682,0 3 0,1 4 0,84 11 0,-141-9-3986</inkml:trace>
</inkml:ink>
</file>

<file path=ppt/ink/ink2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04.999"/>
    </inkml:context>
    <inkml:brush xml:id="br0">
      <inkml:brushProperty name="width" value="0.025" units="cm"/>
      <inkml:brushProperty name="height" value="0.025" units="cm"/>
    </inkml:brush>
  </inkml:definitions>
  <inkml:trace contextRef="#ctx0" brushRef="#br0">0 0 865,'0'0'2626</inkml:trace>
</inkml:ink>
</file>

<file path=ppt/ink/ink2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05.451"/>
    </inkml:context>
    <inkml:brush xml:id="br0">
      <inkml:brushProperty name="width" value="0.025" units="cm"/>
      <inkml:brushProperty name="height" value="0.025" units="cm"/>
    </inkml:brush>
  </inkml:definitions>
  <inkml:trace contextRef="#ctx0" brushRef="#br0">0 1 1249,'0'0'96</inkml:trace>
</inkml:ink>
</file>

<file path=ppt/ink/ink2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06.079"/>
    </inkml:context>
    <inkml:brush xml:id="br0">
      <inkml:brushProperty name="width" value="0.025" units="cm"/>
      <inkml:brushProperty name="height" value="0.025" units="cm"/>
    </inkml:brush>
  </inkml:definitions>
  <inkml:trace contextRef="#ctx0" brushRef="#br0">0 142 4100,'0'0'1409,"1"-8"-170,-1 0-765,2-26 849,2 12 2896,-3 21-3429,0 16-176,4 11-254,1-1-1,1 0 1,1 0-1,1-1 1,2 0-1,23 41 1,3 8-234,7 26 7,-44-99-116,0 0-1,0 0 0,0 1 1,0-1-1,0 0 1,1 0-1,-1 0 1,0 0-1,0 0 1,0 1-1,0-1 1,0 0-1,0 0 1,0 0-1,0 0 1,0 0-1,0 1 1,1-1-1,-1 0 1,0 0-1,0 0 1,0 0-1,0 0 1,0 0-1,0 0 1,1 0-1,-1 0 1,0 0-1,0 1 1,0-1-1,0 0 1,0 0-1,1 0 1,-1 0-1,0 0 1,0 0-1,0 0 1,0 0-1,1 0 1,-1 0-1,0 0 1,0 0-1,0-1 0,0 1 1,1 0-1,-1 0 1,0 0-1,0 0 1,0 0-1,0 0 1,0 0-1,0 0 1,1 0-1,-1 0 1,0-1-1,0 1 1,0 0-1,0 0 1,6-16 519,1-25-278,-6 36-269,10-70-404,3-1 0,3 1 0,30-81 0,-46 155 255,9-19-1314,1 14-3757,-6 6 341</inkml:trace>
</inkml:ink>
</file>

<file path=ppt/ink/ink2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06.751"/>
    </inkml:context>
    <inkml:brush xml:id="br0">
      <inkml:brushProperty name="width" value="0.025" units="cm"/>
      <inkml:brushProperty name="height" value="0.025" units="cm"/>
    </inkml:brush>
  </inkml:definitions>
  <inkml:trace contextRef="#ctx0" brushRef="#br0">168 19 7303,'0'0'6694,"-10"-4"-5946,2 1-605,0 0 0,0 1 0,0 0 0,0 0 0,0 1 0,0 0 0,0 0 0,-15 1 0,20 1-108,0-1 0,0 0 0,-1 1 1,1 0-1,0-1 0,0 1 0,0 0 0,1 1 1,-1-1-1,0 0 0,0 1 0,1 0 0,-1 0 0,0-1 1,1 2-1,0-1 0,0 0 0,-1 0 0,1 1 0,0-1 1,1 1-1,-1-1 0,0 1 0,1 0 0,0 0 0,-1 0 1,1 0-1,0 0 0,1 0 0,-1 0 0,0 5 1,1-5-38,-1 0 1,1 0 0,1-1 0,-1 1-1,0 0 1,1 0 0,-1 0 0,1-1-1,0 1 1,0 0 0,0 0 0,0-1-1,0 1 1,1-1 0,-1 1 0,1-1-1,0 0 1,0 0 0,-1 1 0,1-1-1,1 0 1,-1-1 0,0 1 0,0 0-1,1-1 1,-1 1 0,1-1 0,-1 0-1,1 0 1,0 0 0,-1 0 0,1 0-1,0 0 1,0-1 0,0 1 0,-1-1-1,1 0 1,0 0 0,0 0 0,0 0-1,0-1 1,0 1 0,-1-1 0,1 0-1,0 1 1,4-3 0,-3 0-5,-1 1 0,1-1 0,-1 0 0,0 0 0,0 0 0,0 0 0,0 0 0,0-1 0,-1 1 0,0-1 0,0 1 0,0-1 0,0 0 0,0 0 0,-1 0 0,2-5 0,-3 8 42,1 0 0,-1-1 0,1 1 0,-1 0 0,1-1 0,-1 1 0,1-1 0,-1 1 0,0-1 0,0 1 0,0-1 0,0 1-1,0-1 1,0 1 0,-1-1 0,1 1 0,0 0 0,-1-1 0,1 1 0,-1-1 0,1 1 0,-1 0 0,0-1 0,0 1 0,1 0-1,-1 0 1,0 0 0,0-1 0,0 1 0,0 0 0,0 0 0,-1 0 0,1 1 0,0-1 0,0 0 0,-1 0 0,1 1-1,0-1 1,-1 1 0,1-1 0,-1 1 0,1-1 0,0 1 0,-1 0 0,1 0 0,-1 0 0,-2 0 0,4 0-19,-1 1-1,0 0 1,1-1 0,-1 1 0,0 0 0,1-1-1,-1 1 1,1 0 0,0 0 0,-1 0 0,1 0-1,-1-1 1,1 1 0,0 0 0,0 0 0,0 0-1,-1 0 1,1 0 0,0 0 0,0 0 0,0 0-1,0 0 1,1 0 0,-1-1 0,0 1 0,0 0 0,1 2-1,5 27 42,-2-22-49,0 0 0,0 0 0,1-1 0,0 0 0,7 7 0,-11-12-7,1 0-1,-1 0 1,1-1 0,-1 1-1,1 0 1,0-1-1,-1 0 1,1 1 0,0-1-1,0 0 1,0 0 0,0 0-1,0 0 1,0 0-1,0-1 1,0 1 0,0 0-1,1-1 1,-1 0 0,0 1-1,0-1 1,1 0-1,-1 0 1,0-1 0,3 1-1,-2-2 1,-1 0 1,0 0-1,0 0 0,0 0 0,0-1 0,0 1 0,0-1 1,0 1-1,-1-1 0,0 1 0,1-1 0,-1 0 0,0 0 1,0 0-1,0 1 0,-1-1 0,1 0 0,-1 0 0,1-6 1,-1 6-2,0-1 1,1 1-1,0-1 1,-1 1-1,1-1 1,1 1-1,-1 0 1,0-1-1,1 1 0,0 0 1,-1 0-1,1 0 1,4-4-1,-5 7-1,0-1 0,1 0-1,-1 1 1,1-1-1,-1 1 1,1-1-1,0 1 1,-1 0 0,1-1-1,-1 1 1,1 0-1,0 0 1,-1 0 0,1 1-1,-1-1 1,1 0-1,0 0 1,-1 1-1,1-1 1,-1 1 0,1 0-1,-1-1 1,0 1-1,1 0 1,-1 0 0,0 0-1,3 2 1,39 36-18,-30-25 15,8 7-800,-14-13-184,0-1 0,0-1 0,1 1 0,14 8 0,-11-9-3685</inkml:trace>
</inkml:ink>
</file>

<file path=ppt/ink/ink2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07.036"/>
    </inkml:context>
    <inkml:brush xml:id="br0">
      <inkml:brushProperty name="width" value="0.025" units="cm"/>
      <inkml:brushProperty name="height" value="0.025" units="cm"/>
    </inkml:brush>
  </inkml:definitions>
  <inkml:trace contextRef="#ctx0" brushRef="#br0">79 5 8392,'0'0'6732,"-8"-2"-6097,7 1-580,-1 1 0,0-1-1,0 1 1,0 0 0,1-1 0,-1 1 0,0 0-1,0 0 1,0 0 0,1 1 0,-1-1 0,0 0-1,0 1 1,0-1 0,1 1 0,-1 0 0,0-1-1,1 1 1,-1 0 0,1 0 0,-1 0 0,1 0-1,-1 0 1,-1 3 0,0 0 51,0 0 1,0 0-1,1 1 1,0-1-1,0 1 1,0 0-1,1-1 1,0 1-1,-1 0 1,1 8-1,-1 1-45,0 0-1,1 1 1,1-1-1,1 0 1,0 1-1,3 15 1,-2-22-174,0 0 0,0 0-1,1-1 1,-1 1 0,2-1 0,-1 0 0,1 0 0,0 0 0,0-1 0,1 1 0,0-1 0,9 9 0,-13-13-301,1-1 0,0 0 0,-1 0 0,1 1 0,0-1 0,-1 0 0,1 0 0,0-1 0,0 1 0,0 0 0,0-1 0,0 1 0,0-1 0,0 1 0,0-1 0,0 0 0,0 0 0,0 0 0,0 0 0,0 0 0,2-1 0,8-6-5106</inkml:trace>
</inkml:ink>
</file>

<file path=ppt/ink/ink2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07.253"/>
    </inkml:context>
    <inkml:brush xml:id="br0">
      <inkml:brushProperty name="width" value="0.025" units="cm"/>
      <inkml:brushProperty name="height" value="0.025" units="cm"/>
    </inkml:brush>
  </inkml:definitions>
  <inkml:trace contextRef="#ctx0" brushRef="#br0">0 0 8680,'0'0'3492,"57"20"-2596,-34-6-127,3 1-288,0-1-257,-3-1-160,0-1-64,-3-2 32,-1-2 0,1-3-32,-5-2-641,-2-3-2241,-3 0-2275</inkml:trace>
</inkml:ink>
</file>

<file path=ppt/ink/ink2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07.500"/>
    </inkml:context>
    <inkml:brush xml:id="br0">
      <inkml:brushProperty name="width" value="0.025" units="cm"/>
      <inkml:brushProperty name="height" value="0.025" units="cm"/>
    </inkml:brush>
  </inkml:definitions>
  <inkml:trace contextRef="#ctx0" brushRef="#br0">122 1 7751,'0'0'6828,"-8"6"-6427,-1 4-350,0 1 0,1 0 0,0 1 0,1-1 0,1 2 0,-1-1 0,2 1 0,-8 23 0,2-3-188,-4 12-168,2-17-6738,10-24-14</inkml:trace>
</inkml:ink>
</file>

<file path=ppt/ink/ink2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07.749"/>
    </inkml:context>
    <inkml:brush xml:id="br0">
      <inkml:brushProperty name="width" value="0.025" units="cm"/>
      <inkml:brushProperty name="height" value="0.025" units="cm"/>
    </inkml:brush>
  </inkml:definitions>
  <inkml:trace contextRef="#ctx0" brushRef="#br0">1 0 10025,'0'0'4837,"4"59"-4196,-4-39-289,0 1-320,0-2 0,0 1 0,0 3-32,0-4-64,0-5-1025,0-4-3331</inkml:trace>
</inkml:ink>
</file>

<file path=ppt/ink/ink2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08.044"/>
    </inkml:context>
    <inkml:brush xml:id="br0">
      <inkml:brushProperty name="width" value="0.025" units="cm"/>
      <inkml:brushProperty name="height" value="0.025" units="cm"/>
    </inkml:brush>
  </inkml:definitions>
  <inkml:trace contextRef="#ctx0" brushRef="#br0">24 1 11147,'0'0'1441,"44"2"-448,-26 24-417,2 9 289,0 6-224,-4 4-161,-6 3-159,-4 1-225,-6-2-64,-2 0 0,-14-5 0,-5 0-32,-3-6-128,0-4-1154,-1-6-1472,1-9-1698,2-8-2467</inkml:trace>
</inkml:ink>
</file>

<file path=ppt/ink/ink2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08.450"/>
    </inkml:context>
    <inkml:brush xml:id="br0">
      <inkml:brushProperty name="width" value="0.025" units="cm"/>
      <inkml:brushProperty name="height" value="0.025" units="cm"/>
    </inkml:brush>
  </inkml:definitions>
  <inkml:trace contextRef="#ctx0" brushRef="#br0">1 56 12492,'0'0'1180,"3"9"-828,17 30 335,1-2-1,47 63 1,-55-81-756,-12-18 71,-1 0 0,0 0 0,1 0-1,-1-1 1,1 1 0,-1 0 0,1 0 0,-1-1 0,1 1-1,-1 0 1,1-1 0,0 1 0,-1-1 0,1 1 0,0-1-1,0 1 1,-1-1 0,1 1 0,0-1 0,0 0 0,0 0-1,-1 1 1,1-1 0,0 0 0,0 0 0,0 0 0,0 0-1,0 0 1,0 0 0,0 0 0,1-1 5,-1 0 0,0 0 0,0 0 0,0 0 0,0-1 0,0 1-1,-1 0 1,1 0 0,0-1 0,0 1 0,-1-1 0,1 1 0,-1-1 0,1 1 0,-1-3 0,10-74 196,-10 65-189,2-15-34,-1 16-53,-1 0-1,1 0 0,1 0 0,0 1 0,0-1 1,1 1-1,1-1 0,6-13 0,-9 24-63,-1 0 1,1 0-1,-1 1 0,1-1 0,0 0 1,-1 0-1,1 1 0,0-1 1,-1 0-1,1 1 0,0-1 0,0 1 1,0-1-1,0 1 0,0-1 0,0 1 1,-1 0-1,1 0 0,2-1 0,11 0-4864,-13 1 4511,12 0-6359</inkml:trace>
</inkml:ink>
</file>

<file path=ppt/ink/ink2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09.103"/>
    </inkml:context>
    <inkml:brush xml:id="br0">
      <inkml:brushProperty name="width" value="0.025" units="cm"/>
      <inkml:brushProperty name="height" value="0.025" units="cm"/>
    </inkml:brush>
  </inkml:definitions>
  <inkml:trace contextRef="#ctx0" brushRef="#br0">182 11 8584,'0'0'1372,"-8"-2"326,-4 0-1208,0-1 1,0 2-1,-1-1 1,1 2-1,0 0 1,-23 2 0,32-1-411,-1 0 0,1 0 0,0 0 0,0 0 0,-1 0 0,1 1 0,0-1 0,1 1 0,-1 0 0,0 0 0,0 0 0,1 0 0,-1 0 0,1 1 0,0-1 0,-1 1 0,1 0 0,0 0 0,1-1 0,-1 1 0,0 0 0,1 1 0,0-1 0,0 0 0,0 0 0,0 0 1,0 1-1,1-1 0,-1 1 0,1-1 0,0 7 0,0-3-97,-1 1 1,1-1 0,1 1-1,0-1 1,0 0-1,3 13 1,-3-18 13,-1-1-1,1 1 1,0-1 0,0 1-1,-1-1 1,1 0-1,0 1 1,0-1 0,0 0-1,0 0 1,1 0 0,-1 0-1,0 0 1,0 0 0,1 0-1,-1 0 1,1 0 0,-1-1-1,0 1 1,1 0 0,-1-1-1,1 1 1,0-1-1,-1 0 1,1 1 0,-1-1-1,1 0 1,0 0 0,-1 0-1,1 0 1,-1-1 0,1 1-1,0 0 1,-1 0 0,1-1-1,-1 1 1,1-1-1,1-1 1,2 0 16,-1-1-1,1 1 0,-1-1 1,0 0-1,0-1 0,0 1 1,0-1-1,-1 1 1,0-1-1,1 0 0,-1 0 1,-1-1-1,1 1 1,-1-1-1,1 1 0,-1-1 1,-1 0-1,1 1 0,-1-1 1,0 0-1,0 0 1,0 0-1,0 0 0,-1-8 1,0 13 232,-1 5-229,-1 1-1,1 0 1,1-1-1,-1 1 1,1 0 0,0 0-1,1-1 1,-1 1-1,1 0 1,2 8-1,-1-11-12,-1 1-1,1 0 1,0 0-1,0-1 1,0 1-1,0-1 1,1 1-1,-1-1 1,1 0-1,0 0 1,0 0-1,0 0 1,0-1-1,1 1 1,5 2-1,-8-4 0,1 0-1,-1 0 1,1-1-1,0 1 1,0 0 0,0-1-1,-1 1 1,1-1-1,0 0 1,0 0-1,0 0 1,0 0-1,-1 0 1,1 0 0,0 0-1,0 0 1,0-1-1,0 1 1,-1-1-1,1 1 1,0-1-1,0 0 1,-1 0 0,1 0-1,-1 0 1,1 0-1,-1 0 1,1 0-1,-1 0 1,1-1-1,-1 1 1,0 0 0,0-1-1,0 1 1,2-4-1,17-38 33,-18 36-34,0 0 0,1 1 0,0-1 0,0 1-1,1 0 1,0 0 0,0 0 0,0 0 0,0 0 0,1 1-1,5-5 1,-8 9-8,0 0-1,-1 0 1,1 0-1,0 0 1,0 1-1,0-1 0,-1 1 1,1-1-1,0 1 1,0 0-1,0-1 1,0 1-1,0 0 1,0 0-1,0 0 1,0 1-1,0-1 0,0 0 1,-1 1-1,1-1 1,2 2-1,0 0 50,-1 0-1,1 0 1,-1 0-1,0 1 1,1-1-1,-1 1 1,-1 0-1,1 0 1,4 6-1,3 6-569,-1 0-1,0 1 0,10 26 0,-16-34-354,1-1-2843</inkml:trace>
</inkml:ink>
</file>

<file path=ppt/ink/ink2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09.401"/>
    </inkml:context>
    <inkml:brush xml:id="br0">
      <inkml:brushProperty name="width" value="0.025" units="cm"/>
      <inkml:brushProperty name="height" value="0.025" units="cm"/>
    </inkml:brush>
  </inkml:definitions>
  <inkml:trace contextRef="#ctx0" brushRef="#br0">164 7 9833,'0'0'1271,"-12"-2"-332,7 1-780,1 0 0,-1 0 0,0 0 0,0 1-1,0 0 1,0-1 0,0 2 0,0-1 0,0 1 0,0 0-1,1 0 1,-1 0 0,0 0 0,0 1 0,1 0-1,-1 0 1,1 0 0,0 1 0,-1-1 0,1 1 0,0 0-1,1 0 1,-1 0 0,0 1 0,1 0 0,0-1-1,-5 8 1,4-3-55,1 0 0,-1 0 0,1 0 0,1 1 0,0-1 0,0 1 0,0-1 0,1 1 0,0 0 0,1 0 0,0 0 0,1 0 0,-1-1 0,2 1 0,-1 0 0,1-1 0,5 13 0,-2-5-118,0-1 0,2 0 0,0-1 0,1 0 0,0 0 0,1 0 0,0-1 0,21 21 0,-4-14-2185,-6-16-3674,-10-4-1024</inkml:trace>
</inkml:ink>
</file>

<file path=ppt/ink/ink2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09.603"/>
    </inkml:context>
    <inkml:brush xml:id="br0">
      <inkml:brushProperty name="width" value="0.025" units="cm"/>
      <inkml:brushProperty name="height" value="0.025" units="cm"/>
    </inkml:brush>
  </inkml:definitions>
  <inkml:trace contextRef="#ctx0" brushRef="#br0">1 1 13645,'0'0'160,"50"23"-96,-27-2 128,1 1 65,-1 2 31,-1-2 160,0-1-256,-2 1-160,-3-3 0,0-2 33,-4-5-258,-3-6-2305,-2-6-3332</inkml:trace>
</inkml:ink>
</file>

<file path=ppt/ink/ink2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09.837"/>
    </inkml:context>
    <inkml:brush xml:id="br0">
      <inkml:brushProperty name="width" value="0.025" units="cm"/>
      <inkml:brushProperty name="height" value="0.025" units="cm"/>
    </inkml:brush>
  </inkml:definitions>
  <inkml:trace contextRef="#ctx0" brushRef="#br0">186 1 10666,'0'0'3913,"-7"2"-3144,3-1-700,1 0 1,0 1-1,1-1 0,-1 1 1,0-1-1,0 1 0,0 0 1,1 0-1,-1 0 0,1 0 1,0 1-1,0-1 0,-3 4 1,-1 3 34,1-1 1,1 1 0,0 0 0,-4 11 0,-5 18-580,-35 81 1280,42-108-2346,0 0 1,0 0-1,-2-1 1,-10 13-1,11-17-4918</inkml:trace>
</inkml:ink>
</file>

<file path=ppt/ink/ink2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10.070"/>
    </inkml:context>
    <inkml:brush xml:id="br0">
      <inkml:brushProperty name="width" value="0.025" units="cm"/>
      <inkml:brushProperty name="height" value="0.025" units="cm"/>
    </inkml:brush>
  </inkml:definitions>
  <inkml:trace contextRef="#ctx0" brushRef="#br0">1 1 14125,'0'0'1282,"14"53"-930,-11-26 160,-1-1-223,-1 0-193,-1-1-64,0-2 0,0-4-32,0-3 0,0-5-1313,0-6-2467</inkml:trace>
</inkml:ink>
</file>

<file path=ppt/ink/ink2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10.318"/>
    </inkml:context>
    <inkml:brush xml:id="br0">
      <inkml:brushProperty name="width" value="0.025" units="cm"/>
      <inkml:brushProperty name="height" value="0.025" units="cm"/>
    </inkml:brush>
  </inkml:definitions>
  <inkml:trace contextRef="#ctx0" brushRef="#br0">109 1 13293,'0'0'128,"49"0"929,-19 17 320,0 17-64,-2 11-320,-6 9 0,-6 4-288,-12 6-193,-6 4-320,-26-1-127,-12 0-65,-20-4 0,-13-8-1186,-12-16-5316</inkml:trace>
</inkml:ink>
</file>

<file path=ppt/ink/ink2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13.078"/>
    </inkml:context>
    <inkml:brush xml:id="br0">
      <inkml:brushProperty name="width" value="0.025" units="cm"/>
      <inkml:brushProperty name="height" value="0.025" units="cm"/>
    </inkml:brush>
  </inkml:definitions>
  <inkml:trace contextRef="#ctx0" brushRef="#br0">0 85 4036,'0'0'4420,"47"-36"-3363,-24 28-128,7-1-128,4 3-257,3-1-192,3-1-191,-3 2-1,-3 2-96,-3 3-32,-6 1-32,-6 0 0,-10 3 0,-9 5-1249,-4-2-3876</inkml:trace>
</inkml:ink>
</file>

<file path=ppt/ink/ink2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13.246"/>
    </inkml:context>
    <inkml:brush xml:id="br0">
      <inkml:brushProperty name="width" value="0.025" units="cm"/>
      <inkml:brushProperty name="height" value="0.025" units="cm"/>
    </inkml:brush>
  </inkml:definitions>
  <inkml:trace contextRef="#ctx0" brushRef="#br0">1 61 10570,'0'0'128,"43"2"-64,-4-8 192,10-3 65,6-3 31,1-1 0,-4 4-159,-9 2-129,-11 3-32,-17 2-96</inkml:trace>
</inkml:ink>
</file>

<file path=ppt/ink/ink2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13.811"/>
    </inkml:context>
    <inkml:brush xml:id="br0">
      <inkml:brushProperty name="width" value="0.025" units="cm"/>
      <inkml:brushProperty name="height" value="0.025" units="cm"/>
    </inkml:brush>
  </inkml:definitions>
  <inkml:trace contextRef="#ctx0" brushRef="#br0">81 486 9641,'0'0'96,"6"-8"951,22-20 504,0 2 1,57-41-1,-66 53-1401,0 0-53,0-1-1,-2-1 1,0-1-1,28-35 1,-41 47-91,0 0-1,-1 0 1,0 0 0,1-1-1,-2 1 1,1-1 0,-1 0-1,0 0 1,0 0 0,0 0-1,-1 0 1,0 0 0,0-1 0,0 1-1,-1 0 1,0 0 0,-1-1-1,1 1 1,-1 0 0,0 0-1,-1 0 1,1-1 0,-6-10-1,3 11-6,0 0-1,-1 1 0,1-1 1,-1 1-1,-1 0 1,1 1-1,-1-1 0,1 1 1,-2 0-1,1 0 1,0 1-1,0 0 0,-1 0 1,0 0-1,0 1 1,0 0-1,0 0 0,0 1 1,0 0-1,0 0 0,0 0 1,-8 2-1,4-2 15,0 1-1,0 0 1,0 1-1,0 1 1,0 0 0,0 0-1,0 1 1,1 0-1,-1 1 1,1 0-1,0 1 1,0 0 0,-16 12-1,20-12 32,-1 1 0,1 1 0,1-1 0,-1 1 0,1 0 0,0 0 0,1 1 0,0-1 0,0 1 0,1 0 0,-5 16 0,4-10 15,2 0-1,-1 1 1,2-1 0,0 0-1,1 1 1,3 22 0,2-4-4,1 0 0,2 0 1,2-1-1,1 0 0,20 41 1,-2-18-36,-15-30 21,17 42 1,-28-60-64,-1 1-1,0-1 1,0 1-1,0 0 1,-1-1-1,0 1 1,-1 0-1,0 0 1,0 0-1,-2 11 1,-6-3-553,2-4-1742,4-4-2820</inkml:trace>
</inkml:ink>
</file>

<file path=ppt/ink/ink2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14.032"/>
    </inkml:context>
    <inkml:brush xml:id="br0">
      <inkml:brushProperty name="width" value="0.025" units="cm"/>
      <inkml:brushProperty name="height" value="0.025" units="cm"/>
    </inkml:brush>
  </inkml:definitions>
  <inkml:trace contextRef="#ctx0" brushRef="#br0">1 1 10314,'0'0'6021,"19"51"-5444,-9-26-353,-1 1-160,1 1-32,0 2-32,-1-2-32,-1 1 0,-2-3-320,-1-3-2018,1-10-1698,-1-8-1922</inkml:trace>
</inkml:ink>
</file>

<file path=ppt/ink/ink2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14.202"/>
    </inkml:context>
    <inkml:brush xml:id="br0">
      <inkml:brushProperty name="width" value="0.025" units="cm"/>
      <inkml:brushProperty name="height" value="0.025" units="cm"/>
    </inkml:brush>
  </inkml:definitions>
  <inkml:trace contextRef="#ctx0" brushRef="#br0">1 0 6438,'0'0'9801,"45"55"-9320,-38-24-353,1 6-64,-5 3-32,1-3-128,-2-5-3331</inkml:trace>
</inkml:ink>
</file>

<file path=ppt/ink/ink2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15.071"/>
    </inkml:context>
    <inkml:brush xml:id="br0">
      <inkml:brushProperty name="width" value="0.025" units="cm"/>
      <inkml:brushProperty name="height" value="0.025" units="cm"/>
    </inkml:brush>
  </inkml:definitions>
  <inkml:trace contextRef="#ctx0" brushRef="#br0">12 353 9257,'0'0'742,"10"-1"-304,19-4-48,0-1 0,0-1 0,0-1 0,-1-2 1,36-17-1,-56 23-292,0-1 0,0 0 0,-1 0 1,1-1-1,-1 0 0,-1 0 0,1 0 0,-1-1 0,0 0 1,5-8-1,-8 9-67,0 1 0,-1 0-1,1-1 1,-1 0 0,-1 0 0,1 1 0,-1-1 0,0 0 0,0 0 0,-1 0-1,0 0 1,0 0 0,0 0 0,0 0 0,-1 0 0,0 0 0,-3-6 0,2 6-9,0 0 0,-1 1 0,0 0 0,0-1 0,-1 1 0,0 0 0,1 1 0,-2-1 0,1 1 0,0-1 0,-1 1 0,0 0 0,0 1 0,0 0 0,0-1 0,-1 1 0,1 1 0,-1-1 0,0 1 0,-11-3 0,3 1 224,-1 0 0,0 1 0,0 1-1,0 0 1,0 1 0,0 1 0,-22 2 0,33-2-192,1 1 0,0-1 1,-1 1-1,1 0 1,0 0-1,0 1 0,0-1 1,0 1-1,0-1 1,0 1-1,0 0 0,0 0 1,1 0-1,-1 1 0,1-1 1,0 0-1,-4 5 1,3-1-7,-1 0 1,2-1-1,-1 1 1,1 0 0,-1 0-1,2 0 1,-1 1-1,-1 10 1,1 8 36,1-1 0,2 1 0,5 43 0,18 77 54,-13-88-152,-2 2 1,2 75-1,-10-112-372,-1 34 169,0-54-352,0 0 1,-1 0-1,1 0 0,-1 0 1,0 0-1,1 0 0,-1 0 1,0 0-1,0 0 0,0 0 1,0 0-1,-2 2 0</inkml:trace>
</inkml:ink>
</file>

<file path=ppt/ink/ink2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15.287"/>
    </inkml:context>
    <inkml:brush xml:id="br0">
      <inkml:brushProperty name="width" value="0.025" units="cm"/>
      <inkml:brushProperty name="height" value="0.025" units="cm"/>
    </inkml:brush>
  </inkml:definitions>
  <inkml:trace contextRef="#ctx0" brushRef="#br0">16 1 13100,'0'0'2018,"-13"48"-1025,13-25-416,0 2-65,-1 2-255,1 3-193,0 1-32,-2 1-32,2-2 0,0-4-32,0-4-161,0-7-1504,2-6-673,3-8-2435,1-1 97</inkml:trace>
</inkml:ink>
</file>

<file path=ppt/ink/ink2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15.646"/>
    </inkml:context>
    <inkml:brush xml:id="br0">
      <inkml:brushProperty name="width" value="0.025" units="cm"/>
      <inkml:brushProperty name="height" value="0.025" units="cm"/>
    </inkml:brush>
  </inkml:definitions>
  <inkml:trace contextRef="#ctx0" brushRef="#br0">1 84 9545,'0'0'651,"3"-10"1351,-3 7-1830,0-1 0,1 1 0,0 0 0,0-1 0,0 1 0,0 0 0,1-1 0,-1 1 0,1 0 0,0 0 0,0 0 0,0 0 0,0 0 0,0 1 0,1-1 0,-1 1 0,1-1 0,0 1 0,0 0 0,0 0 0,0 0 0,0 1 0,0-1 0,0 1 0,1-1 0,-1 1 0,0 0 0,1 0 0,-1 1 0,1-1 0,4 0 0,-5 1-159,0 0-1,1 0 1,-1 1-1,0-1 0,0 1 1,0-1-1,1 1 1,-1 0-1,0 0 1,0 1-1,0-1 1,0 0-1,0 1 1,-1 0-1,1 0 1,0 0-1,-1 0 1,1 0-1,-1 0 1,0 1-1,0-1 1,0 1-1,0-1 1,0 1-1,0 0 1,-1 0-1,1 0 1,-1 0-1,0 0 1,0 0-1,0 0 1,0 1-1,-1-1 0,1 0 1,-1 0-1,0 1 1,0-1-1,0 4 1,-1 4-27,1-1 0,-1 1-1,-1 0 1,0 0 0,-1-1 0,0 1 0,0-1 0,-1 0-1,-1 0 1,-8 15 0,-30 37-456,44-62 468,0 1 1,-1-1-1,1 1 0,0-1 0,0 1 0,-1-1 0,1 1 0,0-1 1,0 0-1,0 1 0,0-1 0,-1 0 0,1 0 0,0 0 0,0 0 1,0 0-1,0 0 0,0 0 0,0 0 0,0 0 0,-1 0 0,3-1 1,23-4-273,-1-2 0,0-1 0,0 0 0,-1-2 1,33-19-1,-42 22-427,51-33-5945,-38 17 261</inkml:trace>
</inkml:ink>
</file>

<file path=ppt/ink/ink2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15.864"/>
    </inkml:context>
    <inkml:brush xml:id="br0">
      <inkml:brushProperty name="width" value="0.025" units="cm"/>
      <inkml:brushProperty name="height" value="0.025" units="cm"/>
    </inkml:brush>
  </inkml:definitions>
  <inkml:trace contextRef="#ctx0" brushRef="#br0">3 62 7431,'0'0'4837,"-2"-46"-4485,7 38 769,8 2-929,2 5-128,7 1-32,0 1 0,3-1 32,1 4-64,-2 5-64,-2 0 32,-4-1-1761,-7 0-2596,-6-2-1504</inkml:trace>
</inkml:ink>
</file>

<file path=ppt/ink/ink2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16.006"/>
    </inkml:context>
    <inkml:brush xml:id="br0">
      <inkml:brushProperty name="width" value="0.025" units="cm"/>
      <inkml:brushProperty name="height" value="0.025" units="cm"/>
    </inkml:brush>
  </inkml:definitions>
  <inkml:trace contextRef="#ctx0" brushRef="#br0">29 1 6278,'0'0'4004,"-29"46"-3588,53-42 225,8-3 288,8-1-577,8 0-256,3 1-96,3-5 32,-6-9-1345,3-2-3876</inkml:trace>
</inkml:ink>
</file>

<file path=ppt/ink/ink2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29.271"/>
    </inkml:context>
    <inkml:brush xml:id="br0">
      <inkml:brushProperty name="width" value="0.025" units="cm"/>
      <inkml:brushProperty name="height" value="0.025" units="cm"/>
    </inkml:brush>
  </inkml:definitions>
  <inkml:trace contextRef="#ctx0" brushRef="#br0">422 157 8136,'1'-7'56,"1"-5"653,0 0-1,-1 0 0,-1 0 1,0-1-1,-2-12 0,1 22-529,1 0 0,-1 0-1,0 0 1,0 0-1,0 0 1,0 1 0,-1-1-1,1 0 1,-1 1-1,1-1 1,-1 1-1,0 0 1,0-1 0,0 1-1,0 0 1,-1 0-1,1 0 1,0 1 0,-1-1-1,1 1 1,-1-1-1,0 1 1,0 0 0,1 0-1,-1 0 1,-3-1-1,-6 0-51,1 1 0,-1-1 0,1 2 0,-1 0 0,0 0 0,1 1 0,-1 1 0,1 0 0,0 0 0,-1 1 0,1 1-1,1 0 1,-1 0 0,0 1 0,1 0 0,0 1 0,0 0 0,1 1 0,-1 0 0,2 0 0,-14 15 0,10-10-119,0 0 1,1 1-1,0 1 1,1 0-1,1 0 1,0 1-1,1 0 1,1 1-1,0-1 1,1 1-1,1 1 1,0-1-1,1 1 1,-1 19-1,4-23-5,0 0 0,1 0-1,1 0 1,0 0 0,1 0-1,1 0 1,0 0-1,0-1 1,1 1 0,8 16-1,-8-23-2,-1 0 0,1 0 0,0 0 0,1-1 0,-1 0 0,1 0 0,0 0 0,0 0-1,1-1 1,-1 0 0,1 0 0,0 0 0,0-1 0,0 1 0,1-2 0,-1 1 0,1-1 0,-1 0-1,1 0 1,0-1 0,8 1 0,-1 0-80,0-2-1,0 0 1,0-1-1,0 0 1,0-1-1,0-1 1,0 0-1,-1-1 1,25-10-1,-15 3-1654,-1 0 0,-1-2 0,0 0-1,34-28 1,-23 12-2653</inkml:trace>
</inkml:ink>
</file>

<file path=ppt/ink/ink2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29.584"/>
    </inkml:context>
    <inkml:brush xml:id="br0">
      <inkml:brushProperty name="width" value="0.025" units="cm"/>
      <inkml:brushProperty name="height" value="0.025" units="cm"/>
    </inkml:brush>
  </inkml:definitions>
  <inkml:trace contextRef="#ctx0" brushRef="#br0">87 31 5029,'0'0'4511,"-8"0"-2307,5 0-2055,0 1-1,-1-1 0,1 0 0,0 1 0,0 0 0,-1 0 0,1 0 0,0 0 0,0 0 0,0 1 0,0-1 0,0 1 0,0 0 0,1 0 0,-1 0 0,1 0 0,-1 1 1,1-1-1,0 0 0,0 1 0,0 0 0,0-1 0,0 1 0,0 0 0,1 0 0,0 0 0,-1 0 0,1 1 0,0-1 0,0 0 0,1 0 0,-1 0 0,1 5 1,-1-4-114,0 0 0,1 1 0,0-1 0,0 0 0,0 1 0,1-1 1,-1 0-1,1 1 0,0-1 0,0 0 0,1 0 0,-1 0 0,1 0 1,0 0-1,0 0 0,5 6 0,-5-8-31,0 0 1,1 0-1,-1 0 0,0 0 1,1 0-1,0-1 0,0 0 1,-1 1-1,1-1 0,0 0 1,0 0-1,0-1 0,0 1 1,0 0-1,0-1 0,0 0 1,0 0-1,0 0 0,0 0 1,0 0-1,0-1 0,0 1 1,0-1-1,0 0 0,3-1 1,1-1-7,0 0 1,0-1 0,-1 0 0,1 0 0,-1 0 0,0-1 0,0 0 0,-1 0 0,0 0-1,1-1 1,-2 1 0,1-1 0,-1-1 0,0 1 0,0-1 0,-1 1 0,1-1 0,-2 0-1,1 0 1,-1 0 0,0-1 0,0 1 0,0-14 0,-2 19 0,0 0-1,-1 0 1,1 0 0,-1 0-1,0 0 1,1 0 0,-1 0-1,0 0 1,0 0-1,0 0 1,-1 0 0,1 1-1,0-1 1,-1 0 0,1 1-1,-1-1 1,1 1 0,-1 0-1,0 0 1,0-1 0,1 1-1,-1 0 1,0 0 0,0 1-1,0-1 1,0 0 0,0 1-1,0-1 1,0 1 0,-1-1-1,-3 1 1,-10-2-16,-1 0 0,1 2 0,-19 1 1,16-1-13,-8 3-120,26-2 20,1-1 1,-1 0 0,0 0-1,0 1 1,1-1 0,-1 0 0,0 1-1,0-1 1,1 0 0,-1 1-1,0-1 1,1 1 0,-1 0-1,1-1 1,-1 1 0,1-1-1,-1 1 1,1 0 0,-1-1 0,1 1-1,-1 0 1,1 0 0,0-1-1,0 1 1,-1 0 0,1 0-1,0-1 1,0 3 0,1 1-3198,7-4-139</inkml:trace>
</inkml:ink>
</file>

<file path=ppt/ink/ink2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29.911"/>
    </inkml:context>
    <inkml:brush xml:id="br0">
      <inkml:brushProperty name="width" value="0.025" units="cm"/>
      <inkml:brushProperty name="height" value="0.025" units="cm"/>
    </inkml:brush>
  </inkml:definitions>
  <inkml:trace contextRef="#ctx0" brushRef="#br0">1 186 8264,'0'0'4628,"8"8"-4014,23 21 96,97 83 1853,-128-112-2558,1 1 1,-1-1 0,1 1-1,0-1 1,-1 0-1,1 1 1,-1-1 0,1 0-1,0 1 1,-1-1 0,1 0-1,0 0 1,-1 0 0,1 0-1,0 1 1,-1-1 0,1 0-1,0 0 1,-1 0 0,1 0-1,0-1 1,0 1 0,-1 0-1,1 0 1,0 0 0,-1 0-1,1-1 1,0 1-1,11-20 546,-4-38 477,-7 45-1046,1 0-13,0 0 0,1 0 0,1 0 0,-1 0 0,2 0 0,0 1 0,1-1 0,0 1 0,0 1 0,11-14 0,20-15-2815,8 4-3699,-16 17 1297</inkml:trace>
</inkml:ink>
</file>

<file path=ppt/ink/ink2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0.207"/>
    </inkml:context>
    <inkml:brush xml:id="br0">
      <inkml:brushProperty name="width" value="0.025" units="cm"/>
      <inkml:brushProperty name="height" value="0.025" units="cm"/>
    </inkml:brush>
  </inkml:definitions>
  <inkml:trace contextRef="#ctx0" brushRef="#br0">297 32 9545,'0'0'577,"-10"-6"1483,5 3-1859,0 0 0,0 0 0,0 0 1,-1 0-1,1 1 0,-1 0 0,1 0 0,-1 1 0,0 0 0,1 0 0,-1 0 0,0 0 0,0 1 0,0 0 0,0 0 0,0 1 1,1 0-1,-1 0 0,0 0 0,0 0 0,1 1 0,-1 0 0,-8 5 0,3 1-40,0 0 0,1 1 1,0 1-1,0 0 0,1 0 0,0 1 0,1 0 1,1 0-1,-1 1 0,2 0 0,0 0 0,-9 25 0,9-21-99,2 1 0,0-1-1,0 1 1,2 0 0,0 1-1,1-1 1,0 0 0,2 0-1,4 34 1,-2-42-43,-1 0 0,2 0 0,-1 0 0,1-1 0,1 1 0,-1-1 0,1 0 0,1-1 0,0 1 0,0-1 0,0 0 0,1-1 0,0 1-1,0-1 1,0-1 0,1 1 0,0-1 0,0 0 0,0-1 0,1 0 0,8 3 0,-2-2-258,0 0 0,1-1 0,-1 0 0,1-1 0,17 1 0,-19-3-841,0-1 1,0 0-1,0-1 0,0-1 1,23-5-1,4-10-5540</inkml:trace>
</inkml:ink>
</file>

<file path=ppt/ink/ink2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0.489"/>
    </inkml:context>
    <inkml:brush xml:id="br0">
      <inkml:brushProperty name="width" value="0.025" units="cm"/>
      <inkml:brushProperty name="height" value="0.025" units="cm"/>
    </inkml:brush>
  </inkml:definitions>
  <inkml:trace contextRef="#ctx0" brushRef="#br0">1 1 11435,'0'0'2407,"10"6"-2300,196 136 2304,-73-48-2297,-129-91-292,33 19-919,-11-17-5811,-20-6 1211</inkml:trace>
</inkml:ink>
</file>

<file path=ppt/ink/ink2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0.739"/>
    </inkml:context>
    <inkml:brush xml:id="br0">
      <inkml:brushProperty name="width" value="0.025" units="cm"/>
      <inkml:brushProperty name="height" value="0.025" units="cm"/>
    </inkml:brush>
  </inkml:definitions>
  <inkml:trace contextRef="#ctx0" brushRef="#br0">226 10 8392,'0'0'3043,"-9"-3"-1725,7 2-1260,0 0 0,0 0-1,0 1 1,-1-1-1,1 0 1,0 1-1,0-1 1,-1 1 0,1 0-1,0 0 1,-1 0-1,1 0 1,0 0-1,-1 0 1,1 1-1,0-1 1,-1 1 0,1-1-1,0 1 1,0 0-1,0 0 1,0 0-1,0 0 1,0 1 0,0-1-1,0 0 1,0 1-1,0-1 1,1 1-1,-1 0 1,1-1 0,-1 1-1,1 0 1,0 0-1,-1 0 1,0 4-1,-19 32 237,2 1 0,1 1 1,3 1-1,-22 83 0,9-24-6446,24-90 1491</inkml:trace>
</inkml:ink>
</file>

<file path=ppt/ink/ink2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1.021"/>
    </inkml:context>
    <inkml:brush xml:id="br0">
      <inkml:brushProperty name="width" value="0.025" units="cm"/>
      <inkml:brushProperty name="height" value="0.025" units="cm"/>
    </inkml:brush>
  </inkml:definitions>
  <inkml:trace contextRef="#ctx0" brushRef="#br0">0 0 13100,'0'0'2755,"1"57"-1794,-1-34-128,0 3-97,1-1-479,1 0-161,3 1-64,0-3 0,1-3-32,-1-2 0,0-3-256,0-6-1858,0-7-1025,0-2-1922</inkml:trace>
</inkml:ink>
</file>

<file path=ppt/ink/ink2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1.256"/>
    </inkml:context>
    <inkml:brush xml:id="br0">
      <inkml:brushProperty name="width" value="0.025" units="cm"/>
      <inkml:brushProperty name="height" value="0.025" units="cm"/>
    </inkml:brush>
  </inkml:definitions>
  <inkml:trace contextRef="#ctx0" brushRef="#br0">165 1 13645,'0'0'384,"25"43"65,-22-17-129,-3 3-32,-2-1 129,-11 2-129,-3-2-160,-4-1-64,0-3-32,-4 0-32,2-6-32,0-5-256,4-4-1025,-2-7-2915,5-2-993</inkml:trace>
</inkml:ink>
</file>

<file path=ppt/ink/ink2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1.540"/>
    </inkml:context>
    <inkml:brush xml:id="br0">
      <inkml:brushProperty name="width" value="0.025" units="cm"/>
      <inkml:brushProperty name="height" value="0.025" units="cm"/>
    </inkml:brush>
  </inkml:definitions>
  <inkml:trace contextRef="#ctx0" brushRef="#br0">0 20 11563,'0'0'2915,"9"-5"-2072,-5 4-792,-1-1-27,0 0-1,0 0 1,0 1 0,0 0-1,1 0 1,-1 0 0,0 0-1,1 0 1,-1 0 0,1 1-1,-1 0 1,1 0 0,-1 0-1,1 0 1,-1 0-1,1 1 1,-1-1 0,0 1-1,1 0 1,-1 0 0,4 2-1,85 43 556,151 103 0,-215-131-733,-22-13-294,14 7-1159,-6-9-3123,-10-3 1057</inkml:trace>
</inkml:ink>
</file>

<file path=ppt/ink/ink2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1.775"/>
    </inkml:context>
    <inkml:brush xml:id="br0">
      <inkml:brushProperty name="width" value="0.025" units="cm"/>
      <inkml:brushProperty name="height" value="0.025" units="cm"/>
    </inkml:brush>
  </inkml:definitions>
  <inkml:trace contextRef="#ctx0" brushRef="#br0">214 26 10698,'0'0'2306,"-47"-25"-1057,34 25-896,-5 9 319,1 9 385,-1 5-384,2 5-257,0 4-127,2 6-193,2 1-32,0 5-32,2 0-64,1-4-96,2-2-929,3-8-1442,4-9-2818</inkml:trace>
</inkml:ink>
</file>

<file path=ppt/ink/ink2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2.148"/>
    </inkml:context>
    <inkml:brush xml:id="br0">
      <inkml:brushProperty name="width" value="0.025" units="cm"/>
      <inkml:brushProperty name="height" value="0.025" units="cm"/>
    </inkml:brush>
  </inkml:definitions>
  <inkml:trace contextRef="#ctx0" brushRef="#br0">21 9 14382,'0'0'1019,"9"-2"-624,-8 1-389,1 0-1,-1 1 0,1-1 0,-1 0 0,1 1 0,0-1-1,-1 1 1,1-1 0,0 1 0,0 0 0,-1-1 0,1 1-1,0 0 1,0 0 0,0 0 0,-1 1 0,1-1 0,0 0-1,0 1 1,-1-1 0,1 1 0,0 0 0,-1-1 0,1 1-1,-1 0 1,1 0 0,-1 0 0,1 0 0,-1 0 0,0 0-1,1 0 1,-1 1 0,0-1 0,0 1 0,0-1 0,0 0-1,0 1 1,0 0 0,0-1 0,-1 1 0,1-1 0,0 1-1,-1 0 1,1 3 0,1 0-5,-1-1 0,1 1 1,-1-1-1,0 1 0,-1 0 0,1-1 0,-1 1 0,0 0 0,0 0 0,0-1 0,0 1 1,-1 0-1,0-1 0,0 1 0,-1 0 0,1-1 0,-3 6 0,0-4-2,0-1 0,0 0-1,0 0 1,-1 0-1,0 0 1,0-1-1,0 0 1,0 0 0,-1 0-1,1-1 1,-11 5-1,14-7 5,0-1 0,1 1 0,-1 0-1,1 0 1,-1-1 0,1 1 0,-1 0-1,1 0 1,0 1 0,-1-1 0,1 0-1,0 0 1,0 1 0,-2 1 0,4-2-2,-1-1 1,0 1 0,0-1-1,1 1 1,-1-1 0,1 0-1,-1 1 1,0-1 0,1 1-1,-1-1 1,1 0 0,-1 0 0,1 1-1,-1-1 1,1 0 0,-1 0-1,1 1 1,-1-1 0,1 0-1,-1 0 1,1 0 0,-1 0-1,1 0 1,-1 0 0,1 0-1,-1 0 1,1 0 0,0 0 0,65-2 20,-54 1-19,9-1 123,0 0 0,41-11 0,-12-7-1169,-8-9-3892,-20 5-841</inkml:trace>
</inkml:ink>
</file>

<file path=ppt/ink/ink2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2.365"/>
    </inkml:context>
    <inkml:brush xml:id="br0">
      <inkml:brushProperty name="width" value="0.025" units="cm"/>
      <inkml:brushProperty name="height" value="0.025" units="cm"/>
    </inkml:brush>
  </inkml:definitions>
  <inkml:trace contextRef="#ctx0" brushRef="#br0">1 1 14958,'0'0'96,"54"-1"257,-19 25 255,0 17-223,0 12-97,-6 10 192,-7 9 129,-11 8-257,-7 4-256,-4 2-64,-14 0-32,-10-4-96,-9-9-961,-11-14-3139,-5-13-4164</inkml:trace>
</inkml:ink>
</file>

<file path=ppt/ink/ink2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2.865"/>
    </inkml:context>
    <inkml:brush xml:id="br0">
      <inkml:brushProperty name="width" value="0.025" units="cm"/>
      <inkml:brushProperty name="height" value="0.025" units="cm"/>
    </inkml:brush>
  </inkml:definitions>
  <inkml:trace contextRef="#ctx0" brushRef="#br0">1 424 7239,'0'0'6102,"13"-5"-5691,49-9 503,0 2 1,74-4-1,-27 3-107,2566-304 2486,-2048 278-4317,-596 38-2559,-23-5-3372</inkml:trace>
</inkml:ink>
</file>

<file path=ppt/ink/ink2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3.757"/>
    </inkml:context>
    <inkml:brush xml:id="br0">
      <inkml:brushProperty name="width" value="0.025" units="cm"/>
      <inkml:brushProperty name="height" value="0.025" units="cm"/>
    </inkml:brush>
  </inkml:definitions>
  <inkml:trace contextRef="#ctx0" brushRef="#br0">0 667 12396,'0'7'155,"2"5"-44,0 0 1,0-1 0,1 1 0,1-1 0,0 0-1,0 0 1,1 0 0,7 11 0,59 89 1364,-54-86-1289,4 6 100,-6-7-148,1-1 0,1 0 0,1-1 0,38 36 0,-54-57-129,-1 1-1,0-1 1,1 0-1,-1 0 1,0 0 0,1 0-1,-1-1 1,1 1-1,0 0 1,-1 0 0,1-1-1,0 1 1,-1-1-1,1 0 1,0 1 0,-1-1-1,1 0 1,0 0-1,2 0 1,-3-1 27,0 1-1,0-1 1,0 0 0,0 1-1,0-1 1,0 0 0,0 0-1,0 1 1,-1-1 0,1 0-1,0 0 1,0 0-1,-1 0 1,1 0 0,-1 0-1,1 0 1,-1 0 0,1-1-1,-1 1 1,1-2 0,1-9 227,0-1 0,-1 1 0,-1 0 1,0-17-1,-1 12-353,-1-201 212,6-256-257,-4 466 131,0 0 1,1 1-1,0-1 0,1 1 0,-1-1 0,1 1 0,1-1 0,-1 1 0,1 0 0,1 0 0,5-9 0,-6 12 3,1 0 0,0 0 0,1 0 0,-1 1 0,1-1 0,-1 1-1,1 0 1,0 0 0,0 1 0,0 0 0,1-1 0,-1 2 0,0-1-1,1 1 1,-1 0 0,8-1 0,262-19 23,-135 14-3,751-63 70,-294 22-57,-27 30-39,-557 19-289,55 6 505,-65-7-653,0 1 0,1 0 1,-1 0-1,0 1 1,0-1-1,0 1 0,0-1 1,0 1-1,-1 0 1,4 3-1</inkml:trace>
</inkml:ink>
</file>

<file path=ppt/ink/ink2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4.300"/>
    </inkml:context>
    <inkml:brush xml:id="br0">
      <inkml:brushProperty name="width" value="0.025" units="cm"/>
      <inkml:brushProperty name="height" value="0.025" units="cm"/>
    </inkml:brush>
  </inkml:definitions>
  <inkml:trace contextRef="#ctx0" brushRef="#br0">0 83 11819,'0'0'5328,"8"9"-5115,-5-5-168,97 121 956,-84-101-926,0 0 0,-1 1 0,21 51 0,-36-76-71,0 0 0,0 1 0,0-1 1,0 0-1,0 0 0,0 0 0,0 1 0,0-1 1,0 0-1,0 0 0,0 0 0,0 1 1,0-1-1,0 0 0,0 0 0,0 0 1,0 1-1,0-1 0,0 0 0,0 0 0,1 0 1,-1 1-1,0-1 0,0 0 0,0 0 1,0 0-1,0 0 0,1 0 0,-1 1 0,0-1 1,0 0-1,0 0 0,0 0 0,1 0 1,-1 0-1,0 0 0,0 0 0,0 0 0,1 0 1,-1 0-1,0 0 0,0 0 0,1 0 1,-1 0-1,0 0 0,0 0 0,0 0 0,1 0 1,-1 0-1,0 0 0,0 0 0,0 0 1,1 0-1,-1 0 0,0 0 0,0 0 0,1-1 1,5-16 267,2-35 104,-7 47-362,4-40 20,15-82 36,-18 115-112,1 0 0,1 1 0,0 0 1,1 0-1,0 0 0,0 0 0,1 1 1,8-12-1,-12 21-131,-1-1-1,1 1 1,0-1 0,-1 1 0,1-1-1,0 1 1,0 0 0,-1 0 0,1 0-1,0 0 1,0 0 0,0 1 0,0-1-1,0 0 1,3 1 0,-3-1-368,0 1 0,0 0 1,0 0-1,0 0 0,0 0 0,0 1 1,0-1-1,0 1 0,0-1 0,0 1 1,0-1-1,0 1 0,0 0 0,0 0 1,2 2-1,9 9-5646</inkml:trace>
</inkml:ink>
</file>

<file path=ppt/ink/ink2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4.926"/>
    </inkml:context>
    <inkml:brush xml:id="br0">
      <inkml:brushProperty name="width" value="0.025" units="cm"/>
      <inkml:brushProperty name="height" value="0.025" units="cm"/>
    </inkml:brush>
  </inkml:definitions>
  <inkml:trace contextRef="#ctx0" brushRef="#br0">158 1 8584,'0'0'8168,"-8"0"-7074,-1 1-889,-1 0-1,0 1 1,0 0 0,1 0-1,0 1 1,-1 1-1,1-1 1,-15 9-1,21-10-192,0 0 0,-1 0 0,1 0 0,0 0 0,0 1-1,0-1 1,1 1 0,-1 0 0,1-1 0,-1 1 0,1 1-1,0-1 1,0 0 0,0 0 0,1 1 0,-1-1 0,1 1 0,0-1-1,0 1 1,0 0 0,0-1 0,1 1 0,-1 0 0,1 0-1,0-1 1,0 1 0,1 7 0,0-9-13,0 0 1,-1 0 0,1 0-1,0-1 1,0 1-1,0 0 1,0-1-1,1 1 1,-1 0-1,0-1 1,1 0-1,-1 1 1,1-1-1,-1 0 1,1 0-1,0 0 1,-1 0-1,1 0 1,0 0-1,0 0 1,0 0-1,-1-1 1,1 1-1,0-1 1,0 0 0,0 1-1,0-1 1,0 0-1,0 0 1,0 0-1,0 0 1,0-1-1,0 1 1,0 0-1,2-2 1,2 1-2,0 0 1,0 0-1,0-1 1,0 0-1,0 0 1,0-1-1,0 1 1,-1-1-1,11-7 1,-12 7 6,0-1 0,-1 1 0,1-1 0,-1 0 0,1 0 0,-1 0 0,0 0 0,-1 0 0,1-1 0,-1 1 1,0-1-1,0 0 0,0 1 0,-1-1 0,1 0 0,-1 0 0,0 0 0,0-6 0,-2 11 28,0-1-1,1 0 1,-1 0-1,0 1 1,0-1-1,1 1 1,-1-1-1,0 0 1,0 1-1,0-1 1,0 1-1,0 0 1,0-1-1,0 1 1,0 0-1,0 0 1,0-1-1,0 1 1,0 0 0,0 0-1,0 0 1,0 0-1,0 0 1,0 1-1,0-1 1,0 0-1,0 0 1,0 1-1,0-1 1,0 0-1,0 1 1,0-1-1,1 1 1,-1-1-1,0 1 1,0 0-1,0-1 1,1 1 0,-1 0-1,0-1 1,1 1-1,-2 1 1,2 2-22,1 1 0,-1-1 1,1 0-1,-1 0 0,1 0 1,1 0-1,-1-1 1,1 1-1,-1 0 0,1 0 1,0-1-1,0 1 0,1-1 1,-1 0-1,1 1 0,-1-1 1,1 0-1,0-1 0,0 1 1,0 0-1,1-1 1,-1 0-1,4 2 0,-2 0-9,0-1-1,-1 0 1,1-1-1,0 1 1,0-1-1,0 0 0,0 0 1,1-1-1,-1 1 1,0-1-1,1 0 1,-1-1-1,1 1 1,-1-1-1,1 0 1,-1-1-1,7 0 1,-10 0-2,0 1 0,-1-1 1,1 0-1,0 0 1,-1 0-1,1 0 1,-1 0-1,1-1 0,-1 1 1,1 0-1,-1-1 1,0 1-1,0-1 0,0 1 1,1-1-1,-2 0 1,1 1-1,0-1 0,0 0 1,1-3-1,3-42 2,0 7 9,-4 39-12,-1 1 1,0 0-1,1-1 1,-1 1-1,1 0 1,-1-1-1,0 1 1,1 0-1,-1 0 1,1-1-1,-1 1 1,1 0-1,-1 0 0,1 0 1,-1 0-1,1 0 1,-1 0-1,1 0 1,-1 0-1,1 0 1,-1 0-1,1 0 1,-1 0-1,1 0 1,-1 0-1,1 0 1,-1 0-1,1 0 0,-1 1 1,0-1-1,1 0 1,-1 0-1,1 1 1,-1-1-1,0 0 1,1 1-1,-1-1 1,1 0-1,-1 1 1,0-1-1,0 1 1,1-1-1,-1 1 1,21 19 3,-19-19-4,10 12-239,43 40 149,-14-27-5824,-32-23 1793,0-2-1622</inkml:trace>
</inkml:ink>
</file>

<file path=ppt/ink/ink2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5.175"/>
    </inkml:context>
    <inkml:brush xml:id="br0">
      <inkml:brushProperty name="width" value="0.025" units="cm"/>
      <inkml:brushProperty name="height" value="0.025" units="cm"/>
    </inkml:brush>
  </inkml:definitions>
  <inkml:trace contextRef="#ctx0" brushRef="#br0">161 17 7207,'0'0'5061,"-10"-3"-2931,-36-10-214,44 13-1811,0-1-1,-1 1 0,1 0 1,-1 0-1,1 0 1,0 1-1,-1-1 0,1 0 1,0 1-1,-1 0 1,1-1-1,0 1 0,-1 0 1,1 0-1,0 1 1,0-1-1,0 0 0,0 1 1,0-1-1,0 1 1,1-1-1,-1 1 0,0 0 1,1 0-1,0 0 1,-1 0-1,-1 3 0,-2 4 114,0 0-1,1 1 0,0 0 0,-4 15 0,2-2-42,2 0 0,0 0-1,1 0 1,1 1 0,2-1-1,3 45 1,-2-57-335,0-1 0,1 1 0,0-1-1,1 0 1,0 1 0,0-1 0,1-1 0,0 1 0,1 0-1,0-1 1,1 0 0,0 0 0,0-1 0,1 0 0,0 0-1,0 0 1,13 9 0,-17-15-460,-1-1-1,1 0 1,0 1-1,-1-1 1,1 0-1,0 0 1,0-1-1,0 1 1,0-1-1,0 1 1,0-1-1,5 0 1,12 0-7511</inkml:trace>
</inkml:ink>
</file>

<file path=ppt/ink/ink2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5.411"/>
    </inkml:context>
    <inkml:brush xml:id="br0">
      <inkml:brushProperty name="width" value="0.025" units="cm"/>
      <inkml:brushProperty name="height" value="0.025" units="cm"/>
    </inkml:brush>
  </inkml:definitions>
  <inkml:trace contextRef="#ctx0" brushRef="#br0">0 1 8552,'0'0'6951,"3"44"-6759,16-15 128,6 3-96,3 2-96,5-3 193,0-3-65,0-4-224,-1-5 0,-1-4 32,-4-5-288,-3-6-2435,-6-4-3010</inkml:trace>
</inkml:ink>
</file>

<file path=ppt/ink/ink2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5.661"/>
    </inkml:context>
    <inkml:brush xml:id="br0">
      <inkml:brushProperty name="width" value="0.025" units="cm"/>
      <inkml:brushProperty name="height" value="0.025" units="cm"/>
    </inkml:brush>
  </inkml:definitions>
  <inkml:trace contextRef="#ctx0" brushRef="#br0">185 0 13229,'0'0'1895,"-7"4"-1196,0 2-485,1-1 1,0 1-1,0 0 0,0 0 0,1 1 1,0 0-1,1-1 0,-1 2 1,1-1-1,1 0 0,-1 1 1,1 0-1,-3 12 0,-31 73 338,-10 24-738,23-40-8070</inkml:trace>
</inkml:ink>
</file>

<file path=ppt/ink/ink2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5.865"/>
    </inkml:context>
    <inkml:brush xml:id="br0">
      <inkml:brushProperty name="width" value="0.025" units="cm"/>
      <inkml:brushProperty name="height" value="0.025" units="cm"/>
    </inkml:brush>
  </inkml:definitions>
  <inkml:trace contextRef="#ctx0" brushRef="#br0">0 1 11819,'0'0'4516,"22"60"-4035,-17-39 63,0 1-287,-2 2-225,2-1 0,-2 1-32,-1-3 32,4-4-1185,-2-6-1666,1-9-4804</inkml:trace>
</inkml:ink>
</file>

<file path=ppt/ink/ink2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6.145"/>
    </inkml:context>
    <inkml:brush xml:id="br0">
      <inkml:brushProperty name="width" value="0.025" units="cm"/>
      <inkml:brushProperty name="height" value="0.025" units="cm"/>
    </inkml:brush>
  </inkml:definitions>
  <inkml:trace contextRef="#ctx0" brushRef="#br0">1 0 14446,'0'0'416,"51"49"577,-30-7-256,1 9-289,-3 6 33,-6 0 63,-5 0-288,-5-4-96,-3 2-127,-3-2-33,-12-1 32,-6-1 0,0-5-161,-1-6-2593,-2-11 992,1-11-4099</inkml:trace>
</inkml:ink>
</file>

<file path=ppt/ink/ink2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6.535"/>
    </inkml:context>
    <inkml:brush xml:id="br0">
      <inkml:brushProperty name="width" value="0.025" units="cm"/>
      <inkml:brushProperty name="height" value="0.025" units="cm"/>
    </inkml:brush>
  </inkml:definitions>
  <inkml:trace contextRef="#ctx0" brushRef="#br0">0 23 14382,'0'0'192,"1"10"470,6 27-166,2-1 1,1 0-1,2-1 1,1-1-1,1 0 1,3 0-1,21 33 1,-37-65-493,0 0 0,0 0 0,0 0 0,0-1 0,1 1 0,-1 0 0,1-1 0,-1 1 0,1-1 1,-1 0-1,1 1 0,0-1 0,0 0 0,-1 0 0,1 0 0,4 1 0,-5-2 1,0 0-1,0 0 1,0-1 0,0 1-1,0 0 1,0-1-1,0 1 1,0-1-1,0 1 1,-1-1 0,1 1-1,0-1 1,0 0-1,0 1 1,-1-1-1,1 0 1,0 0-1,-1 1 1,1-1 0,-1 0-1,1 0 1,-1 0-1,1 0 1,-1 0-1,0 0 1,1 0 0,-1 0-1,0 0 1,0 0-1,0 0 1,0 0-1,0 0 1,0 0-1,0-1 1,4-34 14,-2 1-1,-3-45 1,-1 43-127,7-66 0,5 67-987,-9 34 784,0 1 0,-1 0 0,1 0 0,0 0 0,0 0 0,0 0 0,0 0 0,0 0 0,0 0 0,0 0 1,0 0-1,0 0 0,0 1 0,0-1 0,1 1 0,-1-1 0,0 1 0,1-1 0,-1 1 0,0-1 0,1 1 0,-1 0 0,3 0 0,9 0-5796</inkml:trace>
</inkml:ink>
</file>

<file path=ppt/ink/ink2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7.159"/>
    </inkml:context>
    <inkml:brush xml:id="br0">
      <inkml:brushProperty name="width" value="0.025" units="cm"/>
      <inkml:brushProperty name="height" value="0.025" units="cm"/>
    </inkml:brush>
  </inkml:definitions>
  <inkml:trace contextRef="#ctx0" brushRef="#br0">146 0 12588,'0'0'3363,"-7"1"-2301,6-1-1050,-10 0 352,0 1 0,-1 0 1,1 1-1,0 0 0,0 1 0,-13 4 0,21-5-359,0-1 0,0 1 1,0-1-1,1 1 0,-1 0 0,1 0 1,-1 0-1,1 0 0,0 0 0,-1 1 0,1-1 1,0 1-1,1-1 0,-1 1 0,0 0 1,1 0-1,0 0 0,-1 0 0,1 0 1,0 0-1,1 0 0,-1 0 0,0 0 0,1 0 1,0 0-1,0 1 0,0-1 0,0 0 1,0 0-1,1 5 0,0-7-27,0 1-1,-1-1 1,1 1 0,0 0-1,0-1 1,0 0-1,0 1 1,0-1 0,0 0-1,0 1 1,0-1 0,0 0-1,1 0 1,-1 0 0,1 0-1,-1 0 1,1 0-1,-1 0 1,1-1 0,-1 1-1,1-1 1,-1 1 0,1-1-1,0 1 1,-1-1 0,1 0-1,0 0 1,0 0-1,-1 0 1,1 0 0,0 0-1,-1 0 1,1-1 0,2 0-1,2 1-4,0-1-1,0 0 1,0 0-1,0-1 1,0 0-1,0 0 1,0 0-1,7-5 1,-11 5 73,1 1 0,0-1 0,-1 0 0,0 0 0,0 0 0,1-1 0,-1 1 1,0 0-1,-1-1 0,1 1 0,0-1 0,-1 0 0,0 0 0,1 1 0,-1-1 0,0 0 0,0 0 1,-1 0-1,1 0 0,-1 0 0,1-4 0,-1 7-29,0 0 1,-1 0-1,1 0 1,0 0-1,0-1 0,0 1 1,0 0-1,0 0 1,0 0-1,0 0 1,-1 0-1,1 0 0,0 0 1,0-1-1,0 1 1,0 0-1,-1 0 0,1 0 1,0 0-1,0 0 1,0 0-1,0 0 0,-1 0 1,1 0-1,0 0 1,0 0-1,0 0 1,0 0-1,-1 0 0,1 0 1,0 0-1,0 0 1,0 0-1,0 0 0,-1 1 1,1-1-1,0 0 1,0 0-1,0 0 0,0 0 1,0 0-1,0 0 1,-1 0-1,1 1 1,0-1-1,0 0 0,0 0 1,0 0-1,0 0 1,0 0-1,0 1 0,0-1 1,0 0-1,0 0 1,-1 0-1,1 0 0,0 1 1,0-1-1,0 0 1,-8 10 53,7-6-68,1 0 1,-1-1-1,0 1 1,1 0-1,0-1 1,0 1-1,0 0 1,1 0-1,-1-1 1,1 1-1,0 0 1,0-1-1,0 1 1,0-1 0,1 1-1,-1-1 1,1 1-1,0-1 1,3 4-1,-4-5-5,0-1 1,1 1-1,-1 0 0,1 0 1,-1-1-1,1 1 0,-1-1 0,1 0 1,0 1-1,0-1 0,0 0 1,0 0-1,0 0 0,0 0 1,0 0-1,0-1 0,0 1 0,0-1 1,1 1-1,-1-1 0,0 0 1,0 0-1,1 0 0,-1 0 0,0 0 1,0 0-1,0-1 0,1 1 1,-1-1-1,0 0 0,0 1 1,0-1-1,0 0 0,3-2 0,-1-1-2,0 1 0,0-2 0,-1 1-1,1 0 1,-1-1 0,0 1 0,0-1-1,3-6 1,22-31 8,-27 41-4,0-1 0,0 1 0,0 0 0,1 0 0,-1 0 1,0 0-1,0 0 0,1 0 0,-1 1 0,1-1 0,-1 0 0,1 1 0,-1-1 0,1 1 0,-1-1 1,1 1-1,-1 0 0,1-1 0,-1 1 0,1 0 0,0 0 0,-1 0 0,4 1 0,0 2 21,0 0 0,1 0-1,-1 0 1,0 1 0,-1 0-1,1 0 1,-1 0-1,1 1 1,-1-1 0,5 9-1,26 24-3685,-25-31 142,-2-4-1778</inkml:trace>
</inkml:ink>
</file>

<file path=ppt/ink/ink2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7.410"/>
    </inkml:context>
    <inkml:brush xml:id="br0">
      <inkml:brushProperty name="width" value="0.025" units="cm"/>
      <inkml:brushProperty name="height" value="0.025" units="cm"/>
    </inkml:brush>
  </inkml:definitions>
  <inkml:trace contextRef="#ctx0" brushRef="#br0">101 2 2274,'0'0'10474,"-8"0"-8034,6-1-2373,0 1-1,-1 0 1,1 0 0,0 0 0,0 0 0,0 0 0,-1 0 0,1 1-1,0-1 1,0 1 0,0-1 0,0 1 0,0 0 0,0 0 0,0 0 0,0 0-1,0 0 1,-3 3 0,2 0 45,0-1-1,1 1 1,-1 0 0,1 1-1,-1-1 1,1 0 0,0 1-1,1-1 1,-1 1-1,0 6 1,-6 18 147,2 1 0,2 1 0,0-1 0,2 1 0,1 0 0,2-1-1,1 1 1,1 0 0,11 46 0,-11-68-278,0-1-1,0 1 0,1-1 1,0 0-1,1 0 0,10 15 1,15 1-2268,-27-22 1690,0-1 0,0 0 0,0 0 1,0 0-1,1 0 0,-1-1 0,0 1 0,1-1 0,-1 0 0,4 0 0,14-2-4506</inkml:trace>
</inkml:ink>
</file>

<file path=ppt/ink/ink2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7.654"/>
    </inkml:context>
    <inkml:brush xml:id="br0">
      <inkml:brushProperty name="width" value="0.025" units="cm"/>
      <inkml:brushProperty name="height" value="0.025" units="cm"/>
    </inkml:brush>
  </inkml:definitions>
  <inkml:trace contextRef="#ctx0" brushRef="#br0">1 1 15118,'0'0'257,"40"56"671,-10-25-95,2 2-545,2-2-159,0-2-33,-4-6-64,-3-4 32,-4-3-64,-3-7 32,-5-3-256,-3-6-2083,-2 0-1889,-4-13-2690</inkml:trace>
</inkml:ink>
</file>

<file path=ppt/ink/ink2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7.843"/>
    </inkml:context>
    <inkml:brush xml:id="br0">
      <inkml:brushProperty name="width" value="0.025" units="cm"/>
      <inkml:brushProperty name="height" value="0.025" units="cm"/>
    </inkml:brush>
  </inkml:definitions>
  <inkml:trace contextRef="#ctx0" brushRef="#br0">135 2 11851,'0'0'3588,"-49"-1"-2660,38 18-255,2 6 0,0 4-161,0 5-288,3 0-127,-1 1-65,1 0-32,-1-3 0,1-3-1089,-4-5-2082,4-10-2979</inkml:trace>
</inkml:ink>
</file>

<file path=ppt/ink/ink2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8.172"/>
    </inkml:context>
    <inkml:brush xml:id="br0">
      <inkml:brushProperty name="width" value="0.025" units="cm"/>
      <inkml:brushProperty name="height" value="0.025" units="cm"/>
    </inkml:brush>
  </inkml:definitions>
  <inkml:trace contextRef="#ctx0" brushRef="#br0">14 0 13293,'0'0'3416,"6"9"-3266,19 29 4,-24-33-151,0 0-1,0 0 1,-1 1-1,0-1 1,0 0-1,0 1 0,0-1 1,-1 0-1,0 0 1,0 0-1,0 1 1,-1-1-1,0 0 1,-3 7-1,3-9-23,-31 55-3107,76-56 5002,-41-2-1913,97-12 1194,-49-4-2238,-45 14 383,-1 0 1,1 0-1,-1-1 1,0 0 0,0 1-1,0-2 1,5-3-1,4-11-7975</inkml:trace>
</inkml:ink>
</file>

<file path=ppt/ink/ink2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38.390"/>
    </inkml:context>
    <inkml:brush xml:id="br0">
      <inkml:brushProperty name="width" value="0.025" units="cm"/>
      <inkml:brushProperty name="height" value="0.025" units="cm"/>
    </inkml:brush>
  </inkml:definitions>
  <inkml:trace contextRef="#ctx0" brushRef="#br0">80 0 17232,'0'0'96,"35"43"-96,-13-1 96,0 13 65,-5 7-65,-6 6 352,-9 1 385,-2 1-545,-13 0-160,-13 2-64,-14-2-96,-11-6-576,-7-13-5030</inkml:trace>
</inkml:ink>
</file>

<file path=ppt/ink/ink2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40.408"/>
    </inkml:context>
    <inkml:brush xml:id="br0">
      <inkml:brushProperty name="width" value="0.025" units="cm"/>
      <inkml:brushProperty name="height" value="0.025" units="cm"/>
    </inkml:brush>
  </inkml:definitions>
  <inkml:trace contextRef="#ctx0" brushRef="#br0">0 36 5477,'0'0'1442,"13"-1"-546,5-6-319,6 1-257,6 2-96,4-1-95,4 1 95,-3 0 0,0 1-96,-4 2-64,-4 1-32,-5 0-64,-7 0 0,-8 5-64,-7 3-160,-1-2-3171</inkml:trace>
</inkml:ink>
</file>

<file path=ppt/ink/ink2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40.578"/>
    </inkml:context>
    <inkml:brush xml:id="br0">
      <inkml:brushProperty name="width" value="0.025" units="cm"/>
      <inkml:brushProperty name="height" value="0.025" units="cm"/>
    </inkml:brush>
  </inkml:definitions>
  <inkml:trace contextRef="#ctx0" brushRef="#br0">1 49 7399,'0'0'833,"49"3"-385,-5-3-127,8 0-161,5 0-64,5-1-32,-5-4-32,-4 1-32,-10-1-32,-6-1 32,-8-7-609,-10-5-3587</inkml:trace>
</inkml:ink>
</file>

<file path=ppt/ink/ink2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41.141"/>
    </inkml:context>
    <inkml:brush xml:id="br0">
      <inkml:brushProperty name="width" value="0.025" units="cm"/>
      <inkml:brushProperty name="height" value="0.025" units="cm"/>
    </inkml:brush>
  </inkml:definitions>
  <inkml:trace contextRef="#ctx0" brushRef="#br0">204 1 7591,'0'0'1474,"-2"3"-1010,-3 4-170,0 1 1,0-1-1,-1-1 1,0 1-1,-1-1 1,1 0-1,-15 10 1,-62 35 35,27-17-224,55-34-117,38-12 187,14-16-152,-1-2-1,62-48 0,-125 88 535,-14 21-422,22-21-11,1 0 1,0 0-1,0 1 1,1-1-1,0 1 1,1 0-1,0 0 1,1 0-1,0 0 1,1 15-1,3 11 330,14 65 0,-10-70-806,-2 0 1,2 46-1,-7-75-88,1-2 179,-1 0 1,0 0 0,0 0-1,0-1 1,0 1 0,0 0-1,0 0 1,0 0-1,0 0 1,-1 0 0,1-1-1,0 1 1,0 0 0,-1 0-1,1 0 1,-1-1-1,1 1 1,0 0 0,-1 0-1,1-1 1,-1 1 0,0 0-1,1-1 1,-2 1-1,-11 3-6439</inkml:trace>
</inkml:ink>
</file>

<file path=ppt/ink/ink2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0:41.328"/>
    </inkml:context>
    <inkml:brush xml:id="br0">
      <inkml:brushProperty name="width" value="0.025" units="cm"/>
      <inkml:brushProperty name="height" value="0.025" units="cm"/>
    </inkml:brush>
  </inkml:definitions>
  <inkml:trace contextRef="#ctx0" brushRef="#br0">0 59 9385,'0'0'4965,"54"-13"-4133,-19 5-351,10 0-33,3 2-192,6 2-191,-6 4-65,0 0-32,-4-3-97,-5-13-4515</inkml:trace>
</inkml:ink>
</file>

<file path=ppt/ink/ink2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1:44.209"/>
    </inkml:context>
    <inkml:brush xml:id="br0">
      <inkml:brushProperty name="width" value="0.025" units="cm"/>
      <inkml:brushProperty name="height" value="0.025" units="cm"/>
    </inkml:brush>
  </inkml:definitions>
  <inkml:trace contextRef="#ctx0" brushRef="#br0">6393 588 9769,'-6'-7'-1083,"1"1"1077,-1-1 0,0 1 0,0 1 1,0-1-1,-1 1 0,1 0 0,-1 0 1,-1 1-1,1 0 0,0 1 0,-1-1 1,-11-2-1,-89-30 84,1-5 0,-133-72 1,137 66 219,-3 5 0,-1 5 0,-1 5 0,-207-35 0,-458-7 294,-509 48 532,5 139-465,1146-91-633,1 5-1,1 6 1,2 5 0,-128 58 0,191-67-14,2 2 0,1 4 1,1 2-1,3 3 0,1 2 0,2 3 0,2 1 0,1 4 0,-60 77 1,62-57-1,2 2 0,4 3 0,4 1 0,2 1 0,5 2 0,2 2 0,-35 158 0,58-205-24,1 1 1,2 0-1,1 0 0,2 0 1,4 38-1,-1-54 6,0 1 0,2-1-1,1-1 1,0 1 0,1-1-1,1 0 1,1 0 0,0 0 0,1-1-1,22 28 1,-6-15 1,1-1 1,2-1-1,1-2 0,1-1 1,1-1-1,44 25 1,214 104 100,-273-146-80,222 100 254,282 85 0,268 18-420,-534-160 342,1-11 0,472 9 0,-377-50-102,0-15-1,-2-16 0,369-82 1,-716 114-90,569-140 293,-480 113-225,-2-4 1,-1-4-1,-2-4 1,97-61-1,-144 76 42,-1-2 0,-1-1 0,-2-2 0,-1-2-1,-2 0 1,-1-2 0,-1-2 0,-2 0 0,-2-2 0,-1-1 0,-2 0-1,-2-2 1,-1-1 0,-3 0 0,-1-1 0,-2-1 0,-2 0 0,9-74-1,-15 42-35,-4 0-1,-2 0 0,-4 0 0,-3 0 0,-4 1 1,-38-136-1,22 124-128,-5 1-1,-2 2 1,-5 1 0,-3 2 0,-73-103 0,86 143-11,-2 2 1,-1 1-1,-2 1 1,-1 2-1,-54-39 1,-45-14-2846,16 22-3036</inkml:trace>
</inkml:ink>
</file>

<file path=ppt/ink/ink2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04.200"/>
    </inkml:context>
    <inkml:brush xml:id="br0">
      <inkml:brushProperty name="width" value="0.025" units="cm"/>
      <inkml:brushProperty name="height" value="0.025" units="cm"/>
    </inkml:brush>
  </inkml:definitions>
  <inkml:trace contextRef="#ctx0" brushRef="#br0">0 484 1441,'0'-65'8366,"1"64"-8338,-1 1 1,0 0-1,0-1 1,1 1-1,-1 0 1,0 0 0,0-1-1,1 1 1,-1 0-1,0 0 1,1 0-1,-1-1 1,0 1 0,1 0-1,-1 0 1,0 0-1,1 0 1,-1 0-1,0 0 1,1 0 0,-1 0-1,0 0 1,1 0-1,-1 0 1,1 0-1,-1 0 1,0 0 0,1 0-1,-1 0 1,0 0-1,1 0 1,-1 0-1,0 0 1,1 1 0,-1-1-1,0 0 1,1 0-1,-1 0 1,0 1-1,1-1 1,-1 0 0,0 0-1,0 1 1,1-1-1,-1 0 1,0 1-1,17 11 210,14 27 804,-3 1-1,45 82 1,-5-5-756,-67-116-269,0 0 0,-1 1 0,1-1 1,0 0-1,-1 0 0,1 0 0,0 0 0,0 0 0,0 0 0,0 0 1,0 0-1,0 0 0,0-1 0,0 1 0,1 0 0,-1-1 0,0 1 1,0-1-1,1 1 0,-1-1 0,0 1 0,1-1 0,-1 0 0,0 0 0,1 0 1,-1 0-1,0 0 0,1 0 0,-1 0 0,0 0 0,1 0 0,-1-1 1,0 1-1,1-1 0,-1 1 0,2-2 0,4-2 174,-1 0 0,-1-1 0,1 0 0,-1 0 1,9-10-1,0 0-146,269-288 634,25-25-3520,-270 287-934,-14 3-1050</inkml:trace>
</inkml:ink>
</file>

<file path=ppt/ink/ink2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04.761"/>
    </inkml:context>
    <inkml:brush xml:id="br0">
      <inkml:brushProperty name="width" value="0.025" units="cm"/>
      <inkml:brushProperty name="height" value="0.025" units="cm"/>
    </inkml:brush>
  </inkml:definitions>
  <inkml:trace contextRef="#ctx0" brushRef="#br0">0 1 9577,'0'0'166,"1"14"68,7 194 2149,49 522 381,-49-664-2941,-27-104-6303,7 1 2529</inkml:trace>
</inkml:ink>
</file>

<file path=ppt/ink/ink2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05.013"/>
    </inkml:context>
    <inkml:brush xml:id="br0">
      <inkml:brushProperty name="width" value="0.025" units="cm"/>
      <inkml:brushProperty name="height" value="0.025" units="cm"/>
    </inkml:brush>
  </inkml:definitions>
  <inkml:trace contextRef="#ctx0" brushRef="#br0">19 196 7655,'0'-12'198,"-1"2"-204,0-3 330,1 1 1,0-1 0,1 0-1,0 0 1,4-16-1,-4 24-206,1 1-1,-1 0 1,1 0-1,0 0 1,0 0-1,0 1 1,0-1-1,1 0 1,-1 1-1,1 0 1,0-1-1,0 1 1,0 1 0,1-1-1,-1 0 1,1 1-1,-1-1 1,1 1-1,0 0 1,0 0-1,0 1 1,6-3-1,-5 3-70,0-1-1,0 1 0,0 0 1,1 0-1,-1 0 0,0 1 1,0 0-1,1 0 1,-1 0-1,0 1 0,1-1 1,-1 1-1,0 1 0,0-1 1,0 1-1,0-1 1,0 2-1,-1-1 0,1 0 1,0 1-1,-1 0 1,5 3-1,-4-1-33,-1 0 1,0 1 0,1-1-1,-1 1 1,-1 0-1,1-1 1,-1 2-1,0-1 1,-1 0-1,0 1 1,0-1 0,0 1-1,0-1 1,-1 1-1,0 0 1,-1 11-1,0-9-32,0-1 1,-1 1-1,0-1 0,-1 1 0,0-1 0,0 1 0,-1-1 0,0 0 0,0 0 0,-1 0 0,0-1 1,-1 1-1,1-1 0,-1 0 0,-1 0 0,1 0 0,-1-1 0,-12 10 0,4-4-874,-1-1 0,-1-1-1,0 0 1,0-2 0,-1 1-1,0-2 1,-32 10 0,22-10-1584</inkml:trace>
</inkml:ink>
</file>

<file path=ppt/ink/ink2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05.374"/>
    </inkml:context>
    <inkml:brush xml:id="br0">
      <inkml:brushProperty name="width" value="0.025" units="cm"/>
      <inkml:brushProperty name="height" value="0.025" units="cm"/>
    </inkml:brush>
  </inkml:definitions>
  <inkml:trace contextRef="#ctx0" brushRef="#br0">542 9 8392,'0'0'667,"-11"-3"705,7 2-1226,1 0-63,0 0 0,0 0 0,0 1 1,0-1-1,0 1 0,0-1 0,0 1 0,0 0 0,0 0 0,0 0 0,0 1 0,0-1 0,-1 1 0,1 0 0,0-1 0,1 1 0,-1 1 0,0-1 0,0 0 0,0 1 0,1-1 1,-1 1-1,1 0 0,-1 0 0,1 0 0,0 0 0,-3 3 0,-11 17 235,1 1-1,0 1 1,2 0 0,1 0-1,1 1 1,1 1 0,-10 35-1,1 18 577,-11 97 0,5 99-633,17-155-261,-31 156 1,36-259 26,-1-1 0,-1 0 0,-1 0-1,0-1 1,-1 0 0,-16 25 0,21-35-144,-2-1-1,1 0 0,0-1 1,-1 1-1,0 0 1,0-1-1,0 0 0,0 0 1,0 0-1,-1-1 1,-5 4-1,6-5-225,0 0 1,0 0-1,0 0 0,0-1 1,0 1-1,-1-1 1,1 0-1,0 0 0,0 0 1,0-1-1,0 1 0,0-1 1,0 0-1,0-1 1,-8-2-1,-22-17-3592</inkml:trace>
</inkml:ink>
</file>

<file path=ppt/ink/ink2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05.735"/>
    </inkml:context>
    <inkml:brush xml:id="br0">
      <inkml:brushProperty name="width" value="0.025" units="cm"/>
      <inkml:brushProperty name="height" value="0.025" units="cm"/>
    </inkml:brush>
  </inkml:definitions>
  <inkml:trace contextRef="#ctx0" brushRef="#br0">0 365 9577,'7'-8'246,"0"-1"84,1 0-1,0 0 1,0 1 0,1 0 0,0 1 0,1 0 0,0 0 0,0 1 0,18-8 0,27-5 644,1 3 1,75-12 0,-85 20-817,1-2 0,-1-2 1,-1-2-1,63-29 0,-99 38-143,0 0-1,0-1 1,-1 0-1,15-13 0,-21 17-12,-1 1 0,1-1 0,0 1 0,-1-1 0,1 0 0,-1 1 0,0-1 0,1 0 0,-1 0 0,0 0 0,0 0 0,0 0-1,-1 0 1,1-1 0,0 1 0,-1 0 0,0 0 0,1 0 0,-1-1 0,0 1 0,0 0 0,0 0 0,0-1 0,-1 1 0,1 0 0,0 0 0,-1 0-1,-1-3 1,1 3-7,-1 0-1,0 0 1,0 0-1,0 1 0,0-1 1,0 1-1,-1 0 1,1 0-1,0-1 0,-1 1 1,1 1-1,-1-1 1,1 0-1,-1 1 0,1-1 1,-1 1-1,1 0 1,-1-1-1,1 1 1,-6 1-1,-1-1-11,0 1 0,0 0 0,0 0 0,-16 6 0,16-4 55,0 2 0,0-1 0,1 1 1,0 1-1,0 0 0,0 0 1,0 0-1,1 1 0,0 0 0,1 0 1,-1 1-1,1 0 0,1 0 1,0 0-1,0 1 0,0 0 0,1 0 1,0 0-1,1 0 0,0 1 1,1 0-1,0-1 0,0 1 0,1 0 1,0 0-1,1 0 0,0-1 1,2 14-1,-1-18-25,-1-1 1,1 0-1,0 1 0,1-1 1,-1 0-1,1 0 0,0 0 1,0 0-1,0 0 0,0-1 1,1 1-1,-1-1 0,1 1 1,0-1-1,0 0 0,7 6 1,-4-5 8,1 0 0,0 0 0,0 0 1,1-1-1,-1 0 0,1-1 0,-1 1 1,15 1-1,-2-1 2,1-2 1,0 0-1,-1-1 1,1-1-1,-1-1 0,30-7 1,-21 3-1002,50-21 1,-12-7-5538,-28 10-95</inkml:trace>
</inkml:ink>
</file>

<file path=ppt/ink/ink2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06.189"/>
    </inkml:context>
    <inkml:brush xml:id="br0">
      <inkml:brushProperty name="width" value="0.025" units="cm"/>
      <inkml:brushProperty name="height" value="0.025" units="cm"/>
    </inkml:brush>
  </inkml:definitions>
  <inkml:trace contextRef="#ctx0" brushRef="#br0">234 14 11018,'0'0'1778,"-9"-2"-822,2-1-764,0 1 0,0 0-1,0 1 1,0-1 0,0 1 0,-1 1 0,1-1 0,0 1 0,0 1 0,0-1 0,-1 1 0,1 1 0,0-1-1,0 1 1,0 0 0,1 1 0,-1-1 0,0 1 0,-10 7 0,11-5-169,0 0 0,0 0 1,1 0-1,0 1 0,0 0 0,0 0 0,0 1 1,1-1-1,0 1 0,1 0 0,-1 0 0,1 0 1,1 0-1,-1 1 0,1-1 0,0 1 1,1-1-1,0 1 0,0 0 0,1-1 0,0 1 1,1 11-1,0-18-21,-1 0 0,1 0 0,0 0 0,-1 0 0,1 0 0,0 0 0,0 0 0,-1 0 0,1-1 0,0 1 0,0 0 0,0-1 0,0 1 0,0 0 1,0-1-1,1 1 0,-1-1 0,0 1 0,0-1 0,0 0 0,0 0 0,1 1 0,-1-1 0,0 0 0,0 0 0,0 0 0,1 0 0,-1 0 0,0 0 0,0-1 0,0 1 0,0 0 0,1-1 0,-1 1 1,0-1-1,1 0 0,4-1 11,0 0 0,0 0 0,0 0 0,-1-1 0,10-6 1,3-5 2,-1 0 1,-1-1 0,0-1-1,-1-1 1,0 0 0,-1-1-1,21-38 1,-32 122 111,-3-59-105,0 0 1,1 0-1,0 0 0,0 0 1,1 0-1,-1 0 0,2-1 0,-1 1 1,5 9-1,-5-14-127,-1 1 1,1-1-1,0 0 0,0 0 0,0 0 1,0 0-1,0 0 0,0 0 0,0 0 1,1-1-1,-1 1 0,1-1 1,-1 0-1,1 1 0,-1-1 0,1-1 1,0 1-1,0 0 0,-1 0 1,1-1-1,0 0 0,0 0 0,0 1 1,-1-2-1,1 1 0,4-1 0,-4 1-186,0-1 0,0 0 0,-1 0 0,1 0 0,-1-1-1,1 1 1,-1 0 0,1-1 0,-1 0 0,0 1 0,0-1-1,0 0 1,0 0 0,0 0 0,0-1 0,2-3-1,23-44-3712,-10 6 362</inkml:trace>
</inkml:ink>
</file>

<file path=ppt/ink/ink2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06.393"/>
    </inkml:context>
    <inkml:brush xml:id="br0">
      <inkml:brushProperty name="width" value="0.025" units="cm"/>
      <inkml:brushProperty name="height" value="0.025" units="cm"/>
    </inkml:brush>
  </inkml:definitions>
  <inkml:trace contextRef="#ctx0" brushRef="#br0">28 0 7976,'0'0'5829,"-28"71"-4580,28-20-448,0 6-449,0 5-192,0 1-63,3-1-33,-1-4-64,-1-4 0,1-10 0,-2-7-161,0-8-1696,0-10-1699,0-8-672</inkml:trace>
</inkml:ink>
</file>

<file path=ppt/ink/ink2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07.436"/>
    </inkml:context>
    <inkml:brush xml:id="br0">
      <inkml:brushProperty name="width" value="0.025" units="cm"/>
      <inkml:brushProperty name="height" value="0.025" units="cm"/>
    </inkml:brush>
  </inkml:definitions>
  <inkml:trace contextRef="#ctx0" brushRef="#br0">0 193 9737,'0'0'977,"2"-10"43,-1 4-784,1-1 1,-1 1 0,1-1-1,1 1 1,-1 0-1,1 0 1,0 0-1,0 0 1,1 0 0,0 1-1,0-1 1,0 1-1,1 0 1,0 1 0,0-1-1,0 1 1,0 0-1,1 0 1,-1 0 0,1 1-1,12-5 1,-14 5-210,1 1 0,-1 0-1,1 1 1,0-1 0,0 1 0,-1 0 0,1 0 0,0 0 0,0 1 0,0 0 0,0 0 0,0 0 0,0 1 0,0-1-1,0 1 1,0 0 0,0 1 0,-1-1 0,1 1 0,0 0 0,-1 0 0,0 0 0,1 1 0,-1 0 0,0-1-1,0 1 1,0 1 0,-1-1 0,1 1 0,-1-1 0,0 1 0,0 0 0,0 0 0,0 0 0,-1 1 0,1-1 0,-1 1-1,-1-1 1,1 1 0,0 0 0,-1 0 0,0-1 0,0 1 0,-1 0 0,1 0 0,-1 0 0,0 5 0,0-1 16,0 2-28,0-1-1,1 1 1,1-1 0,3 17-1,-4-26-12,-1 1-1,1-1 1,-1 0-1,1 0 1,-1 0-1,1 0 1,-1 0-1,1 0 1,0 0-1,0 0 1,0 0-1,-1 0 1,1 0-1,0 0 1,0 0-1,0-1 1,0 1 0,1 0-1,0 0 1,0-1 2,0 0 1,-1 0 0,1 0 0,-1 0 0,1 0 0,0 0 0,-1-1 0,1 1 0,-1-1 0,1 1 0,-1-1 0,1 1 0,-1-1 0,1 0-1,-1 0 1,0 0 0,1 0 0,-1 0 0,2-2 0,6-6-15,0 0 0,-1-1-1,0 0 1,-1-1 0,0 1-1,-1-1 1,0-1 0,-1 1-1,0-1 1,-1 0 0,0 0 0,2-16-1,9-18-4,-17 59 207,1 0 0,0-1 0,1 1 1,1 0-1,4 25 0,-5-35-123,1 3-35,0 0-1,0-1 1,1 1-1,0-1 1,0 1-1,0-1 1,0 0-1,1 0 1,0 0-1,0 0 1,1 0-1,-1-1 1,1 0 0,0 1-1,0-1 1,0-1-1,1 1 1,-1 0-1,10 4 1,-11-6-29,1-1-1,-1 1 1,1-1 0,0 0 0,0 0 0,0 0 0,-1-1 0,1 1 0,0-1-1,0 0 1,0 0 0,0 0 0,0-1 0,0 1 0,0-1 0,0 0 0,-1 0-1,1 0 1,0-1 0,-1 1 0,1-1 0,-1 0 0,1 0 0,-1 0 0,0 0-1,0-1 1,0 0 0,0 1 0,4-5 0,4-8-4,1 0 0,-2-1 0,0 0 0,-1-1 0,12-29 0,10-18-2,-31 63 1,0 1-1,1-1 1,-1 1-1,0-1 0,0 1 1,0 0-1,1-1 1,-1 1-1,0-1 0,0 1 1,1 0-1,-1-1 1,0 1-1,1 0 0,-1-1 1,0 1-1,1 0 1,-1 0-1,1-1 0,-1 1 1,0 0-1,1 0 1,-1 0-1,1-1 0,-1 1 1,1 0-1,-1 0 1,1 0-1,-1 0 0,1 0 1,-1 0-1,1 0 1,-1 0-1,1 0 1,-1 0-1,1 1 0,12 15-50,6 37-52,-16-45 92,1 5 14,0 1 0,2-1-1,0 0 1,0 0-1,1 0 1,1-1 0,16 21-1,-21-30 1,1 0 0,-1 0 0,0 0 0,1-1 0,0 1 0,0-1 0,0 0 1,0 0-1,0 0 0,0-1 0,0 0 0,1 1 0,-1-1 0,0-1 0,1 1 0,-1-1 0,1 1 0,-1-1 0,1-1 0,-1 1 0,0 0 0,1-1 0,-1 0 0,0 0 0,1-1 0,-1 1 0,0-1 0,0 0 1,6-3-1,9-5-8,-1-1 1,0-1 0,-1-1 0,0 0 0,-1-1 0,0-1 0,-1 0 0,-1-1 0,0-1-1,-1 0 1,-1-1 0,11-22 0,-22 38-5,0 0 1,0 0-1,0 0 0,0 0 1,-1 0-1,1-1 1,-1 1-1,0 0 0,1 0 1,-1 0-1,0-1 0,0 1 1,-1-4-1,1 6-3,0-1 1,0 0-1,-1 1 1,1-1-1,0 1 1,-1-1-1,1 0 0,-1 1 1,1-1-1,-1 1 1,1-1-1,-1 1 1,1-1-1,-1 1 1,1-1-1,-1 1 1,0 0-1,1-1 0,-1 1 1,1 0-1,-1 0 1,0-1-1,0 1 1,1 0-1,-1 0 1,0 0-1,0 0 1,-3 0-4,1 0 0,0 1 1,0-1-1,-1 1 0,1 0 1,0 0-1,0 0 0,0 1 1,0-1-1,0 1 0,0-1 1,0 1-1,0 0 0,1 0 0,-1 0 1,-2 3-1,-2 4 58,-1 0-1,1 0 0,1 0 1,-1 1-1,2 0 1,-9 19-1,11-24-26,1 1 0,1-1-1,-1 0 1,1 0 0,0 1 0,0-1 0,0 1 0,1-1-1,0 1 1,0-1 0,0 1 0,1-1 0,0 0 0,0 1-1,0-1 1,3 9 0,-2-11-15,0 1 0,1-1-1,-1 0 1,1 0 0,-1 0 0,1 0 0,0 0-1,0-1 1,0 1 0,0-1 0,1 0 0,-1 0-1,0 0 1,1 0 0,0-1 0,-1 1 0,1-1-1,0 0 1,0 0 0,0 0 0,0-1 0,0 1-1,0-1 1,0 0 0,0 0 0,0 0 0,-1-1-1,1 0 1,5 0 0,3-2 0,1 0 0,-1-1 0,0 0 0,0 0 0,-1-1 0,1-1 0,19-13 0,45-46 5,-61 50-3,1 1 0,0 1 0,0 0 0,1 1 0,1 1 0,22-11 0,-38 21-1,-1 0 0,1 0 1,0 1-1,-1-1 1,1 1-1,-1-1 0,1 1 1,0 0-1,-1-1 0,1 1 1,0 0-1,0 0 0,-1 0 1,1 1-1,0-1 0,-1 0 1,1 1-1,0-1 0,-1 1 1,1-1-1,-1 1 1,1 0-1,-1 0 0,1-1 1,-1 1-1,3 2 0,-3 0 3,1-1 0,0 1 0,0-1 0,-1 1 0,0 0-1,1 0 1,-1 0 0,0 0 0,-1 0 0,1 0 0,0 0 0,-1 0 0,1 5-1,-1 0 10,0 0 0,0 0 0,-1 0 0,0 0 0,0 0 0,-1 0 0,1 0 0,-2 0 0,1-1 0,-1 1 0,-5 7 0,2-7-20,-1-1 1,0 0-1,0 0 1,-1-1 0,0 0-1,0 0 1,0-1-1,-1 0 1,1 0-1,-1-1 1,0 0 0,-1-1-1,-18 5 1,-37 1-2962,26-9-3509</inkml:trace>
</inkml:ink>
</file>

<file path=ppt/ink/ink2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14.279"/>
    </inkml:context>
    <inkml:brush xml:id="br0">
      <inkml:brushProperty name="width" value="0.025" units="cm"/>
      <inkml:brushProperty name="height" value="0.025" units="cm"/>
    </inkml:brush>
  </inkml:definitions>
  <inkml:trace contextRef="#ctx0" brushRef="#br0">1 179 2114,'0'0'3529,"3"2"-3022,9 3-203,-1-1 1,1 0-1,0-1 1,1 0-1,-1-1 0,20 1 1,87-1 336,-44-3-274,55 7-187,-3 0-121,0-4 0,185-23 0,196-13 146,-205 22 199,42-11 325,799-68 2215,-1116 88-2864,-4 1 27,46-10-1,-70 12-111,-1 0 0,1 0 0,0 0 0,0 0 0,0 0 0,0 0 0,0 0-1,0 0 1,0 0 0,0-1 0,-1 1 0,1 0 0,0 0 0,0 0 0,0 0-1,0 0 1,0 0 0,0 0 0,0 0 0,0 0 0,0 0 0,0-1 0,0 1-1,0 0 1,0 0 0,0 0 0,0 0 0,0 0 0,0 0 0,0 0 0,0-1-1,0 1 1,0 0 0,0 0 0,0 0 0,0 0 0,0 0 0,0 0 0,0 0-1,0 0 1,0-1 0,0 1 0,0 0 0,0 0 0,0 0 0,0 0 0,0 0-1,0 0 1,0 0 0,0 0 0,0 0 0,0-1 0,1 1 0,-1 0-1,0 0 1,0 0 0,-15-5-1080,10 4 199,-22-10-2584</inkml:trace>
</inkml:ink>
</file>

<file path=ppt/ink/ink2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14.930"/>
    </inkml:context>
    <inkml:brush xml:id="br0">
      <inkml:brushProperty name="width" value="0.025" units="cm"/>
      <inkml:brushProperty name="height" value="0.025" units="cm"/>
    </inkml:brush>
  </inkml:definitions>
  <inkml:trace contextRef="#ctx0" brushRef="#br0">0 125 993,'172'10'4730,"2208"-115"1911,-2346 102-6554,-10 2-28,-1-1-1,1-2 0,-1 0 0,27-9 1,-49 12-163,4-1-2147</inkml:trace>
</inkml:ink>
</file>

<file path=ppt/ink/ink2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22.290"/>
    </inkml:context>
    <inkml:brush xml:id="br0">
      <inkml:brushProperty name="width" value="0.025" units="cm"/>
      <inkml:brushProperty name="height" value="0.025" units="cm"/>
    </inkml:brush>
  </inkml:definitions>
  <inkml:trace contextRef="#ctx0" brushRef="#br0">3232 816 4036,'0'0'438,"9"-9"-22,8-7-307,-3 3 371,0 0 0,-1-1 0,-1-1 0,12-17 0,-22 30-412,0-1 0,0 0 1,-1 0-1,1 0 0,0 0 1,-1 0-1,0 0 1,0-1-1,0 1 0,0 0 1,0-1-1,-1 1 1,0-1-1,1 1 0,-1 0 1,0-1-1,-1 1 0,1-1 1,-1 1-1,1 0 1,-1-1-1,0 1 0,0 0 1,0 0-1,-1-1 0,1 1 1,-1 0-1,0 1 1,0-1-1,-4-5 0,-32-28 707,0 3-1,-78-52 0,-97-42 934,139 88-1526,-3 4 0,0 3 0,-2 4-1,-2 2 1,-126-21 0,75 26-95,-2 7-1,-230 3 0,257 18-77,1 5 0,0 5 0,1 4 0,2 5 0,-198 76 0,243-77-7,2 2 0,1 2-1,2 3 1,1 2 0,1 3 0,2 1 0,2 3 0,2 2 0,1 1-1,3 3 1,1 1 0,3 2 0,2 1 0,2 2 0,3 2 0,2 0 0,2 2-1,3 1 1,-24 93 0,40-123 2,1 1 0,1 0-1,2 0 1,1 0 0,1 0-1,2 0 1,1 0 0,1 1-1,1-2 1,2 1 0,0-1-1,2 1 1,2-2 0,0 1-1,25 44 1,-12-31 22,2-1 0,1-2-1,2 0 1,2-2 0,1-1 0,2-2 0,1-1 0,68 50 0,-54-51 11,1-1-1,2-3 1,0-2 0,2-2 0,0-3 0,102 25 0,-13-15 135,1-6 0,1-7 0,0-5 0,239-13 0,-301-8 94,0-2 1,0-5 0,-2-3 0,0-4 0,-1-3 0,116-56 0,-138 52-56,-1-2 1,-2-3 0,-2-3-1,-1-1 1,59-60-1,-51 39-16,-3-3 0,-3-3 1,71-112-1,-100 139-168,-3-1 0,-1-1 0,-1-1 0,-3 0 0,-2-1 1,14-70-1,-23 84-24,-1 0 1,-1 0 0,-2 0 0,-1 0-1,-2 0 1,0 0 0,-2 0 0,-1 0 0,-2 1-1,0 0 1,-15-35 0,4 25-71,-1 0 1,-2 2 0,-48-64 0,-93-87 476,26 32-1755,105 116-243,1-2 1,-26-49-1,8-7-4546</inkml:trace>
</inkml:ink>
</file>

<file path=ppt/ink/ink2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24.058"/>
    </inkml:context>
    <inkml:brush xml:id="br0">
      <inkml:brushProperty name="width" value="0.025" units="cm"/>
      <inkml:brushProperty name="height" value="0.025" units="cm"/>
    </inkml:brush>
  </inkml:definitions>
  <inkml:trace contextRef="#ctx0" brushRef="#br0">57 1 4676,'14'981'9658,"11"-338"-7886,-62 290-1158,16-560-433,12-59 42,2-49-1626,-4-90-3252,1-80 155</inkml:trace>
</inkml:ink>
</file>

<file path=ppt/ink/ink2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24.635"/>
    </inkml:context>
    <inkml:brush xml:id="br0">
      <inkml:brushProperty name="width" value="0.025" units="cm"/>
      <inkml:brushProperty name="height" value="0.025" units="cm"/>
    </inkml:brush>
  </inkml:definitions>
  <inkml:trace contextRef="#ctx0" brushRef="#br0">1 759 3043,'0'0'2616,"10"-4"-1864,44-11 336,1 2-1,0 2 1,94-5-1,-39 5-525,1077-110 1035,457-63-1417,-726 27 734,-300 49-472,-224 33-2833,-220 31-2531</inkml:trace>
</inkml:ink>
</file>

<file path=ppt/ink/ink2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25.401"/>
    </inkml:context>
    <inkml:brush xml:id="br0">
      <inkml:brushProperty name="width" value="0.025" units="cm"/>
      <inkml:brushProperty name="height" value="0.025" units="cm"/>
    </inkml:brush>
  </inkml:definitions>
  <inkml:trace contextRef="#ctx0" brushRef="#br0">1 16 5125,'0'0'1388,"9"-3"-1020,-2 0-272,0 1-1,0 0 0,1 0 1,-1 1-1,1-1 0,-1 2 1,1-1-1,-1 1 1,1 0-1,0 1 0,-1 0 1,1 0-1,-1 1 0,8 2 1,76 28 844,-2 4 0,108 59 0,160 115 284,-238-137-848,-49-30-55,865 497 1589,-801-473-1815,271 91-1,162-13 38,-459-123-225,820 188-1101,-814-180-2308,-8-5-1772</inkml:trace>
</inkml:ink>
</file>

<file path=ppt/ink/ink2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27.576"/>
    </inkml:context>
    <inkml:brush xml:id="br0">
      <inkml:brushProperty name="width" value="0.025" units="cm"/>
      <inkml:brushProperty name="height" value="0.025" units="cm"/>
    </inkml:brush>
  </inkml:definitions>
  <inkml:trace contextRef="#ctx0" brushRef="#br0">3077 255 3043,'0'0'3961,"-3"-6"-3662,0-2-178,2 6-81,0 0 0,0 0 0,0 0 0,0 0 1,0 0-1,0 0 0,0 0 0,-1 1 0,1-1 0,0 0 0,-1 1 1,0 0-1,1-1 0,-1 1 0,0 0 0,0-1 0,-3 0 0,2-1 443,0 0-1,0 0 0,1 0 0,-1 0 1,1 0-1,-1-1 0,1 1 0,0-1 1,1 0-1,-1 1 0,1-1 0,-3-7 1,-13-26 769,8 27-1204,0 0 0,0 1 0,-1 1 0,0-1-1,-1 2 1,0-1 0,0 2 0,-1-1 0,1 1 0,-1 1 0,-1 0-1,1 1 1,-1 0 0,1 1 0,-14-2 0,-27-2-22,0 2-1,-71 2 1,100 3-9,-151 3 15,-334 53 0,-162 94 32,602-130-64,1 3 0,2 2 0,0 4 0,1 3 0,2 2 0,2 3 0,-64 50 0,62-38 16,2 3 0,3 3 1,-63 74-1,91-92-3,3 1 0,0 1-1,3 2 1,1 0 0,3 1 0,-30 84 0,27-41 47,3 1 0,-10 99 1,-2 179 14,30-332-48,1 1-1,2 0 1,1-1 0,2 0 0,0 1 0,17 54 0,-14-67 20,1 0 0,1-1 0,0 0 0,1 0 0,2-1 0,0 0 0,0-1 0,2-1 0,0 0 0,1-1 0,23 19 1,-9-12 126,1-1 1,1-2-1,0-2 1,2 0 0,55 19-1,182 42 996,-72-24-862,-125-31-238,182 53 65,-200-63-88,0-3 0,98 6 1,-83-15 99,-1-4 0,1-3 0,-1-3 0,0-3 0,-1-3 0,-1-2 0,0-4 0,73-34 0,-57 20-65,-3-3-1,-1-4 1,-2-3-1,-2-4 1,81-68-1,-121 87-47,-1-2 0,-2-1 0,-1-1 0,-2-2 0,-1-1 0,-2-1 0,-2-2 0,-1 0 0,-2-1 0,-2-2 0,24-80 0,16-130-32,11-42-9,-56 246-11,-2-1-1,-1 0 1,-3-1-1,2-70 1,-10 98 7,-1 0 1,-1 0-1,-1 1 1,-1 0-1,-1-1 1,-1 1-1,0 1 0,-2-1 1,-1 1-1,0 1 1,-2 0-1,-15-24 0,5 16 17,-1 2 0,-1 0 0,-2 2 0,0 0 0,-1 2 0,-1 1-1,-1 1 1,-1 1 0,-43-20 0,-28-6-1067,-165-52-1,245 91 735,9 3-192,0 0 0,0-1 1,1 0-1,0-1 0,0 0 1,0 0-1,1-1 0,-1-1 0,1 1 1,1-1-1,-10-10 0,-17-41-6752</inkml:trace>
</inkml:ink>
</file>

<file path=ppt/ink/ink2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30.583"/>
    </inkml:context>
    <inkml:brush xml:id="br0">
      <inkml:brushProperty name="width" value="0.025" units="cm"/>
      <inkml:brushProperty name="height" value="0.025" units="cm"/>
    </inkml:brush>
  </inkml:definitions>
  <inkml:trace contextRef="#ctx0" brushRef="#br0">112 314 609,'21'-36'244,"2"-3"-299,18-45-1,-20 18 2121,-19 58-1171,-1-1 1,0 0-1,-1 0 0,0 0 1,-1-11-1,1 19-806,0 0 0,0 0 0,0 0 0,0 0 0,0 0 0,-1 0 0,1 0 0,0 0 0,-1 0 0,1 0 0,-1 0 0,1 0 0,-1 0 0,1 1 0,-1-1 0,0 0 0,1 0 0,-1 0 0,0 1 0,0-1 0,1 0 0,-1 1 0,0-1 0,0 1 0,0-1 0,0 1 0,0-1 0,0 1 0,0 0 0,0-1 0,0 1 0,0 0-1,0 0 1,0 0 0,0 0 0,0 0 0,0 0 0,0 0 0,0 0 0,0 0 0,0 0 0,0 1 0,0-1 0,0 0 0,0 1 0,0-1 0,0 1 0,0-1 0,-1 2 0,-4 1 125,0 0 0,0 0-1,0 1 1,1 0 0,-1 0 0,-6 7-1,-3 6-28,1 1-1,0 1 1,2 0 0,0 0-1,1 2 1,1-1-1,1 1 1,1 1 0,1-1-1,0 1 1,2 1-1,1-1 1,1 1-1,0-1 1,2 1 0,1 0-1,3 30 1,-3-47-168,1 0 0,0-1 0,0 1 0,1 0 0,-1-1 1,1 1-1,1 0 0,-1-1 0,1 0 0,0 0 0,0 0 0,0 0 0,1 0 1,0-1-1,0 1 0,0-1 0,0 0 0,1 0 0,-1-1 0,1 1 0,0-1 1,0 0-1,0 0 0,1-1 0,-1 0 0,1 0 0,-1 0 0,1 0 0,0-1 1,0 0-1,-1 0 0,11 0 0,-1-1 9,0-1-1,0 0 1,0 0 0,-1-2 0,1 0 0,-1 0-1,0-2 1,0 1 0,0-2 0,0 0-1,-1-1 1,13-8 0,-22 10-32,-15 7-9,-19 9 34,-2 4 213,1 2 1,1 1-1,1 2 1,0 1-1,2 1 1,0 2-1,-27 30 1,49-48-195,1-1 1,0 1-1,1 0 0,0 0 1,0 0-1,0 0 0,0 1 1,1-1-1,0 1 0,0 0 1,1-1-1,0 1 1,0 9-1,1-13-25,0 0 1,0 0 0,1 0-1,-1 0 1,1 0-1,0 0 1,0 0-1,0 0 1,0 0 0,0 0-1,1 0 1,-1-1-1,1 1 1,0-1 0,-1 1-1,1-1 1,1 1-1,-1-1 1,0 0-1,0 0 1,1 0 0,-1-1-1,1 1 1,0 0-1,-1-1 1,1 0 0,0 1-1,0-1 1,0-1-1,6 2 1,6 1-122,0-1 1,1-1 0,-1 0-1,0-1 1,1-1 0,-1 0-1,0-1 1,0-1-1,0 0 1,0-1 0,0-1-1,-1 0 1,26-14-1,-26 12-814,0-1 0,-1-1-1,1 0 1,-2-1-1,1-1 1,-2 0 0,1 0-1,10-14 1,14-30-4047</inkml:trace>
</inkml:ink>
</file>

<file path=ppt/ink/ink2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30.815"/>
    </inkml:context>
    <inkml:brush xml:id="br0">
      <inkml:brushProperty name="width" value="0.025" units="cm"/>
      <inkml:brushProperty name="height" value="0.025" units="cm"/>
    </inkml:brush>
  </inkml:definitions>
  <inkml:trace contextRef="#ctx0" brushRef="#br0">2 1 13196,'0'0'278,"-1"13"171,1 5-72,0 1 1,2-1-1,0 1 1,1-1-1,1 0 1,12 35-1,6 8 5,69 218-107,-88-268-480,-3-7-15,1 1 0,0-1 1,0 0-1,0 0 0,0 1 0,1-1 1,0 0-1,0 0 0,0 0 0,0-1 1,1 1-1,0 0 0,-1-1 0,1 0 1,4 4-1,-6-7 48,0 0 0,-1 0 0,1 0 0,0 0 0,0 0 0,0 0 0,-1 0 0,1 0 0,0-1 1,0 1-1,0 0 0,-1 0 0,1-1 0,0 1 0,0-1 0,-1 1 0,1-1 0,0 1 0,-1-1 0,1 1 0,-1-1 0,1 1 1,-1-1-1,1 0 0,-1 1 0,1-1 0,-1 0 0,1 1 0,-1-1 0,0 0 0,1 0 0,-1 0 0,0 1 0,0-1 0,0 0 1,1 0-1,-1 0 0,0 0 0,9-35-6240</inkml:trace>
</inkml:ink>
</file>

<file path=ppt/ink/ink2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31.015"/>
    </inkml:context>
    <inkml:brush xml:id="br0">
      <inkml:brushProperty name="width" value="0.025" units="cm"/>
      <inkml:brushProperty name="height" value="0.025" units="cm"/>
    </inkml:brush>
  </inkml:definitions>
  <inkml:trace contextRef="#ctx0" brushRef="#br0">11 0 10890,'0'0'3524,"-11"74"-2051,27-34-416,2 6-448,4 2-193,-1 1-192,3-1-128,-3-2-32,-3-3-32,-3-7-192,-2-5-737,-1-8-480,-6-10-769,1-10-2530</inkml:trace>
</inkml:ink>
</file>

<file path=ppt/ink/ink2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31.216"/>
    </inkml:context>
    <inkml:brush xml:id="br0">
      <inkml:brushProperty name="width" value="0.025" units="cm"/>
      <inkml:brushProperty name="height" value="0.025" units="cm"/>
    </inkml:brush>
  </inkml:definitions>
  <inkml:trace contextRef="#ctx0" brushRef="#br0">1 1 6470,'0'0'9481,"45"54"-8520,-30-32-416,1 2-193,-1 0-160,0 0-96,-5 0-64,-1-5 32,-3-4-544,-4-10-1474,-2-9-2274,-11-20-352</inkml:trace>
</inkml:ink>
</file>

<file path=ppt/ink/ink2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31.326"/>
    </inkml:context>
    <inkml:brush xml:id="br0">
      <inkml:brushProperty name="width" value="0.025" units="cm"/>
      <inkml:brushProperty name="height" value="0.025" units="cm"/>
    </inkml:brush>
  </inkml:definitions>
  <inkml:trace contextRef="#ctx0" brushRef="#br0">1 44 7239,'0'0'64,"2"-43"-2306</inkml:trace>
</inkml:ink>
</file>

<file path=ppt/ink/ink2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31.761"/>
    </inkml:context>
    <inkml:brush xml:id="br0">
      <inkml:brushProperty name="width" value="0.025" units="cm"/>
      <inkml:brushProperty name="height" value="0.025" units="cm"/>
    </inkml:brush>
  </inkml:definitions>
  <inkml:trace contextRef="#ctx0" brushRef="#br0">0 1 9993,'7'12'16,"35"67"1722,85 170 2020,-111-211-3591,0 2 0,-3-1 1,-2 2-1,12 69 0,-24-86-48,-9-31 119,-12-35-93,14 16-162,0 0 1,2-1-1,1 0 1,1 0 0,1 0-1,2-1 1,1 1 0,1-1-1,1 1 1,1 0 0,1 0-1,2 0 1,1 1-1,12-31 1,-17 51 30,1 1 0,0-1-1,0 1 1,0 0 0,1 0 0,0 0-1,0 0 1,0 1 0,0-1 0,1 1 0,0 0-1,0 0 1,0 1 0,7-4 0,-9 5 1,0 1 0,-1 0 0,1 1 1,0-1-1,0 0 0,-1 1 0,1-1 1,0 1-1,0 0 0,0 0 0,0 0 1,-1 0-1,1 1 0,0-1 0,0 1 1,0 0-1,-1 0 0,1 0 0,0 0 1,-1 0-1,1 0 0,-1 1 0,1-1 1,-1 1-1,0 0 0,0-1 1,0 1-1,0 0 0,0 0 0,0 1 1,0-1-1,2 4 0,-2-2 14,0 0-1,0 0 1,0 0-1,0 1 1,-1-1-1,0 0 1,0 1-1,0-1 1,0 1-1,-1-1 1,1 1 0,-1-1-1,0 1 1,-1-1-1,1 1 1,-1-1-1,0 1 1,0-1-1,0 0 1,-1 1-1,0-1 1,1 0-1,-1 0 1,-1 0 0,1 0-1,-1 0 1,1-1-1,-1 1 1,0-1-1,-4 4 1,1-1-76,1 0 1,0-1-1,-1 0 1,0 0-1,-1 0 1,1-1-1,-1 0 1,1 0-1,-1-1 1,0 0-1,0 0 1,-1 0 0,1-1-1,-1 0 1,1-1-1,-1 0 1,-9 1-1,16-2-85,0-1 0,0 1 1,1-1-1,-1 1 0,0 0 0,1-1 0,-1 1 0,0-1 0,1 0 1,-1 1-1,1-1 0,-1 0 0,1 1 0,-1-1 0,1 0 1,0 1-1,-1-1 0,1 0 0,0 0 0,0 1 0,-1-1 0,1 0 1,0 0-1,0 0 0,0 1 0,0-1 0,0 0 0,0 0 1,0 0-1,0 1 0,0-1 0,0 0 0,1 0 0,-1 0 0,0 1 1,1-1-1,-1 0 0,0 0 0,1 1 0,-1-1 0,1 0 1,0 0-1,17-25-3995</inkml:trace>
</inkml:ink>
</file>

<file path=ppt/ink/ink2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32.577"/>
    </inkml:context>
    <inkml:brush xml:id="br0">
      <inkml:brushProperty name="width" value="0.025" units="cm"/>
      <inkml:brushProperty name="height" value="0.025" units="cm"/>
    </inkml:brush>
  </inkml:definitions>
  <inkml:trace contextRef="#ctx0" brushRef="#br0">161 20 7687,'0'0'481,"-8"-3"672,-59-11 2072,62 13-2978,1 0-1,-1 1 1,0 0-1,0 0 1,1 0-1,-1 0 1,0 1 0,0 0-1,1 0 1,-1 0-1,0 0 1,1 1 0,0 0-1,-7 3 1,11-5-234,-1 1 0,0-1 0,1 1 0,-1-1 0,0 1 0,1-1 0,-1 1 0,1 0 0,-1-1 0,1 1 0,-1 0 0,1-1 0,-1 1 0,1 0 0,0 0 0,-1 0 0,1-1 0,0 1 0,0 0 0,0 0 0,-1 0 0,1 0 0,0-1 0,0 1 0,0 0 0,1 0 0,-1 1 0,1 0 4,0 0-1,0-1 0,0 1 0,0-1 1,0 1-1,0-1 0,0 1 0,1-1 1,-1 0-1,0 0 0,1 0 0,2 2 1,53 23 215,-51-23-186,45 14 124,36 14 91,-79-28-233,-1 0 0,0 1 0,-1 0 0,1 1 0,0-1 0,-1 1 0,0 0 0,9 11 0,-13-14-20,-1 0 1,1 0-1,-1 0 0,0 0 1,1 0-1,-1 0 0,0 0 0,0 1 1,-1-1-1,1 0 0,0 1 0,-1-1 1,1 1-1,-1-1 0,0 1 0,0-1 1,0 1-1,0-1 0,0 1 1,-1-1-1,0 5 0,-1-3 5,0 0-1,0 0 1,0-1-1,0 1 1,-1-1-1,0 0 1,1 1-1,-1-1 1,0 0 0,0-1-1,-1 1 1,-3 2-1,-1 1 15,-1-1-1,0 0 0,0-1 1,0 0-1,0 0 1,-1-1-1,1 0 0,-1-1 1,0 0-1,-13 1 0,23-3-27,-1 0-1,1 0 1,-1 0-1,0 0 0,1 0 1,-1 0-1,1 0 0,-1-1 1,1 1-1,-1 0 1,0 0-1,1-1 0,-1 1 1,1 0-1,-1-1 0,1 1 1,-1 0-1,1-1 1,0 1-1,-1-1 0,1 1 1,-1-1-1,1 1 0,0-1 1,-1 1-1,1-1 0,0 1 1,0-1-1,-1 1 1,1-1-1,0 1 0,0-1 1,0 0-1,0 1 0,0-1 1,0 1-1,0-1 1,0 0-1,0 1 0,0-1 1,0 1-1,0-1 0,0 0 1,0 1-1,1-1 1,-1 0-1,15-29-818,-4 18-137,0 0 0,1 1 0,1 0 0,0 1 0,0 1 1,16-9-1,94-43-2204,-87 44 3800,-36 17-533,0 0-1,1 0 1,-1 0 0,0 0-1,0 0 1,0 0 0,1 0-1,-1 0 1,0 0 0,0 0-1,1 0 1,-1 0 0,0 0-1,0 0 1,0 0 0,1 0-1,-1 0 1,0 0-1,0 0 1,1 0 0,-1 0-1,0 0 1,0 0 0,0 1-1,1-1 1,-1 0 0,0 0-1,0 0 1,0 0 0,0 0-1,0 1 1,1-1 0,-1 0-1,0 0 1,0 0-1,0 1 1,0-1 0,0 0-1,0 0 1,0 0 0,0 1-1,0-1 1,0 0 0,0 0-1,0 1 1,0-1 0,0 0-1,0 0 1,0 0 0,0 1-1,0-1 1,0 0-1,0 0 1,0 1 0,0-1-1,0 0 1,0 0 0,0 0-1,0 1 1,-1-1 0,1 0-1,0 0 1,0 0 0,0 0-1,0 1 1,-10 29 1899,-2 16-1150,12-45-832,0 1-1,0-1 0,1 1 0,-1-1 0,0 1 0,1-1 0,-1 1 0,1-1 0,-1 1 0,1-1 0,0 0 0,-1 1 1,1-1-1,0 0 0,0 0 0,0 0 0,0 1 0,0-1 0,0 0 0,1 0 0,-1 0 0,2 1 0,0 0 13,1-1-1,0 1 0,-1-1 1,1 0-1,0 0 0,0 0 0,0 0 1,7 0-1,-4 0-8,-1-1 0,1 0 1,0-1-1,-1 1 0,1-1 0,-1-1 1,1 1-1,-1-1 0,1 0 0,9-5 1,-12 4-25,0 0 1,0 0-1,0 0 1,0-1-1,-1 1 1,0-1-1,0 0 1,0 0 0,0 0-1,0 0 1,-1-1-1,0 1 1,0-1-1,0 1 1,1-8 0,-2 10-21,-1-1 0,0 1 1,1-1-1,-1 1 1,-1 0-1,1-1 1,0 1-1,0 0 1,-1-1-1,1 1 1,-1 0-1,0-1 1,0 1-1,0 0 1,0 0-1,0 0 0,0 0 1,-1 0-1,1 0 1,-1 0-1,1 0 1,-1 1-1,0-1 1,1 1-1,-1-1 1,0 1-1,0-1 1,0 1-1,0 0 1,-1 0-1,1 0 0,0 0 1,-3 0-1,-9-3-49,0 0 1,0 1-1,0 1 0,-16-1 0,-35-7-47,140-10-105,-62 18 258,1 0-21,0 0-1,0 0 1,0 1 0,23 2 0,-34 0 2,0-1 0,0 1 0,0-1-1,0 1 1,0 0 0,0 0 0,-1 0 0,1 0 0,0 1-1,-1-1 1,1 1 0,-1 0 0,1 0 0,-1-1 0,0 2-1,1-1 1,-1 0 0,0 0 0,-1 1 0,1-1 0,0 1-1,-1-1 1,1 1 0,-1 0 0,0 0 0,0-1 0,1 5-1,12 93 1343,-12-79-4730,0-8-4758,-5-30 4202</inkml:trace>
</inkml:ink>
</file>

<file path=ppt/ink/ink2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32.718"/>
    </inkml:context>
    <inkml:brush xml:id="br0">
      <inkml:brushProperty name="width" value="0.025" units="cm"/>
      <inkml:brushProperty name="height" value="0.025" units="cm"/>
    </inkml:brush>
  </inkml:definitions>
  <inkml:trace contextRef="#ctx0" brushRef="#br0">21 74 6790,'0'0'1410,"-18"-45"-674,15 29-159,3 7-161,0 5-352,10 4-64,8 0 97,3 0-65,6 9-161,5 5-2113,4-1-1793</inkml:trace>
</inkml:ink>
</file>

<file path=ppt/ink/ink2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2:33.108"/>
    </inkml:context>
    <inkml:brush xml:id="br0">
      <inkml:brushProperty name="width" value="0.025" units="cm"/>
      <inkml:brushProperty name="height" value="0.025" units="cm"/>
    </inkml:brush>
  </inkml:definitions>
  <inkml:trace contextRef="#ctx0" brushRef="#br0">159 339 5669,'0'0'6791,"-7"4"-5008,-23 10-433,15-7-657,0 0 0,1 1-1,-23 16 1,34-22-645,0 1 0,-1-1 0,1 1 0,1 0 0,-1 0 0,0 1 0,1-1 0,-1 0 1,1 1-1,0 0 0,0-1 0,1 1 0,-1 0 0,1 0 0,0 0 0,0 0 0,0 0 0,0 0 0,1 0 0,-1 5 0,2-8-41,-1 0 1,0 0-1,0 0 1,0 0-1,1 0 0,-1 0 1,0 0-1,1 0 1,-1 0-1,1-1 0,-1 1 1,1 0-1,0 0 1,-1 0-1,1-1 1,0 1-1,-1 0 0,1-1 1,0 1-1,0-1 1,0 1-1,-1-1 0,1 1 1,0-1-1,0 1 1,0-1-1,0 0 0,0 0 1,0 1-1,0-1 1,0 0-1,0 0 0,0 0 1,0 0-1,0 0 1,0 0-1,0 0 0,0-1 1,0 1-1,0 0 1,0 0-1,-1-1 1,1 1-1,2-1 0,0 0 11,1 0 0,-1-1-1,1 1 1,-1 0-1,1-1 1,-1 0 0,0 0-1,0 0 1,0 0-1,0-1 1,3-3 0,2-6-20,-1-1 0,0 0 1,-1 0-1,-1-1 1,0 0-1,-1 0 1,0 0-1,-1 0 0,2-25 1,-2-17-73,-4-63 1,1 94 49,0 13 18,-1 0 0,1 0 0,-2 0 0,0 1 0,0-1 0,-1 1 0,-7-20 0,6 91 502,9-27-426,1-1 0,2-1 0,1 1 0,2-2 0,1 1-1,1-1 1,1-1 0,2-1 0,1 0 0,35 44 0,-47-66-518,0-1 1,0 1-1,1-1 1,-1-1 0,1 1-1,0-1 1,0 0-1,1 0 1,-1-1-1,11 4 1,22 0-7764</inkml:trace>
</inkml:ink>
</file>

<file path=ppt/ink/ink2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41.855"/>
    </inkml:context>
    <inkml:brush xml:id="br0">
      <inkml:brushProperty name="width" value="0.025" units="cm"/>
      <inkml:brushProperty name="height" value="0.025" units="cm"/>
    </inkml:brush>
  </inkml:definitions>
  <inkml:trace contextRef="#ctx0" brushRef="#br0">335 23 5509,'-1'-1'148,"-1"-1"0,1 0 0,-1 0 0,1 1 0,-1-1 0,0 1 0,1-1 0,-1 1 0,0 0 0,0 0 0,0 0 0,0 0 0,0 0 0,0 0 0,0 1 0,0-1 0,-1 0 0,1 1 0,0 0 0,0 0 0,0-1 0,-1 1-1,-2 1 1,-55 3 1661,49-1-1636,1 1 0,0 0-1,1 1 1,-1 0 0,1 0 0,0 1 0,0 0 0,1 1-1,0 0 1,0 0 0,0 1 0,1 0 0,0 0-1,1 1 1,0 0 0,-7 13 0,1-1-60,1 1-1,1 1 1,1 0-1,1 0 1,1 0 0,-5 30-1,8-26-92,1-1-1,2 1 1,0-1-1,2 1 1,1 0 0,1-1-1,1 1 1,1-1-1,2 0 1,19 49 0,-21-62-5,1 1-1,1-1 1,1-1 0,-1 0 0,2 0 0,0 0 0,0-1 0,1-1 0,1 1 0,-1-2 0,2 1 0,-1-2 0,1 1 0,0-2 0,1 1 0,0-2 0,0 0 0,1 0 0,0-1 0,-1-1 0,26 4 0,-29-5 46,0-2 0,0 1 1,1-2-1,-1 1 1,1-2-1,-1 1 0,1-1 1,-1-1-1,0 0 1,0 0-1,0-1 0,0 0 1,0-1-1,0 0 1,-1 0-1,0-1 0,0-1 1,0 1-1,0-2 0,-1 1 1,0-1-1,-1 0 1,1 0-1,-1-1 0,-1 0 1,1-1-1,-2 1 1,1-1-1,7-16 0,-6 9 14,0 1-1,0-1 0,-2-1 0,0 1 0,-1-1 1,0 0-1,-2 0 0,0 0 0,0-31 0,-3 45-41,1 1-1,0 0 1,-1-1 0,1 1-1,-1 0 1,0-1-1,0 1 1,0 0-1,0 0 1,0 0-1,0 0 1,-1 0-1,1 0 1,0 0-1,-1 0 1,0 1-1,1-1 1,-1 0-1,0 1 1,0 0-1,0-1 1,0 1-1,0 0 1,0 0 0,-1 0-1,1 0 1,0 0-1,0 1 1,-1-1-1,1 1 1,0-1-1,-1 1 1,1 0-1,-1 0 1,1 0-1,-3 1 1,-3-1-16,0 0-1,0 1 1,0 0 0,1 1 0,-1 0-1,0 0 1,1 1 0,-1-1 0,1 2 0,-8 3-1,8-2-17,1 1 0,-1-1-1,1 1 1,0 0 0,0 1 0,0-1-1,1 1 1,0 0 0,1 1-1,-1-1 1,1 1 0,1 0-1,0 0 1,0 0 0,-4 16-1,6-19-3,1 0 0,-1-1 0,1 1 0,-1 0 0,1 0 0,1 0 0,-1 0 0,1-1 0,0 1 0,0 0 1,0 0-1,0-1 0,1 1 0,0-1 0,0 1 0,0-1 0,1 0 0,-1 0 0,1 0 0,0 0 0,0 0 0,1 0 0,-1-1 0,1 0 0,-1 0 0,1 0 0,0 0 0,0 0 0,7 2 0,-1 0 0,1-1 1,0 0-1,0 0 1,0-2 0,0 1-1,0-1 1,1-1-1,-1 0 1,1 0 0,-1-1-1,1-1 1,-1 0-1,0-1 1,18-4 0,-14 2-570,0-1 0,-1-1 0,1 0 0,-1-1 0,-1 0 0,1-1 0,-1-1 0,0 0 0,-1-1 0,13-13 0,11-17-5004</inkml:trace>
</inkml:ink>
</file>

<file path=ppt/ink/ink2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42.261"/>
    </inkml:context>
    <inkml:brush xml:id="br0">
      <inkml:brushProperty name="width" value="0.025" units="cm"/>
      <inkml:brushProperty name="height" value="0.025" units="cm"/>
    </inkml:brush>
  </inkml:definitions>
  <inkml:trace contextRef="#ctx0" brushRef="#br0">44 20 13036,'0'0'1805,"4"8"-1656,7 10-80,-4-10-39,-1 1 0,-1-1 0,0 1 0,0 1 0,-1-1 0,0 1 0,0 0 0,-1 0 0,3 19 0,-6-29-24,0 1 1,-1-1 0,1 1 0,0-1 0,-1 1 0,1-1 0,0 1 0,-1-1 0,1 1 0,0-1 0,-1 1 0,1-1 0,-1 0-1,1 1 1,-1-1 0,1 0 0,-1 1 0,1-1 0,-1 0 0,1 1 0,-1-1 0,1 0 0,-1 0 0,0 0 0,1 0 0,-1 0 0,1 0-1,-1 0 1,1 0 0,-1 0 0,0 0 0,1 0 0,-1 0 0,1 0 0,-1 0 0,0 0 0,1 0 0,-1-1 0,1 1 0,-2-1-1,-25-9 138,22 6-99,0-1 0,0 1 0,0-1 0,0 0 0,1 0 0,0 0 1,0-1-1,0 1 0,1-1 0,0 0 0,0 0 0,0 0 1,-2-9-1,5 13-31,-1 0 0,1 0 1,-1-1-1,1 1 1,0 0-1,0-1 0,0 1 1,0-1-1,1 1 1,-1 0-1,0 0 0,1-1 1,0 1-1,0 0 1,-1 0-1,1 0 0,0-1 1,1 1-1,-1 0 1,0 0-1,1 1 0,-1-1 1,1 0-1,-1 0 1,1 1-1,0-1 0,0 1 1,0-1-1,0 1 1,0 0-1,0 0 0,0 0 1,0 0-1,0 0 1,0 0-1,1 1 0,-1-1 1,0 1-1,1 0 1,3-1-1,2 0-25,1 0 0,-1 0 0,1 1 0,-1 0-1,1 1 1,-1 0 0,1 0 0,-1 1 0,1 0 0,-1 0 0,0 1-1,0 0 1,0 0 0,-1 1 0,1 0 0,-1 0 0,0 1 0,0 0-1,0 1 1,-1-1 0,0 1 0,0 0 0,7 10 0,-8-10-794,-1 1 1,0-1-1,0 1 0,-1 0 1,0 0-1,0 1 1,-1-1-1,0 0 0,0 1 1,0 10-1,-1-8-4042</inkml:trace>
</inkml:ink>
</file>

<file path=ppt/ink/ink2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42.509"/>
    </inkml:context>
    <inkml:brush xml:id="br0">
      <inkml:brushProperty name="width" value="0.025" units="cm"/>
      <inkml:brushProperty name="height" value="0.025" units="cm"/>
    </inkml:brush>
  </inkml:definitions>
  <inkml:trace contextRef="#ctx0" brushRef="#br0">1 1 13837,'0'0'2274,"8"67"-2338,2-17 545,0 5-321,1 2-128,1-1-32,4 1 0,-3-6 0,2-4-128,1-9-1025,1-10-2499,-4-13 321,-4-12-2370</inkml:trace>
</inkml:ink>
</file>

<file path=ppt/ink/ink2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43.274"/>
    </inkml:context>
    <inkml:brush xml:id="br0">
      <inkml:brushProperty name="width" value="0.025" units="cm"/>
      <inkml:brushProperty name="height" value="0.025" units="cm"/>
    </inkml:brush>
  </inkml:definitions>
  <inkml:trace contextRef="#ctx0" brushRef="#br0">0 207 10186,'0'0'2023,"8"-4"-1916,24-10 671,41-14 1,-50 22-655,-1-2-1,0-1 1,0 0 0,-1-2-1,0-1 1,-1 0-1,20-17 1,-37 26-65,0 0 0,0 0 0,0-1 1,-1 1-1,1-1 0,-1 0 0,0 1 0,0-1 0,1-5 0,-2 8-19,-1 1-1,0-1 0,0 0 0,1 0 0,-1 1 1,0-1-1,0 0 0,0 0 0,0 1 0,0-1 1,0 0-1,0 0 0,0 1 0,-1-1 0,1 0 1,0 0-1,0 1 0,-1-1 0,1 0 0,0 1 1,-1-1-1,1 0 0,0 1 0,-1-1 0,1 1 1,-1-1-1,1 0 0,-1 1 0,0-1 0,1 1 1,-1 0-1,0-1 0,1 1 0,-1-1 0,0 1 1,1 0-1,-1 0 0,0-1 0,1 1 0,-1 0 1,0 0-1,0 0 0,1 0 0,-1 0 0,0 0 1,0 0-1,1 0 0,-1 0 0,0 0 0,0 0 1,1 0-1,-1 1 0,0-1 0,0 0 0,0 1 1,-1 0-33,1-1 0,-1 1 0,1 0 0,0-1 0,-1 1 0,1 0 0,0 0 0,0 0 0,0 0 0,0 0 1,0 1-1,0-1 0,0 0 0,0 0 0,0 1 0,0-1 0,1 0 0,-1 1 0,0-1 0,1 1 0,-1-1 0,1 1 0,0-1 0,0 1 1,-1-1-1,1 3 0,-3 47-93,3-45 103,1 0-7,0 0 0,0 0 1,0 0-1,1 0 0,0 0 0,0 0 0,0 0 0,1-1 0,0 1 0,0-1 0,0 1 0,1-1 0,-1-1 0,1 1 0,0 0 0,1-1 0,-1 0 0,1 0 0,0 0 0,0 0 0,0-1 0,1 0 0,-1 0 0,1 0 0,-1-1 0,1 0 0,0 0 0,0-1 0,0 1 0,0-1 0,0 0 0,0-1 0,1 1 0,-1-1 0,0-1 0,0 1 0,0-1 0,0 0 0,11-3 0,-14 3 5,0-1-1,1 1 1,-1-1 0,0 0-1,0 1 1,0-1 0,0 0-1,-1-1 1,1 1 0,0-1-1,-1 1 1,1-1 0,-1 0 0,0 1-1,0-1 1,0-1 0,-1 1-1,1 0 1,1-6 0,0-2 25,0 0 0,-1 0 0,-1 0 0,1-20 0,4-32 10,-5 61-49,0 1-1,0-1 0,-1 0 1,1 1-1,0-1 0,0 1 1,0 0-1,0-1 1,1 1-1,-1 0 0,0 0 1,1-1-1,-1 1 0,0 0 1,1 0-1,-1 1 0,1-1 1,0 0-1,-1 0 0,1 1 1,0-1-1,-1 1 0,1 0 1,0-1-1,-1 1 0,1 0 1,0 0-1,0 0 1,-1 0-1,1 0 0,0 0 1,0 1-1,-1-1 0,1 1 1,0-1-1,-1 1 0,3 0 1,5 2-30,0 0 0,0 1 0,0 0 0,0 0 0,11 9 0,7 6 2,-10-5 16,2-1 1,36 19 0,-50-29 9,0-1 0,0 0 0,0 0 0,0-1 0,0 1 0,0-1 0,0 0 1,1-1-1,-1 1 0,0-1 0,0 0 0,1-1 0,-1 1 0,0-1 0,0 0 0,0 0 0,9-3 0,-10 2 18,-1-1-1,1 1 1,-1-1-1,0 0 1,0 0-1,0 0 1,0-1-1,-1 1 0,1 0 1,-1-1-1,0 0 1,0 1-1,0-1 1,0 0-1,-1 0 1,0 0-1,1 0 0,-1-1 1,-1 1-1,1 0 1,-1 0-1,0-1 1,1 1-1,-2-7 1,0 15 431,0-3-447,1 0-1,0 1 0,-1-1 0,1 1 1,0-1-1,0 1 0,0-1 0,-1 1 1,2-1-1,-1 1 0,0-1 0,0 0 0,0 1 1,1-1-1,-1 1 0,1-1 0,-1 1 1,1-1-1,0 0 0,0 2 0,2 1-22,0-1 0,1 1 0,-1-1 0,1 1 0,0-1 0,0 0 0,0-1 0,0 1 0,1-1 0,-1 0 0,1 0 0,-1 0 0,1 0 0,6 1 0,-6-2-611,1 0 0,-1 0-1,1-1 1,0 0-1,-1 0 1,1 0 0,7-1-1,0-6-4592,-3-11-3305</inkml:trace>
</inkml:ink>
</file>

<file path=ppt/ink/ink2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43.415"/>
    </inkml:context>
    <inkml:brush xml:id="br0">
      <inkml:brushProperty name="width" value="0.025" units="cm"/>
      <inkml:brushProperty name="height" value="0.025" units="cm"/>
    </inkml:brush>
  </inkml:definitions>
  <inkml:trace contextRef="#ctx0" brushRef="#br0">0 0 13132,'0'0'-2210</inkml:trace>
</inkml:ink>
</file>

<file path=ppt/ink/ink2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43.788"/>
    </inkml:context>
    <inkml:brush xml:id="br0">
      <inkml:brushProperty name="width" value="0.025" units="cm"/>
      <inkml:brushProperty name="height" value="0.025" units="cm"/>
    </inkml:brush>
  </inkml:definitions>
  <inkml:trace contextRef="#ctx0" brushRef="#br0">0 56 13100,'0'0'91,"9"5"-155,2 1 79,-1 0 1,0 1-1,0 0 0,0 1 0,-1 0 1,15 17-1,-30-40 2430,-4-42-2338,10 55-68,-1 0 1,1 0 0,0 1 0,0-1-1,0 0 1,0 0 0,0 0-1,0 0 1,1 0 0,-1 0 0,1 0-1,-1 1 1,1-1 0,-1 0 0,1 0-1,0 1 1,0-1 0,0 0-1,0 1 1,0-1 0,1 1 0,-1-1-1,0 1 1,1 0 0,2-3-1,1 2-36,0 1 0,0-1 0,0 1-1,0 0 1,1 0 0,-1 1-1,0-1 1,9 2 0,133 2-425,-85 0-4922,-41-3 1089</inkml:trace>
</inkml:ink>
</file>

<file path=ppt/ink/ink2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44.240"/>
    </inkml:context>
    <inkml:brush xml:id="br0">
      <inkml:brushProperty name="width" value="0.025" units="cm"/>
      <inkml:brushProperty name="height" value="0.025" units="cm"/>
    </inkml:brush>
  </inkml:definitions>
  <inkml:trace contextRef="#ctx0" brushRef="#br0">153 5 9289,'0'0'4981,"-9"-1"-2980,5 1-1888,-2-1-58,1 0 1,0 0 0,-1 1 0,1 0-1,0 0 1,-1 0 0,1 1 0,0 0-1,0 0 1,-1 0 0,1 1 0,0-1-1,0 1 1,0 1 0,1-1 0,-1 1-1,-6 4 1,8-5-66,-1 1 0,1 0 1,0 0-1,0 0 0,1 0 0,-1 0 0,0 0 0,1 1 1,0 0-1,0-1 0,0 1 0,0 0 0,1 0 0,0 0 1,-1 0-1,1 0 0,1 0 0,-2 7 0,3-11 10,-1 1-1,1-1 0,-1 1 0,1-1 1,-1 1-1,1-1 0,0 1 0,-1-1 1,1 0-1,-1 1 0,1-1 0,0 0 1,0 1-1,-1-1 0,1 0 0,0 0 1,-1 0-1,1 0 0,0 0 0,0 0 1,-1 0-1,1 0 0,0 0 0,-1 0 1,1 0-1,0 0 0,0-1 0,-1 1 1,1 0-1,0 0 0,0-1 1,25-7 141,-23 6-139,-1 1 0,1-1 0,0 0 0,0 1 0,0 0 0,0 0 0,0 0 0,0 0 0,0 0 0,1 1 0,-1-1 0,0 1-1,0 0 1,0 0 0,1 0 0,-1 0 0,0 1 0,0-1 0,6 3 0,-4-1 9,0 0-1,0 1 1,0 0 0,0 0-1,-1 0 1,1 1-1,-1-1 1,0 1-1,0 0 1,5 7 0,2 4 23,-1 1 0,0-1 0,-1 2 0,-1-1 0,-1 1 1,6 19-1,-7-17 29,-1 0-1,-1 0 1,-1 1 0,0-1-1,-2 1 1,0-1 0,-3 29 0,2-43 17,-1 0 1,1 0 0,-1 0 0,0 0-1,-1 0 1,1 0 0,-1 0-1,0 0 1,0-1 0,0 1 0,-1-1-1,1 1 1,-1-1 0,0 0-1,-1 0 1,1 0 0,-1-1 0,0 1-1,1-1 1,-2 0 0,1 0-1,0 0 1,0-1 0,-1 1 0,0-1-1,1 0 1,-1 0 0,0-1 0,0 1-1,0-1 1,0 0 0,-9 0-1,9-1-14,1 1-1,0-1 1,0 0-1,-1-1 1,1 1-1,0-1 1,0 0-1,-1 0 1,1 0-1,0 0 1,0-1-1,0 0 1,1 0-1,-1 0 1,0 0-1,1 0 1,-1-1-1,1 0 1,-5-4-1,4 2 6,1 0-1,-1 0 1,1 0-1,0-1 1,1 0-1,-1 1 1,1-1 0,0 0-1,0 0 1,1 0-1,0 0 1,-1-8-1,1 0-214,1 1-1,0 0 0,1-1 1,1 1-1,0-1 0,0 1 1,1 0-1,1 0 1,0 0-1,1 1 0,13-24 1,-7 20-883,1 0 0,0 1 0,29-25 0,19-9-4597,-9 13-2331</inkml:trace>
</inkml:ink>
</file>

<file path=ppt/ink/ink2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45.025"/>
    </inkml:context>
    <inkml:brush xml:id="br0">
      <inkml:brushProperty name="width" value="0.025" units="cm"/>
      <inkml:brushProperty name="height" value="0.025" units="cm"/>
    </inkml:brush>
  </inkml:definitions>
  <inkml:trace contextRef="#ctx0" brushRef="#br0">0 0 8104,'0'0'2733,"9"5"-1868,85 48-182,-1 4 0,-4 4 1,-2 4-1,110 106 0,-174-148-795,-12-12-257,0 1 0,1-2-1,0 0 1,27 17-1,-37-26-1142,-8-6-3857</inkml:trace>
</inkml:ink>
</file>

<file path=ppt/ink/ink2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45.352"/>
    </inkml:context>
    <inkml:brush xml:id="br0">
      <inkml:brushProperty name="width" value="0.025" units="cm"/>
      <inkml:brushProperty name="height" value="0.025" units="cm"/>
    </inkml:brush>
  </inkml:definitions>
  <inkml:trace contextRef="#ctx0" brushRef="#br0">394 0 8936,'0'0'262,"-9"10"-177,-17 25 384,2 1-1,1 1 1,-24 53-1,-214 467 482,257-550-3843</inkml:trace>
</inkml:ink>
</file>

<file path=ppt/ink/ink2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46.553"/>
    </inkml:context>
    <inkml:brush xml:id="br0">
      <inkml:brushProperty name="width" value="0.025" units="cm"/>
      <inkml:brushProperty name="height" value="0.025" units="cm"/>
    </inkml:brush>
  </inkml:definitions>
  <inkml:trace contextRef="#ctx0" brushRef="#br0">17 10 11371,'-2'-10'4005,"-3"23"-3395,-2 27-923,6-27 381,0 18 12,1 0 0,3 33 0,-2-57-82,0-1 0,0 1 0,0 0 0,1-1 1,0 1-1,0-1 0,1 1 0,-1-1 0,2 0 0,-1 0 0,0 0 1,1-1-1,0 1 0,1-1 0,8 8 0,-11-11-54,0 0-1,0-1 1,1 1-1,-1-1 1,1 0 0,0 0-1,-1 0 1,1 0-1,0 0 1,-1 0 0,1-1-1,0 1 1,0-1-1,0 0 1,0 0 0,-1 0-1,1 0 1,0-1-1,0 1 1,0-1 0,-1 1-1,1-1 1,0 0-1,-1 0 1,4-2-1,-3 1-387,0 0 0,0 0-1,0 0 1,-1 0-1,1 0 1,-1-1-1,1 1 1,-1-1 0,0 0-1,0 0 1,0 0-1,2-5 1,6-19-3875</inkml:trace>
</inkml:ink>
</file>

<file path=ppt/ink/ink2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46.741"/>
    </inkml:context>
    <inkml:brush xml:id="br0">
      <inkml:brushProperty name="width" value="0.025" units="cm"/>
      <inkml:brushProperty name="height" value="0.025" units="cm"/>
    </inkml:brush>
  </inkml:definitions>
  <inkml:trace contextRef="#ctx0" brushRef="#br0">4 25 11243,'0'0'1793,"-3"-25"-7334</inkml:trace>
</inkml:ink>
</file>

<file path=ppt/ink/ink2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47.301"/>
    </inkml:context>
    <inkml:brush xml:id="br0">
      <inkml:brushProperty name="width" value="0.025" units="cm"/>
      <inkml:brushProperty name="height" value="0.025" units="cm"/>
    </inkml:brush>
  </inkml:definitions>
  <inkml:trace contextRef="#ctx0" brushRef="#br0">1 114 13389,'0'0'288,"68"-13"-128,-26 8 353,12-5 287,10 0-95,3 1-321,3 0-320,-5 1-64,-4 3 32,-7 2-32,-6-2-480,-4-2-705,-6-3-1410,-8-10-2177</inkml:trace>
</inkml:ink>
</file>

<file path=ppt/ink/ink2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47.972"/>
    </inkml:context>
    <inkml:brush xml:id="br0">
      <inkml:brushProperty name="width" value="0.025" units="cm"/>
      <inkml:brushProperty name="height" value="0.025" units="cm"/>
    </inkml:brush>
  </inkml:definitions>
  <inkml:trace contextRef="#ctx0" brushRef="#br0">68 1 16784,'0'7'-70,"0"316"-550,13 289 765,-63-1185-353,49 553 288,0-6 511,-1 0 1,-1 0 0,-2 0-1,-9-33 1,12 71-492,1 0 1,0 1-1,1-1 1,0 0-1,3 16 1,4 1-103,2-1 0,1 0 0,19 40 0,-24-57-4,1 0 0,0 0 0,1-1 0,0 0 0,0-1 0,1 1 0,1-1 0,-1-1 0,1 0 0,1 0 0,12 8 0,-18-14-18,0 0-1,-1 0 1,1 0 0,0-1-1,0 1 1,0-1 0,0 0-1,0-1 1,0 1 0,0-1-1,0 1 1,0-1 0,0 0-1,0-1 1,0 1 0,0-1-1,1 1 1,-1-1 0,7-3-1,-5 0 4,0 1 0,0-1 0,0 0 0,-1 0 0,1-1 0,-1 1 0,0-1 0,0-1 0,-1 1 0,8-11 0,-1-4-33,0 0 1,-1 0-1,-1-1 0,-1 0 0,-1 0 0,6-28 1,-10 29 401,0 0 1,0-39 0,-12 96-157,7-17-196,1 0-1,1 0 1,0 0-1,2 0 1,0 0 0,8 29-1,-8-43-27,0-1 0,0 1 1,0-1-1,0 0 0,1 0 0,-1 0 0,2 0 0,-1 0 0,0-1 0,1 1 1,0-1-1,0 0 0,0 0 0,0 0 0,1-1 0,-1 1 0,1-1 0,0 0 0,0-1 1,0 1-1,1-1 0,-1 0 0,0 0 0,1-1 0,0 0 0,-1 0 0,9 1 0,-9-2-315,0 1 0,0-2 0,0 1 0,0 0 1,0-1-1,0 0 0,0 0 0,5-2 0,44-27-6759</inkml:trace>
</inkml:ink>
</file>

<file path=ppt/ink/ink2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56.512"/>
    </inkml:context>
    <inkml:brush xml:id="br0">
      <inkml:brushProperty name="width" value="0.025" units="cm"/>
      <inkml:brushProperty name="height" value="0.025" units="cm"/>
    </inkml:brush>
  </inkml:definitions>
  <inkml:trace contextRef="#ctx0" brushRef="#br0">432 176 8680,'1'-10'574,"-2"-1"0,1 1-1,-2-1 1,1 1 0,-1-1 0,-1 1 0,0 0-1,-5-11 1,6 17-457,0-1 1,-1 1-1,0-1 0,0 1 1,0 0-1,-1 0 1,1 0-1,-1 1 0,0-1 1,0 1-1,0 0 0,0 0 1,-1 0-1,1 1 0,-1 0 1,0 0-1,0 0 1,-8-2-1,8 2-105,-1 1 0,-1 0 0,1 0 0,0 0 0,0 1 0,0 0 0,0 0 0,0 1 1,-1-1-1,1 1 0,0 1 0,0-1 0,0 1 0,1 0 0,-1 0 0,0 1 0,1 0 0,-1 0 0,1 0 0,0 0 0,0 1 1,0 0-1,1 0 0,-1 1 0,-6 8 0,7-7-32,0 0 1,0 0 0,0 1-1,1-1 1,0 1 0,0 0-1,1 0 1,0 0 0,0 0-1,1 0 1,0 0-1,0 0 1,1 0 0,0 1-1,0-1 1,0 0 0,1 1-1,0-1 1,1 0-1,-1 0 1,6 13 0,1-5 8,0-1-1,1-1 1,1 0 0,0 0 0,1-1-1,0 0 1,0-1 0,2 0 0,-1 0 0,18 10-1,-16-12-117,0 1 0,-1 1 0,0 0 0,-1 1 0,0 0 0,-1 1-1,-1 0 1,0 0 0,10 19 0,-18-28 120,0-1 0,-1 1 1,1 0-1,-1 1 0,0-1 0,0 0 0,0 0 1,-1 0-1,1 1 0,-1-1 0,0 0 0,-1 1 1,1-1-1,0 0 0,-1 0 0,0 1 0,0-1 1,-3 5-1,2-4 22,-1 0 1,-1 0-1,1-1 1,0 1 0,-1-1-1,0 0 1,0 0-1,-1 0 1,1-1-1,-1 1 1,1-1 0,-8 3-1,-6 3 30,-2-1 0,1-1 0,-1 0 0,0-2 0,-1 0 0,-28 2 0,41-6-66,-11 2-41,1 0-1,-1-2 0,0 0 1,0-1-1,0-1 0,-31-6 1,48 6-172,0 1 0,1-1 0,-1 0 1,1 0-1,-1 1 0,1-1 0,-1 0 1,1 0-1,0-1 0,0 1 1,-1 0-1,1 0 0,0-1 0,0 1 1,0 0-1,0-1 0,0 1 0,0-3 1,-3-12-3262</inkml:trace>
</inkml:ink>
</file>

<file path=ppt/ink/ink2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56.870"/>
    </inkml:context>
    <inkml:brush xml:id="br0">
      <inkml:brushProperty name="width" value="0.025" units="cm"/>
      <inkml:brushProperty name="height" value="0.025" units="cm"/>
    </inkml:brush>
  </inkml:definitions>
  <inkml:trace contextRef="#ctx0" brushRef="#br0">252 6 12332,'0'0'427,"-10"-2"251,4 1-612,0 0 1,0 0-1,0 1 1,0 0 0,0 0-1,0 0 1,0 1-1,0 0 1,0 0-1,1 0 1,-1 1 0,0-1-1,1 2 1,-1-1-1,1 0 1,-9 6-1,2 3 115,-1-1-1,2 2 0,0-1 1,0 2-1,1-1 0,1 1 1,0 1-1,-13 26 0,17-31-178,1 1-1,0 0 1,1 0-1,0 0 0,1 0 1,0 0-1,0 1 1,1-1-1,0 1 1,1-1-1,1 1 0,-1-1 1,1 1-1,5 17 1,-5-24-6,0-1 0,1 1 0,0 0 0,-1-1 0,1 1 0,1-1 0,-1 0 0,0 0 0,1 0 1,-1 0-1,1 0 0,0 0 0,0-1 0,0 1 0,0-1 0,7 4 0,-3-3 4,-1-1 0,1 1 0,0-1 0,-1-1 0,1 1 0,0-1 0,0-1 0,0 1 0,7-1 0,2-1-345,1 0-1,-1-2 1,0 0 0,-1 0-1,1-2 1,-1 0 0,24-11-1,2-8-3273,-5-2-1661</inkml:trace>
</inkml:ink>
</file>

<file path=ppt/ink/ink2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57.759"/>
    </inkml:context>
    <inkml:brush xml:id="br0">
      <inkml:brushProperty name="width" value="0.025" units="cm"/>
      <inkml:brushProperty name="height" value="0.025" units="cm"/>
    </inkml:brush>
  </inkml:definitions>
  <inkml:trace contextRef="#ctx0" brushRef="#br0">223 367 10794,'0'0'934,"-1"-7"444,1 4-1244,0 1 1,0-1 0,0 1 0,0 0 0,-1-1-1,1 1 1,-1 0 0,0-1 0,1 1-1,-1 0 1,0 0 0,0-1 0,-1 1-1,1 0 1,0 0 0,-1 0 0,1 1-1,-1-1 1,0 0 0,1 0 0,-1 1-1,0-1 1,0 1 0,0 0 0,0 0 0,0-1-1,-1 1 1,1 0 0,0 1 0,0-1-1,-1 0 1,1 1 0,0-1 0,-1 1-1,1 0 1,-1 0 0,1 0 0,0 0-1,-1 0 1,-2 1 0,-3-1-107,1 1 0,0 1 0,0-1 0,0 1 0,0 1 0,0-1 0,1 1 0,-1 0 0,1 0 1,-1 1-1,1 0 0,0 0 0,1 1 0,-1-1 0,1 1 0,0 0 0,-7 10 0,8-11-45,0 0 0,1 1 1,0 0-1,0 0 0,0-1 0,1 2 0,-1-1 0,1 0 1,1 0-1,-1 1 0,1-1 0,0 1 0,0 0 1,0-1-1,1 1 0,0 0 0,0-1 0,0 1 0,1-1 1,0 1-1,0 0 0,0-1 0,3 8 0,-3-11-48,0 1 1,0-1-1,0 0 0,0 0 0,1-1 0,-1 1 0,0 0 0,1 0 0,0-1 0,-1 1 0,1-1 1,0 1-1,0-1 0,0 1 0,0-1 0,0 0 0,0 0 0,0 0 0,0 0 0,0-1 0,0 1 1,0-1-1,1 1 0,-1-1 0,0 0 0,0 1 0,1-1 0,-1 0 0,0-1 0,1 1 0,-1 0 1,0-1-1,4 0 0,0-1-3,-1 0 1,1 0-1,-1-1 1,0 0-1,0 0 1,0 0 0,0 0-1,-1-1 1,1 0-1,-1 0 1,8-8-1,-7 6 214,0-1-1,0 0 0,0-1 1,-1 1-1,0-1 0,0 1 1,-1-1-1,0 0 1,0-1-1,-1 1 0,0 0 1,1-10-1,-3 17 319,0 2-458,-1 0-1,1 0 1,0 0-1,0-1 1,-1 1-1,1 0 1,0 0-1,0 0 1,0 0-1,0 0 1,0-1-1,0 1 1,1 0-1,-1 0 1,0 0-1,0 0 1,0-1-1,1 1 1,-1 0-1,1 0 1,-1-1-1,0 1 1,1 0-1,-1 0 1,1 0-1,12 20 23,-8-16-36,-1 0 1,1 0-1,0 0 0,1-1 0,-1 0 0,1 0 0,0 0 0,0-1 1,0 0-1,0 0 0,1 0 0,11 3 0,-16-5-11,1-1-1,0 1 1,0-1-1,0 1 0,-1-1 1,1 0-1,0 0 1,0 0-1,0 0 1,0-1-1,-1 1 1,1-1-1,0 1 0,0-1 1,-1 0-1,1 0 1,-1 0-1,1-1 1,-1 1-1,1-1 1,-1 1-1,0-1 0,1 0 1,-1 0-1,0 0 1,0 0-1,-1 0 1,1 0-1,0-1 1,-1 1-1,1 0 0,1-5 1,4-11-42,-1 0 0,-1-1 0,-1 1 1,-1-1-1,2-28 0,-3-100-943,-3 103 675,1 35 333,-3-52 22,3 60 30,0-1-1,0 0 0,-1 1 1,1-1-1,0 0 0,-1 1 0,1-1 1,-1 0-1,1 1 0,-1-1 1,0 1-1,0-1 0,0 1 1,0 0-1,0-1 0,0 1 0,0 0 1,0 0-1,0-1 0,-1 1 1,1 0-1,0 0 0,-1 0 0,1 1 1,-1-1-1,1 0 0,-1 0 1,-2 0-1,3 2-44,0-1 0,0 1 0,0 0 0,0-1 1,0 1-1,0 0 0,0 0 0,0 0 0,0 0 0,1 0 0,-1 0 1,0 0-1,1 0 0,-1 0 0,1 0 0,-1 0 0,1 0 0,-1 1 1,1-1-1,0 0 0,0 0 0,-1 0 0,1 1 0,0-1 0,0 0 1,0 0-1,1 2 0,-3 46-7,2-42 48,0 27 65,2 0 0,1 0 0,12 53 0,-12-74-119,1 0-1,0-1 0,0 1 0,2-1 1,-1 0-1,2-1 0,-1 1 0,2-1 1,-1 0-1,2-1 0,-1 0 0,15 13 1,-21-21-66,0 0 0,1 0 0,-1 0 0,0-1 1,1 1-1,0-1 0,-1 1 0,1-1 1,0 0-1,0 0 0,-1 0 0,1 0 1,0-1-1,0 1 0,0-1 0,0 0 0,0 0 1,0 0-1,0 0 0,0 0 0,0 0 1,4-2-1,-3 0 2,0 1 0,0-2 0,0 1 0,0 0 0,-1-1 0,1 0-1,-1 0 1,1 0 0,-1 0 0,0 0 0,0-1 0,0 0 0,2-4 0,2-3 77,-1 0 0,0-1 0,-1 0-1,-1 1 1,0-2 0,0 1 0,-1 0-1,-1-1 1,2-20 0,-5 24 1520,0 22-1203,6 27-297,-1-33 3,-1-1-1,1 0 1,0-1 0,1 1 0,0-1 0,0 1-1,0-1 1,10 8 0,-11-11-212,-1 0 0,1 0 0,-1 0-1,1 0 1,0-1 0,-1 1 0,8 1 0,-8-3-191,-1 1-1,0-1 1,0 0 0,0 0-1,1 0 1,-1 0-1,0-1 1,0 1 0,0 0-1,1-1 1,-1 0 0,0 1-1,0-1 1,0 0 0,2-1-1,10-13-4354</inkml:trace>
</inkml:ink>
</file>

<file path=ppt/ink/ink2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57.914"/>
    </inkml:context>
    <inkml:brush xml:id="br0">
      <inkml:brushProperty name="width" value="0.025" units="cm"/>
      <inkml:brushProperty name="height" value="0.025" units="cm"/>
    </inkml:brush>
  </inkml:definitions>
  <inkml:trace contextRef="#ctx0" brushRef="#br0">0 0 10730,'0'0'-160,"49"8"-5509</inkml:trace>
</inkml:ink>
</file>

<file path=ppt/ink/ink2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58.258"/>
    </inkml:context>
    <inkml:brush xml:id="br0">
      <inkml:brushProperty name="width" value="0.025" units="cm"/>
      <inkml:brushProperty name="height" value="0.025" units="cm"/>
    </inkml:brush>
  </inkml:definitions>
  <inkml:trace contextRef="#ctx0" brushRef="#br0">0 0 7527,'0'0'6299,"6"10"-5375,6 10-707,-2 1-1,0 1 1,-1-1-1,-1 1 1,-1 1-1,6 35 1,-24-112 616,10 49-839,1 0-1,0 0 1,1 0 0,-1 0-1,1 0 1,2-9 0,-3 12 8,1 1 0,-1-1 0,1 1 0,0 0 0,-1-1 0,1 1 0,0 0 0,0-1 0,0 1 0,0 0 0,0 0 1,0 0-1,0 0 0,0 0 0,1 0 0,-1 0 0,0 0 0,1 1 0,-1-1 0,0 0 0,1 1 0,-1-1 0,3 0 0,3 1-40,1-1-1,0 1 1,-1 0 0,1 1-1,-1 0 1,0 0-1,1 0 1,-1 1 0,0 0-1,0 1 1,14 6-1,-12-5-1102,1 0 0,-1-1 0,1 0-1,0 0 1,20 2 0,-7-5-2665</inkml:trace>
</inkml:ink>
</file>

<file path=ppt/ink/ink2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58.681"/>
    </inkml:context>
    <inkml:brush xml:id="br0">
      <inkml:brushProperty name="width" value="0.025" units="cm"/>
      <inkml:brushProperty name="height" value="0.025" units="cm"/>
    </inkml:brush>
  </inkml:definitions>
  <inkml:trace contextRef="#ctx0" brushRef="#br0">157 4 6086,'0'0'6561,"-10"-1"-4405,7 1-2045,-2-1-33,0 0 0,0 1 0,0-1 1,0 1-1,0 1 0,0-1 0,0 1 0,0-1 0,1 1 0,-1 1 0,0-1 0,1 1 0,-1 0 1,0 0-1,1 0 0,0 0 0,0 1 0,0 0 0,0 0 0,-6 6 0,4-2 28,1-1 0,0 2-1,0-1 1,-7 16-1,11-21-104,0 1 0,0-1 0,0 1 0,0-1-1,0 1 1,1-1 0,-1 1 0,1 0-1,0 0 1,0-1 0,0 1 0,0 0 0,0-1-1,0 1 1,1 0 0,-1-1 0,1 1 0,0 0-1,0-1 1,1 4 0,-1-5 0,1 0 0,-1 0 0,0 0 1,1 0-1,-1 0 0,0 0 0,1 0 1,-1 0-1,1 0 0,0-1 0,-1 1 0,1-1 1,-1 1-1,1-1 0,0 1 0,-1-1 0,1 0 1,0 0-1,0 0 0,-1 0 0,1 0 1,0 0-1,-1-1 0,1 1 0,0-1 0,-1 1 1,1-1-1,-1 1 0,3-2 0,3-1 16,-1 0 0,1 0 0,-1-1 1,0 1-1,10-9 0,20-25 20,-28 27 1,0 1 1,0 1-1,1-1 0,1 2 0,10-8 1,-18 14-6,1 0 1,-1 0 0,0 0-1,1 0 1,-1 1 0,0-1 0,1 1-1,-1 0 1,1 0 0,-1 0 0,1 0-1,-1 0 1,1 0 0,-1 1 0,1-1-1,-1 1 1,0 0 0,1 0-1,-1-1 1,0 2 0,1-1 0,-1 0-1,0 0 1,0 1 0,0-1 0,0 1-1,0-1 1,-1 1 0,1 0 0,0 0-1,2 3 1,5 7 119,0 1 1,-1-1-1,12 26 0,-20-38-148,17 36 90,-2 0-1,-1 1 1,-2 1 0,-2 0-1,-1 1 1,-2 0 0,-2 0-1,-1 0 1,-2 1 0,-4 46-1,1-79-59,0 1 0,-1-1-1,0 0 1,0 0 0,0 0 0,-1-1-1,0 1 1,0 0 0,-1-1 0,0 0 0,0 0-1,-1 0 1,1 0 0,-1-1 0,0 0-1,-1 0 1,-8 7 0,10-9-7,-1 0 1,1-1-1,-1 1 0,0-1 1,1 1-1,-1-2 0,0 1 1,-1 0-1,1-1 0,0 0 1,0 0-1,0-1 0,-1 1 1,1-1-1,0 0 1,-1 0-1,1-1 0,0 0 1,0 0-1,0 0 0,-1-1 1,1 1-1,0-1 0,-8-5 1,7 3-19,1 0 1,1-1-1,-1 1 1,1-1-1,-1 0 1,2 0-1,-1-1 1,0 1-1,1-1 1,0 0-1,0 1 1,1-1-1,0-1 1,0 1-1,0 0 1,1-1-1,0 1 1,0 0-1,0-1 1,1 1-1,1-9 1,-1-6-200,1 1 0,0-1 0,2 1 0,1-1 0,9-30 1,1 14-1088,2 0 0,2 1 0,27-42 0,20-21-3726</inkml:trace>
</inkml:ink>
</file>

<file path=ppt/ink/ink2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59.231"/>
    </inkml:context>
    <inkml:brush xml:id="br0">
      <inkml:brushProperty name="width" value="0.025" units="cm"/>
      <inkml:brushProperty name="height" value="0.025" units="cm"/>
    </inkml:brush>
  </inkml:definitions>
  <inkml:trace contextRef="#ctx0" brushRef="#br0">0 1 12396,'0'0'608,"54"18"-544,-25 3 609,5 8-225,5 4-31,6 2-193,-1 3-192,2 0 0,-1-5-64,-4-6 32,-5-5-320,-6-9-865,-6-6-833,-9-7-320,-9 0-1602</inkml:trace>
</inkml:ink>
</file>

<file path=ppt/ink/ink2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59.465"/>
    </inkml:context>
    <inkml:brush xml:id="br0">
      <inkml:brushProperty name="width" value="0.025" units="cm"/>
      <inkml:brushProperty name="height" value="0.025" units="cm"/>
    </inkml:brush>
  </inkml:definitions>
  <inkml:trace contextRef="#ctx0" brushRef="#br0">278 7 12139,'0'0'3236,"-52"-6"-3365,36 30 97,-2 8 0,-1 9 32,-6 7 0,2 10 0,-3 3 0,2 2 0,1 1 0,4-7-64,5-6-1025,3-11-2242,3-13-513</inkml:trace>
</inkml:ink>
</file>

<file path=ppt/ink/ink2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59.729"/>
    </inkml:context>
    <inkml:brush xml:id="br0">
      <inkml:brushProperty name="width" value="0.025" units="cm"/>
      <inkml:brushProperty name="height" value="0.025" units="cm"/>
    </inkml:brush>
  </inkml:definitions>
  <inkml:trace contextRef="#ctx0" brushRef="#br0">0 1 15535,'0'0'768,"18"61"-1120,-14-28 416,-1 2-32,1 3-32,-2 0 0,1-1 0,1-4-32,-2-4-801,0-7-1569,-1-9-1858,0-9 609</inkml:trace>
</inkml:ink>
</file>

<file path=ppt/ink/ink2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29:59.885"/>
    </inkml:context>
    <inkml:brush xml:id="br0">
      <inkml:brushProperty name="width" value="0.025" units="cm"/>
      <inkml:brushProperty name="height" value="0.025" units="cm"/>
    </inkml:brush>
  </inkml:definitions>
  <inkml:trace contextRef="#ctx0" brushRef="#br0">0 1 14350,'0'0'-577</inkml:trace>
</inkml:ink>
</file>

<file path=ppt/ink/ink2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00.136"/>
    </inkml:context>
    <inkml:brush xml:id="br0">
      <inkml:brushProperty name="width" value="0.025" units="cm"/>
      <inkml:brushProperty name="height" value="0.025" units="cm"/>
    </inkml:brush>
  </inkml:definitions>
  <inkml:trace contextRef="#ctx0" brushRef="#br0">0 186 16752,'0'0'96,"49"-8"-96,-11-3-64,6 0 64,9 2 0,2-6 32,4 0-32,0-2 32,-2-1-96,-1-2-1538,-6-7-2786,-4-8-2242</inkml:trace>
</inkml:ink>
</file>

<file path=ppt/ink/ink2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00.700"/>
    </inkml:context>
    <inkml:brush xml:id="br0">
      <inkml:brushProperty name="width" value="0.025" units="cm"/>
      <inkml:brushProperty name="height" value="0.025" units="cm"/>
    </inkml:brush>
  </inkml:definitions>
  <inkml:trace contextRef="#ctx0" brushRef="#br0">90 22 18417,'-1'8'-170,"-8"77"93,5 1 0,6 93 0,0-43 57,-2-77-2,0-67 147,-2 1 1,1-1-1,-1 1 0,0 0 0,-5-9 0,-6-23-112,-13-146-24,2 8-37,23 173 73,0-2-75,2 8-100,10 24-65,-3-18 211,-1 1-1,1-1 1,0-1-1,1 1 1,0-1-1,0-1 1,1 0-1,16 8 1,-22-12 6,1 0-1,-1-1 1,1 0-1,-1 0 1,1 0 0,-1 0-1,1-1 1,-1 0-1,1 0 1,-1 0 0,1 0-1,0-1 1,-1 0 0,1 0-1,-1 0 1,0 0-1,1-1 1,-1 1 0,0-1-1,0 0 1,0-1-1,0 1 1,0-1 0,4-3-1,3-5-49,-1 1-1,0-2 1,0 1 0,-1-1-1,-1-1 1,10-18-1,-13 23 51,-1-1-1,1 0 1,-2 0-1,1 0 1,-1 0-1,-1 0 1,0-1-1,1-12 1,-1 33 0,0 1 0,0 0 1,1-1-1,1 1 0,0-1 1,0 0-1,1-1 0,0 1 1,1-1-1,1 0 0,12 16 1,-8-13-246,0 1 0,2-2-1,-1 1 1,2-2 0,0 0 0,0 0 0,18 9 0,-5-9-4001,-3-7-1890</inkml:trace>
</inkml:ink>
</file>

<file path=ppt/ink/ink2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01.125"/>
    </inkml:context>
    <inkml:brush xml:id="br0">
      <inkml:brushProperty name="width" value="0.025" units="cm"/>
      <inkml:brushProperty name="height" value="0.025" units="cm"/>
    </inkml:brush>
  </inkml:definitions>
  <inkml:trace contextRef="#ctx0" brushRef="#br0">1 911 14253,'273'-113'2183,"294"-77"-1,-387 133-1710,1340-409 1760,-1444 442-3023,148-26 1,-222 49-909,-6-1-1000,-20-5-5629</inkml:trace>
</inkml:ink>
</file>

<file path=ppt/ink/ink2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01.975"/>
    </inkml:context>
    <inkml:brush xml:id="br0">
      <inkml:brushProperty name="width" value="0.025" units="cm"/>
      <inkml:brushProperty name="height" value="0.025" units="cm"/>
    </inkml:brush>
  </inkml:definitions>
  <inkml:trace contextRef="#ctx0" brushRef="#br0">485 0 11018,'0'0'1266,"-3"14"-989,-28 114 1291,-6-3 0,-91 210-1,118-309-1552,-2-2 0,0 0 0,-32 45 0,39-63-4,0 0-1,0 0 1,-1-1-1,0 0 1,0 0-1,0 0 1,-1 0-1,-7 3 1,9-6 1,1 0 0,0-1 1,0 1-1,-1-1 0,1 0 1,-1 0-1,1-1 1,-1 1-1,1-1 0,-1 0 1,1 0-1,-1-1 1,1 1-1,-1-1 0,-5-2 1,6 1-8,0 0 0,-1 0 0,1-1 0,0 1 0,1-1 0,-1 0 0,0 0 0,1-1 0,0 1 0,0-1 0,0 0 0,0 1 0,0-1 0,1-1 0,0 1 0,0 0 0,0 0 0,0-1 0,1 1 0,-1-1 0,1 0 0,0 1 0,0-6 0,-1-3 4,1 0 0,0 1 0,0-1 0,1 0 0,1 0 0,0 0 0,4-19 0,-2 26-5,-1 0 1,1 0-1,0 0 1,0 0-1,0 1 1,1-1-1,0 1 1,0 0-1,0 0 1,1 0-1,0 1 1,-1-1-1,2 1 1,-1 0-1,0 1 1,1-1-1,0 1 1,0 0-1,0 1 1,0-1-1,0 1 1,0 1-1,1-1 0,12-1 1,8 0 30,0 0 0,0 2 1,1 1-1,45 6 0,-27 3-86,0 2-1,0 2 0,-1 2 1,-1 2-1,55 30 0,-41-20-3065</inkml:trace>
</inkml:ink>
</file>

<file path=ppt/ink/ink2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04.236"/>
    </inkml:context>
    <inkml:brush xml:id="br0">
      <inkml:brushProperty name="width" value="0.025" units="cm"/>
      <inkml:brushProperty name="height" value="0.025" units="cm"/>
    </inkml:brush>
  </inkml:definitions>
  <inkml:trace contextRef="#ctx0" brushRef="#br0">724 205 4356,'0'0'5045,"-2"-8"-2963,-2-3-1487,0 0 1,-1 1 0,0-1-1,0 1 1,-1 0-1,0 1 1,-1-1-1,-1 1 1,1 0 0,-1 1-1,-17-14 1,15 14-579,0 1 1,-1 0 0,1 0 0,-2 1-1,1 1 1,-1 0 0,0 0-1,0 1 1,0 1 0,0 0 0,-1 1-1,0 0 1,1 1 0,-1 0-1,0 1 1,1 0 0,-1 1 0,0 1-1,1 0 1,-1 1 0,1 0-1,0 0 1,0 2 0,0-1 0,1 2-1,-1-1 1,1 2 0,-11 7-1,11-5-37,0-1-1,1 2 1,1-1-1,0 2 1,0-1-1,0 1 1,2 0-1,-1 1 0,-8 19 1,13-25 12,1 0-1,0 0 1,0 0 0,0 0 0,1 0-1,0 1 1,0-1 0,0 0 0,1 1 0,0-1-1,0 0 1,1 1 0,0-1 0,0 0-1,0 0 1,1 1 0,0-1 0,0 0-1,1 0 1,-1-1 0,1 1 0,6 8-1,12 11-3,2-2 1,0 0-1,2-1 0,0-1 0,1-2 0,29 17 0,-23-16-18,-1 2-1,-1 1 1,48 48 0,-70-62 26,0 1 0,0 1 0,-1 0 0,0 0 0,-1 0 0,0 1 1,-1-1-1,0 1 0,-1 1 0,0-1 0,-1 1 0,-1-1 0,0 1 0,0 0 0,-1 15 0,-1-21 9,0 1 0,-1 0 0,0-1-1,0 1 1,-1-1 0,0 0-1,-1 1 1,1-1 0,-1 0 0,0 0-1,-1 0 1,-7 10 0,3-7 3,0 0 0,-1-1 1,0 0-1,-1 0 0,0-1 1,-21 13-1,-7-1 4,0-1 0,-2-2 0,-59 18 0,87-32-14,12-3 2,-124 35 28,113-33-26,-1 0 1,1 0-1,-1-1 0,1-1 0,-1 0 0,1 0 1,-1-1-1,-22-5 0,32 4-139,-1 1 0,0 0 0,1-1 0,-1 1 0,1-1 0,0 0 0,-1 0 0,1 0 0,0 0 0,0 0 0,1-1 0,-1 1 0,0 0 0,1-1 0,-1 1 0,1-1 0,0 0 0,0 1 0,0-1 0,0 0 0,0 0 0,0 0 0,1 0 0,0 0 0,-1 1 0,1-1 0,0 0-1,1 0 1,0-4 0,-1-5-770,2 1-1,0-1 1,0 1-1,1-1 1,0 1-1,6-12 1,16-30-4154</inkml:trace>
</inkml:ink>
</file>

<file path=ppt/ink/ink2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04.564"/>
    </inkml:context>
    <inkml:brush xml:id="br0">
      <inkml:brushProperty name="width" value="0.025" units="cm"/>
      <inkml:brushProperty name="height" value="0.025" units="cm"/>
    </inkml:brush>
  </inkml:definitions>
  <inkml:trace contextRef="#ctx0" brushRef="#br0">0 1 10442,'0'0'1265,"0"9"-854,4 45 1257,21 101 0,-6-43-968,-1 20-575,-5-23-190,5-1 0,42 142 1,-53-235-250,-3-7-5303,-4-24 3086</inkml:trace>
</inkml:ink>
</file>

<file path=ppt/ink/ink2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04.749"/>
    </inkml:context>
    <inkml:brush xml:id="br0">
      <inkml:brushProperty name="width" value="0.025" units="cm"/>
      <inkml:brushProperty name="height" value="0.025" units="cm"/>
    </inkml:brush>
  </inkml:definitions>
  <inkml:trace contextRef="#ctx0" brushRef="#br0">0 373 9705,'0'0'865,"51"-62"-160,-16 35 159,9-6-191,4-3-321,4-1-287,1-1-1,-3 3-64,-2-2-1794,-10 3-1089,-4 0-2178</inkml:trace>
</inkml:ink>
</file>

<file path=ppt/ink/ink2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05.217"/>
    </inkml:context>
    <inkml:brush xml:id="br0">
      <inkml:brushProperty name="width" value="0.025" units="cm"/>
      <inkml:brushProperty name="height" value="0.025" units="cm"/>
    </inkml:brush>
  </inkml:definitions>
  <inkml:trace contextRef="#ctx0" brushRef="#br0">250 26 1858,'0'0'10778,"-7"-5"-9817,2 3-825,1-1-1,-1 0 1,1 1-1,-1 0 1,0 0 0,0 0-1,0 1 1,0 0 0,0 0-1,0 0 1,0 0-1,-1 1 1,1 0 0,0 0-1,0 1 1,0-1 0,-1 1-1,1 0 1,0 0 0,0 1-1,0-1 1,1 1-1,-1 0 1,0 1 0,1-1-1,-7 5 1,2 1-94,0 1 0,1 0 0,0 1 0,0-1 0,1 2 0,0-1-1,1 1 1,0 0 0,1 0 0,0 1 0,-5 18 0,5-15 2,2 1 1,0-1-1,1 1 0,0 0 1,1 0-1,1-1 0,1 1 1,4 28-1,-5-42-44,0 0-1,0 0 1,1 0-1,-1 0 1,0 0 0,1 0-1,0 0 1,-1 0-1,1 0 1,0-1 0,0 1-1,0 0 1,0 0-1,0-1 1,1 1-1,-1-1 1,0 1 0,1-1-1,-1 0 1,1 1-1,0-1 1,-1 0-1,1 0 1,0 0 0,-1 0-1,1-1 1,0 1-1,0 0 1,0-1-1,0 1 1,0-1 0,0 1-1,0-1 1,0 0-1,0 0 1,0 0-1,0 0 1,0-1 0,0 1-1,0 0 1,0-1-1,0 1 1,-1-1 0,1 0-1,0 0 1,0 1-1,0-1 1,-1 0-1,1-1 1,0 1 0,-1 0-1,1 0 1,-1-1-1,1 1 1,-1-1-1,0 1 1,0-1 0,0 0-1,0 1 1,0-1-1,0 0 1,1-2-1,5-13 16,0 0 0,-1-1-1,-1 0 1,-1 0-1,0 0 1,-2-1-1,0 1 1,-1-1 0,-1 1-1,-3-33 1,-1 41 123,0 16-67,0 20-83,5-17 49,1 0 1,0-1-1,0 1 0,1-1 0,0 1 1,1-1-1,0 0 0,0 0 0,0-1 1,1 1-1,0-1 0,1 0 1,0 0-1,0-1 0,12 11 0,-10-11-246,0 0 0,0 0 0,1-1 0,-1 0 0,1 0 0,11 3 0,-14-5-529,0-1-1,1-1 1,-1 1-1,0-1 0,1 0 1,0-1-1,-1 0 0,1 0 1,9-1-1,6-5-3959</inkml:trace>
</inkml:ink>
</file>

<file path=ppt/ink/ink2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05.641"/>
    </inkml:context>
    <inkml:brush xml:id="br0">
      <inkml:brushProperty name="width" value="0.025" units="cm"/>
      <inkml:brushProperty name="height" value="0.025" units="cm"/>
    </inkml:brush>
  </inkml:definitions>
  <inkml:trace contextRef="#ctx0" brushRef="#br0">0 15 12268,'0'0'3571,"7"8"-3368,7 7-119,28 33 98,-39-45-174,-1 0-1,1 1 1,-1 0 0,1-1-1,-1 1 1,0 0-1,-1 0 1,1 1 0,-1-1-1,0 0 1,1 7 0,-2-11-5,0 0 0,-1 1 0,1-1 1,0 0-1,-1 1 0,1-1 1,-1 0-1,1 0 0,-1 1 0,1-1 1,-1 0-1,1 0 0,-1 0 1,1 0-1,-1 0 0,1 0 1,-1 0-1,1 0 0,-1 0 0,1 0 1,-1 0-1,1 0 0,-1 0 1,1 0-1,-1 0 0,1 0 1,-1 0-1,1-1 0,0 1 0,-1 0 1,1 0-1,-1-1 0,0 1 1,-18-9 108,16 7-114,0 0 0,0 0 1,0 0-1,0-1 0,1 0 1,-1 1-1,1-1 0,0 0 1,-1 0-1,1 0 0,1-1 1,-1 1-1,0 0 0,1-1 1,0 1-1,-1-1 0,1 1 1,1-1-1,-1 0 0,1 0 1,-1 1-1,1-1 0,0-5 1,1 6-1,0 0 0,1 0 0,-1 0 0,0 1 0,1-1 0,0 0 0,-1 1 0,1-1 0,0 1 0,0 0 0,0 0 0,1 0 1,-1 0-1,0 0 0,1 0 0,0 0 0,-1 1 0,1 0 0,0-1 0,0 1 0,0 0 0,-1 0 0,1 0 0,0 1 0,0-1 0,0 1 0,1 0 1,3 0-1,1-1-13,0 1 1,0 0-1,0 1 1,-1 0 0,1 0-1,0 1 1,-1 0-1,1 0 1,-1 1 0,0 0-1,0 0 1,0 0-1,0 1 1,0 0 0,-1 1-1,0-1 1,0 1-1,0 0 1,0 1 0,-1 0-1,5 6 1,-6-7-840,-1 0 1,0 1-1,0-1 1,0 1-1,-1 0 1,0 0-1,0 0 1,0 0-1,-1 0 1,1 8-1,-1-1-5103</inkml:trace>
</inkml:ink>
</file>

<file path=ppt/ink/ink2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06.126"/>
    </inkml:context>
    <inkml:brush xml:id="br0">
      <inkml:brushProperty name="width" value="0.025" units="cm"/>
      <inkml:brushProperty name="height" value="0.025" units="cm"/>
    </inkml:brush>
  </inkml:definitions>
  <inkml:trace contextRef="#ctx0" brushRef="#br0">152 561 9001,'0'-7'1265,"0"3"-830,0-1 0,0 1 0,-1-1 0,0 1 0,0-1 0,0 1 0,0 0 0,-1 0 0,0-1 0,0 1 0,0 0 0,-3-4 0,4 6-334,-1 0 0,0 0 0,1 0 0,-1 1 0,0-1 0,0 1 0,0-1 0,0 1 0,0 0 0,-1 0 0,1 0 0,0 0 0,0 0 0,-1 0 0,1 1 0,-1-1 0,1 1 0,0-1 0,-1 1 0,1 0 0,-1 0 0,1 0 0,-1 0 0,1 1 0,0-1 0,-1 1 0,1 0 0,0-1 0,-3 2 0,0 0-74,1 1 0,0-1 0,1 1-1,-1 0 1,0 0 0,1 0 0,-1 0 0,1 0-1,0 1 1,0 0 0,1 0 0,-1-1-1,1 1 1,0 1 0,0-1 0,0 0 0,0 1-1,-1 5 1,1-5-26,1 0-1,-1 0 1,1 0-1,0 0 1,1 0-1,-1 0 1,1 0-1,0 0 1,0 1-1,1-1 1,-1 0-1,1 0 1,0 0 0,1 0-1,-1 0 1,4 7-1,-5-11-3,1 1 0,0-1 0,-1 0 0,1 1 0,0-1 0,0 0 0,0 0 0,0 1 1,0-1-1,0 0 0,0 0 0,0 0 0,0 0 0,1 0 0,-1-1 0,0 1 0,1 0 0,-1 0 0,0-1 0,1 1 0,-1-1 0,1 1 0,-1-1 0,1 0 0,-1 0 0,1 1 0,-1-1 1,1 0-1,-1 0 0,1-1 0,-1 1 0,1 0 0,-1 0 0,1-1 0,-1 1 0,1-1 0,-1 1 0,3-2 0,-1 0-11,0-1 0,0 1 0,0-1 0,-1 0 1,1 0-1,-1 0 0,1 0 0,-1 0 0,0-1 0,0 1 0,0 0 0,-1-1 0,3-6 0,3-27-188,-1 0 0,-1 0 0,-3 0 0,-3-66 0,1 67-15,0 6 92,-1 0 1,-2 0-1,-1 0 0,-1 0 1,-1 1-1,-2 0 1,-1 0-1,-13-28 1,2 30 408,10 25-115,4 18-94,5 4-54,1 0-1,1 0 1,0 0 0,2 0 0,1 0-1,0 0 1,1-1 0,1 1-1,15 31 1,-5-18-49,2 0 1,1-1-1,1 0 1,35 39-1,-54-70-3,36 38-2640,-7-22-2890,-14-15 740</inkml:trace>
</inkml:ink>
</file>

<file path=ppt/ink/ink2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06.692"/>
    </inkml:context>
    <inkml:brush xml:id="br0">
      <inkml:brushProperty name="width" value="0.025" units="cm"/>
      <inkml:brushProperty name="height" value="0.025" units="cm"/>
    </inkml:brush>
  </inkml:definitions>
  <inkml:trace contextRef="#ctx0" brushRef="#br0">174 42 11851,'0'0'1954,"-10"-3"-395,2 1-1276,1 0 0,-1 1 0,0 0 0,0 0 0,0 1 0,0 0 0,0 0 0,-14 3 0,18-3-206,0 1 0,0 1 0,0-1 0,1 0 1,-1 1-1,0 0 0,1 0 0,-1 0 0,1 0 0,0 1 1,0-1-1,0 1 0,0 0 0,0 0 0,0 0 0,1 0 1,0 0-1,-1 0 0,1 1 0,0-1 0,1 1 0,-1 0 1,-1 3-1,2-3-73,0-1 1,0 1-1,0 0 1,0-1-1,1 1 1,-1 0 0,1-1-1,0 1 1,0 0-1,0-1 1,1 1-1,-1 0 1,1-1-1,0 1 1,0-1 0,0 1-1,1-1 1,1 4-1,-2-5-4,1 0 1,0 0-1,-1 0 0,1 0 0,0-1 0,0 1 0,0-1 1,0 1-1,1-1 0,-1 0 0,0 0 0,0 0 0,1 0 0,-1 0 1,1 0-1,-1-1 0,1 1 0,-1-1 0,1 0 0,-1 0 1,1 0-1,-1 0 0,1 0 0,-1 0 0,1-1 0,4 0 0,-3-1-7,1 0-1,-1 0 1,0 0-1,0-1 0,1 1 1,-2-1-1,1 0 1,0 0-1,0 0 0,-1-1 1,0 1-1,0-1 0,0 0 1,0 0-1,0 0 1,3-9-1,3-3-22,-2-1-1,0 0 1,5-18 0,-6 3 110,-6 31-11,-1 25 64,0-19-124,1 0 0,0 1 0,0-1-1,1 0 1,-1 0 0,1 0 0,0 0-1,0 0 1,1 0 0,-1 0-1,1 0 1,0-1 0,1 1 0,-1-1-1,1 1 1,0-1 0,0 0-1,0 0 1,0 0 0,1 0 0,0-1-1,0 0 1,0 1 0,0-1-1,0-1 1,1 1 0,-1 0 0,1-1-1,8 3 1,-9-3-8,-1-1 1,1 1-1,0-1 1,0 0-1,0 0 0,0-1 1,0 1-1,0-1 1,0 1-1,0-1 1,0-1-1,0 1 0,0 0 1,0-1-1,-1 0 1,1 0-1,0 0 0,0 0 1,3-3-1,-2 1-6,0-1 0,0 0 0,-1 0 0,0 0 0,0-1 0,0 1 0,0-1 0,-1 0 0,1 0 0,-1-1 0,4-9 0,-1 2-15,-1 1 18,0 1-1,0 0 1,2 1-1,9-15 0,-15 24 2,0 0-1,0-1 1,0 1-1,0 0 0,0 0 1,0 0-1,1 0 1,-1 0-1,0 0 0,0 0 1,1 0-1,-1 1 1,1-1-1,-1 0 0,0 1 1,1-1-1,-1 1 1,1 0-1,0-1 0,-1 1 1,1 0-1,-1 0 1,1 0-1,-1 0 0,1 0 1,-1 0-1,1 1 1,0-1-1,-1 0 0,1 1 1,-1-1-1,0 1 1,1-1-1,-1 1 0,1 0 1,-1 0-1,0 0 1,0 0-1,1 0 0,-1 0 1,0 0-1,1 2 1,31 34 15,14 15-2029,-10-28-6202,-25-21 3770</inkml:trace>
</inkml:ink>
</file>

<file path=ppt/ink/ink2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07.335"/>
    </inkml:context>
    <inkml:brush xml:id="br0">
      <inkml:brushProperty name="width" value="0.025" units="cm"/>
      <inkml:brushProperty name="height" value="0.025" units="cm"/>
    </inkml:brush>
  </inkml:definitions>
  <inkml:trace contextRef="#ctx0" brushRef="#br0">98 466 11307,'0'0'1206,"-7"-4"396,3 2-1442,0-1 1,0 1 0,0 0 0,0 1-1,0-1 1,0 1 0,-1 0-1,1 0 1,-5-1 0,7 2-130,0 0 0,0 1 0,1-1 0,-1 0 1,0 1-1,0-1 0,1 1 0,-1 0 0,0 0 0,1 0 1,-1-1-1,1 1 0,-1 1 0,1-1 0,-1 0 0,1 0 1,0 0-1,-1 1 0,1-1 0,0 1 0,0-1 0,0 1 0,0-1 1,0 1-1,1 0 0,-1-1 0,0 1 0,1 0 0,-1 0 1,1 2-1,-2 3 28,1 0 1,0 0-1,0 1 1,1-1-1,0 0 1,1 0-1,-1 0 1,3 11-1,-3-16-59,0-1 1,1 1-1,-1-1 0,0 1 0,0-1 0,1 1 1,-1-1-1,1 0 0,-1 1 0,1-1 0,0 1 1,-1-1-1,1 0 0,0 0 0,0 0 0,0 1 0,0-1 1,0 0-1,0 0 0,1 0 0,-1 0 0,0 0 1,0-1-1,1 1 0,-1 0 0,0-1 0,1 1 1,-1-1-1,1 1 0,-1-1 0,0 1 0,1-1 0,-1 0 1,1 0-1,-1 0 0,1 0 0,0 0 0,-1 0 1,1 0-1,-1-1 0,0 1 0,1 0 0,-1-1 1,1 1-1,-1-1 0,1 0 0,0 0 0,1-1 2,-1 0 0,0 1 0,0-1 0,0 0-1,0 0 1,0 0 0,-1-1 0,1 1 0,-1 0-1,1-1 1,-1 1 0,0-1 0,0 1 0,0-1 0,0 0-1,0 1 1,0-5 0,7-54 45,-6 43-41,3-28-32,-1 1 0,-2-1 0,-3 0 0,-1 0 0,-2 0 0,-19-83 0,21 124 42,1 1 15,1 0 0,-2 0-1,1 0 1,0 0 0,-1 0 0,0 1 0,1-1 0,-2 0 0,1 1 0,0 0 0,-1-1 0,1 1 0,-4-3 0,5 6-25,1 0 0,0 0 0,-1 0 1,1 0-1,0 0 0,-1 0 0,1 1 1,0-1-1,-1 0 0,1 0 0,0 0 1,-1 0-1,1 1 0,0-1 0,0 0 1,-1 0-1,1 0 0,0 1 0,0-1 1,-1 0-1,1 0 0,0 1 0,0-1 0,0 0 1,-1 1-1,1-1 0,0 0 0,0 1 1,0-1-1,0 0 0,0 1 0,0-1 1,0 0-1,0 1 0,0-1 0,0 0 1,0 1-1,0-1 0,0 0 0,0 1 1,0-1-1,0 0 0,0 1 0,0 21-16,0-19 45,0 34 145,2 1 0,1-1 0,17 73 0,-17-98-163,1 1-1,-1-1 1,2 0 0,0-1 0,0 1-1,1-1 1,1 0 0,0 0-1,0-1 1,1 0 0,0 0-1,1-1 1,0 0 0,0 0-1,17 10 1,-22-16-46,-1-1-1,1 0 1,0 0-1,0-1 1,0 1-1,0-1 1,0 0-1,0 0 1,0 0-1,1 0 1,-1-1-1,0 0 1,0 0-1,1 0 1,-1 0-1,0-1 1,0 1-1,1-1 1,-1 0-1,0-1 1,0 1-1,0-1 1,0 1-1,-1-1 1,1 0-1,0-1 1,-1 1-1,1-1 1,-1 1 0,6-7-1,-4 4-20,-1-1-1,1 0 1,-1 0 0,0 0-1,-1 0 1,1-1 0,-1 1-1,-1-1 1,1 0 0,-1 0-1,0 0 1,-1 0 0,0 0-1,0-1 1,0 1-1,-1 0 1,-1-11 0,1 18 51,1 0 1,-1-1 0,0 1 0,0-1-1,0 1 1,0 0 0,0-1-1,-1 1 1,1-1 0,0 1-1,0 0 1,0-1 0,0 1-1,0 0 1,0-1 0,-1 1-1,1 0 1,0-1 0,0 1 0,-1 0-1,1-1 1,0 1 0,0 0-1,-1-1 1,1 1 0,0 0-1,-1 0 1,1 0 0,0-1-1,-1 1 1,1 0 0,0 0-1,-1 0 1,1 0 0,-1 0-1,1-1 1,0 1 0,-1 0 0,1 0-1,0 0 1,-1 0 0,1 0-1,-1 0 1,1 0 0,0 1-1,-1-1 1,1 0 0,-1 0-1,1 0 1,0 0 0,-1 0-1,1 1 1,0-1 0,-1 0 0,1 0-1,0 0 1,-1 1 0,1-1-1,0 0 1,-1 1 0,-1 0 8,1 1 1,-1-1-1,1 0 1,0 1-1,-1-1 1,1 1 0,0 0-1,0-1 1,0 1-1,0 0 1,-1 3-1,1 0-5,0 0-1,1 0 1,-1 0-1,1 0 0,0 0 1,1 0-1,-1 0 1,1 0-1,0 0 1,0 0-1,0-1 0,1 1 1,0 0-1,0-1 1,0 1-1,1-1 1,-1 1-1,1-1 0,0 0 1,0 0-1,0 0 1,1-1-1,-1 1 1,1-1-1,0 0 0,0 0 1,0 0-1,1-1 1,-1 1-1,0-1 1,1 0-1,0 0 0,-1-1 1,1 1-1,0-1 1,0 0-1,0 0 1,0-1-1,0 1 0,7-1 1,-10 0-262,-1 0 0,1 0-1,0 0 1,0 0 0,-1-1 0,1 1 0,0 0-1,-1-1 1,1 1 0,-1-1 0,1 0 0,-1 1 0,1-1-1,-1 0 1,1 0 0,-1 0 0,1 0 0,-1 0 0,0 0-1,0 0 1,0 0 0,2-2 0,12-20-5845</inkml:trace>
</inkml:ink>
</file>

<file path=ppt/ink/ink2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07.504"/>
    </inkml:context>
    <inkml:brush xml:id="br0">
      <inkml:brushProperty name="width" value="0.025" units="cm"/>
      <inkml:brushProperty name="height" value="0.025" units="cm"/>
    </inkml:brush>
  </inkml:definitions>
  <inkml:trace contextRef="#ctx0" brushRef="#br0">0 18 11050,'0'0'4805,"42"-8"-8841,-17 4 993,-3-2-2562</inkml:trace>
</inkml:ink>
</file>

<file path=ppt/ink/ink2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08.065"/>
    </inkml:context>
    <inkml:brush xml:id="br0">
      <inkml:brushProperty name="width" value="0.025" units="cm"/>
      <inkml:brushProperty name="height" value="0.025" units="cm"/>
    </inkml:brush>
  </inkml:definitions>
  <inkml:trace contextRef="#ctx0" brushRef="#br0">1 1 14990,'0'0'1660,"6"5"-1617,42 50 75,-46-54-113,0 1 0,1 0 0,-1-1 0,0 1 0,1-1 0,-1 0 0,1 0 1,-1 1-1,1-2 0,0 1 0,-1 0 0,1-1 0,0 1 0,-1-1 0,1 0 1,0 0-1,0 0 0,-1 0 0,1 0 0,5-2 0,-6 2-4,1-1 0,-1 1 1,0-1-1,1 1 0,-1 0 0,0 0 0,1 0 0,-1 0 0,0 0 0,1 1 0,-1-1 1,0 1-1,1-1 0,-1 1 0,0 0 0,0 0 0,0 0 0,0 0 0,0 0 0,0 1 1,0-1-1,0 1 0,0-1 0,0 1 0,-1 0 0,1-1 0,1 4 0,4 10 29,-1 0-1,-1-1 0,0 2 1,-1-1-1,-1 0 0,0 1 0,-1 0 1,-1 0-1,-1-1 0,-1 21 1,-2 1 8,-1 0 0,-2 0 0,-13 43 0,12-57-20,3-3 2,-1-1 0,-1 0-1,-1 0 1,-1 0 0,0-1 0,-1 0 0,-16 21 0,25-38 27,-1 0 0,1 0 1,-1 0-1,1 0 0,-1 0 1,0 0-1,0-1 0,1 1 1,-1 0-1,0 0 0,0-1 1,0 1-1,0-1 0,0 1 1,0 0-1,0-1 0,0 0 1,0 1-1,0-1 0,0 0 1,0 1-1,0-1 0,0 0 1,0 0-1,0 0 0,-1 0 1,1 0-1,0 0 0,0 0 1,-2-1-1,1-1-11,1 1 1,-1-1 0,1 1-1,0-1 1,0 0-1,-1 1 1,1-1 0,0 0-1,0 0 1,1 0-1,-1 0 1,0 0 0,1 0-1,-1-4 1,-2-10 29,1-1 1,-1-29-1,4 16-77,1 1 1,1-1-1,2 1 1,0 0-1,11-29 0,-13 47 2,1 0 0,0 0-1,1 0 1,0 0-1,0 0 1,1 1 0,1 0-1,0 0 1,0 1 0,1 0-1,0 0 1,1 1 0,0 0-1,0 1 1,14-10 0,-18 15 15,-1-1 1,1 1 0,0 0-1,0 0 1,1 1 0,-1 0-1,0 0 1,0 0 0,1 0-1,-1 1 1,0 0-1,1 0 1,-1 0 0,0 1-1,1-1 1,-1 1 0,0 1-1,0-1 1,0 1 0,0 0-1,0 0 1,6 3 0,-3 1-286,0-1 1,-1 2 0,1-1-1,-1 1 1,0 0 0,-1 0-1,1 1 1,-1 0 0,-1 0-1,0 0 1,5 11 0,-10-27-9668</inkml:trace>
</inkml:ink>
</file>

<file path=ppt/ink/ink2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08.222"/>
    </inkml:context>
    <inkml:brush xml:id="br0">
      <inkml:brushProperty name="width" value="0.025" units="cm"/>
      <inkml:brushProperty name="height" value="0.025" units="cm"/>
    </inkml:brush>
  </inkml:definitions>
  <inkml:trace contextRef="#ctx0" brushRef="#br0">1 8 13677,'0'0'-32,"50"-8"-6662,-35 8 960</inkml:trace>
</inkml:ink>
</file>

<file path=ppt/ink/ink2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08.796"/>
    </inkml:context>
    <inkml:brush xml:id="br0">
      <inkml:brushProperty name="width" value="0.025" units="cm"/>
      <inkml:brushProperty name="height" value="0.025" units="cm"/>
    </inkml:brush>
  </inkml:definitions>
  <inkml:trace contextRef="#ctx0" brushRef="#br0">0 61 13164,'5'7'150,"0"1"-128,3 5 330,1-1 0,19 22 1,-26-32-285,0 1 0,0-1 0,0 0 0,1 0 0,-1 0 0,1 0 0,-1 0 0,1-1 0,-1 1 0,1-1 0,0 0 0,0 0 0,0 0 0,0 0 0,0 0 0,0 0 0,0-1 1,0 1-1,0-1 0,0 0 0,0 0 0,0 0 0,3-1 0,-5 0-50,1 0 0,-1 1 1,0-1-1,0 0 0,0 0 0,0 0 1,0 0-1,0 0 0,0 0 1,0 0-1,-1 0 0,1 0 0,0-1 1,-1 1-1,1 0 0,-1 0 0,1-1 1,-1 1-1,1 0 0,-1-1 1,0-1-1,5-40 733,-3 15 434,-1 28-1175,-1-1-1,0 1 1,1-1 0,-1 1-1,1-1 1,-1 1 0,1-1-1,0 1 1,-1-1 0,1 1-1,-1 0 1,1-1-1,0 1 1,-1 0 0,1-1-1,0 1 1,-1 0 0,1 0-1,0 0 1,0 0 0,-1 0-1,1 0 1,0 0 0,-1 0-1,1 0 1,0 0-1,0 0 1,-1 0 0,1 0-1,0 1 1,-1-1 0,1 0-1,0 0 1,0 1 0,32 12-68,-23-9 114,-8-3-55,1 0 1,-1 0-1,1-1 0,-1 1 0,1-1 0,-1 1 0,1-1 0,0 0 1,-1 0-1,1 0 0,-1 0 0,1-1 0,0 1 0,-1-1 0,1 1 1,-1-1-1,1 0 0,-1 0 0,0 0 0,1 0 0,-1-1 0,0 1 1,4-3-1,-1-2 62,0 0 1,-1 0-1,1 0 0,-1-1 1,-1 1-1,6-12 1,-3 5 244,-3 63 861,7 92-945,10 310 972,-20-438-1178,-1 0 0,-1 0 0,0 0-1,-8 26 1,9-36-9,0-1 0,-1 1 0,1-1 1,-1 0-1,0 0 0,0 0 0,0 0 0,0 0 0,0 0 0,-1-1 0,-3 4 0,4-5-3,1 0 0,-1 0 1,1 0-1,-1-1 0,0 1 0,0 0 0,0-1 1,1 1-1,-1-1 0,0 0 0,0 1 0,0-1 1,0 0-1,0 0 0,1-1 0,-1 1 0,0 0 1,0 0-1,0-1 0,0 1 0,1-1 0,-1 0 1,-2 0-1,1-1 34,0 0 1,0-1-1,0 1 1,0-1 0,1 1-1,-1-1 1,1 0-1,0 0 1,-1 0-1,1 0 1,1 0-1,-1 0 1,0-1-1,1 1 1,-1 0 0,1-1-1,0 0 1,0 1-1,0-7 1,-2-10-34,1 0-1,0-26 1,2 43 0,0-25-57,2 0 0,1 0 0,1 1 0,13-47 0,45-104-2969,-25 78-1661,-12 27-1945</inkml:trace>
</inkml:ink>
</file>

<file path=ppt/ink/ink2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10.811"/>
    </inkml:context>
    <inkml:brush xml:id="br0">
      <inkml:brushProperty name="width" value="0.025" units="cm"/>
      <inkml:brushProperty name="height" value="0.025" units="cm"/>
    </inkml:brush>
  </inkml:definitions>
  <inkml:trace contextRef="#ctx0" brushRef="#br0">1 0 7079,'0'0'4612,"11"10"-3993,154 128 1645,115 103-1789,-246-212-470,-23-20-19,-1-1 0,0 1 1,0 1-1,11 15 0,-20-25-467,-3-1-1483,-8-4-2344</inkml:trace>
</inkml:ink>
</file>

<file path=ppt/ink/ink2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11.082"/>
    </inkml:context>
    <inkml:brush xml:id="br0">
      <inkml:brushProperty name="width" value="0.025" units="cm"/>
      <inkml:brushProperty name="height" value="0.025" units="cm"/>
    </inkml:brush>
  </inkml:definitions>
  <inkml:trace contextRef="#ctx0" brushRef="#br0">391 1 11211,'0'0'64,"-47"19"-32,27 13 0,-2 9 128,-4 10 673,-3 9-257,0 5-416,-1 6-96,-2 5 0,1-4-64,-1-2 0,3-6-32,5-12-32,6-9-32,5-12-576,7-11-2371,3-10-1986</inkml:trace>
</inkml:ink>
</file>

<file path=ppt/ink/ink2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11.454"/>
    </inkml:context>
    <inkml:brush xml:id="br0">
      <inkml:brushProperty name="width" value="0.025" units="cm"/>
      <inkml:brushProperty name="height" value="0.025" units="cm"/>
    </inkml:brush>
  </inkml:definitions>
  <inkml:trace contextRef="#ctx0" brushRef="#br0">0 0 8616,'0'0'4933,"0"63"-4229,0-26-31,0 5-96,0 5-193,0 3-224,3 0-96,-2-2-32,3-6 32,-2-7-128,2-5 64,-3-10-128,-1-10-3139</inkml:trace>
</inkml:ink>
</file>

<file path=ppt/ink/ink2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11.875"/>
    </inkml:context>
    <inkml:brush xml:id="br0">
      <inkml:brushProperty name="width" value="0.025" units="cm"/>
      <inkml:brushProperty name="height" value="0.025" units="cm"/>
    </inkml:brush>
  </inkml:definitions>
  <inkml:trace contextRef="#ctx0" brushRef="#br0">1 101 8104,'0'0'5573,"11"0"-4719,-6 0-786,64 1 263,-1-4 1,123-19-1,-184 20-386,107-27-336,-42 2-4480,-38 9 136</inkml:trace>
</inkml:ink>
</file>

<file path=ppt/ink/ink2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12.624"/>
    </inkml:context>
    <inkml:brush xml:id="br0">
      <inkml:brushProperty name="width" value="0.025" units="cm"/>
      <inkml:brushProperty name="height" value="0.025" units="cm"/>
    </inkml:brush>
  </inkml:definitions>
  <inkml:trace contextRef="#ctx0" brushRef="#br0">34 0 10282,'0'0'4922,"-1"11"-4730,-4 149 589,16 179-1,1-14-627,-34-469 1571,18-96-1706,5 143-75,-18-160 0,12 228 14,2 24-70,2 18 18,2-4 92,0 1 0,1 0 0,0 0 1,0-1-1,1 1 0,0-1 0,1 0 0,0 0 1,0 0-1,1-1 0,0 1 0,12 13 1,-13-17-5,-1 0 1,1 0-1,1-1 1,-1 0 0,1 0-1,-1 0 1,1-1 0,0 1-1,0-1 1,1 0 0,-1 0-1,1-1 1,-1 0 0,1 0-1,0 0 1,0-1-1,0 1 1,0-1 0,0-1-1,0 1 1,10-2 0,-10 0-51,0-1 0,0-1 0,-1 1 0,1-1 0,-1 0-1,0 0 1,0-1 0,0 1 0,0-1 0,-1 0 0,1 0 0,-1-1 0,0 0 0,-1 1 0,1-1 0,5-10 0,2-4-2,0-2 0,-1 1-1,7-24 1,-16 41 75,2-2 20,-1 0 0,0-1 0,0 0 0,-1 1 1,1-1-1,-1 0 0,-1 0 0,1 0 0,-1 1 0,0-1 0,-1-8 0,1 14-23,-1 0 1,1 0 0,-1 0 0,1 0 0,-1 0-1,1 0 1,-1 0 0,1 0 0,-1 0 0,1 0-1,-1 1 1,1-1 0,0 0 0,-1 0 0,1 0-1,-1 1 1,1-1 0,0 0 0,-1 1 0,1-1-1,-1 0 1,1 1 0,0-1 0,0 0 0,-1 1-1,1-1 1,0 1 0,0-1 0,-1 0 0,1 1-1,0-1 1,0 1 0,0-1 0,0 1 0,0-1-1,-1 1 1,-9 19-28,4-3 121,0 0 0,2 1 0,0 0 0,1 0 0,0 0-1,2 0 1,1 22 0,-1-35-96,1 0 0,1 1 0,-1-1 0,1 1 0,0-1 0,0 0 0,1 0 0,0 1 0,0-1 0,0 0 0,0-1 1,1 1-1,-1 0 0,1-1 0,1 1 0,-1-1 0,0 0 0,1 0 0,0 0 0,0-1 0,0 1 0,1-1 0,-1 0 0,1 0 0,0 0 0,-1-1 0,11 4 0,-6-4-197,0 0 1,0 0 0,0-1-1,0 0 1,0 0-1,1-1 1,-1 0-1,0-1 1,0 0 0,0-1-1,0 0 1,0 0-1,0-1 1,12-5 0,29-23-5453</inkml:trace>
</inkml:ink>
</file>

<file path=ppt/ink/ink2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13.305"/>
    </inkml:context>
    <inkml:brush xml:id="br0">
      <inkml:brushProperty name="width" value="0.025" units="cm"/>
      <inkml:brushProperty name="height" value="0.025" units="cm"/>
    </inkml:brush>
  </inkml:definitions>
  <inkml:trace contextRef="#ctx0" brushRef="#br0">46 577 6726,'-9'0'-63,"-21"2"931,24-3 337,15-1 677,288-73 2395,-127 29-3322,1290-262 676,-1077 235-1463,-377 72-177,53-10-899,75-25-1,-76 11-3511</inkml:trace>
</inkml:ink>
</file>

<file path=ppt/ink/ink2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27.384"/>
    </inkml:context>
    <inkml:brush xml:id="br0">
      <inkml:brushProperty name="width" value="0.025" units="cm"/>
      <inkml:brushProperty name="height" value="0.025" units="cm"/>
    </inkml:brush>
  </inkml:definitions>
  <inkml:trace contextRef="#ctx0" brushRef="#br0">211 106 5958,'2'-11'1602,"0"-1"0,-1 0 0,-1 1 1,0-1-1,0 1 0,-3-13 1,3 23-1588,-1 1 0,1-1 0,-1 0 0,1 0 1,-1 0-1,0 1 0,1-1 0,-1 0 0,0 1 0,1-1 1,-1 0-1,0 1 0,0-1 0,0 1 0,0 0 1,1-1-1,-1 1 0,0 0 0,0-1 0,0 1 1,0 0-1,0 0 0,0 0 0,0 0 0,0 0 0,0 0 1,0 0-1,0 0 0,0 0 0,0 0 0,0 0 1,0 1-1,0-1 0,1 0 0,-1 1 0,-1 0 0,-35 13-32,27-7 15,-1 0 0,1 1 0,0 0 0,1 1 0,0 0 0,-10 13 0,17-20-1,0 0 0,0 1 0,0 0 0,0-1 0,1 1 0,-1 0 0,1 0 0,-1 0-1,1 0 1,0 0 0,0 1 0,0-1 0,1 0 0,-1 0 0,1 1 0,0-1 0,0 0 0,0 1-1,0-1 1,0 0 0,1 0 0,0 1 0,-1-1 0,1 0 0,0 0 0,1 0 0,-1 0 0,0 0-1,3 3 1,54 66-75,-33-43 76,-2 0 0,30 50 1,-47-68 8,-1-1 1,0 2 0,0-1 0,-1 1 0,-1-1 0,0 1 0,0 0 0,-1 1-1,-1-1 1,0 0 0,-2 24 0,0-32 1,0 1 0,0-1-1,-1 1 1,0-1 0,0 1 0,0-1 0,0 0-1,-1 0 1,1 0 0,-1 0 0,0-1 0,-1 1-1,1-1 1,0 0 0,-1 0 0,0 0 0,0 0-1,0 0 1,0-1 0,0 0 0,0 0 0,-1 0-1,-8 2 1,1 0 7,1 0 0,-1-1-1,0-1 1,0 0 0,0 0-1,-1-1 1,1-1 0,-15-1-1,24 1-12,1 0 0,0-1 0,-1 1 0,1-1 0,0 1 0,0-1 0,0 0 0,-1 0 0,1 0 0,0 0 0,0 0 0,0-1 0,1 1 0,-1 0 0,0-1 0,0 1 0,1-1 0,-1 0 0,1 0 0,0 0 0,-1 1 0,1-1 0,0 0 0,0-1 0,0 1 0,0 0 0,0 0 0,1 0 0,-1 0 0,1-1 0,-1 1 0,1 0 0,0-1 0,0 1 0,0 0-1,0-1 1,0 1 0,1 0 0,-1 0 0,2-4 0,0-4 5,1 1 0,0 0 0,0 0 0,1 0-1,0 0 1,0 1 0,1-1 0,9-12 0,6-1 84,0 1 1,2 0 0,0 2-1,1 0 1,1 2 0,1 0-1,0 2 1,1 1 0,1 1-1,40-14 1,-63 25-47,1 0 0,0 1 0,-1 0-1,1 0 1,0 0 0,0 1 0,0 0-1,0 0 1,0 0 0,-1 0 0,1 1 0,0 0-1,0 0 1,0 0 0,-1 0 0,1 1-1,-1 0 1,1 0 0,-1 0 0,1 0 0,-1 1-1,0 0 1,3 3 0,-2-2-143,-1 2-1,0-1 1,0 0 0,-1 1 0,1 0-1,-1 0 1,0 0 0,-1 0-1,0 0 1,0 0 0,0 1-1,-1-1 1,0 1 0,0-1 0,0 1-1,-1 11 1,0-15-447,0-1 98,0-1 0,0 1 0,0-1 0,0 0 0,0 1-1,0-1 1,0 1 0,-1-1 0,1 0 0,0 1 0,-1-1 0,1 0-1,-1 1 1,0-1 0,-1 2 0,-9 4-8005</inkml:trace>
</inkml:ink>
</file>

<file path=ppt/ink/ink2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27.524"/>
    </inkml:context>
    <inkml:brush xml:id="br0">
      <inkml:brushProperty name="width" value="0.025" units="cm"/>
      <inkml:brushProperty name="height" value="0.025" units="cm"/>
    </inkml:brush>
  </inkml:definitions>
  <inkml:trace contextRef="#ctx0" brushRef="#br0">0 55 11691,'0'0'929,"35"-45"-1217,-16 40-2019,2 0-1280</inkml:trace>
</inkml:ink>
</file>

<file path=ppt/ink/ink2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28.498"/>
    </inkml:context>
    <inkml:brush xml:id="br0">
      <inkml:brushProperty name="width" value="0.025" units="cm"/>
      <inkml:brushProperty name="height" value="0.025" units="cm"/>
    </inkml:brush>
  </inkml:definitions>
  <inkml:trace contextRef="#ctx0" brushRef="#br0">159 0 11339,'0'0'7233,"-5"1"-6640,-4 1-573,0 0 1,1 1 0,-1 0-1,1 0 1,0 1-1,0 0 1,0 1 0,0 0-1,1 0 1,0 0-1,0 1 1,0 0-1,1 0 1,0 1 0,0 0-1,1 0 1,0 1-1,0-1 1,0 1 0,-4 10-1,9-17-20,-1 0-1,1-1 1,0 1-1,-1 0 1,1 0-1,0-1 1,-1 1-1,1 0 1,0 0-1,0 0 1,0-1-1,0 1 1,0 0-1,0 0 1,0 0-1,0-1 1,0 1-1,0 0 1,0 0 0,0 0-1,1-1 1,-1 1-1,0 0 1,1 0-1,-1-1 1,0 1-1,1 0 1,-1-1-1,1 1 1,-1 0-1,1-1 1,-1 1-1,1-1 1,0 1-1,-1-1 1,1 1-1,0-1 1,-1 1-1,1-1 1,0 1-1,0-1 1,-1 0-1,1 0 1,0 1-1,0-1 1,-1 0-1,1 0 1,0 0-1,0 0 1,0 0 0,-1 0-1,1 0 1,0 0-1,0 0 1,0 0-1,-1-1 1,1 1-1,0 0 1,0 0-1,1-1 1,4-1 1,1-1 0,-1 1 1,1-1-1,-1 0 0,11-8 1,9-10 18,37-27-6,-60 46-12,0 0 0,0 0-1,0 1 1,0-1 0,0 1-1,0 0 1,1 0 0,-1 0-1,0 0 1,1 0-1,-1 1 1,1 0 0,-1-1-1,0 1 1,1 1 0,-1-1-1,6 1 1,-6 1 2,-1 0 0,1-1 1,-1 1-1,1 0 0,-1 0 1,0 0-1,0 1 0,0-1 0,0 0 1,-1 1-1,1-1 0,-1 1 1,1 0-1,-1-1 0,0 1 0,2 5 1,11 50 39,-8-18-20,-3-1 0,-1 0 0,-6 75 0,4-109-14,-1 1 0,0 0 0,-1-1 0,1 1 0,-1-1 0,0 0 0,0 1 0,-1-1 0,1 0-1,-1 0 1,-4 5 0,5-8-6,1-1-1,-1 1 0,1-1 1,-1 1-1,0-1 0,0 0 1,0 1-1,1-1 0,-1 0 1,0 0-1,0 0 1,0-1-1,-1 1 0,1 0 1,0-1-1,0 0 0,0 1 1,0-1-1,-1 0 0,1 0 1,0 0-1,0 0 0,0-1 1,-1 1-1,1 0 1,0-1-1,0 0 0,0 1 1,0-1-1,0 0 0,0 0 1,-2-2-1,0 0-3,-1 0 0,1-1 0,0 0 0,1 1 0,-1-2 0,1 1 0,0 0 0,0-1 0,0 1 0,0-1 0,1 0 0,0 0 0,0 0 0,0 0 0,0 0 0,1-1 0,0 1 0,0 0 0,0-10 0,0-3 0,0 0 0,1 0 0,1 0 0,5-30 0,-4 37-5,1 1-1,0-1 1,1 0 0,0 1-1,1 0 1,0 0 0,0 0-1,10-11 1,-13 17 3,1 1 0,0-1 0,0 1 0,0-1 0,1 1-1,-1 0 1,1 0 0,-1 1 0,1-1 0,0 1 0,0 0 0,0 0 0,0 0 0,1 0 0,-1 1 0,1 0-1,-1-1 1,0 2 0,1-1 0,0 0 0,-1 1 0,7 0 0,-7 2 1,0-1 1,0 1 0,-1-1-1,1 1 1,0 0-1,-1 1 1,0-1-1,1 1 1,-1-1-1,0 1 1,0 0-1,-1 0 1,1 0 0,-1 0-1,1 1 1,-1-1-1,0 1 1,0-1-1,0 1 1,1 5-1,3 5 9,-1 0-1,0 1 0,-1-1 0,3 18 1,-7-31-8,0-1 0,1 1 0,-1 0 1,0 0-1,0 0 0,0 0 1,0 0-1,0 0 0,0 0 0,0 0 1,0 0-1,0 0 0,0 0 0,0 0 1,0 0-1,-1 0 0,1-1 1,0 1-1,-1 0 0,1 0 0,-1 0 1,0 1-1,-13-10 24,-14-30 15,24 32-39,-1-2 0,0-1 0,1 1 0,0-1 0,0 0 0,1 0 0,0 0 0,0-1 0,-1-17 0,4 27-1,0 0-1,1-1 1,-1 1-1,1 0 1,-1-1-1,1 1 1,-1 0-1,1 0 1,0-1-1,-1 1 1,1 0 0,-1 0-1,1 0 1,-1 0-1,1 0 1,-1 0-1,1 0 1,0 0-1,-1 0 1,1 0-1,-1 0 1,1 0 0,-1 0-1,1 1 1,0-1-1,-1 0 1,1 0-1,-1 1 1,1-1-1,-1 0 1,1 1-1,0-1 1,19 10-47,16 29 48,-31-32 1,-1-1-1,1 0 1,1 0 0,-1-1-1,1 0 1,0 0 0,9 6-1,-13-11 32,-1-26 27,-2-6-59,0 23 0,0 0 0,1 0 0,0-1 0,1 1 0,3-16 0,-4 22 0,1 1 0,0 0 0,0 0 0,0 0 0,0 0 0,1-1 0,-1 2 0,1-1 0,-1 0 0,1 0 0,-1 0 0,1 1 0,0-1 0,0 1 0,0-1 0,0 1 0,0 0 0,0 0 0,0 0 0,0 0 0,1 0 0,-1 0 0,0 0 0,1 1 0,-1 0 0,5-1 0,16-1-764,1 2 0,0 0 0,0 2 0,25 5 0,-29-4-265,1 0 1,-1-2 0,0 0-1,0-1 1,0-1 0,27-4 0,-16-5-3649</inkml:trace>
</inkml:ink>
</file>

<file path=ppt/ink/ink2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0:28.859"/>
    </inkml:context>
    <inkml:brush xml:id="br0">
      <inkml:brushProperty name="width" value="0.025" units="cm"/>
      <inkml:brushProperty name="height" value="0.025" units="cm"/>
    </inkml:brush>
  </inkml:definitions>
  <inkml:trace contextRef="#ctx0" brushRef="#br0">137 175 6758,'0'0'7202,"-4"-8"-5958,1 3-977,-1 0 1,1 1-1,-1-1 1,0 1-1,0 0 1,0 0-1,-1 0 1,0 1-1,0-1 1,-6-2-1,9 5-231,1 0-1,-1 0 0,0 0 0,0 0 0,0 1 0,0-1 0,0 0 0,-1 1 0,1 0 0,0 0 0,0-1 1,0 1-1,0 0 0,0 1 0,0-1 0,-1 0 0,1 1 0,0-1 0,0 1 0,0-1 0,0 1 0,0 0 0,0 0 1,1 0-1,-1 0 0,0 0 0,0 1 0,1-1 0,-1 1 0,0-1 0,1 1 0,0-1 0,-1 1 0,1 0 1,0-1-1,0 1 0,-2 4 0,2-5-33,0 1-1,0 0 1,0 0 0,0 0 0,0 0 0,0 0-1,0 0 1,1 0 0,-1 1 0,1-1 0,0 0-1,-1 0 1,1 0 0,0 0 0,0 1 0,1-1-1,-1 0 1,0 0 0,1 0 0,-1 0 0,1 1 0,0-1-1,-1 0 1,1 0 0,0 0 0,0 0 0,1-1-1,-1 1 1,0 0 0,1 0 0,-1-1 0,1 1-1,-1-1 1,1 1 0,0-1 0,0 0 0,-1 1-1,1-1 1,0 0 0,0 0 0,0-1 0,0 1-1,0 0 1,0-1 0,1 1 0,-1-1 0,0 1-1,0-1 1,0 0 0,1 0 0,-1 0 0,0 0 0,0-1-1,0 1 1,0 0 0,1-1 0,-1 0 0,0 1-1,0-1 1,0 0 0,0 0 0,0 0 0,-1 0-1,1-1 1,0 1 0,0 0 0,2-4 0,5-5 79,0 0 1,0 0 0,-1-1 0,-1 0 0,0-1 0,0 0 0,-1 0-1,5-15 1,-11 27-54,0 0 0,1 0 0,-1 0 0,0-1 0,1 1-1,-1 0 1,0 0 0,1 0 0,-1 0 0,0 0 0,1 0 0,-1 0 0,0 0-1,1 0 1,-1 0 0,0 1 0,1-1 0,-1 0 0,0 0 0,1 0 0,-1 0-1,0 0 1,1 1 0,-1-1 0,0 0 0,0 0 0,1 0 0,-1 1 0,0-1-1,0 0 1,1 1 0,-1-1 0,0 0 0,0 0 0,0 1 0,0-1 0,1 0-1,-1 1 1,0-1 0,0 0 0,0 1 0,0-1 0,18 27 347,-1-3-150,-12-21-206,0 0-1,0 0 0,0 0 1,0-1-1,0 1 1,0-1-1,1-1 0,-1 1 1,1-1-1,0 0 0,-1 0 1,1 0-1,0-1 1,-1 0-1,1 0 0,0-1 1,-1 1-1,1-1 1,-1 0-1,9-3 0,0-1-219,1 0 1,-1 0-1,0-1 0,0-1 0,-1-1 0,17-11 1,25-29-5598,-4-15-8882</inkml:trace>
</inkml:ink>
</file>

<file path=ppt/ink/ink2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03.866"/>
    </inkml:context>
    <inkml:brush xml:id="br0">
      <inkml:brushProperty name="width" value="0.025" units="cm"/>
      <inkml:brushProperty name="height" value="0.025" units="cm"/>
    </inkml:brush>
  </inkml:definitions>
  <inkml:trace contextRef="#ctx0" brushRef="#br0">0 84 5862,'0'0'7190,"7"-3"-7200,13-4 8,1 0 1,1 1 0,37-4-1,12-4 2,-12 2-648,20-6-4437,-57 11 1498</inkml:trace>
</inkml:ink>
</file>

<file path=ppt/ink/ink2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04.115"/>
    </inkml:context>
    <inkml:brush xml:id="br0">
      <inkml:brushProperty name="width" value="0.025" units="cm"/>
      <inkml:brushProperty name="height" value="0.025" units="cm"/>
    </inkml:brush>
  </inkml:definitions>
  <inkml:trace contextRef="#ctx0" brushRef="#br0">0 160 8520,'0'0'96,"48"-12"-32,-13-2 224,6-3 257,5 0-257,0 0-160,1 0-128,-3 1 64,-1 0-256,-8-2-1665,-4 2-2628</inkml:trace>
</inkml:ink>
</file>

<file path=ppt/ink/ink2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04.969"/>
    </inkml:context>
    <inkml:brush xml:id="br0">
      <inkml:brushProperty name="width" value="0.025" units="cm"/>
      <inkml:brushProperty name="height" value="0.025" units="cm"/>
    </inkml:brush>
  </inkml:definitions>
  <inkml:trace contextRef="#ctx0" brushRef="#br0">0 61 8680,'0'0'3283,"6"-7"-3042,6 4 16,1 0 1,-1 1 0,18-1 0,18-2 430,13-9 26,-34 7-554,-1 2 0,1 0 1,-1 2-1,47-1 1,-73 5-160,1 0 1,0-1 0,0 1-1,-1 0 1,1-1 0,0 1 0,-1 0-1,1 0 1,-1 0 0,1-1 0,-1 1-1,1 0 1,-1 0 0,1 0-1,-1 0 1,0 0 0,0 0 0,0 0-1,1 0 1,-1 0 0,0 0 0,0 0-1,0 0 1,0 0 0,-1 0-1,1 0 1,0 0 0,0 0 0,-1 1-1,-6 34 44,-81 187 21,21-62-36,19-8-19,27-84 2,-28 67 0,47-131 97,1-2-31,0 0 0,0-1 0,0 1 1,0 0-1,0-1 0,-1 1 0,1-1 1,-1 1-1,0-1 0,0 0 0,1 0 0,-1 0 1,-1 0-1,1 0 0,-4 2 0,6-7-35,0-1-1,0 0 1,1 1-1,-1-1 0,1 1 1,-1-1-1,3-5 0,1 3-39,0 1-1,0-1 0,0 1 0,0 0 0,1 1 0,0-1 0,0 1 0,0 0 1,1 0-1,0 0 0,-1 1 0,1 0 0,0 0 0,0 1 0,1-1 0,-1 1 1,1 1-1,9-2 0,13-2 26,0 2 1,54 1 0,-68 2-24,73 5-228,-61-2 440,1-1 0,44-3 0,-63 0-721,0-1 0,0 1 0,0-1 0,-1-1 0,1 0 0,-1 0 0,0-1 0,0 0 0,0 0 0,0-1 0,0 0 0,7-6 0,7-11-4787</inkml:trace>
</inkml:ink>
</file>

<file path=ppt/ink/ink2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08.674"/>
    </inkml:context>
    <inkml:brush xml:id="br0">
      <inkml:brushProperty name="width" value="0.025" units="cm"/>
      <inkml:brushProperty name="height" value="0.025" units="cm"/>
    </inkml:brush>
  </inkml:definitions>
  <inkml:trace contextRef="#ctx0" brushRef="#br0">319 9 8488,'0'0'4447,"-9"-2"-3726,3 0-637,0 1 0,-1 0 0,1-1 0,-1 2 0,1-1 1,-1 1-1,1 0 0,-1 1 0,1-1 0,-1 1 0,1 0 0,-1 1 1,1 0-1,0 0 0,0 0 0,-9 5 0,-9 9-65,1 0-1,1 2 0,0 0 0,2 2 1,0 0-1,-20 27 0,38-45-17,1 1-1,-1-1 0,1 0 0,0 1 0,-1-1 0,1 1 1,0 0-1,1-1 0,-1 1 0,0 0 0,0 3 0,1-5 1,0 1-1,1-1 0,-1 0 1,0 0-1,0 1 0,1-1 0,-1 0 1,0 0-1,1 0 0,-1 0 1,1 0-1,0 0 0,-1 0 1,1 0-1,0 0 0,0 0 1,-1 0-1,3 1 0,2 2 3,1 0 0,1-1 0,-1 0 0,0-1 0,1 1 0,-1-1-1,11 2 1,-15-3-2,0-1 1,26 7 18,0 1 0,-1 2 0,0 1 0,28 15 0,-49-23-18,-1 0 0,1 0 1,-1 1-1,0 0 0,0 0 0,0 0 1,-1 0-1,0 1 0,0-1 1,0 1-1,0 0 0,-1 1 0,1-1 1,-1 0-1,-1 1 0,1 0 0,-1 0 1,0 0-1,0 0 0,-1 0 0,0 0 1,0 0-1,0 0 0,-1 0 0,0 13 1,-1-15 6,-1 1 0,1-1 1,-1 0-1,0 0 1,0 1-1,-1-1 0,1 0 1,-1-1-1,0 1 1,0 0-1,0-1 0,0 0 1,-1 0-1,1 0 1,-1 0-1,0 0 0,-6 3 1,-10 6 19,0-2 0,-25 10 0,33-14-90,-1-1 0,1-1-1,-1 0 1,-1 0 0,1-1 0,0-1 0,-1 0 0,1-1-1,-1 0 1,-21-3 0,34 2-38,0 0 0,0-1 0,-1 1 0,1-1 0,0 1 0,0-1 0,0 0 0,0 1 0,0-1 1,0 0-1,0 0 0,0 0 0,0 0 0,0 0 0,0 0 0,0 0 0,1 0 0,-1 0 0,0-1 0,1 1 0,-1 0 0,1 0 0,-1 0 0,1-1 0,-1-1 0,0-35-3579,5 0-417</inkml:trace>
</inkml:ink>
</file>

<file path=ppt/ink/ink2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08.920"/>
    </inkml:context>
    <inkml:brush xml:id="br0">
      <inkml:brushProperty name="width" value="0.025" units="cm"/>
      <inkml:brushProperty name="height" value="0.025" units="cm"/>
    </inkml:brush>
  </inkml:definitions>
  <inkml:trace contextRef="#ctx0" brushRef="#br0">0 0 12812,'0'0'801,"0"45"-481,0-14 481,2 10-321,6 3-127,2 5-225,-1 0-96,0 0-32,-1-5 32,-1-1-32,-3-6-481,-1-8-768,-1-4-961,-2-9-96,0-10-320</inkml:trace>
</inkml:ink>
</file>

<file path=ppt/ink/ink2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09.093"/>
    </inkml:context>
    <inkml:brush xml:id="br0">
      <inkml:brushProperty name="width" value="0.025" units="cm"/>
      <inkml:brushProperty name="height" value="0.025" units="cm"/>
    </inkml:brush>
  </inkml:definitions>
  <inkml:trace contextRef="#ctx0" brushRef="#br0">0 129 9449,'0'0'64,"54"-34"-32,-18 16 0,6 2-32,1-1-64,-1-3-1441,0-3-2499</inkml:trace>
</inkml:ink>
</file>

<file path=ppt/ink/ink2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09.483"/>
    </inkml:context>
    <inkml:brush xml:id="br0">
      <inkml:brushProperty name="width" value="0.025" units="cm"/>
      <inkml:brushProperty name="height" value="0.025" units="cm"/>
    </inkml:brush>
  </inkml:definitions>
  <inkml:trace contextRef="#ctx0" brushRef="#br0">155 313 9673,'-10'7'587,"-4"3"-229,-5 3 727,0 1 0,-28 29 1,42-39-955,1 1 0,0-1 0,0 1 0,1 0 0,-1 0 0,1 0 1,0 1-1,1-1 0,-1 1 0,1-1 0,0 1 0,0 0 0,1 0 0,0 0 1,0 0-1,0 0 0,1 6 0,0-10-130,0-1-1,0 0 1,0 0-1,1 1 1,-1-1-1,0 0 1,1 0-1,-1 0 1,1 1 0,-1-1-1,1 0 1,0 0-1,-1 0 1,1 0-1,0 0 1,0 0 0,0 0-1,0-1 1,0 1-1,0 0 1,0 0-1,0-1 1,0 1-1,0 0 1,0-1 0,0 1-1,0-1 1,0 0-1,1 1 1,-1-1-1,0 0 1,0 0-1,1 0 1,-1 1 0,0-1-1,0-1 1,1 1-1,1 0 1,0 0 0,0-1 0,0 0 0,0 1 0,0-1 0,1 0 0,-1 0 0,0-1 0,0 1 0,-1-1 0,1 1 0,0-1 0,0 0 0,-1 0 0,4-3 0,2-7-164,1-1 0,-1 0 0,-1 0 0,0-1-1,-1 1 1,-1-2 0,0 1 0,-1 0 0,0-1-1,-1 0 1,1-21 0,-1-6-898,-1 0 0,-8-77 1,-6 52 780,12 64 432,-1 0 1,0 0-1,0 0 1,0 0-1,0 0 1,0 0-1,-1 1 1,1-1 0,-1 1-1,0-1 1,0 1-1,0-1 1,0 1-1,0 0 1,0 0-1,-1 0 1,1 0-1,-1 0 1,-2-1-1,4 3-109,0 0 0,0 0 0,1 0 0,-1 0 0,0 0 0,0 0 0,0 0 0,1 0-1,-1 0 1,0 0 0,0 1 0,0-1 0,1 0 0,-1 1 0,0-1 0,1 1 0,-1-1 0,0 0 0,1 1 0,-1 0 0,0-1 0,1 1-1,-1-1 1,1 1 0,-1 0 0,1-1 0,-1 1 0,1 0 0,0-1 0,-1 1 0,1 0 0,0 0 0,-1-1 0,1 1 0,0 0 0,0 0-1,0 0 1,0 0 0,0-1 0,0 1 0,0 1 0,-2 44-108,2-37 201,2 14-100,0 1 1,2-1-1,0 1 1,2-1-1,1 0 1,0-1-1,2 1 1,0-2-1,2 1 1,13 20-1,-14-26-1405,2 1 0,0-2 0,1 0 0,14 14 0,-8-13-3350</inkml:trace>
</inkml:ink>
</file>

<file path=ppt/ink/ink2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09.652"/>
    </inkml:context>
    <inkml:brush xml:id="br0">
      <inkml:brushProperty name="width" value="0.025" units="cm"/>
      <inkml:brushProperty name="height" value="0.025" units="cm"/>
    </inkml:brush>
  </inkml:definitions>
  <inkml:trace contextRef="#ctx0" brushRef="#br0">1 45 10922,'0'0'2242,"24"-44"-14605</inkml:trace>
</inkml:ink>
</file>

<file path=ppt/ink/ink2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10.151"/>
    </inkml:context>
    <inkml:brush xml:id="br0">
      <inkml:brushProperty name="width" value="0.025" units="cm"/>
      <inkml:brushProperty name="height" value="0.025" units="cm"/>
    </inkml:brush>
  </inkml:definitions>
  <inkml:trace contextRef="#ctx0" brushRef="#br0">13 0 15599,'0'0'400,"1"9"-234,16 106 282,-8-73-381,-3 1 1,1 47 0,-7-90-65,0 1 0,0-1 0,0 0 0,0 0 0,0 1 0,0-1-1,0 0 1,0 0 0,0 0 0,0 1 0,-1-1 0,1 0 0,0 0 0,0 0 0,0 1 0,0-1 0,0 0 0,-1 0 0,1 0 0,0 0 0,0 0-1,0 1 1,0-1 0,-1 0 0,1 0 0,0 0 0,0 0 0,-1 0 0,1 0 0,0 0 0,0 0 0,0 0 0,-1 0 0,1 0 0,0 0 0,0 0 0,-1 0-1,1 0 1,0 0 0,0 0 0,0 0 0,-1 0 0,1 0 0,0 0 0,0 0 0,0 0 0,-1 0 0,1 0 0,0-1 0,0 1 0,0 0 0,-1 0-1,1 0 1,0 0 0,0 0 0,0-1 0,0 1 0,0 0 0,-1 0 0,1 0 0,0-1 0,0 1 0,-12-12 31,8 6-36,0-1 0,0 0 0,1 0 0,0-1 0,0 1 0,0-1-1,1 0 1,1 1 0,-1-1 0,1 0 0,1 0 0,-1 0 0,1 0 0,1-10 0,0 14 1,-1 1 0,1-1-1,0 0 1,0 1 0,0-1 0,0 1 0,1-1-1,-1 1 1,1 0 0,0-1 0,0 1 0,0 0-1,0 0 1,1 0 0,-1 1 0,1-1 0,-1 0-1,1 1 1,0 0 0,0 0 0,0 0-1,1 0 1,-1 0 0,0 1 0,1-1 0,-1 1-1,1 0 1,0 0 0,-1 0 0,1 0 0,6 0-1,-3 1-65,0 1 0,1-1 0,-1 1 0,1 0 0,-1 1 0,0 0 0,0 0 0,0 0 0,0 1 0,0 0 0,0 1 0,-1-1 0,0 1 0,1 0 0,-2 1 0,11 8 0,-9-6-144,0 1-1,0-1 1,-1 1 0,0 0 0,0 1 0,0 0 0,-1 0 0,-1 0 0,0 0 0,0 1 0,5 18 0,-8-12-6740</inkml:trace>
</inkml:ink>
</file>

<file path=ppt/ink/ink2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10.508"/>
    </inkml:context>
    <inkml:brush xml:id="br0">
      <inkml:brushProperty name="width" value="0.025" units="cm"/>
      <inkml:brushProperty name="height" value="0.025" units="cm"/>
    </inkml:brush>
  </inkml:definitions>
  <inkml:trace contextRef="#ctx0" brushRef="#br0">39 55 5765,'0'0'8590,"-6"9"-7869,2-4-631,0 1 0,1 0 1,-1 0-1,1 1 0,1-1 1,-1 1-1,1-1 0,0 1 1,0 0-1,1 0 0,0 0 1,0 9-1,1-8-35,0 0 0,0-1 0,1 1 0,0-1 0,1 1 0,-1-1 0,2 0 0,-1 1 0,6 9 1,-7-14-55,0-1 1,1 0 0,0 0 0,0 0 0,0 0 0,0 0 0,0 0 0,0 0 0,0-1 0,0 1 0,1-1 0,-1 1 0,1-1 0,-1 0 0,1 0 0,-1 0-1,1 0 1,0-1 0,-1 1 0,1-1 0,0 1 0,-1-1 0,1 0 0,0 0 0,0 0 0,-1-1 0,1 1 0,0-1 0,4-1 0,-1 0 2,-1 0 1,0 0-1,0 0 1,0-1-1,0 0 1,0 0-1,-1 0 1,1 0-1,-1-1 1,0 0-1,0 0 1,0 0-1,-1 0 1,0-1-1,1 1 1,-1-1-1,-1 0 1,4-8-1,-2 5-65,0 0 0,-1-1 0,-1 0 0,1 0-1,-1 0 1,-1 0 0,1 0 0,-2 0 0,1 0 0,-2-14-1,0 20 73,1-1 0,-1 1-1,0 0 1,0 0 0,-1-1-1,1 1 1,0 0 0,-1 0-1,0 1 1,0-1 0,0 0-1,0 1 1,0-1 0,0 1-1,-1-1 1,1 1 0,-1 0-1,0 0 1,0 0 0,0 0-1,0 1 1,0-1 0,0 1-1,-5-2 1,-8-1-451,0 0 1,1 1-1,-1 1 0,-17-1 0,-1 0-5197</inkml:trace>
</inkml:ink>
</file>

<file path=ppt/ink/ink2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10.804"/>
    </inkml:context>
    <inkml:brush xml:id="br0">
      <inkml:brushProperty name="width" value="0.025" units="cm"/>
      <inkml:brushProperty name="height" value="0.025" units="cm"/>
    </inkml:brush>
  </inkml:definitions>
  <inkml:trace contextRef="#ctx0" brushRef="#br0">0 24 11755,'0'0'742,"1"8"-379,9 58 1051,0-10-351,2 84 0,-15-135-874,-3-12-84,-4-13-47,8 10-35,1 1 1,0-1 0,1 1-1,0-1 1,0 0 0,1 1-1,1-1 1,-1 1 0,2-1-1,-1 1 1,1 0 0,1 0-1,-1 0 1,1 0 0,9-13-1,-7 14-336,1-1 0,-1 1 0,2 0-1,-1 1 1,16-12 0,-12 11-1247,0 1 0,1 0 1,0 0-1,19-6 0,-10 5-4963</inkml:trace>
</inkml:ink>
</file>

<file path=ppt/ink/ink2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11.459"/>
    </inkml:context>
    <inkml:brush xml:id="br0">
      <inkml:brushProperty name="width" value="0.025" units="cm"/>
      <inkml:brushProperty name="height" value="0.025" units="cm"/>
    </inkml:brush>
  </inkml:definitions>
  <inkml:trace contextRef="#ctx0" brushRef="#br0">18 0 11050,'0'0'1159,"0"8"-599,1 9-104,0 1-1,2-1 0,0 1 1,1-1-1,11 28 0,-13-38-464,0 1 43,0 0 0,0 1-1,-1 0 1,0-1 0,0 10 0,-2-17-26,1-1 0,0 1 1,-1-1-1,1 0 0,0 1 1,-1-1-1,1 0 0,-1 0 1,1 1-1,0-1 0,-1 0 0,1 0 1,-1 0-1,1 1 0,-1-1 1,1 0-1,-1 0 0,1 0 1,-1 0-1,1 0 0,-1 0 0,1 0 1,-1 0-1,1 0 0,-1 0 1,1 0-1,-1 0 0,1-1 0,0 1 1,-1 0-1,1 0 0,-1-1 1,-18-5 75,17 4-81,0 0 1,0 0 0,1 0 0,-1 0 0,0 0 0,1 0-1,-1-1 1,1 1 0,0 0 0,0-1 0,0 1 0,0-1 0,0 0-1,1 1 1,-1-1 0,1 0 0,0 1 0,-1-1 0,1 0-1,0 1 1,1-1 0,-1 0 0,0 1 0,1-1 0,0 0-1,-1 1 1,1-1 0,0 1 0,2-4 0,-1 1 0,1 1 1,-1-1-1,1 1 1,0 0-1,0 0 0,0 0 1,1 0-1,-1 1 1,1-1-1,0 1 0,0 0 1,0 0-1,1 0 1,7-4-1,-7 6-2,0-1 0,-1 1 0,1-1-1,0 1 1,0 1 0,-1-1 0,1 1 0,0 0 0,0 0 0,0 0-1,0 1 1,0-1 0,0 1 0,-1 0 0,1 1 0,0-1 0,-1 1-1,1 0 1,-1 0 0,0 0 0,1 1 0,-1 0 0,0 0-1,5 4 1,-3-1 3,-1 0-1,1 0 0,-1 1 1,0 0-1,0 0 0,-1 0 1,0 0-1,0 1 0,-1-1 1,0 1-1,0 0 0,-1 0 0,3 15 1,-5-23-3,0 0 0,0 1 1,0-1-1,0 0 0,0 1 0,0-1 1,0 0-1,0 1 0,0-1 0,0 0 1,0 1-1,0-1 0,0 0 0,0 1 1,0-1-1,-1 0 0,1 1 0,0-1 1,0 0-1,0 1 0,0-1 0,-1 0 1,1 1-1,0-1 0,0 0 0,0 0 1,-1 0-1,1 1 0,0-1 0,-1 0 1,1 0-1,0 0 0,0 1 0,-1-1 1,1 0-1,0 0 0,-1 0 1,0 0-1,-16-3 56,-16-15-12,31 16-36,-1-1 0,1 1 0,0-1 0,0 0 0,0 0 0,0 1 1,0-2-1,1 1 0,-1 0 0,1 0 0,0 0 0,0-1 0,0 1 0,0 0 0,1-1 0,-1 1 0,1-1 0,0 1 1,0-1-1,0 1 0,0 0 0,1-1 0,-1 1 0,1-1 0,1-2 0,0 3 20,0 0 0,0 0 0,0 0 0,0 0-1,0 1 1,1-1 0,-1 1 0,1 0 0,-1 0 0,1 0 0,0 0 0,0 0-1,0 1 1,0-1 0,0 1 0,1 0 0,-1 0 0,0 0 0,1 0 0,-1 0-1,0 1 1,1-1 0,-1 1 0,7 1 0,-4-1 4,0 1 0,0 0 0,0 0 0,0 1 0,0-1 0,0 1 0,-1 1 0,1-1 0,-1 1 0,1 0 0,-1 0 0,0 1 0,0-1 0,-1 1 0,1 0 0,5 6 0,-4-3-200,0 0 0,-1 1 0,1-1 0,5 12 0,-8-12-715,1 0-1,-2 0 1,1 1-1,-1-1 0,2 10 1,-3-6-2595,-1 0-405</inkml:trace>
</inkml:ink>
</file>

<file path=ppt/ink/ink2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12.159"/>
    </inkml:context>
    <inkml:brush xml:id="br0">
      <inkml:brushProperty name="width" value="0.025" units="cm"/>
      <inkml:brushProperty name="height" value="0.025" units="cm"/>
    </inkml:brush>
  </inkml:definitions>
  <inkml:trace contextRef="#ctx0" brushRef="#br0">219 583 7207,'0'0'9582,"-10"-5"-8866,-35-13-49,40 17-595,1 0 1,-1 1-1,1 0 1,-1-1-1,1 1 1,-1 1-1,1-1 1,-1 1-1,1 0 1,-1 0-1,1 0 0,0 0 1,-1 1-1,1-1 1,-8 6-1,4-3-13,0 2-1,0-1 1,0 1 0,0 0-1,-10 12 1,15-15-55,0 1-1,0 0 1,1 0 0,-1 0 0,1 0 0,0 0 0,0 1 0,1-1 0,-3 9 0,3-11-5,1-1-1,0 0 1,0 0 0,0 0 0,0 0-1,0 0 1,0 0 0,0 1 0,0-1 0,0 0-1,1 0 1,-1 0 0,0 0 0,1 0-1,-1 0 1,0 0 0,1 0 0,0 0 0,-1 0-1,1 0 1,0 0 0,-1 0 0,1 0-1,0-1 1,0 1 0,0 0 0,-1 0-1,1-1 1,0 1 0,0-1 0,0 1 0,0-1-1,0 1 1,0-1 0,1 1 0,-1-1-1,0 0 1,0 0 0,0 0 0,0 0 0,0 1-1,0-2 1,0 1 0,2 0 0,3 0-39,0 0 1,0-1 0,-1 0 0,1 0 0,0 0 0,-1-1-1,1 0 1,-1 0 0,0 0 0,1 0 0,-1-1-1,7-5 1,4-4-169,-1-1-1,19-20 1,-23 23 243,-11 10-36,0-1 0,1 1 1,-1 0-1,1 0 0,-1-1 1,1 1-1,-1 0 0,1 0 0,-1 0 1,1 0-1,-1 0 0,1 0 1,-1 0-1,1 0 0,-1 0 1,1 0-1,0 0 0,-1 0 0,1 0 1,-1 0-1,1 0 0,-1 1 1,1-1-1,-1 0 0,0 0 0,1 0 1,-1 1-1,1-1 0,-1 0 1,1 1-1,-1-1 0,0 0 0,1 1 1,-1-1-1,0 1 0,1-1 1,-1 1-1,0-1 0,0 0 0,1 1 1,-1-1-1,0 1 0,0-1 1,0 1-1,0-1 0,1 1 0,-1-1 1,0 2-1,13 36 98,-10-24-15,-1-10-73,-1-1-1,1 1 1,0 0-1,0-1 1,0 1 0,0-1-1,1 0 1,-1 0-1,1 1 1,0-2 0,0 1-1,0 0 1,0-1 0,0 1-1,0-1 1,1 0-1,-1 0 1,1 0 0,0 0-1,0-1 1,0 0-1,-1 0 1,6 1 0,-3-1-4,-1-1 0,1 0 1,-1-1-1,1 1 1,-1-1-1,0 0 1,1-1-1,-1 1 0,0-1 1,0 0-1,0 0 1,0-1-1,0 1 1,-1-1-1,1 0 0,-1-1 1,5-3-1,7-8 11,0-2 0,-1 0-1,-1-1 1,-1 0 0,0-1-1,-1-1 1,-2 0 0,0 0-1,0-1 1,-2 0 0,6-26-1,-2 0-3,-2 0-1,-2-1 1,-2 0-1,0-58 1,-6 97 22,1-8-28,-1 0 0,-1 0 1,-5-26-1,5 40 11,1 0 0,-1 0 0,0 0-1,-1 0 1,1 0 0,0 0 0,-1 0-1,0 0 1,0 0 0,-4-4 0,5 6 5,0 0 1,0 0-1,-1 0 1,1 0-1,0 1 1,-1-1-1,1 0 1,-1 1-1,1-1 1,-1 1 0,1-1-1,-1 1 1,0 0-1,1 0 1,-1-1-1,1 1 1,-1 0-1,0 1 1,1-1-1,-1 0 1,1 0 0,-1 1-1,-1 0 1,-1 1-13,0 0 1,0 0 0,1 0-1,-1 1 1,1-1 0,0 1-1,-1 0 1,1 0 0,1 0-1,-1 1 1,0-1 0,1 1-1,-1-1 1,1 1 0,0 0-1,1 0 1,-1 0 0,-2 7 0,-3 11 56,1 0 1,-4 26-1,5-16 101,1 0-1,1 0 1,2 1 0,1-1-1,2 1 1,6 32-1,-6-50-154,1 1-1,1-1 0,0 0 0,1 0 0,1-1 1,1 1-1,0-1 0,0-1 0,1 1 0,1-1 1,0-1-1,1 0 0,1 0 0,17 16 0,-23-24-104,1 0 0,-1-1 0,1 1 0,0-1-1,0 0 1,0 0 0,0-1 0,8 2 0,-9-3-567,1 0 1,-1 0-1,0-1 0,1 0 1,-1 0-1,8-1 0,19-6-6900</inkml:trace>
</inkml:ink>
</file>

<file path=ppt/ink/ink2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29.549"/>
    </inkml:context>
    <inkml:brush xml:id="br0">
      <inkml:brushProperty name="width" value="0.025" units="cm"/>
      <inkml:brushProperty name="height" value="0.025" units="cm"/>
    </inkml:brush>
  </inkml:definitions>
  <inkml:trace contextRef="#ctx0" brushRef="#br0">1 158 1281,'6'1'322,"-1"0"-1,1 0 1,0 0 0,0-1-1,0 0 1,0 0-1,0-1 1,0 1 0,0-1-1,0-1 1,6-1-1,68-27 1181,-45 16-1129,43-18 385,63-21-222,-120 47-500,-1 0 0,1 2-1,0 0 1,40-1 0,-60 5-34,0 0-1,0 0 1,-1 0-1,1 0 1,0 0 0,0 0-1,0 0 1,0 0 0,-1 0-1,1 1 1,0-1-1,0 0 1,0 1 0,-1-1-1,1 0 1,0 1-1,0-1 1,-1 1 0,1-1-1,0 1 1,-1-1 0,1 1-1,-1 0 1,1-1-1,-1 1 1,1 0 0,-1-1-1,1 1 1,-1 1-1,1 0 45,-1 0 0,0 0-1,0 0 1,0 0 0,0 0-1,0 0 1,0 0 0,0 0-1,-1 0 1,1 0 0,-2 4-1,-28 51 1154,29-55-1168,-144 251 1937,46-75-1347,90-162-471,-1-1 0,0 0 1,0 0-1,-2-1 0,0-1 0,-26 24 1,37-37-130,1 1 1,-1-1 0,1 0-1,-1 1 1,1-1 0,-1 1-1,1-1 1,-1 0 0,0 1-1,1-1 1,-1 0 0,1 0-1,-1 0 1,0 1 0,1-1-1,-1 0 1,0 0 0,1 0-1,-1 0 1,0 0 0,1 0-1,-1 0 1,0 0 0,-1-1-1,3 1-18,-1-1-1,0 1 1,1-1 0,-1 1-1,0-1 1,1 1-1,-1-1 1,1 1-1,-1 0 1,1-1 0,-1 1-1,1 0 1,-1-1-1,1 1 1,-1 0 0,1 0-1,-1-1 1,1 1-1,-1 0 1,1 0 0,0 0-1,-1 0 1,1 0-1,-1 0 1,1 0-1,-1 0 1,1 0 0,0 0-1,0 0 1,39-3 79,0 3 0,-1 0 0,66 11 0,49 1-5145,-116-12 1310</inkml:trace>
</inkml:ink>
</file>

<file path=ppt/ink/ink2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30.267"/>
    </inkml:context>
    <inkml:brush xml:id="br0">
      <inkml:brushProperty name="width" value="0.025" units="cm"/>
      <inkml:brushProperty name="height" value="0.025" units="cm"/>
    </inkml:brush>
  </inkml:definitions>
  <inkml:trace contextRef="#ctx0" brushRef="#br0">1 140 10922,'0'0'160,"45"2"-192,-17-2 64,4-8 1,6-9-1,4-1-32,1-4 32,-2-2-64,0-2-1666,-5-1-1857</inkml:trace>
</inkml:ink>
</file>

<file path=ppt/ink/ink2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30.971"/>
    </inkml:context>
    <inkml:brush xml:id="br0">
      <inkml:brushProperty name="width" value="0.025" units="cm"/>
      <inkml:brushProperty name="height" value="0.025" units="cm"/>
    </inkml:brush>
  </inkml:definitions>
  <inkml:trace contextRef="#ctx0" brushRef="#br0">0 65 9865,'0'0'497,"4"-8"389,-3 5-839,1-1 1,-1 1-1,1 0 1,0 0-1,-1 0 1,1 0-1,1 0 1,-1 0-1,0 1 1,1-1-1,-1 1 0,1-1 1,0 1-1,0 0 1,0 0-1,0 0 1,0 1-1,0-1 1,0 1-1,1 0 0,-1-1 1,0 1-1,1 1 1,-1-1-1,1 1 1,4-1-1,-6 1-46,1-1 1,0 1-1,-1 0 0,1 1 0,0-1 1,-1 0-1,1 1 0,0-1 1,-1 1-1,1 0 0,-1 0 0,1 0 1,-1 0-1,1 0 0,-1 1 0,0-1 1,0 1-1,1-1 0,-1 1 0,0 0 1,-1 0-1,1 0 0,0 0 0,2 3 1,-2 1-6,1 0 0,-1 0 1,0 0-1,-1 0 0,1 0 1,-1 0-1,0 0 0,-1 0 1,1 11-1,-2-3-30,0-1 0,0 0 1,-2 0-1,1 0 0,-2 0 1,1 0-1,-9 17 0,1 1-11,10-29 45,1 0 0,0 0-1,0 0 1,-1 0 0,1 0 0,0 0 0,1-1 0,-1 1-1,0 0 1,1 0 0,-1 0 0,1 0 0,-1 0 0,1 0 0,0 0-1,0-1 1,0 1 0,0 0 0,0-1 0,0 1 0,0-1-1,1 1 1,-1-1 0,0 1 0,1-1 0,-1 0 0,1 0 0,0 0-1,-1 0 1,1 0 0,3 1 0,10 6 2,0-1 0,0-1 1,17 4-1,-3 0-6,-24-8 4,34 15-8,-37-16 9,-1 0 0,1 0 1,-1-1-1,0 1 1,1 0-1,-1 0 0,0 1 1,1-1-1,-1 0 1,0 0-1,0 0 1,0 1-1,0-1 0,0 1 1,0-1-1,0 1 1,-1-1-1,1 1 0,-1-1 1,1 3-1,-3-1 4,-1 0 0,0 0 0,0 0 1,0 0-1,0 0 0,0-1 0,0 1 0,-1-1 0,0 0 0,1 0 0,-1 0 0,0-1 0,-5 2 0,-1 2-6,-25 14-240,-63 29 491,31-25-3633,56-22 1119</inkml:trace>
</inkml:ink>
</file>

<file path=ppt/ink/ink2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31.457"/>
    </inkml:context>
    <inkml:brush xml:id="br0">
      <inkml:brushProperty name="width" value="0.025" units="cm"/>
      <inkml:brushProperty name="height" value="0.025" units="cm"/>
    </inkml:brush>
  </inkml:definitions>
  <inkml:trace contextRef="#ctx0" brushRef="#br0">0 50 8584,'0'0'1361,"9"-4"-1040,17-5-211,-1 0 0,1 2 0,1 0 0,0 2 0,-1 1 0,1 1 0,50 2 1,-76 1-111,0 0 1,0 1-1,0-1 1,0 1 0,0 0-1,-1-1 1,1 1 0,0 0-1,0-1 1,0 1-1,-1 0 1,1 0 0,0 0-1,-1 0 1,1 0 0,-1 0-1,1 0 1,-1 0-1,1 0 1,-1 0 0,1 0-1,-1 0 1,0 0-1,0 0 1,0 0 0,0 0-1,0 0 1,0 0 0,0 2-1,-3 36 35,-6-13 22,-1-1 1,-2-1-1,0 0 1,-1 0-1,-28 37 0,12-17 85,9-15-86,-30 53 198,46-76-214,2 0 1,-1 0-1,1 0 1,0 1-1,0-1 1,0 0-1,1 1 0,0-1 1,1 1-1,-1-1 1,2 11-1,-1-15-35,0-1 0,1 1-1,0-1 1,-1 0 0,1 1-1,0-1 1,-1 0 0,1 1-1,0-1 1,0 0 0,0 0 0,0 0-1,0 0 1,0 0 0,1 0-1,-1 0 1,0 0 0,0-1 0,1 1-1,-1 0 1,0-1 0,1 1-1,-1-1 1,1 1 0,-1-1-1,3 1 1,44 2 180,-41-3-150,19-1 43,0-2 0,0 0 0,-1-1 0,33-11 0,102-40-1592,-84 27-1590,-35 12 1038</inkml:trace>
</inkml:ink>
</file>

<file path=ppt/ink/ink2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32.824"/>
    </inkml:context>
    <inkml:brush xml:id="br0">
      <inkml:brushProperty name="width" value="0.025" units="cm"/>
      <inkml:brushProperty name="height" value="0.025" units="cm"/>
    </inkml:brush>
  </inkml:definitions>
  <inkml:trace contextRef="#ctx0" brushRef="#br0">5 168 5733,'0'0'4325,"-1"-1"-4228,1 0 0,-1 1 1,1-1-1,0 0 1,-1 0-1,1 1 0,0-1 1,-1 0-1,1 0 1,0 1-1,0-1 1,0 0-1,-1 0 0,1 0 1,0 0-1,0 1 1,0-1-1,1 0 1,-1-1-1,62-28 638,1 2 1,2 4-1,104-26 0,-162 48-1491,-5 2 366,-1 0 0,0 0-1,1 0 1,-1 0 0,0 0 0,0-1-1,1 1 1,-1 0 0,0-1-1,0 1 1,0-1 0,1 0-1,-1 1 1,0-1 0,0 0 0,0 0-1,0 1 1,0-1 0,0 0-1,0-1 1,-1-4-5605</inkml:trace>
</inkml:ink>
</file>

<file path=ppt/ink/ink2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37.434"/>
    </inkml:context>
    <inkml:brush xml:id="br0">
      <inkml:brushProperty name="width" value="0.025" units="cm"/>
      <inkml:brushProperty name="height" value="0.025" units="cm"/>
    </inkml:brush>
  </inkml:definitions>
  <inkml:trace contextRef="#ctx0" brushRef="#br0">166 90 2594,'0'0'1154,"1"-7"853,0-1-1431,2-34 1829,-6 15 2408,3 27-4771,0-1 1,0 1-1,0 0 0,-1 0 1,1-1-1,0 1 1,0 0-1,0 0 1,0-1-1,-1 1 0,1 0 1,0 0-1,0-1 1,0 1-1,-1 0 0,1 0 1,0 0-1,0-1 1,-1 1-1,1 0 0,0 0 1,-1 0-1,1 0 1,0 0-1,-1 0 0,1 0 1,0 0-1,0-1 1,-1 1-1,1 0 1,0 0-1,-1 0 0,1 1 1,0-1-1,-1 0 1,1 0-1,0 0 0,-1 0 1,1 0-1,0 0 1,0 0-1,-1 0 0,1 1 1,0-1-1,0 0 1,-1 0-1,1 0 0,0 1 1,0-1-1,-1 0 1,1 0-1,0 1 1,0-1-1,0 0 0,0 0 1,-1 1-1,1-1 1,0 0-1,0 0 0,0 1 1,0-1-1,0 0 1,0 1-1,0-1 0,-11 21-49,-14 28 73,-1-1 0,-64 86 0,90-133-58,0-1 1,0 0 0,0 0 0,-1 1 0,1-1 0,0 0 0,0 0 0,0 1 0,0-1-1,0 0 1,0 1 0,-1-1 0,1 0 0,0 1 0,0-1 0,0 0 0,0 0-1,0 1 1,0-1 0,0 0 0,0 1 0,0-1 0,1 0 0,-1 1 0,0-1-1,0 0 1,0 0 0,0 1 0,0-1 0,0 0 0,1 1 0,-1-1 0,0 0-1,0 0 1,0 0 0,1 1 0,-1-1 0,0 0 0,0 0 0,1 0 0,-1 1 0,0-1-1,0 0 1,1 0 0,-1 0 0,24 6 381,40-6 87,-50 0-477,4-1-281,12 1 660,57 7 0,-77-6-1100,-1 1-1,1 1 0,-1 0 0,0 0 0,16 8 0,-21-8-6533</inkml:trace>
</inkml:ink>
</file>

<file path=ppt/ink/ink2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39.516"/>
    </inkml:context>
    <inkml:brush xml:id="br0">
      <inkml:brushProperty name="width" value="0.025" units="cm"/>
      <inkml:brushProperty name="height" value="0.025" units="cm"/>
    </inkml:brush>
  </inkml:definitions>
  <inkml:trace contextRef="#ctx0" brushRef="#br0">1 65 7815,'0'0'2205,"5"-7"-1618,0 2-407,-1 0 0,1 1 0,-1 0 0,1 0-1,0 0 1,1 0 0,-1 1 0,1 0 0,0 0 0,-1 0-1,1 1 1,0 0 0,0 0 0,1 0 0,-1 1-1,0 0 1,1 0 0,9 1 0,17-3 112,0 1-1,0 2 1,0 2-1,0 1 1,0 1 0,0 2-1,60 19 1,-92-25-265,0 1 0,0-1 0,0 1 1,0 0-1,0-1 0,0 1 0,0 0 1,-1 0-1,1 0 0,0 0 0,-1 0 0,1 0 1,0 0-1,-1 0 0,1 0 0,-1 0 1,0 0-1,1 0 0,-1 0 0,0 0 0,1 0 1,-1 0-1,0 1 0,0-1 0,0 0 1,0 0-1,0 0 0,0 0 0,-1 1 0,1-1 1,0 0-1,-1 0 0,0 2 0,-18 42 1248,15-37-1222,-96 243 1134,33-75-3095,64-192-10824</inkml:trace>
</inkml:ink>
</file>

<file path=ppt/ink/ink2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40.046"/>
    </inkml:context>
    <inkml:brush xml:id="br0">
      <inkml:brushProperty name="width" value="0.025" units="cm"/>
      <inkml:brushProperty name="height" value="0.025" units="cm"/>
    </inkml:brush>
  </inkml:definitions>
  <inkml:trace contextRef="#ctx0" brushRef="#br0">5 0 5669,'0'0'9070,"-1"12"-8878,0-8-175,0 2 11,0 1-1,1 0 1,0 0-1,0 0 1,0 0-1,1 0 1,0 0-1,0-1 1,0 1-1,1 0 1,5 11-1,54 127 181,-43-81-6368,-17-58 389</inkml:trace>
</inkml:ink>
</file>

<file path=ppt/ink/ink2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41.829"/>
    </inkml:context>
    <inkml:brush xml:id="br0">
      <inkml:brushProperty name="width" value="0.025" units="cm"/>
      <inkml:brushProperty name="height" value="0.025" units="cm"/>
    </inkml:brush>
  </inkml:definitions>
  <inkml:trace contextRef="#ctx0" brushRef="#br0">0 67 9065,'0'0'9678,"2"-8"-9278,-1 5-388,0 0-1,0 0 1,0 0-1,0 0 1,0 0 0,1 0-1,-1 1 1,1-1-1,0 1 1,0-1-1,0 1 1,0-1-1,0 1 1,1 0-1,-1 0 1,1 0-1,-1 0 1,1 1-1,0-1 1,0 1-1,0-1 1,0 1-1,-1 0 1,2 0-1,-1 0 1,0 1-1,0-1 1,0 1-1,0 0 1,0 0-1,4 0 1,0-1-7,-1 1-1,0 0 1,0 0 0,1 0-1,-1 1 1,0 0 0,0 0 0,0 1-1,0-1 1,0 1 0,0 1-1,0-1 1,7 5 0,-9-4-5,-1 0 0,0 0 0,1 0-1,-1 1 1,-1-1 0,1 1 0,0 0 0,-1 0 0,0 0 0,0 0 0,0 0 0,0 0 0,-1 1-1,0-1 1,0 0 0,0 1 0,0-1 0,-1 1 0,1 6 0,-1-5-2,1 0-1,-1 1 1,0-1 0,-1 0-1,0 0 1,0 0 0,0 0 0,0-1-1,-1 1 1,0 0 0,0 0-1,-1-1 1,1 1 0,-1-1 0,-1 0-1,1 0 1,-1 0 0,0-1-1,0 1 1,0-1 0,0 0 0,-1 0-1,0 0 1,0 0 0,0-1-1,0 0 1,-7 3 0,59-2-612,-35-4 545,0 0 0,0 2 0,0-1 0,0 1 0,0 1 0,-1 0 0,1 1 0,-1 0 0,0 1 0,0 0 0,11 8 0,-16-9 35,0 0-1,0 1 0,-1-1 0,1 1 0,-1 0 0,-1 1 1,1-1-1,-1 1 0,0 0 0,0 0 0,0 1 1,-1-1-1,0 1 0,0-1 0,-1 1 0,0 0 0,0 0 1,-1 0-1,0 0 0,1 8 0,-3-10 49,1 0 0,-1 1 1,0-1-1,0 0 0,-1 0 0,0 0 0,1 0 1,-2 0-1,1 0 0,-1-1 0,1 1 0,-1-1 0,0 0 1,-1 0-1,1 0 0,-1 0 0,0 0 0,0-1 1,0 1-1,0-1 0,0 0 0,-1-1 0,-7 4 0,-6 4 56,-1-1 0,0-1-1,0-1 1,-35 8 0,36-11-33,0 0 0,-28 0 0,39-3-427,1-1 1,0-1-1,0 1 0,-1-1 1,1 0-1,0 0 1,0-1-1,0 0 0,0 0 1,0 0-1,-6-4 0,-19-19-7436</inkml:trace>
</inkml:ink>
</file>

<file path=ppt/ink/ink2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45.924"/>
    </inkml:context>
    <inkml:brush xml:id="br0">
      <inkml:brushProperty name="width" value="0.025" units="cm"/>
      <inkml:brushProperty name="height" value="0.025" units="cm"/>
    </inkml:brush>
  </inkml:definitions>
  <inkml:trace contextRef="#ctx0" brushRef="#br0">1 485 10122,'0'0'1318,"8"8"-1110,6-4-25,1-1-1,0 0 0,0-1 1,0-1-1,0 0 0,16-2 1,6 2 46,1341-16 1677,-1370 15-1905,1654-112 633,-302-49 818,-1298 152-1379,14 0 99,0-3 1,-1-3 0,128-44-1,-198 57-131,0 0-1,-1 0 1,0 0-1,1 0 0,-1-1 1,0 0-1,0 0 1,0 0-1,6-7 1,-9 8-198,0 1 1,0-1 0,0 0-1,0 0 1,-1 0 0,1 0-1,-1 0 1,1 0-1,-1 0 1,0 0 0,1 0-1,-1 0 1,0 0 0,-1 0-1,1 0 1,0 0 0,0 0-1,-1 0 1,1 0 0,-1 0-1,0 0 1,1 0 0,-1 0-1,0 0 1,0 1 0,-3-4-1,-14-23-7530</inkml:trace>
</inkml:ink>
</file>

<file path=ppt/ink/ink2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12.086"/>
    </inkml:context>
    <inkml:brush xml:id="br0">
      <inkml:brushProperty name="width" value="0.025" units="cm"/>
      <inkml:brushProperty name="height" value="0.025" units="cm"/>
    </inkml:brush>
  </inkml:definitions>
  <inkml:trace contextRef="#ctx0" brushRef="#br0">1 30 15182,'0'0'2114,"13"-30"-4420,-2 30-3651</inkml:trace>
</inkml:ink>
</file>

<file path=ppt/ink/ink2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12.259"/>
    </inkml:context>
    <inkml:brush xml:id="br0">
      <inkml:brushProperty name="width" value="0.025" units="cm"/>
      <inkml:brushProperty name="height" value="0.025" units="cm"/>
    </inkml:brush>
  </inkml:definitions>
  <inkml:trace contextRef="#ctx0" brushRef="#br0">0 42 14670,'0'0'2082,"48"-26"-1986,-37 25-32,2 1-64,2 0-96,3-3-1602,2-9-5348</inkml:trace>
</inkml:ink>
</file>

<file path=ppt/ink/ink2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18.096"/>
    </inkml:context>
    <inkml:brush xml:id="br0">
      <inkml:brushProperty name="width" value="0.025" units="cm"/>
      <inkml:brushProperty name="height" value="0.025" units="cm"/>
    </inkml:brush>
  </inkml:definitions>
  <inkml:trace contextRef="#ctx0" brushRef="#br0">1 0 11499,'1'11'139,"38"296"2972,-11-114-2459,3 233 0,-40-502 2655,1 19-3385,-8-294 153,-5-51 106,18 385 60,2 21 10,2 27-161,6 2-83,1-1-1,2 0 1,1-1-1,1-1 1,2 1 0,1-2-1,2 0 1,28 39-1,-42-64-7,-1-1 0,1 0 0,0 0 1,-1 0-1,2 0 0,-1 0 0,0-1 0,0 1 0,1-1 0,-1 0 0,1 0 0,0 0 1,0 0-1,0-1 0,-1 1 0,1-1 0,6 1 0,-7-3 0,0 1 1,0 0-1,0-1 0,0 0 1,0 1-1,0-1 0,0-1 1,0 1-1,-1 0 0,1-1 1,0 1-1,-1-1 0,1 0 1,-1 0-1,0 0 0,1 0 1,-1 0-1,0 0 0,0-1 1,0 1-1,-1-1 0,1 1 1,2-6-1,12-23 10,-2 0 0,-1-1 1,-1-1-1,-2 0 0,-1 0 0,8-58 0,-16 99 2,1 1 0,0-1 0,1 0 0,-1 0 1,2 0-1,-1-1 0,1 1 0,0-1 0,6 7 0,-4-4-12,0 0 1,1-1 0,0 0-1,1 0 1,0 0-1,0-1 1,1 0-1,13 8 1,-14-12-5,0 0 0,0-1 0,0 0 0,0 0 0,0-1 0,1 0 0,-1 0 0,1-1 0,0-1 0,11 1 0,-14-2-480,1 1 1,0-1-1,0 0 1,0-1-1,10-4 1,-12 5-479,-1-2-1,1 1 1,-1 0-1,1-1 1,-1 0 0,0 0-1,0 0 1,4-5 0,10-12-7050</inkml:trace>
</inkml:ink>
</file>

<file path=ppt/ink/ink2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18.234"/>
    </inkml:context>
    <inkml:brush xml:id="br0">
      <inkml:brushProperty name="width" value="0.025" units="cm"/>
      <inkml:brushProperty name="height" value="0.025" units="cm"/>
    </inkml:brush>
  </inkml:definitions>
  <inkml:trace contextRef="#ctx0" brushRef="#br0">0 76 9321,'0'0'3811,"30"-47"-2722,-16 37-480,3 2-481,2 2-96,0 3-64,-2 1-1986,-6 2-2914</inkml:trace>
</inkml:ink>
</file>

<file path=ppt/ink/ink2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18.407"/>
    </inkml:context>
    <inkml:brush xml:id="br0">
      <inkml:brushProperty name="width" value="0.025" units="cm"/>
      <inkml:brushProperty name="height" value="0.025" units="cm"/>
    </inkml:brush>
  </inkml:definitions>
  <inkml:trace contextRef="#ctx0" brushRef="#br0">1 126 9993,'0'0'6663,"48"-29"-5254,-22 10-832,3 0-449,0 2-128,2 4 32,-3 1-160,-7 1-2275,-10 5-5188</inkml:trace>
</inkml:ink>
</file>

<file path=ppt/ink/ink2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19.745"/>
    </inkml:context>
    <inkml:brush xml:id="br0">
      <inkml:brushProperty name="width" value="0.025" units="cm"/>
      <inkml:brushProperty name="height" value="0.025" units="cm"/>
    </inkml:brush>
  </inkml:definitions>
  <inkml:trace contextRef="#ctx0" brushRef="#br0">349 6 6566,'0'0'9999,"-9"-2"-9914,4 1-80,0 0-1,-1 0 0,1 1 0,0-1 0,-1 1 0,1 1 0,0-1 1,-1 1-1,1 0 0,0 0 0,-1 0 0,1 1 0,0 0 1,0 0-1,0 0 0,0 1 0,-6 4 0,-52 23 23,33-17-26,2 1 0,-1 2 1,-28 21-1,54-35-3,0 1 1,1-1-1,-1 1 0,1 0 0,-1 0 1,1 0-1,0 0 0,0 0 0,0 1 1,1-1-1,-1 1 0,1-1 0,0 1 0,0-1 1,0 1-1,0 0 0,1 0 0,-1-1 1,1 1-1,0 0 0,0 0 0,1-1 1,-1 1-1,1 0 0,0 0 0,0-1 1,1 6-1,6 10-3,0 1 0,1-1-1,22 35 1,-2-4 38,-29-49-7,0-1-1,0 1 1,1 0 0,-1 0-1,0 0 1,1 0 0,-1-1 0,0 1-1,1 0 1,-1 0 0,1-1-1,-1 1 1,1 0 0,0-1 0,-1 1-1,1-1 1,0 1 0,-1-1-1,1 1 1,0-1 0,-1 1 0,1-1-1,0 1 1,0-1 0,1 1-1,12-16 1403,-2 0-1554,-4 7 131,0 0 0,0 1-1,1 0 1,0 1 0,1-1 0,0 2 0,-1-1 0,2 1 0,-1 1 0,0 0 0,1 1 0,11-3 0,-18 5-6,0 0-1,0 0 1,1 1 0,-1 0 0,0-1-1,0 1 1,0 1 0,1-1 0,-1 1 0,0-1-1,0 1 1,0 1 0,0-1 0,0 0-1,0 1 1,0 0 0,0 0 0,-1 0 0,1 0-1,-1 1 1,0-1 0,1 1 0,-1 0-1,0 0 1,-1 0 0,1 0 0,0 1 0,-1-1-1,0 1 1,0 0 0,0-1 0,0 1-1,0 0 1,1 8 0,-1-5 6,0 1 0,-1 0 0,0 0 0,-1 0 0,1 0 0,-2 0 0,1 0 0,-1 0 0,0 0 0,-1 0 0,0 0 0,0-1 0,0 1 0,-1 0 0,0-1 0,-1 0 0,0 0 1,0 0-1,0 0 0,-11 11 0,1-1-20,-2-1-1,1-1 1,-2 0 0,0-2 0,-1 1 0,-28 15 0,30-22-697,12-9-4123,4-10-33</inkml:trace>
</inkml:ink>
</file>

<file path=ppt/ink/ink2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20.090"/>
    </inkml:context>
    <inkml:brush xml:id="br0">
      <inkml:brushProperty name="width" value="0.025" units="cm"/>
      <inkml:brushProperty name="height" value="0.025" units="cm"/>
    </inkml:brush>
  </inkml:definitions>
  <inkml:trace contextRef="#ctx0" brushRef="#br0">61 85 13933,'0'0'3278,"-7"7"-2451,4-5-794,1 1 0,-1-1-1,1 1 1,0-1 0,0 1 0,0-1-1,0 1 1,0 0 0,1 0-1,-1 0 1,1 0 0,0 0-1,0 1 1,0-1 0,0 0 0,0 0-1,1 1 1,0-1 0,-1 0-1,1 1 1,1-1 0,-1 0-1,0 1 1,1-1 0,-1 0 0,1 1-1,0-1 1,0 0 0,1 0-1,-1 0 1,1 0 0,-1 0-1,1 0 1,0 0 0,0-1 0,0 1-1,0-1 1,1 1 0,3 3-1,0-1-24,1 0 0,-1-1 0,1 0 0,0 0 0,0 0 0,0-1-1,0 0 1,1 0 0,-1-1 0,1 0 0,0 0 0,-1-1 0,1 0 0,0 0 0,0-1-1,0 0 1,0 0 0,0-1 0,0 0 0,-1 0 0,1-1 0,0 0 0,-1 0 0,1-1-1,6-4 1,-7 5 31,-1-1-1,0 0 1,0-1 0,0 1-1,0-1 1,0 0-1,-1-1 1,0 1 0,0-1-1,0 0 1,0-1-1,-1 1 1,0-1-1,0 0 1,-1 1 0,1-2-1,-1 1 1,0 0-1,-1-1 1,0 1 0,0-1-1,0 0 1,-1 0-1,0 0 1,0 0-1,-1 0 1,0 0 0,-1-11-1,0 15-23,1-1 0,-1 1 0,0 0 0,-1-1 0,1 1-1,0 0 1,-1 0 0,0 0 0,0 0 0,0 0 0,0 0 0,0 0-1,-1 1 1,1-1 0,-1 1 0,1-1 0,-1 1 0,0 0 0,0 0-1,0 1 1,0-1 0,0 0 0,-1 1 0,1 0 0,0 0 0,-1 0-1,1 0 1,-1 0 0,-6 1 0,2-1-45,0 1 0,0 0-1,0 0 1,0 1 0,0 0 0,0 0 0,0 1-1,1 0 1,-1 0 0,0 1 0,1 0 0,-11 6 0,-89 69-4967,47-34-2370</inkml:trace>
</inkml:ink>
</file>

<file path=ppt/ink/ink2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20.715"/>
    </inkml:context>
    <inkml:brush xml:id="br0">
      <inkml:brushProperty name="width" value="0.025" units="cm"/>
      <inkml:brushProperty name="height" value="0.025" units="cm"/>
    </inkml:brush>
  </inkml:definitions>
  <inkml:trace contextRef="#ctx0" brushRef="#br0">239 342 12876,'0'0'3582,"8"1"-3347,-1 1-185,1 0 0,-1 1-1,0 0 1,0 0 0,0 1-1,0-1 1,-1 2 0,1-1 0,-1 1-1,0 0 1,0 0 0,-1 0 0,1 1-1,-1 0 1,-1 0 0,1 1-1,-1-1 1,0 1 0,6 13 0,-3-4-41,1 1 1,-2 0 0,0 0 0,-2 0 0,1 0 0,-2 1 0,0-1 0,0 24 0,-3-39-2,0 0 0,0 1 1,0-1-1,-1 1 0,1-1 1,0 0-1,-1 1 0,0-1 1,1 0-1,-1 1 0,0-1 1,0 0-1,0 0 0,-1 0 0,1 0 1,-1 0-1,1 0 0,-1 0 1,1 0-1,-1-1 0,0 1 1,0 0-1,0-1 0,0 0 1,0 1-1,0-1 0,0 0 0,0 0 1,-1 0-1,1 0 0,0-1 1,0 1-1,-1-1 0,1 1 1,-1-1-1,1 0 0,-1 0 1,1 0-1,0 0 0,-1 0 0,1-1 1,-4 0-1,-6-1 23,0 0 0,0-1-1,0 0 1,1-1 0,-1 0 0,1-1-1,-14-8 1,1-1 18,1-1 1,0-1-1,1-1 0,1-2 0,1 0 0,0-1 1,2 0-1,-30-44 0,45 61 10,1-1 0,0 1 1,0-1-1,0 0 0,1 0 0,-1 0 0,1 0 0,0 0 0,0 0 0,0 0 1,1 0-1,-1 0 0,1 0 0,0 0 0,0-1 0,1 1 0,0-4 1,0 4-41,1 1 0,0 0 0,0 0 0,0 0 0,0 0 0,0 0 0,0 0 0,1 0 1,-1 1-1,1-1 0,0 1 0,0-1 0,0 1 0,0 0 0,0 1 0,0-1 1,1 0-1,-1 1 0,5-2 0,164-51-9,-119 40 1,-1-3 0,84-38 0,-109 42-401,-1-1 0,0-2 0,0-1 1,-2-1-1,41-37 0,-49 32-2893,-6 1-2407</inkml:trace>
</inkml:ink>
</file>

<file path=ppt/ink/ink2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21.170"/>
    </inkml:context>
    <inkml:brush xml:id="br0">
      <inkml:brushProperty name="width" value="0.025" units="cm"/>
      <inkml:brushProperty name="height" value="0.025" units="cm"/>
    </inkml:brush>
  </inkml:definitions>
  <inkml:trace contextRef="#ctx0" brushRef="#br0">14 109 11627,'0'0'443,"-2"-10"1223,-8-34-385,10 43-1256,-1-1 1,1 0 0,0 0-1,0 0 1,0 0-1,0 1 1,0-1-1,0 0 1,0 0-1,0 0 1,1 1 0,-1-1-1,1 0 1,0 0-1,-1 1 1,1-1-1,0 0 1,0 1-1,0-1 1,0 1-1,0-1 1,0 1 0,0-1-1,1 1 1,-1 0-1,1 0 1,-1 0-1,1 0 1,-1 0-1,1 0 1,-1 0 0,1 0-1,0 0 1,-1 1-1,1-1 1,0 1-1,0-1 1,0 1-1,-1 0 1,4 0 0,0-1 17,0 1 0,0 0 0,0 0 0,0 0 0,0 0 0,1 1 0,-1 0 0,-1 0 0,1 1 0,0-1 0,0 1 0,6 3 0,-5 0-46,0 0 1,-1 1-1,0-1 1,0 1-1,0 0 1,-1 1-1,0-1 1,0 1-1,0-1 1,-1 1-1,0 0 1,0 1-1,-1-1 1,3 12-1,-4-14 2,0 0-1,0 0 1,0 0-1,-1 0 1,0 0-1,0 0 0,0 0 1,0 0-1,-1 0 1,0 0-1,0 0 1,0 0-1,0 0 1,-1-1-1,0 1 0,0 0 1,0-1-1,-1 1 1,0-1-1,1 0 1,-1 0-1,-1 0 1,-3 4-1,158-118-2031,9 14-3370,-127 80-2717</inkml:trace>
</inkml:ink>
</file>

<file path=ppt/ink/ink2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21.421"/>
    </inkml:context>
    <inkml:brush xml:id="br0">
      <inkml:brushProperty name="width" value="0.025" units="cm"/>
      <inkml:brushProperty name="height" value="0.025" units="cm"/>
    </inkml:brush>
  </inkml:definitions>
  <inkml:trace contextRef="#ctx0" brushRef="#br0">0 90 11211,'0'0'5605,"57"-47"-5125,-34 32-159,2 4-257,0 1-64,-3 5 32,-3 3-96,-3 2-1057,-5 0-1218,-8 10-1280,-3 5 864,0 2 289,-5 5-609</inkml:trace>
</inkml:ink>
</file>

<file path=ppt/ink/ink2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21.576"/>
    </inkml:context>
    <inkml:brush xml:id="br0">
      <inkml:brushProperty name="width" value="0.025" units="cm"/>
      <inkml:brushProperty name="height" value="0.025" units="cm"/>
    </inkml:brush>
  </inkml:definitions>
  <inkml:trace contextRef="#ctx0" brushRef="#br0">68 89 801,'0'0'1537,"-39"46"833,25-29-512,3-6-256,7-6-449,4-3 544,5-2-255,13-2 319,5-10-736,8-4-672,2-6-257,3-2-64,0 1-160,-4-1-1634,0 1-2498,-8 0-2146</inkml:trace>
</inkml:ink>
</file>

<file path=ppt/ink/ink2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22.291"/>
    </inkml:context>
    <inkml:brush xml:id="br0">
      <inkml:brushProperty name="width" value="0.025" units="cm"/>
      <inkml:brushProperty name="height" value="0.025" units="cm"/>
    </inkml:brush>
  </inkml:definitions>
  <inkml:trace contextRef="#ctx0" brushRef="#br0">0 52 8488,'0'0'278,"0"-9"1030,1 0-565,1-10 180,-4 4 3075,13 45-3352,2-1 0,1 0 1,1-1-1,27 36 0,1 4-221,-27-41-331,4 4-86,-2 2 0,0 0 0,-3 1 0,21 63 0,-36-91-1901</inkml:trace>
</inkml:ink>
</file>

<file path=ppt/ink/ink2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23.009"/>
    </inkml:context>
    <inkml:brush xml:id="br0">
      <inkml:brushProperty name="width" value="0.025" units="cm"/>
      <inkml:brushProperty name="height" value="0.025" units="cm"/>
    </inkml:brush>
  </inkml:definitions>
  <inkml:trace contextRef="#ctx0" brushRef="#br0">327 0 7815,'0'0'7794,"-8"3"-7527,-19 8-63,1 1-1,0 1 1,-37 25-1,-36 19-82,86-51-112,7-3-3,-1 0 1,0 1-1,1-1 1,0 1-1,0 1 1,-7 5 0,12-9 2,-1 1 0,1 0 1,0 0-1,0 0 0,0-1 1,0 1-1,0 0 1,0 0-1,0 1 0,0-1 1,1 0-1,-1 0 1,1 0-1,0 0 0,0 0 1,0 1-1,0-1 0,0 0 1,0 0-1,0 0 1,1 1-1,-1-1 0,1 0 1,-1 0-1,2 3 1,12 27 250,24 44 1,8 15-153,-46-90-102,0 0 0,0 0 0,0 0-1,1 0 1,-1 0 0,1 0-1,-1 0 1,1 0 0,-1 0-1,1 0 1,-1-1 0,1 1-1,0 0 1,-1 0 0,1-1 0,0 1-1,0 0 1,-1-1 0,1 1-1,0-1 1,0 1 0,0-1-1,0 0 1,0 1 0,0-1-1,0 0 1,0 1 0,0-1 0,0 0-1,0 0 1,0 0 0,0 0-1,0 0 1,0 0 0,0 0-1,0 0 1,0-1 0,0 1-1,0 0 1,0-1 0,-1 1 0,1 0-1,0-1 1,1 0 0,5-4 103,0 0 1,-1 0-1,0 0 0,10-12 1,1 0-59,-5 7-39,0 1 0,1 1 1,-1 0-1,2 1 1,-1 0-1,1 1 0,0 0 1,17-3-1,-27 8-10,0 0 1,0 0-1,1 1 0,-1-1 0,1 1 0,-1 0 1,0 1-1,1-1 0,-1 1 0,0-1 1,1 1-1,-1 1 0,0-1 0,4 2 1,-5-1 1,0 0 0,0 0 0,-1 1 1,1-1-1,-1 1 0,1-1 1,-1 1-1,0 0 0,0 0 0,0 0 1,0 0-1,-1 0 0,1 0 1,-1 0-1,0 1 0,0-1 0,0 1 1,0-1-1,0 0 0,-1 5 0,1 0 16,-1 0-1,0 0 0,-1 0 0,0 0 0,0 0 0,-1 0 0,0 0 0,0 0 0,0-1 0,-1 1 0,-1-1 0,1 0 0,-1 1 0,0-2 0,-1 1 0,0 0 0,0-1 0,0 0 0,-8 6 0,-13 13-2,-1-2 0,-59 39 0,78-57-32,-1 2-134,4-3-106,0-1 1,0 0-1,0 0 0,0 0 0,0 0 1,-1-1-1,1 0 0,-1 0 1,-9 2-1,-2-3-4891</inkml:trace>
</inkml:ink>
</file>

<file path=ppt/ink/ink2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46.320"/>
    </inkml:context>
    <inkml:brush xml:id="br0">
      <inkml:brushProperty name="width" value="0.025" units="cm"/>
      <inkml:brushProperty name="height" value="0.025" units="cm"/>
    </inkml:brush>
  </inkml:definitions>
  <inkml:trace contextRef="#ctx0" brushRef="#br0">65 86 2466,'0'0'7874,"4"-1"-3604,24-8-4103,47-11 118,1 2 0,1 4 0,0 3 0,108-1 0,-184 12-184,-6 2-89,1 1 0,0 0 0,0-1 0,1 2-1,-1-1 1,0 0 0,1 1 0,0-1 0,0 1 0,0 0-1,0 0 1,-2 7 0,0-4-5,-129 230 27,59-96-4,6-24 754,-146 188 1,204-290-758,9-10-10,-1-2 1,1 1-1,-1 0 0,0 0 1,0-1-1,0 0 0,-6 5 1,9-8 21,0 0 1,0-1-1,-1 1 1,1 0-1,0-1 1,0 1 0,0-1-1,-1 1 1,1 0-1,0-1 1,0 1 0,0-1-1,0 1 1,0 0-1,0-1 1,0 1-1,0-1 1,0 1 0,0-1-1,0 1 1,0-1-1,0 1 1,0 0-1,1-1 1,-1 1 0,0-1-1,0 1 1,0 0-1,1-1 1,-1 1-1,0 0 1,0-1 0,1 1-1,-1 0 1,0-1-1,1 1 1,-1 0-1,0 0 1,1-1 0,-1 1-1,1 0 1,-1 0-1,0 0 1,1-1-1,0 1 1,54-13-40,1 2 0,112-7 0,31-6 0,-197 24-311,0-1 0,0 1 0,0-1 1,0 0-1,0 0 0,0 0 0,0 0 0,0 0 0,0 0 1,0 0-1,0-1 0,0 1 0,-1-1 0,1 1 0,-1-1 1,1 0-1,-1 1 0,0-1 0,1 0 0,-1 0 0,1-3 1,4-7-4671</inkml:trace>
</inkml:ink>
</file>

<file path=ppt/ink/ink2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11.900"/>
    </inkml:context>
    <inkml:brush xml:id="br0">
      <inkml:brushProperty name="width" value="0.025" units="cm"/>
      <inkml:brushProperty name="height" value="0.025" units="cm"/>
    </inkml:brush>
  </inkml:definitions>
  <inkml:trace contextRef="#ctx0" brushRef="#br0">42 1 14830,'0'0'128,"-36"55"-192,32-35 64,2 0 0,2 1-96,2-5-1506,12-7-1953,4-5-449</inkml:trace>
</inkml:ink>
</file>

<file path=ppt/ink/ink2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04.155"/>
    </inkml:context>
    <inkml:brush xml:id="br0">
      <inkml:brushProperty name="width" value="0.025" units="cm"/>
      <inkml:brushProperty name="height" value="0.025" units="cm"/>
    </inkml:brush>
  </inkml:definitions>
  <inkml:trace contextRef="#ctx0" brushRef="#br0">0 117 6694,'175'0'4585,"288"2"-1637,380-10-1057,-1-35-1189,262-9 260,1445 50 421,-2474 3-3401,-60-3-2077,-13-10-3736</inkml:trace>
</inkml:ink>
</file>

<file path=ppt/ink/ink2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06.639"/>
    </inkml:context>
    <inkml:brush xml:id="br0">
      <inkml:brushProperty name="width" value="0.025" units="cm"/>
      <inkml:brushProperty name="height" value="0.025" units="cm"/>
    </inkml:brush>
  </inkml:definitions>
  <inkml:trace contextRef="#ctx0" brushRef="#br0">0 2798 5285,'38'-2'1261,"-1"-1"-1,0-1 1,47-13 0,109-38 319,-94 25-777,12-4 135,161-72 1,-208 75-596,-1-3 1,-1-2-1,95-76 1,-54 26-154,-5-5 1,-3-3-1,-4-5 0,-5-3 1,131-205-1,-72 13-75,-103 200-58,87-146 1,174-235 321,-274 433-355,1 1 0,3 1 1,1 2-1,64-57 0,-67 70-5,1 0 1,1 2-1,1 1 0,1 2 0,0 2 1,56-21-1,-74 33-20,0 2 0,0 0-1,0 0 1,0 2 0,1 0 0,-1 1 0,1 1 0,22 2-1,-34-1 3,0 1 1,0 0-1,-1 0 0,1 0 0,-1 1 0,1 0 0,-1 0 1,0 0-1,9 8 0,44 43-3,-21-17 3,56 56 8,-66-63 95,1-2-1,43 34 1,188 142 964,-119-91-598,62 72 521,-10-8-231,57 45-285,74 56-230,-179-170-104,-3-1 189,236 135 0,-274-194-307,2-5 1,180 49-1,-36-14-2,-131-38-5,1-5 0,1-5 0,187 22 0,-280-43 340,-17-2-1875,-18-1-5224,-9-5 428</inkml:trace>
</inkml:ink>
</file>

<file path=ppt/ink/ink2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07.092"/>
    </inkml:context>
    <inkml:brush xml:id="br0">
      <inkml:brushProperty name="width" value="0.025" units="cm"/>
      <inkml:brushProperty name="height" value="0.025" units="cm"/>
    </inkml:brush>
  </inkml:definitions>
  <inkml:trace contextRef="#ctx0" brushRef="#br0">0 95 6150,'103'-4'4374,"116"-22"0,-23 2-3369,-84 14-711,191-11-764,-323 19-3198,-7-5-3106</inkml:trace>
</inkml:ink>
</file>

<file path=ppt/ink/ink2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08.696"/>
    </inkml:context>
    <inkml:brush xml:id="br0">
      <inkml:brushProperty name="width" value="0.025" units="cm"/>
      <inkml:brushProperty name="height" value="0.025" units="cm"/>
    </inkml:brush>
  </inkml:definitions>
  <inkml:trace contextRef="#ctx0" brushRef="#br0">247 205 6086,'0'-2'353,"1"-1"1,0 1-1,-1 0 1,1-1-1,0 1 1,1 0-1,-1 0 1,0 0-1,1 0 1,-1 0-1,1 0 1,-1 0-1,1 0 1,0 0-1,0 1 1,3-3-1,-4 4-256,1-1 0,-1 1 0,1 0 0,-1-1 0,1 1 0,0 0-1,-1 0 1,1 0 0,-1 0 0,1 0 0,-1 0 0,1 1 0,-1-1 0,1 1 0,0-1 0,-1 1 0,0-1 0,1 1-1,-1 0 1,1 0 0,-1-1 0,0 1 0,0 0 0,1 0 0,-1 0 0,0 1 0,2 1 0,1 1-60,0 1 0,0 0-1,0 0 1,0 0 0,-1 0 0,1 0 0,-1 1 0,-1 0 0,1 0 0,-1-1 0,0 1 0,0 0 0,-1 1 0,0-1 0,0 0-1,0 0 1,-1 1 0,0-1 0,0 0 0,-1 1 0,1-1 0,-2 0 0,0 6 0,0-9-30,0 0 1,0-1-1,1 1 1,-1-1-1,-1 0 1,1 0-1,0 0 0,0 0 1,-1 0-1,1 0 1,-1-1-1,0 1 1,1-1-1,-1 0 1,0 0-1,0 0 0,0 0 1,0 0-1,0 0 1,0-1-1,-5 1 1,-11 0 10,0 0 0,-25-2 0,21 0-7,9 1-14,-1-2-1,0 1 0,0-2 1,1 0-1,-26-9 0,36 10 83,-1 1-1,1-1 0,0 1 0,0-1 1,0 0-1,0-1 0,0 1 0,0-1 1,1 0-1,-1 0 0,1 0 0,0 0 1,0 0-1,0-1 0,0 0 0,1 1 1,-1-1-1,1 0 0,0 0 0,0 0 1,1-1-1,-3-8 0,4 10-41,0 0 0,1 0 0,-1 0-1,1 1 1,0-1 0,0 0 0,0 0 0,0 0 0,0 1 0,1-1-1,-1 0 1,1 1 0,0-1 0,0 1 0,0 0 0,0 0 0,0 0-1,0 0 1,0 0 0,1 0 0,3-2 0,65-37 212,-59 35-177,206-91 337,-176 82-424,0 2-1,1 2 0,64-8 1,-75 17-1129,-18 2-6937</inkml:trace>
</inkml:ink>
</file>

<file path=ppt/ink/ink2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09.194"/>
    </inkml:context>
    <inkml:brush xml:id="br0">
      <inkml:brushProperty name="width" value="0.025" units="cm"/>
      <inkml:brushProperty name="height" value="0.025" units="cm"/>
    </inkml:brush>
  </inkml:definitions>
  <inkml:trace contextRef="#ctx0" brushRef="#br0">20 95 7911,'0'0'2397,"-4"-9"-870,2 3-1450,-1 1 268,1-1 0,0 0 0,0 1 0,1-1 0,-1 0 0,0-7 0,2 12-296,0-1 0,0 1 0,0 0-1,0 0 1,0-1 0,1 1 0,-1 0 0,0 0 0,1-1 0,-1 1-1,1 0 1,-1 0 0,1 0 0,-1 0 0,1-1 0,0 1 0,0 0-1,-1 0 1,1 1 0,0-1 0,0 0 0,0 0 0,0 0 0,0 0-1,0 1 1,0-1 0,1 1 0,-1-1 0,0 1 0,0-1 0,0 1-1,1-1 1,-1 1 0,0 0 0,0 0 0,1 0 0,-1 0 0,0 0-1,1 0 1,1 0 0,-1 0-45,1 0 0,-1 0 0,0 0 0,1 1 0,-1-1 0,0 0 0,1 1-1,-1 0 1,0 0 0,1-1 0,-1 1 0,0 1 0,0-1 0,0 0 0,0 0 0,0 1 0,0-1 0,0 1 0,-1 0 0,1-1-1,0 1 1,1 3 0,0-1-2,-1 1 0,0 0-1,0 0 1,0 0 0,0 0-1,-1 0 1,0 1 0,0-1-1,0 10 1,0-2-2,-1 0 1,-1 0 0,0-1-1,-1 1 1,0-1-1,-1 1 1,-1-1 0,-5 15-1,2-1 21,7-26-21,0 1 0,0-1 0,0 1 0,0-1 0,0 1 0,0-1 0,0 1 0,1-1 0,-1 1 0,0-1 1,0 1-1,1-1 0,-1 0 0,0 1 0,0-1 0,1 1 0,-1-1 0,1 0 0,-1 1 0,0-1 0,1 0 1,-1 1-1,1-1 0,-1 0 0,0 1 0,2-1 0,1 0 2,0 1 0,0-1-1,0 0 1,1-1 0,-1 1 0,0-1 0,0 1-1,0-1 1,0 0 0,0 0 0,0 0 0,0 0-1,3-3 1,65-35-1225,-29 4-4424,-20 9-354</inkml:trace>
</inkml:ink>
</file>

<file path=ppt/ink/ink2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09.568"/>
    </inkml:context>
    <inkml:brush xml:id="br0">
      <inkml:brushProperty name="width" value="0.025" units="cm"/>
      <inkml:brushProperty name="height" value="0.025" units="cm"/>
    </inkml:brush>
  </inkml:definitions>
  <inkml:trace contextRef="#ctx0" brushRef="#br0">4 71 11211,'0'-8'272,"-1"2"-246,1 4 35,-1 0-1,1 1 1,-1-1-1,1 0 1,0 0-1,-1 1 1,1-1-1,0 0 1,0 0-1,0 1 0,1-1 1,-1 0-1,0 0 1,1 1-1,-1-1 1,1 0-1,0 0 1,-1 1-1,1-1 1,0 1-1,0-1 1,0 1-1,0-1 0,0 1 1,0 0-1,1-1 1,-1 1-1,0 0 1,1 0-1,-1 0 1,1 0-1,-1 0 1,1 0-1,-1 0 1,1 1-1,0-1 0,-1 0 1,1 1-1,2-1 1,1 1-51,0 0 0,0 0 0,0 1 0,0-1-1,0 1 1,0 0 0,-1 1 0,1-1 0,0 1 0,-1 0 0,1 0 0,-1 0 0,1 1 0,-1 0 0,0 0-1,0 0 1,-1 0 0,1 0 0,0 1 0,-1-1 0,0 1 0,0 0 0,0 0 0,0 1 0,-1-1 0,0 0 0,0 1-1,0 0 1,0-1 0,-1 1 0,1 0 0,-1 0 0,0 0 0,-1 0 0,1 0 0,-1 0 0,0-1 0,-1 1-1,1 0 1,-1 0 0,-1 7 0,-13 10-21,14-21 11,-1 0-1,1 1 1,0-1 0,0 1-1,0-1 1,-1 1 0,1-1-1,1 1 1,-1 0 0,0 0 0,0-1-1,1 1 1,-1 0 0,0 2-1,35-10 49,96-47-307,-75 26-4633,-19 7-3244</inkml:trace>
</inkml:ink>
</file>

<file path=ppt/ink/ink2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10.613"/>
    </inkml:context>
    <inkml:brush xml:id="br0">
      <inkml:brushProperty name="width" value="0.025" units="cm"/>
      <inkml:brushProperty name="height" value="0.025" units="cm"/>
    </inkml:brush>
  </inkml:definitions>
  <inkml:trace contextRef="#ctx0" brushRef="#br0">7 115 13164,'0'0'1848,"-1"9"-1411,-2 12-294,2 0 0,0 1 0,1-1 0,5 37 0,22 93 1052,-15-102-996,-3 1 1,4 84 0,-34-345-2,19 68-223,-5-58 1208,9 211-1180,1 0 0,0 1 0,0-1 0,1 0 0,1-1 0,-1 1-1,2-1 1,-1 0 0,8 9 0,-10-13-3,1-1 1,-1 1-1,1-1 0,0 0 0,0 0 0,1-1 0,-1 1 0,1-1 1,0 0-1,0 0 0,0-1 0,0 1 0,0-1 0,0 0 1,1 0-1,-1-1 0,1 0 0,9 1 0,-12-2 1,0-1 0,0 0 0,0 0 0,0 0 0,0-1 0,-1 1 0,1-1 0,0 1 0,-1-1 0,1 0 0,-1 0 0,1 0 0,-1-1 0,0 1 0,0 0 0,0-1 0,0 0 0,0 1 0,-1-1 0,1 0 0,-1 0 0,0 0 0,0 0 0,0 0 0,0 0 0,0-3 0,4-8-6,-1-1-1,-1 0 1,-1 1 0,1-20-1,-3 14 55,-1 10-54,1 1 1,0-1 0,1 0 0,2-11-1,-3 20 26,0 0 0,1-1-1,-1 1 1,0 0-1,1 0 1,-1 0-1,1-1 1,-1 1-1,1 0 1,0 0-1,-1 0 1,1 0-1,0 0 1,0 0-1,0 0 1,-1 0-1,1 1 1,0-1-1,0 0 1,0 0-1,1 1 1,-1-1-1,0 1 1,0-1-1,0 1 1,0-1-1,1 1 1,-1 0 0,0-1-1,0 1 1,0 0-1,1 0 1,-1 0-1,0 0 1,1 0-1,-1 0 1,0 0-1,2 1 1,-1 0-12,0 0 1,0 0-1,1 0 1,-1 1-1,0-1 1,0 1-1,0-1 1,0 1-1,0 0 1,-1 0 0,1 0-1,0 0 1,-1 0-1,1 0 1,-1 0-1,0 0 1,0 1-1,0-1 1,0 1-1,0-1 1,0 0-1,-1 1 1,1 4-1,5 61 56,-5-64-132,-1 1-1,1-1 0,0 1 0,0-1 1,0 1-1,0-1 0,1 0 1,0 0-1,0 0 0,0 0 0,0 0 1,1 0-1,5 7 0,27 21-8577,-20-24 2159</inkml:trace>
</inkml:ink>
</file>

<file path=ppt/ink/ink2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10.937"/>
    </inkml:context>
    <inkml:brush xml:id="br0">
      <inkml:brushProperty name="width" value="0.025" units="cm"/>
      <inkml:brushProperty name="height" value="0.025" units="cm"/>
    </inkml:brush>
  </inkml:definitions>
  <inkml:trace contextRef="#ctx0" brushRef="#br0">0 115 10410,'0'0'550,"3"-10"1030,-1 2-1094,0-1 0,1 1 0,1 0 0,-1 0 0,1 1 0,0-1 0,8-9 0,-10 14-390,0 1 1,0-1 0,0 1 0,0 0-1,1 0 1,-1 0 0,1 0 0,-1 0 0,1 1-1,0-1 1,-1 1 0,1-1 0,0 1-1,0 0 1,0 0 0,0 1 0,0-1 0,0 0-1,0 1 1,0 0 0,1 0 0,-1 0 0,0 0-1,0 0 1,0 1 0,0-1 0,0 1-1,6 2 1,-5-1-94,-1 0-1,1 1 0,-1-1 0,1 1 1,-1 0-1,0 0 0,0 0 1,0 0-1,-1 0 0,1 1 1,-1-1-1,0 1 0,0 0 1,0-1-1,0 1 0,-1 0 1,1 0-1,-1 1 0,0-1 1,0 0-1,-1 0 0,1 8 1,1 3-9,-2 0 1,1 0 0,-2 0-1,0-1 1,-4 20 0,4-27-3,-1 0 0,0 0 0,0 0 0,0 0 1,-1-1-1,0 1 0,0-1 0,-1 0 0,0 0 1,0 0-1,0 0 0,-10 9 0,28-37 99,14 1-103,2 1 0,0 2 0,1 0 0,0 2 0,54-18 0,2-3-2350,-36 12-3046</inkml:trace>
</inkml:ink>
</file>

<file path=ppt/ink/ink2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18.277"/>
    </inkml:context>
    <inkml:brush xml:id="br0">
      <inkml:brushProperty name="width" value="0.025" units="cm"/>
      <inkml:brushProperty name="height" value="0.025" units="cm"/>
    </inkml:brush>
  </inkml:definitions>
  <inkml:trace contextRef="#ctx0" brushRef="#br0">86 19 6919,'-1'-1'147,"0"-1"0,-1 1 0,1-1 0,-1 1 0,0-1 1,0 1-1,1 0 0,-1 0 0,0 0 0,0 0 1,0 0-1,0 1 0,0-1 0,0 0 0,0 1 1,0 0-1,-1-1 0,1 1 0,0 0 0,0 0 1,0 0-1,-3 1 0,3 0-66,0 1 0,0-1 0,0 1 1,1 0-1,-1 0 0,0 0 0,1 0 0,-1 0 0,1 0 0,0 1 1,0-1-1,0 0 0,0 1 0,0-1 0,0 0 0,1 1 1,-1-1-1,0 6 0,-6 38 889,3 0 0,1 1-1,4 65 1,1-54-338,2 10-284,17 91 0,4 40-3441,-25-193-649</inkml:trace>
</inkml:ink>
</file>

<file path=ppt/ink/ink2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18.685"/>
    </inkml:context>
    <inkml:brush xml:id="br0">
      <inkml:brushProperty name="width" value="0.025" units="cm"/>
      <inkml:brushProperty name="height" value="0.025" units="cm"/>
    </inkml:brush>
  </inkml:definitions>
  <inkml:trace contextRef="#ctx0" brushRef="#br0">37 148 7911,'0'0'91,"-5"-8"219,2 4-327,-1-3 306,0 0 0,0 1 0,0-2 0,1 1 1,-5-14-1,8 19-223,-1 0 1,1 0-1,0 0 1,-1-1-1,1 1 1,0 0-1,0 0 1,1 0-1,-1 0 1,0 0-1,1 0 1,-1 0-1,1 0 1,-1 0-1,1 0 1,0 0-1,0 1 1,0-1 0,0 0-1,0 0 1,1 1-1,-1-1 1,0 1-1,1-1 1,-1 1-1,1-1 1,-1 1-1,1 0 1,0 0-1,0 0 1,-1 0-1,4-1 1,6-2 27,0 0 0,0 0 1,0 2-1,0-1 0,1 1 1,-1 1-1,1 0 0,-1 1 0,1 0 1,-1 1-1,1 0 0,-1 0 0,22 7 1,-24-6-72,0 1 0,-1 0 1,1 0-1,0 1 1,-1 0-1,0 1 0,0 0 1,0 0-1,-1 1 0,0 0 1,0 0-1,0 0 0,-1 1 1,0 0-1,0 0 0,0 1 1,6 12-1,-9-14-18,-1-1 0,0 0-1,-1 0 1,1 1 0,-1-1 0,0 1 0,0 0-1,-1-1 1,1 1 0,-1-1 0,-1 1-1,1 0 1,-1-1 0,0 1 0,-3 10-1,1-9 26,0 1-1,-1-1 0,0 0 1,0 0-1,-1 0 0,0 0 1,0-1-1,-1 0 0,-11 11 1,2-5-194,1-2 0,-1 0 0,-1 0 0,0-2 0,0 0 0,0-1 0,-1 0 0,0-1 0,-23 4 0,27-9-2949,7-1-992</inkml:trace>
</inkml:ink>
</file>

<file path=ppt/ink/ink2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19.311"/>
    </inkml:context>
    <inkml:brush xml:id="br0">
      <inkml:brushProperty name="width" value="0.025" units="cm"/>
      <inkml:brushProperty name="height" value="0.025" units="cm"/>
    </inkml:brush>
  </inkml:definitions>
  <inkml:trace contextRef="#ctx0" brushRef="#br0">368 0 8936,'0'0'230,"-10"3"-65,-42 15 690,-50 26 0,-71 25 238,171-69-1088,0 1-1,0 0 0,1 0 1,-1 0-1,0 0 1,1 0-1,-1 0 1,1 1-1,-1-1 0,1 0 1,0 1-1,-1-1 1,1 1-1,0 0 1,0-1-1,0 1 0,0 0 1,0 0-1,1-1 1,-1 1-1,0 0 1,1 0-1,0 0 0,-1 0 1,1 3-1,1 58 17,1-38 14,14 276 2017,2 103-949,-18-397-1058,1 0 0,-2 0 0,1 0 0,-1 0 1,0 0-1,0 0 0,-1 0 0,0-1 0,0 1 0,-6 11 0,8-17 142,26-5 64,18-8-193,1-1-49,2 2 0,94-11 1,-128 22-97,23-3-1979,-14-7-3469,-6-4-2520</inkml:trace>
</inkml:ink>
</file>

<file path=ppt/ink/ink2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19.906"/>
    </inkml:context>
    <inkml:brush xml:id="br0">
      <inkml:brushProperty name="width" value="0.025" units="cm"/>
      <inkml:brushProperty name="height" value="0.025" units="cm"/>
    </inkml:brush>
  </inkml:definitions>
  <inkml:trace contextRef="#ctx0" brushRef="#br0">8 0 3651,'0'0'6252,"-7"2"-5457,21 14-2738</inkml:trace>
</inkml:ink>
</file>

<file path=ppt/ink/ink2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20.530"/>
    </inkml:context>
    <inkml:brush xml:id="br0">
      <inkml:brushProperty name="width" value="0.025" units="cm"/>
      <inkml:brushProperty name="height" value="0.025" units="cm"/>
    </inkml:brush>
  </inkml:definitions>
  <inkml:trace contextRef="#ctx0" brushRef="#br0">0 0 6118,'0'0'6320,"12"5"-5129,15 7-708,-1 1 0,0 2 0,43 32 0,73 72-162,-108-89-337,2-2 0,40 24 0,-69-44-485,-8-4-5554,-7-4 2735</inkml:trace>
</inkml:ink>
</file>

<file path=ppt/ink/ink2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20.856"/>
    </inkml:context>
    <inkml:brush xml:id="br0">
      <inkml:brushProperty name="width" value="0.025" units="cm"/>
      <inkml:brushProperty name="height" value="0.025" units="cm"/>
    </inkml:brush>
  </inkml:definitions>
  <inkml:trace contextRef="#ctx0" brushRef="#br0">302 3 4388,'0'0'6257,"-8"-1"-5467,5 0-722,1 1-1,-1 0 1,1-1 0,-1 1 0,0 0 0,1 1-1,-1-1 1,1 0 0,-1 1 0,1-1 0,-1 1 0,-3 1-1,3 0 46,0 0-1,0 0 1,0 1-1,1-1 1,-1 1-1,1-1 1,-1 1-1,1 0 1,0 0-1,0 0 1,-3 6-1,-186 397 3196,179-379-3279,8-16-101,-2 8-80,0-11-2886,2-7-2759</inkml:trace>
</inkml:ink>
</file>

<file path=ppt/ink/ink2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22.400"/>
    </inkml:context>
    <inkml:brush xml:id="br0">
      <inkml:brushProperty name="width" value="0.025" units="cm"/>
      <inkml:brushProperty name="height" value="0.025" units="cm"/>
    </inkml:brush>
  </inkml:definitions>
  <inkml:trace contextRef="#ctx0" brushRef="#br0">3 32 4292,'0'0'5926,"-2"-9"-1917,23 3-3776,1 1 0,0 1 1,0 0-1,1 2 0,-1 1 1,1 0-1,-1 2 0,1 1 0,22 4 1,-16-1-194,0 2 0,0 0 0,38 17 0,-66-24-39,-1 1 0,0-1 0,1 0 0,-1 0 0,0 0 0,1 0 0,-1 1 0,0-1 0,1 0 0,-1 0 0,0 1 0,0-1 0,1 0 0,-1 0 0,0 1 0,0-1 0,0 0 0,1 1 0,-1-1 0,0 0 0,0 1 0,0-1 0,0 1 0,0-1 0,0 0 0,0 1 0,0-1 0,0 0 0,0 1 0,0-1 0,0 1 0,0-1 0,0 0 0,0 1 0,0-1 0,0 0 0,0 1 0,0-1 0,0 0 0,-1 1 0,1-1 0,0 0 0,0 1 0,0-1 0,-1 0 0,1 1 0,0-1 0,0 0 0,-1 0 0,1 1 0,0-1 0,-1 0 0,1 0 0,0 0 0,-1 1 0,1-1 0,0 0 0,-1 0 0,0 0 0,-27 18 42,18-13-50,-38 33 129,2 2-1,1 3 1,-43 53-1,64-70-105,21-23-15,1-1-15,0 0 0,0 0-1,0 0 1,0 0 0,1 0-1,-1 0 1,1 1 0,-1-1-1,1 0 1,0 1 0,0-1-1,0 1 1,0-1 0,0 6-1,3-7-3556,2-5-2179</inkml:trace>
</inkml:ink>
</file>

<file path=ppt/ink/ink2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26.617"/>
    </inkml:context>
    <inkml:brush xml:id="br0">
      <inkml:brushProperty name="width" value="0.025" units="cm"/>
      <inkml:brushProperty name="height" value="0.025" units="cm"/>
    </inkml:brush>
  </inkml:definitions>
  <inkml:trace contextRef="#ctx0" brushRef="#br0">46 33 2883,'-2'0'393,"-25"-2"5168,27 2-5501,0 0 1,-1 0-1,1 0 1,-1 0-1,1 0 1,0 0-1,-1 0 1,1-1 0,0 1-1,-1 0 1,1 0-1,-1 0 1,1 0-1,0-1 1,0 1-1,-1 0 1,1 0-1,0-1 1,-1 1-1,1 0 1,0-1-1,0 1 1,-1 0 0,1-1-1,0 1 1,0 0-1,0-1 1,0 1-1,0 0 1,-1-1-1,1 1 1,0 0-1,0-1 1,0 1-1,0-1 1,0 1-1,0 0 1,0-1-1,0 1 1,0-1 0,0 1-1,1 0 1,-1-1-1,0 1 1,0 0-1,0-1 1,0 1-1,0 0 1,1-1-1,-1 1 1,0 0-1,0-1 1,1 1-1,-1 0 1,0-1 0,1 1-1,-1 0 1,0 0-1,0 0 1,1-1-1,1-1-36,1 1 1,-1 0-1,0-1 0,0 1 1,0 0-1,1 0 0,-1 0 1,0 0-1,1 1 0,-1-1 1,1 1-1,-1-1 0,1 1 0,-1 0 1,1 0-1,-1 0 0,1 0 1,-1 0-1,1 1 0,-1-1 1,1 1-1,-1 0 0,4 1 1,-2-1-14,1 1 0,-1-1 1,0 1-1,0 0 0,0 1 1,0-1-1,0 1 1,-1-1-1,1 1 0,-1 0 1,0 1-1,4 3 1,-3 0 9,-1-1 1,0 1-1,0-1 1,0 1-1,-1 0 1,0 0-1,-1 0 1,1 0-1,-1 1 1,-1-1-1,1 0 1,-1 0-1,0 1 1,-1-1-1,0 0 1,0 0-1,-1 0 1,0 0-1,-3 9 1,-1 1 68,-2 0 0,0-1 1,0 0-1,-2 0 0,0-1 1,-17 20-1,8-14 27,14-17-46,0 1 1,0 0-1,1 0 0,0 0 0,0 0 0,0 1 1,0 0-1,-4 11 0,10-16-28,0 0 1,0 0-1,0-1 1,0 1-1,0-1 0,0 0 1,0 0-1,0 1 1,0-1-1,1 0 1,-1-1-1,0 1 0,0 0 1,3-2-1,33-7 313,-1-3-1,69-30 1,27-10-1311,-111 45-1954,-5 0-2211</inkml:trace>
</inkml:ink>
</file>

<file path=ppt/ink/ink2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27.181"/>
    </inkml:context>
    <inkml:brush xml:id="br0">
      <inkml:brushProperty name="width" value="0.025" units="cm"/>
      <inkml:brushProperty name="height" value="0.025" units="cm"/>
    </inkml:brush>
  </inkml:definitions>
  <inkml:trace contextRef="#ctx0" brushRef="#br0">298 18 7911,'0'0'3246,"-10"-4"-2530,3 1-570,0 1 1,-1 0 0,0 0 0,1 0 0,-1 1-1,0 0 1,0 0 0,0 1 0,0 0 0,0 1-1,0 0 1,1 0 0,-16 4 0,11-1-72,0 0 1,1 1-1,-1 0 1,-20 14-1,29-17-59,0 1 0,0-1 1,1 1-1,-1 0 0,1-1 0,-1 1 0,1 1 0,0-1 0,0 0 0,1 0 0,-1 1 0,1-1 0,-1 1 1,1-1-1,0 1 0,0 0 0,1-1 0,-1 1 0,1 0 0,0 5 0,0-1-7,0 1-1,1-1 0,0 0 1,1 0-1,0 0 0,0 0 1,1-1-1,0 1 1,5 8-1,-7-14-5,0 0 0,0 0 1,0 0-1,0-1 0,0 1 0,1 0 0,-1-1 1,1 1-1,-1-1 0,1 0 0,-1 1 1,1-1-1,0 0 0,0 0 0,0 0 0,0 0 1,0-1-1,0 1 0,0 0 0,0-1 1,0 1-1,0-1 0,0 0 0,0 0 0,0 0 1,0 0-1,0 0 0,0 0 0,0 0 0,0-1 1,0 1-1,0-1 0,0 0 0,0 1 1,0-1-1,0 0 0,0 0 0,0 0 0,-1 0 1,1-1-1,2-1 0,14-9 7,51-29 44,-63 38-51,-1 1-1,0 0 1,1 0 0,0 1-1,-1 0 1,1 0 0,0 0-1,0 1 1,-1 0 0,1 0-1,10 1 1,-15 0-3,0-1 0,0 0 0,0 1 0,0-1 0,0 1 0,0-1 0,0 1 0,-1 0 0,1-1 0,0 1 0,0 0 0,-1-1 0,1 1 0,0 0 0,-1 0 0,1 0 0,-1 0-1,1 0 1,-1-1 0,1 1 0,-1 0 0,0 0 0,0 0 0,1 0 0,-1 0 0,0 0 0,0 0 0,0 0 0,0 0 0,0 0 0,0 1 0,0-1 0,0 0 0,-1 0 0,1 1 0,-1 1 1,0 1-1,1 0 1,-1-1 0,-1 1 0,1-1-1,0 0 1,-1 1 0,-3 5-1,-9 5 10,0 0 0,0-1 0,-1-1-1,-1 0 1,-28 16 0,-90 41-693,99-55-2050,5-5-1698</inkml:trace>
</inkml:ink>
</file>

<file path=ppt/ink/ink2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34.240"/>
    </inkml:context>
    <inkml:brush xml:id="br0">
      <inkml:brushProperty name="width" value="0.025" units="cm"/>
      <inkml:brushProperty name="height" value="0.025" units="cm"/>
    </inkml:brush>
  </inkml:definitions>
  <inkml:trace contextRef="#ctx0" brushRef="#br0">29 17 3940,'-29'0'7783,"41"1"-4612,47 1-1532,186-21-651,-245 19-987,1 0 0,-1 0 0,1 0 0,-1 0 0,1 0 1,-1 1-1,1-1 0,-1 0 0,1 0 0,-1 1 1,0-1-1,1 0 0,-1 1 0,0-1 0,1 0 0,-1 1 1,0-1-1,1 0 0,-1 1 0,0-1 0,0 1 0,1-1 1,-1 1-1,0-1 0,0 1 0,0-1 0,0 1 1,0-1-1,1 1 0,-1-1 0,0 1 0,0-1 0,0 1 1,0-1-1,-1 1 0,1-1 0,0 0 0,0 1 1,0-1-1,0 1 0,0-1 0,-1 1 0,1-1 0,0 1 1,-10 23 35,-8 10 9,1 0-1,2 1 0,1 1 1,2 1-1,2 0 1,1 0-1,1 0 0,3 1 1,-2 59-1,7-77-244,-1 23 348,-4-22-4306</inkml:trace>
</inkml:ink>
</file>

<file path=ppt/ink/ink2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34.660"/>
    </inkml:context>
    <inkml:brush xml:id="br0">
      <inkml:brushProperty name="width" value="0.025" units="cm"/>
      <inkml:brushProperty name="height" value="0.025" units="cm"/>
    </inkml:brush>
  </inkml:definitions>
  <inkml:trace contextRef="#ctx0" brushRef="#br0">175 29 3748,'0'0'6336,"-7"-4"-3394,3 2-2731,0-1 0,-1 1 0,1 0 1,-1 0-1,1 1 0,-1-1 0,1 1 0,-1 0 1,0 1-1,0-1 0,0 1 0,1 0 1,-1 0-1,0 0 0,0 0 0,0 1 0,1 0 1,-1 0-1,0 1 0,1-1 0,-1 1 1,1 0-1,-1 0 0,1 0 0,0 1 0,0-1 1,0 1-1,0 0 0,-5 6 0,5-3-172,1 0-1,-1 0 0,1 0 1,1 1-1,-1-1 1,1 1-1,0 0 0,0 0 1,1-1-1,0 1 0,1 0 1,-1 0-1,1 0 1,0 0-1,1 0 0,0 0 1,3 13-1,-3-14-35,0 0 0,1 0-1,0 0 1,0 0 0,0-1-1,1 1 1,0 0 0,0-1-1,0 0 1,1 0 0,0 0-1,0 0 1,0-1 0,0 1 0,1-1-1,0 0 1,0 0 0,0-1-1,0 1 1,8 2 0,-8-4-1,0 0 0,0-1 1,0 0-1,0 0 0,0-1 1,0 1-1,1-1 0,-1 0 1,0-1-1,0 1 0,0-1 1,0 0-1,1 0 0,-1 0 1,0-1-1,-1 0 0,1 0 1,0 0-1,-1-1 0,1 0 1,-1 1-1,1-1 1,-1-1-1,0 1 0,-1-1 1,1 1-1,-1-1 0,1 0 1,2-5-1,-2 3 4,0 0-1,0 0 1,-1 0 0,0-1 0,0 1 0,-1-1-1,0 1 1,0-1 0,-1 0 0,1 0 0,-1 0-1,-1 0 1,1 0 0,-1 0 0,-1 0-1,1 0 1,-1 0 0,0 1 0,-1-1 0,1 0-1,-5-10 1,2 11-25,1 1 0,-1 0 0,0 0 0,0 0 0,0 0 1,0 1-1,-1-1 0,0 1 0,0 0 0,0 1 0,0-1 0,-1 1 0,0 0 0,1 1 0,-1-1 0,0 1 0,0 0 0,0 1 0,-11-2 0,12 2-740,-1 0 0,0 1 0,0 0-1,1 0 1,-1 0 0,0 1 0,1 0-1,-7 2 1,0 1-4425</inkml:trace>
</inkml:ink>
</file>

<file path=ppt/ink/ink2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35.314"/>
    </inkml:context>
    <inkml:brush xml:id="br0">
      <inkml:brushProperty name="width" value="0.025" units="cm"/>
      <inkml:brushProperty name="height" value="0.025" units="cm"/>
    </inkml:brush>
  </inkml:definitions>
  <inkml:trace contextRef="#ctx0" brushRef="#br0">27 91 8776,'0'0'5157,"3"-8"-4351,-1 5-734,0-1-1,0 0 0,0 1 0,1 0 1,0-1-1,-1 1 0,1 0 0,0 0 1,1 0-1,-1 1 0,0-1 0,1 1 1,0 0-1,-1 0 0,1 0 0,0 0 1,0 1-1,0-1 0,0 1 0,0 0 1,0 1-1,6-2 0,20-5 179,0 0-1,1 2 0,0 1 1,0 1-1,-1 2 0,39 3 1,-64-1-245,-1 0-1,0 0 1,0 1 0,0-1 0,0 1 0,0 0 0,-1 0 0,1 1-1,0-1 1,-1 1 0,0 0 0,0 0 0,0 0 0,0 0-1,0 0 1,0 1 0,-1-1 0,1 1 0,-1-1 0,0 1-1,-1 0 1,1 0 0,0 0 0,-1 0 0,1 8 0,4 11 43,-2 1 1,-1 0-1,1 35 1,-3-31 47,63 446 956,-49-382-932,-3 0 0,-5 1 0,-4 106 0,-3-195-85,-1 0 0,0 0-1,0 0 1,0 0-1,0-1 1,-1 1 0,1 0-1,-1-1 1,0 1-1,0-1 1,0 1-1,-1-1 1,1 0 0,-1 0-1,0 0 1,1-1-1,-1 1 1,-1 0 0,1-1-1,0 0 1,-1 0-1,1 0 1,-1 0 0,1 0-1,-8 1 1,-11 5 77,-1-2 1,1-1-1,-33 4 0,19-4-201,-18 6 53,-84 12-1604,46-18-5700,41-8-1677</inkml:trace>
</inkml:ink>
</file>

<file path=ppt/ink/ink2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37.338"/>
    </inkml:context>
    <inkml:brush xml:id="br0">
      <inkml:brushProperty name="width" value="0.025" units="cm"/>
      <inkml:brushProperty name="height" value="0.025" units="cm"/>
    </inkml:brush>
  </inkml:definitions>
  <inkml:trace contextRef="#ctx0" brushRef="#br0">21 125 2306,'0'0'972,"3"-8"-139,0 0-550,2-1 132,-2-1 0,1 0 0,-1 1 0,-1-1 1,0 0-1,0-1 0,-1 1 0,0-13 0,-1 23-349,0 0 0,1 0 0,-1-1 0,0 1 0,0 0-1,0 0 1,0-1 0,0 1 0,0 0 0,0 0 0,0 0-1,-1-1 1,1 1 0,0 0 0,0 0 0,0 0 0,0-1-1,0 1 1,0 0 0,0 0 0,0 0 0,0 0 0,-1-1-1,1 1 1,0 0 0,0 0 0,0 0 0,0 0 0,-1 0-1,1 0 1,0-1 0,0 1 0,0 0 0,0 0 0,-1 0-1,1 0 1,0 0 0,0 0 0,0 0 0,-1 0 0,1 0 0,0 0-1,0 0 1,-1 0 0,1 0 0,0 0 0,0 0 0,0 0-1,-1 0 1,1 0 0,0 0 0,0 0 0,0 0 0,-1 0-1,1 1 1,0-1 0,-6 13 1578,10 58 107,15 75 0,-6-33 315,-21-355-1852,2 210-224,0 32 6,1 19-9,-1 36 57,2 0-1,5 72 1,0-46-47,-12-71-1134,-5-5-3918,4-3-1693</inkml:trace>
</inkml:ink>
</file>

<file path=ppt/ink/ink2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37.820"/>
    </inkml:context>
    <inkml:brush xml:id="br0">
      <inkml:brushProperty name="width" value="0.025" units="cm"/>
      <inkml:brushProperty name="height" value="0.025" units="cm"/>
    </inkml:brush>
  </inkml:definitions>
  <inkml:trace contextRef="#ctx0" brushRef="#br0">1 75 8904,'0'0'6241,"11"-8"-5558,0 1-550,0 1 0,0 0 0,1 0 0,0 1 0,1 1 0,-1 0-1,1 0 1,16-1 0,18-2 55,-7 1-7,49-1 0,-95 34 412,-18 18 15,3 0 0,2 2 1,-20 68-1,-1 63-4056,40-174 1551</inkml:trace>
</inkml:ink>
</file>

<file path=ppt/ink/ink2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38.259"/>
    </inkml:context>
    <inkml:brush xml:id="br0">
      <inkml:brushProperty name="width" value="0.025" units="cm"/>
      <inkml:brushProperty name="height" value="0.025" units="cm"/>
    </inkml:brush>
  </inkml:definitions>
  <inkml:trace contextRef="#ctx0" brushRef="#br0">146 20 7431,'0'0'7250,"-9"-5"-6247,6 3-954,1 1 8,0-1 1,0 1-1,0 0 0,0 0 0,0-1 0,0 2 0,-1-1 0,1 0 0,0 0 1,-1 1-1,1-1 0,-1 1 0,1 0 0,-1-1 0,1 1 0,0 0 0,-1 1 0,1-1 1,-1 0-1,1 1 0,-1-1 0,1 1 0,0 0 0,0 0 0,-1 0 0,1 0 1,0 0-1,0 0 0,0 1 0,0-1 0,0 1 0,0-1 0,-3 4 0,0 1 51,-1 0-1,1 1 0,0-1 1,1 1-1,0 0 0,0 0 1,0 0-1,1 1 0,-3 8 1,6-14-105,-1 0 1,0 0-1,1 0 1,0 0 0,0 0-1,-1 0 1,1 0-1,0 0 1,0 1 0,1-1-1,-1 0 1,0 0-1,1 0 1,-1 0 0,1 0-1,0 0 1,0 0-1,0 0 1,0-1 0,0 1-1,0 0 1,0 0-1,0-1 1,1 1 0,-1-1-1,1 1 1,-1-1-1,1 0 1,0 1 0,-1-1-1,1 0 1,0 0-1,0 0 1,0 0 0,0 0-1,0-1 1,0 1-1,0-1 1,3 1 0,5 1 3,1 0 1,0-1-1,-1 0 1,1-1-1,0 0 1,-1 0-1,22-5 1,-27 4-1,0 0 0,0 0 0,0-1 0,0 1 0,0-1 0,0-1-1,0 1 1,-1 0 0,1-1 0,-1 0 0,0 0 0,0 0 0,0-1 0,0 0 0,-1 1 0,1-1 0,-1 0 0,3-6 0,-5 9-3,0-1 0,0 0 0,0 1 0,0-1 0,-1 0 0,1 0 0,-1 1 0,1-1 0,-1 0 0,0 0 0,0 0 0,1 0 0,-1 1 0,-1-1 0,1 0 0,0 0 0,0 0 0,-1 0 0,1 1 0,-1-1 0,1 0 0,-1 0 0,0 1 1,0-1-1,0 1 0,-1-3 0,-1 1-3,0 1 0,0-1 0,0 1 0,0-1 0,-1 1 0,1 0 0,-1 0 0,0 0 0,1 1 0,-1-1 0,-6 0 0,-8-3-37,-1 2 1,1 0-1,-39 0 0,39 4-222,-13 0-1860,13-5-3385,5-6-3759</inkml:trace>
</inkml:ink>
</file>

<file path=ppt/ink/ink2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39.318"/>
    </inkml:context>
    <inkml:brush xml:id="br0">
      <inkml:brushProperty name="width" value="0.025" units="cm"/>
      <inkml:brushProperty name="height" value="0.025" units="cm"/>
    </inkml:brush>
  </inkml:definitions>
  <inkml:trace contextRef="#ctx0" brushRef="#br0">12 0 545,'0'0'6470,"2"7"-5867,3 9-775,-4-9 1201,0 0 0,0 0 0,-1 0 0,0 0 0,0 0 0,-2 7 0,-10 109 1604,4 166 1,28 123-1922,12-155-643,-28-246 73,2-13-2241,3-17-4961,-7-5-1193</inkml:trace>
</inkml:ink>
</file>

<file path=ppt/ink/ink2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40.554"/>
    </inkml:context>
    <inkml:brush xml:id="br0">
      <inkml:brushProperty name="width" value="0.025" units="cm"/>
      <inkml:brushProperty name="height" value="0.025" units="cm"/>
    </inkml:brush>
  </inkml:definitions>
  <inkml:trace contextRef="#ctx0" brushRef="#br0">1 52 2723,'0'-51'7319,"18"75"-6967,0 35 1059,-2 0 1,14 113 0,-12-56-869,-13-93-488,18 96 526,-6 1 0,4 149 1,-23-245-366,1-17-166,1 0-1,-1-1 1,1 1 0,1 0-1,-1-1 1,1 1 0,1 6 0,-1-12-158,-1 0-1,1-1 1,0 1 0,-1-1 0,1 1 0,-1-1 0,1 1 0,0-1 0,0 1 0,-1-1 0,1 0-1,0 1 1,0-1 0,-1 0 0,1 1 0,0-1 0,0 0 0,0 0 0,0 0 0,-1 0-1,1 0 1,0 0 0,0 0 0,0 0 0,-1 0 0,1-1 0,0 1 0,0 0 0,0 0 0,-1-1-1,1 1 1,0 0 0,0-1 0,-1 1 0,2-2 0,-1-10-4809</inkml:trace>
</inkml:ink>
</file>

<file path=ppt/ink/ink2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40.941"/>
    </inkml:context>
    <inkml:brush xml:id="br0">
      <inkml:brushProperty name="width" value="0.025" units="cm"/>
      <inkml:brushProperty name="height" value="0.025" units="cm"/>
    </inkml:brush>
  </inkml:definitions>
  <inkml:trace contextRef="#ctx0" brushRef="#br0">231 1 5221,'0'0'3806,"-9"9"-3229,-29 31 860,2 2 0,-31 46 0,56-73-1465,2 0-1,0 0 1,0 1 0,2 0-1,0 0 1,1 1 0,0 0 0,1 0-1,1 0 1,1 0 0,-1 21 0,5-24-3026,4-7-742</inkml:trace>
</inkml:ink>
</file>

<file path=ppt/ink/ink2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41.204"/>
    </inkml:context>
    <inkml:brush xml:id="br0">
      <inkml:brushProperty name="width" value="0.025" units="cm"/>
      <inkml:brushProperty name="height" value="0.025" units="cm"/>
    </inkml:brush>
  </inkml:definitions>
  <inkml:trace contextRef="#ctx0" brushRef="#br0">348 1 8168,'0'0'1569,"-41"51"-191,12-20 543,-5 3-704,-3 6-384,-1 3-352,1 3-321,1 1-160,7-5 0,2-4 0,7-6 0,8-8-64,5-8-481,7-6-1825,12-10-8104</inkml:trace>
</inkml:ink>
</file>

<file path=ppt/ink/ink2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41.424"/>
    </inkml:context>
    <inkml:brush xml:id="br0">
      <inkml:brushProperty name="width" value="0.025" units="cm"/>
      <inkml:brushProperty name="height" value="0.025" units="cm"/>
    </inkml:brush>
  </inkml:definitions>
  <inkml:trace contextRef="#ctx0" brushRef="#br0">353 0 11563,'0'0'1794,"-56"28"-1154,26-3 321,-3 8-288,0 3-65,-2 4-255,5 5-225,2-1-128,2 3 0,3 0-32,3-2 0,2-5-192,7-8-1378,4-7-1921,4-9-673</inkml:trace>
</inkml:ink>
</file>

<file path=ppt/ink/ink2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41.642"/>
    </inkml:context>
    <inkml:brush xml:id="br0">
      <inkml:brushProperty name="width" value="0.025" units="cm"/>
      <inkml:brushProperty name="height" value="0.025" units="cm"/>
    </inkml:brush>
  </inkml:definitions>
  <inkml:trace contextRef="#ctx0" brushRef="#br0">315 1 13741,'0'0'2594,"-52"42"-2529,22-7 31,-4 4 0,-1 4 0,2 2-64,2-1-32,3-1 0,5-2-32,3-6-128,5-6-2082,6-8-2083,5-13 65</inkml:trace>
</inkml:ink>
</file>

<file path=ppt/ink/ink2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41.877"/>
    </inkml:context>
    <inkml:brush xml:id="br0">
      <inkml:brushProperty name="width" value="0.025" units="cm"/>
      <inkml:brushProperty name="height" value="0.025" units="cm"/>
    </inkml:brush>
  </inkml:definitions>
  <inkml:trace contextRef="#ctx0" brushRef="#br0">268 1 12620,'0'0'3491,"-25"44"-3267,1-10 129,-4 9-129,-3-1-128,-2 2-96,2-1 0,3-3-32,3-6 32,7-5-544,4-6-1090,6-8-1505,5-6-128</inkml:trace>
</inkml:ink>
</file>

<file path=ppt/ink/ink2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42.050"/>
    </inkml:context>
    <inkml:brush xml:id="br0">
      <inkml:brushProperty name="width" value="0.025" units="cm"/>
      <inkml:brushProperty name="height" value="0.025" units="cm"/>
    </inkml:brush>
  </inkml:definitions>
  <inkml:trace contextRef="#ctx0" brushRef="#br0">226 0 13421,'0'0'2082,"-27"54"-1378,5-23 65,-2 5-224,-3 0-289,1 3-224,-1-1-32,3-2-32,-2-8-2819,4-11-11178</inkml:trace>
</inkml:ink>
</file>

<file path=ppt/ink/ink2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43.841"/>
    </inkml:context>
    <inkml:brush xml:id="br0">
      <inkml:brushProperty name="width" value="0.025" units="cm"/>
      <inkml:brushProperty name="height" value="0.025" units="cm"/>
    </inkml:brush>
  </inkml:definitions>
  <inkml:trace contextRef="#ctx0" brushRef="#br0">5 548 8840,'0'0'4383,"-2"-8"-2952,1 6-1364,1 0 0,-1 0-1,1 0 1,0 0 0,-1 0 0,1-1 0,0 1 0,0 0 0,0 0 0,1 0-1,-1-1 1,0 1 0,1 0 0,0 0 0,-1 0 0,2-3 0,1 1 59,1-1 0,-1 1 0,1 0 0,-1 0 0,1 0 1,1 1-1,7-6 0,185-128 1167,103-82-1193,-277 201-317,26-24-236,-47 39-131,1 1-1,-1-1 0,0 0 0,-1 0 0,1 0 0,0 1 1,-1-2-1,0 1 0,2-3 0,-2-9-5581</inkml:trace>
</inkml:ink>
</file>

<file path=ppt/ink/ink2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44.108"/>
    </inkml:context>
    <inkml:brush xml:id="br0">
      <inkml:brushProperty name="width" value="0.025" units="cm"/>
      <inkml:brushProperty name="height" value="0.025" units="cm"/>
    </inkml:brush>
  </inkml:definitions>
  <inkml:trace contextRef="#ctx0" brushRef="#br0">1 80 8136,'7'-8'395,"1"1"132,0 0 1,1 0 0,-1 0 0,2 1-1,-1 0 1,1 1 0,0 0-1,0 1 1,19-6 0,-24 8-433,0 1 1,0-1 0,1 1 0,-1 1 0,1-1-1,-1 1 1,0 0 0,1 0 0,-1 0-1,1 1 1,-1 0 0,0 0 0,1 1-1,-1-1 1,0 1 0,0 0 0,0 0-1,0 1 1,-1-1 0,1 1 0,0 0-1,-1 1 1,8 6 0,-8-5-88,-1 0 0,1 0 0,-1 0 0,0 0 0,0 0 0,-1 1 0,1 0 0,-1-1 0,-1 1 0,1 0 0,-1 0 0,0 0 0,0 0 0,0 0 0,-1 0 0,0 0 0,0 0 0,-1 0 0,0 0 0,0 0 0,0 0 0,-1 0 0,-3 9 0,-2 2-20,0-1 1,0-1 0,-2 0 0,0 0-1,-1 0 1,0-1 0,-13 13-1,12-15-185,-2 0 0,1 0 0,-18 11 0,25-19-737,0-1-1,-1 0 1,1 0-1,-1-1 1,1 1 0,-1-1-1,-7 2 1,0-3-4864</inkml:trace>
</inkml:ink>
</file>

<file path=ppt/ink/ink2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44.690"/>
    </inkml:context>
    <inkml:brush xml:id="br0">
      <inkml:brushProperty name="width" value="0.025" units="cm"/>
      <inkml:brushProperty name="height" value="0.025" units="cm"/>
    </inkml:brush>
  </inkml:definitions>
  <inkml:trace contextRef="#ctx0" brushRef="#br0">1 1 5509,'0'0'2130,"1"11"-1297,7 46 2491,23 73 1,-2-5-1774,2 44-546,49 208-921,-77-369-299,4 20-154,-5-9-4140</inkml:trace>
</inkml:ink>
</file>

<file path=ppt/ink/ink2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45.240"/>
    </inkml:context>
    <inkml:brush xml:id="br0">
      <inkml:brushProperty name="width" value="0.025" units="cm"/>
      <inkml:brushProperty name="height" value="0.025" units="cm"/>
    </inkml:brush>
  </inkml:definitions>
  <inkml:trace contextRef="#ctx0" brushRef="#br0">1 103 5285,'0'0'1041,"3"-9"-438,-1 3-488,0 1-1,0 0 0,1 0 0,-1 0 1,1 0-1,0 1 0,0-1 1,1 1-1,-1-1 0,1 1 0,0 0 1,0 1-1,1-1 0,-1 1 1,1 0-1,0 0 0,0 0 0,0 0 1,0 1-1,0 0 0,8-2 1,-4 2 26,0 0 1,0 1-1,0 0 0,0 0 1,-1 1-1,1 0 1,0 1-1,0 0 1,0 0-1,0 1 1,-1 0-1,1 1 1,-1 0-1,1 0 1,-1 1-1,13 7 0,-16-7-82,1 0-1,0 0 1,-1 0-1,1 1 0,-1 0 1,-1 0-1,1 0 0,-1 1 1,0-1-1,0 1 0,0 0 1,-1 0-1,0 1 1,0-1-1,-1 1 0,1-1 1,-2 1-1,1 0 0,-1 0 1,0 0-1,1 12 0,-3-14-53,0 1 0,0 0 0,-1-1 0,1 1 0,-1-1 0,0 0 0,-1 0 0,1 0 0,-1 0 0,0 0 0,0 0 0,-1-1 0,1 1 0,-1-1 0,0 0 0,0 0 0,0 0 0,-6 3 0,-13 10-10,-1-1 0,-33 17 0,37-22-11,3-1-96,11-6-481,-1 0-1,0 0 1,0-1 0,0 1-1,-8 1 1,8-4-3005</inkml:trace>
</inkml:ink>
</file>

<file path=ppt/ink/ink2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46.101"/>
    </inkml:context>
    <inkml:brush xml:id="br0">
      <inkml:brushProperty name="width" value="0.025" units="cm"/>
      <inkml:brushProperty name="height" value="0.025" units="cm"/>
    </inkml:brush>
  </inkml:definitions>
  <inkml:trace contextRef="#ctx0" brushRef="#br0">176 39 6566,'0'0'5339,"-21"-2"-5227,-12-12 4559,22 15-4671,0 1 0,0 0 0,0 0 0,0 1 0,1 1 0,-1 0 0,1 0 0,0 1 0,-14 9 0,23-13 5,32-2 460,-10-3-287,0 0-1,-1-2 1,31-12 0,-30 10-7,1 0-1,37-7 0,-59 15-162,1 0-1,-1 0 1,1 0 0,-1 0-1,1 0 1,-1 0-1,1 0 1,-1 0 0,0 0-1,1 0 1,-1 0-1,1 0 1,-1 0 0,1 0-1,-1 1 1,1-1-1,-1 0 1,1 0 0,-1 1-1,0-1 1,1 0 0,-1 0-1,1 1 1,-1-1-1,0 0 1,0 1 0,1-1-1,-1 1 1,0-1-1,1 0 1,-1 1 0,0 0-1,1 21 492,-15 35 502,8-39-862,0 7-140,1 1 1,2 0-1,0 0 0,2 0 1,0 0-1,2 0 1,1 0-1,7 30 1,-9-54-167,5 10-2147,3-9-3144,0-3-110</inkml:trace>
</inkml:ink>
</file>

<file path=ppt/ink/ink2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46.446"/>
    </inkml:context>
    <inkml:brush xml:id="br0">
      <inkml:brushProperty name="width" value="0.025" units="cm"/>
      <inkml:brushProperty name="height" value="0.025" units="cm"/>
    </inkml:brush>
  </inkml:definitions>
  <inkml:trace contextRef="#ctx0" brushRef="#br0">68 15 9161,'0'0'5157,"-9"0"-3705,7-1-1387,1 0 1,-1 1-1,0 0 1,0-1-1,0 1 1,0 0 0,0 0-1,0 0 1,1 0-1,-1 0 1,0 0-1,0 1 1,0-1 0,0 1-1,0-1 1,1 1-1,-1 0 1,0 0-1,0 0 1,1 0 0,-1 0-1,1 0 1,-1 0-1,1 0 1,-1 1-1,1-1 1,0 0 0,0 1-1,-1-1 1,1 1-1,0 0 1,0-1-1,1 1 1,-1 0-1,0 0 1,1-1 0,-1 1-1,1 0 1,-1 0-1,1 0 1,0 0-1,0 0 1,-1 0 0,2-1-1,-1 5 1,0-2-54,1 0 0,-1-1 0,1 1 1,0 0-1,0 0 0,0 0 0,1-1 0,-1 1 1,1-1-1,0 1 0,0-1 0,0 0 0,0 0 0,1 0 1,-1 0-1,1 0 0,0 0 0,0 0 0,0-1 1,0 0-1,0 1 0,0-1 0,1-1 0,-1 1 1,1 0-1,0-1 0,5 2 0,0 0-1,0-1 1,0 0-1,0 0 0,0-1 0,0 0 0,1 0 0,-1-1 1,1 0-1,-1-1 0,17-3 0,-24 3-8,1 1 0,-1-1-1,0 1 1,0-1 0,0 0 0,0 0-1,0 0 1,0 0 0,0 0 0,0 0-1,0-1 1,0 1 0,-1 0 0,1-1-1,0 0 1,-1 1 0,1-1 0,-1 0-1,0 0 1,0 0 0,0 0-1,0 0 1,0 0 0,0 0 0,0 0-1,0 0 1,-1 0 0,1 0 0,-1-1-1,0 1 1,0 0 0,1 0 0,-2-1-1,1 1 1,0 0 0,0 0 0,-1-4-1,-1 2 3,1-1 1,-1 1-1,1-1 0,-1 1 0,-1-1 0,1 1 1,-1 0-1,1 0 0,-1 0 0,0 1 0,-1-1 0,1 1 1,-1 0-1,1-1 0,-1 1 0,-7-4 0,3 4-269,0 0 0,-1 0-1,1 1 1,-1 0-1,1 1 1,-1 0-1,0 0 1,1 1 0,-1 0-1,0 0 1,0 1-1,1 0 1,-1 1-1,-15 4 1,3-3-7589</inkml:trace>
</inkml:ink>
</file>

<file path=ppt/ink/ink2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46.988"/>
    </inkml:context>
    <inkml:brush xml:id="br0">
      <inkml:brushProperty name="width" value="0.025" units="cm"/>
      <inkml:brushProperty name="height" value="0.025" units="cm"/>
    </inkml:brush>
  </inkml:definitions>
  <inkml:trace contextRef="#ctx0" brushRef="#br0">1 64 737,'0'0'15150,"0"-46"-14830,18 38-256,5 1 65,3 5-97,-1 2 0,1 0-32,-3 0 32,-6 9-96,-4 3-577,-8 0-2786,-5 0-1538</inkml:trace>
</inkml:ink>
</file>

<file path=ppt/ink/ink2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47.159"/>
    </inkml:context>
    <inkml:brush xml:id="br0">
      <inkml:brushProperty name="width" value="0.025" units="cm"/>
      <inkml:brushProperty name="height" value="0.025" units="cm"/>
    </inkml:brush>
  </inkml:definitions>
  <inkml:trace contextRef="#ctx0" brushRef="#br0">0 51 4773,'0'0'8327,"69"3"-8006,-24-11-257,1-1-64,-2 1 64,-5 0-224,-5-1-2915,-7-3-1890</inkml:trace>
</inkml:ink>
</file>

<file path=ppt/ink/ink2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49.089"/>
    </inkml:context>
    <inkml:brush xml:id="br0">
      <inkml:brushProperty name="width" value="0.025" units="cm"/>
      <inkml:brushProperty name="height" value="0.025" units="cm"/>
    </inkml:brush>
  </inkml:definitions>
  <inkml:trace contextRef="#ctx0" brushRef="#br0">4 332 19122,'-2'-41'2173,"1"-16"-2106,0 0-47,12-103 0,-11 160-21,0-1 1,0 0 0,0 1 0,0-1 0,0 1 0,0-1-1,0 0 1,0 1 0,0-1 0,0 1 0,0-1 0,1 0 0,-1 1-1,0-1 1,0 1 0,1-1 0,-1 1 0,0-1 0,1 1-1,-1-1 1,1 1 0,-1-1 0,0 1 0,1 0 0,-1-1 0,1 1-1,-1-1 1,1 1 0,0 0 0,-1 0 0,1-1 0,-1 1-1,2 0 1,15 13 0,13 37-19,-29-46 12,12 20 15,-2 0 1,-1 2-1,-1-1 1,-1 1-1,-2 0 1,0 1-1,-2 0 1,0 0-1,-1 48 1,-10 116 307,1-36-3242,6-180-1340,0-12-3587</inkml:trace>
</inkml:ink>
</file>

<file path=ppt/ink/ink2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49.834"/>
    </inkml:context>
    <inkml:brush xml:id="br0">
      <inkml:brushProperty name="width" value="0.025" units="cm"/>
      <inkml:brushProperty name="height" value="0.025" units="cm"/>
    </inkml:brush>
  </inkml:definitions>
  <inkml:trace contextRef="#ctx0" brushRef="#br0">1 300 2274,'0'0'4992,"0"-7"-3610,0-27 800,0 16-860,0-1 0,1 1 0,6-32 0,-5 43-1241,0 0 0,0 1 0,1-1 0,0 1 0,0-1 0,0 1 0,1 0 0,0 1 0,0-1 0,1 1 0,-1-1 1,1 1-1,1 0 0,5-4 0,0 2-33,0-1 0,1 2 0,0-1 0,1 2 0,-1-1 0,1 2 0,0 0 0,1 0 0,-1 1 0,15-1 0,-21 3-31,0 0-1,0 1 0,1 0 0,-1 0 1,0 0-1,0 1 0,0 0 0,0 1 1,-1-1-1,1 1 0,0 1 0,0-1 1,-1 1-1,0 0 0,1 1 0,-1-1 1,-1 1-1,1 0 0,0 1 0,-1-1 1,5 7-1,-8-9-16,0 0 0,-1 0 1,1 0-1,-1 0 0,0 0 0,1 1 0,-1-1 1,0 0-1,0 1 0,-1-1 0,1 1 1,0-1-1,-1 1 0,0 0 0,1-1 0,-1 1 1,0-1-1,0 1 0,-1 0 0,1-1 1,0 1-1,-2 2 0,1-1 0,-1 0 0,-1 0 0,1 0 0,0 0 0,-1-1 0,0 1 0,0-1 0,0 0 1,0 0-1,0 0 0,-8 5 0,-3 1 0,-2 0 0,0 0-1,0-2 1,0 0 0,-23 6 0,35-12-85,-12 4-338,-1 0 1,0-1-1,-1-1 0,-25 1 0,53-11-7980</inkml:trace>
</inkml:ink>
</file>

<file path=ppt/ink/ink2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50.177"/>
    </inkml:context>
    <inkml:brush xml:id="br0">
      <inkml:brushProperty name="width" value="0.025" units="cm"/>
      <inkml:brushProperty name="height" value="0.025" units="cm"/>
    </inkml:brush>
  </inkml:definitions>
  <inkml:trace contextRef="#ctx0" brushRef="#br0">1 68 10314,'0'0'9710,"8"-4"-8925,11-4-479,67-29 419,-76 33-705,1 1-1,-1 0 1,1 0 0,0 1 0,-1 0-1,19 0 1,-29 3-19,1-1 0,-1 1 0,1-1 0,-1 1 0,1 0 0,-1-1 0,1 1 0,-1 0 0,1-1 0,-1 1 0,0 0 0,1-1 0,-1 1 0,0 0 0,0 0 0,0-1 0,0 1 0,1 0 0,-1 0 0,0 0 0,0-1 0,0 1 0,-1 0 0,1 0 0,0-1 0,0 1 0,0 0 0,-1 0 0,1-1 0,0 1 0,-1 1 0,-8 26 26,-3-2-84,1-1 1,0 1-1,2 1 1,1 0-1,2 0 0,0 0 1,2 1-1,1 0 1,0 31-1,3-46-791,2 16-4822,6-23-1211</inkml:trace>
</inkml:ink>
</file>

<file path=ppt/ink/ink2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50.474"/>
    </inkml:context>
    <inkml:brush xml:id="br0">
      <inkml:brushProperty name="width" value="0.025" units="cm"/>
      <inkml:brushProperty name="height" value="0.025" units="cm"/>
    </inkml:brush>
  </inkml:definitions>
  <inkml:trace contextRef="#ctx0" brushRef="#br0">99 61 14574,'0'0'5013,"-5"8"-4138,2-4-795,0 0 1,1 0-1,0 1 0,0 0 1,0-1-1,0 1 0,1 0 1,0 0-1,0 0 0,0 8 1,1-11-73,0 0 0,0 0 1,0 0-1,1 0 0,-1 0 1,1 0-1,0 0 0,0 0 1,0 0-1,0 0 0,0 0 1,0 0-1,0 0 0,0-1 1,1 1-1,-1 0 0,1-1 1,-1 1-1,1-1 0,0 0 1,-1 1-1,1-1 0,0 0 0,0 0 1,0 0-1,0 0 0,0-1 1,0 1-1,0 0 0,0-1 1,0 0-1,4 1 0,0 0 0,0-1-1,0 1 0,0-1 0,0 0 0,0-1 0,0 0 0,0 0 0,0 0 1,0 0-1,0-1 0,0 0 0,0 0 0,-1-1 0,0 0 0,1 0 1,6-5-1,-9 6-3,0 0 0,0-1 1,-1 1-1,1 0 0,-1-1 1,1 0-1,-1 0 0,0 1 1,0-1-1,0 0 0,-1-1 1,1 1-1,-1 0 0,1 0 1,-1-1-1,0 1 0,-1-1 0,1 1 1,-1-1-1,1 1 0,-1-1 1,0 1-1,0-1 0,0 0 1,-1 1-1,1-1 0,-1 1 1,0-1-1,-2-5 0,0 6-1,1-1 0,0 0 0,-1 1 0,0 0 0,0 0-1,0 0 1,0 0 0,-1 0 0,1 1 0,-1-1 0,1 1-1,-1 0 1,0 0 0,0 0 0,0 1 0,0 0 0,0-1-1,0 1 1,0 0 0,-1 1 0,1-1 0,0 1 0,-8 0-1,-1 0-88,1 0 1,0 1-1,0 0 0,0 0 0,1 2 0,-1-1 0,-15 7 0,-4 4-2967,8-5-3839</inkml:trace>
</inkml:ink>
</file>

<file path=ppt/ink/ink2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59.942"/>
    </inkml:context>
    <inkml:brush xml:id="br0">
      <inkml:brushProperty name="width" value="0.025" units="cm"/>
      <inkml:brushProperty name="height" value="0.025" units="cm"/>
    </inkml:brush>
  </inkml:definitions>
  <inkml:trace contextRef="#ctx0" brushRef="#br0">16 0 6726,'0'0'8184,"-2"7"-7709,-2 10-195,1-1-1,0 0 0,1 1 1,1 0-1,0-1 1,3 29-1,21 114 60,-6-49-253,-6 74-2739,-11-182 2485,0 0-141,1 0-1,-1 0 1,0 0 0,0-1 0,0 1-1,0 0 1,-1 0 0,1 0 0,0-1-1,-1 1 1,1 0 0,-1 0 0,0-1-1,1 1 1,-1 0 0,0-1 0,0 1-1,0-1 1,0 1 0,-3 2 0,-12 2-5772</inkml:trace>
</inkml:ink>
</file>

<file path=ppt/ink/ink2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00.193"/>
    </inkml:context>
    <inkml:brush xml:id="br0">
      <inkml:brushProperty name="width" value="0.025" units="cm"/>
      <inkml:brushProperty name="height" value="0.025" units="cm"/>
    </inkml:brush>
  </inkml:definitions>
  <inkml:trace contextRef="#ctx0" brushRef="#br0">0 339 13613,'0'0'192,"1"-51"737,32 28-449,11-6 289,16-4 0,16-4-289,7 0-255,9 3-97,-1 2-96,-3 8-64,-12 4 0,-9 8-321,-15 7-1088,-13 4-1698,-9 1-1986</inkml:trace>
</inkml:ink>
</file>

<file path=ppt/ink/ink2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00.660"/>
    </inkml:context>
    <inkml:brush xml:id="br0">
      <inkml:brushProperty name="width" value="0.025" units="cm"/>
      <inkml:brushProperty name="height" value="0.025" units="cm"/>
    </inkml:brush>
  </inkml:definitions>
  <inkml:trace contextRef="#ctx0" brushRef="#br0">256 14 6822,'0'0'6524,"-7"-3"-5254,-1 1-1192,0 0-1,0 0 0,0 0 1,0 1-1,0 0 0,0 1 0,0 0 1,0 0-1,0 1 0,0 0 0,0 0 1,0 1-1,0 0 0,0 0 1,0 1-1,1 0 0,-1 0 0,1 1 1,0 0-1,0 0 0,0 1 1,1 0-1,0 0 0,0 0 0,0 1 1,0 0-1,1 0 0,0 1 0,0-1 1,1 1-1,0 0 0,0 0 1,1 1-1,-1-1 0,2 1 0,-1-1 1,1 1-1,0 0 0,-1 10 0,2-11-78,1 0 0,-1 0 0,1 1 0,1-1 0,0 0 0,-1 0 0,2 0 0,-1 0 0,1 0-1,0 0 1,4 8 0,-4-12-7,0-1 0,-1 1 0,1 0-1,0-1 1,1 1 0,-1-1 0,0 0 0,1 0-1,-1 0 1,1 0 0,0 0 0,-1 0-1,1-1 1,0 1 0,0-1 0,0 0 0,0 0-1,0 0 1,0 0 0,1 0 0,-1-1 0,0 0-1,0 1 1,1-1 0,-1 0 0,6-1 0,-4 0 3,-1-1 1,1 1 0,-1-1-1,1 0 1,-1 0 0,0 0-1,0 0 1,0-1 0,0 0-1,0 0 1,-1 0 0,1 0-1,-1 0 1,0-1 0,0 1 0,0-1-1,0 0 1,-1 0 0,1 0-1,-1 0 1,0-1 0,2-5-1,1-2 19,-1-1-1,0 1 1,0-1-1,-2 0 0,1 0 1,0-25-1,-3 32 47,0 3 36,1 1 0,-1 0-1,0 0 1,0 0 0,0-1 0,0 1 0,-1 0-1,1 0 1,-1 0 0,1-1 0,-1 1-1,0 0 1,1 0 0,-1 0 0,0 0 0,-1 0-1,1 1 1,0-1 0,0 0 0,-3-2-1,7 25 397,10 2-605,1-1 0,1 0 0,0-1 1,33 33-1,-18-20-2751,-11-16-3296,-14-16 2508</inkml:trace>
</inkml:ink>
</file>

<file path=ppt/ink/ink2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01.084"/>
    </inkml:context>
    <inkml:brush xml:id="br0">
      <inkml:brushProperty name="width" value="0.025" units="cm"/>
      <inkml:brushProperty name="height" value="0.025" units="cm"/>
    </inkml:brush>
  </inkml:definitions>
  <inkml:trace contextRef="#ctx0" brushRef="#br0">4 0 13741,'0'0'1009,"-2"8"-785,2 1-132,-1 1 1,1-1-1,0 1 0,1 0 0,0-1 0,1 1 0,0-1 0,6 19 1,38 81 773,-13-35-811,-20-53 12,-13-21-64,1 0 0,-1 0 0,1 0-1,-1 0 1,0 0 0,1 0 0,-1 0 0,1 0-1,-1 0 1,0 0 0,1 0 0,-1 0 0,0-1-1,1 1 1,-1 0 0,1 0 0,-1 0 0,0 0-1,1-1 1,-1 1 0,0 0 0,0 0 0,1-1-1,-1 1 1,0 0 0,1-1 0,-1 1 0,0 0-1,0-1 1,0 1 0,0 0 0,1-1 0,-1 0-1,16-49 157,-9 24-165,-5 21 10,1-1 1,-1 1-1,1 0 0,1 0 1,-1 1-1,1-1 0,-1 1 1,1-1-1,1 1 0,8-7 1,-11 10-6,-1 0 1,1 0-1,0 0 1,0 0-1,0 0 1,0 0-1,0 0 1,0 1-1,0-1 1,0 1-1,0 0 1,0-1-1,1 1 1,-1 0 0,0 0-1,0 0 1,0 0-1,0 1 1,0-1-1,0 1 1,0-1-1,0 1 1,0 0-1,0 0 1,0 0-1,0 0 1,0 0-1,0 0 1,-1 0 0,1 0-1,0 1 1,1 2-1,1-1-7,-1 0 0,0 0-1,0 0 1,0 0 0,0 1-1,0-1 1,-1 1 0,0 0-1,0 0 1,0 0 0,0 0 0,0 0-1,-1 1 1,0-1 0,0 0-1,0 1 1,0-1 0,-1 0-1,0 1 1,0-1 0,0 1-1,0-1 1,-1 1 0,0-1 0,0 0-1,0 1 1,0-1 0,0 0-1,-1 0 1,0 0 0,0 0-1,0 0 1,-1 0 0,1 0-1,-1-1 1,0 1 0,0-1 0,0 0-1,0 0 1,0 0 0,-1 0-1,0 0 1,1-1 0,-1 0-1,0 0 1,0 0 0,0 0 0,0-1-1,-1 1 1,1-1 0,0 0-1,-1 0 1,-8 0 0,12-1-74,-52 5-1709,51-5 1494,0 0-1,0 0 1,0 0-1,1 0 1,-1 0-1,0 0 1,0-1 0,0 1-1,0 0 1,0-1-1,1 0 1,-1 1-1,0-1 1,0 0-1,1 0 1,-1 0 0,0 0-1,1 0 1,-1 0-1,1 0 1,0-1-1,-1 1 1,0-2 0,-1-11-2992</inkml:trace>
</inkml:ink>
</file>

<file path=ppt/ink/ink2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01.316"/>
    </inkml:context>
    <inkml:brush xml:id="br0">
      <inkml:brushProperty name="width" value="0.025" units="cm"/>
      <inkml:brushProperty name="height" value="0.025" units="cm"/>
    </inkml:brush>
  </inkml:definitions>
  <inkml:trace contextRef="#ctx0" brushRef="#br0">0 0 11339,'0'0'5925,"29"54"-5444,-16-21-257,5 2-192,-1 2 0,-1 0-32,-5 0 0,2-1-64,-3-2-833,-2-7-1601,0-7-2499,-3-7-2210</inkml:trace>
</inkml:ink>
</file>

<file path=ppt/ink/ink2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01.812"/>
    </inkml:context>
    <inkml:brush xml:id="br0">
      <inkml:brushProperty name="width" value="0.025" units="cm"/>
      <inkml:brushProperty name="height" value="0.025" units="cm"/>
    </inkml:brush>
  </inkml:definitions>
  <inkml:trace contextRef="#ctx0" brushRef="#br0">8 241 10218,'0'0'1190,"6"-8"134,27-30 187,32-38 1249,-58 68-2673,-1 0 0,0-1 0,-1 0 0,0 0 0,-1 0-1,7-19 1,-10 27-77,-1 0 0,1 0 0,-1 0 0,0 0 0,1 0 0,-1 0 0,0 0 1,0-1-1,0 1 0,0 0 0,0 0 0,0 0 0,0 0 0,0 0 0,0-1 0,0 1 0,-1 0 0,1 0 0,-1 0 0,1 0 0,0 0 0,-1 0 0,0 0 0,1 0 0,-1 0 0,0 0 0,1 0 0,-1 0 0,0 1 0,0-1 0,0 0 0,0 0 0,0 1 0,0-1 0,0 1 0,0-1 0,0 1 0,0-1 0,0 1 0,0 0 0,0-1 0,0 1 0,0 0 0,0 0 0,0 0 0,-1 0 0,1 0 0,0 0 0,0 0 0,0 0 1,-2 1-1,-2-1 45,0 1 1,-1 0 0,1 1-1,0-1 1,-1 1 0,1 0 0,0 1-1,0-1 1,-8 7 0,7-4 3,0 1 0,0 0 0,1 0 0,0 1 0,0-1 0,0 1 0,1 1 0,0-1 0,1 0 0,0 1 0,0 0 0,0-1 0,1 1 0,-2 16 0,3-21-56,1 1 0,-1-1 0,1 0 0,0 1 0,0-1 0,1 0 0,-1 1 0,1-1 0,-1 0 0,1 0 0,0 0 0,0 0-1,0 1 1,1-1 0,-1-1 0,1 1 0,0 0 0,-1 0 0,1 0 0,1-1 0,-1 1 0,0-1 0,1 0 0,-1 0 0,1 0 0,-1 0 0,1 0 0,0 0 0,0-1 0,0 1 0,0-1 0,0 0 0,0 0 0,0 0 0,1 0-1,-1-1 1,0 1 0,0-1 0,4 0 0,1 1 2,-1-1 0,1 0 0,-1 0 0,1-1-1,-1 0 1,0 0 0,1-1 0,-1 0 0,0 0 0,0-1-1,0 1 1,0-2 0,-1 1 0,1-1 0,9-7 0,1-4 16,-1-1-1,0 0 1,24-34 0,-32 40-16,-6 8-2,3-5 4,0 0 0,1 0 0,0 1 0,13-10 0,-18 15-7,0 0 0,0 0-1,0 1 1,0-1 0,0 0 0,0 1-1,1-1 1,-1 1 0,0-1 0,0 1-1,0 0 1,1-1 0,-1 1-1,0 0 1,0 0 0,1 0 0,-1 0-1,0 0 1,1 0 0,-1 0-1,0 1 1,0-1 0,1 0 0,-1 1-1,0-1 1,0 1 0,0-1 0,0 1-1,0-1 1,0 1 0,0 0-1,0 0 1,0 0 0,0-1 0,0 1-1,0 0 1,0 0 0,0 0 0,-1 0-1,1 0 1,0 0 0,0 3-1,4 4 2,-1 1-1,0-1 1,0 1 0,-1 0-1,3 17 1,-5-24-7,-1 0 0,1 0 1,-1 1-1,0-1 0,1 0 1,-1 1-1,0-1 1,-1 0-1,1 1 0,0-1 1,-1 0-1,1 1 0,-1-1 1,0 0-1,0 0 1,1 0-1,-2 0 0,1 0 1,0 0-1,0 0 0,-1 0 1,1 0-1,-1 0 1,1-1-1,-1 1 0,0 0 1,1-1-1,-4 2 0,-6 2-1297,-1 0-1,1 0 1,-1-2 0,0 1-1,-24 2 1,9-3-3171</inkml:trace>
</inkml:ink>
</file>

<file path=ppt/ink/ink2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02.742"/>
    </inkml:context>
    <inkml:brush xml:id="br0">
      <inkml:brushProperty name="width" value="0.025" units="cm"/>
      <inkml:brushProperty name="height" value="0.025" units="cm"/>
    </inkml:brush>
  </inkml:definitions>
  <inkml:trace contextRef="#ctx0" brushRef="#br0">378 74 5541,'-4'-10'5344,"1"5"-5038,1 0-1,-1 0 1,0 0-1,0 0 1,-1 0-1,0 0 1,1 1-1,-2 0 1,-4-5 0,7 8-205,0-1 0,0 1 0,-1 0 0,1 0 0,-1 0 1,1 0-1,-1 0 0,0 0 0,1 1 0,-1-1 0,0 1 1,1 0-1,-1 0 0,0 0 0,1 0 0,-1 0 0,0 0 1,1 1-1,-1 0 0,0-1 0,1 1 0,-1 0 0,1 0 1,-1 0-1,1 0 0,0 1 0,-4 1 0,-2 4 26,-1-1 0,1 2 0,0-1 0,1 1 0,0 0 0,0 0 0,1 1 0,0 0 0,0 0 0,1 0 0,1 1 0,-1 0 0,1 0 0,1 0 0,0 0 0,0 1 0,-1 20 0,-1 6 65,3 0 0,1 0 0,7 70 0,8 3-139,-6-54-347,-2 0 1,-1 59-1,-5-111 66,0-1-1,-1 1 0,1-1 0,-1 1 0,1-1 1,-1 0-1,0 1 0,-1-1 0,1 0 1,0 0-1,-1 1 0,0-1 0,0-1 1,0 1-1,0 0 0,0 0 0,0-1 1,-5 5-1,5-6-15,0 0 1,0 0-1,-1 0 1,1 0-1,0 0 1,0-1-1,0 1 1,-1-1-1,1 1 1,0-1-1,-1 0 1,1 0-1,0 0 1,-1 0-1,1-1 1,0 1-1,0 0 1,-1-1-1,1 0 1,0 1-1,0-1 1,0 0-1,0 0 1,0 0-1,0-1 1,0 1-1,0 0 1,-3-4-1,-5-3-107,1 0 0,0 0 0,0-1 0,1-1-1,1 0 1,-1 0 0,-11-21 0,17 27 512,0 0 0,0-1 1,0 1-1,1 0 0,-1-1 1,1 1-1,0-1 0,0 0 0,1 1 1,-1-1-1,1 1 0,0-1 0,1 0 1,-1 1-1,1-1 0,0 0 0,0 1 1,0-1-1,0 1 0,1 0 1,0-1-1,0 1 0,0 0 0,4-5 1,2 0 189,0 0 0,1 0-1,1 1 1,-1 0 0,1 1 0,1 0 0,-1 1 0,1 0 0,0 0 0,1 2 0,-1-1 0,1 1 0,0 1 0,0 0 0,0 0 0,0 1-1,1 1 1,21 0 0,-31 1-323,0 1-1,0-1 1,0 0-1,0 1 1,0-1-1,0 1 0,0 0 1,0 0-1,-1 0 1,1 1-1,0-1 1,-1 1-1,1-1 0,-1 1 1,1 0-1,-1 0 1,0 0-1,0 0 1,0 0-1,0 1 1,0-1-1,0 1 0,-1-1 1,1 1-1,-1-1 1,0 1-1,0 0 1,0 0-1,0 0 0,1 5 1,1 9 151,-1-1 0,-1 1 0,0 0-1,-3 25 1,1-10 78,1-32-256,1 1 1,-1-1-1,0 0 0,0 0 0,0 1 1,0-1-1,0 0 0,1 1 0,-1-1 1,0 0-1,0 0 0,0 1 0,1-1 0,-1 0 1,0 0-1,0 0 0,1 1 0,-1-1 1,0 0-1,0 0 0,1 0 0,-1 0 1,0 0-1,1 0 0,-1 0 0,0 1 0,1-1 1,-1 0-1,0 0 0,1 0 0,-1 0 1,0 0-1,0 0 0,1-1 0,-1 1 1,0 0-1,1 0 0,-1 0 0,0 0 0,1 0 1,-1 0-1,0 0 0,0-1 0,1 1 1,-1 0-1,0 0 0,0 0 0,1-1 1,-1 1-1,16-11 193,-10 4-165,0 0-1,-1 0 1,0-1-1,0 0 0,-1 0 1,0 0-1,-1-1 1,0 0-1,0 1 0,0-1 1,1-18-1,-3 22-33,-1 0-1,1 0 1,-2 0-1,1 0 1,0 0-1,-1 0 0,0 0 1,0 0-1,0 0 1,-1 1-1,0-1 1,0 0-1,0 1 1,0 0-1,-1-1 1,1 1-1,-1 0 1,0 0-1,0 0 1,-1 1-1,1-1 1,-1 1-1,-4-4 1,-3 1-99,-15-10-4,25 16 108,1-1 1,-1 1-1,0 0 0,0-1 0,1 1 0,-1-1 0,0 1 0,1-1 0,-1 0 1,1 1-1,-1-1 0,1 0 0,-1 1 0,1-1 0,-1 0 0,1 1 1,0-1-1,-1 0 0,1 0 0,0 1 0,0-1 0,0 0 0,-1-1 0,6 1 6,-1 1 0,0-1 0,1 1 0,-1 0 0,1 1 0,-1-1 0,7 2 0,7 4 16,-1 1-1,1 1 1,-2 1-1,1 0 0,-1 1 1,-1 1-1,0 0 0,0 1 1,20 22-1,-33-33-5,-13-30 91,6 18-98,1 0 0,0 0 0,0-1 1,1 0-1,1 0 0,0 0 0,1 0 0,0 0 1,1-14-1,1 18-143,-1 1 0,2-1 0,-1 1 0,1-1 0,0 1 1,1 0-1,-1 0 0,2 0 0,-1 0 0,1 0 0,0 1 0,0-1 0,1 1 1,-1 0-1,9-7 0,52-40-6838,-32 26 1746</inkml:trace>
</inkml:ink>
</file>

<file path=ppt/ink/ink2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02.913"/>
    </inkml:context>
    <inkml:brush xml:id="br0">
      <inkml:brushProperty name="width" value="0.025" units="cm"/>
      <inkml:brushProperty name="height" value="0.025" units="cm"/>
    </inkml:brush>
  </inkml:definitions>
  <inkml:trace contextRef="#ctx0" brushRef="#br0">26 1 13997,'0'0'1666,"-26"62"-769,26-28-513,4 2-160,9-1-96,7 3-64,2-3-64,-1 2 32,-2-1-736,-6-6-2083,-2-7-2594</inkml:trace>
</inkml:ink>
</file>

<file path=ppt/ink/ink2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03.677"/>
    </inkml:context>
    <inkml:brush xml:id="br0">
      <inkml:brushProperty name="width" value="0.025" units="cm"/>
      <inkml:brushProperty name="height" value="0.025" units="cm"/>
    </inkml:brush>
  </inkml:definitions>
  <inkml:trace contextRef="#ctx0" brushRef="#br0">6 267 10186,'0'0'1211,"-2"-8"1528,1 5-2642,0 0 0,1 0 1,-1 0-1,1 0 0,0 0 0,0 0 0,0 0 0,0 1 0,1-1 1,-1 0-1,1 0 0,-1 0 0,1 0 0,0 0 0,0 0 1,1 1-1,-1-1 0,0 0 0,1 1 0,0 0 0,-1-1 1,1 1-1,0 0 0,0-1 0,1 1 0,-1 1 0,0-1 0,1 0 1,4-3-1,48-29 450,-27 17-397,37-28 0,-59 40-143,0 0-1,0 0 0,-1-1 1,1 0-1,-2 0 0,1 0 1,0 0-1,-1-1 0,0 0 1,-1 0-1,4-9 0,-8 26 117,0 1-1,1-1 0,0 0 0,1 1 0,0-1 1,1 0-1,0 0 0,1 0 0,6 18 1,-7-21-130,1 1 1,0 0 0,0-1-1,1 1 1,0-1 0,0 0-1,1 0 1,0-1 0,0 1-1,1-1 1,-1 0 0,1-1-1,0 1 1,1-1 0,13 8-1,-18-12 9,0 0 0,0 0 0,0 0 0,0-1 0,0 1-1,0-1 1,0 1 0,0-1 0,0 0 0,0 0 0,0 0 0,0 0-1,0 0 1,0-1 0,0 1 0,0 0 0,0-1 0,0 0 0,0 1-1,0-1 1,0 0 0,0 0 0,0 0 0,-1 0 0,1 0-1,0-1 1,-1 1 0,1 0 0,-1-1 0,1 1 0,-1-1 0,0 0-1,0 1 1,1-1 0,-1 0 0,0 0 0,-1 0 0,1 0-1,1-2 1,0-2 12,0 0 0,-1 0-1,0 0 1,0 0-1,0 0 1,0 0 0,-1 0-1,0 0 1,0 0-1,-1 0 1,0 0 0,-3-11-1,0 13-27,2 18 1,5 22 8,0-31-49,0 0 0,-1 0 0,2-1 0,-1 1 0,1-1-1,-1 0 1,1 0 0,0 0 0,1 0 0,-1-1 0,1 1 0,-1-1 0,1 0-1,0-1 1,0 1 0,0-1 0,1 0 0,-1 0 0,0-1 0,1 0-1,-1 0 1,9 1 0,-8-1-431,0-1-1,1 0 0,-1 0 1,0 0-1,0-1 0,0 0 1,0 0-1,0-1 0,8-2 1,-10 2-103,-1 1 0,1-1 0,-1 0 0,1 0 0,-1-1 0,0 1 0,0 0 0,0-1 0,0 0 0,0 0 0,-1 0 0,1 0 0,-1 0 0,4-7 0,-5 7 850,0-1 0,0 0 0,0 1 0,0-1 0,-1 0 0,1 0 0,-1 1 0,0-1 0,-1-4 0,2 7 46,-1 0 0,0 0 0,0 0 0,0 0 0,-1 0 1,1-1-1,0 1 0,0 0 0,-1 0 0,1 0 0,0 0 0,-1 0 0,1 0 0,-1 0 1,0 0-1,1 0 0,-1 0 0,0 1 0,1-1 0,-1 0 0,0 0 0,0 0 0,0 1 0,1-1 1,-1 0-1,0 1 0,0-1 0,0 1 0,0-1 0,0 1 0,0 0 0,-1-1 0,0 1 1,2 2-254,-1-1 0,1 1 0,1 0 1,-1 0-1,0-1 0,0 1 1,1 0-1,-1 0 0,1-1 0,-1 1 1,1 0-1,0-1 0,1 3 1,2 2 14,0 0 0,1-1 0,0 1 1,1-1-1,-1 0 0,9 6 0,-12-10-65,-1 0-1,0 0 1,1-1 0,-1 1-1,0 0 1,1 0-1,-1-1 1,1 1 0,-1-1-1,1 0 1,-1 1-1,1-1 1,0 0-1,-1 0 1,1 0 0,-1 0-1,1 0 1,-1 0-1,1-1 1,0 1 0,-1 0-1,1-1 1,-1 1-1,1-1 1,-1 0-1,0 1 1,1-1 0,-1 0-1,0 0 1,1 0-1,-1 0 1,0 0 0,0 0-1,0 0 1,2-2-1,14-21 23,26-30 63,-41 52-87,0 0 0,0 0-1,0 1 1,0-1-1,0 0 1,1 1-1,-1 0 1,1-1-1,-1 1 1,1 0 0,0 0-1,-1 1 1,1-1-1,0 0 1,-1 1-1,1 0 1,0-1-1,0 1 1,-1 0 0,5 1-1,-5 0-33,1 1 0,-1 0 0,1-1 1,-1 1-1,0 0 0,0 0 0,0 0 0,0 0 0,0 0 0,0 1 0,-1-1 1,1 1-1,-1-1 0,0 1 0,0-1 0,0 1 0,0 0 0,0 0 1,0-1-1,-1 1 0,1 0 0,-1 4 0,2 0-233,-1 0 0,0 0 0,-1-1 0,1 1 0,-2 0 0,1 0 0,-1 0 0,-2 10 0,-5-9-4396,-7-5-2552</inkml:trace>
</inkml:ink>
</file>

<file path=ppt/ink/ink2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03.802"/>
    </inkml:context>
    <inkml:brush xml:id="br0">
      <inkml:brushProperty name="width" value="0.025" units="cm"/>
      <inkml:brushProperty name="height" value="0.025" units="cm"/>
    </inkml:brush>
  </inkml:definitions>
  <inkml:trace contextRef="#ctx0" brushRef="#br0">5 95 14894,'0'0'320,"-4"-60"833,4 39-512,9 10-545,11 9-64,2 2-672,-5 0-3172</inkml:trace>
</inkml:ink>
</file>

<file path=ppt/ink/ink2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04.788"/>
    </inkml:context>
    <inkml:brush xml:id="br0">
      <inkml:brushProperty name="width" value="0.025" units="cm"/>
      <inkml:brushProperty name="height" value="0.025" units="cm"/>
    </inkml:brush>
  </inkml:definitions>
  <inkml:trace contextRef="#ctx0" brushRef="#br0">1 81 12812,'0'-7'715,"0"4"-623,0 0-1,0 0 0,0 1 0,0-1 0,0 0 0,1 1 0,-1-1 0,1 0 0,-1 1 0,1-1 0,0 1 0,0-1 0,0 1 0,1 0 0,-1-1 0,1 1 0,-1 0 0,1 0 0,0 0 0,-1 0 0,1 0 0,0 0 0,1 0 0,-1 1 0,0-1 1,0 1-1,1-1 0,-1 1 0,0 0 0,1 0 0,-1 0 0,1 0 0,0 1 0,-1-1 0,1 1 0,4-1 0,-2 0-83,1 1 0,0-1 0,0 1 0,0 0 0,-1 0 0,1 1 1,0-1-1,0 1 0,-1 1 0,1-1 0,0 1 0,-1 0 0,0 0 0,1 1 0,-1-1 0,0 1 0,0 0 0,-1 1 1,1-1-1,-1 1 0,1 0 0,-1 0 0,0 0 0,-1 1 0,1-1 0,-1 1 0,0 0 0,0 0 0,0 0 0,-1 1 0,1-1 1,-1 0-1,-1 1 0,1 0 0,-1-1 0,1 12 0,-1-5-6,-1-1 0,0 0 0,0 0 0,-2 1 0,1-1 0,-1 0 0,-1 0 0,0 0 0,0-1 1,-1 1-1,-8 14 0,2-9 9,0 0 0,-1 0 0,0-1-1,-2-1 1,1 0 0,-17 13 0,73-36 550,58-27-520,107-44-4294,-163 57-616</inkml:trace>
</inkml:ink>
</file>

<file path=ppt/ink/ink2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05.270"/>
    </inkml:context>
    <inkml:brush xml:id="br0">
      <inkml:brushProperty name="width" value="0.025" units="cm"/>
      <inkml:brushProperty name="height" value="0.025" units="cm"/>
    </inkml:brush>
  </inkml:definitions>
  <inkml:trace contextRef="#ctx0" brushRef="#br0">322 28 13068,'0'0'4266,"-10"-6"-3925,2 2-259,5 2-52,0 0 0,0 0 0,0 0 0,0 0 1,0 1-1,0 0 0,-1-1 0,1 1 0,-1 0 1,1 1-1,-1-1 0,1 1 0,-1-1 0,1 1 1,-1 0-1,1 1 0,-1-1 0,0 0 0,1 1 1,-4 1-1,-12 5 23,-5 0-2,0 2 0,0 1 1,1 0-1,1 2 0,0 1 0,-23 17 0,42-27-52,1 0 1,-1 0-1,1 0 0,0 0 1,0 1-1,0-1 1,0 1-1,0-1 1,1 1-1,0 0 0,0 0 1,0-1-1,0 1 1,0 0-1,1 0 1,0 0-1,0 0 0,0 0 1,0 0-1,1 0 1,-1 0-1,1 0 1,0 0-1,0-1 0,0 1 1,1 0-1,2 5 1,-1-2-1,1 0-1,-1 0 1,1-1 0,1 0 0,-1 1 0,1-2 0,0 1 0,0 0-1,1-1 1,0 0 0,0 0 0,0-1 0,11 7 0,-15-10 2,1 0-1,-1 0 1,1-1 0,-1 1 0,1 0-1,-1-1 1,1 0 0,-1 1 0,1-1 0,0 0-1,-1 0 1,1-1 0,0 1 0,-1 0 0,1-1-1,4-1 1,35-23 26,-38 21-24,1 1-1,0 0 0,0 0 1,0 0-1,0 0 0,0 1 1,1 0-1,-1 0 0,11-3 1,-12 5-3,0 0 1,-1 0 0,1 0-1,-1 0 1,1 0 0,0 0-1,-1 1 1,1 0 0,-1 0-1,1 0 1,-1 0 0,0 0-1,1 1 1,-1 0-1,0-1 1,0 1 0,0 0-1,0 1 1,-1-1 0,1 0-1,0 1 1,-1 0 0,0-1-1,4 7 1,-2-3 0,-2 0 0,1 0 0,-1 0 0,0 0 1,0 0-1,-1 0 0,0 1 0,0-1 0,0 1 0,-1-1 0,0 1 1,0-1-1,-2 10 0,0-9-47,0 0 1,0 0 0,0-1-1,-1 1 1,-1 0 0,1-1-1,-1 0 1,0 0-1,0 0 1,-1 0 0,1-1-1,-1 1 1,-1-1 0,-7 6-1,-5 3-464,-1 0-1,0-1 1,-27 12-1,-3-3-3605,-5-3-3106</inkml:trace>
</inkml:ink>
</file>

<file path=ppt/ink/ink2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05.876"/>
    </inkml:context>
    <inkml:brush xml:id="br0">
      <inkml:brushProperty name="width" value="0.025" units="cm"/>
      <inkml:brushProperty name="height" value="0.025" units="cm"/>
    </inkml:brush>
  </inkml:definitions>
  <inkml:trace contextRef="#ctx0" brushRef="#br0">259 754 13837,'0'0'2910,"3"-10"-1416,2-15-1328,0 0 0,-2 0 0,0-1 0,-2 1 0,-1-1 0,-1 1 0,-1-1 0,-1 1 0,-1 0 0,-9-29-1,-3-1-163,-3 0-1,-1 1 1,-44-81-1,62 131-2,-45-74-51,44 73 67,-1 0-1,0 1 1,0-1 0,0 0-1,-1 1 1,0 0 0,0 0-1,0 1 1,0-1 0,0 1-1,-11-5 1,15 8-14,0 0-1,1-1 0,-1 1 1,0 0-1,1 0 1,-1 0-1,0 0 1,1 0-1,-1 0 1,0 0-1,1 0 0,-1 0 1,0 0-1,0 0 1,1 1-1,-1-1 1,0 0-1,1 0 0,-1 1 1,1-1-1,-1 0 1,0 1-1,1-1 1,-1 1-1,1-1 1,-1 0-1,1 1 0,-1-1 1,1 1-1,-1 0 1,1-1-1,0 1 1,-1-1-1,1 1 1,0 0-1,-1-1 0,1 1 1,0 0-1,0-1 1,0 1-1,0 0 1,0-1-1,-1 1 1,1 0-1,0-1 0,1 1 1,-1 0-1,0 0 1,0-1-1,0 1 1,0 0-1,1 0 0,9 42-12,-1-25 9,1 0 0,1-1 0,1-1 0,0 1 0,1-2 0,28 26 1,-11-14-1,1-2 1,51 33 0,-73-52 4,1-1 0,-1 0 0,0 0 1,17 4-1,-24-8-2,0 0 1,-1-1 0,1 1-1,0-1 1,0 0 0,0 0-1,0 1 1,0-1 0,0 0-1,0-1 1,0 1-1,0 0 1,-1 0 0,1-1-1,0 1 1,0-1 0,0 0-1,0 0 1,-1 1 0,1-1-1,0 0 1,-1 0 0,1 0-1,-1-1 1,1 1 0,-1 0-1,0-1 1,1 1 0,-1-1-1,0 1 1,0-1-1,1-2 1,4-12 4,0 0 0,-1-1 0,-1 0 0,-1 1 0,-1-2-1,0 1 1,-1 0 0,-1 0 0,0-1 0,-2 1 0,-4-22 0,6 34-2,-1 1 1,-1 0-1,1 0 0,-1-1 1,1 1-1,-1 0 1,0 0-1,-1 1 0,1-1 1,-6-6-1,10 38-3,13-5-8,0-1 0,1 0-1,1-1 1,1-1 0,0-1 0,39 30 0,-14-10-196,-3-4-2561,-11-16-3257,-12-10-529</inkml:trace>
</inkml:ink>
</file>

<file path=ppt/ink/ink2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06.282"/>
    </inkml:context>
    <inkml:brush xml:id="br0">
      <inkml:brushProperty name="width" value="0.025" units="cm"/>
      <inkml:brushProperty name="height" value="0.025" units="cm"/>
    </inkml:brush>
  </inkml:definitions>
  <inkml:trace contextRef="#ctx0" brushRef="#br0">16 113 11211,'0'0'5984,"-4"-8"-5045,1 4-861,2 3-41,0-1 1,0 1-1,0-1 0,1 0 0,-1 1 0,0-1 0,1 0 1,-1 1-1,1-1 0,-1 0 0,1 0 0,0 1 1,-1-4-1,2 4-24,0-1 1,0 1-1,0-1 1,0 1-1,0 0 0,0-1 1,0 1-1,0 0 1,1 0-1,-1 0 1,0 0-1,1 0 1,-1 0-1,1 0 1,-1 0-1,1 0 1,-1 1-1,1-1 0,-1 1 1,4-1-1,33-13-5,2 2 0,45-8 0,-15 14-7297,-68 14-3916</inkml:trace>
</inkml:ink>
</file>

<file path=ppt/ink/ink2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06.421"/>
    </inkml:context>
    <inkml:brush xml:id="br0">
      <inkml:brushProperty name="width" value="0.025" units="cm"/>
      <inkml:brushProperty name="height" value="0.025" units="cm"/>
    </inkml:brush>
  </inkml:definitions>
  <inkml:trace contextRef="#ctx0" brushRef="#br0">0 66 6790,'0'0'7335,"47"16"-6406,-20-26-448,7-1-353,-1-1-128,0-1-128,-6-3-2595,-4-3-4964</inkml:trace>
</inkml:ink>
</file>

<file path=ppt/ink/ink2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07.326"/>
    </inkml:context>
    <inkml:brush xml:id="br0">
      <inkml:brushProperty name="width" value="0.025" units="cm"/>
      <inkml:brushProperty name="height" value="0.025" units="cm"/>
    </inkml:brush>
  </inkml:definitions>
  <inkml:trace contextRef="#ctx0" brushRef="#br0">186 117 11787,'0'0'5339,"10"12"-4896,11 15 50,35 60 1,-50-79-465,-1 2 0,0-1 1,-1 0-1,0 1 1,-1 0-1,0 0 0,0 0 1,-1 1-1,-1-1 1,0 0-1,0 1 0,-1-1 1,-1 12-1,1-20-25,0 0 0,-1 0 0,0 0 0,1 0 0,-1 0 0,0 0 1,0-1-1,0 1 0,0 0 0,0-1 0,0 1 0,-1-1 0,1 1 0,0-1 0,-1 0 0,1 1 0,-1-1 0,0 0 0,1 0 0,-1 0 0,0 0 0,0 0 0,1-1 0,-1 1 0,0 0 0,0-1 0,0 1 0,0-1 0,0 0 0,0 0 0,0 0 0,0 0 0,0 0 0,0 0 0,0 0 0,-3-1 0,-2-1 4,1 1-1,-1-1 1,0 0-1,1 0 1,0-1-1,-1 0 1,1 0-1,0-1 1,-8-5-1,-14-15 15,-47-50-1,65 62-14,-1 0 0,2-1-1,0 0 1,0-1 0,1 0 0,-10-27 0,17 39 4,0 0 0,1 0 1,-1 0-1,1-1 0,0 1 0,0 0 0,0 0 0,0-1 0,0 1 0,0 0 1,0 0-1,1-1 0,-1 1 0,1 0 0,-1 0 0,1 0 0,0 0 0,0 0 0,0 0 1,0 0-1,0 0 0,1 0 0,-1 0 0,1 0 0,-1 1 0,1-1 0,-1 1 1,1-1-1,0 1 0,0 0 0,0-1 0,0 1 0,0 0 0,0 0 0,0 1 0,0-1 1,3-1-1,11-3 16,0 1 0,0 0 0,1 1 0,18 0 0,-17 1-46,79-8-89,77-11-816,-155 17-740,0-1 1,0-1-1,31-14 0,-8-6-5762</inkml:trace>
</inkml:ink>
</file>

<file path=ppt/ink/ink2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07.639"/>
    </inkml:context>
    <inkml:brush xml:id="br0">
      <inkml:brushProperty name="width" value="0.025" units="cm"/>
      <inkml:brushProperty name="height" value="0.025" units="cm"/>
    </inkml:brush>
  </inkml:definitions>
  <inkml:trace contextRef="#ctx0" brushRef="#br0">2 88 15951,'0'-3'-1,"-1"-3"132,1-1 0,0 1 1,0 0-1,0 0 0,1-1 0,3-10 1,-3 15-85,-1 0 0,1 0 0,0 1 0,1-1 0,-1 0 0,0 1 0,0-1 0,1 1 0,-1 0 0,1-1 0,-1 1 0,1 0 0,0 0 0,-1 0 0,1 0 0,0 0 0,0 0 0,0 0 0,0 1 1,0-1-1,0 1 0,0-1 0,0 1 0,0 0 0,2-1 0,1 1-28,0 0 0,0 0 0,0 0 0,0 0 1,0 1-1,0 0 0,0 0 0,0 0 0,-1 0 0,1 1 0,0 0 1,-1 0-1,1 0 0,-1 1 0,0-1 0,0 1 0,0 0 1,0 0-1,0 1 0,-1-1 0,1 1 0,-1 0 0,0-1 0,0 2 1,0-1-1,-1 0 0,1 0 0,-1 1 0,0-1 0,-1 1 1,1 0-1,1 9 0,0-5-22,-1 1-1,-1-1 1,0 1 0,0-1 0,-1 1-1,0 0 1,0-1 0,-1 1-1,-1-1 1,1 1 0,-1-1 0,-1 1-1,0-1 1,0 0 0,-1 0 0,-7 12-1,-35 27-28,29-30 0,55-32 16,35-15-2059,0 3 1,108-24-1,-136 40-2858</inkml:trace>
</inkml:ink>
</file>

<file path=ppt/ink/ink2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07.860"/>
    </inkml:context>
    <inkml:brush xml:id="br0">
      <inkml:brushProperty name="width" value="0.025" units="cm"/>
      <inkml:brushProperty name="height" value="0.025" units="cm"/>
    </inkml:brush>
  </inkml:definitions>
  <inkml:trace contextRef="#ctx0" brushRef="#br0">1 16 14862,'0'0'1570,"58"-16"-1442,-38 18-96,0-2-32,2 1 0,-4 7-64,-3 1-2050,-6 1-2979,-9-2-1121</inkml:trace>
</inkml:ink>
</file>

<file path=ppt/ink/ink2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08.028"/>
    </inkml:context>
    <inkml:brush xml:id="br0">
      <inkml:brushProperty name="width" value="0.025" units="cm"/>
      <inkml:brushProperty name="height" value="0.025" units="cm"/>
    </inkml:brush>
  </inkml:definitions>
  <inkml:trace contextRef="#ctx0" brushRef="#br0">0 63 8776,'0'0'6599,"69"0"-6183,-34-6-320,0-1-64,5-1-32,-5-2-1537,-1-4-2884,-7-4-5124</inkml:trace>
</inkml:ink>
</file>

<file path=ppt/ink/ink2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11.535"/>
    </inkml:context>
    <inkml:brush xml:id="br0">
      <inkml:brushProperty name="width" value="0.025" units="cm"/>
      <inkml:brushProperty name="height" value="0.025" units="cm"/>
    </inkml:brush>
  </inkml:definitions>
  <inkml:trace contextRef="#ctx0" brushRef="#br0">69 93 4388,'-64'-31'11814,"64"31"-11766,-1-1 0,1 1 0,-1 0 0,1 0 0,0-1 0,0 1 0,-1 0 0,1-1 0,0 1 0,0 0 1,-1-1-1,1 1 0,0-1 0,0 1 0,0 0 0,-1-1 0,1 1 0,0-1 0,0 1 0,0-1 0,0 1 0,0 0 0,0-1 0,0 1 0,0-1 0,0 1 0,0-1 0,0 1 0,0-1 0,1 1 0,-1 0 1,0-1-1,0 1 0,0-1 0,0 1 0,1 0 0,-1-1 0,0 1 0,1 0 0,-1-1 0,0 1 0,0 0 0,1-1 0,-1 1 0,1 0 0,-1 0 0,0-1 0,1 1 0,-1 0 0,0 0 0,1 0 0,-1 0 1,1-1-1,-1 1 0,1 0 0,26-13-248,-26 13 245,14-6-37,1 0-1,-1 1 1,1 1 0,1 1 0,31-3-1,-44 6-8,1 0 0,-1 0 0,1 1-1,-1 0 1,0-1 0,1 1-1,-1 1 1,0-1 0,1 0 0,-1 1-1,6 4 1,-7-5-1,-1 1 1,0 0-1,0 0 1,0 0-1,0 1 1,0-1-1,-1 0 0,1 1 1,0-1-1,-1 1 1,0-1-1,0 1 1,0 0-1,0 0 1,0-1-1,0 1 0,-1 0 1,1 0-1,-1 5 1,0-1 3,0-1 1,-1 1 0,0-1-1,0 1 1,-1-1-1,1 0 1,-1 1 0,-1-1-1,1 0 1,-1 0 0,0 0-1,-1-1 1,1 1 0,-1-1-1,-5 6 1,3-4-1,0-1 0,0 1 1,-1-1-1,0-1 0,0 0 0,0 0 1,0 0-1,-1-1 0,0 0 1,0 0-1,-10 3 0,51-17 2,0 1-1,1 2 1,-1 2-1,1 1 1,50 0-1,-81 4-3,0 0 1,1 1-1,-1-1 0,0 1 0,0-1 0,0 1 0,0 0 0,0 0 0,0 1 0,0-1 0,0 1 0,0-1 0,0 1 0,-1 0 0,1 0 0,-1 0 0,1 0 0,-1 1 0,0-1 0,0 1 0,0-1 0,0 1 0,0 0 0,-1 0 0,1 0 0,-1-1 0,1 2 0,-1-1 0,1 6 0,-1-5 2,-1 0-1,1 1 1,-1-1 0,0 0 0,-1 1 0,1-1 0,-1 0 0,1 0-1,-1 1 1,-1-1 0,1 0 0,0 0 0,-1 0 0,0 0-1,0-1 1,0 1 0,0 0 0,-1-1 0,0 1 0,1-1-1,-1 0 1,-5 4 0,-5 3 5,-1-1 1,0 0-1,-1-1 0,0 0 0,0-2 1,-27 9-1,4-4-174,-63 10 0,100-21 106,1 0 0,0 0-1,0 0 1,0 1 0,-1-1-1,1 0 1,0 0 0,0 0-1,-1 0 1,1 0 0,0 0 0,0 0-1,-1 0 1,1 0 0,0 0-1,0 0 1,0 0 0,-1 0-1,1 0 1,0 0 0,0 0-1,-1 0 1,1 0 0,0 0 0,0-1-1,-1 1 1,1 0 0,0 0-1,0 0 1,0 0 0,-1 0-1,1-1 1,0 1 0,0 0-1,0 0 1,0 0 0,-1 0 0,1-1-1,0 1 1,0 0 0,0 0-1,0-1 1,0 1 0,0 0-1,0 0 1,0-1 0,0 1-1,0 0 1,0 0 0,0 0 0,0-1-1,0 1 1,0 0 0,0 0-1,0-1 1,0 1 0,0 0-1,8-16-4647,-7 14 4347,19-25-6876</inkml:trace>
</inkml:ink>
</file>

<file path=ppt/ink/ink2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11.848"/>
    </inkml:context>
    <inkml:brush xml:id="br0">
      <inkml:brushProperty name="width" value="0.025" units="cm"/>
      <inkml:brushProperty name="height" value="0.025" units="cm"/>
    </inkml:brush>
  </inkml:definitions>
  <inkml:trace contextRef="#ctx0" brushRef="#br0">76 48 13773,'0'0'881,"-8"8"58,0-1-653,1 1-1,0-1 0,1 2 1,0-1-1,0 1 0,-8 17 0,12-23-228,1 0 0,-1 1-1,1-1 1,0 1 0,0-1-1,0 1 1,0-1-1,1 1 1,0 0 0,-1-1-1,1 1 1,0-1-1,1 1 1,-1 0 0,1-1-1,-1 1 1,1-1-1,0 1 1,1-1 0,-1 1-1,0-1 1,1 0-1,0 0 1,0 1 0,0-1-1,0-1 1,3 4-1,4 2-37,0-1-1,1 0 0,0-1 0,0 0 0,0-1 0,1 0 0,-1 0 1,1-1-1,0-1 0,1 0 0,-1 0 0,1-1 0,-1-1 0,1 0 0,17 0 1,-18-1-16,1 0-1,-1-1 1,0 0 0,1-1 0,-1 0 0,0-1 0,0 0 0,0-1 0,0 0-1,-1-1 1,0 0 0,0 0 0,0-1 0,0-1 0,14-12 0,-20 16 1,-1-1 0,0 1 0,0-1 1,0 0-1,0 1 0,-1-1 0,0 0 0,0-1 1,0 1-1,0 0 0,0-1 0,-1 1 0,0-1 0,0 1 1,0-1-1,0 0 0,-1 1 0,0-1 0,0 0 1,0 1-1,-1-1 0,1 0 0,-3-7 0,1 6 0,-1 0-1,0 0 1,0 1-1,-1-1 1,1 1-1,-1-1 1,0 1-1,-1 0 1,1 1-1,-1-1 1,0 1-1,0 0 1,0 0-1,-1 0 1,1 1-1,-10-4 1,2 1-7,-1 0 0,0 2 1,0-1-1,0 2 0,-1 0 0,1 0 0,-1 2 1,1 0-1,-1 0 0,1 2 0,-1-1 0,0 2 1,1 0-1,-15 4 0,16-2-496,1 0-1,0 1 1,0 0 0,0 0 0,-18 13-1,-1 4-4955</inkml:trace>
</inkml:ink>
</file>

<file path=ppt/ink/ink2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50.434"/>
    </inkml:context>
    <inkml:brush xml:id="br0">
      <inkml:brushProperty name="width" value="0.025" units="cm"/>
      <inkml:brushProperty name="height" value="0.025" units="cm"/>
    </inkml:brush>
  </inkml:definitions>
  <inkml:trace contextRef="#ctx0" brushRef="#br0">1 0 3171,'0'0'2402</inkml:trace>
</inkml:ink>
</file>

<file path=ppt/ink/ink2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52.767"/>
    </inkml:context>
    <inkml:brush xml:id="br0">
      <inkml:brushProperty name="width" value="0.025" units="cm"/>
      <inkml:brushProperty name="height" value="0.025" units="cm"/>
    </inkml:brush>
  </inkml:definitions>
  <inkml:trace contextRef="#ctx0" brushRef="#br0">1238 124 13261,'-4'-10'1585,"-1"1"-1464,0-2-64,-1 0 1,0 1-1,0 0 1,-12-14 0,15 21-59,-1-1 1,1 1-1,-1 0 1,0 0-1,0 0 1,0 0-1,0 1 1,0 0-1,-1-1 1,1 2-1,-1-1 1,1 0-1,-1 1 1,0 0-1,1 0 1,-8 0-1,-9 1-5,0 1 0,0 1 0,0 1-1,1 1 1,-1 1 0,1 0 0,0 2-1,0 0 1,-34 19 0,0 4 14,1 2 1,-51 42-1,61-41 37,2 2 0,1 1 0,1 2 0,-63 83 0,87-100 5,1 1 0,2 1 0,0 0 1,1 1-1,-9 29 0,15-36-15,1 0-1,0 0 1,2 0 0,0 0-1,0 0 1,2 0 0,0 0 0,5 30-1,-2-32-23,1-1 0,1 0 1,0 0-1,1-1 0,0 1 0,1-1 0,0-1 0,1 1 0,1-1 0,0 0 0,0-1 1,1 0-1,1-1 0,0 0 0,0-1 0,1 0 0,0 0 0,0-1 0,21 9 1,0-2 31,0-1 1,0-1-1,1-2 1,1-1 0,0-2-1,0-2 1,37 3-1,-15-6 103,0-2 0,1-2-1,-1-3 1,0-3-1,0-2 1,79-23-1,-95 20 40,0-2 0,-1-2 0,-1-2-1,-1-1 1,0-2 0,-2-2 0,0-1 0,-2-2-1,40-38 1,-61 51-80,-1 0 0,-1-1-1,0 0 1,-1 0 0,0-1-1,-1-1 1,-1 0 0,0 0 0,-1-1-1,-1 1 1,6-29 0,-9 32-48,-2 0 0,0 0 1,0 0-1,-1 0 0,0 0 1,-2 0-1,1 0 0,-1 0 1,-1 1-1,-1-1 0,0 1 1,0-1-1,-1 1 1,0 0-1,-1 1 0,-12-17 1,0 4-37,-2 0 0,0 2 1,-1 0-1,-2 1 1,0 1-1,-1 2 1,-1 0-1,-1 1 1,0 2-1,-1 1 0,0 1 1,-2 1-1,-44-12 1,10 7-34,-1 2 0,-1 4 0,0 2 1,0 4-1,-83 2 0,75 7-453,0 2 0,1 4 0,0 2 0,1 4 0,-74 27 0,63-13-2405,-148 78-1,138-56-1960</inkml:trace>
</inkml:ink>
</file>

<file path=ppt/ink/ink3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53.998"/>
    </inkml:context>
    <inkml:brush xml:id="br0">
      <inkml:brushProperty name="width" value="0.025" units="cm"/>
      <inkml:brushProperty name="height" value="0.025" units="cm"/>
    </inkml:brush>
  </inkml:definitions>
  <inkml:trace contextRef="#ctx0" brushRef="#br0">1354 83 7655,'0'0'64,"-2"-7"0,-1-5-155,3 9 166,-1 0 1,1 1-1,-1-1 0,1 0 1,-1 0-1,0 1 0,0-1 1,0 1-1,0-1 0,-1 1 1,1-1-1,-1 1 0,1 0 1,-1-1-1,0 1 0,0 0 1,0 0-1,0 0 0,0 1 1,0-1-1,-1 0 0,1 1 1,-1 0-1,1-1 0,-1 1 1,1 0-1,-6-1 0,-16 0 101,1 0-1,-1 2 1,1 1-1,-1 1 1,1 1-1,-1 1 1,1 1-1,-27 10 1,-175 76 169,216-88-327,-65 31 332,1 3 0,2 4 0,1 2 0,3 3 0,-115 103 0,154-121-212,0 0 0,3 2 0,0 1 0,2 1 0,1 1 0,2 1 0,1 0 0,2 2 0,1 0 0,2 1 0,1 0 0,2 1 0,2 0 0,-6 50 0,13-64-132,0 1 0,1-1-1,2 0 1,0 0 0,2 0 0,0 0 0,12 39 0,-11-52-5,0 0 0,1 0 1,0 0-1,1-1 0,0 0 0,1 0 1,0-1-1,0 0 0,1 0 0,0 0 1,1-1-1,0-1 0,0 1 0,1-1 0,-1-1 1,2 0-1,16 8 0,-4-5 19,1-1 1,0-1-1,0-1 0,1-1 0,0-1 1,0-2-1,0 0 0,0-1 1,0-2-1,0-1 0,43-8 0,-16-1 46,-1-3 0,0-1-1,-1-3 1,73-37-1,-60 22 10,-2-3 0,0-2 0,-3-3 0,-2-2 0,-1-3 0,54-59 0,-78 71-17,-2-1 1,-2-1-1,-1-2 0,28-56 0,-40 66-23,-1-2-1,-2 0 1,-1 0-1,-1-1 1,-1 0-1,6-61 0,-13 78-17,-1-1-1,0 0 0,0 0 0,-2 0 0,0 1 0,-1-1 1,0 1-1,-1-1 0,0 1 0,-13-26 0,11 29-3,-1 0 0,0 1 0,-1-1 0,0 1 0,-1 1 0,0 0 0,0 0 0,-1 1 0,0 0 0,-1 0 0,1 1 0,-24-11 0,5 6-11,-1 2 0,0 1 0,0 1 0,-1 1 0,0 2-1,0 1 1,0 1 0,-1 2 0,-56 5 0,-5 7-1770,-180 44-1,111-12-3222</inkml:trace>
</inkml:ink>
</file>

<file path=ppt/ink/ink3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58.511"/>
    </inkml:context>
    <inkml:brush xml:id="br0">
      <inkml:brushProperty name="width" value="0.025" units="cm"/>
      <inkml:brushProperty name="height" value="0.025" units="cm"/>
    </inkml:brush>
  </inkml:definitions>
  <inkml:trace contextRef="#ctx0" brushRef="#br0">171 240 5093,'1'-2'487,"0"-1"1,0 1 0,1-1-1,-1 1 1,1-1-1,0 1 1,0 0-1,0 0 1,0 0 0,0 0-1,0 0 1,1 1-1,4-4 1,-6 5-437,1-1-1,0 1 1,0 0 0,0-1-1,-1 1 1,1 0 0,0 0-1,0 0 1,0 1 0,-1-1-1,1 0 1,0 1 0,0-1-1,-1 1 1,1-1 0,0 1-1,-1 0 1,1 0 0,-1 0-1,1 0 1,-1 0 0,1 0-1,-1 0 1,2 2 0,6 6 66,-1 1-1,0-1 1,-1 1 0,0 1 0,-1-1 0,0 1 0,-1 0-1,0 1 1,0-1 0,-1 1 0,-1 0 0,0 0 0,-1 0-1,2 23 1,-3-25-43,0 1 0,0-1 1,-2 0-1,1 0 0,-1 1 0,-1-1 0,1 0 0,-2 0 0,0 0 0,0 0 0,0-1 0,-1 1 1,-1-1-1,0 0 0,0 0 0,0-1 0,-1 1 0,-10 9 0,12-15 9,0 0-1,0 0 0,0-1 1,-1 1-1,1-1 1,-1 0-1,1 0 0,-1-1 1,0 0-1,0 1 1,0-1-1,0-1 0,0 1 1,0-1-1,0 0 1,0 0-1,0 0 0,0-1 1,0 0-1,-7-2 1,4 1-61,1 0 1,-1-1 0,1 0 0,0 0 0,0 0 0,0-1 0,0 0 0,1-1 0,0 1 0,-1-1 0,2-1 0,-8-7 0,5 2-20,1 0 0,0 0 0,1-1-1,0 0 1,1 0 0,0 0 0,1-1 0,1 0 0,-4-24 0,4 14 0,1 0-1,1-1 1,1 1 0,5-41-1,-4 59 2,0 0-1,-1 0 1,2 0 0,-1 0-1,1 0 1,-1 0-1,1 0 1,1 0-1,-1 1 1,1-1-1,0 1 1,0 0-1,0-1 1,0 1-1,1 1 1,-1-1-1,1 0 1,0 1-1,0 0 1,1 0-1,-1 0 1,7-3-1,5 1 29,0 0-1,0 0 1,0 2-1,1 0 1,27-1-1,0-1 41,581-69 937,-553 63-2084,-29-6-2868,-6-12-5458</inkml:trace>
</inkml:ink>
</file>

<file path=ppt/ink/ink3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55.459"/>
    </inkml:context>
    <inkml:brush xml:id="br0">
      <inkml:brushProperty name="width" value="0.025" units="cm"/>
      <inkml:brushProperty name="height" value="0.025" units="cm"/>
    </inkml:brush>
  </inkml:definitions>
  <inkml:trace contextRef="#ctx0" brushRef="#br0">0 46 6054,'0'0'7169,"11"-6"-7105,-5 1-56,-1 1-4,1 1 1,0-1 0,0 1 0,0 0-1,0 0 1,1 0 0,-1 1-1,1 0 1,-1 1 0,1-1 0,8 1-1,109-3 127,-70 4-5750</inkml:trace>
</inkml:ink>
</file>

<file path=ppt/ink/ink3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55.648"/>
    </inkml:context>
    <inkml:brush xml:id="br0">
      <inkml:brushProperty name="width" value="0.025" units="cm"/>
      <inkml:brushProperty name="height" value="0.025" units="cm"/>
    </inkml:brush>
  </inkml:definitions>
  <inkml:trace contextRef="#ctx0" brushRef="#br0">1 1 12460,'0'0'1569,"42"10"-159,-9-10-417,7 0-609,3 0-256,1 0-64,1 0-32,-6 2-128,-8-2-3395,-8 0-6054</inkml:trace>
</inkml:ink>
</file>

<file path=ppt/ink/ink3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02.290"/>
    </inkml:context>
    <inkml:brush xml:id="br0">
      <inkml:brushProperty name="width" value="0.025" units="cm"/>
      <inkml:brushProperty name="height" value="0.025" units="cm"/>
    </inkml:brush>
  </inkml:definitions>
  <inkml:trace contextRef="#ctx0" brushRef="#br0">1 706 11339,'0'0'4916,"9"-7"-4302,24-22-460,0-3 0,-2 0-1,-1-2 1,-2-2 0,25-40-1,-13 13-143,-4-1-1,41-100 1,-71 151-2,-1 0 1,-1 0 0,0 0 0,0-1 0,-1 1 0,-1-1 0,-1 0 0,1-17 0,-2 30-8,0 0 1,0-1-1,0 1 0,-1 0 1,1 0-1,0-1 1,0 1-1,-1 0 1,1 0-1,-1 0 1,1 0-1,-1 0 1,1 0-1,-1-1 1,0 1-1,0 0 1,1 1-1,-1-1 0,0 0 1,0 0-1,0 0 1,0 0-1,0 1 1,0-1-1,0 0 1,0 1-1,0-1 1,0 1-1,-1-1 1,1 1-1,0 0 1,0-1-1,0 1 0,-1 0 1,1 0-1,0 0 1,0 0-1,-1 0 1,1 0-1,0 0 1,0 1-1,0-1 1,-1 0-1,0 1 1,-3 0-3,1 0 0,-1 1 1,1 0-1,-1-1 0,1 2 1,0-1-1,-1 0 0,1 1 1,1 0-1,-6 4 0,2 0 0,1 1-1,0 0 1,0 0-1,1 0 1,0 1-1,1-1 1,0 1 0,0 0-1,1 1 1,0-1-1,0 1 1,1-1-1,1 1 1,-1 0-1,2-1 1,-1 1-1,1 0 1,1 0-1,0 0 1,0 0-1,1-1 1,0 1-1,0-1 1,2 1 0,-1-1-1,1 0 1,0 0-1,11 16 1,4-1 20,2-1 0,31 26 0,27 31-24,-71-71 5,-1 0 0,0 1 0,0 0 0,-1 0 1,-1 0-1,0 1 0,5 12 0,-9-21 2,0 0 0,-1 1-1,1-1 1,0 0 0,-1 0 0,1 1-1,-1-1 1,0 0 0,1 1 0,-1-1-1,0 0 1,-1 1 0,1-1 0,0 0-1,-1 1 1,1-1 0,-1 0 0,0 0-1,1 1 1,-1-1 0,0 0 0,-1 0-1,1 0 1,0 0 0,-1 0 0,1 0-1,-1-1 1,1 1 0,-1 0 0,0-1-1,1 1 1,-1-1 0,0 0 0,0 1-1,0-1 1,-3 1 0,-6 2-5,0-1 0,0-1-1,0 0 1,0 0 0,-1-1 0,-15 0 0,5 0-63,0-1 0,0-1-1,-1 0 1,1-2 0,-27-7 0,44 9-139,1-1-1,0 1 1,-1-1-1,1 0 1,0 0-1,0-1 1,0 1-1,0-1 1,1 0-1,-1 0 1,1 0-1,0 0 1,-6-7-1,7 6-201,1 0 0,-1 0 0,1 1 0,-1-1 0,1 0 0,0 0 0,1 0 0,-1 0 0,1 0-1,0 0 1,-1 0 0,2 0 0,-1 0 0,0 0 0,1 0 0,0 0 0,0 0 0,3-7 0,11-23-3362</inkml:trace>
</inkml:ink>
</file>

<file path=ppt/ink/ink3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02.554"/>
    </inkml:context>
    <inkml:brush xml:id="br0">
      <inkml:brushProperty name="width" value="0.025" units="cm"/>
      <inkml:brushProperty name="height" value="0.025" units="cm"/>
    </inkml:brush>
  </inkml:definitions>
  <inkml:trace contextRef="#ctx0" brushRef="#br0">0 0 9577,'0'0'6267,"6"9"-5589,4 11-437,0-1-1,-1 1 0,-1 1 0,-1 0 0,6 34 1,18 127-218,-25-137-14,5 51-313,-9-56-2254,-7-35-1816,-6-10 2031,-7-10-784,4-3-946</inkml:trace>
</inkml:ink>
</file>

<file path=ppt/ink/ink3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03.082"/>
    </inkml:context>
    <inkml:brush xml:id="br0">
      <inkml:brushProperty name="width" value="0.025" units="cm"/>
      <inkml:brushProperty name="height" value="0.025" units="cm"/>
    </inkml:brush>
  </inkml:definitions>
  <inkml:trace contextRef="#ctx0" brushRef="#br0">35 617 288,'-2'-6'1124,"-24"-49"4234,25 51-4884,0 1 0,-1 0 0,2-1 0,-1 1 0,0-1 0,1 1 0,-1-1 0,1 0 0,0 1 0,0-1 0,1 1 0,-1-1 0,1 1 0,0-5 0,2 5-381,0 1 0,1-1 0,-1 1 0,0 0 0,1 0 0,-1 0 0,1 0 0,0 0 0,-1 1 0,1 0 0,0 0-1,0 0 1,0 0 0,6 0 0,2-2 18,79-18 280,86-23-2113,-143 34-539,1-3 0,61-31 0,-83 33 2341,-23 7 977,-27 6 843,27 1-1505,0 0-1,0 1 0,1 0 1,0 1-1,-1 0 0,2 0 0,-1 1 1,1 0-1,-1 1 0,2 0 1,-12 13-1,14-15-358,1 1 1,0-1-1,0 1 0,0 0 1,1 1-1,0-1 1,0 1-1,1-1 0,0 1 1,0 0-1,0 0 1,1 0-1,0 0 0,0 0 1,1 0-1,0 0 0,2 14 1,-2-19-36,0 0 0,1 1 0,0-1 0,0 0 0,-1 0 1,1 0-1,0 0 0,0 0 0,1 0 0,-1-1 0,0 1 0,1 0 0,-1 0 1,1-1-1,-1 1 0,1-1 0,0 0 0,0 1 0,0-1 0,0 0 0,0 0 1,0 0-1,0 0 0,0 0 0,0-1 0,0 1 0,0-1 0,0 1 0,1-1 1,-1 0-1,0 0 0,0 0 0,0 0 0,1 0 0,-1 0 0,0-1 0,0 1 1,0-1-1,1 1 0,-1-1 0,0 0 0,0 0 0,0 0 0,0 0 0,-1 0 1,1-1-1,0 1 0,0 0 0,-1-1 0,1 1 0,-1-1 0,1 0 0,-1 0 1,1 1-1,-1-1 0,1-3 0,5-9 11,-1 1 0,-1-1 0,0 0 1,0-1-1,-2 1 0,0-1 0,1-20 0,1-109-99,-5 108 56,0 16 30,1-1 8,-1-1 1,-1 1 0,-1-1 0,0 1-1,-2 0 1,-11-37 0,15 56 15,-1 1 1,1-1-1,-1 1 1,1-1-1,-1 1 1,0-1-1,0 1 1,1 0-1,-1-1 1,0 1-1,0 0 1,0 0-1,0 0 1,-1 0-1,1 0 1,-2-2-1,2 3 0,0 0 0,1 1 1,-1-1-1,1 0 0,-1 0 0,1 1 0,-1-1 0,1 0 0,-1 1 1,1-1-1,-1 1 0,1-1 0,0 1 0,-1-1 0,1 1 1,0-1-1,-1 1 0,1-1 0,0 1 0,0-1 0,-1 1 0,1-1 1,0 1-1,0 0 0,0-1 0,0 1 0,0 0 0,-6 56 313,6-28-400,2 0-1,2 0 1,0 0 0,2 0 0,1-1 0,1 0 0,2 0 0,0-1 0,2 0 0,1-1 0,1 0 0,2-1 0,0-1 0,26 30 0,-25-38-2918,-4-10-1782,0-4-2902</inkml:trace>
</inkml:ink>
</file>

<file path=ppt/ink/ink3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03.237"/>
    </inkml:context>
    <inkml:brush xml:id="br0">
      <inkml:brushProperty name="width" value="0.025" units="cm"/>
      <inkml:brushProperty name="height" value="0.025" units="cm"/>
    </inkml:brush>
  </inkml:definitions>
  <inkml:trace contextRef="#ctx0" brushRef="#br0">1 1 12332,'0'0'1857</inkml:trace>
</inkml:ink>
</file>

<file path=ppt/ink/ink3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04.390"/>
    </inkml:context>
    <inkml:brush xml:id="br0">
      <inkml:brushProperty name="width" value="0.025" units="cm"/>
      <inkml:brushProperty name="height" value="0.025" units="cm"/>
    </inkml:brush>
  </inkml:definitions>
  <inkml:trace contextRef="#ctx0" brushRef="#br0">9 71 3683,'0'0'2728,"-1"-7"-1244,-7-45 2526,8 52-3964,0-1 0,0 1 0,0 0 0,0 0 0,0-1 0,1 1 0,-1 0 0,0 0 0,0-1 0,0 1 0,0 0 0,0 0 0,0-1 0,0 1 0,1 0 0,-1 0 0,0 0 0,0-1 0,0 1 0,1 0 0,-1 0 0,0 0 0,0 0 0,0 0 0,1-1 0,-1 1 0,0 0 0,0 0 0,1 0 0,-1 0 0,0 0 0,0 0 0,1 0 0,-1 0 0,0 0 0,0 0 0,1 0 1,-1 0-1,0 0 0,0 0 0,1 0 0,-1 0 0,0 0 0,18 6 369,12 12-480,-20-10 79,-1 1-1,0 1 1,-1 0 0,0 0-1,0 0 1,9 18-1,-13-21-10,-1-1 0,-1 1 0,1 0-1,-1 0 1,0 0 0,0 0 0,-1 0-1,0 0 1,-1 1 0,1-1-1,-1 0 1,-1 1 0,0 7 0,1-14-2,0 0 0,0 0 1,-1 0-1,1 0 0,0 0 1,0 0-1,0 0 1,-1 0-1,1 0 0,0 0 1,-1-1-1,1 1 0,-1 0 1,1 0-1,-1 0 0,0 0 1,1-1-1,-1 1 1,0 0-1,1-1 0,-1 1 1,0 0-1,0-1 0,0 1 1,1-1-1,-1 1 0,0-1 1,0 0-1,0 1 1,0-1-1,0 0 0,0 1 1,0-1-1,0 0 0,0 0 1,0 0-1,0 0 0,0 0 1,0 0-1,0 0 1,0-1-1,0 1 0,0 0 1,0 0-1,0-1 0,1 1 1,-1-1-1,-2 0 0,0 0 9,0-1-1,0 0 0,0 0 0,0 0 1,1-1-1,-1 1 0,0 0 0,1-1 1,0 0-1,0 0 0,-1 1 0,-2-7 0,2 2 20,1 0 0,-1-1 0,1 1 0,0-1 0,1 1 0,0-1 0,0 0-1,1 1 1,0-1 0,0 0 0,0 1 0,1-1 0,1 0 0,-1 1 0,1-1-1,3-7 1,-3 11 42,0-1 0,0 1-1,1 0 1,0 0 0,-1 0-1,2 0 1,-1 0-1,0 1 1,1-1 0,-1 1-1,1 0 1,0 0 0,0 0-1,0 1 1,1-1 0,-1 1-1,1 0 1,-1 0 0,1 1-1,0-1 1,-1 1-1,1 0 1,0 0 0,0 1-1,9-1 1,-2 2-44,0 0 0,0 1 0,1 0 0,-2 1 0,1 0 0,0 1 0,-1 0 0,1 1 0,-1 1 0,0-1 0,-1 2 0,13 9 0,-11-8-306,-1 0 1,-1 2-1,0-1 0,0 1 0,-1 0 0,0 1 0,0 0 0,-2 1 0,1 0 0,9 21 0,-14-23-3186,-3-3-394</inkml:trace>
</inkml:ink>
</file>

<file path=ppt/ink/ink3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04.968"/>
    </inkml:context>
    <inkml:brush xml:id="br0">
      <inkml:brushProperty name="width" value="0.025" units="cm"/>
      <inkml:brushProperty name="height" value="0.025" units="cm"/>
    </inkml:brush>
  </inkml:definitions>
  <inkml:trace contextRef="#ctx0" brushRef="#br0">57 153 10602,'0'0'1489,"-6"9"-752,-14 30-160,19-37-562,1 0 0,-1 0 0,1 0 0,-1-1-1,1 1 1,0 0 0,0 0 0,0 0 0,0 0 0,0 0 0,0 0 0,0-1 0,1 1 0,-1 0 0,1 0 0,-1 0 0,1 0 0,0-1 0,0 1 0,0 0 0,0-1 0,0 1 0,0-1 0,0 1 0,0-1 0,1 1 0,-1-1 0,0 0 0,1 0-1,-1 1 1,1-1 0,0 0 0,2 1 0,3 2-7,-1-1 1,1 0-1,0 0 0,0-1 0,0 0 0,12 3 1,-13-4 0,1-1 1,-1 1 0,0-1-1,1 0 1,-1-1 0,1 0 0,-1 0-1,0 0 1,0 0 0,1-1-1,-1 0 1,10-5 0,-13 5-5,-1 0 1,1 0-1,0 0 1,-1 0-1,0 0 0,1 0 1,-1 0-1,0-1 1,0 1-1,0-1 0,-1 0 1,1 1-1,-1-1 1,1 0-1,-1 0 0,0 0 1,0 0-1,0 0 1,-1 0-1,1 0 0,-1-1 1,1 1-1,-1 0 1,0 0-1,0 0 0,-1-1 1,0-4-1,0 5-3,-1-1-1,0 0 0,0 1 1,0-1-1,0 1 1,0 0-1,-1-1 0,1 1 1,-1 0-1,0 1 1,0-1-1,0 0 0,0 1 1,0-1-1,-1 1 1,1 0-1,-1 0 1,0 1-1,1-1 0,-5 0 1,-9-5-18,0 1 1,0 1 0,-21-3-1,-25 3-229,36 4-2206,26 1 1277,33 0 341,19-3 1264,-31 1 426,1 1 0,41 3 0,-54-1-701,0 0 1,0 1-1,-1 0 1,1 1-1,-1 0 1,0 0-1,1 0 1,-1 1-1,-1 0 0,1 1 1,9 7-1,33 36 771,-47-45-896,1 1 0,0-1 1,-1 1-1,0 0 1,0-1-1,0 1 1,0 0-1,-1 0 1,0 0-1,0 0 1,0 1-1,0-1 0,0 6 1,-1-10-30,0 0 1,0 0-1,0 1 1,0-1-1,0 0 1,0 0-1,0 0 1,0 1-1,0-1 1,0 0-1,0 0 1,0 0-1,0 1 1,0-1-1,0 0 1,0 0-1,0 0 1,0 1-1,-1-1 1,1 0-1,0 0 1,0 0-1,0 0 1,0 1-1,0-1 1,-1 0-1,1 0 1,0 0-1,0 0 1,0 0-1,0 0 1,-1 0-1,1 0 1,0 1-1,0-1 1,0 0-1,-1 0 1,1 0-1,0 0 1,0 0-1,0 0 1,-1 0-1,1 0 1,0 0-1,0 0 1,-13-6 84,-9-13 10,18 13-76,0 0 1,1-1 0,0 0-1,0 1 1,0-1 0,1 0-1,0 0 1,0-1-1,1 1 1,0 0 0,0-1-1,1 1 1,0 0-1,0-1 1,2-8 0,-1 11-126,0 1 0,0-1 0,0 0 0,0 1 0,1-1 0,0 1 0,0 0 0,0 0 0,0-1 0,1 1 0,0 1 0,-1-1 0,2 0 0,-1 1 0,0-1 1,1 1-1,-1 0 0,1 0 0,0 0 0,0 1 0,0-1 0,0 1 0,1 0 0,5-2 0,15-2-3339,-2 3-385</inkml:trace>
</inkml:ink>
</file>

<file path=ppt/ink/ink3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05.636"/>
    </inkml:context>
    <inkml:brush xml:id="br0">
      <inkml:brushProperty name="width" value="0.025" units="cm"/>
      <inkml:brushProperty name="height" value="0.025" units="cm"/>
    </inkml:brush>
  </inkml:definitions>
  <inkml:trace contextRef="#ctx0" brushRef="#br0">42 28 7399,'0'0'4009,"1"8"-2375,0-3-1431,0 1 1,1-1 0,0 0-1,0 0 1,0 1-1,1-1 1,-1-1 0,1 1-1,0 0 1,1-1 0,-1 0-1,1 1 1,7 5-1,-9-8-175,1 0-18,-1 0-1,1 1 1,-1-1-1,1 0 1,-1 1-1,0 0 1,0-1-1,0 1 1,-1 0-1,1 0 1,0 0-1,-1 0 1,0 0-1,0 0 1,0 0-1,0 1 1,0-1-1,0 5 1,-2-7-12,0 0 0,1-1 1,-1 1-1,1-1 0,-1 1 1,0-1-1,1 0 0,-1 1 1,0-1-1,1 0 0,-1 1 1,0-1-1,0 0 0,1 0 1,-1 0-1,0 1 0,0-1 1,1 0-1,-1 0 0,0 0 1,0 0-1,0-1 0,1 1 1,-1 0-1,0 0 0,0 0 1,1-1-1,-1 1 0,0 0 1,1-1-1,-1 1 0,0 0 1,1-1-1,-2 0 1,-25-13 5,10 3-6,10 6 23,0 1 1,1-1 0,0 0-1,0 0 1,0-1 0,-6-7 0,17 12-12,1 0-1,0 1 1,-1-1 0,1 1 0,0 1 0,8 0 0,94 7 460,-108-8-453,0 0 1,0 0-1,1 0 1,-1 0-1,0 0 1,0 0-1,1 0 1,-1 0-1,0 0 1,0 0-1,1 0 1,-1 0-1,0 0 1,0 0-1,1 0 1,-1 0-1,0 0 1,0 0-1,0 0 1,1-1-1,-1 1 1,0 0-1,0 0 1,0 0-1,1 0 1,-1 0-1,0-1 1,0 1-1,0 0 1,0 0-1,0 0 1,1-1-1,-1 1 0,0 0 1,0 0-1,0 0 1,0-1-1,0 1 1,0 0-1,0 0 1,0-1-1,0 1 1,0 0-1,0 0 1,0-1-1,0 1 1,0 0-1,0 0 1,0 0-1,0-1 1,0 1-1,0 0 1,0 0-1,0-1 1,0 1-1,-1 0 1,1 0-1,0 0 1,0-1-1,0 1 1,0 0-1,0 0 1,-1 0-1,1 0 1,0-1-1,0 1 1,-1 0-1,-1-2 88,9 11-161,9 4 50,8 9 12,-24-22 21,-15-36 37,14 33-64,0 0 0,1-1 0,-1 1 0,1 0 0,-1-1 0,1 1 0,0 0 0,0-1 0,1 1 0,-1-1 0,1 1-1,-1 0 1,1-1 0,0 1 0,0 0 0,1 0 0,-1 0 0,1 0 0,-1 0 0,1 0 0,0 0 0,0 0 0,0 1 0,1-1 0,-1 1 0,0 0 0,1-1 0,3-1 0,-2 2 0,1-1 0,0 1 0,0 0 0,-1 0 0,1 1 0,0 0 0,0 0 0,0 0 0,0 0 0,1 1 0,-1 0 1,0 0-1,0 0 0,0 0 0,0 1 0,0 0 0,0 0 0,8 3 0,-3 1 0,-1 0 0,0 0 0,0 0 0,0 1 0,-1 0 0,0 1-1,0 0 1,0 0 0,11 16 0,9 19-6768,-26-36 2038</inkml:trace>
</inkml:ink>
</file>

<file path=ppt/ink/ink3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06.244"/>
    </inkml:context>
    <inkml:brush xml:id="br0">
      <inkml:brushProperty name="width" value="0.025" units="cm"/>
      <inkml:brushProperty name="height" value="0.025" units="cm"/>
    </inkml:brush>
  </inkml:definitions>
  <inkml:trace contextRef="#ctx0" brushRef="#br0">241 375 9033,'0'0'2012,"-10"-8"-442,5 4-1327,-1-1 0,0 1 1,0 0-1,0 0 1,0 1-1,0 0 1,-1 0-1,0 0 0,1 1 1,-1 0-1,0 1 1,0-1-1,0 1 1,-10 0-1,10 1-112,0 0 0,-1 1 0,1 0 1,0 1-1,0-1 0,1 1 0,-1 1 0,0-1 0,1 1 0,-1 0 1,-8 6-1,13-7-133,-1-1 0,1 1 0,-1 0 0,1 1 0,0-1 0,0 0 0,0 1 0,0-1 0,0 1 0,1 0 0,-1-1 0,1 1 0,-1 0 0,1 0 0,0 0 0,0 0 0,1 0 0,-1 0 0,0 0 0,1 0 0,0 0 0,0 1 0,0-1 0,0 0 0,0 0 0,1 0 0,-1 0 0,3 6 0,-2-7-4,0 0 0,0-1 0,0 1 0,0 0 0,1-1 0,-1 1 0,0-1 0,1 0 1,-1 1-1,1-1 0,0 0 0,-1 0 0,1 0 0,0 0 0,0 0 0,-1 0 0,1 0 0,0-1 0,0 1 0,0-1 0,0 1 0,0-1 0,0 0 0,0 0 0,0 0 0,0 0 0,0 0 0,0 0 0,0-1 0,2 0 0,2 1-32,0-1-1,0 0 0,0-1 1,0 0-1,-1 1 1,1-2-1,-1 1 0,1-1 1,4-3-1,28-33-12,-17 15 100,-21 24-45,0 0-1,0 0 1,0 0-1,0 1 1,1-1 0,-1 0-1,0 0 1,0 0-1,0 1 1,0-1-1,0 0 1,0 0-1,0 0 1,0 0 0,0 1-1,1-1 1,-1 0-1,0 0 1,0 0-1,0 0 1,0 0-1,0 1 1,1-1 0,-1 0-1,0 0 1,0 0-1,0 0 1,0 0-1,1 0 1,-1 0-1,0 0 1,0 0 0,0 0-1,1 0 1,-1 0-1,0 0 1,0 0-1,0 0 1,1 0 0,-1 0-1,0 0 1,0 0-1,0 0 1,1 0-1,-1 0 1,0 0-1,0 0 1,0 0 0,0 0-1,1-1 1,-1 1-1,0 0 1,0 0-1,0 0 1,0 0-1,0 0 1,1-1 0,-1 1-1,0 0 1,0 0-1,0 0 1,0 0-1,0-1 1,0 1-1,0 0 1,0 0 0,0-1-1,1 5-2,-1 0-1,1-1 0,-1 1 1,1-1-1,0 1 0,0-1 0,1 0 1,-1 1-1,1-1 0,-1 0 1,1 0-1,0 0 0,0 0 1,0 0-1,1 0 0,-1-1 1,1 1-1,0-1 0,-1 0 1,1 1-1,0-1 0,0-1 1,6 4-1,-7-4 1,1 0-1,-1 0 1,0 0 0,1-1 0,-1 1-1,1-1 1,-1 1 0,1-1-1,-1 0 1,1 0 0,-1 0-1,1 0 1,-1 0 0,0-1-1,1 1 1,-1-1 0,1 0-1,-1 1 1,0-1 0,1 0 0,-1-1-1,0 1 1,0 0 0,0 0-1,0-1 1,0 0 0,0 1-1,0-1 1,0 0 0,-1 0-1,1 0 1,-1 0 0,1 0-1,1-3 1,3-8-3,-1 0-1,0-1 0,0 1 0,-2-1 1,1 0-1,-2 0 0,0 0 1,-1 0-1,0 0 0,-1-1 0,-3-24 1,1 21-15,-1 0-1,-1 0 1,0 1 0,-1 0 0,-1 0 0,-1 0 0,0 1 0,-18-29-1,21 39 33,0 0-1,-1 0 1,0 1-1,0 0 0,0 0 1,-8-6-1,12 10-4,0 0 0,0 1 0,1-1 0,-1 1 0,0 0 0,0-1 0,0 1 0,0 0 0,0-1 0,0 1 0,0 0-1,0 0 1,0 0 0,0 0 0,0 0 0,0 0 0,0 0 0,1 0 0,-1 0 0,0 0 0,-2 1 0,2 0 0,0 0 1,0 0-1,0 0 1,0 0-1,0 0 1,0 1-1,0-1 0,0 0 1,0 1-1,1-1 1,-1 0-1,0 1 1,1-1-1,-1 1 0,1-1 1,0 1-1,-1-1 1,1 3-1,-2 12 29,0-1-1,1 1 0,1-1 1,0 1-1,1-1 1,1 1-1,1-1 0,0 0 1,0 0-1,2 0 1,0 0-1,10 21 1,-4-16-413,1 0 1,0 0-1,2-1 1,0-1 0,1 0-1,1-1 1,31 26-1,-22-23-6240</inkml:trace>
</inkml:ink>
</file>

<file path=ppt/ink/ink3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06.753"/>
    </inkml:context>
    <inkml:brush xml:id="br0">
      <inkml:brushProperty name="width" value="0.025" units="cm"/>
      <inkml:brushProperty name="height" value="0.025" units="cm"/>
    </inkml:brush>
  </inkml:definitions>
  <inkml:trace contextRef="#ctx0" brushRef="#br0">4 89 14318,'0'0'2407,"-2"8"-2321,1 3-58,1-1 1,0 0 0,0 1-1,1-1 1,0 1 0,1-1-1,0 0 1,1 0 0,6 15 0,46 101 334,-37-89-335,-7-10-8,-9-20-15,0 0-1,1 0 1,0 0 0,1-1 0,-1 1 0,1-1 0,0 0 0,10 11 0,-13-17 3,-1 1-1,0-1 1,1 0 0,-1 0 0,1 0 0,-1 0 0,0 0 0,1 0 0,-1 0 0,0 0 0,1 0 0,-1 0 0,1 0 0,-1 0 0,0 0-1,1 0 1,-1-1 0,0 1 0,1 0 0,-1 0 0,0 0 0,1 0 0,-1-1 0,0 1 0,1 0 0,-1 0 0,0-1 0,0 1 0,1 0-1,-1-1 1,0 1 0,0 0 0,1 0 0,-1-1 0,0 1 0,0 0 0,0-1 0,0 1 0,0-1 0,0 1 0,0 0 0,1-1 0,-1 0 0,5-20 628,-4 19-564,17-98 350,-14 66-547,2 0 1,1 0-1,2 0 0,1 1 1,25-55-1,-31 82-357,0 0-1,0 0 1,0 0 0,0 0 0,1 1 0,0 0-1,0 0 1,1 1 0,-1-1 0,1 1-1,0 0 1,0 0 0,0 1 0,11-4-1,16-3-3713</inkml:trace>
</inkml:ink>
</file>

<file path=ppt/ink/ink3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07.569"/>
    </inkml:context>
    <inkml:brush xml:id="br0">
      <inkml:brushProperty name="width" value="0.025" units="cm"/>
      <inkml:brushProperty name="height" value="0.025" units="cm"/>
    </inkml:brush>
  </inkml:definitions>
  <inkml:trace contextRef="#ctx0" brushRef="#br0">322 22 9449,'0'0'2477,"-10"-3"-1463,-1-1-684,0 0-1,-1 1 0,1 1 1,0 0-1,-1 0 1,0 1-1,1 0 1,-1 1-1,0 1 0,1 0 1,-1 0-1,1 1 1,-1 1-1,1 0 0,0 1 1,-17 7-1,18-5-303,0 0-1,1 1 0,0 1 1,1-1-1,-1 2 0,-12 15 1,18-21-27,1 1 1,-1 0-1,1 0 0,-1 0 1,1 0-1,1 0 1,-1 1-1,0-1 1,1 0-1,0 1 0,0-1 1,0 1-1,1-1 1,0 1-1,-1 0 1,2-1-1,-1 1 0,0-1 1,1 1-1,1 4 1,-1-7 0,-1 0 0,1-1 0,0 1 0,0 0 1,-1-1-1,1 1 0,1 0 0,-1-1 0,0 1 0,0-1 1,0 0-1,1 1 0,-1-1 0,1 0 0,-1 0 0,1 0 1,-1 0-1,1 0 0,0 0 0,-1 0 0,1-1 0,0 1 1,0 0-1,0-1 0,-1 0 0,1 1 0,0-1 0,0 0 1,0 0-1,0 0 0,0 0 0,0 0 0,-1-1 0,1 1 1,0 0-1,0-1 0,0 0 0,2 0 0,2-1 3,-1 0-1,0-1 1,1 1 0,-1-1-1,0 0 1,-1-1-1,1 1 1,0-1-1,-1 0 1,0 0 0,5-6-1,9-28 2,-17 36 34,-1 0 0,1 1-1,0-1 1,-1 0 0,0 1-1,1-1 1,-1 0 0,0 1-1,0-1 1,0 0 0,0 0-1,0 1 1,0-1 0,0 0-1,-1 0 1,1 1 0,-1-1-1,1 0 1,-1 1 0,1-1-1,-3-2 1,-1 4 1208,6 9-1063,9 12-299,-6-16 116,-1-1 0,1 0 0,0 0 0,0 0 0,1-1 0,-1 0 0,1 0 0,0 0 0,0-1 0,0 1 0,0-1 0,0-1 0,0 1 0,0-1 0,1 0 0,-1-1 0,0 1 0,1-1 0,-1-1 0,1 1 0,-1-1 0,0 0 0,0 0 0,1-1 0,-1 0 0,0 0 0,0 0 0,-1-1 0,1 0 0,0 0 0,-1-1 0,0 1 0,0-1 0,0 0 0,0 0 0,0-1 0,-1 0 0,7-8 0,30-48 64,-41 61-64,1 0 0,-1 0 0,1 0 0,-1 0 0,0 0 0,1 0 0,-1 0 0,1 1 0,-1-1 0,0 0 0,1 0 0,-1 0 0,1 0 0,-1 1 0,0-1 1,1 0-1,-1 0 0,0 1 0,1-1 0,-1 0 0,0 1 0,0-1 0,1 0 0,-1 1 0,0-1 0,0 0 0,1 1 0,-1-1 0,0 0 0,0 1 0,0-1 0,0 1 0,0-1 0,0 0 0,0 1 0,0-1 0,0 1 0,0-1 0,0 1 0,0 0 0,9 23 14,-8-22-7,7 26 0,-4-11-11,1 0 1,1-1 0,11 24 0,-16-37 1,0-1 0,0 0 0,1 0 0,-1 1 0,1-1 0,-1 0 0,1 0 1,-1 0-1,1 0 0,0-1 0,0 1 0,0 0 0,0-1 0,0 1 0,0-1 1,1 0-1,-1 0 0,0 0 0,1 0 0,-1 0 0,1 0 0,-1-1 0,1 1 1,-1-1-1,1 0 0,0 1 0,-1-1 0,1-1 0,-1 1 0,3 0 0,-1-1 2,-1 0-1,0-1 0,0 1 0,0-1 0,0 1 0,0-1 0,0 0 0,-1 0 0,1 0 0,-1 0 0,1 0 0,-1-1 0,0 1 0,3-5 1,24-45 3,-26 43 3,1 1 0,0 1 0,0-1 0,1 1 0,0-1 0,8-8 0,-12 16-5,0-1-1,0 0 1,0 1-1,1-1 0,-1 0 1,0 1-1,0 0 0,1-1 1,-1 1-1,0 0 1,1 0-1,-1 0 0,0-1 1,1 1-1,-1 1 1,0-1-1,0 0 0,1 0 1,-1 0-1,0 1 0,1-1 1,-1 1-1,0-1 1,0 1-1,0-1 0,1 1 1,-1 0-1,0-1 0,0 1 1,0 0-1,0 0 1,0 0-1,1 2 0,34 38 12,-32-35-10,31 51-251,-26-37-2699,0 0-4249,-7-13-976</inkml:trace>
</inkml:ink>
</file>

<file path=ppt/ink/ink3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07.707"/>
    </inkml:context>
    <inkml:brush xml:id="br0">
      <inkml:brushProperty name="width" value="0.025" units="cm"/>
      <inkml:brushProperty name="height" value="0.025" units="cm"/>
    </inkml:brush>
  </inkml:definitions>
  <inkml:trace contextRef="#ctx0" brushRef="#br0">1 1 8264,'0'0'0</inkml:trace>
</inkml:ink>
</file>

<file path=ppt/ink/ink3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08.111"/>
    </inkml:context>
    <inkml:brush xml:id="br0">
      <inkml:brushProperty name="width" value="0.025" units="cm"/>
      <inkml:brushProperty name="height" value="0.025" units="cm"/>
    </inkml:brush>
  </inkml:definitions>
  <inkml:trace contextRef="#ctx0" brushRef="#br0">176 0 8584,'0'0'368,"-9"3"631,0 0-695,-11 3 949,1 1-1,0 0 1,-25 15 0,41-20-1188,-1-1 0,1 1 0,-1 0-1,1 1 1,0-1 0,0 1 0,0-1 0,0 1 0,0 0 0,0 0 0,1 0 0,-1 0 0,1 1 0,0-1 0,0 1 0,1-1 0,-1 1-1,1 0 1,-1 0 0,1-1 0,0 1 0,1 0 0,-1 0 0,1 0 0,-1 0 0,1 5 0,1-9-65,-1 1-1,1-1 1,-1 1 0,1 0 0,0-1-1,-1 1 1,1-1 0,-1 0 0,1 1 0,0-1-1,-1 1 1,1-1 0,0 0 0,0 0 0,-1 1-1,1-1 1,0 0 0,-1 0 0,1 0 0,0 0-1,0 0 1,0 0 0,-1 0 0,1 0-1,0 0 1,0 0 0,-1 0 0,1 0 0,0-1-1,0 1 1,26-8-4,-20 3 16,-1 0 0,1 0 0,-1-1 0,0 1 0,-1-1 0,1-1 0,-1 1 0,0-1-1,-1 0 1,0 0 0,0 0 0,0-1 0,-1 1 0,0-1 0,-1 0 0,4-16 0,-6 24 12,0 0 0,0 0 0,-1 0 0,1 0 0,0 0 0,0-1 0,0 1 0,-1 0 0,1 0 0,0 0 0,0 0 0,0 0 0,-1 0 0,1 0 0,0 0 0,0 0 0,0 0 0,-1 0 0,1 0 0,0 0 0,0 0 0,0 0 0,-1 0 0,1 0 1,0 0-1,0 0 0,-1 0 0,1 0 0,0 0 0,0 0 0,0 0 0,-1 0 0,1 0 0,0 0 0,0 1 0,0-1 0,0 0 0,-1 0 0,1 0 0,0 0 0,0 1 0,0-1 0,0 0 0,0 0 0,0 0 0,-1 0 0,1 1 0,0-1 0,0 0 0,-10 10 195,9-7-197,0 0 0,0 0 0,0 0 0,0 0 0,0 0-1,1 0 1,-1 0 0,1 0 0,0 0 0,0 0 0,0 0 0,0 1 0,0-1 0,1 0 0,-1 0 0,1 0-1,0 0 1,0 0 0,0 0 0,1-1 0,-1 1 0,0 0 0,1 0 0,0-1 0,0 1 0,0-1 0,0 0 0,0 1-1,0-1 1,0 0 0,1 0 0,-1-1 0,6 4 0,-1-1-169,0-1 0,-1 0 0,1-1 0,0 1 0,13 1 0,37 1-4606,-44-8 1027,-2-8-139</inkml:trace>
</inkml:ink>
</file>

<file path=ppt/ink/ink3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08.520"/>
    </inkml:context>
    <inkml:brush xml:id="br0">
      <inkml:brushProperty name="width" value="0.025" units="cm"/>
      <inkml:brushProperty name="height" value="0.025" units="cm"/>
    </inkml:brush>
  </inkml:definitions>
  <inkml:trace contextRef="#ctx0" brushRef="#br0">8 1 9097,'0'0'7105,"-2"10"-6256,-1 21-610,1 1 0,2-1 1,0 0-1,3 1 0,8 43 1,-9-66-242,6 17 60,-7-26-54,0 0-1,0-1 0,0 1 0,0 0 1,0 0-1,-1-1 0,1 1 1,0 0-1,0-1 0,0 1 0,-1-1 1,1 1-1,0-1 0,-1 1 0,1-1 1,0 0-1,-1 1 0,1-1 1,0 0-1,-1 0 0,1 1 0,-1-1 1,0 0-1,1 0 0,-1 0 1,0 1-1,1-1 0,-1 0 0,0-1 1,5-5-2,1-1 0,-1 1 0,1 1 0,1-1 1,-1 1-1,1 0 0,0 1 0,0 0 0,1 0 0,12-7 1,-18 11-3,1 0 0,-1 0 0,0 0 0,1 0 1,-1 0-1,1 1 0,-1-1 0,1 1 0,-1-1 1,1 1-1,-1 0 0,1 0 0,-1 0 0,1 0 1,-1 0-1,1 1 0,-1-1 0,1 1 0,-1 0 0,1 0 1,-1 0-1,0 0 0,1 0 0,-1 0 0,0 1 1,0-1-1,0 1 0,0-1 0,0 1 0,0 0 1,0 0-1,-1 0 0,1 0 0,-1 0 0,1 0 1,-1 0-1,0 0 0,0 1 0,0-1 0,0 0 1,1 5-1,0-4-22,-1 1-1,0-1 1,0 1 0,0-1 0,0 1 0,-1 0 0,1 0-1,-1-1 1,0 1 0,0 0 0,0 0 0,0 0 0,-1-1-1,0 1 1,0 0 0,0-1 0,0 1 0,0-1 0,-1 1-1,1-1 1,-1 1 0,0-1 0,0 0 0,0 0 0,-1 0-1,1 0 1,-1 0 0,0-1 0,1 1 0,-1-1 0,0 0-1,-7 4 1,0-1-115,0 0 0,-1 0 0,1-2 0,-1 1-1,0-1 1,0-1 0,0 0 0,0-1 0,-21 1-1,31-2-51,0 0 0,0 0 0,0 0 0,0 0-1,0-1 1,0 1 0,0 0 0,0 0 0,0-1-1,0 1 1,0 0 0,0-1 0,0 1 0,0-1-1,0 0 1,0 1 0,0-1 0,1 0 0,-1 1-1,0-1 1,0 0 0,1 0 0,-1 1 0,1-1-1,-1 0 1,1 0 0,-1 0 0,1 0-1,-1 0 1,1 0 0,0 0 0,-1 0 0,1 0-1,0 0 1,0 0 0,0 0 0,0 0 0,0 0-1,0 0 1,0 0 0,0 0 0,1-2 0,-1-22-5491</inkml:trace>
</inkml:ink>
</file>

<file path=ppt/ink/ink3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08.720"/>
    </inkml:context>
    <inkml:brush xml:id="br0">
      <inkml:brushProperty name="width" value="0.025" units="cm"/>
      <inkml:brushProperty name="height" value="0.025" units="cm"/>
    </inkml:brush>
  </inkml:definitions>
  <inkml:trace contextRef="#ctx0" brushRef="#br0">15 0 11435,'0'0'5413,"-13"43"-4388,12-11-449,1 5-223,0 2-225,2 3-128,2 0 32,5-3-32,-2-1-64,-1-5-545,2-9-1825,-3-10-5574</inkml:trace>
</inkml:ink>
</file>

<file path=ppt/ink/ink3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09.093"/>
    </inkml:context>
    <inkml:brush xml:id="br0">
      <inkml:brushProperty name="width" value="0.025" units="cm"/>
      <inkml:brushProperty name="height" value="0.025" units="cm"/>
    </inkml:brush>
  </inkml:definitions>
  <inkml:trace contextRef="#ctx0" brushRef="#br0">0 191 13645,'0'0'614,"9"-5"128,40-20 1289,80-28 0,-88 37-2121,-38 14 95,0 1 1,0 0-1,0-1 1,0 1-1,-1-1 1,1 0-1,-1 0 1,1 0-1,-1 0 0,0 0 1,1-1-1,-1 1 1,0-1-1,-1 0 1,1 1-1,0-1 1,1-5-1,-2 6-3,-1 1 1,0-1-1,0 1 0,0-1 0,0 1 0,0-1 0,0 1 0,0-1 0,-1 1 0,1 0 0,0-1 0,-1 1 0,1-1 0,-1 1 0,0 0 0,1-1 1,-1 1-1,0 0 0,0 0 0,0-1 0,0 1 0,0 0 0,0 0 0,0 0 0,0 0 0,0 0 0,-1 1 0,1-1 0,0 0 0,-1 0 0,1 1 1,0-1-1,-1 1 0,1-1 0,-1 1 0,1 0 0,-1 0 0,1-1 0,-2 1 0,-4-2 60,0 1 0,0 0 0,0 0 0,0 0 0,0 1 0,-1 0 1,1 0-1,0 1 0,0 0 0,0 0 0,0 1 0,0-1 0,0 2 0,1-1 0,-1 1 0,0 0 0,1 0 0,0 1 0,0 0 0,0 0 0,-8 7 0,8-5 18,1 0 0,-1 1 0,1 0 0,1 0 0,-1 0 0,1 0-1,0 1 1,1-1 0,-1 1 0,2 0 0,-1 0 0,1 1 0,0-1-1,1 0 1,0 1 0,0-1 0,2 17 0,-1-22-72,0 0 0,0 0 1,1 0-1,0 0 0,-1 0 1,1 0-1,0 0 0,1 0 0,-1 0 1,0 0-1,1-1 0,0 1 1,-1-1-1,1 1 0,0-1 1,0 1-1,1-1 0,1 2 0,1-1-4,0 1-1,0-1 1,0-1-1,1 1 1,-1-1-1,1 0 1,0 0-1,11 2 1,7-1 1,0-1 1,1-1-1,39-3 1,-54 1 12,16-1-417,0-1-1,0-1 0,36-12 0,27-18-5843,-13-6-6179</inkml:trace>
</inkml:ink>
</file>

<file path=ppt/ink/ink3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19.761"/>
    </inkml:context>
    <inkml:brush xml:id="br0">
      <inkml:brushProperty name="width" value="0.025" units="cm"/>
      <inkml:brushProperty name="height" value="0.025" units="cm"/>
    </inkml:brush>
  </inkml:definitions>
  <inkml:trace contextRef="#ctx0" brushRef="#br0">183 9 10794,'0'0'678,"-9"-2"1260,7 2-1854,-2-2 98,0 1 1,0 0-1,0 0 0,0 0 1,-1 1-1,1 0 1,0 0-1,-1 0 0,1 0 1,0 0-1,0 1 1,-1 0-1,1 0 0,0 0 1,0 0-1,0 1 0,0 0 1,0-1-1,-4 4 1,1 1-36,-1 0 0,2 1 0,-1-1 0,1 1 0,0 1 0,1-1 0,-1 1 0,2 0 0,-1 0 0,1 1 0,0-1 0,1 1 0,0 0 0,0 0 0,1 0 0,0 0 0,0 0 0,1 0 0,1 1 0,0 10 0,0-14-138,1 1 0,0-1 1,0 1-1,0-1 0,1 1 0,0-1 0,0 0 1,1 0-1,-1 0 0,1 0 0,1-1 0,-1 1 0,1-1 1,0 0-1,0 0 0,1 0 0,-1 0 0,1-1 1,0 0-1,0 0 0,1 0 0,-1 0 0,1-1 1,0 0-1,-1 0 0,1-1 0,1 0 0,-1 0 1,9 2-1,-2-2-1,1 0 0,0-1 1,-1 0-1,1-1 0,0 0 1,-1-1-1,1-1 0,0 0 1,-1-1-1,16-6 0,-23 8 32,0-1-1,-1-1 0,1 1 0,0-1 1,-1 0-1,0 0 0,0 0 0,0-1 1,0 0-1,0 0 0,-1 0 0,1-1 1,-1 1-1,-1-1 0,1 0 0,0 0 1,-1 0-1,0-1 0,-1 1 0,1-1 1,-1 0-1,0 1 0,0-1 0,1-11 1,-3 11 9,0 0 1,-1 1-1,0-1 0,0 0 1,0 1-1,-1-1 1,1 1-1,-1 0 0,-1 0 1,1-1-1,-1 1 0,0 1 1,0-1-1,0 0 1,-1 1-1,0 0 0,0-1 1,0 2-1,0-1 1,0 0-1,-6-2 0,-4-5-54,-1 1 1,0 1-1,-1 0 0,0 2 0,-27-11 0,26 14-290,-1 0 1,-32-3-1,9 1-3311,9-1-3360</inkml:trace>
</inkml:ink>
</file>

<file path=ppt/ink/ink3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13.365"/>
    </inkml:context>
    <inkml:brush xml:id="br0">
      <inkml:brushProperty name="width" value="0.025" units="cm"/>
      <inkml:brushProperty name="height" value="0.025" units="cm"/>
    </inkml:brush>
  </inkml:definitions>
  <inkml:trace contextRef="#ctx0" brushRef="#br0">15 25 9641,'0'76'3404,"-5"297"-327,2-353-2421,0-28 1115,0-34-723,6-40-1013,3 0 0,4 0-1,22-90 1,-22 147-3,-10 25-32,0 0 0,0 0 0,0 0-1,1 0 1,-1 0 0,0 0 0,0-1-1,0 1 1,1 0 0,-1 0 0,0 0 0,0 0-1,1 0 1,-1 0 0,0 0 0,0 0-1,1 1 1,-1-1 0,0 0 0,0 0 0,0 0-1,1 0 1,-1 0 0,0 0 0,0 0-1,0 0 1,1 1 0,-1-1 0,0 0-1,0 0 1,0 0 0,0 0 0,1 1 0,-1-1-1,0 0 1,0 0 0,0 0 0,0 1-1,0-1 1,0 0 0,0 0 0,0 0-1,0 1 1,0-1 0,1 0 0,-1 0 0,0 1-1,12 48-38,-9-32 57,-2-11-12,3 9 0,0 0-1,0 0 1,12 25-1,-15-37-5,0-1 0,1 1 1,-1-1-1,1 1 0,-1-1 0,1 1 0,0-1 0,0 0 0,0 0 1,0 0-1,0 0 0,1 0 0,-1-1 0,0 1 0,1-1 0,-1 1 1,1-1-1,0 0 0,0 0 0,-1 0 0,1 0 0,0 0 0,0-1 1,0 1-1,0-1 0,-1 0 0,5 0 0,-4-1 2,0-1-1,0 1 1,0-1 0,0 1-1,0-1 1,0 0 0,0 0-1,-1 0 1,1 0 0,-1-1-1,0 1 1,1-1 0,-1 1-1,0-1 1,-1 0 0,1 0-1,0 0 1,-1 0 0,2-4-1,23-64 25,-23 54 21,4-12 123,-3 27-96,0 17-40,0 7-3,1 22-29,3-1 0,1 0 0,2 0 0,3-1 0,23 53 0,-20-72-2667,1-19-3420,-10-6 2327</inkml:trace>
</inkml:ink>
</file>

<file path=ppt/ink/ink3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13.785"/>
    </inkml:context>
    <inkml:brush xml:id="br0">
      <inkml:brushProperty name="width" value="0.025" units="cm"/>
      <inkml:brushProperty name="height" value="0.025" units="cm"/>
    </inkml:brush>
  </inkml:definitions>
  <inkml:trace contextRef="#ctx0" brushRef="#br0">1 203 10346,'0'0'4981,"6"-9"-3812,4-3-771,1 0 0,0 1 0,1 0 0,0 1 0,0 1 0,25-15 0,-3 6-246,-24 14-130,0-1 0,0 0 1,0-1-1,-1 0 0,0 0 1,0-1-1,0 0 0,9-11 1,-18 17-12,1 1 0,-1 0 1,0-1-1,1 1 0,-1 0 1,0-1-1,0 1 1,1 0-1,-1-1 0,0 1 1,0-1-1,0 1 0,0 0 1,0-1-1,1 1 0,-1-1 1,0 1-1,0 0 1,0-1-1,0 1 0,0-1 1,0 1-1,0-1 0,-1 1 1,1 0-1,0-1 1,0 1-1,0-1 0,0 1 1,0 0-1,-1-1 0,1 1 1,0-1-1,0 1 0,-1 0 1,1-1-1,0 1 1,0 0-1,-1 0 0,1-1 1,-1 1-1,-24-7 237,-28 8-13,48 0-220,1 0-1,0 0 1,0 0-1,0 0 1,0 1-1,0 0 0,0 0 1,0 0-1,0 0 1,1 1-1,-1-1 1,1 1-1,0 0 0,0 0 1,0 0-1,0 0 1,0 1-1,0-1 1,1 1-1,0-1 0,0 1 1,0 0-1,0 0 1,1 0-1,-1 0 1,-1 8-1,2-8-13,1 0 0,-1-1 0,0 1-1,1-1 1,0 1 0,0 0 0,0 0 0,0-1 0,1 1-1,0-1 1,-1 1 0,1 0 0,0-1 0,1 1 0,-1-1-1,1 0 1,-1 1 0,1-1 0,0 0 0,0 0 0,1 0-1,-1 0 1,0-1 0,1 1 0,0-1 0,0 1 0,0-1 0,0 0-1,0 0 1,0 0 0,6 2 0,1 0 33,1-1-1,0-1 1,0 1 0,0-2-1,0 1 1,13-1 0,15-1-2572,-18-1-835,-11 1-1090,-2-5-1254</inkml:trace>
</inkml:ink>
</file>

<file path=ppt/ink/ink3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14.715"/>
    </inkml:context>
    <inkml:brush xml:id="br0">
      <inkml:brushProperty name="width" value="0.025" units="cm"/>
      <inkml:brushProperty name="height" value="0.025" units="cm"/>
    </inkml:brush>
  </inkml:definitions>
  <inkml:trace contextRef="#ctx0" brushRef="#br0">9 23 9577,'0'0'8488,"-2"2"-8456,1 0-28,0 0 1,0 0-1,0 1 0,1-1 0,-1 0 0,1 0 1,-1 0-1,1 0 0,0 0 0,0 1 1,0-1-1,0 0 0,0 0 0,0 0 0,1 1 1,-1-1-1,1 0 0,0 0 0,-1 0 1,2 2-1,24 58 24,-14-36-11,1-95 255,-12 61-267,0 1 1,0-1 0,1 1-1,0 0 1,1 0-1,0 0 1,0 0-1,5-8 1,-8 14-6,1 0 1,0-1 0,1 1-1,-1 0 1,0 0-1,0 0 1,0 0-1,1 0 1,-1 0 0,1 0-1,-1 0 1,1 0-1,-1 1 1,1-1 0,-1 1-1,1-1 1,-1 1-1,1 0 1,0-1-1,-1 1 1,1 0 0,0 0-1,-1 0 1,1 0-1,0 0 1,-1 1-1,1-1 1,-1 0 0,1 1-1,0-1 1,-1 1-1,1 0 1,-1-1-1,0 1 1,1 0 0,-1 0-1,1 0 1,-1 0-1,0 0 1,0 0-1,0 0 1,2 3 0,24 20-494,32 24 1594,-27-30-2901,2-12-3777,-22-6-5175</inkml:trace>
</inkml:ink>
</file>

<file path=ppt/ink/ink3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15.788"/>
    </inkml:context>
    <inkml:brush xml:id="br0">
      <inkml:brushProperty name="width" value="0.025" units="cm"/>
      <inkml:brushProperty name="height" value="0.025" units="cm"/>
    </inkml:brush>
  </inkml:definitions>
  <inkml:trace contextRef="#ctx0" brushRef="#br0">91 28 3651,'1'-2'388,"-1"1"-1,0 0 0,1 0 0,-1 0 0,0 0 1,0 0-1,0-1 0,0 1 0,0 0 0,0 0 1,0 0-1,0 0 0,-1-1 0,1 1 0,0 0 1,-1 0-1,0-1 0,1 1-206,-1 1 0,1-1 0,0 1 0,-1 0 0,1-1 0,-1 1-1,1 0 1,-1-1 0,1 1 0,-1 0 0,0 0 0,1-1 0,-1 1 0,1 0 0,-1 0 0,0 0 0,1 0 0,-1 0 0,1 0-1,-1 0 1,0 0 0,1 0 0,-1 0 0,-2 1 26,0-1-1,0 1 1,1 0-1,-1 0 1,0 0 0,1 1-1,-1-1 1,1 1-1,0-1 1,-1 1 0,1 0-1,-2 2 1,-1 1-122,1 0 1,0 1-1,0 0 1,0-1-1,1 1 1,0 0-1,0 1 1,1-1-1,0 0 1,0 1-1,0 0 1,1-1-1,0 1 1,0 0-1,0 7 1,1-11-85,1 0 0,-1 0 0,0 0 0,1 0 0,0 0 0,-1 0 0,1 0 0,0 0 0,1 0 0,-1 0 0,0-1 0,1 1 0,0-1 0,-1 1 0,1-1 0,0 1 0,0-1 0,1 0 0,-1 0 0,0 0 0,1 0 0,-1 0 0,1-1 0,0 1 0,-1-1 0,1 0 0,0 0 0,0 0 0,0 0 0,0 0 0,0 0 0,0-1 0,0 1 0,0-1 0,3 0 0,2 0 7,0 0 0,1-1 1,-1 1-1,0-2 0,0 1 0,0-1 1,0 0-1,-1-1 0,1 0 1,0 0-1,-1-1 0,9-5 0,-13 7-8,0 0 0,0 0-1,0 0 1,-1 0 0,1 0-1,-1-1 1,1 0 0,-1 1-1,0-1 1,0 0-1,0 0 1,0 0 0,-1 0-1,1-1 1,-1 1 0,0 0-1,0-1 1,0 1 0,0 0-1,0-1 1,-1 1-1,0-1 1,0 1 0,0-1-1,0 0 1,0 1 0,-1-1-1,1 1 1,-1 0-1,0-1 1,-2-4 0,1 5-40,0-1 0,-1 1 0,0-1 0,1 1 0,-1 0 1,0 0-1,0 1 0,-1-1 0,1 1 0,-1-1 0,1 1 0,-1 0 0,0 0 1,1 1-1,-1-1 0,0 1 0,0 0 0,0 0 0,0 0 0,-1 0 1,-3 1-1,-8-2-953,1 0 0,-1 1 1,1 1-1,-22 3 1,27 2-1988,10-1-2171,8-3 582</inkml:trace>
</inkml:ink>
</file>

<file path=ppt/ink/ink3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16.086"/>
    </inkml:context>
    <inkml:brush xml:id="br0">
      <inkml:brushProperty name="width" value="0.025" units="cm"/>
      <inkml:brushProperty name="height" value="0.025" units="cm"/>
    </inkml:brush>
  </inkml:definitions>
  <inkml:trace contextRef="#ctx0" brushRef="#br0">178 25 4228,'0'0'5450,"-10"-4"-3885,4 0-1099,-1 1 1,0 0-1,0 1 1,0 0 0,0 0-1,0 0 1,-14-1-1,19 3-355,-1 0-1,1 1 1,-1-1-1,1 0 0,-1 1 1,1-1-1,-1 1 1,1 0-1,0 0 0,-1 0 1,1 0-1,0 0 1,0 1-1,0-1 0,0 0 1,0 1-1,0 0 1,0-1-1,0 1 0,1 0 1,-1 0-1,1 0 1,-1 0-1,1 1 0,0-1 1,0 0-1,0 0 1,0 1-1,0-1 0,0 1 1,0 3-1,-3 12 14,1-1 1,1 1-1,0-1 0,2 1 0,2 31 1,18 91 202,-15-116-332,5 34-328,-2 1 0,0 60 1,-8-118 220,0-1 1,0 1 0,0 0 0,0 0 0,0 0 0,0 0-1,-1 0 1,1 0 0,0 0 0,-1 0 0,1 0 0,-1 0 0,1 0-1,-1-1 1,1 1 0,-1 0 0,0 0 0,1-1 0,-1 1-1,0 0 1,1-1 0,-1 1 0,0 0 0,0-1 0,0 1 0,0-1-1,0 0 1,1 1 0,-1-1 0,0 0 0,0 1 0,0-1-1,0 0 1,0 0 0,-1 0 0,-1 0-490,-1 0 0,1 0 0,0 0 0,0 0 0,0-1 0,0 1 0,-1-1 0,1 0 0,0 0 0,-3-2 0,-16-12-4481</inkml:trace>
</inkml:ink>
</file>

<file path=ppt/ink/ink3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16.254"/>
    </inkml:context>
    <inkml:brush xml:id="br0">
      <inkml:brushProperty name="width" value="0.025" units="cm"/>
      <inkml:brushProperty name="height" value="0.025" units="cm"/>
    </inkml:brush>
  </inkml:definitions>
  <inkml:trace contextRef="#ctx0" brushRef="#br0">1 200 9065,'0'0'7975,"20"-49"-7558,10 36-1,11-3-160,7-1-224,3 0 0,2-3-32,-1 2-1217,-10-4-2434,-4-6-4581</inkml:trace>
</inkml:ink>
</file>

<file path=ppt/ink/ink3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16.971"/>
    </inkml:context>
    <inkml:brush xml:id="br0">
      <inkml:brushProperty name="width" value="0.025" units="cm"/>
      <inkml:brushProperty name="height" value="0.025" units="cm"/>
    </inkml:brush>
  </inkml:definitions>
  <inkml:trace contextRef="#ctx0" brushRef="#br0">4 46 10570,'0'0'5515,"0"0"-5491,-1 0-1,1 0 1,0-1 0,0 1 0,-1 0 0,1 0 0,0-1 0,0 1 0,0 0 0,-1-1 0,1 1 0,0 0 0,0-1 0,0 1 0,0 0 0,0-1 0,0 1 0,0 0 0,0-1 0,0 1 0,0 0 0,0-1 0,0 1 0,0 0-1,0-1 1,0 1 0,0 0 0,0-1 0,0 1 0,0 0 0,0-1 0,0 1 0,1 0 0,-1-1 0,0 1 0,0 0 0,0 0 0,1-1 0,-1 1 0,1-1 0,5 0 45,1-1 0,-1 1 0,1 0 1,-1 0-1,1 1 0,0 0 0,8 0 0,27-1 120,5-6 4,16-2 175,79-1 0,-141 10-368,0 0 0,-1 0 1,1 0-1,0 0 0,-1 0 1,1 0-1,0 1 0,-1-1 1,1 0-1,0 0 0,-1 0 1,1 1-1,-1-1 0,1 0 1,0 1-1,-1-1 0,1 1 1,-1-1-1,1 0 0,-1 1 1,1-1-1,-1 1 0,0-1 1,1 1-1,-1 0 0,0-1 1,1 1-1,-1-1 0,0 1 1,0 0-1,1-1 0,-1 1 1,0 0-1,0-1 0,0 1 1,0 0-1,0-1 0,0 1 1,0 0-1,0-1 0,0 1 1,0 0-1,0-1 1,0 1-1,-1-1 0,1 1 1,0 0-1,0-1 0,-1 1 1,1 0-1,-1-1 0,1 1 1,0-1-1,-1 1 0,1-1 1,-1 1-1,-24 35 71,-3-4 17,-146 179 823,150-178-788,1 2-1,1 1 1,2 1 0,-22 58 0,42-94-100,-1-1 1,1 0 0,0 1-1,0-1 1,0 1 0,-1-1-1,1 0 1,0 1 0,0-1-1,0 1 1,0-1 0,0 0-1,0 1 1,0-1 0,0 1-1,0-1 1,0 1 0,0-1-1,0 0 1,0 1 0,0-1-1,0 1 1,0-1 0,1 0-1,-1 1 1,0-1 0,0 1-1,0-1 1,1 0 0,-1 1-1,0-1 1,0 0 0,1 1-1,-1-1 1,0 0 0,1 0-1,0 1 1,20-3 443,41-25-240,-39 16-171,12-5-166,0 3-1,1 0 0,0 3 1,1 1-1,0 1 1,67-4-1,-97 12-1156</inkml:trace>
</inkml:ink>
</file>

<file path=ppt/ink/ink3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18.251"/>
    </inkml:context>
    <inkml:brush xml:id="br0">
      <inkml:brushProperty name="width" value="0.025" units="cm"/>
      <inkml:brushProperty name="height" value="0.025" units="cm"/>
    </inkml:brush>
  </inkml:definitions>
  <inkml:trace contextRef="#ctx0" brushRef="#br0">1 22 8520,'0'-1'457,"1"-1"1,0 1-1,-1 0 0,1-1 0,0 1 0,0 0 1,0 0-1,0-1 0,0 1 0,1 0 1,-1 0-1,0 0 0,0 0 0,1 1 0,-1-1 1,0 0-1,1 0 0,-1 1 0,1-1 1,2 0-1,-3 2-267,1 0 1,0 0 0,0-1 0,-1 1-1,1 1 1,-1-1 0,1 0 0,-1 0-1,1 0 1,-1 1 0,0-1 0,0 1-1,1-1 1,-1 1 0,0 0-1,1 2 1,-1-3-156,-1-1 0,1 1 0,0 0-1,0-1 1,0 1 0,0 0 0,0-1 0,0 1-1,0-1 1,0 0 0,0 1 0,0-1 0,0 0-1,0 0 1,0 1 0,0-1 0,1 0 0,-1 0-1,0 0 1,0 0 0,0 0 0,0-1 0,0 1-1,0 0 1,0 0 0,0-1 0,0 1 0,0-1-1,0 1 1,0-1 0,0 1 0,0-1 0,0 0-1,1-1 1,19-3 829,-16 20-1724,-1-1-5017</inkml:trace>
</inkml:ink>
</file>

<file path=ppt/ink/ink3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19.061"/>
    </inkml:context>
    <inkml:brush xml:id="br0">
      <inkml:brushProperty name="width" value="0.025" units="cm"/>
      <inkml:brushProperty name="height" value="0.025" units="cm"/>
    </inkml:brush>
  </inkml:definitions>
  <inkml:trace contextRef="#ctx0" brushRef="#br0">0 65 6566,'0'0'10474,"53"-41"-9961,-29 35-161,4 0-160,1 1-96,1 1-64,-3 3 0,-1 0-32,-3 1-448,-4 0-1442,-5 0-1954,-7 0-1889</inkml:trace>
</inkml:ink>
</file>

<file path=ppt/ink/ink3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19.232"/>
    </inkml:context>
    <inkml:brush xml:id="br0">
      <inkml:brushProperty name="width" value="0.025" units="cm"/>
      <inkml:brushProperty name="height" value="0.025" units="cm"/>
    </inkml:brush>
  </inkml:definitions>
  <inkml:trace contextRef="#ctx0" brushRef="#br0">0 58 8872,'0'0'5926,"71"5"-5574,-35-14-256,3-1-32,2-2-192,-1-3-2306,-5-1-2723</inkml:trace>
</inkml:ink>
</file>

<file path=ppt/ink/ink3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23.712"/>
    </inkml:context>
    <inkml:brush xml:id="br0">
      <inkml:brushProperty name="width" value="0.025" units="cm"/>
      <inkml:brushProperty name="height" value="0.025" units="cm"/>
    </inkml:brush>
  </inkml:definitions>
  <inkml:trace contextRef="#ctx0" brushRef="#br0">141 80 1217,'0'0'6107,"6"-7"-4596,6-6-775,3-5 144,3-4 2458,-18 22-3299,0 0 0,0 0 0,0-1-1,0 1 1,0 0 0,1 0 0,-1 0 0,0-1-1,0 1 1,0 0 0,0 0 0,0 0 0,0-1 0,0 1-1,0 0 1,0 0 0,0 0 0,0-1 0,0 1 0,0 0-1,0 0 1,0 0 0,0-1 0,0 1 0,0 0-1,0 0 1,-1 0 0,1-1 0,0 1 0,0 0 0,0 0-1,0 0 1,0 0 0,0-1 0,-1 1 0,1 0 0,0 0-1,0 0 1,0 0 0,0 0 0,-1 0 0,1-1-1,0 1 1,0 0 0,0 0 0,0 0 0,-1 0 0,1 0-1,0 0 1,-18-3 781,-17 3 113,29 1-815,0 0-1,0 1 1,0 0 0,0 0-1,0 1 1,0-1 0,1 1-1,-1 0 1,1 1-1,0-1 1,0 1 0,0 0-1,0 1 1,1-1 0,0 1-1,-1 0 1,2 0 0,-1 0-1,-4 8 1,4-5-92,0-1 1,0 0-1,1 1 1,0 0-1,0 0 0,1 0 1,0 0-1,1 0 1,-1 0-1,1 1 1,1-1-1,0 0 1,0 1-1,2 10 0,-2-17-24,1 0 0,0 1 0,0-1 0,0 0 0,0 0-1,0 0 1,1 0 0,-1 0 0,0 0 0,1-1 0,0 1-1,-1 0 1,1-1 0,0 1 0,0-1 0,0 1 0,0-1-1,0 0 1,0 0 0,0 0 0,0 0 0,0 0 0,1-1-1,-1 1 1,0-1 0,0 1 0,1-1 0,-1 0 0,0 0-1,5 0 1,-2 0 3,-1 0 1,1-1-1,0 1 0,0-1 0,-1 0 0,1-1 0,0 1 0,-1-1 0,1 0 0,-1 0 1,0 0-1,1 0 0,-1-1 0,4-3 0,-2 0-3,0 0 1,-1 0-1,0-1 0,-1 0 1,1 0-1,-1 0 0,0 0 1,-1-1-1,0 1 0,0-1 1,2-9-1,-2-1 2,0 1 0,-1 0 0,-1-1 0,-1-20 0,-6 16 123,6 22-122,-1-1 0,1 1 0,0-1 0,-1 1 0,1-1 0,0 1 0,-1-1 1,1 1-1,0 0 0,-1-1 0,1 1 0,-1 0 0,1-1 0,0 1 0,-1 0 0,1 0 0,-1-1 1,1 1-1,-1 0 0,1 0 0,-1 0 0,0 0 0,1-1 0,-1 1 0,1 0 0,-1 0 0,1 0 1,-1 0-1,1 0 0,-1 0 0,1 1 0,-1-1 0,1 0 0,-1 0 0,1 0 0,-1 0 0,1 1 1,-2-1-1,1 4 33,-1 0 1,1 0-1,0 0 1,1 0-1,-1 0 1,1 0 0,-1 0-1,1 0 1,1 0-1,-1 0 1,1 6-1,0 1 71,-1-4-65,1 1 0,-1-1 0,2 1 0,-1-1 0,1 0 0,0 1 0,1-1 0,-1 0 0,1 0-1,1-1 1,-1 1 0,1-1 0,1 1 0,-1-1 0,1 0 0,6 6 0,-7-9-135,1 1 0,-1 0 0,1-1 0,0 0 0,0 0 0,0 0 0,0-1 0,0 1 0,9 1 0,-9-3-329,1 0 0,-1 0-1,0 0 1,1-1 0,-1 0 0,1 0 0,-1 0 0,1-1-1,-1 0 1,0 0 0,6-2 0,25-15-7839</inkml:trace>
</inkml:ink>
</file>

<file path=ppt/ink/ink3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26.468"/>
    </inkml:context>
    <inkml:brush xml:id="br0">
      <inkml:brushProperty name="width" value="0.025" units="cm"/>
      <inkml:brushProperty name="height" value="0.025" units="cm"/>
    </inkml:brush>
  </inkml:definitions>
  <inkml:trace contextRef="#ctx0" brushRef="#br0">0 475 11275,'14'-5'1116,"-1"-1"0,0-1 0,0 0 0,-1 0 0,0-1 0,0-1 0,11-9 0,-5 0-735,0 0 0,-1 0 0,27-40 0,-30 38-459,-2-1 0,0-1 0,-1 0 0,0-1 0,-2 0 1,-1 0-1,-1-1 0,-1 0 0,5-45 0,-13 49 89,-4 15-129,5 7 105,0-1-1,0 0 1,0 1-1,0-1 1,0 1-1,0-1 1,1 1-1,-1 0 1,0-1-1,1 1 1,-1 0-1,1-1 1,0 1-1,0 0 1,-1-1-1,1 4 1,-1 11 7,1 0 0,0 0 1,2 1-1,-1-1 0,2 0 1,0-1-1,1 1 0,0 0 1,2-1-1,10 22 0,0-7 38,2-1-1,1-1 1,44 51 0,-63-79-29,1 1 0,-1-1 0,1 1 1,-1-1-1,0 0 0,1 1 0,-1-1 1,0 1-1,1-1 0,-1 1 0,0-1 1,0 1-1,1-1 0,-1 1 0,0-1 0,0 1 1,0-1-1,0 1 0,0 0 0,1-1 1,-1 1-1,0-1 0,0 1 0,-1-1 1,1 1-1,0-1 0,0 1 0,0 0 1,0-1-1,0 1 0,-1-1 0,1 1 1,0-1-1,-1 2 0,-22 7 56,-50-6-42,53-3-25,-29 1-49,-59 5 132,97-5-162,1 1 0,-1 0 0,0 1 0,1 0 0,-1 1 0,1 0 0,-13 6 0,13 0-1152,12-4-2475,22-1-3910,2-5 567</inkml:trace>
</inkml:ink>
</file>

<file path=ppt/ink/ink3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29.304"/>
    </inkml:context>
    <inkml:brush xml:id="br0">
      <inkml:brushProperty name="width" value="0.025" units="cm"/>
      <inkml:brushProperty name="height" value="0.025" units="cm"/>
    </inkml:brush>
  </inkml:definitions>
  <inkml:trace contextRef="#ctx0" brushRef="#br0">1 1 5894,'0'0'10799,"0"10"-9971,1 64 534,-3-39-1194,3-1 0,0 1 0,3-1 0,0 0 0,16 54 0,-19-84-172,0-1-1,1 1 1,0-1 0,0 0-1,0 1 1,0-1 0,0 0-1,1 0 1,-1 0 0,1-1-1,0 1 1,0-1 0,0 1 0,0-1-1,0 0 1,0 0 0,1 0-1,-1-1 1,1 1 0,-1-1-1,1 0 1,0 0 0,-1 0 0,1 0-1,0-1 1,0 1 0,0-1-1,-1 0 1,1 0 0,0-1-1,0 1 1,0-1 0,5-1-1,1 0-561,0-1 0,1 0-1,-1-1 1,17-8 0,28-25-7688,-40 23 1965</inkml:trace>
</inkml:ink>
</file>

<file path=ppt/ink/ink3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29.523"/>
    </inkml:context>
    <inkml:brush xml:id="br0">
      <inkml:brushProperty name="width" value="0.025" units="cm"/>
      <inkml:brushProperty name="height" value="0.025" units="cm"/>
    </inkml:brush>
  </inkml:definitions>
  <inkml:trace contextRef="#ctx0" brushRef="#br0">0 96 10858,'0'0'1378,"52"-6"287,-13-1-640,6-6-801,6 2-128,2-1-64,3-1-64,-8-2-2050,-5-3-3106</inkml:trace>
</inkml:ink>
</file>

<file path=ppt/ink/ink3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29.975"/>
    </inkml:context>
    <inkml:brush xml:id="br0">
      <inkml:brushProperty name="width" value="0.025" units="cm"/>
      <inkml:brushProperty name="height" value="0.025" units="cm"/>
    </inkml:brush>
  </inkml:definitions>
  <inkml:trace contextRef="#ctx0" brushRef="#br0">174 255 6406,'0'0'3022,"-9"1"-1736,-2-1-660,0 1-1,0 1 0,0 0 1,0 1-1,0 0 1,1 0-1,-1 1 1,-12 7-1,19-9-559,0 0 0,1 0-1,0 0 1,-1 1 0,1-1 0,0 1-1,0 0 1,0-1 0,1 1 0,-1 1 0,1-1-1,0 0 1,-1 1 0,1-1 0,1 1-1,-1-1 1,1 1 0,-1 0 0,1 0-1,0 0 1,0 0 0,1 0 0,-1 0-1,1 0 1,0 0 0,0 0 0,0 0-1,1 0 1,0 5 0,0-7-65,0-1 0,0 1 0,0 0 0,0 0 0,0-1 0,0 1 0,1 0 0,-1-1 0,0 1 0,1-1 0,0 0 0,-1 1 0,1-1 0,0 0 0,-1 0 0,1 0 0,0 0 0,0 0 0,0-1 0,0 1 0,0-1 0,0 1 0,0-1 0,0 0 0,0 1 0,0-1 0,0 0 0,0 0 0,4-1 0,-1 1-31,0 0 0,0-1 0,0 1-1,0-1 1,0 0 0,-1-1 0,1 1 0,0-1 0,-1 0 0,1 0 0,7-5 0,-5 0-25,-1 0 0,0-1 1,0 0-1,-1 0 0,0 0 0,0 0 1,-1-1-1,0 0 0,0 0 0,-1 0 0,0 0 1,-1-1-1,2-19 0,0 1-203,-2-1 0,-2 0 0,-3-41 0,3 62 266,-1 1 0,1 0 0,-2-1 0,1 1 0,-1 0 0,0 0 0,0 0 0,-1 0 0,0 0 0,0 1 0,-1-1 0,0 1 0,-5-7 0,9 13 7,-1 0 0,1 0 0,0-1 0,-1 1 1,1 0-1,-1 0 0,1 0 0,0 0 0,-1 0 0,1 0 0,-1 0 0,1 0 0,-1 0 0,1 0 1,0 0-1,-1 0 0,1 0 0,-1 0 0,1 0 0,0 0 0,-1 0 0,1 0 0,-1 1 0,1-1 1,0 0-1,-1 0 0,1 0 0,0 1 0,-1-1 0,1 0 0,0 1 0,-1-1 0,1 0 0,0 1 1,0-1-1,-1 0 0,1 1 0,0-1 0,0 0 0,0 1 0,-1-1 0,1 1 0,0-1 0,0 0 1,0 1-1,0-1 0,0 1 0,0-1 0,0 0 0,0 1 0,0-1 0,0 1 0,0-1 0,0 1 1,0-1-1,0 0 0,1 1 0,-3 34-41,2-31 94,1 25 54,1-1 0,2 0 0,0 0 0,12 39 0,-11-49-438,1-1-1,1 1 1,0-2-1,2 1 1,0-1-1,0 0 1,23 27-1,-12-25-5523,-1-7-3614</inkml:trace>
</inkml:ink>
</file>

<file path=ppt/ink/ink3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30.425"/>
    </inkml:context>
    <inkml:brush xml:id="br0">
      <inkml:brushProperty name="width" value="0.025" units="cm"/>
      <inkml:brushProperty name="height" value="0.025" units="cm"/>
    </inkml:brush>
  </inkml:definitions>
  <inkml:trace contextRef="#ctx0" brushRef="#br0">233 14 5733,'0'0'3150,"-8"-3"-1869,5 1-1118,1 1 0,-1-1 0,0 1 0,0 0 0,-1 0 0,1 0 0,0 1 0,0-1 0,0 1-1,-1-1 1,1 1 0,0 0 0,0 1 0,-1-1 0,1 0 0,0 1 0,0 0 0,-1 0 0,1 0 0,0 0 0,0 0 0,0 0-1,1 1 1,-1 0 0,0-1 0,-3 4 0,-7 6 246,1 1 1,1 0-1,0 0 0,0 2 0,1-1 1,1 1-1,0 1 0,1-1 0,0 2 0,-5 15 1,8-17-348,1-1 0,0 1-1,0 0 1,2 1 0,0-1 0,0 0 0,2 1 0,-1-1 0,2 1 0,0-1 0,1 1 0,3 14-1,-2-22-59,-1 0 0,1 0 0,0 0 0,0-1 0,1 1 0,0-1-1,0 0 1,1 0 0,-1 0 0,1-1 0,1 0 0,-1 0 0,1 0 0,0 0-1,0-1 1,0 0 0,11 5 0,-8-4-471,1-1 1,0-1-1,1 1 0,-1-2 1,0 1-1,1-2 1,11 2-1,24-2-4667</inkml:trace>
</inkml:ink>
</file>

<file path=ppt/ink/ink3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31.514"/>
    </inkml:context>
    <inkml:brush xml:id="br0">
      <inkml:brushProperty name="width" value="0.025" units="cm"/>
      <inkml:brushProperty name="height" value="0.025" units="cm"/>
    </inkml:brush>
  </inkml:definitions>
  <inkml:trace contextRef="#ctx0" brushRef="#br0">1 56 6790,'0'0'9935,"4"-7"-9663,-2 4-230,0 1 1,0-1-1,0 1 0,0 0 0,0-1 0,1 1 0,-1 0 0,1 0 0,0 0 0,-1 1 0,1-1 0,0 1 0,0-1 0,0 1 0,4-1 0,58-8 505,-56 9-528,110-4 136,-119 5-154,1 0 0,0 0 0,-1 0 0,1 0-1,-1 0 1,1 0 0,0 0 0,-1 0 0,1 0 0,0 0 0,-1 1 0,1-1 0,-1 0 0,1 1 0,-1-1 0,1 0 0,0 1 0,-1-1 0,1 1 0,-1-1 0,0 0 0,1 1 0,-1-1 0,1 1 0,-1 0-1,0-1 1,1 1 0,-1-1 0,0 1 0,0-1 0,1 1 0,-1 0 0,0-1 0,0 1 0,0 0 0,0-1 0,0 1 0,0 0 0,0-1 0,0 1 0,0-1 0,0 1 0,0 0 0,0-1 0,-1 1-1,1 0 1,0-1 0,0 1 0,-1-1 0,1 1 0,0-1 0,-1 1 0,1 0 0,0-1 0,-1 1 0,1-1 0,-2 1 0,-21 32 173,-15 7 445,-53 71 0,80-96-558,2 0 0,0 0 0,1 1 0,0 0 0,1 0 0,1 1 0,1 0 0,0 0-1,-2 22 1,7-39-48,0 1 0,0-1-1,0 1 1,0-1-1,0 1 1,0-1 0,0 1-1,0-1 1,1 1 0,-1-1-1,0 1 1,0-1-1,1 1 1,-1-1 0,0 0-1,0 1 1,1-1 0,-1 0-1,0 1 1,1-1-1,-1 0 1,1 1 0,-1-1-1,0 0 1,1 1 0,-1-1-1,1 0 1,-1 0-1,1 0 1,-1 0 0,1 1-1,-1-1 1,1 0 0,-1 0-1,1 0 1,-1 0-1,1 0 1,-1 0 0,1 0-1,-1 0 1,1 0 0,-1-1-1,1 1 1,-1 0-1,1 0 1,-1 0 0,0 0-1,2-1 1,36-11 964,-18 5-704,20-1-351,1 2 1,48-1-1,23-2-565,-111 9 306,1 0-1,-1-1 0,1 1 0,-1 0 1,1-1-1,-1 1 0,1-1 0,-1 0 1,1 1-1,-1-1 0,0 0 0,1 0 1,-1 0-1,2-2 0,4-8-5422</inkml:trace>
</inkml:ink>
</file>

<file path=ppt/ink/ink3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31.842"/>
    </inkml:context>
    <inkml:brush xml:id="br0">
      <inkml:brushProperty name="width" value="0.025" units="cm"/>
      <inkml:brushProperty name="height" value="0.025" units="cm"/>
    </inkml:brush>
  </inkml:definitions>
  <inkml:trace contextRef="#ctx0" brushRef="#br0">0 1 11275,'0'0'2354,"10"2"-811,-3 0-1393,0 0 0,-1 1 0,1-1 0,-1 1 0,1 1 0,-1-1 0,0 1 0,0 0 0,-1 1 0,1-1 0,-1 1 1,0 0-1,0 1 0,-1-1 0,0 1 0,0 0 0,6 11 0,3 8 20,-1 0-1,-1 0 1,-1 1 0,-1 0-1,-2 1 1,-1 0 0,-1 0-1,-1 0 1,1 56 0,-5-63-249,0-1 1,-2 1 0,0-1 0,-1 0-1,-1 0 1,0 0 0,-2 0 0,0-1-1,-1 1 1,-1-2 0,-1 1 0,0-1 0,-2 0-1,-23 29 1,-1-16-2825,7-21-1897,11-9 929</inkml:trace>
</inkml:ink>
</file>

<file path=ppt/ink/ink3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32.077"/>
    </inkml:context>
    <inkml:brush xml:id="br0">
      <inkml:brushProperty name="width" value="0.025" units="cm"/>
      <inkml:brushProperty name="height" value="0.025" units="cm"/>
    </inkml:brush>
  </inkml:definitions>
  <inkml:trace contextRef="#ctx0" brushRef="#br0">1 28 11050,'0'0'5542,"54"-28"-5222,-38 28-96,1 2-128,3 5-64,2 3-32,1-2-32,-3 2-1057,0-5-2050,-5 0-1601</inkml:trace>
</inkml:ink>
</file>

<file path=ppt/ink/ink3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32.279"/>
    </inkml:context>
    <inkml:brush xml:id="br0">
      <inkml:brushProperty name="width" value="0.025" units="cm"/>
      <inkml:brushProperty name="height" value="0.025" units="cm"/>
    </inkml:brush>
  </inkml:definitions>
  <inkml:trace contextRef="#ctx0" brushRef="#br0">0 14 8072,'0'0'7719,"75"42"-7367,-35-42-224,4 0-96,1-7-32,4-2-800,-1-8-2211,-4-5-1922</inkml:trace>
</inkml:ink>
</file>

<file path=ppt/ink/ink3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32.776"/>
    </inkml:context>
    <inkml:brush xml:id="br0">
      <inkml:brushProperty name="width" value="0.025" units="cm"/>
      <inkml:brushProperty name="height" value="0.025" units="cm"/>
    </inkml:brush>
  </inkml:definitions>
  <inkml:trace contextRef="#ctx0" brushRef="#br0">277 9 14894,'0'0'2119,"-3"8"-2017,-8 10 69,0-1 0,-1 0 1,0-1-1,-1 0 0,-1-1 0,-21 17 1,-106 81 150,120-101-265,21-12-53,-1 0-1,1-1 1,0 1 0,0 0-1,0 0 1,-1 0-1,1 0 1,0-1 0,0 1-1,0 0 1,0 0 0,-1 0-1,1-1 1,0 1-1,0 0 1,0 0 0,0-1-1,0 1 1,0 0-1,0 0 1,0-1 0,0 1-1,0 0 1,0 0 0,0-1-1,0 1 1,0 0-1,0 0 1,0-1 0,0 1-1,0 0 1,0 0-1,0-1 1,0 1 0,0 0-1,0 0 1,0-1-1,1 1 1,-1 0 0,0 0-1,0-1 1,24-37 108,16-8-79,1 2 0,3 1 1,58-44-1,-101 87 13,-1 0 1,0-1-1,1 1 1,-1-1-1,0 1 0,1 0 1,-1 0-1,0-1 0,1 1 1,-1 0-1,1 0 1,-1-1-1,0 1 0,1 0 1,-1 0-1,1 0 1,-1 0-1,1-1 0,-1 1 1,1 0-1,-1 0 0,0 0 1,1 0-1,-1 0 1,1 0-1,-1 0 0,1 1 1,-1-1-1,1 0 0,-1 0 1,1 0-1,-1 0 1,0 0-1,1 1 0,0-1 1,1 20 639,-16 38-221,11-48-83,-5 32-205,2-1 1,2 1-1,2 0 0,1 0 0,7 54 0,-1 34-5025,-6-116-271,-4-5-2889</inkml:trace>
</inkml:ink>
</file>

<file path=ppt/ink/ink3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32.965"/>
    </inkml:context>
    <inkml:brush xml:id="br0">
      <inkml:brushProperty name="width" value="0.025" units="cm"/>
      <inkml:brushProperty name="height" value="0.025" units="cm"/>
    </inkml:brush>
  </inkml:definitions>
  <inkml:trace contextRef="#ctx0" brushRef="#br0">0 97 14574,'0'0'5989,"61"0"-4515,-17 0-545,13-3-321,13 0-319,3 1-225,4-2-32,-2-2-32,-3-5-32,-8-16-2595,-9-14-9000</inkml:trace>
</inkml:ink>
</file>

<file path=ppt/ink/ink3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38.814"/>
    </inkml:context>
    <inkml:brush xml:id="br0">
      <inkml:brushProperty name="width" value="0.025" units="cm"/>
      <inkml:brushProperty name="height" value="0.025" units="cm"/>
    </inkml:brush>
  </inkml:definitions>
  <inkml:trace contextRef="#ctx0" brushRef="#br0">647 1 15278,'0'0'86,"-12"1"-1624,-77 14 941,-270 47 698,351-60-73,-1-1 1,1 1-1,-1 1 0,1 0 1,0 0-1,0 1 0,0 0 1,-9 5-1,13-5-14,1-1 1,-1 1-1,1 0 1,-1-1-1,1 1 0,1 1 1,-1-1-1,0 0 1,1 1-1,0 0 1,0-1-1,0 1 0,1 0 1,0 0-1,-2 8 1,-29 288 15,10-65-2,19-214-20,0 0 0,2 1 0,1 28 0,0-50 15,1 1-1,0-1 0,-1 1 0,1 0 0,0-1 0,0 1 0,0-1 0,-1 0 0,2 1 0,-1-1 0,0 0 0,0 0 0,0 1 0,1-1 0,-1 0 0,0 0 0,1 0 1,-1-1-1,1 1 0,-1 0 0,1 0 0,-1-1 0,1 1 0,0-1 0,-1 0 0,1 1 0,0-1 0,2 0 0,58 3 1116,-49-4-988,44 0 74,0-3 1,59-13 0,31-18-2517,-124 26-756,-6-2-1233</inkml:trace>
</inkml:ink>
</file>

<file path=ppt/ink/ink3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39.002"/>
    </inkml:context>
    <inkml:brush xml:id="br0">
      <inkml:brushProperty name="width" value="0.025" units="cm"/>
      <inkml:brushProperty name="height" value="0.025" units="cm"/>
    </inkml:brush>
  </inkml:definitions>
  <inkml:trace contextRef="#ctx0" brushRef="#br0">1 157 15439,'0'0'-129,"70"-38"129,-20 21-576,13-1-2371,8-6 897,2-3-544,4-6-1538</inkml:trace>
</inkml:ink>
</file>

<file path=ppt/ink/ink3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39.221"/>
    </inkml:context>
    <inkml:brush xml:id="br0">
      <inkml:brushProperty name="width" value="0.025" units="cm"/>
      <inkml:brushProperty name="height" value="0.025" units="cm"/>
    </inkml:brush>
  </inkml:definitions>
  <inkml:trace contextRef="#ctx0" brushRef="#br0">330 1 14958,'0'0'224,"-75"16"161,31 18-321,2 12-32,-3 9 160,5 8-64,8 6 192,7 2 1,7 2-129,9-3-96,9-2-64,0-3 0,12-10-32,7-10 32,8-6-96,0-11-1089,1-12-1922,3-16-2498</inkml:trace>
</inkml:ink>
</file>

<file path=ppt/ink/ink3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39.598"/>
    </inkml:context>
    <inkml:brush xml:id="br0">
      <inkml:brushProperty name="width" value="0.025" units="cm"/>
      <inkml:brushProperty name="height" value="0.025" units="cm"/>
    </inkml:brush>
  </inkml:definitions>
  <inkml:trace contextRef="#ctx0" brushRef="#br0">9 111 16752,'0'0'486,"-2"-8"106,1 5-558,0 1-17,0 1 1,0-1 0,1 0-1,-1 1 1,1-1 0,-1 0 0,1 0-1,0 0 1,-1 1 0,1-1-1,0 0 1,0 0 0,0 0 0,0 1-1,1-1 1,-1 0 0,0 0-1,1 0 1,0 1 0,-1-1 0,1 0-1,0 1 1,0-1 0,0 0-1,0 1 1,0-1 0,0 1 0,0 0-1,0-1 1,0 1 0,1 0 0,-1 0-1,1 0 1,-1 0 0,1 0-1,-1 0 1,1 0 0,0 0 0,2-1-1,14-5 5,0 0 0,0 1 0,1 1 0,-1 1 0,1 0 0,0 2 0,0 0 0,37 1 0,-54 1-24,0 1-1,0-1 1,0 1 0,0-1 0,0 1-1,-1-1 1,1 1 0,0 0 0,0 0-1,0 0 1,-1 0 0,1 0 0,0 1-1,-1-1 1,1 0 0,-1 1 0,0-1-1,1 1 1,-1 0 0,0-1 0,0 1-1,0 0 1,0 0 0,0 0 0,0-1-1,-1 1 1,1 0 0,-1 0 0,1 0-1,-1 0 1,0 0 0,0 0 0,1 0-1,-2 0 1,1 0 0,0 0 0,0 0-1,-1 4 1,-1 4-14,1 1-1,-2 0 1,1 0-1,-1-1 0,-9 20 1,-53 89-3,42-82 7,2 2-1,2 0 0,-16 45 1,35-83 12,-1 0 0,0 1 0,1-1 0,-1 1 0,0-1 1,1 0-1,0 1 0,-1-1 0,1 1 0,0-1 1,0 1-1,0 0 0,0-1 0,0 1 0,0-1 1,0 1-1,0-1 0,1 1 0,-1-1 0,1 1 1,-1-1-1,1 0 0,-1 1 0,1-1 0,0 1 1,0-1-1,0 0 0,0 0 0,0 0 0,0 1 1,0-1-1,0 0 0,0 0 0,0 0 0,2 1 0,3-1 4,0 1-1,0-1 1,1 0-1,-1-1 1,0 1-1,0-1 1,10-1-1,-3 0 0,17 1-319,-1-2 0,0-2 0,30-6-1,-40 5-944,-1-1 0,0 0-1,22-12 1,26-19-5118</inkml:trace>
</inkml:ink>
</file>

<file path=ppt/ink/ink3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39.848"/>
    </inkml:context>
    <inkml:brush xml:id="br0">
      <inkml:brushProperty name="width" value="0.025" units="cm"/>
      <inkml:brushProperty name="height" value="0.025" units="cm"/>
    </inkml:brush>
  </inkml:definitions>
  <inkml:trace contextRef="#ctx0" brushRef="#br0">137 1 17104,'0'0'96,"-12"74"-288,12-25 224,0 9-32,0 7 0,0 7 0,-5 6 0,-5-3 0,-6 2 0,1-6 0,-3-4 32,2-10-96,-1-11-1089,4-12-1281,2-13-2115,8-14-2433</inkml:trace>
</inkml:ink>
</file>

<file path=ppt/ink/ink3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0.027"/>
    </inkml:context>
    <inkml:brush xml:id="br0">
      <inkml:brushProperty name="width" value="0.025" units="cm"/>
      <inkml:brushProperty name="height" value="0.025" units="cm"/>
    </inkml:brush>
  </inkml:definitions>
  <inkml:trace contextRef="#ctx0" brushRef="#br0">1 57 16400,'0'0'64,"46"-42"448,-24 30-384,-4 10-96,1 2-64,-3 0 0,-1 6-288,-7 6-1154,-3 0-1088,-2-2-2018</inkml:trace>
</inkml:ink>
</file>

<file path=ppt/ink/ink3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0.175"/>
    </inkml:context>
    <inkml:brush xml:id="br0">
      <inkml:brushProperty name="width" value="0.025" units="cm"/>
      <inkml:brushProperty name="height" value="0.025" units="cm"/>
    </inkml:brush>
  </inkml:definitions>
  <inkml:trace contextRef="#ctx0" brushRef="#br0">1 1 13132,'0'0'2723,"63"32"-2723,-24-28 32,5-4-1185,2 0-3908</inkml:trace>
</inkml:ink>
</file>

<file path=ppt/ink/ink3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0.768"/>
    </inkml:context>
    <inkml:brush xml:id="br0">
      <inkml:brushProperty name="width" value="0.025" units="cm"/>
      <inkml:brushProperty name="height" value="0.025" units="cm"/>
    </inkml:brush>
  </inkml:definitions>
  <inkml:trace contextRef="#ctx0" brushRef="#br0">424 24 8808,'0'0'5579,"-10"-4"-5499,0 0-67,0 0-1,-1 1 1,1 1 0,-1-1 0,0 2-1,1 0 1,-1 0 0,0 1 0,0 0-1,0 1 1,0 0 0,-11 3 0,14-2-5,0 0 1,0 0 0,0 1-1,1 0 1,-1 1 0,1 0-1,0 0 1,0 1 0,0-1 0,0 1-1,1 1 1,0 0 0,0-1-1,0 2 1,1-1 0,0 1 0,0-1-1,-3 9 1,-10 21-9,3 0 0,1 2 0,-16 65 0,-12 122 0,41-218 0,-6 34 0,-1 70 0,9-109 4,-1-1 0,0 1 0,1-1 0,0 0 0,-1 1 0,1-1 0,0 0 0,0 1 0,-1-1 0,1 0 0,0 0 0,0 0 0,1 1 0,-1-1 0,0 0 0,0-1 0,0 1 0,1 0 0,-1 0 0,0 0 0,1-1 0,-1 1 0,1-1 0,-1 1 0,0-1 0,1 1 0,-1-1 0,1 0 0,0 0 0,-1 0 0,1 0 0,1 0 0,65-1 107,-52 0-98,14 0-413,0-1-1,0-1 1,-1-2 0,56-16-1,-69 12-2844,-5-2-925</inkml:trace>
</inkml:ink>
</file>

<file path=ppt/ink/ink3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0.923"/>
    </inkml:context>
    <inkml:brush xml:id="br0">
      <inkml:brushProperty name="width" value="0.025" units="cm"/>
      <inkml:brushProperty name="height" value="0.025" units="cm"/>
    </inkml:brush>
  </inkml:definitions>
  <inkml:trace contextRef="#ctx0" brushRef="#br0">1 85 14189,'0'0'129,"50"-50"-2051,-13 36-1409,7-7-2083</inkml:trace>
</inkml:ink>
</file>

<file path=ppt/ink/ink3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1.140"/>
    </inkml:context>
    <inkml:brush xml:id="br0">
      <inkml:brushProperty name="width" value="0.025" units="cm"/>
      <inkml:brushProperty name="height" value="0.025" units="cm"/>
    </inkml:brush>
  </inkml:definitions>
  <inkml:trace contextRef="#ctx0" brushRef="#br0">245 0 15246,'0'0'64,"-56"0"225,25 19-289,-3 12 0,1 8-32,4 5 64,5 4 32,5 3-32,7 3 0,5-2 32,7 3-64,0-2 0,9-6 0,9-5 64,6-9-128,6-9-1602,2-14-2337,3-11-2147</inkml:trace>
</inkml:ink>
</file>

<file path=ppt/ink/ink3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1.341"/>
    </inkml:context>
    <inkml:brush xml:id="br0">
      <inkml:brushProperty name="width" value="0.025" units="cm"/>
      <inkml:brushProperty name="height" value="0.025" units="cm"/>
    </inkml:brush>
  </inkml:definitions>
  <inkml:trace contextRef="#ctx0" brushRef="#br0">0 0 16207,'0'0'385,"7"55"-481,10-26 96,7 4 0,6 1 32,5-3 0,1 0-32,1-4-128,-1-6-1922,-3-11-1570,-2-10-480</inkml:trace>
</inkml:ink>
</file>

<file path=ppt/ink/ink3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1.530"/>
    </inkml:context>
    <inkml:brush xml:id="br0">
      <inkml:brushProperty name="width" value="0.025" units="cm"/>
      <inkml:brushProperty name="height" value="0.025" units="cm"/>
    </inkml:brush>
  </inkml:definitions>
  <inkml:trace contextRef="#ctx0" brushRef="#br0">359 1 15278,'0'0'193,"-59"27"-161,27-4 0,-6 10 0,4 5 0,-2 5-32,5 3 0,0 1 0,2-1 0,2-3-64,4-7-2403,5-12-2145</inkml:trace>
</inkml:ink>
</file>

<file path=ppt/ink/ink3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1.748"/>
    </inkml:context>
    <inkml:brush xml:id="br0">
      <inkml:brushProperty name="width" value="0.025" units="cm"/>
      <inkml:brushProperty name="height" value="0.025" units="cm"/>
    </inkml:brush>
  </inkml:definitions>
  <inkml:trace contextRef="#ctx0" brushRef="#br0">155 0 18738,'0'0'64,"25"67"-417,-18-23 353,-6 10-32,-1 3 32,0 2 0,-10 1 0,-11 0 0,-2-1-32,-4-4-128,-4-4-416,-1-6-1570,6-16-2723,8-14-736</inkml:trace>
</inkml:ink>
</file>

<file path=ppt/ink/ink3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1.984"/>
    </inkml:context>
    <inkml:brush xml:id="br0">
      <inkml:brushProperty name="width" value="0.025" units="cm"/>
      <inkml:brushProperty name="height" value="0.025" units="cm"/>
    </inkml:brush>
  </inkml:definitions>
  <inkml:trace contextRef="#ctx0" brushRef="#br0">0 73 18770,'0'0'192,"51"-17"-128,-22 16-128,6-2 128,6 2-64,3-2 0,2-1 0,3-1 0,-2-1-1569,2-6-1635,-3-8-3490</inkml:trace>
</inkml:ink>
</file>

<file path=ppt/ink/ink3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2.499"/>
    </inkml:context>
    <inkml:brush xml:id="br0">
      <inkml:brushProperty name="width" value="0.025" units="cm"/>
      <inkml:brushProperty name="height" value="0.025" units="cm"/>
    </inkml:brush>
  </inkml:definitions>
  <inkml:trace contextRef="#ctx0" brushRef="#br0">60 0 16367,'-2'14'-53,"-13"118"57,-27 161 45,78-416 188,-23 86-45,-1-1 0,-2 0 0,-2-1 0,7-76-1,-19 110 149,-4 12-359,-6 13-88,6-5 103,1 0 0,1 1-1,0 0 1,1 0 0,0 1 0,1-1 0,1 1 0,-1 27-1,4-42 8,0-1-1,0 0 0,0 0 0,0 0 0,0 0 0,0 1 1,1-1-1,-1 0 0,0 0 0,1 0 0,-1 0 0,1 0 1,-1 0-1,1 0 0,0 0 0,-1 0 0,1 0 1,0 0-1,0 0 0,-1 0 0,1-1 0,0 1 0,0 0 1,0 0-1,0-1 0,0 1 0,0-1 0,2 1 0,1 0 10,0 0 0,0 0 0,0-1 0,0 1 0,-1-1 0,1 0 0,0-1 0,0 1 0,4-2 0,7-1 16,0-1 0,0 0-1,24-12 1,-9 0-37,-1-1 0,-1-1 0,0-2 0,-1-1 1,25-26-1,-52 47 9,1 0 0,-1 0 0,0 0 0,0 0 0,0 0 0,1 0 0,-1 0 0,0 0 0,0 0 0,1 0 0,-1 0 0,0 0 0,0 0 0,1 0 0,-1 0 0,0 0 0,0 0 0,0 0 0,1 0 0,-1 0 0,0 0 0,0 0 0,1 0 0,-1 1 0,0-1 0,0 0 0,0 0 0,0 0 0,1 0 0,-1 1 0,0-1 0,0 0 0,0 0 0,0 0 0,0 1 0,1-1 0,-1 0 0,0 0 0,0 0 0,0 1 0,0-1 0,0 0 0,0 0 0,0 1 0,0-1 0,0 0 0,0 0 0,0 1 0,0-1 0,0 0 0,0 0 0,0 1 0,0-1 0,0 0 0,-1 1 0,4 30-19,-5 33-16,-1-37 19,1 5-617,-2-1 0,-1 0 0,-1 0 0,-17 50 0,7-53-4951</inkml:trace>
</inkml:ink>
</file>

<file path=ppt/ink/ink3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2.745"/>
    </inkml:context>
    <inkml:brush xml:id="br0">
      <inkml:brushProperty name="width" value="0.025" units="cm"/>
      <inkml:brushProperty name="height" value="0.025" units="cm"/>
    </inkml:brush>
  </inkml:definitions>
  <inkml:trace contextRef="#ctx0" brushRef="#br0">0 19 4004,'0'0'19090,"105"-12"-19026,0 9-128,31 3 64,27 0 32,20 0-32,6-3 32,-9 3-32,-10 0 0,-18 2 0,-24 4-1570,-27-3-2369,-29-3-5094</inkml:trace>
</inkml:ink>
</file>

<file path=ppt/ink/ink3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3.086"/>
    </inkml:context>
    <inkml:brush xml:id="br0">
      <inkml:brushProperty name="width" value="0.025" units="cm"/>
      <inkml:brushProperty name="height" value="0.025" units="cm"/>
    </inkml:brush>
  </inkml:definitions>
  <inkml:trace contextRef="#ctx0" brushRef="#br0">253 87 17649,'0'0'138,"11"4"17,2 2-140,0 1 0,0 0 0,0 1 0,-1 0 0,0 1 0,-1 0 0,11 12 0,-18-17-12,1 1 0,-1-1 0,-1 1 0,1 0-1,-1 0 1,1 1 0,-1-1 0,-1 1-1,1 0 1,-1-1 0,0 1 0,-1 0 0,1 0-1,-1 0 1,0 1 0,-1-1 0,1 0 0,-1 0-1,0 0 1,-1 1 0,-2 9 0,2-12-3,0 0 1,0 0 0,-1 0-1,0-1 1,0 1 0,0 0-1,0-1 1,0 1 0,-1-1-1,1 0 1,-1 0 0,0 0-1,0 0 1,0-1 0,-7 5-1,4-3 2,-1-1-1,0 1 0,-1-2 1,1 1-1,0-1 0,-1 0 1,1 0-1,-9 0 0,1 0 1,0-1 0,0-1-1,0-1 1,1 0 0,-1-1-1,0 0 1,0-1 0,-18-7-1,21 5-10,1 0-1,-1-2 0,1 1 1,0-1-1,0-1 1,1 0-1,0 0 0,0-1 1,-13-16-1,20 22 7,1 0 1,0 0-1,-1 0 1,1 0-1,0 0 1,0-1-1,1 1 0,-1 0 1,1-1-1,0 0 1,0 1-1,0-1 0,0 0 1,0 0-1,1 1 1,0-1-1,0 0 0,0 0 1,0 0-1,1 1 1,-1-1-1,1 0 0,0 0 1,0 1-1,0-1 1,0 1-1,1-1 0,0 1 1,0-1-1,0 1 1,0 0-1,0 0 0,0 0 1,1 0-1,0 0 1,5-4-1,3-2 10,1 1 0,0 1 0,0 0 0,0 0-1,1 1 1,0 1 0,1 0 0,-1 0 0,16-2 0,24-3 60,56-3-1,-88 11-54,167-12 92,55-6-2002,-106-2-4850</inkml:trace>
</inkml:ink>
</file>

<file path=ppt/ink/ink3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3.587"/>
    </inkml:context>
    <inkml:brush xml:id="br0">
      <inkml:brushProperty name="width" value="0.025" units="cm"/>
      <inkml:brushProperty name="height" value="0.025" units="cm"/>
    </inkml:brush>
  </inkml:definitions>
  <inkml:trace contextRef="#ctx0" brushRef="#br0">0 65 16592,'0'0'576,"17"-46"-320,18 34 1,9 8-161,7 1-96,4 3 32,-1 2-32,-5 8-64,-13 7-1410,-13-4-2978,-15 0-1409</inkml:trace>
</inkml:ink>
</file>

<file path=ppt/ink/ink3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3.726"/>
    </inkml:context>
    <inkml:brush xml:id="br0">
      <inkml:brushProperty name="width" value="0.025" units="cm"/>
      <inkml:brushProperty name="height" value="0.025" units="cm"/>
    </inkml:brush>
  </inkml:definitions>
  <inkml:trace contextRef="#ctx0" brushRef="#br0">1 41 16015,'0'0'417,"95"-9"-385,-21 5-64,14-7-2179,11-6-3842</inkml:trace>
</inkml:ink>
</file>

<file path=ppt/ink/ink3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4.254"/>
    </inkml:context>
    <inkml:brush xml:id="br0">
      <inkml:brushProperty name="width" value="0.025" units="cm"/>
      <inkml:brushProperty name="height" value="0.025" units="cm"/>
    </inkml:brush>
  </inkml:definitions>
  <inkml:trace contextRef="#ctx0" brushRef="#br0">86 344 12908,'-24'78'148,"-17"103"1,20-82 771,26-154 3204,-2 3-3902,51-204 698,12-82 1011,-70 426-2059,4-78 129,1-1-1,0 1 1,0-1-1,0 1 1,1-1-1,1 0 1,0 0-1,5 12 1,-7-19-1,0 0 0,0 0-1,1 0 1,-1-1 0,1 1 0,-1 0 0,1-1 0,0 1 0,-1 0 0,1-1 0,0 0-1,0 0 1,0 1 0,0-1 0,0 0 0,0-1 0,1 1 0,-1 0 0,0-1 0,0 1 0,4 0-1,-2-1 7,1 0-1,0-1 0,0 0 0,-1 1 0,1-1 0,-1-1 0,1 1 0,-1-1 0,1 1 1,3-4-1,9-4-9,-1-1-1,0-1 1,28-26 0,29-48-92,-71 115-219,-4 22 1,1-33 442,0 0 0,2 0 0,0 0-1,7 38 1,-6-51-326,0 0 0,0 0 0,1 0 0,0 0 0,0 0 0,0-1 0,1 1 0,0-1 0,0 0 0,0 0 0,0 0 0,1-1 0,0 1 0,0-1 0,0-1 0,1 1 0,-1-1 0,1 1 0,6 1 0,27 9-5141</inkml:trace>
</inkml:ink>
</file>

<file path=ppt/ink/ink3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4.458"/>
    </inkml:context>
    <inkml:brush xml:id="br0">
      <inkml:brushProperty name="width" value="0.025" units="cm"/>
      <inkml:brushProperty name="height" value="0.025" units="cm"/>
    </inkml:brush>
  </inkml:definitions>
  <inkml:trace contextRef="#ctx0" brushRef="#br0">11 94 4452,'0'0'16496,"-10"-63"-15695,29 51-353,11 3-384,15 3-64,8 3 32,11 3 0,3 0-32,3 0 0,-3 7-32,-8 0-993,-7-3-2114,-9-4-3811</inkml:trace>
</inkml:ink>
</file>

<file path=ppt/ink/ink3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5.081"/>
    </inkml:context>
    <inkml:brush xml:id="br0">
      <inkml:brushProperty name="width" value="0.025" units="cm"/>
      <inkml:brushProperty name="height" value="0.025" units="cm"/>
    </inkml:brush>
  </inkml:definitions>
  <inkml:trace contextRef="#ctx0" brushRef="#br0">57 0 21300,'0'0'272,"2"15"-410,6 56 110,-1 128-1,-8-168 40,-1 0-1,-2 0 1,-1-1-1,-1 0 0,-2 0 1,0 0-1,-16 33 0,24-62-7,0-1 0,0 1 0,-1-1-1,1 1 1,0-1 0,0 1 0,0-1-1,0 1 1,0-1 0,0 1 0,-1-1 0,1 0-1,0 1 1,0-1 0,-1 1 0,1-1-1,0 0 1,0 1 0,-1-1 0,1 0-1,-1 1 1,1-1 0,0 0 0,-1 0-1,1 1 1,-1-1 0,1 0 0,0 0 0,-1 0-1,1 1 1,-1-1 0,1 0 0,-1 0-1,1 0 1,-1 0 0,0 0 0,-2-19 84,5-31-20,8-6-44,32-104 1,-24 101 11,15-87 0,-40 189-324,-1 12 247,-3 79-1,11-133 44,0 0-1,0 0 0,0-1 0,0 1 0,0 0 1,1 0-1,-1 0 0,0 0 0,0 0 1,1 0-1,-1-1 0,1 1 0,-1 0 0,0 0 1,1 0-1,0-1 0,-1 1 0,1 0 0,-1-1 1,1 1-1,0 0 0,-1-1 0,1 1 1,0-1-1,0 1 0,1 0 0,28 2 32,-22-5-24,1 0 1,-1 0 0,1 0 0,-1-1 0,10-4 0,26-19-186,-1-1 0,-1-3 0,49-44 0,-70 56 180,-20 17-4,-1 1 0,1-1 0,-1 1 1,1 0-1,-1-1 0,1 1 0,-1-1 0,1 1 0,-1 0 0,1-1 0,-1 1 0,1 0 0,-1 0 0,1-1 0,0 1 0,-1 0 0,1 0 0,0 0 0,-1 0 0,1 0 0,0 0 0,-1 0 0,1 0 0,-1 0 0,1 0 0,0 0 0,-1 1 0,1-1 0,0 0 0,0 1 0,8 17-78,-7 40-74,-2-49 143,0 25-967,-1 1 0,-8 44 0,7-67 426,0-2 0,-1 1 0,-1 0 0,0 0-1,0-1 1,-1 0 0,-1 0 0,1 0 0,-1-1-1,-1 0 1,-9 10 0,-19 14-8588</inkml:trace>
</inkml:ink>
</file>

<file path=ppt/ink/ink3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5.316"/>
    </inkml:context>
    <inkml:brush xml:id="br0">
      <inkml:brushProperty name="width" value="0.025" units="cm"/>
      <inkml:brushProperty name="height" value="0.025" units="cm"/>
    </inkml:brush>
  </inkml:definitions>
  <inkml:trace contextRef="#ctx0" brushRef="#br0">1 131 22005,'0'0'64,"58"-15"320,27-1-384,38 6 32,36-3 0,22 0-32,20-3 64,6 1 0,-1 2-64,-18 2 64,-25 5-64,-24 4-1089,-36 2-1697,-36 0-930,-33 0-2273</inkml:trace>
</inkml:ink>
</file>

<file path=ppt/ink/ink3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5.673"/>
    </inkml:context>
    <inkml:brush xml:id="br0">
      <inkml:brushProperty name="width" value="0.025" units="cm"/>
      <inkml:brushProperty name="height" value="0.025" units="cm"/>
    </inkml:brush>
  </inkml:definitions>
  <inkml:trace contextRef="#ctx0" brushRef="#br0">242 205 16271,'10'-2'198,"15"-4"526,0 1 1,1 2 0,46-2-1,-64 6-536,0-1 0,0 1 1,-1 0-1,1 1 0,-1 0 0,1 0 0,-1 0 0,11 6 0,-15-7-168,-1 1 0,1 0-1,0 0 1,0 0 0,-1 0 0,1 1-1,-1-1 1,1 1 0,-1-1 0,0 1-1,0 0 1,0 0 0,-1 0 0,1 0-1,-1 0 1,0 1 0,0-1-1,0 0 1,1 7 0,-1-6-16,-1 1 0,0-1 0,-1 1 0,1-1 0,-1 0 1,0 1-1,0-1 0,0 0 0,0 1 0,-1-1 0,0 0 0,0 0 0,0 0 0,0-1 1,-1 1-1,1 0 0,-1-1 0,0 1 0,0-1 0,0 0 0,-1 0 0,1 0 0,-1-1 0,1 1 1,-1-1-1,0 0 0,-8 3 0,-5 4 9,-2-2 0,1 0 0,-1-1-1,1-1 1,-23 3 0,13-3-14,-1-2-1,0 0 0,-47-3 1,68-1 3,-1 1 0,1-1 0,0-1 1,-1 1-1,1-1 0,0-1 0,0 0 1,0 0-1,0 0 0,0-1 1,1 0-1,0-1 0,0 1 0,0-1 1,0-1-1,-10-10 0,15 13-3,0 1-1,0-1 0,1 0 1,-1 0-1,0 0 1,1 0-1,0 0 0,0 0 1,0 0-1,0 0 1,0-1-1,1 1 1,-1 0-1,1-1 0,0 1 1,0 0-1,0 0 1,1-1-1,-1 1 0,1 0 1,-1 0-1,1-1 1,0 1-1,1 0 0,-1 0 1,0 0-1,1 0 1,0 0-1,-1 1 0,1-1 1,0 0-1,3-2 1,4-5-12,1 1 0,0 0-1,0 0 1,1 1 0,0 1 0,21-12 0,13-3 48,2 2 0,0 2 0,1 2 0,70-14 0,203-18-1760,-193 32-2021,-52 5-4101</inkml:trace>
</inkml:ink>
</file>

<file path=ppt/ink/ink3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5.926"/>
    </inkml:context>
    <inkml:brush xml:id="br0">
      <inkml:brushProperty name="width" value="0.025" units="cm"/>
      <inkml:brushProperty name="height" value="0.025" units="cm"/>
    </inkml:brush>
  </inkml:definitions>
  <inkml:trace contextRef="#ctx0" brushRef="#br0">0 36 19474,'0'0'64,"91"-15"417,-21 3-353,9 5 64,3 6-64,-9 1-96,-12 3 0,-18 13-128,-23 2-2210,-20 6-2370,-12 1-2499</inkml:trace>
</inkml:ink>
</file>

<file path=ppt/ink/ink3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6.036"/>
    </inkml:context>
    <inkml:brush xml:id="br0">
      <inkml:brushProperty name="width" value="0.025" units="cm"/>
      <inkml:brushProperty name="height" value="0.025" units="cm"/>
    </inkml:brush>
  </inkml:definitions>
  <inkml:trace contextRef="#ctx0" brushRef="#br0">1 140 10474,'0'0'7143,"107"-2"-7047,-22-14-32,16-3-32,7-6-545,1-9-3010,-4-9-6022</inkml:trace>
</inkml:ink>
</file>

<file path=ppt/ink/ink3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46.303"/>
    </inkml:context>
    <inkml:brush xml:id="br0">
      <inkml:brushProperty name="width" value="0.025" units="cm"/>
      <inkml:brushProperty name="height" value="0.025" units="cm"/>
    </inkml:brush>
  </inkml:definitions>
  <inkml:trace contextRef="#ctx0" brushRef="#br0">99 69 19667,'-8'7'336,"0"0"-305,0-1-1,0 1 1,1 0-1,1 1 1,-1 0 0,1 0-1,0 0 1,1 1-1,0 0 1,0 0 0,1 0-1,0 0 1,1 1-1,-3 11 1,5-17-12,0 1 0,1-1 0,-1 1 0,1 0 0,0-1 0,1 1 0,-1-1 0,1 1 0,0-1 0,0 1 0,0-1 0,0 1 0,1-1 0,0 0 0,0 0 0,2 4 0,-1-4 15,1-1-1,-1 1 0,1-1 0,0 0 1,0 0-1,0 0 0,0 0 0,0-1 1,1 0-1,-1 0 0,1 0 0,0 0 1,-1-1-1,10 2 0,2 0-15,0-1 0,0-1-1,0-1 1,0 0 0,0 0-1,0-2 1,0 0 0,-1-1 0,1-1-1,0 0 1,-1-1 0,17-8-1,-22 9-6,-1 0 0,1-1-1,-1 0 1,0-1 0,-1 0-1,1 0 1,-1-1 0,0 0-1,-1 0 1,0-1-1,0 0 1,0-1 0,-1 1-1,-1-1 1,1 0 0,-2 0-1,1-1 1,-1 0 0,4-14-1,-7 19 26,0 1 1,0 0-1,0-1 0,-1 1 0,0 0 0,1-1 1,-2 1-1,1-1 0,0 1 0,-1 0 0,0-1 1,0 1-1,0 0 0,-1 0 0,0 0 0,1 0 1,-1 0-1,-1 0 0,-2-4 0,1 3 2,0 1 0,-1 0 0,0 0-1,1 1 1,-1 0 0,0-1 0,0 2-1,-1-1 1,1 0 0,-1 1 0,1 0-1,-10-2 1,-8 0-150,0 1 1,0 1-1,0 1 0,0 1 0,0 1 0,-27 5 1,-9 5-3167,10-1-4169</inkml:trace>
</inkml:ink>
</file>

<file path=ppt/ink/ink3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58.484"/>
    </inkml:context>
    <inkml:brush xml:id="br0">
      <inkml:brushProperty name="width" value="0.025" units="cm"/>
      <inkml:brushProperty name="height" value="0.025" units="cm"/>
    </inkml:brush>
  </inkml:definitions>
  <inkml:trace contextRef="#ctx0" brushRef="#br0">1 324 6438,'0'0'1479,"10"-3"-460,87-26 931,-1-5 0,164-83 0,24-9-1490,-277 123-736,-1 1-1,1-1 0,0 2 0,0-1 0,-1 1 0,10-1 1,-30 12-4503,-1 1 3717,-15 2-1762</inkml:trace>
</inkml:ink>
</file>

<file path=ppt/ink/ink3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58.860"/>
    </inkml:context>
    <inkml:brush xml:id="br0">
      <inkml:brushProperty name="width" value="0.025" units="cm"/>
      <inkml:brushProperty name="height" value="0.025" units="cm"/>
    </inkml:brush>
  </inkml:definitions>
  <inkml:trace contextRef="#ctx0" brushRef="#br0">0 397 5509,'0'0'5146,"5"-10"-4217,-1 3-804,1 0-1,1 0 0,-1 0 1,1 1-1,0-1 0,1 1 0,-1 1 1,1-1-1,1 1 0,-1 0 1,0 1-1,1 0 0,10-4 1,601-233 1280,-609 238-1417,14-6-2006,43-21 0,-35 10-1681</inkml:trace>
</inkml:ink>
</file>

<file path=ppt/ink/ink3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47.444"/>
    </inkml:context>
    <inkml:brush xml:id="br0">
      <inkml:brushProperty name="width" value="0.025" units="cm"/>
      <inkml:brushProperty name="height" value="0.025" units="cm"/>
    </inkml:brush>
  </inkml:definitions>
  <inkml:trace contextRef="#ctx0" brushRef="#br0">1 1 8136,'24'12'5631,"40"36"-4514,-60-45-861,58 50 228,-3 3 0,-2 2 0,56 76 0,-1-3-450,-69-94 667,-29-26-2466,-2-2-4170,-23-20-76</inkml:trace>
</inkml:ink>
</file>

<file path=ppt/ink/ink3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47.740"/>
    </inkml:context>
    <inkml:brush xml:id="br0">
      <inkml:brushProperty name="width" value="0.025" units="cm"/>
      <inkml:brushProperty name="height" value="0.025" units="cm"/>
    </inkml:brush>
  </inkml:definitions>
  <inkml:trace contextRef="#ctx0" brushRef="#br0">299 0 9513,'0'0'3470,"-5"9"-3112,-241 462 2957,201-358-10223,43-109 972</inkml:trace>
</inkml:ink>
</file>

<file path=ppt/ink/ink3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48.178"/>
    </inkml:context>
    <inkml:brush xml:id="br0">
      <inkml:brushProperty name="width" value="0.025" units="cm"/>
      <inkml:brushProperty name="height" value="0.025" units="cm"/>
    </inkml:brush>
  </inkml:definitions>
  <inkml:trace contextRef="#ctx0" brushRef="#br0">1 125 8072,'0'0'9449,"63"-33"-8969,-31 27-160,10 0-95,10-3-97,0 1-96,6 0-32,-1-1 32,-1 2-32,-3-2-1153,-6-3-1442,-5-6-3266</inkml:trace>
</inkml:ink>
</file>

<file path=ppt/ink/ink3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49.439"/>
    </inkml:context>
    <inkml:brush xml:id="br0">
      <inkml:brushProperty name="width" value="0.025" units="cm"/>
      <inkml:brushProperty name="height" value="0.025" units="cm"/>
    </inkml:brush>
  </inkml:definitions>
  <inkml:trace contextRef="#ctx0" brushRef="#br0">29 1 10666,'0'0'870,"0"10"-752,10 331 1775,1 120 949,-9-399-2830,0-38 4,-1 0 0,-2 1-1,-5 40 1,2-59 571,-1-14 199,-1-14-125,-9-78-579,-2-191 1,29-104-293,-6 261 265,-2 100-57,1 33-59,3 19 1,19 80 58,-15-49 13,2 0 1,40 89-1,-54-137-10,1 1-1,-1-1 0,1 0 0,0 0 1,0 1-1,-1-1 0,1 0 1,0 0-1,0 0 0,0 0 0,0 0 1,0 0-1,0 0 0,1 0 0,-1 0 1,0-1-1,0 1 0,1 0 0,-1-1 1,0 1-1,1-1 0,-1 1 1,0-1-1,1 0 0,1 1 0,-1-2 1,0 1 0,1-1 0,-1 0-1,0 1 1,0-1 0,0 0 0,1 0-1,-1 0 1,0-1 0,-1 1 0,1 0 0,0-1-1,0 1 1,1-3 0,8-8-6,0-1 1,-2 0 0,14-22-1,-18 25-12,67-126-233,-68 181 436,-4-34-74,-1 18 133,1 1 0,2-1-1,1 0 1,11 47 0,-12-70-236,0 0 0,0 1 0,0-1 1,1 0-1,0 0 0,0 0 1,0-1-1,1 1 0,0-1 0,0 0 1,0 0-1,1 0 0,0-1 0,0 1 1,0-1-1,0 0 0,1-1 0,-1 1 1,1-1-1,0 0 0,0 0 1,0-1-1,0 0 0,1 0 0,-1 0 1,11 0-1,-3 0-214,-1-1 0,1 0 0,0-1 0,-1-1 0,1 0 0,-1-1 0,1-1 1,-1 0-1,0 0 0,0-1 0,0-1 0,17-9 0,32-28-5299</inkml:trace>
</inkml:ink>
</file>

<file path=ppt/ink/ink3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51.869"/>
    </inkml:context>
    <inkml:brush xml:id="br0">
      <inkml:brushProperty name="width" value="0.025" units="cm"/>
      <inkml:brushProperty name="height" value="0.025" units="cm"/>
    </inkml:brush>
  </inkml:definitions>
  <inkml:trace contextRef="#ctx0" brushRef="#br0">1 154 6919,'0'0'1345,"13"-4"-1041,68-13 1415,0 3-1,145-6 1,-108 12-1099,1955-80 1222,-1987 87-3748,-19-1-3566</inkml:trace>
</inkml:ink>
</file>

<file path=ppt/ink/ink3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57.453"/>
    </inkml:context>
    <inkml:brush xml:id="br0">
      <inkml:brushProperty name="width" value="0.025" units="cm"/>
      <inkml:brushProperty name="height" value="0.025" units="cm"/>
    </inkml:brush>
  </inkml:definitions>
  <inkml:trace contextRef="#ctx0" brushRef="#br0">0 226 2402,'0'0'9625,"9"0"-9192,37-4-6,1-2 0,-1-1 0,-1-3 0,49-17 0,-20 6-245,401-119-38,-420 129-4239,-45 11 604</inkml:trace>
</inkml:ink>
</file>

<file path=ppt/ink/ink3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57.765"/>
    </inkml:context>
    <inkml:brush xml:id="br0">
      <inkml:brushProperty name="width" value="0.025" units="cm"/>
      <inkml:brushProperty name="height" value="0.025" units="cm"/>
    </inkml:brush>
  </inkml:definitions>
  <inkml:trace contextRef="#ctx0" brushRef="#br0">0 315 7527,'0'0'7549,"11"-6"-6994,53-23-167,1 2 0,2 4 0,74-17 0,-6 1-216,-77 22-367,143-47 609,-70 16-3126,-107 36-1863,-13 2-2221</inkml:trace>
</inkml:ink>
</file>

<file path=ppt/ink/ink3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59.521"/>
    </inkml:context>
    <inkml:brush xml:id="br0">
      <inkml:brushProperty name="width" value="0.025" units="cm"/>
      <inkml:brushProperty name="height" value="0.025" units="cm"/>
    </inkml:brush>
  </inkml:definitions>
  <inkml:trace contextRef="#ctx0" brushRef="#br0">0 349 6470,'0'0'256,"12"-4"-224,280-115 42,-108 40-52,-112 49-32,240-82-294,-311 111 292,0 1 1,1-1 0,-1 1 0,0-1 0,0 1 0,1-1 0,-1 1 0,0 0-1,0 0 1,1 0 0,-1-1 0,0 1 0,1 1 0,-1-1 0,0 0 0,0 0-1,1 0 1,-1 1 0,0-1 0,0 0 0,1 1 0,-1 0 0,0-1 0,0 1-1,0-1 1,0 1 0,1 1 0,-2-1-15,0 1 1,0-1-1,-1 1 1,1-1-1,-1 0 1,1 1-1,-1-1 1,1 0-1,-1 1 1,0-1-1,0 0 0,0 0 1,0 0-1,0 1 1,0-1-1,0 0 1,0 0-1,0-1 1,0 1-1,0 0 0,-1 0 1,1 0-1,0-1 1,-2 1-1,-28 18-2168</inkml:trace>
</inkml:ink>
</file>

<file path=ppt/ink/ink3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4:59.737"/>
    </inkml:context>
    <inkml:brush xml:id="br0">
      <inkml:brushProperty name="width" value="0.025" units="cm"/>
      <inkml:brushProperty name="height" value="0.025" units="cm"/>
    </inkml:brush>
  </inkml:definitions>
  <inkml:trace contextRef="#ctx0" brushRef="#br0">1 286 7623,'0'0'417,"61"-7"31,-3-13-288,22-7-32,22-6-96,18-5-32,19 0 32,14-1 64,5 0-64,-4-6-320</inkml:trace>
</inkml:ink>
</file>

<file path=ppt/ink/ink3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06.494"/>
    </inkml:context>
    <inkml:brush xml:id="br0">
      <inkml:brushProperty name="width" value="0.025" units="cm"/>
      <inkml:brushProperty name="height" value="0.025" units="cm"/>
    </inkml:brush>
  </inkml:definitions>
  <inkml:trace contextRef="#ctx0" brushRef="#br0">1 430 9065,'0'0'4404,"12"-3"-3422,98-19 245,195-12 0,-167 23-996,1863-153 1697,-872 78-1032,-855 63-894,846-46-164,-1118 69-68,15-1 31,-17 1 131,0 0-1,0 0 0,0 0 1,1 0-1,-1 0 0,0 0 1,0 0-1,0 0 0,1 0 1,-1 0-1,0 0 0,0 0 0,0 0 1,1 0-1,-1 0 0,0 0 1,0 0-1,0 0 0,0 0 1,1 0-1,-1 0 0,0 0 1,0 0-1,0 0 0,0-1 0,1 1 1,-1 0-1,0 0 0,0 0 1,0 0-1,0 0 0,0-1 1,0 1-1,0 0 0,0 0 1,1 0-1,-1 0 0,0-1 1,0 1-1,0 0 0,0 0 0,0 0 1,0-1-1,0 1 0,0 0 1,0 0-1,0 0 0,0 0 1,0-1-1,0 1 0,0 0 1,0 0-1,0 0 0,-1-1 0,-9-10-6075</inkml:trace>
</inkml:ink>
</file>

<file path=ppt/ink/ink3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55.104"/>
    </inkml:context>
    <inkml:brush xml:id="br0">
      <inkml:brushProperty name="width" value="0.025" units="cm"/>
      <inkml:brushProperty name="height" value="0.025" units="cm"/>
    </inkml:brush>
  </inkml:definitions>
  <inkml:trace contextRef="#ctx0" brushRef="#br0">1 3445 4004,'4'-3'7986,"6"5"-5117,14 7-3656,-17-6 2009,78 18 752,-66-15-1608,1-1 0,0 0 0,26 1 0,375-1 3121,-258-6-3253,-150 1-167,1-2-1,-1 0 1,0-1-1,0 0 1,0 0-1,0-2 1,-1 0-1,0 0 1,0-1 0,0 0-1,0-1 1,10-9-1,17-14 128,66-67 0,-77 70-134,29-36 193,-3-3-1,-2-1 0,48-85 1,-60 91-243,131-233 63,-82 132-7,-49 89 286,-4-3 1,47-137-1,-66 148-205,15-108 0,-23 111-65,3 1-1,22-68 1,4-4-61,-5-1 1,15-138-1,-46 261-21,81-459 96,-73 433-96,1 0 0,3 1 0,0 0 0,2 2 0,2 0 0,41-59 0,-25 48 9,3 2 0,78-72 0,-110 111-10,1-1 0,0 1-1,0 1 1,0-1 0,0 1 0,1 0 0,-1 1 0,1 0 0,0 0-1,0 0 1,0 0 0,0 1 0,0 1 0,0-1 0,0 1 0,0 0-1,0 1 1,0-1 0,0 1 0,0 1 0,11 3 0,-5-1-3,1 1 1,-1 0 0,-1 1-1,1 1 1,-1 0 0,0 0-1,0 2 1,-1-1 0,19 19-1,27 31 13,-24-26 14,33 41-1,-57-61-16,0 1-1,0 0 0,-1 1 0,-1 0 1,0 0-1,-1 1 0,5 17 0,-1 7 56,2-1-1,2 0 0,1-1 0,2-1 1,1-1-1,41 58 0,1-9 260,-4 2 1,-3 3-1,-5 2 0,-3 2 1,-5 2-1,54 187 0,-75-197-142,-3 2 0,6 116 0,-11-49-47,39 196 0,-38-305-115,2-1 1,23 46 0,-7-15-3,-14-36 2,3 0 0,1-1 0,2-1 0,48 62 0,125 121 64,-178-202-79,1-1 1,1 0-1,29 20 0,-39-32 3,-1 1 0,1-2 0,0 0 0,1 0 0,-1 0 0,1-1 0,-1-1 0,1 1 0,0-2 0,0 1 0,14-1 0,40-5 32,-1-4-1,0-2 1,0-3 0,79-28-1,-35 11-10,-83 24-7,0-2 0,33-15-1,-57 22-24,1 1-1,-1-1 1,1 0-1,-1 1 1,0-1-1,1 1 1,-1-1-1,0 1 1,0-1 0,1 0-1,-1 1 1,0-1-1,0 0 1,0 1-1,0-1 1,0 0-1,0 1 1,0-1-1,0 0 1,0 1-1,0-1 1,0 0-1,0 1 1,0-1-1,-1 1 1,1-1-1,0 0 1,0 1-1,-1-1 1,1 1-1,-1-2 1,-12-19-2012,-10-3-2177,-11-6-2664</inkml:trace>
</inkml:ink>
</file>

<file path=ppt/ink/ink3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55.916"/>
    </inkml:context>
    <inkml:brush xml:id="br0">
      <inkml:brushProperty name="width" value="0.025" units="cm"/>
      <inkml:brushProperty name="height" value="0.025" units="cm"/>
    </inkml:brush>
  </inkml:definitions>
  <inkml:trace contextRef="#ctx0" brushRef="#br0">16 0 1185,'0'0'2765,"-15"4"3118,15 33-5871,2 0 0,2 0 0,1-1-1,13 46 1,21 82-631,-29-106-2248</inkml:trace>
</inkml:ink>
</file>

<file path=ppt/ink/ink3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56.102"/>
    </inkml:context>
    <inkml:brush xml:id="br0">
      <inkml:brushProperty name="width" value="0.025" units="cm"/>
      <inkml:brushProperty name="height" value="0.025" units="cm"/>
    </inkml:brush>
  </inkml:definitions>
  <inkml:trace contextRef="#ctx0" brushRef="#br0">0 1 7559,'0'0'2146,"0"48"-2114,2-30 64,3 2-32,3 3 0,0 6-32,-1 4 65,0 4-1411,-1 1-1761</inkml:trace>
</inkml:ink>
</file>

<file path=ppt/ink/ink3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56.289"/>
    </inkml:context>
    <inkml:brush xml:id="br0">
      <inkml:brushProperty name="width" value="0.025" units="cm"/>
      <inkml:brushProperty name="height" value="0.025" units="cm"/>
    </inkml:brush>
  </inkml:definitions>
  <inkml:trace contextRef="#ctx0" brushRef="#br0">0 0 8008,'0'0'1569,"0"52"-512,0-25-160,2 0-321,5 1-447,-1 3-65,3 4-32,0 2-32,0 6-32,-1 2-961,0 4-3363</inkml:trace>
</inkml:ink>
</file>

<file path=ppt/ink/ink3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56.474"/>
    </inkml:context>
    <inkml:brush xml:id="br0">
      <inkml:brushProperty name="width" value="0.025" units="cm"/>
      <inkml:brushProperty name="height" value="0.025" units="cm"/>
    </inkml:brush>
  </inkml:definitions>
  <inkml:trace contextRef="#ctx0" brushRef="#br0">0 0 11531,'0'0'480,"4"63"577,0-30-576,1 0-289,3-2-96,0 0 64,2 0-128,-2-1-32,-1 2 0,-1-1-1633,-1-1-3876,-5-1 256</inkml:trace>
</inkml:ink>
</file>

<file path=ppt/ink/ink3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56.614"/>
    </inkml:context>
    <inkml:brush xml:id="br0">
      <inkml:brushProperty name="width" value="0.025" units="cm"/>
      <inkml:brushProperty name="height" value="0.025" units="cm"/>
    </inkml:brush>
  </inkml:definitions>
  <inkml:trace contextRef="#ctx0" brushRef="#br0">0 0 11082,'0'0'1474,"1"49"-481,1-28-897,1-1 96,2-5-96,2-3-64,-2-4 0,0-4-1121</inkml:trace>
</inkml:ink>
</file>

<file path=ppt/ink/ink3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57.702"/>
    </inkml:context>
    <inkml:brush xml:id="br0">
      <inkml:brushProperty name="width" value="0.025" units="cm"/>
      <inkml:brushProperty name="height" value="0.025" units="cm"/>
    </inkml:brush>
  </inkml:definitions>
  <inkml:trace contextRef="#ctx0" brushRef="#br0">0 0 9161,'0'0'8274,"6"8"-8114,24 30-2,2-1 0,1-1 0,2-2 0,1-1 0,2-3-1,81 52 1,-83-67-803,-21-12-3690</inkml:trace>
</inkml:ink>
</file>

<file path=ppt/ink/ink3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58.150"/>
    </inkml:context>
    <inkml:brush xml:id="br0">
      <inkml:brushProperty name="width" value="0.025" units="cm"/>
      <inkml:brushProperty name="height" value="0.025" units="cm"/>
    </inkml:brush>
  </inkml:definitions>
  <inkml:trace contextRef="#ctx0" brushRef="#br0">33 20 6662,'0'0'10015,"-10"-20"-9582,9 21-452,0 0 1,0 1 0,0-1-1,0 0 1,0 1 0,1-1-1,-1 0 1,1 1 0,-1-1 0,1 1-1,-1-1 1,1 1 0,-1-1-1,1 1 1,0-1 0,0 1 0,0-1-1,0 1 1,0 0 0,1 1-1,-3 16-2613,-3-5-3811,-2-6-406</inkml:trace>
</inkml:ink>
</file>

<file path=ppt/ink/ink3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59.176"/>
    </inkml:context>
    <inkml:brush xml:id="br0">
      <inkml:brushProperty name="width" value="0.025" units="cm"/>
      <inkml:brushProperty name="height" value="0.025" units="cm"/>
    </inkml:brush>
  </inkml:definitions>
  <inkml:trace contextRef="#ctx0" brushRef="#br0">76 70 3940,'0'0'5637,"-7"-1"-4852,-1 1-457,6 0-210,-1 0 1,1 0-1,-1 0 0,1 0 1,0-1-1,-1 1 0,1-1 0,-1 1 1,1-1-1,0 0 0,0 0 0,-1 0 1,1 0-1,0 0 0,-2-2 1,2 0 31,-1 0 1,1-1-1,0 1 1,0-1 0,0 1-1,1-1 1,-1 0 0,1 0-1,0 0 1,0 1-1,0-1 1,0 0 0,1-7-1,0 11 144,0 4 133,5 83 649,5-1 0,37 154 1,-34-181-1204,63 283 308,-99-523 1586,-37-115-1382,11 61 687,48 233-911,10 42-124,-3-22-30,57 129 105,-56-132-102,1 0 0,1-1-1,0 0 1,1-1 0,0 0 0,1-1 0,19 17-1,-28-27-9,0-1 0,0 1 0,0-1-1,0 1 1,0-1 0,0 0-1,0 0 1,0 0 0,0 0-1,1 0 1,-1 0 0,0-1-1,0 1 1,1-1 0,-1 0 0,1 1-1,-1-1 1,0 0 0,1 0-1,-1-1 1,1 1 0,2-1-1,-2-1 0,0 1 0,0-1 0,-1 0 0,1 0 0,0 0 0,-1 0-1,0 0 1,0-1 0,0 1 0,0-1 0,0 1 0,0-1 0,0 0 0,1-4-1,3-7-4,0-1-1,-2 1 0,0-1 1,0 0-1,2-27 0,-6 32-8,3-59-24,-2 65 40,-2 0-1,1-1 1,0 1-1,-1 0 0,0 0 1,0 0-1,0 0 1,-1 0-1,1 0 1,-1 0-1,0 0 0,0 0 1,-3-3-1,5 6 2,0 1-1,-1-1 0,1 0 1,0 1-1,-1-1 1,1 1-1,-1-1 0,1 1 1,0-1-1,-1 1 1,1 0-1,-1-1 0,1 1 1,-1-1-1,1 1 0,-1 0 1,0-1-1,1 1 1,-1 0-1,1 0 0,-1 0 1,0-1-1,1 1 1,-1 0-1,0 0 0,1 0 1,-1 0-1,0 0 0,1 0 1,-1 0-1,1 0 1,-1 0-1,0 1 0,1-1 1,-1 0-1,0 0 1,1 0-1,-1 1 0,1-1 1,-1 0-1,1 1 0,-1-1 1,1 1-1,-1-1 1,1 0-1,-1 1 0,1-1 1,-1 1-1,1-1 0,0 1 1,-1-1-1,1 1 1,0 0-1,-1-1 0,1 1 1,0-1-1,0 1 1,0 0-1,0-1 0,-1 1 1,1 0-1,0-1 0,0 1 1,0 0-1,-4 43 32,4-37-14,1-1 0,0 0 0,0 0 0,0 0 0,1 0 0,0-1 0,0 1 0,0 0 0,1-1 0,-1 1 0,1-1 0,1 0 0,-1 0 0,1 0 0,0 0 0,0-1 0,0 0 0,1 0 0,0 0 0,-1 0 0,9 4 0,-6-3-139,1-1 0,0-1 0,0 1 0,0-1 0,0-1 0,12 3 0,-11-3-549,0-1 1,-1 0-1,1-1 0,0 0 0,0 0 0,11-3 1,0-3-3112,-2-6-1590</inkml:trace>
</inkml:ink>
</file>

<file path=ppt/ink/ink3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1:59.361"/>
    </inkml:context>
    <inkml:brush xml:id="br0">
      <inkml:brushProperty name="width" value="0.025" units="cm"/>
      <inkml:brushProperty name="height" value="0.025" units="cm"/>
    </inkml:brush>
  </inkml:definitions>
  <inkml:trace contextRef="#ctx0" brushRef="#br0">1 1 10794,'0'0'6566,"1"57"-4420,4-29-864,2 6-674,1 4-416,2 2-63,0 1-97,3-3 0,3-3-32,-3-9-1218,-5-14-4387</inkml:trace>
</inkml:ink>
</file>

<file path=ppt/ink/ink3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00.232"/>
    </inkml:context>
    <inkml:brush xml:id="br0">
      <inkml:brushProperty name="width" value="0.025" units="cm"/>
      <inkml:brushProperty name="height" value="0.025" units="cm"/>
    </inkml:brush>
  </inkml:definitions>
  <inkml:trace contextRef="#ctx0" brushRef="#br0">241 1 6438,'0'0'2274,"-7"8"-1948,-4 4 131,0-1 0,-1-1-1,0 0 1,0 0 0,-1-2 0,-20 12 0,-92 31 477,124-51-933,1 0 1,0 0-1,0 0 1,0 0 0,0 0-1,-1 0 1,1 0-1,0 0 1,0 0-1,0 0 1,0 0 0,0 1-1,-1-1 1,1 0-1,0 0 1,0 0-1,0 0 1,0 0 0,0 0-1,0 0 1,0 1-1,-1-1 1,1 0-1,0 0 1,0 0 0,0 0-1,0 0 1,0 1-1,0-1 1,0 0-1,0 0 1,0 0 0,0 0-1,0 0 1,0 1-1,0-1 1,0 0-1,0 0 1,0 0 0,0 0-1,0 1 1,0-1-1,0 0 1,0 0-1,0 0 1,0 0 0,0 0-1,0 1 1,0-1-1,1 0 1,-1 0-1,0 0 1,0 0-1,0 0 1,0 0 0,13 9 19,25 7-13,-31-13 24,118 55 558,-67-29-1499,2-3-4260,-52-23 61</inkml:trace>
</inkml:ink>
</file>

<file path=ppt/ink/ink3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00.560"/>
    </inkml:context>
    <inkml:brush xml:id="br0">
      <inkml:brushProperty name="width" value="0.025" units="cm"/>
      <inkml:brushProperty name="height" value="0.025" units="cm"/>
    </inkml:brush>
  </inkml:definitions>
  <inkml:trace contextRef="#ctx0" brushRef="#br0">0 236 8584,'0'0'1148,"10"-6"-721,11-5 48,1 1 0,0 1 0,1 0 0,0 2 0,38-7 1,137-16 2042,-149 24-2282,840-93 1077,-518 80-2177,-382 12-3920,-10-1 81</inkml:trace>
</inkml:ink>
</file>

<file path=ppt/ink/ink3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00.809"/>
    </inkml:context>
    <inkml:brush xml:id="br0">
      <inkml:brushProperty name="width" value="0.025" units="cm"/>
      <inkml:brushProperty name="height" value="0.025" units="cm"/>
    </inkml:brush>
  </inkml:definitions>
  <inkml:trace contextRef="#ctx0" brushRef="#br0">0 1 10570,'0'0'1078,"11"2"-635,0 1-205,0 1 0,0 0 0,0 1-1,0 0 1,-1 0 0,0 1 0,0 1 0,0 0-1,-1 0 1,0 1 0,0 0 0,8 11-1,-6-6-139,0 1 0,-1 0 0,0 1 0,-2 1-1,0-1 1,0 1 0,-1 0 0,-1 1 0,7 33-1,-11-40-119,-1 0 0,0 0 0,0 0-1,-1 0 1,-1 0 0,0 1 0,0-1-1,-1 0 1,0 0 0,0-1 0,-1 1-1,-1 0 1,0-1 0,0 0 0,-1 1-1,0-2 1,0 1 0,-10 11 0,3-6-1257,0-2 0,-1 0 1,-23 18-1,-11 1-3514</inkml:trace>
</inkml:ink>
</file>

<file path=ppt/ink/ink3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01.248"/>
    </inkml:context>
    <inkml:brush xml:id="br0">
      <inkml:brushProperty name="width" value="0.025" units="cm"/>
      <inkml:brushProperty name="height" value="0.025" units="cm"/>
    </inkml:brush>
  </inkml:definitions>
  <inkml:trace contextRef="#ctx0" brushRef="#br0">141 39 12332,'0'0'3203,"9"1"-2963,-5-1-207,0 1 0,0 0 0,-1 0 0,1 0 0,0 0-1,-1 1 1,1 0 0,-1-1 0,1 1 0,-1 1 0,0-1 0,1 0 0,-1 1 0,2 3 0,1-1 18,-2 1 0,1 1 0,-1-1 0,0 1 0,0 0 0,0 0 0,4 13 0,-5-10-35,0 1 0,0-1 1,0 1-1,-2 0 0,1 0 0,-1 0 0,-1 0 0,0 0 0,-3 19 1,3-26-13,-1-1 1,0 1-1,0 0 0,0-1 1,-1 0-1,1 1 1,-1-1-1,1 0 1,-1 1-1,-1-1 1,1 0-1,0 0 1,-1-1-1,1 1 1,-1 0-1,0-1 0,0 0 1,0 1-1,0-1 1,0 0-1,0-1 1,0 1-1,-1-1 1,1 1-1,-1-1 1,1 0-1,-1 0 1,0 0-1,1-1 0,-1 1 1,-6-1-1,2-1-1,1 1-1,-1-1 0,0-1 1,1 1-1,-1-1 0,1-1 1,0 0-1,0 0 0,0 0 1,0 0-1,0-1 0,0-1 1,1 1-1,0-1 0,0 0 1,0 0-1,1-1 0,0 1 1,0-1-1,-5-7 0,7 9 0,0-1-1,0 1 0,1 0 0,-1-1 0,1 1 0,0-1 0,0 0 1,1 0-1,0 1 0,-1-1 0,2 0 0,-1 0 0,0 0 0,1-1 1,0 1-1,0 0 0,1 0 0,-1 0 0,1 0 0,0 0 0,1 0 0,-1 0 1,1 1-1,0-1 0,0 0 0,0 1 0,1-1 0,-1 1 0,1 0 1,0 0-1,6-6 0,2 0 33,-1 1 0,1 1 0,1 0 0,-1 0 0,2 1 0,-1 1-1,1 0 1,-1 1 0,1 0 0,1 1 0,-1 0 0,16-2 0,3 1-631,54-1-1,-8 5-3495,-67 1 3196,16 0-4468</inkml:trace>
</inkml:ink>
</file>

<file path=ppt/ink/ink3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01.431"/>
    </inkml:context>
    <inkml:brush xml:id="br0">
      <inkml:brushProperty name="width" value="0.025" units="cm"/>
      <inkml:brushProperty name="height" value="0.025" units="cm"/>
    </inkml:brush>
  </inkml:definitions>
  <inkml:trace contextRef="#ctx0" brushRef="#br0">0 1 12588,'0'0'673,"12"64"-449,-3-35 160,1 2-32,-2 3-95,2 2-97,-3-1-160,-3 0 32,0 0-32,-4-4-513,0-9-4099,0-9 160</inkml:trace>
</inkml:ink>
</file>

<file path=ppt/ink/ink3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01.794"/>
    </inkml:context>
    <inkml:brush xml:id="br0">
      <inkml:brushProperty name="width" value="0.025" units="cm"/>
      <inkml:brushProperty name="height" value="0.025" units="cm"/>
    </inkml:brush>
  </inkml:definitions>
  <inkml:trace contextRef="#ctx0" brushRef="#br0">1 95 9449,'0'0'1052,"0"-9"1072,0 4-1978,0-3 355,-1-1 0,1 1 0,1 0 0,2-13 0,-3 20-465,0 0 0,0-1 0,0 1 0,0 0 0,1 0 1,-1 0-1,0 0 0,1 0 0,-1 0 0,1 0 0,-1 0 0,1 0 0,0 0 0,-1 0 0,1 0 0,0 0 0,0 0 0,0 0 0,0 0 0,-1 1 0,1-1 0,0 0 0,0 1 0,0-1 1,1 1-1,-1-1 0,0 1 0,0-1 0,0 1 0,0 0 0,0 0 0,0 0 0,1-1 0,-1 1 0,0 0 0,0 0 0,0 0 0,0 1 0,1-1 0,-1 0 0,0 0 0,0 1 1,0-1-1,0 0 0,0 1 0,2 0 0,-1 1-37,1 0 0,0 0-1,-1 1 1,0-1 0,1 0 0,-1 1 0,0 0 0,0-1 0,-1 1 0,1 0 0,-1 0-1,1 0 1,-1 0 0,0 0 0,0 0 0,0 0 0,0 1 0,-1-1 0,1 0 0,-1 0 0,0 1-1,0 5 1,0 9-10,-1 0 0,-5 30 0,6-47 10,-1 0 0,1 0 0,0 0 0,-1 0 0,1 0 0,0 0 0,0 0 0,0 0 1,0 0-1,0 0 0,0 0 0,0 0 0,0 0 0,0 0 0,1 0 0,-1 0 0,0 0 0,1 0 0,-1-1 0,0 1 0,1 0 0,-1 0 0,1 0 0,0 0 0,-1-1 1,1 1-1,-1 0 0,1 0 0,0-1 0,0 1 0,0-1 0,-1 1 0,2 0 0,1-1-2,0 1 1,-1-1-1,1 0 0,0 0 1,0 0-1,0-1 0,-1 1 1,1-1-1,0 1 0,-1-1 1,6-2-1,24-11-663,0-2 1,45-29-1,-45 24-2558</inkml:trace>
</inkml:ink>
</file>

<file path=ppt/ink/ink3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24.571"/>
    </inkml:context>
    <inkml:brush xml:id="br0">
      <inkml:brushProperty name="width" value="0.025" units="cm"/>
      <inkml:brushProperty name="height" value="0.025" units="cm"/>
    </inkml:brush>
  </inkml:definitions>
  <inkml:trace contextRef="#ctx0" brushRef="#br0">16 1 9001,'0'0'1473,"-3"10"-1249,-1 3 148,1 0-1,1 0 1,0 1-1,1 22 1,1-28-311,0 0 1,0-1 0,1 1 0,1 0 0,-1 0 0,1-1 0,1 1-1,-1-1 1,1 0 0,1 0 0,5 10 0,-8-16-57,-1-1 1,1 1-1,0 0 0,0-1 1,0 1-1,0-1 1,0 1-1,0-1 0,0 1 1,0-1-1,1 0 0,-1 1 1,0-1-1,0 0 1,0 0-1,0 0 0,0 0 1,0 0-1,1 0 1,-1 0-1,0 0 0,0-1 1,0 1-1,0 0 0,0-1 1,0 1-1,0 0 1,2-2-1,38-19 148,-24 12-120,-12 6-24,0 1 1,0 0-1,0 0 1,0 1 0,0 0-1,0 0 1,1 0 0,-1 0-1,0 1 1,0 0 0,1 0-1,-1 0 1,0 1-1,0 0 1,1 0 0,-1 0-1,0 1 1,0-1 0,0 1-1,0 0 1,-1 1-1,8 3 1,-8-2-4,1 1-1,-1-1 1,1 1-1,-1-1 1,0 1-1,-1 1 0,1-1 1,-1 0-1,0 1 1,-1-1-1,1 1 1,-1 0-1,0 0 1,-1 0-1,1 0 1,-1 0-1,0 1 1,0 10-1,-2-7 38,1-1-1,-1 1 0,0-1 1,-1 1-1,0-1 0,-1 0 1,0 0-1,0 0 0,-1 0 0,0 0 1,0-1-1,-1 1 0,-6 7 1,6-10-204,0 0 0,0 0 0,0-1 1,-1 1-1,0-2 0,0 1 0,0 0 0,0-1 1,-10 5-1,10-7-487,1 0 0,-1 0 0,0-1 1,1 1-1,-1-1 0,0 0 0,-11 0 0,-1-1-5005</inkml:trace>
</inkml:ink>
</file>

<file path=ppt/ink/ink3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24.790"/>
    </inkml:context>
    <inkml:brush xml:id="br0">
      <inkml:brushProperty name="width" value="0.025" units="cm"/>
      <inkml:brushProperty name="height" value="0.025" units="cm"/>
    </inkml:brush>
  </inkml:definitions>
  <inkml:trace contextRef="#ctx0" brushRef="#br0">0 276 9641,'0'0'2915,"4"-50"-1634,12 30-224,7-3-352,7-3-353,2-2-96,4 0-224,0 3-32,0 2 32,-2 6-32,-4 3-800,-6 3-1891,-6 0-2113</inkml:trace>
</inkml:ink>
</file>

<file path=ppt/ink/ink3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25.165"/>
    </inkml:context>
    <inkml:brush xml:id="br0">
      <inkml:brushProperty name="width" value="0.025" units="cm"/>
      <inkml:brushProperty name="height" value="0.025" units="cm"/>
    </inkml:brush>
  </inkml:definitions>
  <inkml:trace contextRef="#ctx0" brushRef="#br0">14 1 7175,'0'0'2226,"-1"10"-1174,-1 2-387,0 5 20,0-1 1,1 1-1,0 0 1,4 32-1,-3-45-658,1 0 0,0-1-1,0 1 1,0 0 0,0-1 0,0 1-1,1-1 1,-1 0 0,1 1 0,0-1-1,0 0 1,0 0 0,0 0 0,1 0-1,-1 0 1,1-1 0,0 1 0,0-1 0,0 0-1,0 0 1,0 0 0,0 0 0,1 0-1,-1-1 1,0 1 0,1-1 0,0 0-1,-1 0 1,1 0 0,5 0 0,-4 0-14,0-1 1,1 1 0,-1-1 0,0 0 0,1-1-1,-1 1 1,0-1 0,0 0 0,1 0 0,-1-1-1,0 0 1,0 1 0,-1-2 0,1 1 0,0-1-1,-1 1 1,1-1 0,-1 0 0,0-1 0,0 1-1,0-1 1,0 0 0,-1 0 0,1 0 0,-1 0-1,0-1 1,-1 1 0,1-1 0,-1 0 0,0 1-1,0-1 1,0 0 0,-1-1 0,1 1 0,-1 0-1,-1 0 1,1 0 0,-1-1 0,1 1 0,-3-11-1,2 12 26,-2 0 0,1 0 0,0 0 0,-1 0-1,0 0 1,0 1 0,0-1 0,0 0 0,-1 1-1,1 0 1,-1-1 0,0 1 0,0 0 0,0 0 0,0 1-1,-1-1 1,1 1 0,-1-1 0,1 1 0,-1 0-1,0 0 1,0 1 0,0-1 0,0 1 0,0 0-1,0 0 1,-7 0 0,-1-1-357,-1 0 1,1 2-1,-1-1 0,1 2 1,0-1-1,-1 2 0,1 0 1,-14 4-1,11-4-4753</inkml:trace>
</inkml:ink>
</file>

<file path=ppt/ink/ink3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13.838"/>
    </inkml:context>
    <inkml:brush xml:id="br0">
      <inkml:brushProperty name="width" value="0.025" units="cm"/>
      <inkml:brushProperty name="height" value="0.025" units="cm"/>
    </inkml:brush>
  </inkml:definitions>
  <inkml:trace contextRef="#ctx0" brushRef="#br0">43 1 7015,'0'0'7852,"-7"10"-6955,2 0-708,-1 1 0,2-1 0,0 1 0,0 0 0,1 0 0,0 1 0,1-1-1,0 1 1,1-1 0,0 1 0,1 0 0,2 19 0,23 301 517,-7-118-510,-16-177-253,12 98-1637,-12-127-1333</inkml:trace>
</inkml:ink>
</file>

<file path=ppt/ink/ink3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14.133"/>
    </inkml:context>
    <inkml:brush xml:id="br0">
      <inkml:brushProperty name="width" value="0.025" units="cm"/>
      <inkml:brushProperty name="height" value="0.025" units="cm"/>
    </inkml:brush>
  </inkml:definitions>
  <inkml:trace contextRef="#ctx0" brushRef="#br0">189 1 12908,'0'0'3043,"-52"77"-3043,30-33 0,0 2 0,0 1-64,2-3 64,2-4-1057,3-8-2338,3-8-321,6-10-3330</inkml:trace>
</inkml:ink>
</file>

<file path=ppt/ink/ink3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14.337"/>
    </inkml:context>
    <inkml:brush xml:id="br0">
      <inkml:brushProperty name="width" value="0.025" units="cm"/>
      <inkml:brushProperty name="height" value="0.025" units="cm"/>
    </inkml:brush>
  </inkml:definitions>
  <inkml:trace contextRef="#ctx0" brushRef="#br0">129 1 13581,'0'0'3075,"-31"45"-2563,13-20-352,-2 2-128,3 0 0,1 0-96,3 1 0,4-4-1665,4-5-2243,5-7-192</inkml:trace>
</inkml:ink>
</file>

<file path=ppt/ink/ink3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14.540"/>
    </inkml:context>
    <inkml:brush xml:id="br0">
      <inkml:brushProperty name="width" value="0.025" units="cm"/>
      <inkml:brushProperty name="height" value="0.025" units="cm"/>
    </inkml:brush>
  </inkml:definitions>
  <inkml:trace contextRef="#ctx0" brushRef="#br0">163 0 11499,'0'0'3651,"-45"46"-2946,22-25-193,-3 4 97,2-3-385,5-1-160,6-4-32,5-1-32,3-6-32,5-3-640,3-7-1538,14-2-897,4-14-32,7-9-4901</inkml:trace>
</inkml:ink>
</file>

<file path=ppt/ink/ink3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14.698"/>
    </inkml:context>
    <inkml:brush xml:id="br0">
      <inkml:brushProperty name="width" value="0.025" units="cm"/>
      <inkml:brushProperty name="height" value="0.025" units="cm"/>
    </inkml:brush>
  </inkml:definitions>
  <inkml:trace contextRef="#ctx0" brushRef="#br0">76 0 11883,'0'0'3043,"-31"58"-2819,16-37 129,4 0-193,1 0-128,4-2 0,4-2-96,2-3-2306,0-8-2339</inkml:trace>
</inkml:ink>
</file>

<file path=ppt/ink/ink3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14.885"/>
    </inkml:context>
    <inkml:brush xml:id="br0">
      <inkml:brushProperty name="width" value="0.025" units="cm"/>
      <inkml:brushProperty name="height" value="0.025" units="cm"/>
    </inkml:brush>
  </inkml:definitions>
  <inkml:trace contextRef="#ctx0" brushRef="#br0">144 0 14894,'0'0'4260,"-22"47"-3843,9-20-321,-1 4-64,0 3 0,1 3-64,0 4 0,0 2-64,-6-3-2339,-4-2-3362</inkml:trace>
</inkml:ink>
</file>

<file path=ppt/ink/ink3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15.302"/>
    </inkml:context>
    <inkml:brush xml:id="br0">
      <inkml:brushProperty name="width" value="0.025" units="cm"/>
      <inkml:brushProperty name="height" value="0.025" units="cm"/>
    </inkml:brush>
  </inkml:definitions>
  <inkml:trace contextRef="#ctx0" brushRef="#br0">1 153 11307,'0'0'5290,"0"-7"-4078,0 4-1145,0 1 1,0-1-1,0 0 1,0 1-1,1-1 0,0 0 1,-1 1-1,1-1 1,0 1-1,0-1 0,0 1 1,0 0-1,1-1 1,-1 1-1,3-3 1,1 0 92,1 0 0,-1 0 0,1 0 0,0 1 0,11-6 0,8-5 109,51-21 0,-68 33-264,1 0 0,-1 0 0,1 1 0,0 0 0,-1 0 0,1 1 0,0 0 0,0 1 0,0 0 0,14 2 0,-21-1-4,-1-1 0,1 1 0,-1 0 0,1-1 0,-1 1 0,0 0 0,0 0 0,1 0 0,-1 1 0,0-1 0,0 0 1,0 0-1,0 1 0,0-1 0,0 0 0,0 1 0,-1-1 0,1 1 0,0-1 0,-1 1 0,1-1 0,-1 1 0,0-1 0,0 1 1,1 0-1,-1 2 0,1 51 7,-2-39 8,-2 84 12,0-56-913,2 1 0,5 49 1,2-70-2869,0-9-1906</inkml:trace>
</inkml:ink>
</file>

<file path=ppt/ink/ink3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3:15.628"/>
    </inkml:context>
    <inkml:brush xml:id="br0">
      <inkml:brushProperty name="width" value="0.025" units="cm"/>
      <inkml:brushProperty name="height" value="0.025" units="cm"/>
    </inkml:brush>
  </inkml:definitions>
  <inkml:trace contextRef="#ctx0" brushRef="#br0">84 134 13869,'0'0'5718,"-5"6"-5468,3-4-241,0-1-1,1 1 1,-1 0 0,1 0-1,-1-1 1,1 1-1,0 0 1,0 1-1,-1-1 1,2 0-1,-1 0 1,0 0-1,-1 4 1,3-4-5,-1-1 0,1 1 0,-1-1 0,1 1 0,-1-1 0,1 0 0,0 1 0,0-1 0,0 0 0,0 1 0,0-1 0,0 0 0,0 0 0,0 0 0,0 0 0,0 0 0,1 0 0,-1 0-1,0 0 1,1 0 0,-1-1 0,0 1 0,1-1 0,-1 1 0,1-1 0,-1 1 0,1-1 0,2 0 0,1 2-1,-1-1 0,1 0-1,-1 0 1,0-1 0,1 1 0,0-1-1,-1 0 1,1-1 0,-1 1-1,1-1 1,-1 1 0,0-1 0,1-1-1,-1 1 1,0-1 0,0 1-1,0-1 1,0 0 0,0-1-1,0 1 1,0-1 0,-1 0 0,1 1-1,-1-2 1,6-5 0,-5 4 11,0 0 1,-1-1-1,0 1 1,1-1-1,-2 0 1,1 1-1,-1-1 1,0-1-1,0 1 0,0 0 1,-1 0-1,0-1 1,0 1-1,-1-1 1,0 1-1,0-1 1,-2-10-1,2 15-4,-1-1-1,1 1 1,-1 0 0,0-1-1,0 1 1,0 0-1,0 0 1,0 0-1,0 0 1,0 0 0,-1 0-1,1 0 1,-1 0-1,0 0 1,1 1-1,-1-1 1,0 0 0,0 1-1,0 0 1,0 0-1,0-1 1,0 1 0,-1 0-1,1 0 1,0 1-1,0-1 1,-1 0-1,1 1 1,-1 0 0,1-1-1,0 1 1,-1 0-1,1 0 1,-1 0-1,1 1 1,0-1 0,-1 1-1,-3 0 1,-5 2-149,0 0 0,1 0 0,0 1 1,-1 0-1,1 1 0,1 0 0,-11 7 1,-19 13-4005,4-4-5039</inkml:trace>
</inkml:ink>
</file>

<file path=ppt/ink/ink3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34.108"/>
    </inkml:context>
    <inkml:brush xml:id="br0">
      <inkml:brushProperty name="width" value="0.025" units="cm"/>
      <inkml:brushProperty name="height" value="0.025" units="cm"/>
    </inkml:brush>
  </inkml:definitions>
  <inkml:trace contextRef="#ctx0" brushRef="#br0">1 158 9097,'0'0'5509,"46"-23"-4260,-21 7-512,7-1-193,3-3-288,4-1-95,-3 3-65,0 1-64,-5 5 0,-3 3-32,-9 5 0,-3 4-417,-7 0-1248,-9 12-2115,0 4-800</inkml:trace>
</inkml:ink>
</file>

<file path=ppt/ink/ink3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34.310"/>
    </inkml:context>
    <inkml:brush xml:id="br0">
      <inkml:brushProperty name="width" value="0.025" units="cm"/>
      <inkml:brushProperty name="height" value="0.025" units="cm"/>
    </inkml:brush>
  </inkml:definitions>
  <inkml:trace contextRef="#ctx0" brushRef="#br0">1 359 7944,'0'0'5797,"58"-30"-4452,-24 5-448,7-4-480,4-1-193,4-2-192,2 1 0,0-4-32,1 2-385,-4-5-1568,-4 3-2275,-7-6-2851</inkml:trace>
</inkml:ink>
</file>

<file path=ppt/ink/ink3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34.516"/>
    </inkml:context>
    <inkml:brush xml:id="br0">
      <inkml:brushProperty name="width" value="0.025" units="cm"/>
      <inkml:brushProperty name="height" value="0.025" units="cm"/>
    </inkml:brush>
  </inkml:definitions>
  <inkml:trace contextRef="#ctx0" brushRef="#br0">0 1 16496,'0'0'3587,"1"76"-3107,18-36-319,2 4-129,0 1-32,2 1-64,0-8-65,0-5-1920,-2-12-2019,0-14-3107</inkml:trace>
</inkml:ink>
</file>

<file path=ppt/ink/ink3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34.828"/>
    </inkml:context>
    <inkml:brush xml:id="br0">
      <inkml:brushProperty name="width" value="0.025" units="cm"/>
      <inkml:brushProperty name="height" value="0.025" units="cm"/>
    </inkml:brush>
  </inkml:definitions>
  <inkml:trace contextRef="#ctx0" brushRef="#br0">75 38 15759,'-8'2'160,"5"-1"-121,0-1-1,-1 1 1,1 0-1,0 0 1,0 0-1,0 0 1,0 1-1,0 0 1,0-1-1,0 1 1,0 0-1,1 0 1,-1 0-1,1 1 1,-1-1-1,1 1 1,0-1-1,0 1 1,0 0-1,0 0 1,1 0-1,-1 0 1,1 0-1,0 0 1,0 0-1,0 0 1,0 0-1,0 1 1,1-1-1,-1 0 1,1 1-1,0-1 1,0 0-1,0 1 1,1-1 0,-1 0-1,1 1 1,0-1-1,-1 0 1,2 0-1,1 6 1,1-3-5,0 0 0,0 0 0,0-1 0,1 1 0,-1-1 0,2 0 0,-1 0 0,0 0 0,1-1 0,0 0 0,0 0 0,12 6 0,-8-6-31,0 1 0,-1-2 0,2 1 0,-1-1 0,0-1 0,0 0 0,1 0 0,12 0 0,-20-2 3,0-1 0,0 1 0,0 0-1,0-1 1,1 0 0,-1 0 0,0 0-1,0 0 1,0 0 0,0-1 0,-1 1-1,1-1 1,0 0 0,-1 1 0,1-1-1,-1-1 1,1 1 0,-1 0 0,0-1-1,0 1 1,0-1 0,0 1 0,-1-1-1,1 0 1,-1 0 0,1 0 0,-1 0-1,0 0 1,0 0 0,-1 0 0,1 0-1,0 0 1,-1 0 0,0-1 0,0-4-1,0 1 11,1-1-1,-2 1 0,1-1 1,-1 1-1,0 0 1,-1-1-1,0 1 0,0 0 1,0 0-1,-1 0 1,0 1-1,0-1 0,-1 0 1,-8-10-1,7 12 4,0 0 0,0 0 0,0 1 0,-1-1 0,0 1 0,0 0 0,0 1 0,0 0 0,-1 0 0,1 0 0,-1 1 0,-8-3 0,11 5-40,0-1 1,0 1-1,0-1 0,0 1 0,0 0 1,1 0-1,-1 1 0,0-1 0,0 1 1,0 0-1,0 0 0,1 0 0,-1 0 1,0 1-1,1 0 0,0-1 0,-1 1 1,1 1-1,0-1 0,0 0 0,0 1 1,0-1-1,-3 4 0,-6 9-2867,7-8-4698</inkml:trace>
</inkml:ink>
</file>

<file path=ppt/ink/ink3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41.647"/>
    </inkml:context>
    <inkml:brush xml:id="br0">
      <inkml:brushProperty name="width" value="0.025" units="cm"/>
      <inkml:brushProperty name="height" value="0.025" units="cm"/>
    </inkml:brush>
  </inkml:definitions>
  <inkml:trace contextRef="#ctx0" brushRef="#br0">110 1 13261,'-3'9'69,"-4"16"124,1 0 0,2 0 0,0 0 0,2 1 0,1-1 0,1 1 0,4 39 1,38 191 1066,-37-230-1257,37 176 856,-55-263 3392,-19-36-4192,8 25 57,-7-24-112,3 10 42,-20-99 0,48 160-59,0 24 12,0 1 0,1 0 0,-1 0 0,0-1 0,0 1 0,0 0 0,0 0 0,1-1 0,-1 1-1,0 0 1,0 0 0,1-1 0,-1 1 0,0 0 0,0 0 0,1 0 0,-1 0 0,0 0 0,1-1 0,-1 1 0,0 0 0,1 0 0,-1 0 0,0 0 0,1 0 0,-1 0 0,0 0-1,0 0 1,1 0 0,-1 0 0,0 0 0,1 0 0,-1 0 0,0 1 0,1-1 0,-1 0 0,37 27-59,364 385-421,-377-381-2183,-14-9-2743,-8-9-4213</inkml:trace>
</inkml:ink>
</file>

<file path=ppt/ink/ink3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41.818"/>
    </inkml:context>
    <inkml:brush xml:id="br0">
      <inkml:brushProperty name="width" value="0.025" units="cm"/>
      <inkml:brushProperty name="height" value="0.025" units="cm"/>
    </inkml:brush>
  </inkml:definitions>
  <inkml:trace contextRef="#ctx0" brushRef="#br0">4 505 16848,'0'0'-128,"-4"-45"320,4 16-64,18-2-64,7-8 96,4-6 129,5-1-161,3-1-96,3 1 0,1 1-417,-4 2-1857,-4-1-2594,-10-1-1827</inkml:trace>
</inkml:ink>
</file>

<file path=ppt/ink/ink3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42.237"/>
    </inkml:context>
    <inkml:brush xml:id="br0">
      <inkml:brushProperty name="width" value="0.025" units="cm"/>
      <inkml:brushProperty name="height" value="0.025" units="cm"/>
    </inkml:brush>
  </inkml:definitions>
  <inkml:trace contextRef="#ctx0" brushRef="#br0">345 1 13837,'-31'18'289,"2"1"1,0 2-1,1 1 0,1 1 1,1 1-1,-33 42 0,45-47-74,0 0-1,2 0 0,0 2 1,2-1-1,0 2 0,1-1 1,2 1-1,0 0 0,1 1 1,-6 44-1,10-37-67,1 0 0,2 0 0,1 0 0,1 0 0,1-1 0,2 1 1,1-1-1,1 0 0,1-1 0,16 33 0,-9-27-88,2-2 1,1 0-1,1-1 1,2-1-1,1-1 0,1-1 1,1-1-1,32 25 1,-33-32-55,0-1 0,2-2 0,0-1 1,0 0-1,2-2 0,0-2 0,0 0 1,1-2-1,55 13 0,-60-19 7,0-1 0,1-2 1,-1 0-1,0-1 0,0-1 0,1-2 0,-1 0 0,-1-2 1,1 0-1,-1-2 0,0 0 0,0-2 0,29-14 0,-29 10-5,0-1-1,-1-1 0,0-1 1,-1-1-1,-1-1 0,0 0 1,-2-2-1,0 0 0,-1-1 1,-2-1-1,15-24 0,-15 19 48,-1-2-1,-1 1 0,-2-2 1,-1 0-1,-1 0 1,-1-1-1,-2 0 0,4-61 1,-9 63 15,-1-1 1,-2 1 0,-1 0 0,-1 0 0,-1 0-1,-2 1 1,-1 0 0,-1 0 0,-21-44-1,19 50-13,-1 1 0,-2 0 0,0 1 0,-1 0 0,0 2 0,-2 0 0,0 0 0,-1 2-1,-1 0 1,-1 1 0,0 1 0,-28-15 0,22 16-40,-1 2 0,0 1 1,-1 0-1,0 3 0,0 0 0,-1 1 0,0 2 1,0 1-1,0 2 0,0 0 0,-58 8 0,45-1-29,1 2-1,0 2 0,0 1 1,1 3-1,1 1 1,0 2-1,-58 34 0,76-38-69,1 0-1,0 2 0,-32 30 1,44-37-435,0 1-1,1 0 1,0 1 0,0 0 0,-8 18 0,7-3-5215</inkml:trace>
</inkml:ink>
</file>

<file path=ppt/ink/ink3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43.372"/>
    </inkml:context>
    <inkml:brush xml:id="br0">
      <inkml:brushProperty name="width" value="0.025" units="cm"/>
      <inkml:brushProperty name="height" value="0.025" units="cm"/>
    </inkml:brush>
  </inkml:definitions>
  <inkml:trace contextRef="#ctx0" brushRef="#br0">1 0 11755,'0'0'737,"48"40"-609,-15 3 673,9 9 512,4 9-544,4 5-289,-1 4-256,-4-4-96,-6 0-63,-4-11-65,-8-8 32,-8-14-32,-7-13 0,-7-11-769,-10-21-4708,-15-13-289</inkml:trace>
</inkml:ink>
</file>

<file path=ppt/ink/ink3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43.824"/>
    </inkml:context>
    <inkml:brush xml:id="br0">
      <inkml:brushProperty name="width" value="0.025" units="cm"/>
      <inkml:brushProperty name="height" value="0.025" units="cm"/>
    </inkml:brush>
  </inkml:definitions>
  <inkml:trace contextRef="#ctx0" brushRef="#br0">10 178 13068,'-2'-8'-112,"1"4"213,-1-1-1,1 1 1,0-1 0,0 0-1,0 0 1,1 1-1,-1-1 1,1 0 0,0 0-1,1 0 1,-1 1-1,1-1 1,0 0 0,0 0-1,1 1 1,-1-1-1,1 1 1,0-1 0,0 1-1,0 0 1,1 0-1,0 0 1,-1 0 0,2 0-1,-1 1 1,0-1-1,1 1 1,-1 0 0,1 0-1,0 0 1,4-2-1,2 0-49,0 0 0,0 1-1,1 0 1,-1 0 0,1 1 0,0 1-1,0 0 1,0 0 0,0 1-1,0 1 1,0 0 0,21 2 0,-26-1-39,-1 0 1,0 0 0,0 0 0,0 1 0,0-1 0,0 1 0,-1 0 0,1 1 0,-1-1 0,1 1 0,-1 0-1,0 0 1,0 0 0,0 1 0,0-1 0,-1 1 0,1 0 0,-1 0 0,0 0 0,0 1 0,0-1-1,-1 1 1,0 0 0,0-1 0,0 1 0,0 0 0,-1 0 0,0 0 0,1 6 0,-1-2-30,0 0 0,-1-1 1,0 1-1,-1 0 0,0-1 1,0 1-1,-1-1 0,0 1 1,-4 10-1,-2 2-85,-2-1 0,-14 23 0,-8 16-39,26-33 19,6-25 120,0-1-1,1 1 0,-1 0 1,0-1-1,0 1 0,1 0 1,-1-1-1,0 1 0,1 0 1,-1-1-1,1 1 0,-1 0 1,1-1-1,-1 1 0,1-1 0,-1 1 1,1-1-1,0 0 0,-1 1 1,1-1-1,1 1 0,3 0 2,0 0 0,0 0 0,0 0 0,0-1 0,0 1 0,0-1 0,6-1 0,5 0 8,67-2 26,-45 1 1,57 3 1,-93-1-27,1 0 0,0 0 0,0 0 1,-1 0-1,1 0 0,0 1 0,-1 0 1,1-1-1,-1 1 0,1 0 0,-1 0 1,1 0-1,-1 1 0,0-1 0,1 1 1,-1-1-1,0 1 0,0 0 0,0-1 1,0 1-1,0 0 0,-1 1 0,1-1 0,-1 0 1,1 0-1,-1 1 0,0-1 0,0 1 1,0-1-1,0 1 0,0-1 0,0 1 1,-1-1-1,1 1 0,-1 0 0,0-1 1,0 6-1,-1-1 87,0 1 0,-1-1 0,0 0 0,0 0 0,-1 0 0,0 0 0,0 0 0,0 0 0,-1-1 0,0 1 0,0-1 0,-8 8 0,-10 9 60,0-1 0,-1-2-1,-40 28 1,49-39-192,0 0-1,0-1 1,0 0 0,-1-2-1,0 0 1,-1 0-1,1-1 1,-25 3 0,38-7-133,0-1 1,0 0-1,0 0 1,0 1-1,0-1 0,0-1 1,0 1-1,0 0 1,0 0-1,1-1 1,-1 0-1,0 1 1,0-1-1,0 0 0,0 0 1,0 1-1,1-1 1,-1-1-1,0 1 1,1 0-1,-1 0 1,1-1-1,0 1 1,-2-3-1,-16-28-5142</inkml:trace>
</inkml:ink>
</file>

<file path=ppt/ink/ink3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44.199"/>
    </inkml:context>
    <inkml:brush xml:id="br0">
      <inkml:brushProperty name="width" value="0.025" units="cm"/>
      <inkml:brushProperty name="height" value="0.025" units="cm"/>
    </inkml:brush>
  </inkml:definitions>
  <inkml:trace contextRef="#ctx0" brushRef="#br0">453 1 13229,'-16'2'214,"0"0"1,0 1 0,0 1 0,0 1 0,0 0 0,1 1 0,0 0 0,0 1-1,1 1 1,0 1 0,0 0 0,1 1 0,-17 14 0,15-8 14,-1 1 0,2 0 0,0 1 0,2 1 0,0 0 0,0 1 0,2 0 0,1 0 0,-8 24 0,7-14-99,2 0 1,1 0-1,1 0 1,2 1-1,1 0 1,1 0-1,2 0 0,1 0 1,1-1-1,2 1 1,1 0-1,2-1 1,0 0-1,19 43 0,-11-42-116,1-1 0,2 0-1,1-2 1,1 0-1,2-1 1,1-1-1,0-1 1,2-2 0,1 0-1,1-1 1,0-2-1,39 21 1,-38-25-10,0-2 0,1-1 0,0-1 1,1-1-1,0-2 0,1-1 0,0-2 0,0 0 0,1-3 1,-1 0-1,1-2 0,0-1 0,46-7 0,-61 4 0,1-1 0,0 0 0,-1-1 0,0-1 0,0-1 0,-1 0 0,0-2 0,0 1 0,-1-2 0,0 0 0,0-1 0,-1 0 0,-1-1 0,0-1 0,-1 0 0,0-1 0,-1 0 0,0-1 0,-1 0 0,-1 0 0,-1-1 0,0 0 0,-1-1 0,0 0 0,-2 0 0,0 0 0,4-24 0,-7 17 9,-1 0-1,0 1 1,-2-1-1,-1 0 1,0 0 0,-2 0-1,-1 1 1,-1 0-1,-1 0 1,-10-24-1,4 19-3,-2 0 0,0 0 0,-2 2 1,-1 0-1,0 1 0,-2 1 0,-29-27 0,21 25-7,-1 1 0,-2 2 0,0 1 0,-1 1 0,-1 2 1,0 1-1,-2 2 0,0 1 0,-1 2 0,0 1 0,-1 2 0,0 2 0,-50-6 1,63 13-114,1 0 1,0 2 0,-1 0-1,1 2 1,0 1 0,0 0-1,0 2 1,1 0 0,0 2-1,0 1 1,-38 20 0,35-14-970,2 1-1,0 0 1,1 2 0,1 1 0,-31 34 0,-2 13-4979</inkml:trace>
</inkml:ink>
</file>

<file path=ppt/ink/ink3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46.022"/>
    </inkml:context>
    <inkml:brush xml:id="br0">
      <inkml:brushProperty name="width" value="0.025" units="cm"/>
      <inkml:brushProperty name="height" value="0.025" units="cm"/>
    </inkml:brush>
  </inkml:definitions>
  <inkml:trace contextRef="#ctx0" brushRef="#br0">73 78 10410,'-9'0'240,"5"0"82,0 1 56,-1 0 1,1-1-1,-1 0 1,1 0-1,0 0 0,-1-1 1,1 1-1,0-1 1,-1 0-1,1 0 1,-8-4-1,33-2 1117,249-40-52,-200 38-1265,134 1 0,-198 8-176,-1 0 0,1 1 0,0 0 0,-1 0 0,1 0 0,-1 0 0,1 1 0,-1 0 0,1 0 0,-1 0-1,0 1 1,6 4 0,-8-5 0,-1 0-1,0 1 1,0-1-1,0 1 1,0 0-1,0-1 1,0 1-1,-1 0 0,1 0 1,-1 0-1,0 0 1,0 0-1,0 1 1,-1-1-1,1 0 1,-1 0-1,1 1 1,-1-1-1,0 0 0,0 0 1,-1 1-1,0 5 1,-2 7 16,-1-1 0,-1 0 1,0 0-1,0 0 0,-2-1 0,-12 22 1,-61 84 319,41-65-115,-174 236 391,-15 22-284,221-303-311,0 0-1,1 0 0,0 0 0,1 1 0,0-1 0,0 1 0,1 0 1,1 1-1,-4 15 0,7-26-17,0 0 0,0 0 0,0 0 1,0 0-1,0 0 0,0 0 0,0 0 0,0 0 1,1 0-1,-1 0 0,0 0 0,0 0 0,1 0 0,-1 0 1,1-1-1,-1 1 0,1 0 0,-1 0 0,1 0 1,0-1-1,-1 1 0,1 0 0,0-1 0,-1 1 0,1 0 1,0-1-1,0 1 0,1 0 0,1 0 2,0 0 1,0 0-1,0-1 0,0 1 0,1-1 1,-1 0-1,0 0 0,0 0 0,5 0 1,8-3 21,-1 0 1,29-9 0,177-74 11,13-5 414,-193 79-2258,0 0-1,1 3 0,78-7 1,-89 14-3436</inkml:trace>
</inkml:ink>
</file>

<file path=ppt/ink/ink3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46.633"/>
    </inkml:context>
    <inkml:brush xml:id="br0">
      <inkml:brushProperty name="width" value="0.025" units="cm"/>
      <inkml:brushProperty name="height" value="0.025" units="cm"/>
    </inkml:brush>
  </inkml:definitions>
  <inkml:trace contextRef="#ctx0" brushRef="#br0">30 57 15246,'0'0'1474,"1"8"-748,-1 4-488,12 362 1552,-13-435-1671,-1 16-102,2-1 1,7-54 0,-5 88-2,0 0 1,0 0-1,1 1 0,1-1 1,0 1-1,0 0 0,1 0 1,0 0-1,1 1 0,0-1 1,1 1-1,0 1 0,15-16 1,-19 22-1,0 0-1,0 1 1,1-1 0,-1 1-1,1-1 1,-1 1 0,1 0-1,0 0 1,-1 1 0,1-1 0,0 1-1,0 0 1,0 0 0,1 0-1,-1 0 1,0 1 0,0 0 0,0-1-1,1 2 1,-1-1 0,0 0-1,0 1 1,0 0 0,0 0-1,0 0 1,0 0 0,0 1 0,0 0-1,0 0 1,-1 0 0,1 0-1,-1 0 1,1 1 0,-1-1 0,0 1-1,0 0 1,0 0 0,0 0-1,-1 1 1,1-1 0,-1 1-1,0-1 1,0 1 0,0 0 0,0-1-1,-1 1 1,1 0 0,-1 0-1,0 0 1,0 1 0,0 5 0,0-2-15,-1 0 1,0 0 0,0 1 0,0-1-1,-1 0 1,0 0 0,-1 0 0,0 0-1,0 0 1,-1 0 0,0 0 0,-6 11-1,-4 2-188,0-2 0,-1 0 0,-19 18 0,33-36 182,-1-1 1,1 0 0,-1 0-1,1 1 1,-1-1-1,1 1 1,-1-1 0,1 0-1,-1 1 1,1-1 0,0 1-1,-1-1 1,1 1 0,0-1-1,-1 1 1,1-1 0,0 1-1,0-1 1,0 1 0,-1-1-1,1 1 1,0 0 0,0-1-1,0 1 1,0-1 0,0 1-1,0 0 1,0-1 0,0 1-1,0-1 1,0 1 0,0-1-1,1 1 1,-1 0-1,0-1 1,0 1 0,1-1-1,-1 1 1,0-1 0,0 1-1,1-1 1,-1 1 0,1-1-1,-1 1 1,0-1 0,1 0-1,-1 1 1,1-1 0,-1 0-1,1 1 1,-1-1 0,1 0-1,-1 0 1,1 1 0,0-1-1,-1 0 1,1 0 0,-1 0-1,1 0 1,-1 0-1,1 0 1,0 0 0,0 0-1,51 0-214,-37-1 193,-3 1 35,1 1 1,-1 0-1,1 0 0,17 5 0,-27-5-7,-1-1 0,0 1 0,1 0-1,-1-1 1,0 1 0,0 0 0,0 0 0,0 1 0,0-1 0,0 0 0,0 1 0,0-1 0,0 1 0,-1-1 0,1 1-1,0 0 1,-1 0 0,0 0 0,1 0 0,-1 0 0,0 0 0,0 0 0,0 0 0,0 1 0,0-1 0,-1 0 0,1 0 0,-1 1-1,0-1 1,1 0 0,-1 4 0,-1-3 8,0 0-1,0 0 0,0-1 1,-1 1-1,1 0 1,-1-1-1,1 1 1,-1-1-1,0 1 0,0-1 1,0 0-1,0 0 1,-1 0-1,1 0 1,0 0-1,-1 0 0,-4 2 1,-54 27 53,52-27-56,-28 13-3,-1-1 0,-1-2 0,-42 9 0,63-20-963,0 0 0,-31 1 0,39-8-2143,9-12-2140</inkml:trace>
</inkml:ink>
</file>

<file path=ppt/ink/ink3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46.884"/>
    </inkml:context>
    <inkml:brush xml:id="br0">
      <inkml:brushProperty name="width" value="0.025" units="cm"/>
      <inkml:brushProperty name="height" value="0.025" units="cm"/>
    </inkml:brush>
  </inkml:definitions>
  <inkml:trace contextRef="#ctx0" brushRef="#br0">0 61 15278,'0'0'1890,"31"-51"-448,-15 44-706,5 4-511,6 3-65,6 0 96,2 0 0,3 0-128,-2 3-128,-2 5 32,-3-2-64,-8 2-128,-7-2-1537,-11-2-1667</inkml:trace>
</inkml:ink>
</file>

<file path=ppt/ink/ink3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47.053"/>
    </inkml:context>
    <inkml:brush xml:id="br0">
      <inkml:brushProperty name="width" value="0.025" units="cm"/>
      <inkml:brushProperty name="height" value="0.025" units="cm"/>
    </inkml:brush>
  </inkml:definitions>
  <inkml:trace contextRef="#ctx0" brushRef="#br0">1 40 545,'0'0'16463,"68"33"-15246,-19-32-288,7-7-384,4-6-321,-4 1-128,-5 3-96,-12-1-32,-15-3-3107,-14-4-7111</inkml:trace>
</inkml:ink>
</file>

<file path=ppt/ink/ink3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49.454"/>
    </inkml:context>
    <inkml:brush xml:id="br0">
      <inkml:brushProperty name="width" value="0.025" units="cm"/>
      <inkml:brushProperty name="height" value="0.025" units="cm"/>
    </inkml:brush>
  </inkml:definitions>
  <inkml:trace contextRef="#ctx0" brushRef="#br0">28 1 8392,'-2'0'92,"1"0"1,-1 1-1,1-1 0,-1 1 1,1 0-1,0-1 0,-1 1 1,1 0-1,0 0 0,0 0 1,0 0-1,0 0 0,0 0 1,0 0-1,0 0 0,0 1 1,0-1-1,0 0 0,0 0 1,1 1-1,-1-1 0,0 0 1,1 1-1,0-1 0,-1 1 1,1 1-1,1-2-81,0 1 0,0-1 0,0 1 1,0-1-1,0 1 0,1-1 0,-1 0 0,0 0 0,1 0 1,-1 1-1,1-1 0,0-1 0,-1 1 0,1 0 0,0 0 1,-1-1-1,1 1 0,0-1 0,0 1 0,-1-1 0,4 0 1,31 6 581,0-3 0,1-1 0,-1-1 0,0-2 0,61-10 0,24 0 936,-120 11-1513,-1 0 1,1 0-1,-1 0 1,1 0-1,-1 0 1,1 0-1,0 0 1,-1 0-1,1 0 1,-1 1-1,1-1 1,-1 0-1,1 0 1,-1 0-1,1 1 1,-1-1-1,1 0 1,-1 1-1,0-1 1,1 1-1,-1-1 0,1 0 1,-1 1-1,0-1 1,1 1-1,-1-1 1,0 1-1,0-1 1,1 1-1,-1-1 1,0 1-1,0-1 1,0 1-1,0-1 1,1 1-1,-1 0 1,0-1-1,0 1 1,0-1-1,0 1 1,0-1-1,-1 1 0,1 0 1,0-1-1,0 1 1,0-1-1,0 1 1,-1-1-1,1 1 1,-1 0-1,-13 30 372,-147 236 1660,138-222-2146,1 2 0,3 0 0,2 1 0,-13 57 1,30-105 56,-3 18-674,4-9-1121,5-5-3756,10-5 1433</inkml:trace>
</inkml:ink>
</file>

<file path=ppt/ink/ink3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49.810"/>
    </inkml:context>
    <inkml:brush xml:id="br0">
      <inkml:brushProperty name="width" value="0.025" units="cm"/>
      <inkml:brushProperty name="height" value="0.025" units="cm"/>
    </inkml:brush>
  </inkml:definitions>
  <inkml:trace contextRef="#ctx0" brushRef="#br0">7 34 14382,'0'0'1671,"-2"12"-1100,2-8-510,-3 33 767,2 58 1,1-85-743,1 1 0,0-1 0,1 0 0,0 1 0,0-1-1,1 0 1,1 0 0,0-1 0,0 1 0,0-1 0,12 17 0,-14-24-81,0 0-1,-1 0 1,1 0 0,0 0 0,1 0-1,-1 0 1,0 0 0,0-1 0,1 1-1,-1-1 1,1 0 0,-1 0 0,1 1-1,0-2 1,0 1 0,-1 0-1,1-1 1,0 1 0,0-1 0,-1 0-1,5 0 1,-3 0 2,1-1 0,-1-1 0,0 1 0,1 0 0,-1-1 0,0 0 1,0 0-1,0 0 0,0-1 0,-1 1 0,1-1 0,3-4 0,4-3 11,-1-1-1,0 0 1,-1-1 0,0 0 0,-1-1 0,13-26-1,-18 31-13,1 0-1,-1 0 1,-1-1-1,1 1 1,-1-1-1,-1 0 1,0 0-1,0 0 0,-1 0 1,0 0-1,0 0 1,-1 1-1,-2-10 1,2 14-2,0-1 0,-1 1 1,0 0-1,0 0 0,0 0 0,0 0 1,-1 1-1,0-1 0,0 1 0,0-1 1,0 1-1,0 0 0,0 0 1,-1 0-1,0 1 0,1-1 0,-1 1 1,0 0-1,0 0 0,0 0 0,-1 0 1,1 1-1,0 0 0,-1 0 1,1 0-1,0 0 0,-6 1 0,-3-2 37,0 1 0,0 1 0,0 0 0,0 1 0,-16 2 0,26-2-113,1-1-1,0 0 0,0 0 0,0 1 0,0-1 0,0 1 0,0-1 1,0 1-1,0 0 0,0 0 0,0 0 0,1 0 0,-1 0 1,0 1-1,0-1 0,1 0 0,-1 1 0,1-1 0,-1 1 1,1 0-1,0-1 0,0 1 0,0 0 0,0 0 0,0 0 0,0-1 1,0 1-1,0 0 0,1 0 0,-1 1 0,1-1 0,0 0 1,-1 0-1,1 0 0,0 0 0,0 0 0,0 0 0,1 0 1,-1 0-1,0 1 0,2 1 0,7 9-3208,9-6-1874</inkml:trace>
</inkml:ink>
</file>

<file path=ppt/ink/ink3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50.044"/>
    </inkml:context>
    <inkml:brush xml:id="br0">
      <inkml:brushProperty name="width" value="0.025" units="cm"/>
      <inkml:brushProperty name="height" value="0.025" units="cm"/>
    </inkml:brush>
  </inkml:definitions>
  <inkml:trace contextRef="#ctx0" brushRef="#br0">1 104 14189,'0'0'673,"45"0"865,-19-2-546,9-3 65,3 1-288,5-1-160,3-3-193,6 1-192,0-1-128,1 2-31,-1-2-98,-3 2 66,-2-1-66,-4-1-991,-7-4-1507,-9-6-2754</inkml:trace>
</inkml:ink>
</file>

<file path=ppt/ink/ink3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51.105"/>
    </inkml:context>
    <inkml:brush xml:id="br0">
      <inkml:brushProperty name="width" value="0.025" units="cm"/>
      <inkml:brushProperty name="height" value="0.025" units="cm"/>
    </inkml:brush>
  </inkml:definitions>
  <inkml:trace contextRef="#ctx0" brushRef="#br0">36 104 7976,'0'0'9224,"-4"-5"-8637,3 4-545,-1 0-1,1 0 0,0-1 0,-1 1 0,1-1 0,0 1 0,0-1 1,0 1-1,0-1 0,0 0 0,0 1 0,1-1 0,-1 0 0,1 0 0,-1 0 1,1 1-1,-1-1 0,1 0 0,0 0 0,0 0 0,0 0 0,0 0 0,0 0 1,1 0-1,-1 1 0,0-1 0,1 0 0,0 0 0,-1 0 0,1 1 1,0-1-1,0 0 0,0 1 0,0-1 0,0 1 0,0-1 0,0 1 0,1-1 1,-1 1-1,0 0 0,1-1 0,-1 1 0,4-1 0,-2-1-30,1 0 0,1 0 0,-1 0 0,0 1 0,1 0 0,-1 0-1,1 0 1,0 1 0,-1-1 0,1 1 0,0 0 0,0 0 0,0 1 0,0 0 0,0-1 0,0 2-1,0-1 1,0 1 0,0-1 0,0 1 0,-1 1 0,1-1 0,0 1 0,-1-1 0,7 5 0,-6-3-11,0 0 1,0 1-1,0 0 1,-1 0-1,0 0 0,0 1 1,0-1-1,0 1 1,-1 0-1,1 0 1,-1 0-1,-1 1 1,1-1-1,-1 1 1,0-1-1,0 1 1,0 0-1,-1 0 1,0 0-1,1 9 1,-2-4-1,0 1 1,-1-1 0,0 1-1,-1-1 1,-1 1 0,1-1-1,-2 0 1,1 0-1,-2 0 1,1-1 0,-2 1-1,1-1 1,-1 0 0,-1-1-1,0 1 1,-8 8 0,-7 6 1,-1-2 0,-2 0 0,0-1 0,-41 25 0,96-47 30,297-74-37,-300 70-39,13-3-2547,57-17 0,-61 9-2705</inkml:trace>
</inkml:ink>
</file>

<file path=ppt/ink/ink3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51.465"/>
    </inkml:context>
    <inkml:brush xml:id="br0">
      <inkml:brushProperty name="width" value="0.025" units="cm"/>
      <inkml:brushProperty name="height" value="0.025" units="cm"/>
    </inkml:brush>
  </inkml:definitions>
  <inkml:trace contextRef="#ctx0" brushRef="#br0">56 0 16047,'0'0'1612,"-8"7"-1366,4-4-175,0 0-1,1 0 1,-1 0 0,1 1 0,0 0-1,0 0 1,0-1 0,0 2 0,1-1-1,-1 0 1,1 1 0,0-1-1,1 1 1,-1-1 0,1 1 0,0 0-1,0 0 1,0-1 0,1 6 0,-1-3-53,1-1 0,0 0 0,0 0 0,1 0 0,0 0 0,0 0 0,0 1 0,1-2 0,0 1 0,0 0 0,6 10 0,-6-12-16,1-1 0,0 1 0,0-1 0,0 0 0,1 0 0,-1 0-1,1 0 1,-1-1 0,1 1 0,0-1 0,0 0 0,0 0 0,1-1 0,-1 1 0,0-1 0,0 0 0,6 1 0,4 0 6,0-1 1,0 0-1,23-3 1,-27 1-3,0 0 0,0 1 1,0 0-1,0 1 0,0 0 0,0 1 1,0-1-1,14 6 0,-22-6-6,-1 0 1,0-1-1,0 1 0,1 0 0,-1 0 0,0 0 0,0 0 0,0 0 0,0 0 1,0 0-1,0 0 0,-1 0 0,1 1 0,0-1 0,0 0 0,-1 1 0,1-1 1,-1 0-1,1 1 0,-1-1 0,0 0 0,1 1 0,-1-1 0,0 1 1,0-1-1,0 1 0,0-1 0,0 1 0,0-1 0,-1 0 0,1 1 0,0-1 1,-1 1-1,1-1 0,-1 0 0,0 1 0,1-1 0,-2 2 0,-1 3 4,-1 0 0,1 1 0,-1-1 0,-1 0 0,1-1-1,-7 7 1,2-3-121,-1-1-1,0-1 0,0 1 0,0-2 0,-1 1 1,-14 5-1,19-10-355,0 0 0,0 0-1,-1 0 1,1-1 0,0 0 0,-8 1 0,10-2-138,0 0-1,1 0 1,-1-1 0,1 1-1,-1-1 1,1 0 0,-1 0-1,1 0 1,-1 0 0,1-1-1,-6-3 1,-9-9-3190</inkml:trace>
</inkml:ink>
</file>

<file path=ppt/ink/ink3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51.667"/>
    </inkml:context>
    <inkml:brush xml:id="br0">
      <inkml:brushProperty name="width" value="0.025" units="cm"/>
      <inkml:brushProperty name="height" value="0.025" units="cm"/>
    </inkml:brush>
  </inkml:definitions>
  <inkml:trace contextRef="#ctx0" brushRef="#br0">1 213 12460,'0'0'4644,"33"-51"-3106,-5 35-513,14-1-449,10 0 97,12-3-161,6 2-223,4-1-193,-4 5-64,-6 4-32,-13 3-32,-17 3-993,-14-4-3139,-20-3-5061</inkml:trace>
</inkml:ink>
</file>

<file path=ppt/ink/ink3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52.124"/>
    </inkml:context>
    <inkml:brush xml:id="br0">
      <inkml:brushProperty name="width" value="0.025" units="cm"/>
      <inkml:brushProperty name="height" value="0.025" units="cm"/>
    </inkml:brush>
  </inkml:definitions>
  <inkml:trace contextRef="#ctx0" brushRef="#br0">1 637 14221,'13'-6'379,"44"-15"506,0 3 0,67-13 0,137-16 768,-174 33-1284,2607-381 3240,-2558 376-3615,108-15-597,266-2 0,-515 30-6882,-23-4-842</inkml:trace>
</inkml:ink>
</file>

<file path=ppt/ink/ink3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56.670"/>
    </inkml:context>
    <inkml:brush xml:id="br0">
      <inkml:brushProperty name="width" value="0.025" units="cm"/>
      <inkml:brushProperty name="height" value="0.025" units="cm"/>
    </inkml:brush>
  </inkml:definitions>
  <inkml:trace contextRef="#ctx0" brushRef="#br0">32 172 4869,'-2'-4'98,"-3"-2"788,1-1 1,0 0-1,0 0 0,1 0 0,0 0 0,-3-11 0,6 16-705,-1-1-1,1 1 1,0 0-1,0 0 1,0-1-1,0 1 0,1 0 1,-1 0-1,1-1 1,-1 1-1,1 0 0,0 0 1,0 0-1,0 0 1,0 0-1,0 0 1,0 0-1,1 0 0,-1 0 1,1 0-1,-1 1 1,1-1-1,0 0 1,-1 1-1,1 0 0,3-3 1,6-3-77,-1 1 0,1 0 0,0 0 0,0 1 0,1 1-1,0-1 1,0 2 0,0 0 0,0 0 0,0 1 0,1 1 0,-1 0 0,0 1 0,1 0 0,-1 0 0,16 4 0,-25-3-101,1 1-1,-1-1 1,1 1-1,-1 0 1,1 0 0,-1 0-1,0 0 1,0 1 0,0-1-1,0 1 1,0 0 0,-1 0-1,1 0 1,-1 0 0,0 0-1,0 1 1,0-1 0,0 1-1,-1-1 1,1 1 0,-1 0-1,0 0 1,0-1 0,0 1-1,0 8 1,0-5-3,-1 0 0,0 0 0,0 0 0,0 0 0,-1 0 0,0 0 0,-1-1 0,1 1 0,-1 0 0,-1 0 0,1-1 0,-1 1 0,-7 11 0,-4-2 4,0 0 1,-1-1-1,0 0 0,-1-2 0,-1 0 1,-1 0-1,1-2 0,-37 18 0,12-5-4,50-23 6,1 1 0,-1-1 1,1 0-1,14-1 1,42-1-5,-26-1 4,58 6 0,-87-3-6,0 0 1,0 1 0,0 0-1,0 1 1,-1 0 0,1 1-1,-1-1 1,0 2 0,0 0-1,15 10 1,-21-13-1,-1-1 0,0 1 0,0 0 0,0-1 0,-1 1 0,1 0 0,0 0 0,-1 0 0,1 0 0,-1 0 0,1 1 0,-1-1 0,0 0 0,0 1 0,0-1 0,-1 1 0,1-1 0,0 1 0,-1-1 0,0 1 0,1-1 0,-1 1 0,-1 4 0,0-4 4,0 1-1,0 0 0,-1-1 0,0 1 0,0-1 1,0 1-1,0-1 0,0 0 0,-1 0 0,1 0 1,-1 0-1,0 0 0,-5 4 0,-7 3 16,0 0-1,0-1 0,-1-1 0,0 0 1,-27 8-1,22-9-24,-1-1 1,0-1 0,0-2-1,-42 3 1,63-6-20,1 0 0,0 0 0,0 0-1,0 0 1,-1 0 0,1 0 0,0 0 0,0 0-1,-1 0 1,1 0 0,0 0 0,0 0 0,0 0 0,-1 0-1,1 0 1,0 0 0,0 0 0,0-1 0,-1 1-1,1 0 1,0 0 0,0 0 0,0 0 0,0 0-1,-1-1 1,1 1 0,0 0 0,0 0 0,0 0 0,0 0-1,0-1 1,0 1 0,-1 0 0,1 0 0,0 0-1,0-1 1,0 1 0,0 0 0,0 0 0,0 0-1,0-1 1,0 1 0,0 0 0,0 0 0,0-1 0,0 1-1,0 0 1,0 0 0,0 0 0,0-1 0,10-14-1945,18-16-2513,-27 30 4261,36-35-4887</inkml:trace>
</inkml:ink>
</file>

<file path=ppt/ink/ink3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57.014"/>
    </inkml:context>
    <inkml:brush xml:id="br0">
      <inkml:brushProperty name="width" value="0.025" units="cm"/>
      <inkml:brushProperty name="height" value="0.025" units="cm"/>
    </inkml:brush>
  </inkml:definitions>
  <inkml:trace contextRef="#ctx0" brushRef="#br0">189 4 11147,'0'0'2690,"-9"-1"-1772,4 0-756,-1 0 0,1 1 0,-1 0 0,0 0 0,1 0 1,-1 1-1,1-1 0,-1 1 0,1 1 0,-1-1 0,1 1 0,0 0 0,-1 0 0,1 1 0,0-1 0,-5 5 0,2-1-20,2-1 0,-1 1 0,1 1 0,0 0 0,0-1 0,1 2 0,0-1 0,0 1 0,1-1 0,0 1 0,0 1-1,1-1 1,0 0 0,0 1 0,1 0 0,0-1 0,0 1 0,1 0 0,1 0 0,-1 0 0,2 13 0,0-15-131,1 1 0,0 0 0,0 0 1,0-1-1,1 1 0,1-1 0,-1 1 0,1-1 0,0 0 0,0-1 0,1 1 0,0-1 0,0 0 0,1 0 1,-1 0-1,1-1 0,1 0 0,-1 0 0,1-1 0,0 0 0,0 0 0,0 0 0,0-1 0,9 3 0,-2-2-6,-1-1 0,1-1-1,0 0 1,-1-1 0,1 0-1,0-1 1,0-1 0,0 0-1,0-1 1,-1 0 0,1-1 0,-1-1-1,0 0 1,22-10 0,-27 11-1,0-1 1,-1-1-1,1 0 1,-1 0-1,0 0 1,-1 0-1,1-1 1,-1-1-1,0 1 1,9-14-1,-12 15 0,0 0-1,0-1 0,-1 1 1,1-1-1,-1 0 0,-1 0 1,1 0-1,-1 0 0,0 0 1,-1 0-1,1 0 0,-1 0 0,0 0 1,-1-1-1,1 1 0,-4-10 1,2 9-1,0 0 1,-1 1-1,0-1 1,-1 1 0,1 0-1,-1 0 1,0 0 0,-1 0-1,1 1 1,-1-1-1,0 1 1,-1 0 0,1 1-1,-1-1 1,0 1-1,0 0 1,0 1 0,-1 0-1,1 0 1,-13-4 0,0 0-2,0 2 0,-1 0 0,1 1 0,-1 1 0,0 1 0,-26 0 0,37 2 32,-1 0-1,1 1 1,-1 1-1,1-1 1,-13 5-1,19-5-259,0 0-1,0 0 0,0 1 1,0-1-1,0 1 1,0 0-1,1 0 0,-1 0 1,0 0-1,1 0 0,0 0 1,-1 1-1,1-1 0,0 1 1,0-1-1,1 1 0,-1 0 1,-2 4-1,3 1-5218</inkml:trace>
</inkml:ink>
</file>

<file path=ppt/ink/ink3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16.845"/>
    </inkml:context>
    <inkml:brush xml:id="br0">
      <inkml:brushProperty name="width" value="0.025" units="cm"/>
      <inkml:brushProperty name="height" value="0.025" units="cm"/>
    </inkml:brush>
  </inkml:definitions>
  <inkml:trace contextRef="#ctx0" brushRef="#br0">0 38 12492,'0'0'4516,"48"-10"-3619,-21 5-385,4 0-255,1 1-97,3 0-128,-4 1-32,0 0 32,-4 2-32,-3 0-64,-5-1-993,-7 2-417,-8 0-1408,-15 4-5702</inkml:trace>
</inkml:ink>
</file>

<file path=ppt/ink/ink3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16.986"/>
    </inkml:context>
    <inkml:brush xml:id="br0">
      <inkml:brushProperty name="width" value="0.025" units="cm"/>
      <inkml:brushProperty name="height" value="0.025" units="cm"/>
    </inkml:brush>
  </inkml:definitions>
  <inkml:trace contextRef="#ctx0" brushRef="#br0">0 20 7303,'0'0'7719,"52"25"-6117,-14-25-577,7-8-353,2 0-383,-1 0-193,-7 3-64,-7-2-961,-14-2-4708</inkml:trace>
</inkml:ink>
</file>

<file path=ppt/ink/ink3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38.193"/>
    </inkml:context>
    <inkml:brush xml:id="br0">
      <inkml:brushProperty name="width" value="0.025" units="cm"/>
      <inkml:brushProperty name="height" value="0.025" units="cm"/>
    </inkml:brush>
  </inkml:definitions>
  <inkml:trace contextRef="#ctx0" brushRef="#br0">180 0 14638,'1'1'96,"-1"0"0,1-1 0,-1 1 0,1 0 0,-1 0 0,1 0 0,-1 0 0,0 0 0,1-1 0,-1 1 0,0 0 0,1 0 0,-1 0 0,0 0 0,0 0 0,0 0 0,0 0 0,0 0 0,0 0 0,0 0 0,0 0 0,-1 0 0,1 0 0,0 0 0,-1 1 0,-4 41-254,-12 6 355,-2-1 1,-1 0-1,-3-2 1,-35 53-1,19-32-186,39-66-10,0-1 0,0 0 0,-1 1 1,1-1-1,0 1 0,0-1 0,-1 1 0,1-1 0,0 1 0,0-1 0,0 0 0,0 1 0,-1-1 0,1 1 0,0-1 0,0 1 0,0-1 0,0 1 0,0-1 0,1 1 0,-1-1 0,0 1 0,0-1 1,0 1-1,0-1 0,0 1 0,1-1 0,-1 1 0,0-1 0,0 0 0,1 1 0,-1-1 0,0 1 0,1-1 0,-1 0 0,0 1 0,1-1 0,-1 0 0,0 1 0,1-1 0,-1 0 0,1 0 0,0 1 0,31 2 111,46-13 161,-73 9-250,532-105-664,-527 104 87,6-1-678,-7-2-2411,-8 1-1700</inkml:trace>
</inkml:ink>
</file>

<file path=ppt/ink/ink3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38.411"/>
    </inkml:context>
    <inkml:brush xml:id="br0">
      <inkml:brushProperty name="width" value="0.025" units="cm"/>
      <inkml:brushProperty name="height" value="0.025" units="cm"/>
    </inkml:brush>
  </inkml:definitions>
  <inkml:trace contextRef="#ctx0" brushRef="#br0">9 1 13325,'0'0'3363,"16"76"-2851,-12-36-191,-3 5-97,-1 3-192,0 2 0,-6 0 32,-2-3-64,-1-5-128,3-7-1314,5-13-1408,1-14-2563</inkml:trace>
</inkml:ink>
</file>

<file path=ppt/ink/ink3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38.738"/>
    </inkml:context>
    <inkml:brush xml:id="br0">
      <inkml:brushProperty name="width" value="0.025" units="cm"/>
      <inkml:brushProperty name="height" value="0.025" units="cm"/>
    </inkml:brush>
  </inkml:definitions>
  <inkml:trace contextRef="#ctx0" brushRef="#br0">105 0 15407,'0'0'880,"-7"6"-634,2-2-208,0 1 0,1-1-1,-1 1 1,1 0 0,1 0 0,-1 0 0,0 0-1,-4 12 1,6-13-17,1 0-1,-1-1 1,1 1-1,0 0 1,0 0 0,1 0-1,-1 0 1,1 0-1,0 0 1,0 0 0,0 0-1,1 0 1,-1 0-1,1 0 1,0 0 0,0 0-1,1 0 1,2 7-1,3-3-1,-1 0 0,1 0-1,0-1 1,1 0-1,0 0 1,0-1 0,0 0-1,18 10 1,-15-10-7,0 1 0,-1 0 0,0 1 0,0 0-1,-1 0 1,13 16 0,-20-21-7,0 0-1,0 0 1,-1 1-1,1-1 0,-1 0 1,0 1-1,0-1 0,0 1 1,-1-1-1,1 1 1,-1-1-1,0 1 0,0 0 1,0-1-1,0 1 0,-1-1 1,0 1-1,1-1 1,-1 1-1,0-1 0,-1 1 1,1-1-1,-1 0 1,1 0-1,-1 0 0,0 0 1,-4 6-1,-4 4 67,0-1 0,0 0-1,-1 0 1,0-1 0,-23 17 0,-22 4-887,50-29 156,0-1-1,-1 0 1,1 0 0,-1-1 0,1 0-1,-12 1 1,-2-2-4342</inkml:trace>
</inkml:ink>
</file>

<file path=ppt/ink/ink3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38.941"/>
    </inkml:context>
    <inkml:brush xml:id="br0">
      <inkml:brushProperty name="width" value="0.025" units="cm"/>
      <inkml:brushProperty name="height" value="0.025" units="cm"/>
    </inkml:brush>
  </inkml:definitions>
  <inkml:trace contextRef="#ctx0" brushRef="#br0">0 150 16432,'0'0'1121,"73"-60"-128,-31 44 32,8 1-513,7-1 0,7 1-127,4 3-97,-3 2-192,-4 4-64,-11 6-32,-14 0-32,-16 4-1697,-19 4-2948,-11 1-4708</inkml:trace>
</inkml:ink>
</file>

<file path=ppt/ink/ink3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39.162"/>
    </inkml:context>
    <inkml:brush xml:id="br0">
      <inkml:brushProperty name="width" value="0.025" units="cm"/>
      <inkml:brushProperty name="height" value="0.025" units="cm"/>
    </inkml:brush>
  </inkml:definitions>
  <inkml:trace contextRef="#ctx0" brushRef="#br0">1 342 18866,'0'0'1377,"88"30"-1281,10-56-32,26-14 32,21-9 0,16-9 65,5 2-65,-6 5 0,-15 10-96,-19 14-96,-26 11-3620,-31 8-3907</inkml:trace>
</inkml:ink>
</file>

<file path=ppt/ink/ink3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39.583"/>
    </inkml:context>
    <inkml:brush xml:id="br0">
      <inkml:brushProperty name="width" value="0.025" units="cm"/>
      <inkml:brushProperty name="height" value="0.025" units="cm"/>
    </inkml:brush>
  </inkml:definitions>
  <inkml:trace contextRef="#ctx0" brushRef="#br0">116 0 18866,'-7'0'950,"-17"3"-583,19 3-272,17 6-157,-10-11 100,3 7-30,0 0 1,0 0 0,-1 1-1,0 0 1,-1 0-1,0 0 1,0 0-1,-1 0 1,2 14-1,-1 8-22,-2 48 0,-1-51-16,0-27 28,0 1 1,1 0 0,-1 0 0,0 0 0,1-1 0,-1 1 0,1 0 0,0 0 0,0-1 0,0 1 0,0 0 0,0-1 0,0 1 0,0-1-1,0 0 1,1 1 0,-1-1 0,0 0 0,1 0 0,-1 1 0,1-1 0,-1-1 0,1 1 0,0 0 0,-1 0 0,1 0 0,0-1 0,0 1 0,0-1-1,-1 0 1,1 1 0,4-1 0,9 2-10,1-1 0,-1-1-1,21-2 1,1 1 1,-31 2 10,1-1 1,-1 1 0,0 0-1,0 0 1,1 1-1,-1-1 1,0 1-1,-1 1 1,1-1 0,0 1-1,-1 0 1,1 1-1,-1-1 1,0 1 0,8 7-1,-11-8 1,0 0-1,0 0 1,0 0 0,0 1-1,-1-1 1,1 1-1,-1-1 1,0 1 0,0 0-1,0-1 1,0 1 0,-1 0-1,0 0 1,1-1-1,-1 1 1,-1 0 0,1 0-1,0 0 1,-1-1-1,0 1 1,0 0 0,0-1-1,0 1 1,-1 0 0,1-1-1,-1 0 1,-3 5-1,-6 10 33,-1 0-1,0-1 0,-2-1 0,0 0 0,0-1 0,-2 0 1,0-1-1,0-1 0,-24 14 0,11-9 20,0-1 1,-1-2-1,-1-1 0,0-1 0,-38 9 1,66-21-99,-11 1-2181,14-2 2056,-1-1 0,1 1 0,0-1 0,0 1 0,0-1 0,0 1 0,0-1 0,0 1 0,0-1 0,0 1 0,0-1 0,0 1 0,0-1 0,0 1-1,1-1 1,-1 1 0,0-1 0,0 1 0,0-1 0,1 1 0,-1-1 0,0 1 0,1 0 0,-1-1 0,0 1 0,1 0 0,-1-1 0,0 1 0,1 0 0,0-1 0,17-24-9038</inkml:trace>
</inkml:ink>
</file>

<file path=ppt/ink/ink3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39.896"/>
    </inkml:context>
    <inkml:brush xml:id="br0">
      <inkml:brushProperty name="width" value="0.025" units="cm"/>
      <inkml:brushProperty name="height" value="0.025" units="cm"/>
    </inkml:brush>
  </inkml:definitions>
  <inkml:trace contextRef="#ctx0" brushRef="#br0">123 71 18962,'-10'11'149,"-8"10"62,-27 41 0,38-51-103,1 0 0,0 0 0,1 0 0,0 1 0,1 0 1,0 0-1,-4 21 0,7-27-78,0-1 0,1 1 0,-1-1 0,1 1 0,0 0 0,0-1 0,1 1 0,0-1 0,0 1 0,0-1-1,0 1 1,1-1 0,0 0 0,0 1 0,1-1 0,-1 0 0,1-1 0,0 1 0,0 0 0,1-1 0,0 0 0,-1 1 0,1-1 0,1-1 0,-1 1 0,0-1 0,1 0 0,0 0 0,0 0 0,0 0 0,0-1 0,0 0-1,0 0 1,1 0 0,6 1 0,1 0-21,0-1 0,-1 0-1,1 0 1,0-1-1,0-1 1,0 0 0,0-1-1,0 0 1,0-1 0,-1 0-1,1-1 1,-1-1-1,22-9 1,-27 10-2,0-1 0,0 0 0,0 0 0,0 0 0,-1-1 0,0 0 0,0-1 0,0 1 0,-1-1 0,1 0 0,-1 0 0,-1-1 0,1 0 0,-1 1 0,0-2 0,-1 1 0,0 0 0,0-1 0,0 1 0,-1-1 0,-1 0 0,1 0 0,0-10 0,-1 9-4,-1-1 0,0 0 0,-1 1 0,0-1 0,-1 1 0,1-1 1,-2 1-1,1 0 0,-2 0 0,1 0 0,-1 0 0,0 0 0,-1 1 1,0 0-1,0 0 0,-1 0 0,0 0 0,0 1 0,-1 0 1,-10-8-1,6 7-160,0 0 0,-1 0 0,-1 1 0,1 0 0,-1 1 0,0 1 1,0 0-1,-1 1 0,0 0 0,1 1 0,-1 1 0,0 0 0,-18 0 1,-37 3-3256,0 8-1696</inkml:trace>
</inkml:ink>
</file>

<file path=ppt/ink/ink3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40.176"/>
    </inkml:context>
    <inkml:brush xml:id="br0">
      <inkml:brushProperty name="width" value="0.025" units="cm"/>
      <inkml:brushProperty name="height" value="0.025" units="cm"/>
    </inkml:brush>
  </inkml:definitions>
  <inkml:trace contextRef="#ctx0" brushRef="#br0">3 163 2242,'0'0'13805,"-2"-52"-13356,25 22 704,14 1-609,10 6-256,8 6-223,3 7-33,0 10 0,-8 0-897,-6-1-3684</inkml:trace>
</inkml:ink>
</file>

<file path=ppt/ink/ink3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43.904"/>
    </inkml:context>
    <inkml:brush xml:id="br0">
      <inkml:brushProperty name="width" value="0.025" units="cm"/>
      <inkml:brushProperty name="height" value="0.025" units="cm"/>
    </inkml:brush>
  </inkml:definitions>
  <inkml:trace contextRef="#ctx0" brushRef="#br0">0 67 10922,'11'-2'449,"14"-10"223,13 1-351,7 0-161,4-1-96,-3 4-32,-4 1 32,-6 3-64,-14 4-160,-11 0-2851</inkml:trace>
</inkml:ink>
</file>

<file path=ppt/ink/ink3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44.057"/>
    </inkml:context>
    <inkml:brush xml:id="br0">
      <inkml:brushProperty name="width" value="0.025" units="cm"/>
      <inkml:brushProperty name="height" value="0.025" units="cm"/>
    </inkml:brush>
  </inkml:definitions>
  <inkml:trace contextRef="#ctx0" brushRef="#br0">1 73 10570,'0'0'352,"62"3"1058,-13-4-385,13-11-609,6 0-320,-3 0-32,-6-4-64,-7-6-4420</inkml:trace>
</inkml:ink>
</file>

<file path=ppt/ink/ink3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57.785"/>
    </inkml:context>
    <inkml:brush xml:id="br0">
      <inkml:brushProperty name="width" value="0.025" units="cm"/>
      <inkml:brushProperty name="height" value="0.025" units="cm"/>
    </inkml:brush>
  </inkml:definitions>
  <inkml:trace contextRef="#ctx0" brushRef="#br0">106 98 4516,'-4'8'8639,"-5"2"-4590,9-10-4006,0 0-1,0-1 1,1 1 0,-1 0 0,0-1 0,0 1 0,0 0 0,0-1 0,0 1-1,0 0 1,0-1 0,0 1 0,0 0 0,0-1 0,0 1 0,0 0 0,0-1 0,0 1-1,0 0 1,0 0 0,0-1 0,-1 1 0,1 0 0,0-1 0,0 1 0,0 0 0,0-1-1,-1 1 1,1 0 0,0 0 0,0-1 0,0 1 0,-1 0 0,1 0 0,0 0 0,-1-1-1,1 1 1,0 0 0,0 0 0,-1 0 0,1 0 0,0 0 0,-1 0 0,1 0 0,0 0-1,-1-1 1,1 1 0,0 0 0,-1 0 0,1 0 0,0 0 0,-1 1 0,1-1 0,0 0-1,-1 0 1,1 0 0,0 0 0,-1 0 0,1 0 0,0 0 0,0 1 0,-1-1 0,1 0-1,0 0 1,0 0 0,-1 1 0,1-1 0,0 0 0,-1 1 0,2-6-37,-1 1 0,1 0 1,-1 0-1,1 0 0,0-1 1,1 1-1,-1 0 0,1 0 0,0 0 1,0 1-1,0-1 0,0 0 1,1 1-1,-1-1 0,1 1 1,0 0-1,0 0 0,0 0 0,1 0 1,-1 1-1,1-1 0,-1 1 1,1 0-1,0 0 0,7-3 1,-3 2-10,1 0 1,0 0 0,0 1 0,1 0 0,-1 0 0,0 1 0,1 1 0,-1-1 0,1 2 0,-1-1 0,11 3 0,-17-2 2,0 0 0,1 0 0,-1 0 0,0 1 0,0 0 0,0 0 0,0 0 0,0 0 0,-1 0 0,1 0 0,0 1 0,-1-1 0,0 1 0,0 0 0,0 0 0,0 0 0,0 0 0,0 0 0,-1 0 0,1 0 0,-1 0 1,0 1-1,0-1 0,0 0 0,-1 1 0,1-1 0,-1 6 0,1-1-1,0 0 1,-1 0-1,0 0 0,0 1 1,-1-1-1,0 0 1,0 0-1,-1 0 0,0 0 1,-6 13-1,0-5 2,-2-1 0,0 1 0,-1-2 0,0 0 0,-1 0 0,0-1-1,-2 0 1,1-1 0,-1-1 0,-1 0 0,-30 17 0,56-32 1,-1 1 0,1 0 0,0 1 0,12-1 0,2-1-17,-9 1 14,0 1 0,0 0 0,0 1 0,0 1 0,16 1 0,-29-1-1,-1 0 0,1 0 1,0 1-1,-1-1 0,1 1 0,0-1 1,-1 1-1,1 0 0,-1 0 0,1 0 0,-1 0 1,0 0-1,1 0 0,-1 1 0,0-1 1,0 1-1,0 0 0,0 0 0,0 0 1,0 0-1,-1 0 0,1 0 0,-1 0 0,1 0 1,-1 1-1,0-1 0,0 0 0,0 1 1,0-1-1,0 1 0,-1-1 0,1 1 0,-1 0 1,1-1-1,-1 1 0,0 0 0,0-1 1,-1 4-1,0-2 2,0 0 0,0-1 0,0 1 0,-1 0 0,0-1 1,0 1-1,0-1 0,0 0 0,0 1 0,-1-1 0,0 0 0,1-1 1,-1 1-1,0 0 0,0-1 0,-1 0 0,-3 3 0,-66 35 13,58-33-12,-25 12-673,0-1 1,-1-2-1,-1-1 1,-57 11-1,90-26-3700</inkml:trace>
</inkml:ink>
</file>

<file path=ppt/ink/ink3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58.035"/>
    </inkml:context>
    <inkml:brush xml:id="br0">
      <inkml:brushProperty name="width" value="0.025" units="cm"/>
      <inkml:brushProperty name="height" value="0.025" units="cm"/>
    </inkml:brush>
  </inkml:definitions>
  <inkml:trace contextRef="#ctx0" brushRef="#br0">1 133 14189,'0'0'2018,"75"4"-1954,-19-17 161,10-5 127,7-1-32,4-4-31,-5 3-97,-4 4-160,-10 4-64,-9 2-1250,-14 6-1953,-14 2-1953</inkml:trace>
</inkml:ink>
</file>

<file path=ppt/ink/ink3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58.393"/>
    </inkml:context>
    <inkml:brush xml:id="br0">
      <inkml:brushProperty name="width" value="0.025" units="cm"/>
      <inkml:brushProperty name="height" value="0.025" units="cm"/>
    </inkml:brush>
  </inkml:definitions>
  <inkml:trace contextRef="#ctx0" brushRef="#br0">96 78 13933,'0'0'2023,"3"-7"-821,0 1-1044,1 1 0,-1-1 0,1 1 0,0 0 0,1 0 0,-1 1 0,1-1 0,0 1 0,8-6 0,-11 8-123,0 1 1,1-1 0,-1 1 0,1-1 0,-1 1-1,1 0 1,-1 0 0,1 0 0,0 0-1,-1 0 1,1 1 0,0-1 0,0 1-1,0 0 1,-1 0 0,1 0 0,0 0 0,0 0-1,0 1 1,-1-1 0,1 1 0,0 0-1,-1-1 1,1 1 0,0 1 0,-1-1-1,1 0 1,-1 1 0,4 2 0,-3-1-35,0 1 0,-1-1 0,0 1 0,0 0 0,0 0 0,0 0 0,0 0 0,-1 0 0,1 0 0,-1 0 0,0 0 0,-1 1 0,1-1 0,-1 0 0,0 1 0,0-1 0,0 0 0,0 1 0,-2 5 0,0 3-2,0 0 0,-1-1 1,0 0-1,-1 1 0,-8 16 1,-15 16 10,-1-2 1,-2-2-1,-1 0 1,-42 39-1,42-45-4,30-35-6,1 0 0,0 1 0,-1-1 0,1 0-1,-1 0 1,1 1 0,0-1 0,-1 1-1,1-1 1,0 0 0,-1 1 0,1-1-1,0 1 1,0-1 0,-1 1 0,1-1 0,0 0-1,0 1 1,0-1 0,0 1 0,0-1-1,-1 1 1,1-1 0,0 1 0,0-1-1,0 1 1,0-1 0,1 1 0,-1-1 0,0 1-1,0 0 1,16 0 51,26-13 87,51-20-220,52-18-49,-54 9-5576,-53 21-3347</inkml:trace>
</inkml:ink>
</file>

<file path=ppt/ink/ink3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58.735"/>
    </inkml:context>
    <inkml:brush xml:id="br0">
      <inkml:brushProperty name="width" value="0.025" units="cm"/>
      <inkml:brushProperty name="height" value="0.025" units="cm"/>
    </inkml:brush>
  </inkml:definitions>
  <inkml:trace contextRef="#ctx0" brushRef="#br0">0 48 15086,'0'0'3363,"54"-39"-3042,-24 35 31,2 0-32,4 3-191,-3 1-129,-2 1 0,-3 3-769,-7 5-1313,-8 1-2274,-7-1-1025</inkml:trace>
</inkml:ink>
</file>

<file path=ppt/ink/ink3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58.891"/>
    </inkml:context>
    <inkml:brush xml:id="br0">
      <inkml:brushProperty name="width" value="0.025" units="cm"/>
      <inkml:brushProperty name="height" value="0.025" units="cm"/>
    </inkml:brush>
  </inkml:definitions>
  <inkml:trace contextRef="#ctx0" brushRef="#br0">1 40 10186,'0'0'4708,"67"27"-4356,-28-27-127,5-3-129,-3-6-64,-2-4-128,-3-5-2403,-5-5-3618</inkml:trace>
</inkml:ink>
</file>

<file path=ppt/ink/ink3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59.124"/>
    </inkml:context>
    <inkml:brush xml:id="br0">
      <inkml:brushProperty name="width" value="0.025" units="cm"/>
      <inkml:brushProperty name="height" value="0.025" units="cm"/>
    </inkml:brush>
  </inkml:definitions>
  <inkml:trace contextRef="#ctx0" brushRef="#br0">6 1 17585,'0'0'544,"-6"76"-448,6-28 545,0 9-1,0 3-159,0 2 95,5 0-287,-2 1-225,-3 2-32,0-5-64,0-4 64,0-9-224,0-13-1954,0-13-1089,0-17-3876</inkml:trace>
</inkml:ink>
</file>

<file path=ppt/ink/ink3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59.320"/>
    </inkml:context>
    <inkml:brush xml:id="br0">
      <inkml:brushProperty name="width" value="0.025" units="cm"/>
      <inkml:brushProperty name="height" value="0.025" units="cm"/>
    </inkml:brush>
  </inkml:definitions>
  <inkml:trace contextRef="#ctx0" brushRef="#br0">0 47 18193,'0'0'2306,"44"-35"-2274,-36 35-128,4 0-1922,-4-1-2017,0-10-4966</inkml:trace>
</inkml:ink>
</file>

<file path=ppt/ink/ink3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59.854"/>
    </inkml:context>
    <inkml:brush xml:id="br0">
      <inkml:brushProperty name="width" value="0.025" units="cm"/>
      <inkml:brushProperty name="height" value="0.025" units="cm"/>
    </inkml:brush>
  </inkml:definitions>
  <inkml:trace contextRef="#ctx0" brushRef="#br0">733 25 18417,'0'0'2360,"-11"-5"-2104,10 4-247,-5-2 30,1 1 0,-1-1 0,1 1 1,-1 0-1,0 0 0,0 1 1,0 0-1,0 0 0,0 0 1,0 1-1,0 0 0,0 0 1,0 0-1,-11 3 0,-19 6 83,3-2-87,-1 1 1,1 2 0,0 1 0,1 2 0,-34 18-1,64-29-35,0 0-1,0 0 0,0 0 0,0 0 0,0 1 1,0-1-1,1 1 0,-1-1 0,1 1 1,-1 0-1,1-1 0,0 1 0,0 0 0,0 0 1,1 0-1,-1 0 0,1 0 0,0 0 0,-1 0 1,1 0-1,0 0 0,1 0 0,-1 0 0,1 0 1,-1-1-1,1 1 0,2 5 0,2 9-1,1 0 0,0-1 0,12 20-1,-17-33 8,0-2-5,2 7 4,1-1-1,0 1 1,1 0 0,0-1-1,0 0 1,10 11 0,-12-16 0,-1-1 0,1 1 0,-1-1 0,1 0 0,0 1 0,0-1 0,-1 0 0,1-1 0,0 1 0,0 0 0,0-1 0,0 0 0,0 1 0,0-1 0,0-1 0,0 1 0,0 0 0,-1-1 0,1 1 0,0-1 0,0 0 0,0 0 1,3-1-1,-4 1-2,16-6 2,1 2 0,0 0 1,0 1-1,30-3 0,-46 6-5,1 1 0,-1 0 0,0 0-1,1 0 1,-1 0 0,0 1-1,1-1 1,-1 1 0,0 0 0,1 0-1,-1 0 1,0 0 0,0 0-1,0 1 1,0 0 0,0-1-1,0 1 1,-1 0 0,1 0 0,0 1-1,-1-1 1,0 0 0,1 1-1,-1 0 1,0-1 0,-1 1 0,1 0-1,0 0 1,-1 0 0,1 0-1,-1 1 1,0-1 0,0 0 0,0 4-1,1 1 16,-1 0-1,0 0 1,-1 0-1,0 0 0,0 0 1,0 0-1,-1 0 1,0 0-1,-1 0 1,0 0-1,0-1 1,-1 1-1,0-1 1,-4 10-1,1-8 11,-1 1-1,1-1 1,-1 0-1,-1-1 1,0 0-1,0 0 1,0-1-1,-1 0 1,-12 8-1,-3-1 10,0-2 0,-1 0 0,0-2-1,-1 0 1,0-2 0,0-1 0,-45 6 0,48-10-188,-118 13 66,69-16-2169,7-11-3611,19-9-2480</inkml:trace>
</inkml:ink>
</file>

<file path=ppt/ink/ink3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12.928"/>
    </inkml:context>
    <inkml:brush xml:id="br0">
      <inkml:brushProperty name="width" value="0.025" units="cm"/>
      <inkml:brushProperty name="height" value="0.025" units="cm"/>
    </inkml:brush>
  </inkml:definitions>
  <inkml:trace contextRef="#ctx0" brushRef="#br0">564 41 13773,'0'0'-112,"-2"10"171,-8 22 172,-2 0 1,0-1 0,-2 0 0,-2-1 0,0 0 0,-2-1 0,-29 35-1,34-49-133,-1 0 0,0 0-1,-1-2 1,-1 0-1,0 0 1,-19 10 0,24-17-86,1 0 0,-1-1 0,0-1 1,-1 0-1,1 0 0,0-1 0,-1-1 1,0 0-1,0 0 0,0-1 1,-14-1-1,19-1-6,0 0 0,0 0 0,0-1 0,0 0 0,0-1 1,0 0-1,1 0 0,-1 0 0,1-1 0,0 0 0,0 0 0,0 0 0,1-1 0,0 0 1,-1 0-1,-6-9 0,9 10-3,0 0 0,0 1-1,0-1 1,1 0 0,0-1 0,0 1 0,0 0 0,0-1 0,0 1 0,1-1-1,0 0 1,0 1 0,0-1 0,1 0 0,0 1 0,-1-1 0,2 0 0,-1 0-1,0 0 1,1 1 0,0-1 0,0 0 0,1 1 0,-1-1 0,1 1-1,3-7 1,-1 6-1,0 0-1,0 1 0,1-1 0,0 1 1,-1 0-1,1 0 0,1 1 0,-1 0 1,0 0-1,1 0 0,0 0 0,-1 1 1,1 0-1,0 0 0,0 0 1,0 1-1,13-1 0,7-1 4,1 1 0,49 4 0,-37 3-2,0 2 1,-1 1-1,47 17 1,-54-15-1,1-1 0,0-1 0,0-1 0,0-2 0,52 1 0,-82-6-2,0 0 1,-1 0 0,1 0 0,0 0-1,0 0 1,0-1 0,0 1-1,0-1 1,0 1 0,-1-1 0,1 0-1,0 1 1,0-1 0,-1 0-1,1 0 1,-1 0 0,1-1 0,-1 1-1,1 0 1,-1 0 0,0-1-1,1 1 1,-1-1 0,0 1 0,0-1-1,0 0 1,0 1 0,-1-1-1,1 0 1,0 0 0,-1 1 0,1-1-1,-1 0 1,1 0 0,-1 0 0,0 0-1,0 0 1,0 0 0,0 0-1,0 0 1,-1-2 0,0-4 8,-1 0-1,0 1 1,0-1 0,0 0 0,-1 1 0,0 0-1,-1 0 1,-8-13 0,-2 0 12,-1 1 0,-1 1 0,0 0 0,-38-29 0,45 39-31,0 2 1,-1 0-1,0 0 1,0 0-1,0 1 1,-1 1 0,0 0-1,1 0 1,-1 1-1,-1 1 1,1 0-1,-18-1 1,1 6-22,17 4-1491,9 5-3793</inkml:trace>
</inkml:ink>
</file>

<file path=ppt/ink/ink3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11.889"/>
    </inkml:context>
    <inkml:brush xml:id="br0">
      <inkml:brushProperty name="width" value="0.025" units="cm"/>
      <inkml:brushProperty name="height" value="0.025" units="cm"/>
    </inkml:brush>
  </inkml:definitions>
  <inkml:trace contextRef="#ctx0" brushRef="#br0">2 31 8008,'22'-6'8869,"13"-3"-8107,54-5 0,-82 13-697,2 1-19,-1-1 1,1 1-1,-1 0 0,1 1 0,-1 0 0,13 3 0,-20-3-38,0-1-1,0 1 1,1-1-1,-1 1 1,0 0-1,0-1 1,0 1-1,1 0 1,-1 0-1,0 0 1,0 0-1,0 0 1,-1 0 0,1 0-1,0 0 1,0 1-1,0-1 1,0 2-1,0 0 12,-1-1 0,0 0 0,1 1 0,-1-1 0,0 1 0,0-1 1,-1 0-1,1 1 0,0-1 0,-1 0 0,0 1 0,1-1 0,-1 0 0,-2 4 0,-7 13 260,-1 0 0,-1-1 0,0 0 0,-1-1 0,-20 19 0,-30 41-36,50-58-204,-42 68 35,52-81-68,0-1 0,1 1-1,-1 0 1,1 0-1,1 0 1,-1 0 0,1 0-1,0 0 1,0 0-1,0 1 1,1-1 0,0 0-1,1 8 1,0-13-4,0 1 0,0-1 1,0 1-1,0-1 0,0 0 1,0 0-1,0 0 0,0 1 1,0-1-1,1 0 0,-1 0 0,0-1 1,1 1-1,-1 0 0,1 0 1,-1-1-1,1 1 0,-1 0 1,1-1-1,0 0 0,-1 1 1,1-1-1,-1 0 0,1 0 0,0 0 1,2 0-1,50-2 92,-50 1-85,32-5-298,-1-2 0,0-1 0,-1-2 0,0-2 0,53-27-1,-63 26-3110,-14 2-1981,-8 0-3097</inkml:trace>
</inkml:ink>
</file>

<file path=ppt/ink/ink3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12.093"/>
    </inkml:context>
    <inkml:brush xml:id="br0">
      <inkml:brushProperty name="width" value="0.025" units="cm"/>
      <inkml:brushProperty name="height" value="0.025" units="cm"/>
    </inkml:brush>
  </inkml:definitions>
  <inkml:trace contextRef="#ctx0" brushRef="#br0">0 172 9961,'0'0'6150,"47"-54"-5541,-10 42-289,8-2-224,4 0-64,1-1 0,2 0 0,-5 3-64,-2 0-256,-10 2-2210,-5 2-2147,-11 2-1825</inkml:trace>
</inkml:ink>
</file>

<file path=ppt/ink/ink3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12.248"/>
    </inkml:context>
    <inkml:brush xml:id="br0">
      <inkml:brushProperty name="width" value="0.025" units="cm"/>
      <inkml:brushProperty name="height" value="0.025" units="cm"/>
    </inkml:brush>
  </inkml:definitions>
  <inkml:trace contextRef="#ctx0" brushRef="#br0">1 0 5509,'0'0'7431,"59"6"-6694,-38-6-449,1 0-224,-3 0-32,2 0-192,-7 0-3619,-2 0-3332</inkml:trace>
</inkml:ink>
</file>

<file path=ppt/ink/ink3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12.498"/>
    </inkml:context>
    <inkml:brush xml:id="br0">
      <inkml:brushProperty name="width" value="0.025" units="cm"/>
      <inkml:brushProperty name="height" value="0.025" units="cm"/>
    </inkml:brush>
  </inkml:definitions>
  <inkml:trace contextRef="#ctx0" brushRef="#br0">1 28 5285,'0'0'7885,"1"2"-7784,0-1 1,-1 1-1,1-1 1,0 0-1,0 0 0,1 1 1,-1-1-1,0 0 1,0 0-1,0 0 1,1 0-1,1 1 0,31-4 530,1 0 0,43-10 0,-16-1-2340,9-1-5911,-59 12 4027</inkml:trace>
</inkml:ink>
</file>

<file path=ppt/ink/ink3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12.780"/>
    </inkml:context>
    <inkml:brush xml:id="br0">
      <inkml:brushProperty name="width" value="0.025" units="cm"/>
      <inkml:brushProperty name="height" value="0.025" units="cm"/>
    </inkml:brush>
  </inkml:definitions>
  <inkml:trace contextRef="#ctx0" brushRef="#br0">110 83 993,'0'0'6550,"-10"-1"-4553,6 1-1956,-4-1 839,-1 1 1,1 0 0,0 1 0,0-1-1,-15 5 1,21-5-765,1 0 0,-1 1-1,0 0 1,1-1 0,-1 1 0,1 0 0,-1 0 0,1 0-1,0 0 1,-1 0 0,1 0 0,0 0 0,-1 0-1,1 0 1,0 1 0,0-1 0,0 0 0,0 1-1,1-1 1,-1 1 0,0-1 0,0 1 0,1-1-1,-1 1 1,1 0 0,0-1 0,-1 1 0,1 0 0,0-1-1,0 1 1,0 0 0,0-1 0,0 1 0,0 0-1,1-1 1,-1 1 0,0 0 0,1-1 0,0 1-1,0 2 1,1-1-84,0-1-1,0 1 1,0 0-1,0-1 1,0 0-1,1 1 1,-1-1-1,1 0 1,-1 0 0,1 0-1,0 0 1,0-1-1,0 1 1,0-1-1,0 0 1,0 0-1,0 0 1,0 0-1,1-1 1,-1 1-1,6 0 1,2 0-16,0 0 0,0 0 0,-1-1 0,1-1 0,16-2 0,-21 1-7,-1 0 0,1 0-1,-1 0 1,0-1 0,0 0 0,0 0-1,0 0 1,-1-1 0,1 1-1,-1-1 1,0 0 0,0-1 0,0 1-1,6-10 1,-9 12-3,1 0 1,0 0-1,-1-1 0,0 1 1,0-1-1,0 1 1,0-1-1,0 1 0,0-1 1,-1 0-1,1 1 0,-1-1 1,1 0-1,-1 1 0,0-1 1,0 0-1,-1 1 1,1-1-1,0 0 0,-1 1 1,0-1-1,1 0 0,-1 1 1,0-1-1,-1 1 0,1-1 1,0 1-1,-1 0 1,1 0-1,-1-1 0,0 1 1,1 0-1,-4-2 0,-2-1-106,-1 1 0,1 0 1,-1 0-1,-1 0 0,1 1 0,0 0 0,-1 1 0,1 0 0,-1 0 0,0 1 0,1 0 0,-1 1 0,0-1 0,-17 3 1,8-2-1264,-4 0-3330</inkml:trace>
</inkml:ink>
</file>

<file path=ppt/ink/ink3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13.800"/>
    </inkml:context>
    <inkml:brush xml:id="br0">
      <inkml:brushProperty name="width" value="0.025" units="cm"/>
      <inkml:brushProperty name="height" value="0.025" units="cm"/>
    </inkml:brush>
  </inkml:definitions>
  <inkml:trace contextRef="#ctx0" brushRef="#br0">273 492 9577,'0'0'1297,"-11"-6"582,9 5-1819,-3-3 82,0 1 1,0 0-1,0 0 1,-1 0-1,1 1 1,-1 0-1,0 0 1,0 0-1,1 1 1,-1 0-1,0 0 1,0 0-1,0 1 1,-1 0-1,1 0 1,0 0-1,0 1 1,0 0-1,-10 3 1,0 2 41,1 1-1,0 1 1,-19 12 0,30-17-168,-1-1 0,1 1-1,0 1 1,1-1 0,-1 0 0,0 1-1,1 0 1,0 0 0,0 0 0,0 0 0,0 0-1,1 0 1,-1 1 0,1 0 0,-2 7-1,4-11-14,-1-1 0,1 1-1,0 0 1,0-1-1,0 1 1,0-1-1,0 1 1,0 0-1,1-1 1,-1 1-1,0-1 1,0 1 0,0-1-1,1 1 1,-1 0-1,0-1 1,0 1-1,1-1 1,-1 1-1,0-1 1,1 1-1,-1-1 1,1 0-1,-1 1 1,1-1 0,-1 1-1,1-1 1,-1 0-1,1 1 1,0-1-1,23 4 17,26-14 13,-37 5-30,1-2 0,-2 0 0,1-1 0,-1 0 0,0 0 0,0-2 0,-1 1 0,-1-1 0,0-1 0,0 0 0,-1-1 0,0 1 0,-1-2 0,0 1 0,-1-1 0,0 0 0,-2-1 0,1 1 0,6-30-1,-7 26 87,-2 0-1,0-1 0,0 1 0,-2-1 0,0 1 0,-1-1 1,-1 0-1,-1 0 0,0 1 0,-1-1 0,-1 1 0,-1 0 1,-1 0-1,0 1 0,-1-1 0,-11-19 0,17 34-3,0 0 0,0 0 1,0 0-1,-1 0 0,1 0 0,-1 0 0,1 1 0,-1-1 0,0 1 1,0-1-1,1 1 0,-1 0 0,0-1 0,0 1 0,0 0 0,0 0 1,-1 0-1,1 1 0,0-1 0,-3 0 0,4 1-68,-1 1 0,1-1 0,0 1 0,-1-1 0,1 1 0,0 0-1,0 0 1,-1-1 0,1 1 0,0 0 0,0 0 0,0 0 0,0 0 0,0 1 0,1-1-1,-1 0 1,0 0 0,0 0 0,1 1 0,-1-1 0,1 0 0,-1 1 0,1-1 0,-1 0-1,1 1 1,0-1 0,0 1 0,0-1 0,0 1 0,0-1 0,0 0 0,0 3 0,0 24-11,1-1 0,2 0 0,0 0 0,2 0 0,1 0 0,1 0 1,1-1-1,1 0 0,1-1 0,2 0 0,1-1 0,0 0 0,2-1 1,0 0-1,2-2 0,21 23 0,-31-37-29,1-1 0,-1 0 1,1 0-1,0 0 0,1-1 0,-1-1 0,1 1 1,0-1-1,0-1 0,0 0 0,1 0 0,-1-1 1,1 0-1,-1 0 0,16 0 0,-21-2 9,1 0 0,-1-1-1,1 1 1,-1-1 0,0 0-1,1 0 1,-1 0 0,0 0-1,1-1 1,-1 0 0,0 0 0,0 0-1,-1 0 1,1-1 0,0 1-1,-1-1 1,1 0 0,-1 0-1,0 0 1,0 0 0,0-1 0,-1 0-1,1 1 1,-1-1 0,0 0-1,0 0 1,0 0 0,0 0-1,-1 0 1,0-1 0,0 1-1,0 0 1,0-1 0,0 1 0,-1-7-1,0 6 18,1 0-1,-1 0 1,-1 0 0,1 0-1,-1 0 1,-2-9-1,3 12 29,-1 1-1,1 0 0,-1-1 1,1 1-1,-1 0 1,0-1-1,1 1 0,-1 0 1,0 0-1,0 0 0,0 0 1,0-1-1,0 1 1,0 1-1,0-1 0,0 0 1,0 0-1,-1 0 0,1 0 1,0 1-1,-1-1 1,1 1-1,0-1 0,-1 1 1,1-1-1,-1 1 0,-2 0 1,4 0-21,-1 0 0,0 1 0,1-1 0,-1 1 0,1-1 1,-1 0-1,0 1 0,1 0 0,-1-1 0,1 1 0,-1-1 0,1 1 0,0-1 1,-1 1-1,1 0 0,-1-1 0,1 1 0,0 0 0,0 0 0,-1-1 1,1 1-1,0 0 0,0 0 0,0-1 0,0 1 0,0 0 0,0 0 1,0-1-1,0 1 0,0 1 0,1 31 77,-1-25-80,1 0-94,1 0-1,-1 0 1,1 0 0,1 0-1,0-1 1,0 1-1,0-1 1,1 1-1,0-1 1,0 0-1,1-1 1,8 11 0,-3-5-303,1-1 1,1 0 0,0 0 0,0-1 0,21 13 0,-17-15-3248,-8-11-2500,-7-11 3113</inkml:trace>
</inkml:ink>
</file>

<file path=ppt/ink/ink3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13.925"/>
    </inkml:context>
    <inkml:brush xml:id="br0">
      <inkml:brushProperty name="width" value="0.025" units="cm"/>
      <inkml:brushProperty name="height" value="0.025" units="cm"/>
    </inkml:brush>
  </inkml:definitions>
  <inkml:trace contextRef="#ctx0" brushRef="#br0">23 125 3748,'0'0'736,"-21"-66"225,20 42-448,1 7-353,9 7-160,11 2 0,6 8-737,8 0-1409,1 0-480</inkml:trace>
</inkml:ink>
</file>

<file path=ppt/ink/ink3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14.224"/>
    </inkml:context>
    <inkml:brush xml:id="br0">
      <inkml:brushProperty name="width" value="0.025" units="cm"/>
      <inkml:brushProperty name="height" value="0.025" units="cm"/>
    </inkml:brush>
  </inkml:definitions>
  <inkml:trace contextRef="#ctx0" brushRef="#br0">131 1 2434,'0'0'10181,"-8"6"-8836,-77 42 924,82-47-2248,1 0-1,-1 0 1,1 1 0,0-1 0,0 0 0,-1 1 0,1 0 0,0-1 0,0 1 0,1 0 0,-1 0-1,0 0 1,1 0 0,-1 0 0,1 1 0,-1-1 0,1 0 0,-1 4 0,2-4-16,-1 0 1,1 0 0,0 0 0,0 0 0,1 0-1,-1 0 1,0 1 0,1-1 0,-1 0-1,1 0 1,0 0 0,0-1 0,-1 1 0,1 0-1,1 0 1,-1 0 0,0-1 0,2 3-1,7 7-13,1-1 0,0 1 0,1-2 0,0 0 0,15 8 0,-10-5 46,-15-11-36,11 8 6,1 1 0,-2 0-1,19 19 1,-29-27-7,1 1 0,-1-1 0,0 1-1,0 0 1,0 0 0,0 0 0,-1 0 0,1 0 0,-1 0 0,1 0-1,-1 1 1,0-1 0,-1 0 0,1 1 0,0-1 0,-1 1 0,0-1-1,0 0 1,0 1 0,0-1 0,-1 1 0,1-1 0,-2 7 0,0-7 1,0-1 1,0 1 0,0-1 0,0 1 0,0-1 0,0 0 0,0 0 0,-1 0-1,1 0 1,-1 0 0,1 0 0,-1-1 0,0 1 0,0-1 0,0 0-1,0 0 1,0 0 0,0 0 0,0-1 0,0 1 0,0-1 0,0 1 0,0-1-1,-7-1 1,6 1-88,0 1-1,0-2 0,0 1 0,0-1 0,0 1 1,0-1-1,0 0 0,0 0 0,0-1 0,1 1 1,-1-1-1,0 0 0,1 0 0,-1 0 0,1 0 1,0-1-1,-1 1 0,1-1 0,-2-3 0,2 0-466,0 1-1,1-1 1,0 1-1,0-1 1,1 0-1,-1 0 1,1 0-1,1 1 1,-1-1-1,1 0 1,0-10-1,0-24-3691</inkml:trace>
</inkml:ink>
</file>

<file path=ppt/ink/ink3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14.416"/>
    </inkml:context>
    <inkml:brush xml:id="br0">
      <inkml:brushProperty name="width" value="0.025" units="cm"/>
      <inkml:brushProperty name="height" value="0.025" units="cm"/>
    </inkml:brush>
  </inkml:definitions>
  <inkml:trace contextRef="#ctx0" brushRef="#br0">1 0 11082,'0'0'3043,"28"71"-2370,-15-33-257,1 4-159,2 5-193,-1 1-32,1 1-32,-3-5 0,-2-2-192,-1-9-2339,-5-12-2914</inkml:trace>
</inkml:ink>
</file>

<file path=ppt/ink/ink3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14.987"/>
    </inkml:context>
    <inkml:brush xml:id="br0">
      <inkml:brushProperty name="width" value="0.025" units="cm"/>
      <inkml:brushProperty name="height" value="0.025" units="cm"/>
    </inkml:brush>
  </inkml:definitions>
  <inkml:trace contextRef="#ctx0" brushRef="#br0">1 133 9897,'4'-7'1127,"2"-2"-709,0 1 0,1 0-1,0 0 1,1 0 0,0 1 0,0 0 0,0 1 0,1 0 0,0 0 0,0 1 0,1 0 0,-1 0-1,17-4 1,-10 3-80,0 0-1,0 2 1,1 0-1,-1 1 1,1 0 0,0 2-1,0 0 1,26 2-1,-39-1-333,0 1 1,0 0-1,0 1 0,0-1 0,0 1 0,0-1 0,-1 1 1,1 0-1,0 1 0,-1-1 0,0 0 0,0 1 1,0 0-1,0 0 0,0 0 0,0 0 0,-1 0 1,1 1-1,-1-1 0,0 1 0,0-1 0,2 6 0,3 9 19,-1 1-1,-1-1 0,6 32 0,0 3-4,4-116 83,-12 52-98,0 1 0,1-1-1,0 1 1,1 0 0,0 0-1,0 0 1,1 1-1,1 0 1,13-16 0,-18 23-2,1 0 0,-1 0 0,0 0 0,1 0 0,-1 1 0,1-1 0,0 1 0,-1-1 0,1 1 0,0 0 1,0 0-1,0 1 0,0-1 0,0 0 0,0 1 0,4-1 0,-3 2-3,-1 0 0,0-1 1,1 1-1,-1 1 0,0-1 0,0 0 1,0 1-1,0-1 0,0 1 0,0 0 0,0 0 1,-1 0-1,1 1 0,-1-1 0,1 0 0,-1 1 1,0 0-1,2 2 0,21 31 9,-16-22-4,0-2-1,1 1 0,12 12 0,-21-24-1,1 0 0,-1-1 0,0 1 0,1 0 0,-1-1 0,0 1 0,1-1 0,-1 1 0,1-1 0,-1 0 0,1 1 0,-1-1 0,1 0 0,-1 0 0,0 0 0,1 0 0,-1-1 0,1 1 0,-1 0 0,1 0 0,-1-1 0,1 1 0,-1-1 0,0 0 0,1 1 0,-1-1 0,0 0 0,1 0 0,1-1 0,40-35 8,-27 22 11,-9 10-16,1-1 0,-1 1 0,1 0 0,1 0 0,-1 1 0,1 0 0,-1 1 0,1 0 1,11-3-1,-18 6-3,0 0 0,0-1 0,0 1 0,0 0 0,0 0 0,0 1 0,0-1 1,0 0-1,0 1 0,0-1 0,0 1 0,0-1 0,0 1 0,-1 0 0,1 0 0,0 0 1,0 0-1,2 2 0,-2 0-3,0-1 1,0 1-1,-1-1 1,1 1 0,-1 0-1,1-1 1,-1 1-1,0 0 1,0 0-1,-1 0 1,1 0-1,-1 0 1,1 0 0,-1 0-1,0 0 1,0 5-1,-5 49-457,0-33-6806</inkml:trace>
</inkml:ink>
</file>

<file path=ppt/ink/ink3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2:15.114"/>
    </inkml:context>
    <inkml:brush xml:id="br0">
      <inkml:brushProperty name="width" value="0.025" units="cm"/>
      <inkml:brushProperty name="height" value="0.025" units="cm"/>
    </inkml:brush>
  </inkml:definitions>
  <inkml:trace contextRef="#ctx0" brushRef="#br0">0 0 13933,'0'0'3171</inkml:trace>
</inkml:ink>
</file>

<file path=ppt/ink/ink3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09.648"/>
    </inkml:context>
    <inkml:brush xml:id="br0">
      <inkml:brushProperty name="width" value="0.025" units="cm"/>
      <inkml:brushProperty name="height" value="0.025" units="cm"/>
    </inkml:brush>
  </inkml:definitions>
  <inkml:trace contextRef="#ctx0" brushRef="#br0">0 3658 2915,'3'-24'11258,"74"18"-10659,147-17 662,-193 17-1065,-1-1 0,0-1 1,0-2-1,-1-1 1,36-18-1,11-13 797,95-69 0,-137 86-842,-2-1-1,0-2 1,-2-1-1,51-66 1,316-520 1621,16-207-1051,-333 630-679,20-53 70,161-281 0,-135 295-89,81-128 13,-195 341-42,2 0-1,0 1 0,0 0 1,27-22-1,-30 31 4,0 0 0,1 1 0,0 0 1,0 1-1,0 0 0,1 1 0,0 0 0,21-4 0,-12 3 1,1 2 0,0 0-1,0 2 1,0 1-1,0 0 1,44 6-1,-53-3 2,-1 1 1,0 1-1,0-1 0,0 2 1,-1 0-1,1 1 0,-1 0 1,-1 0-1,1 2 0,-1-1 1,0 1-1,-1 1 0,12 11 1,18 25 17,-1 1 1,-3 2 0,-2 2-1,33 62 1,-18-14-11,51 145-1,43 92 132,13 38 925,-109-238-353,106 210 0,-114-269-578,82 141 54,-97-179-180,2-1 0,2-1 0,47 48 0,71 80-1,-95-103-2,68 63 0,-101-108-1,0-2 1,2 0 0,0-2 0,0 0-1,35 14 1,118 36 14,-59-25-13,-30-8 8,2-3 0,1-5-1,1-3 1,100 7 0,-112-21 13,-36-2 7,0 1 1,74 17 0,-96-11 47,-17-8-204,0 0-1,1 0 0,-1 0 1,0 0-1,0 0 1,1-1-1,-1 1 0,1-1 1,-1 1-1,1-1 1,-1 1-1,0-1 0,1 0 1,1 0-1,-2 0-168,-1-1-1,1 0 0,-1 0 1,1 0-1,-1 0 0,1 1 1,-1-1-1,0 0 0,0 0 1,1 0-1,-1 0 0,0 0 1,0 0-1,0 0 0,0 0 1,0 0-1,0 0 0,-1-1 1,1-1-945,1-27-7869</inkml:trace>
</inkml:ink>
</file>

<file path=ppt/ink/ink3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10.643"/>
    </inkml:context>
    <inkml:brush xml:id="br0">
      <inkml:brushProperty name="width" value="0.025" units="cm"/>
      <inkml:brushProperty name="height" value="0.025" units="cm"/>
    </inkml:brush>
  </inkml:definitions>
  <inkml:trace contextRef="#ctx0" brushRef="#br0">6 36 3331,'-1'-1'212,"1"-1"-1,-1 0 1,0 1-1,1-1 1,-1 0 0,1 1-1,-1-1 1,1 0-1,0 0 1,0 0-1,0 1 1,0-1-1,0 0 1,0 0 0,0 0-1,1 1 1,0-3-1,-1 4-182,0 0 1,0-1-1,0 1 0,0 0 0,0 0 0,0 0 0,0 0 1,0 0-1,0 0 0,0 0 0,0 0 0,1 0 1,-1-1-1,0 1 0,0 0 0,0 0 0,0 0 0,0 0 1,0 0-1,0 0 0,1 0 0,-1 0 0,0 0 1,0 0-1,0 0 0,0 0 0,0 0 0,0 0 0,1 0 1,-1 0-1,0 0 0,0 0 0,0 0 0,0 0 1,0 0-1,0 0 0,1 0 0,-1 0 0,0 0 0,0 0 1,0 1-1,0-1 0,0 0 0,0 0 0,0 0 1,0 0-1,1 0 0,-1 0 0,0 0 0,0 0 0,0 1 1,0-1-1,0 0 0,0 0 0,0 0 0,0 0 1,0 0-1,0 0 0,5 22-50,46 284 4179,-2-9-1098,61 693-738,-48-413-672,12 1060-503,-74-1622-1125,1-1-1,0 1 1,1 0-1,7 25 1,-8-35-17,1 0-1,0 0 1,0 0 0,0 0-1,1 0 1,-1 0 0,1-1-1,0 0 1,1 1 0,-1-1-1,1 0 1,-1-1 0,1 1-1,1-1 1,-1 1 0,8 3-1,-15-29-6677,-8-14-5199</inkml:trace>
</inkml:ink>
</file>

<file path=ppt/ink/ink3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13.494"/>
    </inkml:context>
    <inkml:brush xml:id="br0">
      <inkml:brushProperty name="width" value="0.025" units="cm"/>
      <inkml:brushProperty name="height" value="0.025" units="cm"/>
    </inkml:brush>
  </inkml:definitions>
  <inkml:trace contextRef="#ctx0" brushRef="#br0">386 1 9225,'0'0'4324,"-10"8"-4079,-74 83 918,61-64-998,-1 0 1,-1-1 0,-2-1 0,-54 39 0,47-45-132,-44 17 1,151-33 114,18-10 195,-41 2-295,1 2 0,62 5 1,-111-1-73,0-1 0,1 0 1,-1 1-1,0-1 0,1 1 1,-1 0-1,0 0 1,0 0-1,0 0 0,0 0 1,3 2-1,-4-3-291,-1 1 0,1 0-1,-1-1 1,1 1 0,0 0-1,-1-1 1,0 1 0,1 0 0,-1 0-1,1-1 1,-1 1 0,0 0 0,0 0-1,1 0 1,-1 0 0,0-1-1,0 1 1,0 0 0,0 0 0,0 0-1,0 1 1,-1 5-5537</inkml:trace>
</inkml:ink>
</file>

<file path=ppt/ink/ink3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13.793"/>
    </inkml:context>
    <inkml:brush xml:id="br0">
      <inkml:brushProperty name="width" value="0.025" units="cm"/>
      <inkml:brushProperty name="height" value="0.025" units="cm"/>
    </inkml:brush>
  </inkml:definitions>
  <inkml:trace contextRef="#ctx0" brushRef="#br0">1 278 8584,'0'0'497,"9"-5"602,34-9 25,0 1-1,1 3 1,0 1-1,67-4 1,-48 5-565,837-98 1692,-222 29-4582,-661 75 1753,25-2-744,-23-5-2613,-21 5 1154,-15 1-2061</inkml:trace>
</inkml:ink>
</file>

<file path=ppt/ink/ink3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14.155"/>
    </inkml:context>
    <inkml:brush xml:id="br0">
      <inkml:brushProperty name="width" value="0.025" units="cm"/>
      <inkml:brushProperty name="height" value="0.025" units="cm"/>
    </inkml:brush>
  </inkml:definitions>
  <inkml:trace contextRef="#ctx0" brushRef="#br0">0 25 8072,'0'0'9908,"12"-5"-9423,-6 3-414,0-1 27,1 0 0,0 1-1,-1-1 1,1 2 0,0-1-1,0 1 1,0 0-1,0 0 1,0 1 0,0 0-1,1 0 1,8 2-1,389 60 1115,-403-62-1211,-1 0-1,1 0 1,-1 0 0,0 1-1,1-1 1,-1 1-1,1-1 1,-1 1 0,0 0-1,1-1 1,-1 1-1,0 0 1,1 0 0,-1 0-1,0 0 1,1 1-1,-2-2 2,0 1 0,0-1 0,0 1 0,0-1 0,0 1 0,0 0 0,0-1 0,0 1 0,0-1 0,0 1 0,0-1 0,0 1 0,0-1 0,-1 1 0,1-1 0,0 1 0,0-1 0,-1 0 0,1 1 0,0-1 0,-1 1 0,1-1 0,0 1 0,-1-1-1,1 0 1,-1 1 0,1-1 0,-1 1 0,-49 25 333,39-22-182,-260 146 234,159-80-5823,77-48 1923,-10 7-6806</inkml:trace>
</inkml:ink>
</file>

<file path=ppt/ink/ink3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14.750"/>
    </inkml:context>
    <inkml:brush xml:id="br0">
      <inkml:brushProperty name="width" value="0.025" units="cm"/>
      <inkml:brushProperty name="height" value="0.025" units="cm"/>
    </inkml:brush>
  </inkml:definitions>
  <inkml:trace contextRef="#ctx0" brushRef="#br0">247 0 9705,'0'0'5200,"-9"5"-4234,-15 13-549,0 0-1,2 1 1,0 1-1,1 2 1,-24 31-1,-35 35 251,133-140-625,2 3 1,73-51 0,-128 100-8,0 0-1,0 0 1,0 0 0,1 0 0,-1 0 0,0 0 0,0 0-1,0 0 1,0 0 0,1 0 0,-1 0 0,0 0 0,0 0-1,0 0 1,1 0 0,-1 0 0,0 0 0,0 0 0,0 0-1,0 0 1,1 0 0,-1 0 0,0 0 0,0 0 0,0 0 0,0 0-1,0 0 1,1 1 0,-1-1 0,0 0 0,0 0 0,0 0-1,0 0 1,0 0 0,0 0 0,0 1 0,1-1 0,-1 0-1,0 0 1,0 0 0,0 0 0,0 1 0,0-1 0,0 0-1,0 0 1,0 0 0,0 1 0,3 16 770,-3 27-280,0-35-260,13 264 183,-12-259-737,1 42-2552,-2-54 2140,-1 1-1,1-1 0,-1 1 0,1-1 0,-1 0 0,0 0 0,0 1 0,0-1 1,0 0-1,-1 0 0,-2 4 0,-13 8-8288</inkml:trace>
</inkml:ink>
</file>

<file path=ppt/ink/ink3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14.935"/>
    </inkml:context>
    <inkml:brush xml:id="br0">
      <inkml:brushProperty name="width" value="0.025" units="cm"/>
      <inkml:brushProperty name="height" value="0.025" units="cm"/>
    </inkml:brush>
  </inkml:definitions>
  <inkml:trace contextRef="#ctx0" brushRef="#br0">0 110 9353,'0'0'9257,"54"-23"-7368,-8 13-479,12-3-257,13 1-352,5 1-321,3 1-224,1 3-192,-8 3-64,-8 3 32,-12 1-256,-14-4-2402,-16-10-6087</inkml:trace>
</inkml:ink>
</file>

<file path=ppt/ink/ink3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20.576"/>
    </inkml:context>
    <inkml:brush xml:id="br0">
      <inkml:brushProperty name="width" value="0.025" units="cm"/>
      <inkml:brushProperty name="height" value="0.025" units="cm"/>
    </inkml:brush>
  </inkml:definitions>
  <inkml:trace contextRef="#ctx0" brushRef="#br0">1 51 8840,'84'-12'6306,"186"-21"-4946,-239 31-1270,-20 0-72,0 1 1,1 0-1,-1 1 0,1 0 0,0 1 1,-1 0-1,0 1 0,1 1 0,19 6 1,-30-8-16,1 0 1,0 0-1,-1 0 1,1 1-1,-1-1 1,0 0-1,1 1 1,-1-1-1,0 1 1,0 0-1,0-1 1,0 1-1,0 0 1,0 0-1,-1 0 1,1-1-1,0 1 1,-1 0-1,0 0 1,1 0 0,-1 0-1,0 0 1,0 0-1,0 0 1,0 0-1,-1 0 1,1 0-1,0 0 1,-1 0-1,1 0 1,-1 0-1,0-1 1,-1 4-1,-3 6 24,-1 0-1,0 0 1,-1 0-1,-8 9 1,13-17-23,-78 106 202,4 4 1,-105 207-1,104-154 605,107-171 1469,26-14-1955,116-23-1,-141 37-960,1 2 1,-1 0-1,1 3 0,0 0 0,46 8 0,-56-6-2503,-7-1-2012</inkml:trace>
</inkml:ink>
</file>

<file path=ppt/ink/ink3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20.840"/>
    </inkml:context>
    <inkml:brush xml:id="br0">
      <inkml:brushProperty name="width" value="0.025" units="cm"/>
      <inkml:brushProperty name="height" value="0.025" units="cm"/>
    </inkml:brush>
  </inkml:definitions>
  <inkml:trace contextRef="#ctx0" brushRef="#br0">1 62 13004,'0'0'3460,"50"-38"-2435,-25 28-257,2 3-159,3 3-289,-3 1-224,-2 3-64,-2 0-32,-5 0-32,-2 7-897,-8 2-1121,-6-2-2626,-2-1-1186</inkml:trace>
</inkml:ink>
</file>

<file path=ppt/ink/ink3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20.995"/>
    </inkml:context>
    <inkml:brush xml:id="br0">
      <inkml:brushProperty name="width" value="0.025" units="cm"/>
      <inkml:brushProperty name="height" value="0.025" units="cm"/>
    </inkml:brush>
  </inkml:definitions>
  <inkml:trace contextRef="#ctx0" brushRef="#br0">0 41 9577,'0'0'5669,"47"13"-4323,-13-13-353,10-1-417,5-9-320,4 1-224,-1 0 0,-7-1-800,-8-5-3716</inkml:trace>
</inkml:ink>
</file>

<file path=ppt/ink/ink3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27.636"/>
    </inkml:context>
    <inkml:brush xml:id="br0">
      <inkml:brushProperty name="width" value="0.025" units="cm"/>
      <inkml:brushProperty name="height" value="0.025" units="cm"/>
    </inkml:brush>
  </inkml:definitions>
  <inkml:trace contextRef="#ctx0" brushRef="#br0">14 94 9801,'0'1'155,"-1"-1"-1,1 0 1,0 0 0,-1 0-1,1 0 1,0 0-1,-1 1 1,1-1 0,-1 0-1,1 0 1,0 0-1,-1 0 1,1 0 0,-1 0-1,1 0 1,-1 0-1,1-1 1,0 1 0,-1 0-1,1 0 1,0 0-1,-1 0 1,1 0 0,-1-1-1,1 1 1,0 0-1,-1 0 1,1-1 0,0 1-1,0 0 1,-1 0-1,1-1 1,0 1 0,0 0-1,-1-1 1,1 1-1,0-1 1,14-9 1399,27-7-1461,-4 3 169,1 2-1,1 2 1,0 1-1,0 2 1,72-3 0,-111 10-261,1 0 0,0 0 1,-1 0-1,1 0 1,0 0-1,-1 0 1,1 1-1,-1-1 1,1 0-1,0 0 1,-1 1-1,1-1 0,-1 0 1,1 1-1,-1-1 1,1 1-1,-1-1 1,1 0-1,-1 1 1,0-1-1,1 1 1,-1-1-1,1 1 0,-1 0 1,0-1-1,0 1 1,1-1-1,-1 1 1,0 0-1,0-1 1,0 2-1,-1 27 69,-17 26 91,-44 77 560,-67 156-278,101-219-439,8-23-121,-14 50 0,34-78-3935,1-18 3744,-1 1 0,1-1 1,0 0-1,-1 0 0,1 1 0,0-1 1,0 0-1,-1 0 0,1 0 0,0 0 1,-1 0-1,1 0 0,0 0 0,0 0 1,-1 0-1,1 0 0,0 0 0,-1 0 1,1 0-1,0-1 0,-1 1 0,1 0 1,0-1-1,-1 1 0,2-1 0,21-13-7230</inkml:trace>
</inkml:ink>
</file>

<file path=ppt/ink/ink3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28.029"/>
    </inkml:context>
    <inkml:brush xml:id="br0">
      <inkml:brushProperty name="width" value="0.025" units="cm"/>
      <inkml:brushProperty name="height" value="0.025" units="cm"/>
    </inkml:brush>
  </inkml:definitions>
  <inkml:trace contextRef="#ctx0" brushRef="#br0">100 50 14125,'0'0'2696,"-7"-3"-1612,5 2-1007,0 0 1,-1 0-1,1 1 1,0-1-1,-1 1 0,1-1 1,-1 1-1,1 0 1,-1 0-1,1 0 1,0 0-1,-1 0 0,1 0 1,-1 1-1,1-1 1,-3 2-1,3-1 3,-1 1 0,1 0 1,-1-1-1,1 1 0,0 0 0,0 0 1,0 1-1,0-1 0,0 0 0,0 1 0,1-1 1,-1 1-1,1-1 0,0 1 0,0 0 1,-2 5-1,-1 3-18,1 1 0,0 0 0,0 0 0,1 0 1,1 1-1,0-1 0,1 0 0,0 1 0,1-1 1,1 0-1,5 24 0,-6-30-61,0-1 0,1 0 1,0 0-1,0 0 0,1-1 1,-1 1-1,1 0 0,0-1 0,0 0 1,0 0-1,1 0 0,-1 0 1,1 0-1,0-1 0,0 1 1,0-1-1,1 0 0,-1 0 0,1-1 1,0 1-1,0-1 0,-1 0 1,1-1-1,1 1 0,-1-1 0,0 0 1,0 0-1,0 0 0,9-1 1,-8 0 2,0 0 0,0 0 1,-1-1-1,1 0 0,0 0 1,-1 0-1,1-1 0,0 0 1,-1 0-1,0 0 0,0-1 0,0 0 1,0 0-1,0 0 0,0 0 1,-1-1-1,1 0 0,-1 0 1,0 0-1,0 0 0,-1-1 1,1 0-1,-1 1 0,0-1 1,0 0-1,-1-1 0,0 1 1,0 0-1,0-1 0,0 1 1,-1-1-1,0 0 0,0 1 1,0-1-1,-1 0 0,0-11 1,-1 5 2,1 1 1,-2 0 0,1 0 0,-2-1 0,1 1-1,-2 1 1,1-1 0,-1 0 0,-1 1 0,-9-16-1,11 21-27,0 0 0,-1 0-1,1 0 1,-1 0-1,0 1 1,0 0 0,-1 0-1,1 0 1,-1 0-1,0 1 1,0-1 0,0 1-1,-1 1 1,1-1-1,-1 1 1,1 0 0,-1 0-1,0 0 1,0 1 0,0 0-1,-10-1 1,15 2-194,0 0 0,0 0 0,0 0 0,0 0 0,0 0 0,0 0 0,0 0 0,0 0 0,0 1 0,0-1 0,0 0 0,0 1 0,0-1 0,0 0 0,0 1 0,0-1 0,1 1 0,-1-1 0,0 1 0,0 0 0,0-1 0,1 1 0,-1 0 0,0 0 0,1-1 0,-1 1 0,1 0 0,-1 0 0,1 0 0,-1 0 0,1 0 0,-1 0 0,1 0 0,0 0 0,-1 1 0,1 9-5754</inkml:trace>
</inkml:ink>
</file>

<file path=ppt/ink/ink3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28.330"/>
    </inkml:context>
    <inkml:brush xml:id="br0">
      <inkml:brushProperty name="width" value="0.025" units="cm"/>
      <inkml:brushProperty name="height" value="0.025" units="cm"/>
    </inkml:brush>
  </inkml:definitions>
  <inkml:trace contextRef="#ctx0" brushRef="#br0">1 145 14157,'0'0'3257,"11"-5"-1752,38-14-724,1 2 1,0 2-1,2 2 0,76-8 0,99-24-1276,-227 44 397,0 1 0,0 0-1,0 0 1,0 0-1,0 0 1,0 0-1,0 0 1,0 0 0,0 0-1,-1 0 1,1 0-1,0-1 1,0 1-1,0 0 1,0 0 0,0 0-1,0 0 1,0 0-1,0 0 1,0-1-1,0 1 1,0 0 0,0 0-1,0 0 1,0 0-1,0 0 1,0 0-1,0-1 1,0 1-1,0 0 1,0 0 0,0 0-1,0 0 1,0 0-1,0 0 1,1 0-1,-1-1 1,0 1 0,0 0-1,0 0 1,0 0-1,0 0 1,0 0-1,0 0 1,0 0 0,0 0-1,1 0 1,-1 0-1,0 0 1,0-1-1,0 1 1,0 0 0,0 0-1,0 0 1,0 0-1,1 0 1,-17-4-7237</inkml:trace>
</inkml:ink>
</file>

<file path=ppt/ink/ink3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31.773"/>
    </inkml:context>
    <inkml:brush xml:id="br0">
      <inkml:brushProperty name="width" value="0.025" units="cm"/>
      <inkml:brushProperty name="height" value="0.025" units="cm"/>
    </inkml:brush>
  </inkml:definitions>
  <inkml:trace contextRef="#ctx0" brushRef="#br0">570 1 9161,'0'0'1094,"-8"7"-138,-6 3-539,0-1 1,-1-1 0,0 0 0,-1-1-1,1-1 1,-1 0 0,-25 5-1,-256 47 272,295-57-659,0-1-1,0 1 1,0 0 0,0 0-1,0-1 1,1 1 0,-1 1-1,0-1 1,0 0-1,0 0 1,1 0 0,-1 1-1,1-1 1,-1 1 0,1 0-1,0-1 1,-1 1-1,1 0 1,0 0 0,0-1-1,0 1 1,1 0 0,-1 0-1,0 0 1,1 0 0,-1 0-1,1 0 1,-1 1-1,1-1 1,0 0 0,0 0-1,0 3 1,2 9 38,-1 1-1,2 0 1,0-1 0,6 15 0,4 34 94,-13-47-367,3 6 1048,-2-22-797,1 0-1,-1 1 1,0-1 0,0 0 0,1 0-1,-1 0 1,0-1 0,0 1 0,1 0 0,-1 0-1,0-1 1,0 1 0,0 0 0,0-1-1,1 1 1,-1-1 0,0 0 0,0 1 0,1-2-1,9-3 27,0 1-1,1-1 1,0 2 0,0 0-1,-1 0 1,2 1-1,23-1 1,-33 3-61,0 0 1,0 0-1,0 0 0,0 0 0,0 1 0,1-1 1,-1 1-1,0 0 0,0 0 0,0 0 1,0 0-1,-1 0 0,1 1 0,0-1 0,0 1 1,-1 0-1,1 0 0,-1 0 0,0 0 1,1 0-1,-1 0 0,0 1 0,0-1 0,0 1 1,-1-1-1,1 1 0,-1 0 0,1 0 1,-1 0-1,0 0 0,0 0 0,0 0 1,-1 0-1,1 0 0,0 3 0,-1 0-5,0 0-1,0 0 1,0-1-1,-1 1 0,0 0 1,0-1-1,0 1 1,-1-1-1,1 1 1,-2-1-1,1 0 0,0 0 1,-1 0-1,-4 6 1,0-1 3,-1-1 0,1-1 1,-1 1-1,-1-1 0,0-1 1,-16 11-1,-1-2-53,0-1-1,-2-2 1,1-1 0,-47 14-1,67-24-487,0 0 0,0 0 0,0-1-1,0 0 1,0 0 0,-8-1-1,14-3-3364,3-10-1217</inkml:trace>
</inkml:ink>
</file>

<file path=ppt/ink/ink3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32.131"/>
    </inkml:context>
    <inkml:brush xml:id="br0">
      <inkml:brushProperty name="width" value="0.025" units="cm"/>
      <inkml:brushProperty name="height" value="0.025" units="cm"/>
    </inkml:brush>
  </inkml:definitions>
  <inkml:trace contextRef="#ctx0" brushRef="#br0">121 129 11883,'0'0'6033,"-8"-4"-4902,-25-9-148,32 13-963,1-1 1,-1 1 0,1 0 0,0 0 0,-1 0 0,1 0-1,-1-1 1,1 1 0,-1 0 0,1 0 0,-1 0-1,1 0 1,0 0 0,-1 0 0,1 0 0,-1 0-1,1 0 1,-1 0 0,1 1 0,-1-1 0,1 0 0,-1 0-1,1 0 1,0 0 0,-1 1 0,1-1 0,0 0-1,-1 0 1,1 1 0,-1-1 0,1 0 0,0 1 0,0-1-1,-1 0 1,1 1 0,0-1 0,-1 1 0,1-1-1,0 0 1,0 1 0,0-1 0,0 1 0,-1-1 0,1 1-1,0-1 1,0 1 0,0-1 0,0 0 0,0 1-1,0-1 1,0 1 0,0-1 0,0 1 0,1 0-1,5 23 165,-1-17-156,0-1 0,0 1 0,1-1 0,0 0 0,0 0 0,0-1 0,1 0 0,0 0 0,0 0 0,0-1 0,1 0 0,-1-1 0,1 0 0,0 0 0,16 4 0,-5-3-6,0 0 0,1-1 0,-1-1 1,0-1-1,37-3 0,-48 1-20,-1 0 0,0 0 0,0-1 1,0 0-1,-1-1 0,1 0 0,-1 0 0,1 0 0,-1-1 0,0 1 0,0-2 0,0 1 0,-1-1 1,1 1-1,-1-2 0,6-7 0,-8 10-1,-1 0 1,0 0-1,-1 0 0,1 0 0,0-1 1,-1 1-1,0 0 0,0-1 1,0 1-1,0-1 0,-1 1 1,1-1-1,-1 0 0,0 1 0,0-1 1,0 1-1,0-1 0,-1 1 1,1-1-1,-1 0 0,0 1 1,0 0-1,-1-1 0,1 1 1,-1 0-1,1-1 0,-1 1 0,0 0 1,0 0-1,0 1 0,-1-1 1,1 0-1,-1 1 0,-3-4 1,-2-1-32,-1 1 0,1-1-1,-1 2 1,0-1 0,-1 1 0,1 1 0,-1 0 0,0 0 0,0 1 0,-1 0 0,1 0 0,0 2 0,-1-1 0,0 1 0,1 1 0,-15 0 0,-9 3-1903,0 1 0,0 2 0,-58 17 0,23-3-4863</inkml:trace>
</inkml:ink>
</file>

<file path=ppt/ink/ink3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32.613"/>
    </inkml:context>
    <inkml:brush xml:id="br0">
      <inkml:brushProperty name="width" value="0.025" units="cm"/>
      <inkml:brushProperty name="height" value="0.025" units="cm"/>
    </inkml:brush>
  </inkml:definitions>
  <inkml:trace contextRef="#ctx0" brushRef="#br0">0 613 10634,'0'0'3838,"16"-5"-3112,132-30 1221,182-19 0,-183 32-1346,1745-245 1516,-692 102-1143,-1063 144-955,238-22-182,-363 43-1155,-18 1-986,-20 2-1238,-21 0-3574</inkml:trace>
</inkml:ink>
</file>

<file path=ppt/ink/ink3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35.641"/>
    </inkml:context>
    <inkml:brush xml:id="br0">
      <inkml:brushProperty name="width" value="0.025" units="cm"/>
      <inkml:brushProperty name="height" value="0.025" units="cm"/>
    </inkml:brush>
  </inkml:definitions>
  <inkml:trace contextRef="#ctx0" brushRef="#br0">80 0 11659,'0'0'4869,"-13"54"-4741,1-7 224,0 12 97,-1 5-97,3 4-160,1 1-128,3-3-64,3-3 0,2-4-64,1-6 32,0-10-1025,4-12-1666,7-14-2786,5-17-320</inkml:trace>
</inkml:ink>
</file>

<file path=ppt/ink/ink3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36.393"/>
    </inkml:context>
    <inkml:brush xml:id="br0">
      <inkml:brushProperty name="width" value="0.025" units="cm"/>
      <inkml:brushProperty name="height" value="0.025" units="cm"/>
    </inkml:brush>
  </inkml:definitions>
  <inkml:trace contextRef="#ctx0" brushRef="#br0">1 44 13004,'0'0'2050,"43"-35"-961,-16 30-480,4 2-321,2 2-32,3 1-128,-1 0-95,-3 5-1,-4 6-32,-6-2-641,-11 1-2146,-9-5-2818</inkml:trace>
</inkml:ink>
</file>

<file path=ppt/ink/ink3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36.533"/>
    </inkml:context>
    <inkml:brush xml:id="br0">
      <inkml:brushProperty name="width" value="0.025" units="cm"/>
      <inkml:brushProperty name="height" value="0.025" units="cm"/>
    </inkml:brush>
  </inkml:definitions>
  <inkml:trace contextRef="#ctx0" brushRef="#br0">0 29 9673,'0'0'4901,"69"11"-3684,-16-11-705,10-7-319,5 1-193,-2 0 32,-7-2-673,-12-4-4612</inkml:trace>
</inkml:ink>
</file>

<file path=ppt/ink/ink3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45.151"/>
    </inkml:context>
    <inkml:brush xml:id="br0">
      <inkml:brushProperty name="width" value="0.025" units="cm"/>
      <inkml:brushProperty name="height" value="0.025" units="cm"/>
    </inkml:brush>
  </inkml:definitions>
  <inkml:trace contextRef="#ctx0" brushRef="#br0">147 147 11755,'0'0'545,"-9"10"26,-7 14 26,1-1 0,1 2 0,2 0 0,0 0 0,-12 41 0,-7 55-66,18-56 507,176-532-739,-160 458-283,12-26-39,-15 34 35,1-1 1,-1 1-1,1 0 0,-1 0 0,1 0 1,0 0-1,-1 0 0,1 0 0,0 0 0,0 0 1,0 0-1,0 0 0,0 0 0,0 1 0,0-1 1,0 0-1,0 1 0,0-1 0,0 1 1,1-1-1,1 0 0,-2 2 1,0 0 1,0 0-1,0-1 1,0 1-1,0 0 1,0 0-1,0 0 1,-1 0-1,1 0 1,0 1-1,-1-1 1,1 0-1,0 0 1,-1 0-1,0 0 1,1 1-1,-1-1 1,0 0-1,1 0 1,-1 1-1,0-1 1,0 0-1,0 3 1,0 2 36,27 157 1010,23 115-263,-48-268-1023,5 28 58,-12-23-3020,-10-10-4643,-4-5-1250</inkml:trace>
</inkml:ink>
</file>

<file path=ppt/ink/ink3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5:45.328"/>
    </inkml:context>
    <inkml:brush xml:id="br0">
      <inkml:brushProperty name="width" value="0.025" units="cm"/>
      <inkml:brushProperty name="height" value="0.025" units="cm"/>
    </inkml:brush>
  </inkml:definitions>
  <inkml:trace contextRef="#ctx0" brushRef="#br0">0 167 11211,'0'0'5861,"15"-48"-4932,17 37-32,13-4-64,10-1-353,11 1-256,3 1-128,1 2-64,-8 4-32,-12-3-1889,-19-5-6343</inkml:trace>
</inkml:ink>
</file>

<file path=ppt/ink/ink3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01.843"/>
    </inkml:context>
    <inkml:brush xml:id="br0">
      <inkml:brushProperty name="width" value="0.025" units="cm"/>
      <inkml:brushProperty name="height" value="0.025" units="cm"/>
    </inkml:brush>
  </inkml:definitions>
  <inkml:trace contextRef="#ctx0" brushRef="#br0">56 28 6919,'4'-27'4467,"-1"26"-2174,-2 17-1953,-2 0-136,0 1 1,-8 31 0,5-32-43,1 0-1,-2 33 1,8-48-144,1-1-1,0 1 0,-1-1 0,1 0 0,-1 0 1,1 0-1,0 0 0,7-2 0,29-9 35,-28 7-44,0 0 0,0 1 0,1 1-1,-1 0 1,25-1 0,-34 3-7,1 1 0,-1-1 0,0 1 0,0-1 0,0 1 0,0 0 0,0 0 0,-1 1 0,1-1 0,0 1 0,0-1 0,-1 1 0,1 0 0,-1 0 0,0 0 0,1 0 0,-1 0-1,0 1 1,0-1 0,0 1 0,-1-1 0,1 1 0,-1 0 0,1 0 0,-1-1 0,0 1 0,0 0 0,0 0 0,0 4 0,2 1 42,-1 0 0,-1 0-1,0 0 1,0 0 0,0 0 0,-1 0-1,0 0 1,-1 1 0,0-1-1,0 0 1,0 0 0,-1 0 0,-1 0-1,1-1 1,-1 1 0,-1-1-1,1 1 1,-1-1 0,0 0 0,-1 0-1,-7 8 1,4-7-23,0 0 1,0-1-1,-1 0 0,0 0 1,0-1-1,0-1 0,-1 1 1,0-1-1,0-1 0,-1 0 1,1-1-1,-1 1 0,1-2 1,-1 0-1,-16 1 0,17-2-272,-28 1-1220,17-7-2414,12-4-91</inkml:trace>
</inkml:ink>
</file>

<file path=ppt/ink/ink3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02.110"/>
    </inkml:context>
    <inkml:brush xml:id="br0">
      <inkml:brushProperty name="width" value="0.025" units="cm"/>
      <inkml:brushProperty name="height" value="0.025" units="cm"/>
    </inkml:brush>
  </inkml:definitions>
  <inkml:trace contextRef="#ctx0" brushRef="#br0">14 242 11755,'0'0'3363,"-13"-52"-2178,34 37-480,12-5-160,16-2 319,13 0-127,10-2-385,2 4-255,-2 5-65,-8 3-32,-14-4-1218,-17-7-5764</inkml:trace>
</inkml:ink>
</file>

<file path=ppt/ink/ink3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09.542"/>
    </inkml:context>
    <inkml:brush xml:id="br0">
      <inkml:brushProperty name="width" value="0.025" units="cm"/>
      <inkml:brushProperty name="height" value="0.025" units="cm"/>
    </inkml:brush>
  </inkml:definitions>
  <inkml:trace contextRef="#ctx0" brushRef="#br0">29 3 9641,'0'-3'5285,"-2"3"-4004,-9 10-1056,4 18-193,3 10 32,2 5 832,0 2-127,2 4-320,0-2-353,2-1-64,4-3 0,1-6 0,-1-5-32,1-7-32,0-8-417,-1-7-1408,-1-7-2467,-1-2-2211</inkml:trace>
</inkml:ink>
</file>

<file path=ppt/ink/ink3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09.745"/>
    </inkml:context>
    <inkml:brush xml:id="br0">
      <inkml:brushProperty name="width" value="0.025" units="cm"/>
      <inkml:brushProperty name="height" value="0.025" units="cm"/>
    </inkml:brush>
  </inkml:definitions>
  <inkml:trace contextRef="#ctx0" brushRef="#br0">1 53 13869,'0'0'5702,"1"-43"-4485,4 36-577,2 5-512,-1 2-96,2 0-64,-3 0-800,0 2-2916</inkml:trace>
</inkml:ink>
</file>

<file path=ppt/ink/ink3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10.228"/>
    </inkml:context>
    <inkml:brush xml:id="br0">
      <inkml:brushProperty name="width" value="0.025" units="cm"/>
      <inkml:brushProperty name="height" value="0.025" units="cm"/>
    </inkml:brush>
  </inkml:definitions>
  <inkml:trace contextRef="#ctx0" brushRef="#br0">0 109 18129,'6'-10'326,"2"-1"64,0 1 1,1-1 0,0 1-1,0 1 1,21-16-1,-27 22-335,0 1-1,0 0 0,-1 0 1,1 0-1,1 0 0,-1 1 1,0-1-1,0 1 1,0 0-1,1 0 0,-1 0 1,1 0-1,-1 1 0,1-1 1,-1 1-1,1 0 0,-1 0 1,1 0-1,-1 0 0,1 1 1,-1 0-1,1-1 1,-1 1-1,0 0 0,1 1 1,-1-1-1,0 1 0,0-1 1,0 1-1,0 0 0,0 0 1,3 3-1,-1-1-49,-1 1 0,0-1 0,-1 1 0,1 0 0,-1 0 0,0 0 0,0 0 0,-1 0 0,1 1 0,-1-1 0,0 1 0,0-1 0,-1 1 0,0 0 0,0 0 0,0 0 0,-1 0 0,0 0 0,-1 7 0,0-5-17,0 0 0,-1 1 0,0-1 1,-1 0-1,0 0 0,0-1 0,-1 1 1,0 0-1,0-1 0,0 0 0,-1 0 0,-10 11 1,14-17 4,0-1 0,1 1-1,-1 0 1,1-1 0,-1 1 0,1 0 0,-1 0 0,1-1 0,-1 1 0,1 0 0,0 0 0,-1 0 0,1 0 0,0-1 0,0 1 0,0 0 0,0 0 0,0 0 0,0 0-1,0 0 1,0 0 0,0 0 0,0-1 0,0 1 0,0 0 0,1 0 0,-1 0 0,0 0 0,1 0 0,-1-1 0,1 1 0,-1 0 0,1 0 0,-1-1 0,1 1-1,-1 0 1,1-1 0,0 1 0,-1-1 0,1 1 0,0 0 0,-1-1 0,1 0 0,0 1 0,0-1 0,0 1 0,-1-1 0,1 0 0,0 0 0,0 1 0,0-1 0,1 0 0,64 17 74,-44-13-75,-14-2 14,0 1 0,0 0 0,0 1 0,0-1 0,-1 2 1,1-1-1,-1 1 0,0 0 0,11 10 0,-16-13-4,-1 0 0,1 0 0,-1 0 0,0 0 1,0 0-1,0 0 0,0 0 0,0 0 0,0 0 0,0 0 0,-1 1 0,1-1 0,-1 0 0,1 1 0,-1-1 0,0 0 0,0 1 0,0-1 0,0 0 0,-1 1 1,1-1-1,0 0 0,-1 1 0,0-1 0,0 0 0,1 0 0,-1 0 0,0 0 0,-1 0 0,1 0 0,0 0 0,-1 0 0,1 0 0,-1 0 0,1-1 1,-1 1-1,0 0 0,0-1 0,-3 3 0,-12 9 11,-1-1 0,0-1 0,0 0 1,-1-2-1,-1 0 0,1 0 0,-1-2 0,-34 7 0,37-10-1058,-1-1 0,0 0 0,-19-1-1,32-5-2520,5-10-2044</inkml:trace>
</inkml:ink>
</file>

<file path=ppt/ink/ink3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10.648"/>
    </inkml:context>
    <inkml:brush xml:id="br0">
      <inkml:brushProperty name="width" value="0.025" units="cm"/>
      <inkml:brushProperty name="height" value="0.025" units="cm"/>
    </inkml:brush>
  </inkml:definitions>
  <inkml:trace contextRef="#ctx0" brushRef="#br0">1 107 14734,'8'-10'251,"5"-3"463,1-1-1,0 2 1,28-21 0,-38 30-593,0 1 0,0-1 0,0 1 0,0-1 0,0 1 0,0 0 0,1 1 0,-1-1 0,1 1-1,-1 0 1,1 0 0,0 0 0,-1 1 0,1 0 0,0 0 0,-1 0 0,1 0 0,0 1 0,-1-1 0,1 1 0,-1 0 0,1 1 0,-1-1 0,1 1 0,3 2 0,-5-2-115,0 0 1,0 1-1,0-1 0,-1 1 1,1 0-1,-1-1 0,0 1 0,0 0 1,0 1-1,0-1 0,0 0 0,-1 0 1,0 1-1,1-1 0,-1 1 1,0-1-1,-1 1 0,1-1 0,-1 1 1,1 0-1,-1-1 0,0 1 1,-1-1-1,1 1 0,0 0 0,-1-1 1,0 1-1,-2 5 0,1-1-8,-2 1 0,1 0 0,-1-1 0,0 0 0,-1 0 0,0 0 0,0 0 0,-1-1 0,0 0 0,-7 7 0,0-3-31,-1 0 0,-26 14-1,21-14-117,22-7 125,14-1 10,19 0 5,-23-2 14,84 8 92,-89-8-87,-1 1 1,1-1 0,-1 2-1,1-1 1,-1 1-1,0 0 1,0 0-1,0 1 1,-1 0 0,8 6-1,-13-9-4,1 0-1,-1 0 0,0 1 0,0-1 1,0 0-1,0 1 0,0-1 0,0 0 1,-1 1-1,1-1 0,0 1 1,-1-1-1,1 1 0,-1 0 0,1-1 1,-1 1-1,0-1 0,0 1 0,0 0 1,0-1-1,0 1 0,0 0 1,0-1-1,0 1 0,-1 0 0,1-1 1,-1 1-1,1-1 0,-1 1 0,0-1 1,1 1-1,-1-1 0,0 1 1,0-1-1,0 0 0,0 1 0,0-1 1,-1 0-1,1 0 0,0 0 0,-2 1 1,-5 6 8,-1-1 0,0-1 0,0 0 0,-17 9 0,0-3-22,0 0 1,0-2 0,-1-1 0,-34 8-1,-13-10-3109,66-9 295,6-7-2071</inkml:trace>
</inkml:ink>
</file>

<file path=ppt/ink/ink3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11.068"/>
    </inkml:context>
    <inkml:brush xml:id="br0">
      <inkml:brushProperty name="width" value="0.025" units="cm"/>
      <inkml:brushProperty name="height" value="0.025" units="cm"/>
    </inkml:brush>
  </inkml:definitions>
  <inkml:trace contextRef="#ctx0" brushRef="#br0">78 74 15727,'9'-8'368,"-7"6"-351,8-8 499,1 1-1,-1 1 1,2 0-1,15-9 1,-25 16-440,1-1 1,-1 1-1,1 0 1,-1-1-1,1 1 1,0 1-1,-1-1 1,1 0-1,0 0 1,0 1-1,-1 0 1,1-1-1,0 1 1,0 0-1,0 1 1,0-1-1,-1 0 1,1 1-1,0-1 1,0 1 0,-1 0-1,1 0 1,-1 0-1,1 0 1,-1 1-1,1-1 1,-1 1-1,1-1 1,-1 1-1,0 0 1,0 0-1,3 3 1,-1 1-60,0 1 0,0 0 0,0 0 1,-1 0-1,0 0 0,0 1 0,-1-1 1,0 1-1,-1 0 0,1-1 0,-1 1 0,-1 0 1,1 0-1,-1 0 0,-1 0 0,-1 11 1,1-13-49,-1 1 0,1-1 0,-1 0 1,0 0-1,0 0 0,-1-1 1,1 1-1,-2 0 0,1-1 0,0 0 1,-1 0-1,0 0 0,0 0 0,-1-1 1,1 1-1,-1-1 0,0 0 1,0 0-1,0-1 0,-10 5 0,16-3 15,11 0 15,22 7 13,-25-9-12,8 2 1,0 2 0,0 0 0,-1 1 0,24 15 0,-36-21 13,-1 0-1,1 1 0,-1-1 0,1 1 1,-1 0-1,0 1 0,0-1 0,0 0 1,-1 1-1,1-1 0,-1 1 0,0 0 0,0 0 1,0 0-1,0 0 0,-1 0 0,1 0 1,-1 1-1,0-1 0,-1 0 0,1 1 1,-1-1-1,0 0 0,0 7 0,-1-8 54,0 0-1,-1 0 1,1 0-1,-1 0 0,1 0 1,-1 0-1,0 0 1,0-1-1,-1 1 1,1-1-1,0 1 0,-1-1 1,1 0-1,-1 0 1,0 0-1,0 0 0,0-1 1,0 1-1,-3 1 1,-69 25 778,59-24-739,13-2-126,-159 44 152,93-36-2433,31-9-3096</inkml:trace>
</inkml:ink>
</file>

<file path=ppt/ink/ink3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19.068"/>
    </inkml:context>
    <inkml:brush xml:id="br0">
      <inkml:brushProperty name="width" value="0.025" units="cm"/>
      <inkml:brushProperty name="height" value="0.025" units="cm"/>
    </inkml:brush>
  </inkml:definitions>
  <inkml:trace contextRef="#ctx0" brushRef="#br0">0 102 4901,'0'0'5407,"35"5"-3399,397-42 1248,-200 10-1836,-76 17-946,84-10-318,-196 9 408,-38 9-2924</inkml:trace>
</inkml:ink>
</file>

<file path=ppt/ink/ink3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21.267"/>
    </inkml:context>
    <inkml:brush xml:id="br0">
      <inkml:brushProperty name="width" value="0.025" units="cm"/>
      <inkml:brushProperty name="height" value="0.025" units="cm"/>
    </inkml:brush>
  </inkml:definitions>
  <inkml:trace contextRef="#ctx0" brushRef="#br0">191 28 5221,'0'0'293,"0"-1"0,1 0 0,-1 0 0,0 1 0,0-1 1,1 0-1,-1 1 0,0-1 0,0 0 0,0 0 0,0 1 0,0-1 0,0 0 0,0 1 1,-1-1-1,1 0 0,0 0 0,0 1 0,0-1 0,-1 0 0,1 1 0,0-1 0,-1 0 1,1 1-1,-1-1 0,1 1 0,0-1 0,-1 1 0,1-1 0,-1 1 0,0-1 0,1 1 1,-1-1-1,1 1 0,-2-1 0,-1 0-56,0 0 0,1 0 0,-1 1 0,0-1 0,0 1 0,0 0-1,0 0 1,0 0 0,-5 0 0,-1 1-220,0 1 1,0 0-1,1 0 0,-1 0 0,1 1 0,-12 5 1,14-4 72,0 1 0,0-1 0,0 1 0,1 0 0,-1 0 0,1 1 0,0 0 0,1-1 0,0 2 0,0-1 0,0 0 0,1 1 0,-4 7 0,6-10-74,0-1 0,0 0 0,0 0 0,1 1 0,-1-1 0,1 1 0,0-1 0,0 0 0,0 1 0,0-1 0,1 0 0,-1 1 0,1-1 0,0 0 0,0 1 0,0-1 0,1 0 0,-1 0 0,1 0 0,-1 0 0,1 0 0,0 0 0,0-1 0,0 1 0,1-1 0,-1 1 0,0-1 0,1 0 0,0 0 0,3 3 0,5 2 25,1-1 1,0 0-1,0-1 0,0 0 0,0-1 1,1 0-1,0-1 0,0 0 0,0-1 1,0-1-1,0 0 0,0 0 1,0-1-1,14-3 0,-24 2-33,-1 1 0,1-1 0,-1 0-1,1-1 1,-1 1 0,0 0 0,1-1 0,-1 1-1,0-1 1,0 0 0,0 0 0,0 0 0,-1 0-1,1 0 1,0 0 0,-1 0 0,1-1 0,-1 1-1,0 0 1,0-1 0,0 1 0,0-1 0,0 1-1,-1-1 1,1 0 0,-1 1 0,0-1-1,1 0 1,-1 1 0,0-1 0,-1 0 0,1-3-1,-1 0 1,1-1 0,-1 0 0,0 0 0,0 0 0,-1 0 0,0 1 0,0-1 0,-1 1 0,0 0 0,0-1 0,-5-7 0,0 7-8,0-1 1,0 1-1,-1 1 1,1-1-1,-2 1 1,1 1-1,-1 0 1,1 0-1,-1 1 1,-1 0-1,1 1 1,0 0-1,-1 1 1,0 0-1,1 0 1,-1 1-1,0 1 1,0 0-1,0 0 1,-12 2-1,21-2-19,0 1 1,-1-1-1,1 0 0,0 1 1,0-1-1,0 1 0,0 0 0,0-1 1,0 1-1,0 0 0,0 0 0,0 1 1,1-1-1,-3 2 0,-3 10-2833</inkml:trace>
</inkml:ink>
</file>

<file path=ppt/ink/ink3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24.546"/>
    </inkml:context>
    <inkml:brush xml:id="br0">
      <inkml:brushProperty name="width" value="0.025" units="cm"/>
      <inkml:brushProperty name="height" value="0.025" units="cm"/>
    </inkml:brush>
  </inkml:definitions>
  <inkml:trace contextRef="#ctx0" brushRef="#br0">7 92 9897,'-2'-7'1602,"-2"-1"384,4 2-385,0 3-576,6 1-512,13 1-353,7-2 0,9 1-64,7 0 0,4 1-64,3-2-32,1 0 0,-2-2 0,-2-2-897,-1-3-1473,-3-3-2018,-4-3-1506</inkml:trace>
</inkml:ink>
</file>

<file path=ppt/ink/ink3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24.997"/>
    </inkml:context>
    <inkml:brush xml:id="br0">
      <inkml:brushProperty name="width" value="0.025" units="cm"/>
      <inkml:brushProperty name="height" value="0.025" units="cm"/>
    </inkml:brush>
  </inkml:definitions>
  <inkml:trace contextRef="#ctx0" brushRef="#br0">251 0 2402,'0'0'13784,"1"10"-12412,-2 3-1187,0-1 0,0 1 0,-1-1 0,0 0 0,-1 1 0,-1-1-1,0-1 1,0 1 0,-1 0 0,-1-1 0,0 0 0,0 0 0,-10 11 0,9-13-168,-1-1 1,1 0-1,-2-1 1,1 1-1,-1-1 0,-11 6 1,15-10-13,0 0 0,0-1 0,-1 1 0,1-1 0,-1 0 0,0-1 0,1 1 0,-1-1 0,0 0 0,0-1 0,0 1 0,0-1 0,-8-1 0,12 1-4,1-1 0,-1 1 0,0 0-1,1-1 1,-1 0 0,0 1 0,1-1-1,-1 0 1,1 0 0,-1 0 0,1 0 0,-1 0-1,1 0 1,0-1 0,-1 1 0,1 0 0,0-1-1,0 1 1,0 0 0,0-1 0,0 0-1,1 1 1,-1-1 0,0 1 0,1-1 0,-1 0-1,1 0 1,-1 1 0,1-1 0,0 0-1,0 0 1,0 1 0,0-1 0,0 0 0,0 0-1,0 1 1,1-1 0,-1 0 0,1 0-1,1-2 1,-1-1 2,0 0-1,1 0 0,-1 0 0,1 0 1,1 1-1,-1-1 0,1 1 1,-1 0-1,1 0 0,1 0 0,-1 0 1,0 0-1,8-5 0,-7 6-2,1 0 0,0 0 0,0 1 0,0 0 0,0 0 0,1 0 0,-1 1 0,0 0 0,1 0 0,-1 0 0,1 0 0,-1 1 0,1 0 0,-1 0 0,11 2 0,-2 2 0,0 0 0,-1 1 0,1 1 0,18 10 0,14 6 0,-43-20 4,1-1-1,-1 1 0,0-1 1,1 0-1,-1 0 1,1 0-1,0-1 0,-1 1 1,1-1-1,0 0 0,-1 0 1,1 0-1,-1 0 1,1-1-1,0 1 0,3-2 1,-5 1-2,0-1 0,-1 1 0,1 0 1,-1 0-1,1-1 0,-1 1 0,1-1 1,-1 1-1,0-1 0,0 0 0,0 0 1,0 1-1,0-1 0,0 0 1,0 0-1,0 0 0,-1 0 0,1 0 1,-1 0-1,0 0 0,1 0 0,-1 0 1,0 0-1,0 0 0,0 0 0,-1 0 1,1 0-1,-1-4 0,0 3 4,0 0 0,0 0-1,0 0 1,0 0 0,0 0-1,-1 0 1,1 0 0,-1 1-1,0-1 1,0 0 0,0 1 0,0-1-1,0 1 1,0 0 0,-1 0-1,1 0 1,-1 0 0,0 0 0,1 1-1,-1-1 1,0 1 0,0-1-1,0 1 1,-5-1 0,-7-2-421,0 0 0,-1 1 0,-23-2 0,34 5 32,-12-4-4337,8-4-4670</inkml:trace>
</inkml:ink>
</file>

<file path=ppt/ink/ink3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25.653"/>
    </inkml:context>
    <inkml:brush xml:id="br0">
      <inkml:brushProperty name="width" value="0.025" units="cm"/>
      <inkml:brushProperty name="height" value="0.025" units="cm"/>
    </inkml:brush>
  </inkml:definitions>
  <inkml:trace contextRef="#ctx0" brushRef="#br0">1 117 9673,'0'0'3107,"80"-19"-2851,-32 11 321,7 1-129,2-1-159,-2 1-225,-5 0 0,-6 1-64,-11-1 32,-8-2-160,-7-2-1538,-9-1-1153,-9-3-1761</inkml:trace>
</inkml:ink>
</file>

<file path=ppt/ink/ink3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25.821"/>
    </inkml:context>
    <inkml:brush xml:id="br0">
      <inkml:brushProperty name="width" value="0.025" units="cm"/>
      <inkml:brushProperty name="height" value="0.025" units="cm"/>
    </inkml:brush>
  </inkml:definitions>
  <inkml:trace contextRef="#ctx0" brushRef="#br0">60 1 8232,'0'0'3107,"-48"7"-1954,40 13-32,4 5-384,4 5-97,0 2-223,0 3-193,6-1-128,-1 4-32,-2-5-64,1-2-160,-3-7-1826,1-6-2594</inkml:trace>
</inkml:ink>
</file>

<file path=ppt/ink/ink3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26.318"/>
    </inkml:context>
    <inkml:brush xml:id="br0">
      <inkml:brushProperty name="width" value="0.025" units="cm"/>
      <inkml:brushProperty name="height" value="0.025" units="cm"/>
    </inkml:brush>
  </inkml:definitions>
  <inkml:trace contextRef="#ctx0" brushRef="#br0">306 26 12620,'0'0'2803,"3"10"-2024,-2-6-674,1 1 0,-1-1 1,0 1-1,0-1 0,-1 1 0,1-1 0,-1 1 0,0-1 1,0 1-1,0 0 0,-1-1 0,0 1 0,0-1 1,0 1-1,0-1 0,-1 0 0,0 1 0,0-1 1,0 0-1,0 0 0,0 0 0,-1-1 0,0 1 0,0 0 1,0-1-1,-4 4 0,-2 3-92,0-1 0,-1 1 0,-1-2 0,1 1 0,-1-1 0,-1-1-1,1 0 1,-1-1 0,0 0 0,-1-1 0,0 0 0,1-1 0,-1 0 0,-1-1 0,1-1 0,0 0 0,-1-1 0,-16 0 0,28-1-14,0-1 1,0 0 0,0 0 0,0 1 0,0-1-1,0 0 1,0-1 0,1 1 0,-1 0 0,0 0-1,1-1 1,-1 1 0,1-1 0,-1 0 0,1 1-1,0-1 1,0 0 0,0 0 0,0 0 0,0 0-1,0 1 1,0-1 0,0-1 0,1 1 0,-1 0-1,1 0 1,0 0 0,0 0 0,-1 0 0,1 0-1,1 0 1,-1-1 0,0 1 0,0 0 0,1 0-1,-1 0 1,1 0 0,0 0 0,0 0 0,-1 0-1,1 0 1,0 0 0,1 1 0,-1-1 0,0 0-1,0 0 1,1 1 0,-1-1 0,1 1 0,0 0-1,-1-1 1,3 0 0,2-1-1,0 0 1,0 0-1,1 1 1,-1 0-1,0 0 0,1 1 1,0 0-1,-1 0 1,1 0-1,0 1 1,0 0-1,-1 0 0,1 1 1,0 0-1,10 3 1,6 3 5,-1 1-1,1 1 1,23 13 0,-32-14 4,-1 0 0,1-2 1,0 0-1,1 0 0,-1-2 0,1 1 0,0-2 0,0 0 0,29 1 0,-42-4-7,0 0 0,0 0 0,0-1 0,-1 1 0,1 0-1,0-1 1,0 0 0,0 1 0,-1-1 0,1 0 0,0 0-1,-1 0 1,1 0 0,-1 0 0,1 0 0,-1-1 0,1 1-1,-1 0 1,0-1 0,0 1 0,0-1 0,2-2 0,-2 1 4,1-1 1,-1 1-1,0-1 1,0 0 0,0 0-1,0 0 1,-1 0-1,0 1 1,0-1 0,0-6-1,-1 1 4,0 1 0,0-1 0,-1 1 0,0 0-1,-1-1 1,0 1 0,0 0 0,0 0 0,-7-9 0,4 9-91,0 0 1,-1 1-1,1 0 1,-2 0-1,1 1 1,-1 0-1,0 0 1,0 0-1,0 1 0,-1 1 1,0-1-1,0 2 1,0-1-1,0 1 1,0 0-1,-1 1 1,0 0-1,1 1 1,-1 0-1,0 0 1,0 1-1,-14 1 0,3 4-4205</inkml:trace>
</inkml:ink>
</file>

<file path=ppt/ink/ink3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27.805"/>
    </inkml:context>
    <inkml:brush xml:id="br0">
      <inkml:brushProperty name="width" value="0.025" units="cm"/>
      <inkml:brushProperty name="height" value="0.025" units="cm"/>
    </inkml:brush>
  </inkml:definitions>
  <inkml:trace contextRef="#ctx0" brushRef="#br0">0 21 3075,'3'-7'9956,"1"3"-8728,8 2-5766,-4-5-827</inkml:trace>
</inkml:ink>
</file>

<file path=ppt/ink/ink3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29.263"/>
    </inkml:context>
    <inkml:brush xml:id="br0">
      <inkml:brushProperty name="width" value="0.025" units="cm"/>
      <inkml:brushProperty name="height" value="0.025" units="cm"/>
    </inkml:brush>
  </inkml:definitions>
  <inkml:trace contextRef="#ctx0" brushRef="#br0">1 45 1634,'0'0'6555,"7"-4"-6112,-5 3-462,2 0 140,1-1 0,-2 0 0,1 0 0,0-1 0,0 1 0,-1-1 0,1 1 0,-1-1 0,1 0 0,-1-1 0,0 1 0,4-7 0,-3 77 4064,11 369 1618,-15-81-4240,-3-86-852,4-252-684,1 0 0,1-1 0,9 28 0,4 29 30,-15-49-519,0-5-1163,8-38-1033,-4 1-2654</inkml:trace>
</inkml:ink>
</file>

<file path=ppt/ink/ink3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30.044"/>
    </inkml:context>
    <inkml:brush xml:id="br0">
      <inkml:brushProperty name="width" value="0.025" units="cm"/>
      <inkml:brushProperty name="height" value="0.025" units="cm"/>
    </inkml:brush>
  </inkml:definitions>
  <inkml:trace contextRef="#ctx0" brushRef="#br0">3 32 6118,'0'-11'155,"-2"-4"4970,1 10 597,5 18-4627,15 60-396,4 20-466,-17-30-7289</inkml:trace>
</inkml:ink>
</file>

<file path=ppt/ink/ink3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30.217"/>
    </inkml:context>
    <inkml:brush xml:id="br0">
      <inkml:brushProperty name="width" value="0.025" units="cm"/>
      <inkml:brushProperty name="height" value="0.025" units="cm"/>
    </inkml:brush>
  </inkml:definitions>
  <inkml:trace contextRef="#ctx0" brushRef="#br0">1 17 8072,'0'0'10377,"49"-16"-12875,-40 16-3620</inkml:trace>
</inkml:ink>
</file>

<file path=ppt/ink/ink3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30.737"/>
    </inkml:context>
    <inkml:brush xml:id="br0">
      <inkml:brushProperty name="width" value="0.025" units="cm"/>
      <inkml:brushProperty name="height" value="0.025" units="cm"/>
    </inkml:brush>
  </inkml:definitions>
  <inkml:trace contextRef="#ctx0" brushRef="#br0">4 92 13164,'3'-8'1501,"1"1"-979,0 0 1,1 0 0,-1 0-1,1 0 1,0 1 0,1 0-1,9-9 1,-12 13-445,0-1-1,0 1 1,0 0 0,0 1-1,0-1 1,0 0 0,0 1-1,1 0 1,-1 0 0,0 0-1,1 0 1,-1 0 0,1 1-1,-1-1 1,1 1 0,-1 0-1,1 0 1,-1 0 0,1 1-1,-1-1 1,1 1 0,-1 0-1,1 0 1,2 1 0,-2 0-76,-2 0 1,1 0 0,0 0 0,0 1 0,-1-1-1,1 1 1,-1-1 0,0 1 0,0 0 0,0 0-1,0 0 1,0 0 0,0 0 0,-1 1 0,0-1-1,0 0 1,0 1 0,0-1 0,0 1-1,-1-1 1,1 1 0,-1-1 0,0 6 0,0-4-6,1-1 1,-2 1 0,1-1 0,0 1 0,-1-1 0,0 0 0,0 1 0,0-1 0,0 0-1,-1 1 1,0-1 0,0 0 0,0 0 0,0 0 0,0-1 0,-1 1 0,0 0-1,-3 3 1,-22 9-54,19-9 11,34-3 56,-14-3-9,-1 0 0,1 1 0,-1 0 1,1 1-1,-1 0 0,13 6 1,-21-8-3,0-1 0,0 1 1,0 0-1,0 0 1,0 0-1,0 0 0,0 0 1,-1 1-1,1-1 1,0 0-1,-1 1 0,1-1 1,-1 1-1,0 0 1,1-1-1,-1 1 1,0 0-1,0 0 0,0 0 1,0 0-1,0 0 1,-1 0-1,1 0 0,-1 0 1,1 0-1,-1 0 1,0 0-1,1 1 1,-1-1-1,0 0 0,-1 0 1,1 0-1,0 0 1,-1 0-1,1 1 0,-1-1 1,1 0-1,-3 3 1,0-1 0,0 0 1,0 0 0,0 0-1,-1-1 1,0 0 0,1 1-1,-1-1 1,-1-1 0,1 1-1,0-1 1,-1 1 0,1-1 0,-1-1-1,1 1 1,-1 0 0,-8 0-1,-10 3-1,0-1-1,-24 2 0,-30-5-1120,77 0 996,-1-1 1,1 0-1,0 0 0,-1 0 0,1 0 0,0 0 0,-1 0 0,1 0 0,0 0 1,-1 0-1,1 0 0,-1 0 0,1 0 0,0-1 0,-1 1 0,1 0 0,0 0 1,-1 0-1,1 0 0,0 0 0,-1-1 0,1 1 0,0 0 0,0 0 0,-1-1 1,1 1-1,0 0 0,0 0 0,-1-1 0,1 1 0,0 0 0,0-1 1,0 1-1,-1 0 0,1-1 0,0 1 0,0 0 0,0-1 0,0 1 0,0-1 1,0 1-1,0 0 0,0-1 0,0 1 0,0-1 0,-1-13-6265</inkml:trace>
</inkml:ink>
</file>

<file path=ppt/ink/ink3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31.140"/>
    </inkml:context>
    <inkml:brush xml:id="br0">
      <inkml:brushProperty name="width" value="0.025" units="cm"/>
      <inkml:brushProperty name="height" value="0.025" units="cm"/>
    </inkml:brush>
  </inkml:definitions>
  <inkml:trace contextRef="#ctx0" brushRef="#br0">77 124 11115,'0'0'971,"9"-10"972,4-4-1612,1-3 1008,1 1 1,18-15-1,-29 27-1115,1 0 0,-1 1-1,1 0 1,0 0-1,0 0 1,-1 0 0,2 1-1,-1 0 1,0 0 0,0 1-1,1-1 1,-1 1-1,1 0 1,9 0 0,-14 1-221,0 0 0,1 0 1,-1 1-1,0-1 1,0 0-1,1 1 0,-1-1 1,0 1-1,0-1 1,1 1-1,-1 0 0,0 0 1,0-1-1,0 1 1,0 0-1,0 0 0,0 0 1,0 0-1,-1 0 1,1 0-1,0 0 0,1 3 1,-1 0 0,1-1 1,-1 1-1,0 0 0,0 0 1,0 0-1,0 0 0,0 8 1,-1-5-10,0 1 1,0-1 0,-1 0 0,0 1-1,0-1 1,-1 0 0,0 0 0,-5 12-1,-7 1-67,11-16-113,0-1 0,-1 2 0,2-1 0,-1 0 0,0 0 0,1 1 0,0 0 0,0-1 0,-2 7 0,7-9 164,-1-1-1,1 0 1,-1 0-1,1 0 1,0 0 0,-1-1-1,1 1 1,0-1-1,-1 0 1,1 1-1,0-1 1,0 0-1,-1-1 1,5 1-1,-1 0-3,10 0 32,55 5 54,-68-5-57,-1 0 1,0 1 0,1-1 0,-1 1 0,0 0-1,0-1 1,0 1 0,0 0 0,0 0 0,0 0-1,0 1 1,0-1 0,0 0 0,0 1 0,0-1 0,-1 1-1,1 0 1,-1 0 0,1-1 0,-1 1 0,0 0-1,0 0 1,0 0 0,0 0 0,1 3 0,-2-2 8,0-1 1,0 0 0,0 0 0,-1 0-1,1 0 1,-1 0 0,0 1 0,0-1-1,0 0 1,0 0 0,0-1 0,0 1-1,0 0 1,0 0 0,-1 0 0,1-1-1,-1 1 1,1-1 0,-1 1 0,0-1-1,0 0 1,1 1 0,-1-1 0,0 0-1,0 0 1,0 0 0,-3 0 0,-63 25 310,60-24-329,-27 9-19,0-1-1,0-3 1,-45 5-1,64-11-1190,0-1 0,0 0-1,-17-4 1,3-4-4620</inkml:trace>
</inkml:ink>
</file>

<file path=ppt/ink/ink3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31.637"/>
    </inkml:context>
    <inkml:brush xml:id="br0">
      <inkml:brushProperty name="width" value="0.025" units="cm"/>
      <inkml:brushProperty name="height" value="0.025" units="cm"/>
    </inkml:brush>
  </inkml:definitions>
  <inkml:trace contextRef="#ctx0" brushRef="#br0">477 0 6470,'0'0'5221,"-58"6"-4100,25 21 288,-3 9-320,-7 11-352,0 5-224,-5 7-289,0 0-192,2 4 0,6-6 32,7-7-160,7-8-865,10-10-2306,10-15-1474</inkml:trace>
</inkml:ink>
</file>

<file path=ppt/ink/ink3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31.869"/>
    </inkml:context>
    <inkml:brush xml:id="br0">
      <inkml:brushProperty name="width" value="0.025" units="cm"/>
      <inkml:brushProperty name="height" value="0.025" units="cm"/>
    </inkml:brush>
  </inkml:definitions>
  <inkml:trace contextRef="#ctx0" brushRef="#br0">450 0 13965,'0'0'2082,"-54"13"-865,15 13-192,0 7-288,-4 3-449,-1 3-224,4 4-64,-2 1 32,3 3-64,5-2 0,4-4-768,7-8-1186,7-9-2050,10-12-1089</inkml:trace>
</inkml:ink>
</file>

<file path=ppt/ink/ink3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32.073"/>
    </inkml:context>
    <inkml:brush xml:id="br0">
      <inkml:brushProperty name="width" value="0.025" units="cm"/>
      <inkml:brushProperty name="height" value="0.025" units="cm"/>
    </inkml:brush>
  </inkml:definitions>
  <inkml:trace contextRef="#ctx0" brushRef="#br0">393 1 13549,'0'0'1249,"-45"43"288,7-13-672,-6 7-96,-1 3-385,1 3-191,5 0-161,1-3-32,7 0-32,5-7 0,6-8-1314,4-7-1985,10-11-2915</inkml:trace>
</inkml:ink>
</file>

<file path=ppt/ink/ink3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32.291"/>
    </inkml:context>
    <inkml:brush xml:id="br0">
      <inkml:brushProperty name="width" value="0.025" units="cm"/>
      <inkml:brushProperty name="height" value="0.025" units="cm"/>
    </inkml:brush>
  </inkml:definitions>
  <inkml:trace contextRef="#ctx0" brushRef="#br0">268 1 14446,'0'0'1121,"-54"48"-64,25-22 32,0 3-545,-1 1-384,2 2-96,4-1-31,3-1-66,2-3-95,3-4-1377,6-5-1730,2-7-1730</inkml:trace>
</inkml:ink>
</file>

<file path=ppt/ink/ink3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6:32.491"/>
    </inkml:context>
    <inkml:brush xml:id="br0">
      <inkml:brushProperty name="width" value="0.025" units="cm"/>
      <inkml:brushProperty name="height" value="0.025" units="cm"/>
    </inkml:brush>
  </inkml:definitions>
  <inkml:trace contextRef="#ctx0" brushRef="#br0">279 1 13549,'0'0'5317,"6"58"-4164,-35-20-384,-5 5-481,-7 1-192,2 3-64,-1-1-32,4-5-32,1-10-1730,5-11-4355</inkml:trace>
</inkml:ink>
</file>

<file path=ppt/ink/ink3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04.312"/>
    </inkml:context>
    <inkml:brush xml:id="br0">
      <inkml:brushProperty name="width" value="0.025" units="cm"/>
      <inkml:brushProperty name="height" value="0.025" units="cm"/>
    </inkml:brush>
  </inkml:definitions>
  <inkml:trace contextRef="#ctx0" brushRef="#br0">26 86 2274,'3'-7'1458,"-1"-1"-1,0 0 1,0 0 0,-1-1-1,0 1 1,0 0 0,-2-16-1,1 19-669,0 5-526,0 39-65,15 202 3150,-1 0-2338,0-277 662,-14 36-1670,4-41 13,-1-44 0,-2 75-14,-2 0 0,0 0 0,0 0 0,0 0-1,-2 0 1,1 0 0,-1 1 0,0-1 0,-1 1-1,-7-14 1,11 24-1,0-1 1,0 0-1,0 1 0,-1-1 1,1 0-1,0 1 0,0-1 1,0 0-1,0 0 0,0 1 1,0-1-1,-1 0 0,1 1 1,0-1-1,0 0 0,0 0 0,-1 0 1,1 1-1,0-1 0,0 0 1,-1 0-1,1 0 0,0 1 1,0-1-1,-1 0 0,1 0 1,0 0-1,-1 0 0,1 0 1,0 0-1,-1 0 0,1 0 1,0 0-1,-1 0 0,1 0 0,0 0 1,0 0-1,-1 0 0,1 0 1,0 0-1,-1 0 0,1 0 1,0 0-1,-1 0 0,1 0 1,0 0-1,0-1 0,-1 1 1,1 0-1,0 0 0,0 0 1,-1-1-1,1 1 0,0 0 1,0 0-1,-1-1 0,1 1 0,0 0 1,0 0-1,0-1 0,-2 33-51,2-29 50,1 43 8,1 1 0,3 0 0,1-1 0,3 0 1,1-1-1,29 75 0,-131-319 111,78 172-128,13 28 10,1-1-1,0 0 1,-1 0-1,1 0 1,0 0-1,-1 1 1,1-1 0,0 0-1,-1 0 1,1 1-1,0-1 1,-1 0-1,1 0 1,0 1 0,0-1-1,-1 0 1,1 1-1,0-1 1,0 0-1,0 1 1,-1-1 0,1 0-1,0 1 1,0-1-1,0 1 1,0-1-1,0 0 1,0 1-1,0-1 1,0 1 0,0-1-1,0 0 1,0 1-1,0-1 1,0 1-1,3 59-31,1-48-120,0 0 1,1-1-1,1 1 0,0-1 1,0 0-1,1-1 0,0 0 1,1 0-1,0 0 0,0-1 1,1 0-1,1-1 0,-1 0 1,16 9-1,-8-10-4780,-2-6-4211</inkml:trace>
</inkml:ink>
</file>

<file path=ppt/ink/ink3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05.230"/>
    </inkml:context>
    <inkml:brush xml:id="br0">
      <inkml:brushProperty name="width" value="0.025" units="cm"/>
      <inkml:brushProperty name="height" value="0.025" units="cm"/>
    </inkml:brush>
  </inkml:definitions>
  <inkml:trace contextRef="#ctx0" brushRef="#br0">2 16 7175,'0'0'171,"0"0"0,-1-1 0,1 1 0,0 0 0,0-1 1,0 1-1,0-1 0,0 1 0,0-1 0,-1 1 0,1 0 0,0-1 0,0 1 1,0-1-1,0 1 0,0-1 0,1 1 0,-1-1 0,0 1 0,0 0 1,0-1-1,0 1 0,0-1 0,1 1 0,-1 0 0,0-1 0,0 1 0,1-1 1,-1 1-1,0 0 0,0 0 0,1-1 0,-1 1 0,0 0 0,1-1 0,-1 1 1,0 0-1,1 0 0,-1 0 0,1-1 0,-1 1 0,1 0 0,0 0 0,13 18 2117,12 36-1231,-11-19-1018,19 54 1266,-32-80-2913,0 0 0,0 1 1,0-1-1,-1 13 1</inkml:trace>
</inkml:ink>
</file>

<file path=ppt/ink/ink3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05.401"/>
    </inkml:context>
    <inkml:brush xml:id="br0">
      <inkml:brushProperty name="width" value="0.025" units="cm"/>
      <inkml:brushProperty name="height" value="0.025" units="cm"/>
    </inkml:brush>
  </inkml:definitions>
  <inkml:trace contextRef="#ctx0" brushRef="#br0">1 28 13357,'0'0'4035,"42"-27"-4035,-35 27-128,-3 0-2338</inkml:trace>
</inkml:ink>
</file>

<file path=ppt/ink/ink3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05.933"/>
    </inkml:context>
    <inkml:brush xml:id="br0">
      <inkml:brushProperty name="width" value="0.025" units="cm"/>
      <inkml:brushProperty name="height" value="0.025" units="cm"/>
    </inkml:brush>
  </inkml:definitions>
  <inkml:trace contextRef="#ctx0" brushRef="#br0">288 24 12620,'0'0'5717,"-8"-5"-5210,4 3-486,0-1 0,0 1 0,-1 0 0,1 0-1,0 1 1,-1-1 0,1 1 0,-1 0-1,0 0 1,1 0 0,-1 1 0,0 0-1,0 0 1,1 0 0,-1 0 0,0 1-1,-8 2 1,-4 1-1,-57 19 21,70-22-40,1 1-1,-1-1 0,1 1 0,-1 0 0,1 0 0,0 0 1,0 0-1,0 0 0,0 1 0,0-1 0,1 1 0,-1 0 1,1 0-1,-1 0 0,1 0 0,-2 5 0,3-6 1,0 0-1,0 0 1,0 0-1,1 0 1,-1 0-1,1 0 0,-1 0 1,1 0-1,0 0 1,0 0-1,0 0 1,0 1-1,0-1 1,0 0-1,0 0 1,1 0-1,-1 0 1,1 0-1,0 0 1,0 0-1,-1 0 0,1 0 1,0 0-1,1-1 1,-1 1-1,0 0 1,0-1-1,1 1 1,-1 0-1,1-1 1,0 0-1,-1 1 1,1-1-1,0 0 1,0 0-1,-1 0 0,1 0 1,0 0-1,0 0 1,0-1-1,0 1 1,0-1-1,0 1 1,1-1-1,3 0 1,8 2 2,0-2 1,1 0-1,0 0 1,-1-2-1,17-2 1,-26 2-2,1 2 0,0-1 0,-1 0-1,1 1 1,-1 0 0,1 1 0,-1-1 0,1 1 0,7 2 0,-11-3-1,-1 1 0,1 0 0,-1 0 0,1 0 0,-1 0 0,1 0 0,-1 0 0,1 1 0,-1-1 0,0 0 1,0 1-1,0-1 0,0 1 0,0-1 0,0 1 0,0 0 0,0-1 0,-1 1 0,1 0 0,0-1 0,-1 1 0,0 0 1,1 0-1,-1 0 0,0 0 0,0-1 0,0 1 0,0 0 0,0 0 0,-1 0 0,1 2 0,-2 0 4,1 0 0,-1 1-1,1-1 1,-1 0 0,0 0 0,-1 0-1,1 0 1,-1-1 0,0 1-1,1 0 1,-2-1 0,1 0-1,0 0 1,-1 0 0,-4 3 0,-60 37 15,51-33-203,-1-2 0,0 0-1,-33 9 1,4-11-7091,31-7-606</inkml:trace>
</inkml:ink>
</file>

<file path=ppt/ink/ink3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06.714"/>
    </inkml:context>
    <inkml:brush xml:id="br0">
      <inkml:brushProperty name="width" value="0.025" units="cm"/>
      <inkml:brushProperty name="height" value="0.025" units="cm"/>
    </inkml:brush>
  </inkml:definitions>
  <inkml:trace contextRef="#ctx0" brushRef="#br0">152 1 4036,'3'1'2722,"-3"5"-2401,-10 5 127,-4 2 513,-3 6 0,-1 2-417,0 4-287,0 3-193,3 3-32,-1 1 0,3 2-32,4-4 0,3-2-128,6-7-1634,0-7-736,4-6-2147</inkml:trace>
</inkml:ink>
</file>

<file path=ppt/ink/ink3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06.902"/>
    </inkml:context>
    <inkml:brush xml:id="br0">
      <inkml:brushProperty name="width" value="0.025" units="cm"/>
      <inkml:brushProperty name="height" value="0.025" units="cm"/>
    </inkml:brush>
  </inkml:definitions>
  <inkml:trace contextRef="#ctx0" brushRef="#br0">204 1 6182,'0'0'6118,"-71"46"-4645,40-23-416,2 1-577,4-2-287,6-1-161,4-2-32,5-1 32,6-4-64,4-3-449,0-3-2017,16-8-961,6 0-1</inkml:trace>
</inkml:ink>
</file>

<file path=ppt/ink/ink3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07.088"/>
    </inkml:context>
    <inkml:brush xml:id="br0">
      <inkml:brushProperty name="width" value="0.025" units="cm"/>
      <inkml:brushProperty name="height" value="0.025" units="cm"/>
    </inkml:brush>
  </inkml:definitions>
  <inkml:trace contextRef="#ctx0" brushRef="#br0">173 0 3075,'0'0'9961,"-44"38"-9768,15-15 127,0 2 64,5-3-96,4-1-191,7-2-97,4-2 32,5-3-96,4-4-1378,5-7-2145,13-3 256,8-2-2339</inkml:trace>
</inkml:ink>
</file>

<file path=ppt/ink/ink3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07.263"/>
    </inkml:context>
    <inkml:brush xml:id="br0">
      <inkml:brushProperty name="width" value="0.025" units="cm"/>
      <inkml:brushProperty name="height" value="0.025" units="cm"/>
    </inkml:brush>
  </inkml:definitions>
  <inkml:trace contextRef="#ctx0" brushRef="#br0">71 1 5765,'0'0'9674,"-19"30"-9482,-1-10-128,4 0-32,5-2 0,6-5-32,5 1-32,0-5-96,5-2-2082,11-7-1410,8 0 930,5-4-1987</inkml:trace>
</inkml:ink>
</file>

<file path=ppt/ink/ink3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07.418"/>
    </inkml:context>
    <inkml:brush xml:id="br0">
      <inkml:brushProperty name="width" value="0.025" units="cm"/>
      <inkml:brushProperty name="height" value="0.025" units="cm"/>
    </inkml:brush>
  </inkml:definitions>
  <inkml:trace contextRef="#ctx0" brushRef="#br0">136 1 6086,'0'0'7943,"-69"36"-7686,46-18-97,4-2-64,6 0-64,4-4 0,7 2-32,2-6-32,2 0-1442,13-6-1729,6-2 801,5 0-2499</inkml:trace>
</inkml:ink>
</file>

<file path=ppt/ink/ink3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07.571"/>
    </inkml:context>
    <inkml:brush xml:id="br0">
      <inkml:brushProperty name="width" value="0.025" units="cm"/>
      <inkml:brushProperty name="height" value="0.025" units="cm"/>
    </inkml:brush>
  </inkml:definitions>
  <inkml:trace contextRef="#ctx0" brushRef="#br0">163 1 8200,'0'0'8936,"-42"62"-8712,20-30-192,0 2-32,-2 4 0,-2-3-1121,0-8-6502</inkml:trace>
</inkml:ink>
</file>

<file path=ppt/ink/ink3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24.910"/>
    </inkml:context>
    <inkml:brush xml:id="br0">
      <inkml:brushProperty name="width" value="0.025" units="cm"/>
      <inkml:brushProperty name="height" value="0.025" units="cm"/>
    </inkml:brush>
  </inkml:definitions>
  <inkml:trace contextRef="#ctx0" brushRef="#br0">219 17 6790,'0'0'1933,"-10"-3"-636,10 3-1296,-4-2 171,-1 0-1,1 1 1,-1-1-1,0 1 1,1 0-1,-1 0 0,0 0 1,0 1-1,1 0 1,-1 0-1,0 0 1,0 0-1,0 1 1,1 0-1,-1 0 1,0 0-1,1 0 1,-1 1-1,1 0 1,-1 0-1,1 0 1,-6 4-1,2 2-122,0 0-1,1 0 1,0 1-1,0 0 0,1 0 1,1 1-1,-1 0 1,2 0-1,-1 0 1,1 0-1,1 1 0,0 0 1,0-1-1,1 1 1,0 0-1,1 0 1,1 0-1,-1 1 0,2-1 1,0 0-1,2 13 1,-2-16-49,1-1 0,0 1 0,0 0 1,1-1-1,0 1 0,0-1 0,1 0 1,0 0-1,0 0 0,1 0 0,0-1 1,11 12-1,-11-14 16,0 0 0,1 0 0,-1 0 0,1-1 0,0 0 0,0 0 0,0-1-1,0 1 1,0-1 0,1-1 0,-1 1 0,1-1 0,-1 0 0,1 0 0,-1-1 0,1 0 0,9-1 0,-13 0-10,0 1 0,-1 0 0,1-1 0,-1 0 0,1 0 0,-1 1 0,1-1 0,-1-1 0,0 1 0,1 0 0,-1 0 0,0-1 0,0 0 0,0 1 0,0-1 0,0 0 0,0 0 0,-1 0 0,3-4 0,-1 1 14,0 0-1,-1 0 1,0-1 0,0 1 0,0-1 0,-1 1 0,1-1 0,0-9 0,-1 1 14,-1 0-1,0 0 1,-1 1-1,-1-1 1,0 0-1,-7-26 1,3 25-54,-1-1 0,0 1 0,-1 0 1,0 1-1,-1-1 0,-1 2 0,-14-16 0,20 24 8,-1 0 0,1 0 0,-1 1 0,0-1 0,-1 1 0,1 1 1,-1-1-1,0 1 0,1 0 0,-2 0 0,1 0 0,0 1 0,0 0 0,-1 0 0,1 1 0,-1 0 0,1 0 0,-1 1 0,0-1 0,1 1 0,-9 1 0,14 0-132,-1 0 0,1-1 0,-1 1 0,0 0 0,1-1-1,-1 1 1,1 0 0,0 0 0,-1 1 0,1-1 0,0 0-1,0 0 1,-1 0 0,1 1 0,0-1 0,0 1 0,1-1 0,-1 1-1,0-1 1,0 1 0,1-1 0,-2 4 0,2-4-54,0 0 0,-1 0 0,1 0 0,0 0 0,0 0 0,0 0 0,0 0 0,0 0 0,0 0 0,0 0 0,0 0 0,0 0 1,0 0-1,0 0 0,1 0 0,-1 0 0,0 0 0,1 0 0,-1 0 0,1 0 0,-1 0 0,1 0 0,-1 0 0,1 0 0,0-1 0,-1 1 0,1 0 0,0 0 0,0-1 0,0 1 1,-1 0-1,1-1 0,0 1 0,0-1 0,0 1 0,2-1 0,14 3-2546</inkml:trace>
</inkml:ink>
</file>

<file path=ppt/ink/ink3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25.161"/>
    </inkml:context>
    <inkml:brush xml:id="br0">
      <inkml:brushProperty name="width" value="0.025" units="cm"/>
      <inkml:brushProperty name="height" value="0.025" units="cm"/>
    </inkml:brush>
  </inkml:definitions>
  <inkml:trace contextRef="#ctx0" brushRef="#br0">0 78 4933,'10'-4'1227,"1"-2"-424,0 1 0,1 0-1,0 1 1,22-5-1,-29 8-569,1 0-1,-1 0 1,1 1 0,-1 0-1,1 0 1,-1 1 0,1-1-1,-1 1 1,1 0 0,-1 1-1,0-1 1,1 1 0,-1 0-1,0 0 1,8 6 0,-6-3-163,0 0 1,-1 1-1,0 0 1,0 0-1,0 1 1,-1 0-1,0 0 1,0 0-1,-1 0 1,1 1-1,-2 0 1,1 0-1,-1 0 1,-1 0-1,1 0 1,-1 1 0,-1-1-1,1 1 1,-2-1-1,1 1 1,-1-1-1,0 1 1,-2 9-1,2-17-59,0 1-1,-1-1 1,1 1-1,0 0 0,-1-1 1,1 1-1,-1-1 1,0 1-1,1-1 1,-1 1-1,0-1 1,0 0-1,0 1 1,0-1-1,0 0 1,0 0-1,0 0 1,-1 1-1,1-1 1,0 0-1,-1-1 1,1 1-1,-1 0 0,1 0 1,-1-1-1,1 1 1,-1 0-1,1-1 1,-1 0-1,1 1 1,-1-1-1,0 0 1,1 0-1,-1 0 1,0 0-1,1 0 1,-1 0-1,1 0 1,-1-1-1,0 1 1,1-1-1,-1 1 0,-2-2 1,-1 1 6,1-1 0,0 0 0,-1 0 0,1 0 0,0 0 0,0-1 0,0 1 0,0-1 0,1 0 0,-1 0 0,1-1 0,0 1-1,-1-1 1,-2-5 0,4 5-56,0-1 0,0 1 0,0-1 0,1 1-1,-1-1 1,1 0 0,1 0 0,-1 0-1,1 1 1,-1-1 0,1 0 0,1 0-1,-1 0 1,1 0 0,0 0 0,0 1 0,0-1-1,1 0 1,-1 1 0,1-1 0,0 1-1,1-1 1,-1 1 0,1 0 0,0 0-1,5-5 1,3-3-905,1 0-1,1 1 0,0 1 1,0 0-1,1 1 1,23-12-1,11-2-3139</inkml:trace>
</inkml:ink>
</file>

<file path=ppt/ink/ink3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26.098"/>
    </inkml:context>
    <inkml:brush xml:id="br0">
      <inkml:brushProperty name="width" value="0.025" units="cm"/>
      <inkml:brushProperty name="height" value="0.025" units="cm"/>
    </inkml:brush>
  </inkml:definitions>
  <inkml:trace contextRef="#ctx0" brushRef="#br0">105 344 12748,'0'0'1495,"-8"0"-785,2 0-588,-1 0 1,1 1 0,0-1-1,-1 1 1,1 0-1,0 1 1,-11 3-1,14-4-111,1 1-1,0-1 0,-1 1 1,1-1-1,0 1 0,0 0 1,0 0-1,0 0 0,0 0 1,1 0-1,-1 0 0,1 1 1,-1-1-1,1 0 0,0 1 0,0-1 1,0 1-1,0 0 0,0-1 1,1 1-1,-1 0 0,1-1 1,0 1-1,0 5 0,-1-2-59,2 37 31,-2-42 13,1 0 0,0 0 0,0 0 0,0 0 0,1 0 0,-1 0 0,0 0 0,0 0 0,0 0 0,1 0 0,-1 0 1,1 0-1,-1-1 0,0 1 0,1 0 0,0 0 0,-1 0 0,1-1 0,-1 1 0,1 0 0,0 0 0,0-1 0,-1 1 0,1-1 0,0 1 0,0-1 1,0 1-1,0-1 0,-1 1 0,1-1 0,0 0 0,0 1 0,0-1 0,2 0 0,-2-2 7,1 1-1,-1-1 0,0 0 1,0 0-1,0 0 1,0-1-1,0 1 1,0 0-1,0 0 1,-1-1-1,1 1 1,-1 0-1,0 0 1,1-1-1,-1 1 0,-1-5 1,2 1-16,12-377-232,-16 350 889,3 32-553,0 0-1,0 0 1,0 0-1,0 0 0,0 0 1,0 0-1,0 0 1,-1 0-1,1 0 1,0 0-1,-1 0 0,1 0 1,-1 0-1,1 0 1,-1 0-1,0 0 1,1 0-1,-1 0 0,0 1 1,1-1-1,-1 0 1,0 0-1,0 1 1,0-1-1,-1 0 0,-1 42 29,4-10-123,1-1 0,1 1 0,1-1 1,11 34-1,-12-50 1,1-1 1,1 1 0,1-1-1,0 0 1,0 0 0,1 0-1,1-1 1,0 0 0,1-1-1,0 0 1,12 11 0,-19-20 5,1 0 0,0 0-1,-1 0 1,1 0 0,0-1 0,0 1 0,1-1 0,-1 0 0,0 0 0,0 0 0,0 0 0,1-1 0,-1 1-1,0-1 1,1 0 0,-1 0 0,1 0 0,-1 0 0,0-1 0,1 0 0,-1 1 0,0-1 0,0 0 0,0 0-1,0-1 1,0 1 0,0-1 0,0 1 0,0-1 0,0 0 0,0 0 0,-1 0 0,1-1 0,2-3 0,1 1 4,-1 0 0,-1-1 0,1 1 0,-1-1 0,0 0 1,0-1-1,0 1 0,-1-1 0,0 1 0,0-1 0,-1 0 1,0 0-1,0 0 0,-1 0 0,1-9 0,-2 15-1,-1 0 0,1 1 0,0-1 0,-1 0 0,1 0 0,-1 0 0,0 1 0,1-1 0,-1 0 0,0 0 0,1 1 0,-1-1 0,0 1 0,1-1 0,-1 1 0,0-1 0,0 1 0,0-1 0,0 1 0,0 0 0,1-1 0,-1 1 0,0 0 0,0 0 0,0 0 0,0 0 0,0 0 0,0 0 0,0 0 0,0 0 0,0 0 0,0 0 0,0 0 0,0 0 0,0 1 0,1-1 0,-1 0 0,-1 1 0,-2 0-15,0 0 1,-1 0-1,1 0 0,0 0 1,0 1-1,0 0 0,-6 4 1,7-5-1,1 1 1,0 0-1,0 0 0,0 0 1,0 0-1,0 0 1,1 1-1,-1-1 1,1 1-1,-1-1 1,1 1-1,0-1 1,0 1-1,0 0 1,0-1-1,1 1 0,-1 0 1,1 0-1,-1 0 1,1 0-1,0-1 1,0 1-1,0 0 1,1 0-1,-1 0 1,1 0-1,0-1 1,-1 1-1,1 0 0,2 3 1,-1-3 3,0 1 1,1-1-1,0 1 1,-1-1-1,1 0 1,0 0-1,1 0 1,-1 0-1,0 0 1,1-1-1,-1 0 1,1 0-1,0 0 1,0 0-1,0 0 1,0-1-1,0 0 1,0 0-1,6 1 1,-5-1 17,1 0 0,-1-1 0,0 0 0,1 0 0,-1-1 0,1 1 0,-1-1 0,0 0 0,0-1 0,0 1 0,1-1 0,-1 0 0,-1 0 0,1-1 0,0 1 0,0-1 0,-1 0 0,0 0 0,1-1 0,-1 0 0,-1 1 0,1-1 0,0 0 0,-1-1 0,0 1 0,0 0 0,0-1 0,-1 0 0,1 0 0,-1 0 0,2-6 0,-4 13 55,1 5-5,0 0 0,0 0 0,1 0-1,0 0 1,4 10 0,-5-15-56,0 0 1,0 0-1,0 0 0,0 0 1,0 0-1,1 0 0,-1 0 1,0-1-1,1 1 1,0 0-1,-1-1 0,1 1 1,0-1-1,0 0 0,-1 0 1,1 0-1,0 0 1,0 0-1,1 0 0,-1 0 1,0 0-1,0-1 1,0 1-1,0-1 0,1 0 1,-1 0-1,0 0 0,0 0 1,0 0-1,5-1 1,-3-1 3,-1 0 0,0-1 0,1 1 1,-1-1-1,0 0 0,0 0 0,0 0 0,-1-1 1,1 1-1,-1-1 0,0 1 0,0-1 1,0 0-1,0 0 0,0 0 0,1-6 0,16-27 67,-19 37-79,1 0-1,-1-1 0,1 1 0,-1 0 0,1 0 0,-1-1 0,1 1 0,-1 0 1,1 0-1,-1 0 0,1 0 0,-1 0 0,1 0 0,-1 0 0,1 0 0,-1 0 0,1 0 1,-1 0-1,1 0 0,-1 0 0,1 1 0,-1-1 0,1 0 0,-1 0 0,0 0 0,1 1 1,-1-1-1,1 0 0,-1 0 0,1 1 0,-1-1 0,0 1 0,1-1 0,-1 0 1,0 1-1,1-1 0,-1 1 0,0-1 0,0 0 0,1 1 0,-1-1 0,0 1 0,0-1 1,0 1-1,0-1 0,0 1 0,0-1 0,1 2 0,12 33-57,-10-28 27,-2-5 0,17 34-2344,-17-35 2004,0 0 1,0 0 0,0 1-1,0-1 1,1 0-1,-1 0 1,0 0-1,1 0 1,-1-1-1,1 1 1,-1 0-1,1-1 1,-1 1-1,2 0 1,13 0-3755</inkml:trace>
</inkml:ink>
</file>

<file path=ppt/ink/ink3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26.802"/>
    </inkml:context>
    <inkml:brush xml:id="br0">
      <inkml:brushProperty name="width" value="0.025" units="cm"/>
      <inkml:brushProperty name="height" value="0.025" units="cm"/>
    </inkml:brush>
  </inkml:definitions>
  <inkml:trace contextRef="#ctx0" brushRef="#br0">4 170 15182,'0'0'1746,"-1"9"-1725,-1 3-22,1-1-1,1 1 1,0 0 0,3 21-1,-3-30-17,0-1-1,0 1 1,1 0 0,-1-1-1,1 1 1,0 0 0,-1-1-1,1 1 1,0-1 0,1 0-1,-1 1 1,0-1 0,1 0-1,-1 1 1,1-1-1,0 0 1,-1 0 0,1 0-1,0-1 1,0 1 0,0 0-1,1-1 1,-1 1 0,0-1-1,1 0 1,-1 0 0,1 0-1,-1 0 1,1 0 0,-1-1-1,1 1 1,3 0-1,-3-2 2,0 0-1,1 1 0,-1-2 1,0 1-1,0 0 0,-1-1 0,1 1 1,0-1-1,0 0 0,-1 0 0,1 0 1,-1 0-1,0 0 0,1 0 1,-1-1-1,0 1 0,0-1 0,-1 0 1,1 1-1,0-1 0,-1 0 0,0 0 1,0 0-1,0 0 0,0 0 1,1-4-1,2-6-58,-1 0-1,0 0 1,-1 0 0,2-27 0,-4 37 68,0 1 0,0-1 0,0 1 0,0-1 0,0 1 0,-1-1 0,1 1 0,-1-1 0,0 1 1,0 0-1,1-1 0,-1 1 0,-1 0 0,1 0 0,0-1 0,-1 1 0,1 0 0,-1 0 0,1 1 0,-4-4 0,2 3-22,-1 1-1,0-1 1,0 0-1,0 1 0,0 0 1,0 0-1,0 0 1,0 0-1,0 1 1,0 0-1,0 0 1,-5 0-1,-1 0 5,6-1 11,0 1 0,-1 0 0,1 0 0,0 0 0,0 1 0,0-1 0,0 1 0,0 0 0,-7 3 0,10-4 545,10-8 159,-4 4-571,64-57 578,-63 56-611,1 0 0,-1 1-1,1 0 1,0 1 0,0-1 0,0 1 0,1 1-1,-1-1 1,13-1 0,-17 4-46,0 0 1,1 0-1,-1 0 1,0 1-1,0-1 1,0 1-1,0 0 0,0 0 1,0 0-1,0 1 1,-1-1-1,1 1 1,0-1-1,-1 1 0,1 0 1,-1 0-1,1 0 1,-1 0-1,0 1 1,0-1-1,0 1 1,0-1-1,0 1 0,1 2 1,5 10 44,0 0 0,-1 1-1,7 18 1,-11-24 2,31 100 2,-4 2-1,18 142 0,-20-96-121,-20-98 62,-10-60 6,-1 0-1,1 0 0,-1-1 1,0 1-1,1-1 1,-1 0-1,1 0 1,-1 0-1,1 0 0,0 0 1,-1 0-1,-2-3 1,-17-11-192,-20-12-373,2-1 1,2-3-1,-54-52 1,90 81 532,0 0-1,0 0 1,1 0 0,-1 0-1,1-1 1,-1 1 0,1 0 0,0-1-1,0 1 1,0-1 0,0 1-1,0-1 1,0 0 0,1 1-1,0-1 1,-1 0 0,1 1 0,0-1-1,0 0 1,0 1 0,1-1-1,-1 0 1,1 1 0,-1-1-1,1 0 1,0 1 0,0-1 0,0 1-1,0-1 1,1 1 0,-1 0-1,1-1 1,-1 1 0,1 0-1,2-3 1,8-6-27,0 1 0,0-1-1,0 2 1,28-16 0,-20 12-55,25-16-468,72-48-2894,-42 21-2094,-27 13-1750</inkml:trace>
</inkml:ink>
</file>

<file path=ppt/ink/ink3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27.333"/>
    </inkml:context>
    <inkml:brush xml:id="br0">
      <inkml:brushProperty name="width" value="0.025" units="cm"/>
      <inkml:brushProperty name="height" value="0.025" units="cm"/>
    </inkml:brush>
  </inkml:definitions>
  <inkml:trace contextRef="#ctx0" brushRef="#br0">0 1 13933,'0'0'3294,"2"7"-3289,7 22 22,18 40 0,-17-47-14,0 0-1,-2 1 0,-1 0 1,-1 0-1,4 28 0,-11-67 59,-2-13 514,2 1 0,3-45 0,-2 72-576,0 1 1,0-1-1,0 0 0,0 1 0,0-1 1,0 0-1,0 1 0,0-1 0,1 0 1,-1 1-1,0-1 0,1 0 0,-1 1 1,0-1-1,1 1 0,-1-1 0,1 1 1,-1-1-1,1 1 0,-1-1 1,1 1-1,-1-1 0,1 1 0,-1 0 1,1-1-1,-1 1 0,1 0 0,0-1 1,1 1-1,20 6-65,15 24-75,-25-16 124,-1 0-1,0 1 1,-1 0 0,-1 0-1,0 1 1,-2 1 0,10 25-1,-17-41-2,-3-32 282,1 18-257,0 0 1,1 0-1,1 0 1,0 0-1,1 0 1,2-16-1,-2 27-17,-1 0 0,1 0 0,0-1 0,0 1 0,0 0 0,0 0 0,0 0 0,0 0 0,0 0 0,1 0 0,-1 1-1,0-1 1,1 0 0,0 1 0,-1-1 0,1 1 0,3-3 0,-2 3-13,0 1 0,0-1 0,0 0 0,0 1 0,0-1 1,0 1-1,-1 0 0,1 0 0,0 0 0,0 1 0,0-1 0,0 1 0,0-1 0,0 1 0,0 0 0,-1 0 0,6 2 0,5 4 13,0 0-1,0 1 1,13 10-1,35 20-2045,-17-25-2935,-21-12 237</inkml:trace>
</inkml:ink>
</file>

<file path=ppt/ink/ink3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28.485"/>
    </inkml:context>
    <inkml:brush xml:id="br0">
      <inkml:brushProperty name="width" value="0.025" units="cm"/>
      <inkml:brushProperty name="height" value="0.025" units="cm"/>
    </inkml:brush>
  </inkml:definitions>
  <inkml:trace contextRef="#ctx0" brushRef="#br0">108 109 16944,'0'0'822,"-8"-2"-32,4 1-738,2 0-38,0 0 0,-1 0 0,1 1-1,-1-1 1,1 1 0,0-1 0,-1 1 0,1 0 0,-1 0 0,1 0 0,-1 0 0,1 0 0,-1 1-1,1-1 1,0 1 0,-1-1 0,1 1 0,0 0 0,-1 0 0,1 0 0,0 0 0,0 1 0,0-1-1,0 1 1,0-1 0,0 1 0,0-1 0,0 1 0,1 0 0,-1 0 0,-1 4 0,-1 0-31,1 1 0,0-1 1,0 1-1,1 0 0,0 0 0,0 0 1,0 0-1,1 0 0,0 1 0,1-1 1,0 0-1,0 1 0,0-1 1,3 13-1,-3-20 12,0 1 0,1 0 0,-1-1-1,0 1 1,1-1 0,-1 1 0,0 0 0,1-1 0,-1 1 0,1-1 0,-1 1 0,1-1 0,-1 1 0,1-1-1,-1 0 1,1 1 0,0-1 0,-1 0 0,1 1 0,0-1 0,-1 0 0,1 0 0,0 0 0,-1 1 0,1-1 0,0 0-1,-1 0 1,1 0 0,0 0 0,-1 0 0,1 0 0,0-1 0,-1 1 0,1 0 0,0 0 0,-1 0 0,1 0-1,0-1 1,-1 1 0,1 0 0,-1-1 0,1 1 0,0-1 0,-1 1 0,1 0 0,-1-1 0,1 1 0,-1-1-1,0 1 1,1-1 0,0 0 0,22-29-18,-17 16 572,-2 0 1,1-1 0,-2 1 0,0-1 0,2-29 0,-5 54-558,-1-1-1,1 1 1,0 0 0,1-1 0,1 1 0,-1-1 0,4 12 0,-3-18 7,-1 0-1,1 0 1,-1-1 0,1 1 0,0 0 0,0-1-1,0 1 1,0-1 0,1 0 0,-1 0 0,1 0-1,-1 0 1,1 0 0,0-1 0,0 1 0,0-1-1,-1 0 1,1 1 0,1-1 0,-1-1 0,0 1-1,0 0 1,0-1 0,0 1 0,6-1 0,3 0 5,0 0 0,-1 0 0,1-1 0,-1 0 1,1-1-1,-1-1 0,0 0 0,0 0 1,0-1-1,0 0 0,-1-1 0,1 0 0,17-13 1,-21 13 5,-1 0 0,0 0 0,-1-1 0,1 1 1,-1-1-1,0 0 0,0-1 0,-1 1 0,0-1 0,0 0 1,0 0-1,-1 0 0,0-1 0,-1 1 0,1-1 0,-1 0 1,-1 1-1,0-1 0,0 0 0,0 0 0,-1-9 0,0 16-11,0 0 0,1 0 0,-1 0 0,0 0 0,0 0 0,0 0 0,0 0 0,0 0 0,-1 0 0,1 0 0,0 0 0,0 0 0,0 0 0,-1 0-1,1 1 1,-1-1 0,1 0 0,-1 0 0,1 0 0,-1 0 0,1 0 0,-1 1 0,0-1 0,1 0 0,-1 0 0,0 1 0,0-1 0,0 1-1,1-1 1,-1 1 0,0-1 0,0 1 0,0-1 0,0 1 0,0 0 0,0-1 0,0 1 0,0 0 0,0 0 0,0 0 0,0 0 0,0 0-1,0 0 1,0 0 0,0 0 0,0 0 0,0 0 0,-1 1 0,-1 0-12,0 0-1,1 1 1,-1-1-1,1 1 1,-1-1 0,1 1-1,0 0 1,-1 0-1,1 0 1,0 0 0,0 0-1,0 0 1,1 1-1,-1-1 1,-2 6 0,-4 15-3,0 0 1,2 1 0,0 0-1,2 1 1,-2 47-1,9 125-36,9-66 51,2 42 8,-14-172-4,0 0-1,0 0 1,1 0 0,-1 0 0,0 0 0,0 0-1,0-1 1,0 1 0,0 0 0,-1 0-1,1 0 1,0 0 0,0 0 0,-1 0 0,1 0-1,0 0 1,-1-1 0,1 1 0,-1 0 0,1 0-1,-1 0 1,1-1 0,-1 1 0,0 0 0,1-1-1,-1 1 1,0 0 0,0-1 0,1 1-1,-1-1 1,0 1 0,0-1 0,0 0 0,0 1-1,0-1 1,1 0 0,-1 0 0,0 1 0,0-1-1,0 0 1,0 0 0,0 0 0,0 0 0,0 0-1,0 0 1,0 0 0,0-1 0,0 1 0,0 0-1,1 0 1,-1-1 0,-1 0 0,-3-1 6,1 1 1,0-1 0,0-1 0,1 1 0,-1-1-1,0 1 1,1-1 0,-1 0 0,-4-7-1,2 3-9,1-2 0,1 1 0,0 0 0,0-1 0,0 0 0,1 0 0,0 0 0,1-1 0,0 1 0,1 0 0,-1-1 0,2 1 0,-1-1 0,2 1 0,-1-1 0,1 0 0,1 1 0,-1 0 0,2-1 0,-1 1 0,1 0 0,4-9 0,1 2-6,-1 0 1,2 1 0,0 0 0,0 0-1,2 0 1,0 2 0,0-1-1,2 1 1,-1 1 0,2 0 0,14-10-1,-23 19 3,0-1-1,0 1 0,0 0 1,0 0-1,1 1 0,0-1 1,-1 1-1,1 0 0,0 1 1,0-1-1,8 0 0,-11 3 2,-1-1 0,1 0 1,0 1-1,-1 0 0,1-1 0,0 1 0,-1 0 0,1 0 0,-1 1 0,0-1 0,1 0 0,-1 1 0,0-1 0,0 1 0,0 0 0,0 0 0,0 0 1,0 0-1,0 0 0,-1 0 0,1 1 0,-1-1 0,0 0 0,1 1 0,-1-1 0,1 4 0,39 117-425,-42-128 423,0 0 0,1 0-1,0 1 1,0-1 0,1 0 0,-1 0-1,1 0 1,0 0 0,0 1 0,4-9-1,-3 3-1,2-4 11,-2 3 2,0-1 0,1 1 0,1 0 0,0 0 0,0 0 0,1 0 0,1 1 0,0 0 0,10-13-1,-16 22-7,1 0 0,0 0 0,1 1 0,-1-1 0,0 1 0,0-1-1,0 1 1,0-1 0,0 1 0,0 0 0,1-1 0,-1 1 0,0 0-1,0 0 1,1 0 0,-1 0 0,0 0 0,0 0 0,0 0 0,1 1-1,-1-1 1,0 0 0,0 1 0,0-1 0,0 1 0,1-1 0,-1 1-1,0-1 1,0 1 0,0 0 0,0 0 0,-1-1 0,1 1 0,1 1-1,31 36-83,-26-29 77,2 3 3,-1 0-15,1-1 1,0-1-1,21 19 0,-29-28 19,0 0 0,0 1 0,1-1 0,-1 0 0,1 0 0,-1 0-1,1 0 1,-1-1 0,1 1 0,0 0 0,-1-1 0,1 1 0,0-1-1,0 1 1,-1-1 0,1 0 0,0 0 0,0 1 0,-1-1 0,1-1-1,0 1 1,0 0 0,0 0 0,-1-1 0,1 1 0,0-1 0,-1 1-1,1-1 1,0 0 0,-1 0 0,1 0 0,-1 0 0,1 0 0,-1 0-1,0 0 1,1 0 0,-1 0 0,2-3 0,3-4 73,0-1 1,-1 0-1,0 0 1,0-1-1,-1 1 1,0-1-1,-1 0 1,0 0 0,-1-1-1,0 1 1,2-20-1,-4 41-168,-1 10 136,2 0 0,4 26 1,-4-42-126,-1 0 0,2 0 0,-1 0 0,1 0 0,-1 0 0,1 0 0,1-1 0,-1 1 0,1-1 1,-1 1-1,1-1 0,1 0 0,-1 0 0,8 7 0,-10-11-289,0 1 0,0 0 1,0 0-1,1-1 0,-1 1 1,0-1-1,1 1 0,-1-1 1,0 1-1,1-1 0,-1 0 1,1 0-1,-1 0 0,3 0 1,7 0-5270</inkml:trace>
</inkml:ink>
</file>

<file path=ppt/ink/ink3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28.671"/>
    </inkml:context>
    <inkml:brush xml:id="br0">
      <inkml:brushProperty name="width" value="0.025" units="cm"/>
      <inkml:brushProperty name="height" value="0.025" units="cm"/>
    </inkml:brush>
  </inkml:definitions>
  <inkml:trace contextRef="#ctx0" brushRef="#br0">18 28 16367,'-8'-10'161,"3"-1"-97,2 7-96,1 2 0,9 2-8937,2-1 4677</inkml:trace>
</inkml:ink>
</file>

<file path=ppt/ink/ink3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28.858"/>
    </inkml:context>
    <inkml:brush xml:id="br0">
      <inkml:brushProperty name="width" value="0.025" units="cm"/>
      <inkml:brushProperty name="height" value="0.025" units="cm"/>
    </inkml:brush>
  </inkml:definitions>
  <inkml:trace contextRef="#ctx0" brushRef="#br0">0 1 15439,'0'0'1185,"12"47"-1121,-4-9 224,3 10 0,1 6-95,-1 5-129,1 3-64,-4-3 32,-4-7-32,-3-7-545,-1-10-1665,0-9-1858,-5-13 96</inkml:trace>
</inkml:ink>
</file>

<file path=ppt/ink/ink3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29.203"/>
    </inkml:context>
    <inkml:brush xml:id="br0">
      <inkml:brushProperty name="width" value="0.025" units="cm"/>
      <inkml:brushProperty name="height" value="0.025" units="cm"/>
    </inkml:brush>
  </inkml:definitions>
  <inkml:trace contextRef="#ctx0" brushRef="#br0">1 189 7271,'0'-8'2354,"0"-3"-1368,0 0-1,1 0 1,1 0-1,0 0 1,0 0-1,8-19 1,-9 27-833,0 0 0,0 1 0,0-1 0,1 1 0,-1-1 1,1 1-1,0-1 0,0 1 0,0 0 0,0 0 0,0 0 0,0 0 1,0 0-1,1 0 0,-1 1 0,1-1 0,-1 1 0,1 0 0,0 0 1,-1-1-1,1 2 0,0-1 0,0 0 0,0 1 0,0-1 0,-1 1 1,1 0-1,0 0 0,0 0 0,0 0 0,0 0 0,0 1 0,0-1 1,0 1-1,4 2 0,-3-1-159,0 0-1,-1 0 1,1 1 0,-1-1 0,0 1 0,1 0-1,-1 0 1,-1 0 0,1 1 0,0-1 0,-1 1-1,1-1 1,-1 1 0,0 0 0,-1 0 0,1 0-1,-1 0 1,1 0 0,0 5 0,-1-3-23,1-1 1,0 0-1,0 0 1,1 0-1,-1 0 1,1 0-1,0 0 1,0-1-1,1 0 1,7 9-1,-9-12 5,-1-1 0,1 1 0,0 0 0,0-1 0,-1 1-1,1-1 1,0 1 0,0-1 0,0 0 0,-1 0 0,1 0 0,0 0 0,0 0-1,0 0 1,0 0 0,0-1 0,-1 1 0,1-1 0,0 1 0,0-1 0,-1 0 0,1 1-1,0-1 1,-1 0 0,1 0 0,-1 0 0,1 0 0,-1-1 0,0 1 0,1 0-1,-1-1 1,0 1 0,0-1 0,0 1 0,0-1 0,1-2 0,7-8 86,-1-1 0,-1 1 0,7-19 0,-11 27-96,2-10 219,0 0-1,-1 0 1,4-22-1,-7 30 7,1 7-212,1 1-1,-1-1 1,0 0-1,0 1 1,0-1 0,0 1-1,0 0 1,0 0 0,0 0-1,-1 0 1,1 0-1,2 4 1,-3-5 11,51 55-540,-20-34-2179,3-9-4071,-12-12 794</inkml:trace>
</inkml:ink>
</file>

<file path=ppt/ink/ink3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29.897"/>
    </inkml:context>
    <inkml:brush xml:id="br0">
      <inkml:brushProperty name="width" value="0.025" units="cm"/>
      <inkml:brushProperty name="height" value="0.025" units="cm"/>
    </inkml:brush>
  </inkml:definitions>
  <inkml:trace contextRef="#ctx0" brushRef="#br0">119 489 12204,'0'0'2781,"-9"-2"-1244,3 0-1405,0 1-1,0-1 1,0 1 0,0 1-1,0-1 1,0 1-1,-9 1 1,12 0-128,1 0 0,-1-1 0,1 1 1,-1 0-1,1 1 0,0-1 0,-1 0 1,1 1-1,0-1 0,0 1 0,0 0 1,0-1-1,0 1 0,1 0 0,-1 0 1,1 0-1,-1 1 0,1-1 0,0 0 1,-1 0-1,1 1 0,0-1 0,1 1 0,-2 3 1,0 0-3,1 0 0,0 0 1,0 0-1,0 1 0,1-1 1,0 0-1,0 8 0,0-13-41,0 1 1,0-1-1,0 0 0,1 1 0,-1-1 0,0 1 0,0-1 1,1 0-1,-1 1 0,1-1 0,0 0 0,-1 0 0,1 1 0,0-1 1,-1 0-1,1 0 0,0 0 0,0 0 0,0 0 0,0 0 1,0 0-1,0 0 0,0-1 0,1 1 0,-1 0 0,0 0 1,0-1-1,1 1 0,-1-1 0,0 1 0,1-1 0,-1 0 1,0 0-1,1 1 0,-1-1 0,1 0 0,1 0 0,-1-1 8,0 0-1,0 0 0,0 0 0,0 0 1,0 0-1,0 0 0,0 0 1,-1-1-1,1 1 0,0 0 0,-1-1 1,1 0-1,-1 1 0,0-1 0,0 0 1,1 0-1,-1 0 0,0 1 0,0-1 1,1-4-1,16-50 116,-16 47-100,14-61 304,-2-1-1,-4 0 0,-4 0 0,-3-126 0,-3 194-154,0 1-1,0-1 1,0 1-1,0 0 1,-1-1-1,0 1 1,1 0-1,-1 0 1,0-1-1,0 1 1,0 0-1,0 0 1,0 0-1,-2-2 0,2 3-108,1 1-1,0 0 0,0 0 0,-1-1 0,1 1 0,-1 0 1,1 0-1,0 0 0,-1-1 0,1 1 0,0 0 0,-1 0 1,1 0-1,-1 0 0,1 0 0,-1 0 0,1 0 0,0 0 1,-1 0-1,1 0 0,-1 0 0,1 0 0,0 0 1,-1 0-1,1 1 0,-1-1 0,1 0 0,-1 0 0,-13 18-108,7-3 60,1 1 0,1-1 0,0 1 1,1 0-1,1 0 0,-2 21 0,2-1 3,3 65-1,2-86 23,0-1 0,1 1 0,1-1 0,0 1 1,0-1-1,2-1 0,0 1 0,0-1 0,1 0 1,1 0-1,0-1 0,14 16 0,-18-23 6,1 1-1,0-1 1,0 0 0,0 0-1,0-1 1,1 0 0,0 0-1,0 0 1,0-1-1,0 1 1,1-1 0,-1-1-1,1 1 1,0-1 0,-1-1-1,1 1 1,0-1 0,0 0-1,0-1 1,0 1-1,1-2 1,-1 1 0,0-1-1,0 0 1,0 0 0,-1 0-1,14-6 1,-11 3 16,1-1 1,-1-1-1,-1 1 1,1-1-1,-1-1 1,0 0-1,0 0 1,-1 0-1,0-1 1,0 0-1,-1 0 1,0-1-1,-1 0 1,0 0-1,0 0 1,-1-1-1,0 0 0,5-17 1,-9 26-14,0 1 1,0 0-1,1-1 1,-1 1-1,0-1 1,0 1-1,0-1 1,0 1-1,0-1 1,0 1-1,1-1 0,-1 1 1,0-1-1,-1 1 1,1 0-1,0-1 1,0 1-1,0-1 1,0 1-1,0-1 1,0 1-1,0-1 1,-1 1-1,1-1 0,0 1 1,0 0-1,-1-1 1,1 1-1,0-1 1,-1 1-1,1 0 1,0-1-1,-1 1 1,1 0-1,-1 0 1,1-1-1,0 1 1,-1 0-1,1 0 0,-1 0 1,1-1-1,-1 1 1,1 0-1,-1 0 1,1 0-1,-1 0 1,1 0-1,0 0 1,-1 0-1,1 0 1,-1 0-1,1 0 0,-1 0 1,1 0-1,-1 0 1,1 1-1,-1-1 1,1 0-1,-1 0 1,1 0-1,0 1 1,-1-1-1,1 0 1,-1 0-1,1 1 1,-27 21-171,24-16 151,0-1-1,0 1 0,1 0 1,-1 0-1,1 0 0,0 0 1,1 0-1,-1 1 0,1 8 1,1-14 8,0 1 0,0 0 0,0-1 0,0 1 0,0 0 0,1-1 1,-1 1-1,1-1 0,-1 1 0,1-1 0,0 1 0,-1-1 0,1 1 0,0-1 1,0 0-1,0 1 0,0-1 0,0 0 0,0 0 0,1 0 0,-1 1 0,0-1 1,1-1-1,-1 1 0,0 0 0,1 0 0,-1 0 0,1-1 0,-1 1 1,1-1-1,0 1 0,-1-1 0,1 0 0,-1 0 0,1 1 0,0-1 0,-1 0 1,1-1-1,3 1 0,2-1 17,1 0 0,0 0 0,-1 0 0,1-1 1,-1 0-1,1-1 0,-1 1 0,0-2 0,0 1 0,0-1 0,7-5 1,41-19 79,-52 27-99,0 0-1,0 0 1,0 0-1,0 0 1,0 1-1,0-1 1,0 1-1,0 0 1,0 0-1,0 0 1,0 0-1,0 0 1,0 1-1,0-1 0,0 1 1,0 0-1,0 0 1,0 0-1,0 0 1,0 0-1,-1 1 1,1-1-1,0 1 1,-1 0-1,1 0 1,3 4-1,-3-2-5,1 1 1,-2 0-1,1-1 1,0 1-1,-1 0 0,0 0 1,0 0-1,-1 1 0,1-1 1,-1 0-1,0 1 0,0-1 1,-1 0-1,0 8 1,0-12-50,0 0 1,0 0-1,0-1 1,0 1-1,0 0 1,0 0-1,0 0 1,-1-1-1,1 1 1,0 0-1,0 0 1,-1 0-1,1-1 1,-1 1-1,1 0 1,-1-1 0,1 1-1,-1 0 1,1-1-1,-1 1 1,1-1-1,-1 1 1,0-1-1,1 1 1,-1-1-1,0 1 1,0-1-1,1 0 1,-1 1-1,0-1 1,-1 1-1,-28-1-4865,-12-5-6559</inkml:trace>
</inkml:ink>
</file>

<file path=ppt/ink/ink3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30.930"/>
    </inkml:context>
    <inkml:brush xml:id="br0">
      <inkml:brushProperty name="width" value="0.025" units="cm"/>
      <inkml:brushProperty name="height" value="0.025" units="cm"/>
    </inkml:brush>
  </inkml:definitions>
  <inkml:trace contextRef="#ctx0" brushRef="#br0">352 137 8616,'-1'-8'1692,"-1"-3"-1472,0-3 1019,-1 0 1,0 1-1,-6-15 0,8 26-1034,0-1 0,0 0 0,0 0 0,-1 1 0,1-1-1,-1 0 1,1 1 0,-1 0 0,0-1 0,0 1 0,0 0 0,0 0 0,-1 0-1,1 0 1,0 0 0,-1 1 0,0-1 0,1 1 0,-1-1 0,0 1-1,-4-1 1,-4 1-137,1 1-1,0 0 1,0 1-1,0 0 1,0 1-1,0 0 1,0 0 0,0 1-1,1 1 1,-1-1-1,1 2 1,0-1-1,0 1 1,0 0-1,-14 13 1,12-10-77,1 0 0,1 0 0,-1 1 1,2 0-1,-1 1 0,1 0 0,1 1 0,0-1 1,0 1-1,1 1 0,0-1 0,-5 17 1,10-26 4,0 0 0,1 0 0,-1 0 0,0 0 1,1 1-1,-1-1 0,1 0 0,0 0 0,0 0 1,0 0-1,0 1 0,0-1 0,0 0 1,1 0-1,-1 0 0,1 1 0,0-1 0,-1 0 1,1 0-1,0 0 0,0 0 0,0 0 1,0-1-1,1 1 0,-1 0 0,0 0 0,4 2 1,-2-3-3,0 0 0,-1 0 1,1 0-1,0-1 1,0 1-1,0-1 0,-1 0 1,1 0-1,0 0 1,0 0-1,0-1 0,0 1 1,-1-1-1,1 1 1,0-1-1,-1 0 0,1 0 1,0 0-1,-1-1 0,1 1 1,-1-1-1,3-1 1,14-10-3,-1-1 1,-1-1 0,0 0-1,-1-2 1,-1 0 0,-1 0 0,0-1-1,-1-1 1,-1 0 0,16-34 0,-30 59 16,1 1 0,0-1 0,1 1 0,0-1 1,0 13-1,1 8 16,-2-19-25,-1 13 5,1-1-1,1 1 0,1-1 0,4 26 0,-5-42-4,0-1 1,1 0-1,-1 1 1,1-1-1,0 0 1,0 0-1,0 0 1,1 0-1,-1 0 1,1 0-1,0 0 0,-1 0 1,1-1-1,0 1 1,1-1-1,-1 1 1,0-1-1,1 0 1,0 0-1,-1 0 1,1 0-1,0 0 0,0 0 1,0-1-1,0 0 1,0 0-1,0 1 1,0-2-1,0 1 1,1 0-1,-1-1 1,0 1-1,1-1 0,4 0 1,-4-1 6,1 0-1,-1 0 1,0 0-1,0-1 1,0 0 0,0 1-1,0-1 1,-1-1 0,1 1-1,0 0 1,-1-1-1,0 0 1,0 0 0,4-4-1,40-52 209,-37 45-161,47-71 469,-51 83-474,2 12-46,4 22-45,-9-25 38,2 4 0,0 0 1,0 0 0,1-1-1,1 0 1,0 0 0,10 11-1,-15-18 2,0-1-1,1 0 1,-1 0-1,0 0 1,1 0 0,-1-1-1,1 1 1,-1-1-1,1 0 1,0 1-1,0-1 1,0 0 0,-1 0-1,1-1 1,0 1-1,0-1 1,0 1-1,0-1 1,0 0 0,0 0-1,0-1 1,0 1-1,0 0 1,0-1-1,0 0 1,0 0 0,0 0-1,0 0 1,0 0-1,-1 0 1,4-3-1,2-1 1,-1-1 0,0-1-1,-1 1 1,1-1-1,-1 0 1,0 0-1,-1-1 1,0 1 0,0-1-1,-1 0 1,0-1-1,0 1 1,-1-1-1,0 0 1,-1 0 0,0 0-1,0 0 1,-1 0-1,0 0 1,0 0-1,-2-15 1,1 23 3,0 0 1,0 0-1,-1 0 0,1 1 0,-1-1 1,1 0-1,-1 0 0,1 0 1,-1 0-1,0 1 0,1-1 0,-1 0 1,0 0-1,1 1 0,-1-1 1,0 0-1,0 1 0,0-1 0,0 1 1,1-1-1,-1 1 0,0 0 0,0-1 1,0 1-1,0 0 0,0 0 1,0 0-1,0-1 0,0 1 0,0 0 1,0 0-1,0 0 0,0 1 1,0-1-1,0 0 0,0 0 0,0 0 1,-2 2-1,0-2-7,0 1 1,0 0-1,0 0 1,1 1-1,-1-1 1,0 1-1,1-1 1,-1 1-1,1 0 1,-1 0-1,-2 4 1,3-4-3,-1 1 0,1 0 0,0 0 0,1 0 0,-1 0 0,0 1 0,1-1 0,0 0 0,0 1 0,0-1 0,0 0 1,0 1-1,1 0 0,0-1 0,0 1 0,0-1 0,0 1 0,0-1 0,0 1 0,1-1 0,0 1 0,1 5 0,0-6 5,0-1 1,0 1-1,0 0 1,0 0-1,0-1 0,0 0 1,1 1-1,-1-1 1,1 0-1,0 0 0,-1 0 1,1 0-1,0-1 1,0 1-1,0-1 0,0 0 1,1 0-1,-1 0 0,0 0 1,0 0-1,1-1 1,-1 1-1,6-1 0,3 1-280,0-1 0,1-1-1,-1 0 1,24-5-1,17-15-3738,-5-9-3196</inkml:trace>
</inkml:ink>
</file>

<file path=ppt/ink/ink3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32.058"/>
    </inkml:context>
    <inkml:brush xml:id="br0">
      <inkml:brushProperty name="width" value="0.025" units="cm"/>
      <inkml:brushProperty name="height" value="0.025" units="cm"/>
    </inkml:brush>
  </inkml:definitions>
  <inkml:trace contextRef="#ctx0" brushRef="#br0">0 143 2146,'0'2'549,"1"-1"-1,-1 1 1,0-1-1,0 1 1,1-1 0,-1 1-1,1-1 1,-1 1-1,1-1 1,0 0-1,-1 1 1,1-1 0,0 0-1,0 1 1,0-1-1,0 0 1,0 0-1,0 0 1,0 0 0,1 0-1,-1 0 1,2 1-1,2 0-142,0 1-1,-1-1 1,1 0-1,0-1 0,0 1 1,10 0-1,7 1-553,0-2 0,28-2 0,-48 1 309,4 0-86,0-1 1,1 0 0,-1 0 0,0-1-1,0 1 1,0-1 0,0-1-1,0 1 1,0-1 0,-1 0-1,1 0 1,-1-1 0,0 0-1,0 0 1,5-6 0,5-5 308,-2-1 1,0-1 0,13-23-1,9-10-90,-35 49-285,1 0-1,0 1 1,0-1 0,0 0 0,0 1 0,0-1 0,0 0 0,0 1 0,0 0 0,0-1 0,0 1 0,0 0 0,0-1 0,0 1 0,1 0 0,-1 0 0,0 0-1,0 0 1,0 0 0,0 0 0,0 0 0,0 0 0,1 1 0,-1-1 0,0 0 0,0 1 0,0-1 0,0 1 0,0-1 0,0 1 0,1 0 0,36 25 196,-24-16-173,-3-4-88,-1-1-1,2 0 1,-1 0 0,0-1 0,1-1-1,0 0 1,0 0 0,0-1 0,0-1-1,13 1 1,15-3-881,67-8-1,-96 7 747,-6 2-3573</inkml:trace>
</inkml:ink>
</file>

<file path=ppt/ink/ink3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33.941"/>
    </inkml:context>
    <inkml:brush xml:id="br0">
      <inkml:brushProperty name="width" value="0.025" units="cm"/>
      <inkml:brushProperty name="height" value="0.025" units="cm"/>
    </inkml:brush>
  </inkml:definitions>
  <inkml:trace contextRef="#ctx0" brushRef="#br0">0 828 416,'7'0'13918,"29"-1"-12621,0-2 1,0-1 0,35-9 0,-52 8-1201,0 0 0,-1 0 0,1-2 0,-1 0 0,-1-2 1,0 0-1,26-17 0,-38 22-75,0 0 0,-1 1 0,0-2 0,0 1 0,0 0 0,0-1 0,-1 0 0,1 0 0,-1 0 0,0 0 0,-1 0 0,0-1 0,1 1 0,-2-1 0,1 1 0,-1-1 0,0 0 0,0 0 0,0 1 0,-1-1 0,0 0 0,0 0 0,0 0 0,-3-10 0,2 13-19,0 1 1,0-1-1,-1 1 1,1 0-1,-1-1 1,1 1-1,-1 0 1,0 0-1,0 0 1,0 1-1,0-1 1,0 0-1,0 1 1,-1-1-1,1 1 1,0 0-1,-1-1 1,1 1-1,-1 1 1,1-1-1,-1 0 1,0 0-1,1 1 1,-1 0-1,0-1 1,1 1-1,-1 0 1,-5 1-1,0-1-7,1 1 0,-1-1-1,0 1 1,1 1 0,0 0 0,-1 0-1,1 0 1,0 1 0,-9 4-1,9-3-3,0 1 1,0 1-1,0-1 0,1 1 0,0 0 0,0 1 0,0-1 0,1 1 0,0 0 0,0 1 0,1-1 0,-6 13 0,9-16 7,-1-1-1,1 0 1,0 1-1,1 0 1,-1-1-1,0 1 1,1-1-1,0 1 1,0 0 0,0-1-1,0 1 1,1 0-1,-1-1 1,1 1-1,0-1 1,0 1 0,0-1-1,1 0 1,-1 1-1,1-1 1,0 0-1,0 0 1,0 0-1,0 0 1,0 0 0,1 0-1,-1-1 1,1 1-1,0-1 1,0 0-1,6 4 1,2 0 6,0 0 1,1-1-1,0 0 0,0-1 0,0-1 1,0 0-1,0 0 0,1-1 0,0-1 1,-1 0-1,1-1 0,0 0 1,-1-1-1,17-3 0,1-1 36,0-2 0,-1-1-1,0-1 1,50-23 0,-62 25-12,0-1 0,0-1-1,-1 0 1,-1-1 0,0-1 0,0 0 0,-1-1 0,0 0-1,23-28 1,-36 39 8,0 0 0,0-1 1,0 1-1,0 0 0,-1-1 0,1 1 0,0-1 0,-1 1 0,1-1 0,-1 1 0,1-1 1,-1 1-1,0-1 0,1 0 0,-1 1 0,0-1 0,0 1 0,0-1 0,0 0 0,-1 1 0,1-1 1,0 1-1,-1-3 0,0 3-8,-1 0 0,1-1 0,0 1 0,0 0 1,-1 0-1,1 0 0,0 0 0,-1 0 0,1 0 0,-1 0 0,0 0 0,1 1 1,-1-1-1,0 1 0,1-1 0,-1 1 0,-2-1 0,-7 0-7,0 0-1,0 1 0,1 1 0,-1-1 1,-19 5-1,21-3-26,0 1-1,0 0 1,0 1 0,0 0-1,0 0 1,1 1 0,0 0-1,-8 6 1,12-8-7,1 0 0,-1 0 1,1 0-1,-1 0 0,1 1 0,0-1 0,1 1 1,-1 0-1,1-1 0,-1 1 0,1 1 0,0-1 1,1 0-1,-1 0 0,1 1 0,0-1 0,0 1 1,-1 6-1,2-9 11,0-1 0,0 0 1,0 0-1,1 0 1,-1 0-1,0-1 0,0 1 1,1 0-1,-1 0 1,0 0-1,1 0 0,-1 0 1,1 0-1,-1 0 0,1 0 1,-1-1-1,1 1 1,0 0-1,0 0 0,-1-1 1,1 1-1,0 0 0,0-1 1,0 1-1,-1-1 1,1 1-1,1-1 0,1 1 0,1 0 0,-1 0 0,0 0 0,0-1 0,0 0 0,0 0 0,1 0 0,5 0-1,-1-1 10,-1-1-1,1 1 1,-1-1-1,1 0 1,-1-1-1,0 0 0,8-4 1,5-12 17,-18 16 21,1 0 1,0 0-1,0 0 1,0 0-1,0 1 0,0-1 1,1 1-1,5-3 1,-7 6-45,-1 1-1,0-1 1,1 1 0,-1 0 0,0 0 0,0 0 0,0-1-1,0 1 1,-1 0 0,1 0 0,0 0 0,-1 0-1,1 0 1,-1 0 0,0 0 0,0 1 0,0 2 0,1 2-8,5 20 7,27 100 27,-28-113-24,0 0 0,1 0 0,1-1 1,0 0-1,0 0 0,17 20 0,-23-31-2,1 0-1,-1-1 0,1 1 0,0 0 1,-1-1-1,1 1 0,0-1 1,0 0-1,0 1 0,0-1 1,0 0-1,0 0 0,0 0 0,1-1 1,-1 1-1,0 0 0,0-1 1,1 0-1,-1 1 0,0-1 1,1 0-1,2 0 0,-1-1 10,-1 0 0,1-1 0,-1 1 0,1 0 0,-1-1 0,0 0 0,0 0 0,0 0 0,0 0 0,0-1 0,0 1 0,4-6 0,7-9 54,-2 0 1,0-1 0,19-37-1,-25 43-62,18-35 1,-3-2 0,-2 0 0,19-76 0,-38 133-8,0 11-4,0 1-1,1-1 1,1 0-1,1 1 1,6 20-1,-8-36 9,0 0-1,0 0 1,0-1-1,1 1 0,0-1 1,0 0-1,0 1 1,0-1-1,0 0 0,1 0 1,-1 0-1,1 0 0,0-1 1,0 1-1,0-1 1,0 0-1,0 0 0,1 0 1,-1 0-1,1 0 1,-1-1-1,1 1 0,-1-1 1,1 0-1,0 0 1,0-1-1,0 1 0,-1-1 1,1 0-1,0 0 0,0 0 1,7-1-1,-6 0 6,1-1-1,-1 0 1,0 0-1,0 0 1,-1 0-1,1-1 1,0 0-1,-1 0 1,1 0-1,-1 0 1,0-1-1,0 0 1,-1 0-1,1 0 1,-1 0-1,1 0 1,-1-1-1,-1 0 1,1 1 0,2-9-1,1 1 9,-1 0 0,0 0 0,-1-1-1,-1 1 1,0-1 0,0 0 0,0-18 0,-1 15 20,5 28-124,8 16 47,-9-21 32,1 0-1,1 0 1,-1-1-1,1 0 1,0-1-1,1 0 0,-1 0 1,1-1-1,0 0 1,0 0-1,0-1 1,1 0-1,-1-1 1,1 0-1,0-1 0,11 1 1,-15-1 4,0-1 1,0 0 0,-1 0-1,1-1 1,0 1 0,0-1-1,-1 0 1,1-1 0,0 0-1,-1 1 1,0-2-1,1 1 1,-1-1 0,0 0-1,0 0 1,0 0 0,-1 0-1,1-1 1,-1 0 0,0 0-1,0 0 1,0-1-1,0 1 1,-1-1 0,0 0-1,0 0 1,0 0 0,2-6-1,-4 10 7,0-1 0,-1 1 0,1-1 0,0 0-1,-1 1 1,0-1 0,1 0 0,-1 1 0,0-1-1,1 0 1,-1 1 0,0-1 0,-1 0 0,1 0-1,0 1 1,0-1 0,-1 0 0,1 1 0,-1-1-1,1 0 1,-1 1 0,0-1 0,1 1 0,-1-1-1,0 1 1,0-1 0,0 1 0,0 0 0,-1-1-1,1 1 1,0 0 0,0 0 0,-1 0 0,1 0-1,-1 0 1,1 0 0,-1 0 0,1 1 0,-1-1-1,0 0 1,1 1 0,-1-1 0,0 1 0,1 0 0,-1 0-1,0-1 1,-2 1 0,1 0-1,0 0 0,1 0 0,-1 0 0,0 1 0,1-1 0,-1 1 0,0-1 0,1 1 0,-1 0-1,1 0 1,-1 0 0,1 0 0,-1 0 0,1 1 0,0-1 0,0 1 0,0 0 0,0-1 0,0 1 0,0 0 0,0 0 0,0 0 0,1 0 0,-1 1 0,1-1 0,0 0 0,-1 1 0,1-1 0,0 1 0,0-1 0,0 5 0,0-4-5,1 0 0,0 0 0,0 0 0,1 0 0,-1 0 0,1 0 0,-1 0 0,1 0 0,0 0 1,0 0-1,0 0 0,1-1 0,1 5 0,-2-6 7,0 0 0,-1 0 0,1 0 1,0-1-1,-1 1 0,1 0 0,0-1 0,0 1 0,-1 0 0,1-1 0,0 1 1,0-1-1,0 1 0,0-1 0,0 0 0,0 1 0,0-1 0,0 0 0,0 0 1,0 1-1,0-1 0,0 0 0,0 0 0,0 0 0,0 0 0,0 0 0,0-1 1,0 1-1,0 0 0,0 0 0,0-1 0,0 1 0,0 0 0,0-1 0,0 1 1,-1-1-1,1 0 0,0 1 0,0-1 0,0 1 0,-1-1 0,1 0 0,0 0 1,0-1-1,16-21 43,-7 11-60,-8 12 14,0 1 0,-1-1-1,1 1 1,0 0-1,-1-1 1,1 1-1,-1 0 1,1 0 0,-1 0-1,1 0 1,-1 0-1,1 0 1,1 3-1,2 1 6,1 0 0,1-1 0,-1 1-1,0-1 1,1-1 0,0 1-1,0-1 1,0 0 0,0 0 0,1-1-1,-1 0 1,1-1 0,-1 1 0,1-1-1,0-1 1,-1 0 0,1 0-1,0 0 1,0-1 0,-1 0 0,1 0-1,-1-1 1,1 0 0,-1 0-1,0-1 1,0 0 0,0-1 0,0 1-1,0-1 1,9-7 0,3-7 0,-1-1 1,-1 0-1,0-2 0,-2 0 1,0 0-1,-1-1 1,-2-1-1,0-1 0,11-30 1,-11 21-2,-2-1 0,-1 0 0,-2-1 0,-1 0 1,-2 0-1,1-44 0,-6 71 2,1 0 1,-1 1-1,-1-1 0,1 0 1,-1 1-1,0-1 1,-1 1-1,-4-8 1,7 13-4,-1 1 1,0 0 0,0-1-1,1 1 1,-1 0 0,0 0 0,0 0-1,0 0 1,0 0 0,-1 0-1,1 0 1,0 0 0,0 0 0,-1 0-1,1 1 1,0-1 0,-1 0-1,1 1 1,-3-1 0,2 1-2,0 0 1,0 0 0,0 1-1,0-1 1,0 1 0,1 0-1,-1-1 1,0 1-1,0 0 1,1 0 0,-1 0-1,0 0 1,1 0-1,-1 1 1,1-1 0,-1 0-1,1 1 1,0-1 0,-3 4-1,-6 8-5,1 0 0,0 1 0,1 1 0,1-1 0,0 1 0,1 1 0,0-1-1,-5 27 1,4-10 33,2 0 0,1 1 1,1 46-1,3-68 3,1 0 0,0 0 1,0 0-1,1 0 0,1 0 1,0 0-1,1-1 1,0 1-1,0-1 0,1 0 1,0-1-1,7 10 0,-8-13-114,1-1-1,-1 0 1,1 0-1,0 0 0,1 0 1,-1-1-1,1 0 1,9 6-1,-9-8-312,0 1 0,0-1 0,1 0-1,-1 0 1,1 0 0,-1-1 0,1 0 0,-1 0 0,1-1 0,6 0-1,27-3-5335</inkml:trace>
</inkml:ink>
</file>

<file path=ppt/ink/ink3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36.921"/>
    </inkml:context>
    <inkml:brush xml:id="br0">
      <inkml:brushProperty name="width" value="0.025" units="cm"/>
      <inkml:brushProperty name="height" value="0.025" units="cm"/>
    </inkml:brush>
  </inkml:definitions>
  <inkml:trace contextRef="#ctx0" brushRef="#br0">185 154 6758,'0'-8'1207,"-1"-113"7185,2 121-8377,-1-1 0,0 0 1,0 0-1,0 0 0,0 1 1,0-1-1,0 0 0,0 0 0,0 0 1,0 1-1,0-1 0,0 0 1,0 0-1,-1 0 0,1 1 1,0-1-1,-1 0 0,1 0 0,0 1 1,-1-1-1,1 0 0,-1 1 1,1-1-1,-1 1 0,1-1 0,-1 1 1,0-1-1,1 0 0,-1 1 1,0 0-1,1-1 0,-1 1 1,0 0-1,0-1 0,1 1 0,-1 0 1,0-1-1,0 1 0,0 0 1,1 0-1,-1 0 0,0 0 0,0 0 1,0 0-1,1 0 0,-1 0 1,0 0-1,0 1 0,1-1 1,-1 0-1,0 0 0,0 1 0,1-1 1,-1 0-1,0 1 0,0-1 1,1 1-1,-1-1 0,1 1 0,-1-1 1,-1 2-1,-3 2-32,0 0 1,0 1-1,0 0 1,1 0-1,-8 10 1,-6 15 18,1 0 0,2 1 0,1 0 0,-13 44 0,20-52-4,2-1 0,0 1 0,2 1 0,0-1 0,2 0 0,1 0 0,3 32 0,-2-46 8,0-1 0,1 1 0,0-1 0,1 1 0,0-1 0,0 0-1,1-1 1,0 1 0,0 0 0,0-1 0,1 0 0,1 0 0,-1-1 0,1 1-1,0-1 1,0 0 0,1-1 0,0 1 0,0-1 0,0-1 0,1 1 0,-1-1-1,1-1 1,0 1 0,0-1 0,0-1 0,1 1 0,13 1 0,-10-2 28,0-1 0,1 0 0,-1-1 0,1 0 1,-1-1-1,0 0 0,1-1 0,-1 0 0,0-1 1,0 0-1,0-1 0,0-1 0,-1 0 0,0 0 0,0-1 1,0 0-1,-1-1 0,0 0 0,13-12 0,-18 14 16,1 0 1,-1-1-1,-1 1 0,1-1 0,-1 0 0,0 0 0,0 0 0,-1-1 0,0 1 0,0-1 0,0 0 0,-1 0 0,0 0 1,0 0-1,-1 0 0,0 0 0,0 0 0,-1-1 0,0 1 0,-1-9 0,0 13-15,0 1 0,0-1 0,0 0 0,-1 1-1,1 0 1,-1-1 0,0 1 0,1 0 0,-1 0 0,0 0 0,0 0-1,-1 0 1,1 0 0,0 1 0,-1-1 0,1 1 0,0-1 0,-1 1-1,0 0 1,1 0 0,-1 0 0,0 0 0,0 1 0,1-1 0,-1 1-1,0 0 1,0-1 0,-3 2 0,1-2-29,1 1 1,0 0-1,-1 0 1,1 0-1,0 1 1,-1-1-1,1 1 0,0 0 1,0 1-1,0-1 1,0 1-1,0-1 0,0 1 1,0 1-1,0-1 1,1 0-1,-7 6 0,6-3-13,1 1 0,0-1-1,0 1 1,1-1-1,0 1 1,0 0-1,0 0 1,0 0-1,1 0 1,0 0-1,1 0 1,-1 0-1,1 0 1,0 1-1,0-1 1,1 0 0,2 11-1,-1-9 6,0-1 1,0 0-1,0 0 0,1 0 0,0 0 1,1-1-1,-1 1 0,1-1 1,0 0-1,1 0 0,0 0 0,0 0 1,0-1-1,8 7 0,-4-7-141,0 0-1,1 0 1,-1-1-1,1 0 1,0-1-1,0 0 0,0-1 1,0 0-1,1-1 1,-1 0-1,1 0 1,-1-1-1,12-1 1,-12 0-667,-1 0 0,0-1 0,0 1 0,0-2 0,0 1 0,0-2 0,0 1 0,15-9 0,5-8-3813</inkml:trace>
</inkml:ink>
</file>

<file path=ppt/ink/ink3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37.310"/>
    </inkml:context>
    <inkml:brush xml:id="br0">
      <inkml:brushProperty name="width" value="0.025" units="cm"/>
      <inkml:brushProperty name="height" value="0.025" units="cm"/>
    </inkml:brush>
  </inkml:definitions>
  <inkml:trace contextRef="#ctx0" brushRef="#br0">0 76 10314,'0'0'7068,"8"3"-7026,-6-3-39,35 17 25,-35-16-28,0 0 1,0 0 0,-1 1-1,1-1 1,0 0-1,-1 1 1,1 0-1,-1-1 1,0 1 0,1 0-1,-1 0 1,0-1-1,0 1 1,0 0-1,-1 0 1,1 0-1,0 0 1,-1 1 0,1-1-1,-1 0 1,1 3-1,-2-5 1,1 1 0,0-1 1,-1 0-1,1 0 0,0 1 0,0-1 0,-1 0 0,1 0 0,0 0 0,-1 0 1,1 0-1,0 1 0,-1-1 0,1 0 0,0 0 0,-1 0 0,1 0 0,-1 0 1,1 0-1,0 0 0,-1 0 0,1 0 0,0 0 0,-1 0 0,1-1 0,0 1 1,-1 0-1,1 0 0,0 0 0,-1 0 0,1 0 0,0-1 0,-1 1 0,1 0 1,0 0-1,0-1 0,-1 1 0,1 0 0,0 0 0,0-1 0,0 1 0,-1 0 1,1-1-1,-15-11 35,11 6 19,1 1 1,-1-1 0,1-1-1,1 1 1,-1 0 0,1-1 0,0 1-1,0-1 1,1 0 0,0 0 0,0 0-1,1 1 1,-1-1 0,1 0-1,2-11 1,-1 17-49,0 1 0,0-1 0,0 0 0,0 0 0,0 1 0,0-1-1,0 1 1,0-1 0,0 1 0,0-1 0,0 1 0,0 0 0,0 0 0,0-1 0,0 1 0,1 0-1,-1 0 1,0 0 0,0 0 0,0 0 0,0 0 0,2 1 0,27 4 32,-16 0-225,-1 1-1,-1 0 1,1 1 0,-1 1 0,0 0 0,0 0 0,-1 1 0,-1 1 0,1 0 0,-1 0 0,-1 1 0,0 0 0,11 18 0,-14-13-2585,-5-6-1884,-1-4-1938</inkml:trace>
</inkml:ink>
</file>

<file path=ppt/ink/ink3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37.544"/>
    </inkml:context>
    <inkml:brush xml:id="br0">
      <inkml:brushProperty name="width" value="0.025" units="cm"/>
      <inkml:brushProperty name="height" value="0.025" units="cm"/>
    </inkml:brush>
  </inkml:definitions>
  <inkml:trace contextRef="#ctx0" brushRef="#br0">0 1 13677,'0'0'2626,"22"66"-2241,-6-20 95,-1 2-384,2 6-64,-1-1 0,-3 0-64,1 0 32,-6-9-96,0-6-480,-5-14-1410,-2-12-2018</inkml:trace>
</inkml:ink>
</file>

<file path=ppt/ink/ink3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38.215"/>
    </inkml:context>
    <inkml:brush xml:id="br0">
      <inkml:brushProperty name="width" value="0.025" units="cm"/>
      <inkml:brushProperty name="height" value="0.025" units="cm"/>
    </inkml:brush>
  </inkml:definitions>
  <inkml:trace contextRef="#ctx0" brushRef="#br0">1 170 9449,'0'0'3032,"2"-8"-1452,-2 6-1523,1-1-1,0 0 0,-1 1 1,1-1-1,0 1 1,0-1-1,1 1 0,-1 0 1,0 0-1,1-1 1,0 1-1,-1 0 0,1 0 1,0 0-1,0 1 0,0-1 1,0 0-1,0 1 1,0-1-1,1 1 0,-1 0 1,0 0-1,1 0 1,-1 0-1,1 0 0,-1 0 1,1 1-1,0-1 1,-1 1-1,1 0 0,3 0 1,57-7 720,-46 7-700,-1-2-1,1 0 1,0-1-1,-1 0 1,1-1-1,18-8 1,-33 11-54,-1 1 1,1-1 0,-1 0-1,1 0 1,-1 0-1,1 0 1,-1 0-1,0 0 1,0 0-1,1-1 1,-1 1-1,0 0 1,2-3-1,-3 3 0,0 0-1,0 1 0,0-1 1,0 0-1,1 1 0,-1-1 1,0 0-1,0 1 0,0-1 1,0 1-1,0-1 0,0 0 1,-1 1-1,1-1 1,0 0-1,0 1 0,0-1 1,-1 0-1,1 1 0,0-1 1,0 1-1,-1-1 0,1 1 1,-1-2-1,-1 1 2,0-1 0,0 1 0,0-1 0,0 1 0,0-1 0,0 1 0,0 0 1,0 0-1,-1 0 0,1 0 0,0 1 0,-1-1 0,1 1 0,-1-1 0,1 1 0,-4 0 0,3 0-18,0-1 0,0 1 0,1 1 0,-1-1 0,0 0 1,1 1-1,-1-1 0,1 1 0,-1 0 0,0 0 0,1 0 0,-1 0 0,1 0 0,0 0 0,-1 1 0,1-1 0,0 1 0,-2 2 0,2-2-8,1 0-1,0 1 0,0-1 1,0 1-1,0 0 0,0-1 1,0 1-1,1-1 0,-1 1 0,1 0 1,0 0-1,0-1 0,0 1 1,0 0-1,0 0 0,1-1 1,-1 1-1,2 4 0,0-1 2,-1-1 0,1 0 0,0 0 0,1 0 0,-1 0-1,1-1 1,0 1 0,0-1 0,1 1 0,-1-1 0,1 0 0,0-1-1,0 1 1,0 0 0,1-1 0,-1 0 0,1 0 0,0-1 0,0 1-1,0-1 1,5 2 0,-5-2 4,0-1 0,0 1 0,-1-1 0,1 0 0,0 0 0,0-1 0,0 0 0,0 0 1,0 0-1,0 0 0,0-1 0,0 1 0,0-1 0,0-1 0,-1 1 0,1-1 0,0 0 0,-1 0 0,1 0 0,-1 0 0,0-1 0,0 0 0,5-3 0,0-3 83,-1-1-1,1 0 1,-2 0-1,1-1 0,-2 0 1,1 0-1,-2-1 1,6-12-1,-11 31-80,0 0 0,1 0 0,0 0 0,0 0 1,1-1-1,-1 1 0,2 0 0,-1-1 0,1 0 0,0 1 0,0-1 0,1 0 0,0 0 1,0-1-1,0 1 0,0-1 0,8 6 0,-9-8-1,0 0 0,1-1 0,-1 0 0,1 0-1,0 0 1,0 0 0,0 0 0,0-1 0,0 0 0,0 0 0,0 0 0,0 0-1,1 0 1,-1-1 0,0 0 0,0 0 0,1 0 0,-1 0 0,0-1-1,0 0 1,0 0 0,0 0 0,0 0 0,0-1 0,0 1 0,0-1 0,0 0-1,0 0 1,4-4 0,7-5 78,-1 0 0,0-1 0,0-1 0,-1 0 0,-1-1 0,0 0 0,-1-1 0,0 0 0,-2-1 0,16-33 0,-24 49-50,-1 0-1,1 0 1,-1 0 0,1 0-1,0 1 1,-1-1-1,1 0 1,-1 0-1,1 0 1,-1 0-1,1 1 1,-1-1-1,1 0 1,-1 0-1,1 1 1,-1-1-1,1 0 1,-1 1 0,0-1-1,1 1 1,-1-1-1,0 0 1,1 1-1,-1-1 1,0 1-1,1-1 1,-1 1-1,0-1 1,0 1-1,0-1 1,1 2-1,26 35 129,-16-21-246,1 0 1,20 22 0,-31-38 27,18 14-691,-7-8-1907,-5-10-4728,-6-8 983</inkml:trace>
</inkml:ink>
</file>

<file path=ppt/ink/ink3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38.357"/>
    </inkml:context>
    <inkml:brush xml:id="br0">
      <inkml:brushProperty name="width" value="0.025" units="cm"/>
      <inkml:brushProperty name="height" value="0.025" units="cm"/>
    </inkml:brush>
  </inkml:definitions>
  <inkml:trace contextRef="#ctx0" brushRef="#br0">1 46 1922,'0'0'9385,"9"-46"-9417,8 46-64,3 0-225,2 10-1504,-1 1-1026</inkml:trace>
</inkml:ink>
</file>

<file path=ppt/ink/ink3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38.902"/>
    </inkml:context>
    <inkml:brush xml:id="br0">
      <inkml:brushProperty name="width" value="0.025" units="cm"/>
      <inkml:brushProperty name="height" value="0.025" units="cm"/>
    </inkml:brush>
  </inkml:definitions>
  <inkml:trace contextRef="#ctx0" brushRef="#br0">1 85 7399,'0'0'8274,"2"8"-7088,0-1-930,0 1-147,0 1 0,1-1 0,0 1 0,0-1 1,1 0-1,0 0 0,0-1 0,7 11 0,-10-18-105,0 0-1,-1 0 1,1 0-1,-1 0 1,1 0-1,-1 0 1,1 0-1,-1 0 1,1 0-1,0 0 0,-1-1 1,1 1-1,-1 0 1,1 0-1,-1 0 1,1-1-1,-1 1 1,1 0-1,-1-1 1,1 1-1,-1 0 1,0-1-1,1 1 1,-1 0-1,1-1 1,-1 1-1,0-1 1,0 1-1,1-1 1,-1 1-1,0-1 1,1 0-1,13-23 173,-11 19-147,1-2-85,28-38 341,-31 44-280,0 0 1,-1 0 0,1 0 0,0 1 0,-1-1 0,1 0 0,0 1-1,0-1 1,0 0 0,0 1 0,0-1 0,0 1 0,0-1 0,0 1-1,0 0 1,0-1 0,0 1 0,0 0 0,0 0 0,0 0 0,0 0-1,0 0 1,0 0 0,0 0 0,0 0 0,0 0 0,0 0 0,0 1-1,0-1 1,0 0 0,0 1 0,0-1 0,0 0 0,0 1 0,0 0-1,0-1 1,-1 1 0,1-1 0,0 1 0,0 0 0,0 0 0,-1-1-1,2 2 1,5 8 0,-3-3-11,1-2 1,0 1-1,0 0 1,0-1-1,9 7 1,-13-11 4,0 0 1,0 0-1,1-1 0,-1 1 1,0 0-1,1-1 0,-1 1 0,0-1 1,1 0-1,-1 1 0,1-1 1,-1 0-1,1 0 0,-1 0 1,0 0-1,1 0 0,-1 0 0,1 0 1,-1-1-1,1 1 0,-1 0 1,0-1-1,1 1 0,-1-1 1,0 1-1,1-1 0,-1 0 0,0 0 1,0 0-1,0 1 0,1-1 1,-1 0-1,0 0 0,1-2 1,10-11 0,-1-1 0,0 0 0,12-23 1,7-11 3,-30 49-2,0-1 0,0 1 0,0 0 0,0-1-1,1 1 1,-1 0 0,0-1 0,0 1 0,1 0 0,-1 0-1,0-1 1,0 1 0,1 0 0,-1 0 0,0-1 0,1 1-1,-1 0 1,0 0 0,1 0 0,-1 0 0,1-1 0,-1 1-1,0 0 1,1 0 0,-1 0 0,0 0 0,1 0 0,-1 0-1,1 0 1,-1 0 0,0 0 0,1 0 0,-1 0 0,1 0-1,-1 1 1,0-1 0,1 0 0,-1 0 0,0 0 0,1 0-1,-1 1 1,0-1 0,1 0 0,-1 0 0,0 1 0,1-1 0,-1 0-1,0 0 1,0 1 0,1-1 0,-1 0 0,0 1 0,0-1-1,0 0 1,0 1 0,1-1 0,-1 1 0,0-1 0,0 0-1,0 1 1,0-1 0,0 0 0,0 1 0,0 0 0,9 34-24,-8-29 49,11 59 60,-4 1 1,-2 0-1,-5 113 0,-1-174-64,0 0 0,0 0 0,0 0 0,-1 0 0,0 0 0,0 0 0,-1-1 0,1 1 0,-1 0 0,0-1 0,0 1 0,0-1 0,-1 1 0,0-1 0,0 0 0,0 0 0,0 0 0,0-1 0,-1 1 0,0-1 0,0 0 0,0 0 0,0 0 0,0 0 0,0-1 0,-1 0 0,1 0 0,-1 0 0,0 0 0,0-1 0,1 1 0,-1-1 0,0-1 1,0 1-1,0-1 0,0 1 0,-7-2 0,11 1-48,-9 1 102,0-1 1,0-1 0,-1 0 0,-18-4-1,26 4-244,1 1 1,-1-1-1,1 0 0,0 0 0,0-1 1,-1 1-1,1 0 0,0-1 0,0 1 1,0-1-1,1 1 0,-1-1 1,0 0-1,0 0 0,1 0 0,0 0 1,-1 0-1,1 0 0,0-1 0,0 1 1,0 0-1,0-1 0,0 1 0,1 0 1,-2-5-1,0-16-6486</inkml:trace>
</inkml:ink>
</file>

<file path=ppt/ink/ink3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39.912"/>
    </inkml:context>
    <inkml:brush xml:id="br0">
      <inkml:brushProperty name="width" value="0.025" units="cm"/>
      <inkml:brushProperty name="height" value="0.025" units="cm"/>
    </inkml:brush>
  </inkml:definitions>
  <inkml:trace contextRef="#ctx0" brushRef="#br0">259 1 10410,'0'0'165,"-11"0"193,3 0-177,1 1-1,0 0 1,0 0 0,0 0-1,0 1 1,0 0 0,0 1-1,0-1 1,1 1 0,-1 1-1,1-1 1,0 1 0,0 0-1,0 1 1,0-1 0,1 1-1,0 0 1,-8 10 0,-2 3 128,1 2 0,0-1-1,2 2 1,0-1 0,-16 44 0,23-52-218,1 0-1,0 1 0,1 0 0,1 0 1,0 0-1,0 0 0,2 0 0,-1 0 1,2 0-1,0 0 0,0 0 0,5 19 0,-5-29-84,-1 0-1,1 0 0,0 1 1,0-1-1,1 0 0,-1 0 0,1 0 1,-1 0-1,1 0 0,0-1 0,0 1 1,0 0-1,0-1 0,1 0 0,-1 1 1,1-1-1,-1 0 0,1 0 0,0 0 1,0-1-1,0 1 0,0-1 1,0 0-1,0 1 0,0-1 0,0 0 1,1-1-1,-1 1 0,0-1 0,0 1 1,1-1-1,-1 0 0,0 0 0,1-1 1,-1 1-1,5-2 0,-1 0 8,0 0 1,-1 0-1,1-1 0,0 0 0,-1-1 0,0 0 1,0 0-1,0 0 0,0 0 0,0-1 0,-1 0 0,0 0 1,0-1-1,0 1 0,6-12 0,-4 4-10,-1 1 0,0-1 1,-1 0-1,-1 0 0,0-1 0,0 1 0,-2-1 0,0 0 0,1-14 1,-3 20-9,0 0 0,0 0 0,0 0 0,-1 0-1,0 0 1,-1 1 0,0-1 0,0 0 0,-1 1 0,0-1 0,0 1 0,-1 0 0,1 0 0,-2 0 0,1 1 0,-1-1 0,-6-6 0,-8-3-15,-13-16 51,33 31-17,0 1 0,0 0 0,1-1 0,-1 1 0,0 0 0,0 0 0,1 0 0,-1 0 0,0 0 0,1 0 0,-1 0 0,0 0 0,0 1 0,0-1 0,2 1 0,23 12 15,0 1-1,-1 1 0,-1 0 1,0 3-1,22 20 0,-39-32-16,10 8 1,0 1-1,-2 0 1,0 1 0,0 1-1,-2 1 1,0 0 0,11 19-1,-39-62 555,1 0-431,-17-43 0,28 60-144,0 0 0,0-1 0,1 0 1,0 1-1,1-1 0,0 0 0,0 0 0,1 0 1,0 1-1,2-15 0,-1 20-107,0 0-1,0 0 1,0 0-1,0 0 1,1 0 0,-1 0-1,1 1 1,0-1-1,-1 1 1,1-1 0,1 1-1,-1-1 1,0 1-1,0 0 1,1 0 0,0 0-1,-1 1 1,1-1-1,0 0 1,0 1 0,-1 0-1,1 0 1,0 0-1,5-1 1,6-1-1386,0 0 1,0 1-1,0 1 1,16 1-1,-30 0 1452,41 0-3687</inkml:trace>
</inkml:ink>
</file>

<file path=ppt/ink/ink3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40.610"/>
    </inkml:context>
    <inkml:brush xml:id="br0">
      <inkml:brushProperty name="width" value="0.025" units="cm"/>
      <inkml:brushProperty name="height" value="0.025" units="cm"/>
    </inkml:brush>
  </inkml:definitions>
  <inkml:trace contextRef="#ctx0" brushRef="#br0">171 295 7495,'-8'2'1543,"-9"2"-511,0 1-1,0 1 1,0 1-1,-23 12 1,36-17-887,1 0-1,-1 0 0,1 0 1,0 1-1,-1-1 1,1 1-1,0 0 1,0-1-1,1 1 1,-1 1-1,1-1 1,-1 0-1,1 1 1,0-1-1,0 1 0,1-1 1,-1 1-1,1 0 1,0 0-1,0 0 1,0 0-1,0 0 1,1 0-1,-1 0 1,1 0-1,0 0 0,0 0 1,2 5-1,-2-8-143,0 0 0,0 0-1,1 1 1,-1-1-1,0 0 1,1 0-1,-1 0 1,1 0 0,0 1-1,-1-1 1,1 0-1,0 0 1,0 0-1,-1 0 1,1 0 0,0-1-1,0 1 1,0 0-1,0 0 1,0-1-1,1 1 1,-1 0 0,0-1-1,0 1 1,0-1-1,0 0 1,1 1-1,-1-1 1,0 0 0,0 0-1,1 1 1,-1-1-1,0 0 1,1 0-1,-1-1 1,0 1 0,0 0-1,1 0 1,-1-1-1,0 1 1,2-1-1,1 0 4,-1-1-1,1 1 0,0-1 1,-1 0-1,1 0 0,-1 0 1,0 0-1,1-1 0,-1 1 1,0-1-1,5-6 0,0-6-19,1 0-1,-2 0 0,0-1 0,-1 0 0,-1-1 1,0 1-1,-1-1 0,-1 0 0,2-25 0,-4 26 1,0 0-1,-1-1 0,0 1 0,-2 0 1,0-1-1,0 1 0,-2 0 0,0 1 1,-1-1-1,-7-15 0,9 25 34,0 1 1,-1-1-1,0 1 1,0 0-1,-1 0 0,-8-8 1,12 13-16,1-1 0,-1 0 0,1 1 1,-1-1-1,0 1 0,1-1 0,-1 1 0,0-1 1,0 1-1,1-1 0,-1 1 0,0 0 1,0-1-1,0 1 0,0 0 0,1 0 1,-1-1-1,0 1 0,0 0 0,0 0 0,0 0 1,0 0-1,0 0 0,1 0 0,-1 1 1,0-1-1,0 0 0,0 0 0,0 0 1,0 1-1,1-1 0,-1 1 0,0-1 0,0 1 1,1-1-1,-1 1 0,0-1 0,1 1 1,-1-1-1,0 1 0,1 0 0,-1-1 1,1 1-1,-1 0 0,1 0 0,-1-1 0,1 1 1,0 0-1,-1 0 0,1 0 0,0 0 1,0-1-1,0 1 0,-1 0 0,1 0 1,0 0-1,0 1 0,-2 14 8,0 0 0,0 0 0,1 0 0,1 0 0,1 1-1,1-1 1,0 0 0,0 0 0,2-1 0,0 1 0,8 18 0,-8-23-2,0-1 0,1 1 0,1-1 0,0 0 0,0 0 0,1 0 0,0-1 1,1 0-1,0 0 0,0-1 0,1 0 0,0-1 0,0 0 0,1 0 0,0-1 0,14 7 0,-19-12-4,-1 1 0,1-1 0,0 1 0,0-1-1,1-1 1,-1 1 0,0-1 0,0 0 0,0 0 0,0 0 0,0-1-1,0 1 1,1-1 0,-1-1 0,-1 1 0,1-1 0,0 0-1,0 0 1,-1 0 0,1 0 0,-1-1 0,1 0 0,-1 0-1,0 0 1,0-1 0,-1 1 0,1-1 0,4-5 0,-2 1 7,0 0 0,0-1 0,-1 0 0,0 1 0,0-2 0,-1 1 0,0 0 1,-1-1-1,0 0 0,0 0 0,-1 0 0,0 0 0,0-16 0,-2 25 1,0 0-1,0 0 1,0 0 0,0 0-1,0 0 1,0 0 0,0 0-1,0 0 1,0 0 0,-1 0-1,1 0 1,0 0-1,-1 0 1,1 0 0,0 0-1,-1 0 1,0 0 0,1 0-1,-1 1 1,1-1 0,-3-1-1,3 1-2,-1 1-1,0 0 0,0 0 1,1 0-1,-1 0 0,0 0 1,0 0-1,0 0 1,1 0-1,-1 0 0,0 0 1,0 1-1,1-1 0,-1 0 1,0 1-1,0-1 1,1 0-1,-1 1 0,0-1 1,1 1-1,-2 0 0,-2 2 4,1 0 0,-1 0-1,1 0 1,0 1-1,0 0 1,0-1 0,1 1-1,-4 6 1,3-2 4,0-1 0,1 0 0,0 1 0,0 0 0,0 0 0,1-1 0,1 1 0,-1 0 0,1 0 0,0 0 0,1 0 0,2 8 0,-3-13-13,1-1 0,0 1-1,0-1 1,0 1 0,0-1-1,0 0 1,1 0 0,-1 0 0,1 0-1,-1 0 1,1 0 0,0 0-1,0 0 1,0 0 0,0-1 0,3 3-1,-2-3 1,1 1-1,-1-1 1,1 0 0,0 0-1,-1 0 1,1-1-1,0 1 1,-1-1 0,1 0-1,0 0 1,-1 0 0,1-1-1,0 1 1,5-2-1,-2-1 10,-1 1 0,1-1 0,-1-1 0,0 1 0,0-1 1,0 0-1,-1-1 0,1 1 0,-1-1 0,0 0 0,0 0 0,-1-1 0,0 1 0,0-1 0,0 0 0,3-7 0,-1 3 22,0 1 1,1 0-1,0 1 1,0-1-1,10-7 0,-16 15-30,0 1 0,0 0 0,-1 0-1,1 0 1,0-1 0,-1 1 0,1 0 0,0 0-1,0 0 1,-1 0 0,1 0 0,0 0-1,0 0 1,-1 0 0,1 1 0,0-1-1,-1 0 1,1 0 0,0 1 0,-1-1 0,1 0-1,0 1 1,-1-1 0,1 0 0,0 1-1,-1-1 1,1 1 0,-1-1 0,1 1-1,-1-1 1,1 1 0,-1 0 0,0-1 0,1 1-1,-1 0 1,0-1 0,1 1 0,-1 0-1,17 32-27,-15-27 51,2 4 22,1 0 1,1-1-1,-1 1 1,2-1-1,-1 0 1,9 9-1,-12-15-254,1 0 1,-1-1-1,0 1 0,1-1 0,0 1 1,-1-1-1,1 0 0,5 1 0,-6-2-489,1 0-1,-1 0 0,1 0 0,0-1 0,-1 0 1,1 1-1,0-1 0,-1-1 0,1 1 0,6-2 1,14-6-5697</inkml:trace>
</inkml:ink>
</file>

<file path=ppt/ink/ink3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41.234"/>
    </inkml:context>
    <inkml:brush xml:id="br0">
      <inkml:brushProperty name="width" value="0.025" units="cm"/>
      <inkml:brushProperty name="height" value="0.025" units="cm"/>
    </inkml:brush>
  </inkml:definitions>
  <inkml:trace contextRef="#ctx0" brushRef="#br0">80 124 13293,'0'0'2594,"-8"2"-1879,4-1-658,0 0-1,0 1 0,1-1 0,-1 1 0,0 0 0,0 1 0,1-1 1,0 0-1,-1 1 0,1 0 0,0 0 0,0 0 0,0 0 0,1 0 1,-1 1-1,1-1 0,0 1 0,0 0 0,0 0 0,0-1 0,1 1 1,-1 0-1,1 0 0,0 1 0,0-1 0,1 0 0,-1 0 0,1 6 1,0-4-38,-1 0 0,1 0 1,1 1-1,-1-1 1,1 0-1,0 0 0,0 0 1,1 0-1,0 0 1,3 7-1,-4-11-19,0 0 0,0 0 0,0 0 1,0 0-1,0-1 0,1 1 0,-1 0 0,1 0 1,0-1-1,-1 1 0,1-1 0,0 1 0,0-1 0,0 0 1,0 0-1,0 0 0,0 0 0,0 0 0,0 0 1,0-1-1,1 1 0,-1-1 0,0 1 0,0-1 0,1 0 1,-1 0-1,0 0 0,0 0 0,1 0 0,2-1 0,-3 0-8,0 0 0,0 0-1,0 0 1,0 0 0,-1 0 0,1 0-1,0-1 1,-1 1 0,1-1-1,-1 1 1,1-1 0,-1 0-1,0 0 1,1 1 0,-1-1-1,0 0 1,0 0 0,-1 0-1,1 0 1,0 0 0,-1 0-1,1 0 1,-1-1 0,0 1-1,1-3 1,3-61-608,-4 58 573,-1-5 18,-1 0 1,0 0-1,0 0 0,-9-24 0,7 26 49,1-1 0,0 0 0,0 0-1,1 0 1,1 0 0,0-15 0,1 26-11,1 0 0,0 0 1,-1-1-1,1 1 1,0 0-1,0 0 0,-1 0 1,1 0-1,0 0 1,0 1-1,0-1 0,0 0 1,1 0-1,-1 1 0,0-1 1,0 0-1,0 1 1,1-1-1,-1 1 0,0 0 1,0-1-1,1 1 1,-1 0-1,0 0 0,1 0 1,-1 0-1,0 0 1,1 0-1,1 0 0,42 4 39,-36-1-50,0 1 0,-1 0 0,1 0 0,-1 0 0,0 1 0,-1 1 0,1-1 0,-1 1 0,0 1 0,-1-1 0,1 1 0,-1 0 0,0 0 0,-1 1-1,0 0 1,0 0 0,-1 0 0,0 1 0,4 12 0,5 13 6,-2 0-1,-1 1 1,8 59 0,-6-4-6,-5 0 1,-3 0 0,-10 114 0,6-198 20,-1 0 0,0-1 1,0 1-1,0 0 0,-1-1 1,0 1-1,-4 7 0,6-12-15,0-1 0,-1 1-1,1 0 1,-1-1 0,1 1-1,0-1 1,-1 1 0,0-1-1,1 1 1,-1-1 0,1 1-1,-1-1 1,1 1 0,-1-1-1,0 0 1,1 1 0,-1-1-1,0 0 1,0 0 0,1 1-1,-1-1 1,0 0 0,1 0-1,-2 0 1,1 0 5,-1-1 0,1 0 0,-1 1 0,1-1-1,0 0 1,-1 1 0,1-1 0,0 0 0,0 0 0,-1 0 0,1 0 0,0-1 0,0 1 0,0 0 0,1 0-1,-3-3 1,-28-46 193,1-2-1,3-1 1,-34-92 0,56 134-196,1 0 0,1-1 1,0 1-1,-2-19 1,5 27-41,0 0 1,-1 1-1,2-1 0,-1 0 1,0 1-1,0-1 0,1 0 1,-1 1-1,1-1 1,0 1-1,0-1 0,0 1 1,0-1-1,0 1 1,1 0-1,-1 0 0,1-1 1,-1 1-1,1 0 0,0 0 1,0 0-1,0 1 1,0-1-1,0 0 0,0 1 1,3-2-1,27-11-1629,0 1-1,65-16 1,6-2-3084,-38 5 1599</inkml:trace>
</inkml:ink>
</file>

<file path=ppt/ink/ink3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41.841"/>
    </inkml:context>
    <inkml:brush xml:id="br0">
      <inkml:brushProperty name="width" value="0.025" units="cm"/>
      <inkml:brushProperty name="height" value="0.025" units="cm"/>
    </inkml:brush>
  </inkml:definitions>
  <inkml:trace contextRef="#ctx0" brushRef="#br0">5 4 16303,'0'0'1896,"-2"11"-1843,0 20-29,1 1 1,2-1-1,6 48 0,-5-62-20,0 27 36,-2-39 72,0-27-13,0 2-72,3-59-12,-3 74-4,1-1 0,0 1 1,0 0-1,1-1 0,0 1 0,0 0 0,0 0 1,0 0-1,1 1 0,0-1 0,6-8 0,-8 12-6,0 0-1,1 0 1,-1 0-1,0 0 1,0 1-1,1-1 0,-1 0 1,0 1-1,1-1 1,-1 0-1,1 1 1,-1 0-1,1-1 1,-1 1-1,0 0 0,1 0 1,-1 0-1,1 0 1,-1 0-1,1 0 1,-1 0-1,1 1 0,-1-1 1,1 0-1,-1 1 1,1-1-1,-1 1 1,0 0-1,1-1 1,-1 1-1,0 0 0,0 0 1,1 0-1,-1 0 1,0 0-1,0 0 1,1 1-1,6 7-20,1-1 0,-2 2 0,12 15 0,-12-15 34,16 25-6,-16-23-16,1 0-1,0-1 1,17 18 0,-25-29 6,0 1 0,1-1 0,-1 0 1,0 0-1,1 1 0,-1-1 0,0 0 0,1 1 0,-1-1 1,1 0-1,-1 0 0,0 0 0,1 0 0,-1 1 1,1-1-1,-1 0 0,1 0 0,-1 0 0,1 0 0,-1 0 1,1 0-1,-1 0 0,1 0 0,-1 0 0,0 0 0,1-1 1,-1 1-1,1 0 0,-1 0 0,1 0 0,-1 0 0,0-1 1,1 1-1,-1 0 0,1 0 0,-1-1 0,0 1 1,1 0-1,-1-1 0,0 1 0,1 0 0,-1-1 0,0 1 1,0-1-1,1 1 0,-1 0 0,0-1 0,0 1 0,0-1 1,0 1-1,0-1 0,1 1 0,-1-1 0,0 1 1,0-1-1,0 1 0,0 0 0,0-2 0,4-32 77,-3 29-73,0-61 6,-2 48 454,2-1-1,0 0 1,6-34-1,-7 53-457,0 0-1,0 0 1,0-1 0,0 1-1,0 0 1,0 0-1,0 0 1,0-1-1,0 1 1,1 0 0,-1 0-1,0 0 1,0-1-1,0 1 1,0 0 0,0 0-1,1 0 1,-1-1-1,0 1 1,0 0-1,0 0 1,0 0 0,1 0-1,-1 0 1,0 0-1,0 0 1,1-1 0,-1 1-1,0 0 1,0 0-1,0 0 1,1 0 0,-1 0-1,0 0 1,0 0-1,1 0 1,-1 0-1,0 0 1,0 0 0,1 0-1,-1 0 1,0 1-1,12 7 38,9 17-126,-20-23 106,-1-2-25,11 15-132,1 1 1,0-2-1,2 1 1,17 14-1,-25-25-331,-1 0 0,1-1-1,-1 0 1,1 0 0,0 0 0,10 3 0,-9-5-494,0 1 1,0-1-1,-1 0 1,1-1-1,0 0 1,0 0-1,9-1 1,16-6-3955</inkml:trace>
</inkml:ink>
</file>

<file path=ppt/ink/ink3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42.856"/>
    </inkml:context>
    <inkml:brush xml:id="br0">
      <inkml:brushProperty name="width" value="0.025" units="cm"/>
      <inkml:brushProperty name="height" value="0.025" units="cm"/>
    </inkml:brush>
  </inkml:definitions>
  <inkml:trace contextRef="#ctx0" brushRef="#br0">189 40 7399,'0'0'5429,"-10"-7"-2968,1 2-1923,0 1 1,0-1-1,-1 2 0,1-1 0,-1 1 0,0 1 1,-20-3-1,28 4-486,-1 1 0,0-1-1,0 1 1,0 0 0,0 0 0,0 0 0,0 1-1,0-1 1,0 1 0,0 0 0,1-1 0,-1 1-1,0 0 1,1 1 0,-1-1 0,0 0 0,1 1-1,-1 0 1,1-1 0,0 1 0,0 0 0,0 0-1,-1 0 1,2 0 0,-1 1 0,0-1 0,0 1-1,1-1 1,0 1 0,-1-1 0,1 1 0,0 0-1,0 0 1,0-1 0,1 1 0,-1 0 0,1 0-1,-1 4 1,1-5-51,-1 0-1,1 1 0,0-1 1,0 1-1,0-1 0,0 1 1,1-1-1,-1 0 1,0 1-1,1-1 0,0 0 1,-1 1-1,1-1 0,0 0 1,0 0-1,1 0 1,-1 0-1,0 0 0,1 0 1,-1 0-1,1 0 1,0 0-1,-1-1 0,1 1 1,0-1-1,0 1 0,0-1 1,0 0-1,0 1 1,0-1-1,1 0 0,-1-1 1,0 1-1,0 0 1,1-1-1,-1 1 0,1-1 1,-1 0-1,0 1 0,1-1 1,3-1-1,1 1 2,0 0-1,0-1 0,0 0 1,0 0-1,-1-1 1,1 1-1,0-2 1,-1 1-1,0-1 0,1 0 1,-1 0-1,0 0 1,-1-1-1,7-5 0,-10 7 1,1 0 8,0-1-1,0 1 1,0-1 0,-1 0 0,0 0-1,1 0 1,-1 0 0,0 0 0,0-1-1,0 1 1,-1-1 0,2-4 0,-3 8-9,0 0 0,0 0 0,-1-1 0,1 1 1,0 0-1,0 0 0,-1 0 0,1-1 1,0 1-1,0 0 0,-1 0 0,1 0 0,0 0 1,0 0-1,-1-1 0,1 1 0,0 0 0,0 0 1,-1 0-1,1 0 0,0 0 0,-1 0 0,1 0 1,0 0-1,-1 0 0,1 0 0,0 0 1,0 0-1,-1 0 0,1 1 0,0-1 0,-1 0 1,1 0-1,0 0 0,0 0 0,-1 0 0,1 0 1,0 1-1,0-1 0,-1 0 0,1 0 1,0 1-1,-14 9-27,13-10 26,1 0-1,0 1 0,0-1 1,0 1-1,0-1 1,-1 0-1,1 1 0,0-1 1,0 1-1,0-1 0,0 0 1,0 1-1,0-1 1,0 1-1,0-1 0,0 0 1,0 1-1,0-1 1,1 1-1,-1-1 0,0 0 1,0 1-1,0-1 0,0 1 1,1-1-1,-1 0 1,0 1-1,0-1 0,1 0 1,-1 0-1,0 1 0,0-1 1,1 0-1,-1 1 1,0-1-1,1 0 0,-1 0 1,1 1-1,21 1-5,-16-3 10,0 0 0,0 0 1,-1 0-1,1-1 1,-1 0-1,7-2 0,-10 2-2,1 0 1,-1 0-1,0 1 0,1-2 0,-1 1 0,0 0 0,0 0 0,0-1 1,-1 1-1,1-1 0,-1 1 0,1-1 0,-1 0 0,0 1 0,0-1 0,0 0 1,0 0-1,0 0 0,0-4 0,-6 38-16,2 1-1,2 0 1,3 54-1,0-35 9,3 52 32,-1-64-26,-2 1 0,-2 0 1,-8 71-1,7-107 3,0-1 0,0 1 0,0-1 0,0 1 0,-1-1 0,1 1 0,-1-1 1,0 0-1,0 0 0,0 0 0,0 0 0,-1 0 0,1 0 0,-4 3 0,4-5 0,1-1 0,0 1 0,0-1 0,-1 1 0,1-1 0,0 1 0,-1-1 0,1 0-1,0 1 1,-1-1 0,1 0 0,0 0 0,-1 0 0,1 0 0,-1 0 0,1-1 0,0 1 0,-1 0-1,1-1 1,0 1 0,0 0 0,-1-1 0,1 0 0,0 1 0,0-1 0,-1 0 0,1 0-1,0 1 1,0-1 0,0 0 0,0 0 0,0 0 0,1 0 0,-1-1 0,0 1 0,0 0 0,1 0-1,-1 0 1,0-1 0,0-1 0,-6-11-4,0-1 0,0 0 0,2 0 0,0 0 0,0-1-1,2 1 1,0-1 0,1 0 0,0 0 0,1 0 0,3-28 0,0 15-14,1 0 0,2 1 1,1 0-1,1 0 0,19-46 1,-20 58 12,1 1 1,1 0 0,1 1-1,19-25 1,-26 35 0,0 1 0,1 0-1,0 0 1,0 0 0,0 0 0,0 0 0,0 1-1,1-1 1,-1 1 0,1 0 0,0 0 0,-1 1 0,1-1-1,0 0 1,0 1 0,0 0 0,0 0 0,0 1 0,0-1-1,0 1 1,1-1 0,-1 1 0,0 1 0,0-1-1,7 2 1,-7 0-2,0 0-1,0 0 0,0 1 0,-1 0 0,1 0 1,-1 0-1,1 0 0,-1 0 0,0 0 1,-1 1-1,1 0 0,0-1 0,-1 1 1,0 0-1,0 0 0,0 1 0,0-1 0,-1 0 1,0 0-1,0 1 0,0-1 0,1 6 1,1 14-8,0 0 1,0 41 0,-3-59 10,-8-73 72,0-16-84,8 77 14,1 1 0,-1 0 0,1 0 1,0 0-1,0 0 0,0 0 0,1 0 0,0 0 1,0 0-1,0 1 0,0-1 0,1 0 0,3-4 1,-5 8-5,0-1 0,1 1-1,-1-1 1,0 1 0,1 0 0,-1-1 0,1 1 0,-1 0 0,1 0 0,0 0 0,0 0 0,-1 0 0,1 1 0,0-1 0,0 0 0,0 1 0,0-1 0,0 1-1,0 0 1,-1 0 0,1 0 0,0 0 0,0 0 0,0 0 0,0 0 0,0 1 0,0-1 0,0 1 0,0-1 0,0 1 0,-1 0 0,1-1 0,0 1 0,0 0 0,-1 0-1,1 1 1,-1-1 0,1 0 0,-1 0 0,1 1 0,-1-1 0,2 3 0,7 8-11,0-1 0,0 2 0,-2-1 0,9 17-1,-12-21 14,-1-1-8,0-1 1,0 0 0,1 0-1,-1 0 1,1-1 0,10 9-1,-15-13 6,1-1-1,0 1 1,-1-1 0,1 0-1,0 1 1,-1-1 0,1 0-1,0 1 1,0-1-1,-1 0 1,1 0 0,0 0-1,0 1 1,-1-1 0,1 0-1,0 0 1,0 0-1,-1 0 1,1 0 0,0-1-1,0 1 1,0 0 0,-1 0-1,1 0 1,0-1-1,1 0 1,-1 0 3,0-1-1,1 1 1,-1-1-1,0 0 1,0 0 0,0 0-1,0 1 1,0-1-1,0 0 1,0 0 0,-1 0-1,1 0 1,-1-1-1,1-3 1,4-15 21,-1 28-70,10 27 15,-13-32-35,-1-1-1,1 0 0,0 1 0,0-1 1,0 0-1,0 1 0,0-1 0,0 0 1,0 0-1,0 0 0,1 0 0,-1 0 1,0 0-1,1 0 0,-1-1 0,0 1 1,1 0-1,-1-1 0,1 1 1,-1-1-1,1 0 0,-1 1 0,1-1 1,0 0-1,2 0 0,-3 0-212,1-1 1,-1 0-1,1 0 0,-1 0 0,0 0 1,1 0-1,-1 0 0,0 0 0,0 0 1,0 0-1,0-1 0,0 1 0,0 0 1,0-1-1,0 1 0,-1-1 0,1 1 0,0-1 1,-1 1-1,1-1 0,-1 1 0,0-1 1,1-3-1,3-21-4710</inkml:trace>
</inkml:ink>
</file>

<file path=ppt/ink/ink3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43.013"/>
    </inkml:context>
    <inkml:brush xml:id="br0">
      <inkml:brushProperty name="width" value="0.025" units="cm"/>
      <inkml:brushProperty name="height" value="0.025" units="cm"/>
    </inkml:brush>
  </inkml:definitions>
  <inkml:trace contextRef="#ctx0" brushRef="#br0">1 0 6278,'0'0'11307,"12"50"-11307,3-32 32,-2-2-32,-2-4-641,-2-9-2210,-4-3-1921,-1-15-3588</inkml:trace>
</inkml:ink>
</file>

<file path=ppt/ink/ink3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43.695"/>
    </inkml:context>
    <inkml:brush xml:id="br0">
      <inkml:brushProperty name="width" value="0.025" units="cm"/>
      <inkml:brushProperty name="height" value="0.025" units="cm"/>
    </inkml:brush>
  </inkml:definitions>
  <inkml:trace contextRef="#ctx0" brushRef="#br0">1 1 17008,'0'0'-43,"3"4"11,3 5 73,-1-1 1,0 1-1,-1-1 0,0 1 0,0 1 0,-1-1 0,0 0 0,-1 1 0,2 14 0,6 102 727,-7-68-473,8 37 333,33 133 0,-23-134-598,-22-92-322,-3-9 61,-11-26-66,10 20 292,0 0-1,1 0 0,0-1 0,-2-17 0,6 27 70,0 0 0,0 1 0,0-1 0,0 0-1,1 0 1,0 1 0,-1-1 0,2 0 0,-1 1-1,0-1 1,1 1 0,-1-1 0,1 1-1,0-1 1,0 1 0,0 0 0,5-4 0,-5 5-28,0 1 0,0-1 0,0 1 0,0 0 0,0 0 0,1 0 0,-1 0 0,0 0 0,1 0 0,-1 0 0,1 1 0,-1 0 0,1-1 1,-1 1-1,1 0 0,-1 0 0,1 0 0,0 1 0,-1-1 0,1 0 0,-1 1 0,0 0 0,1 0 0,-1-1 0,1 1 0,-1 1 0,0-1 1,3 2-1,1 1-33,0 0 0,-1 1 0,1 0 0,-1 0 0,-1 0 1,1 0-1,-1 1 0,1 0 0,-2 0 0,5 7 0,-4-5 5,1-1 0,0 0 0,0 0 0,0 0 0,1 0 0,9 7 0,-14-13-7,0 0-1,1 0 1,-1 0-1,0 0 1,1-1-1,-1 1 1,1 0-1,-1-1 0,1 1 1,-1-1-1,1 0 1,-1 1-1,1-1 1,-1 0-1,1 0 1,-1 0-1,1 0 1,0 0-1,-1 0 0,1 0 1,-1-1-1,1 1 1,-1 0-1,4-2 1,-2 0 2,0 0-1,0 0 1,0-1 0,0 1 0,0-1-1,0 1 1,-1-1 0,1 0 0,-1 0-1,3-4 1,1-4 9,0 1 0,-1-1-1,0-1 1,-1 1 0,5-19-1,-6 0 221,-2 28 27,0 6-54,5 16-207,-3-9-36,1 0-1,0-1 1,1 1 0,0-1-1,11 17 1,-13-24-283,0 1 1,0-1 0,1 0 0,-1 1 0,1-1-1,-1-1 1,5 4 0,-4-4-379,0-1 0,-1 1-1,1-1 1,0 1 0,-1-1-1,1 0 1,0-1 0,0 1-1,6 0 1,18-1-5013</inkml:trace>
</inkml:ink>
</file>

<file path=ppt/ink/ink3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44.369"/>
    </inkml:context>
    <inkml:brush xml:id="br0">
      <inkml:brushProperty name="width" value="0.025" units="cm"/>
      <inkml:brushProperty name="height" value="0.025" units="cm"/>
    </inkml:brush>
  </inkml:definitions>
  <inkml:trace contextRef="#ctx0" brushRef="#br0">96 536 12396,'0'0'1906,"-8"-2"-241,4 1-1510,-1 0-43,1 0 1,0 0-1,-1 1 1,1-1-1,0 1 1,-1 0-1,-7 1 0,10 0-101,1-1 0,-1 1-1,1 0 1,0-1-1,-1 1 1,1 0 0,0 0-1,0 0 1,-1 0-1,1 0 1,0 0 0,0 0-1,0 0 1,0 0-1,0 0 1,1 1-1,-1-1 1,0 0 0,1 1-1,-1-1 1,0 1-1,1-1 1,0 1 0,-1-1-1,1 0 1,0 1-1,0-1 1,0 1 0,0 0-1,0-1 1,0 3-1,0-3-7,0 0 0,0-1 0,0 1 0,0-1-1,0 1 1,0 0 0,0-1 0,0 1 0,0-1-1,0 1 1,0 0 0,0-1 0,0 1 0,1-1-1,-1 1 1,0 0 0,0-1 0,1 1-1,-1-1 1,0 1 0,1-1 0,-1 1 0,1-1-1,-1 1 1,0-1 0,1 0 0,-1 1 0,1-1-1,-1 0 1,1 1 0,-1-1 0,1 0 0,0 1-1,-1-1 1,1 0 0,-1 0 0,1 0-1,1 0 1,-1 0 3,0 0 0,0 0 0,1-1-1,-1 1 1,0-1 0,0 1 0,0-1-1,0 0 1,0 1 0,0-1 0,0 0 0,0 0-1,0 0 1,0 1 0,-1-1 0,1 0-1,0 0 1,0 0 0,0-3 0,9-15 15,-2-2 0,0 1 0,-2-1 1,0 0-1,5-42 0,4-111 76,-15 172-97,2-38-5,1 13 72,-2 1 1,-1-1-1,-1 0 0,-5-32 0,6 58-30,0 0 0,0 0 0,0 0 0,0 0 0,0 0 0,0 0 0,-1 0-1,1 0 1,0 0 0,0 0 0,-1 0 0,1 1 0,-1-1 0,1 0 0,-1 0 0,1 0 0,-1 1 0,1-1 0,-1 0 0,0 0 0,1 1 0,-1-1 0,0 1 0,0-1 0,1 0 0,-1 1 0,0 0 0,0-1 0,0 1 0,0-1-1,0 1 1,1 0 0,-1 0 0,0-1 0,0 1 0,0 0 0,0 0 0,0 0 0,0 0 0,0 0 0,0 0 0,0 1 0,0-1 0,0 0 0,-1 1 0,-1 0-18,1 1 1,-1 0-1,0 0 1,1 0-1,-1 0 1,1 0 0,0 1-1,0-1 1,0 1-1,0-1 1,0 1-1,-2 3 1,-4 13-19,0 0 1,0 0-1,2 0 1,1 1 0,0 0-1,1 0 1,1 0-1,1 1 1,2 37 0,0-44 6,1 0 1,1-1 0,0 1-1,1 0 1,0-1 0,1 1-1,1-1 1,0 0 0,1 0-1,0-1 1,1 0 0,0 0-1,1 0 1,0-1 0,13 13-1,-18-21-2,1 0-1,-1 1 1,1-1-1,0 0 1,0-1-1,0 1 1,1-1-1,-1 0 0,0 0 1,1 0-1,0 0 1,-1-1-1,1 0 1,0 0-1,0 0 1,0-1-1,-1 1 0,1-1 1,0 0-1,0-1 1,0 1-1,9-3 1,-10 1-4,0 1 0,0-1 1,0 0-1,0-1 0,-1 1 1,1-1-1,-1 1 1,0-1-1,0 0 0,0 0 1,0-1-1,0 1 0,0-1 1,-1 1-1,0-1 1,0 0-1,0 0 0,0 0 1,0 0-1,-1 0 0,0 0 1,0 0-1,0-1 1,0 1-1,-1-7 0,1 8 3,-1 0-1,0 1 0,0-1 0,0 0 0,-1 0 1,1 1-1,-1-1 0,1 0 0,-1 1 0,0-1 1,0 0-1,0 1 0,0-1 0,-4-4 0,5 6-4,-1 1-1,0-1 0,0 0 0,-1 0 0,1 0 0,0 1 0,0-1 0,0 0 0,0 1 1,-1-1-1,1 1 0,0 0 0,0-1 0,-1 1 0,1 0 0,0 0 0,-1 0 0,1 0 1,0 0-1,-1 0 0,1 0 0,0 0 0,0 0 0,-1 1 0,1-1 0,0 1 0,0-1 1,-1 1-1,1-1 0,0 1 0,0 0 0,0-1 0,0 1 0,-2 2 0,-2 1 0,1 1 0,0 0 0,0 0 0,0 1 0,0-1-1,1 1 1,0 0 0,0 0 0,1 0 0,-1 0 0,2 0-1,-1 1 1,0-1 0,1 0 0,0 1 0,1-1 0,0 1-1,0 0 1,0-1 0,0 1 0,1-1 0,2 7 0,-1-10 2,0-1 1,-1 0-1,2 0 1,-1 0-1,0 0 0,0 0 1,1 0-1,-1 0 1,1-1-1,-1 1 1,1-1-1,0 0 1,0 1-1,-1-1 1,1-1-1,0 1 0,0 0 1,0-1-1,0 1 1,0-1-1,0 0 1,5 0-1,2 0 8,0-1-1,0 1 1,0-2 0,0 1-1,16-5 1,-13 0 5,1-1-1,-1 0 1,0-1-1,17-13 1,-23 15-10,1 0-1,0 0 1,1 0 0,0 1-1,-1 0 1,2 1 0,-1 0-1,0 0 1,1 1 0,0 1 0,17-4-1,-24 7-3,0-1-1,-1 1 1,1 0-1,0-1 0,0 1 1,-1 1-1,1-1 1,0 0-1,-1 1 1,0-1-1,1 1 1,-1 0-1,0-1 1,0 1-1,0 0 1,0 0-1,0 1 0,0-1 1,0 0-1,-1 1 1,1-1-1,-1 1 1,0-1-1,0 1 1,0 0-1,1 2 1,-1-1-1,0-1-1,0 0 1,0 1 0,0-1 0,-1 1 0,1-1 0,-1 1 0,0-1 0,0 1 0,0-1 0,-1 1 0,1-1 0,-1 1 0,0-1 0,0 1 0,0-1 0,0 0 0,0 1 0,-1-1 0,0 0 0,-3 5 0,1-4-122,-1 0 0,0 0 0,-1 0 1,1-1-1,-1 0 0,1 0 0,-1 0 1,0-1-1,0 0 0,0 0 0,-7 1 0,-45 8-3886</inkml:trace>
</inkml:ink>
</file>

<file path=ppt/ink/ink3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45.227"/>
    </inkml:context>
    <inkml:brush xml:id="br0">
      <inkml:brushProperty name="width" value="0.025" units="cm"/>
      <inkml:brushProperty name="height" value="0.025" units="cm"/>
    </inkml:brush>
  </inkml:definitions>
  <inkml:trace contextRef="#ctx0" brushRef="#br0">335 58 12300,'0'0'1649,"-10"-6"551,6 2-2040,-1 1 0,0 1 0,0-1 0,0 1 0,0-1 1,-1 2-1,1-1 0,0 0 0,-1 1 0,1 0 0,-1 1 0,0-1 1,1 1-1,-1 0 0,0 0 0,1 1 0,-1-1 0,1 1 0,-1 1 1,1-1-1,-1 1 0,1 0 0,-9 4 0,-2 3 100,0 0 1,1 0-1,0 2 0,0 0 0,2 0 0,-25 27 0,31-31-242,1 1-1,0 0 0,1 0 1,0 0-1,0 1 1,1 0-1,0 0 0,0 0 1,1 0-1,0 1 1,1-1-1,0 1 0,0 0 1,0 13-1,2-21-17,0 0 0,0-1 1,0 1-1,1 0 0,-1 0 0,0-1 0,0 1 0,1 0 0,-1-1 0,1 1 1,0-1-1,0 1 0,-1 0 0,1-1 0,0 0 0,0 1 0,0-1 0,0 1 1,0-1-1,1 0 0,-1 0 0,0 0 0,1 0 0,-1 0 0,1 0 0,-1 0 1,1 0-1,-1-1 0,1 1 0,-1 0 0,1-1 0,0 1 0,-1-1 0,1 0 1,0 0-1,-1 1 0,1-1 0,0 0 0,0 0 0,-1-1 0,1 1 0,0 0 1,-1-1-1,1 1 0,0-1 0,1 0 0,6-1 3,0-1-1,-1 0 1,1 0-1,-1-1 1,0 0 0,0 0-1,12-10 1,-4 1-1,-1-2 0,0 0 0,-1 0 0,-1-1 0,15-24 1,-21 29-1,-1 1 0,0-1 0,-1 0 1,0-1-1,-1 1 0,0-1 0,-1 0 1,-1 1-1,1-2 0,0-16 0,-3 29 3,-1 0 0,1 1-1,0-1 1,0 0 0,-1 0 0,1 0-1,0 1 1,-1-1 0,1 0 0,0 0-1,-1 0 1,1 0 0,0 1-1,-1-1 1,1 0 0,0 0 0,-1 0-1,1 0 1,-1 0 0,1 0-1,0 0 1,-1 0 0,1 0 0,0 0-1,-1 0 1,1 0 0,0 0 0,-1-1-1,1 1 1,0 0 0,-1 0-1,1 0 1,0 0 0,-1-1 0,1 1-1,0 0 1,-1 0 0,1 0 0,0-1-1,0 1 1,-1 0 0,1-1-1,0 1 1,0 0 0,0-1 0,-1 1-1,1 0 1,0-1 0,0 1-1,0 0 1,0-1 0,0 1 0,0 0-1,0-1 1,0 1 0,0 0 0,0-1-1,0 1 1,0-1 0,0 1-1,-18 29 103,15-19-49,1 0 0,0 0 0,0 0 0,1 0 0,1 0 0,0 1-1,0-1 1,1 0 0,0 0 0,0 0 0,5 14 0,-5-20-56,0 0 1,1-1 0,-1 1-1,1-1 1,-1 1-1,1-1 1,0 1-1,0-1 1,1 0 0,-1 0-1,1 0 1,0 0-1,-1-1 1,1 1-1,0-1 1,1 1 0,-1-1-1,0 0 1,1 0-1,-1-1 1,1 1-1,-1-1 1,1 1 0,0-1-1,0 0 1,-1-1-1,1 1 1,0-1-1,0 0 1,0 1 0,0-2-1,7 0 1,-5 0 3,-1-1 1,1 0 0,0 0 0,0-1-1,-1 1 1,1-1 0,-1 0 0,0-1 0,0 0-1,0 1 1,0-1 0,-1-1 0,0 1-1,7-10 1,7-9 33,25-46 0,-35 56-29,0-4 0,-6 12-9,-1 1 1,1 0-1,0 0 0,0 0 0,1 0 0,-1 0 0,1 1 1,0-1-1,0 1 0,0 0 0,5-5 0,-7 9-2,0-1-1,0 0 1,-1 1-1,1-1 1,0 1-1,0-1 1,0 1-1,0-1 1,-1 1-1,1 0 1,0-1-1,0 1 1,-1 0-1,1 0 1,-1-1-1,1 1 1,0 0-1,-1 0 1,0 0-1,1 0 1,-1 0-1,1 0 1,-1-1-1,0 3 1,14 31-18,-12-27 16,2 1 1,0 0 1,0-1-1,0 1 0,1-1 0,0 0 0,0 0 0,1 0 0,0-1 1,0 0-1,1 0 0,9 6 0,-13-9 2,0-2-1,0 1 1,0 0-1,0 0 0,0-1 1,0 0-1,0 0 1,0 1-1,1-2 1,-1 1-1,0 0 1,1-1-1,-1 0 1,1 1-1,-1-1 1,1-1-1,-1 1 1,0 0-1,1-1 1,-1 0-1,0 0 1,1 0-1,-1 0 1,0 0-1,0-1 1,0 1-1,0-1 1,0 0-1,0 0 1,0 0-1,3-4 1,0 1 2,-1-1 0,0 0 0,0 0 0,0 0 0,-1-1 0,0 1 0,0-1 0,-1 0 0,1-1 0,-2 1 1,1 0-1,-1-1 0,0 0 0,0 1 0,-1-1 0,0 0 0,-1 0 0,0-8 0,0 14 0,-1 1-1,1-1 1,0 1-1,-1 0 1,1-1-1,-1 1 1,0-1-1,0 1 1,1 0-1,-1-1 0,0 1 1,0 0-1,0 0 1,0 0-1,0 0 1,-1 0-1,1 0 1,0 0-1,0 0 1,-1 0-1,1 0 1,0 1-1,-1-1 1,1 1-1,-1-1 0,1 1 1,-1-1-1,1 1 1,-1 0-1,1 0 1,-1 0-1,-2 0 1,2 0 2,0-1 0,0 1 0,1 0-1,-1 1 1,0-1 0,0 0 0,0 1 0,1-1 0,-1 1 0,0-1 0,1 1 0,-1 0 0,0-1-1,1 1 1,-1 0 0,1 0 0,-1 0 0,1 1 0,-1-1 0,1 0 0,0 0 0,0 1 0,-1-1 0,1 1-1,0-1 1,1 1 0,-3 3 0,2-2 0,0 0 0,1 1 0,-1-1 0,1 0 0,0 1 0,0-1 0,0 1 0,0-1 0,0 0 0,1 1 0,-1-1 0,1 1 0,0-1 0,0 0 0,0 0 0,1 0 0,-1 0 0,1 0 0,0 0 0,0 0-1,0 0 1,0 0 0,0-1 0,0 1 0,1-1 0,-1 0 0,1 0 0,0 0 0,0 0 0,0 0 0,0 0 0,4 1 0,-1 0-308,1 0 0,0 0-1,0-1 1,0 0 0,0-1-1,11 2 1,-11-2-771,0-1-1,0 0 0,0 0 1,0-1-1,0 0 1,10-3-1,7-8-6415</inkml:trace>
</inkml:ink>
</file>

<file path=ppt/ink/ink3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45.509"/>
    </inkml:context>
    <inkml:brush xml:id="br0">
      <inkml:brushProperty name="width" value="0.025" units="cm"/>
      <inkml:brushProperty name="height" value="0.025" units="cm"/>
    </inkml:brush>
  </inkml:definitions>
  <inkml:trace contextRef="#ctx0" brushRef="#br0">30 134 13357,'0'0'5279,"-6"8"-4003,4-5-1214,-1 1 1,1-1-1,-1 1 0,1 0 0,0 0 0,0 0 1,1 0-1,-1 1 0,1-1 0,0 0 1,0 1-1,1-1 0,-1 1 0,1-1 0,0 0 1,0 1-1,0-1 0,1 1 0,0-1 1,-1 1-1,2-1 0,-1 0 0,0 0 0,1 1 1,0-1-1,0 0 0,0 0 0,3 3 1,6 11 37,1 0 0,16 19 0,-24-33-90,0 1-1,0-1 1,0 0 0,0 0 0,1-1-1,0 1 1,0-1 0,0 0 0,0 0-1,0 0 1,1-1 0,9 3 0,-13-5-7,0 0 1,0 0-1,0 0 1,0 0-1,-1 0 0,1 0 1,0 0-1,0-1 1,0 1-1,0-1 1,-1 0-1,1 1 1,0-1-1,-1 0 1,1 0-1,-1 0 1,1 0-1,-1 0 1,1-1-1,-1 1 1,0 0-1,1-1 1,-1 1-1,1-3 1,24-43 61,-21 36-52,15-37 8,16-64-1,-1 3-2,-17 82-2101,-17 26 1827,0 0 0,0 0 0,1 0 0,-1 0 0,0 0 0,1 0 0,-1 1 0,0-1 0,1 0 0,-1 1 0,1-1 0,-1 1 0,1 0 0,0-1 0,-1 1 0,1 0-1,-1 0 1,1 0 0,-1 0 0,1 0 0,0 0 0,-1 1 0,1-1 0,-1 1 0,1-1 0,-1 1 0,1-1 0,1 2 0,8 6-7383</inkml:trace>
</inkml:ink>
</file>

<file path=ppt/ink/ink3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46.208"/>
    </inkml:context>
    <inkml:brush xml:id="br0">
      <inkml:brushProperty name="width" value="0.025" units="cm"/>
      <inkml:brushProperty name="height" value="0.025" units="cm"/>
    </inkml:brush>
  </inkml:definitions>
  <inkml:trace contextRef="#ctx0" brushRef="#br0">102 182 14414,'0'0'624,"1"-11"-122,32-110 2504,-32 119-2939,-1-1 0,1 1 0,-1-1 0,0 1 0,0-1 0,1 1 0,-1-1 0,-1 1 0,1-1 0,0 1 0,-1-1 0,1 1 0,-2-3 0,2 4-23,-1 0 0,1 0 0,-1 0 0,0 1 0,1-1 0,-1 0 0,0 1 0,1-1 0,-1 0 0,0 1 0,1-1 0,-1 1 0,0-1 0,0 1 0,0-1 0,0 1 0,0 0 0,0-1 0,1 1 0,-1 0 0,0 0 0,0 0 0,-2-1 0,0 2 27,-1-1 0,1 1 1,0 0-1,-1 0 0,1 0 1,0 0-1,0 1 0,-1-1 1,1 1-1,0 0 0,1-1 0,-1 2 1,0-1-1,0 0 0,1 0 1,-1 1-1,-2 4 0,-1 0-8,0 0-1,0 1 1,1 0 0,0 0-1,0 0 1,1 1-1,0-1 1,1 1 0,0 0-1,0 0 1,1 1-1,0-1 1,1 0-1,0 1 1,0-1 0,1 1-1,1 17 1,0-25-62,0 1 1,1 0-1,-1-1 1,1 1-1,-1-1 1,1 0-1,0 1 1,0-1 0,0 0-1,0 0 1,0 0-1,0 0 1,0 0-1,1-1 1,-1 1-1,1-1 1,-1 1-1,1-1 1,0 0-1,0 0 1,-1 0 0,1-1-1,0 1 1,0-1-1,0 1 1,0-1-1,0 0 1,0 0-1,4-1 1,3 1 5,-1 0 1,1-1 0,-1 0-1,0-1 1,1 0-1,-1 0 1,17-7-1,-12 1 0,0 0 0,-1-1-1,0 0 1,22-22-1,-29 26 7,-1-1 0,1 0 0,-1 0 0,0-1-1,-1 1 1,1-1 0,-1 0 0,-1 0 0,1-1 0,-1 1-1,3-13 1,-8 18 187,-5 9-143,-6 12-31,11-14-8,0 0 0,0 0-1,1-1 1,-1 1-1,1 1 1,0-1 0,0 0-1,1 0 1,0 0 0,0 9-1,0-12-16,1 0-1,-1 0 1,1-1 0,-1 1-1,1 0 1,-1-1-1,1 1 1,0 0 0,0-1-1,0 1 1,0-1-1,0 1 1,0-1 0,0 1-1,1-1 1,-1 0-1,0 0 1,1 0-1,-1 0 1,1 0 0,-1 0-1,1 0 1,0 0-1,-1 0 1,1-1 0,0 1-1,0-1 1,-1 1-1,1-1 1,0 0 0,0 0-1,3 0 1,5 0-6,1 0 1,0-2-1,-1 1 1,1-1-1,-1-1 1,0 0-1,1 0 1,-1-1-1,-1 0 1,1-1 0,-1 0-1,1 0 1,7-8-1,-10 9 1,0-1 0,-1-1 0,0 1 0,0-1 0,0 0 0,-1 0 1,0 0-1,0-1 0,-1 0 0,0 0 0,0 0 0,0-1 0,-1 1 0,0-1 0,0 0 0,-1 1 0,2-15 0,-1 16 13,3 12 14,4 14 41,-4 11 13,0 0-1,-2 0 1,-2 1-1,-1-1 0,-1 1 1,-1-1-1,-2 0 0,-1 1 1,-2-1-1,-1-1 1,-1 1-1,-16 35 0,18-51-332,-1-1-1,0 0 0,-1 0 1,-1-1-1,0 0 1,-11 12-1,16-21 108,1 0 0,-1 0 0,0 0 1,0 0-1,-1-1 0,1 1 0,-1-1 0,0 0 0,1-1 1,-1 1-1,0-1 0,-1 0 0,1 0 0,0 0 0,-1-1 1,1 0-1,0 0 0,-1-1 0,0 1 0,-6-1 0,-5-9-3593,7-14-2616</inkml:trace>
</inkml:ink>
</file>

<file path=ppt/ink/ink3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46.737"/>
    </inkml:context>
    <inkml:brush xml:id="br0">
      <inkml:brushProperty name="width" value="0.025" units="cm"/>
      <inkml:brushProperty name="height" value="0.025" units="cm"/>
    </inkml:brush>
  </inkml:definitions>
  <inkml:trace contextRef="#ctx0" brushRef="#br0">33 0 20820,'0'0'138,"0"9"-159,-1 150 1081,-27 196-1,26-334-1048,1 1 11,4-21-4,4-9 13,8-12 10,7-13-75,-7 8-48,2 0 0,0 1 1,2 1-1,40-39 0,-58 62 83,0-1-1,0 0 0,0 0 1,0 0-1,0 1 0,0-1 1,0 1-1,0-1 0,0 1 1,0-1-1,0 1 0,0-1 1,1 1-1,-1 0 0,0 0 1,0 0-1,0-1 0,1 1 1,-1 0-1,0 1 1,0-1-1,1 0 0,-1 0 1,0 0-1,0 1 0,0-1 1,0 1-1,0-1 0,1 1 1,-1-1-1,0 1 0,0 0 1,0-1-1,0 1 0,0 0 1,-1 0-1,1 0 0,0-1 1,0 1-1,0 0 1,-1 0-1,2 2 0,3 5-3,-1 1 0,0 0 0,0 0 0,4 14 0,-1-3 9,-4-13-7,0 0 1,1 0 0,0 0 0,0-1-1,1 1 1,-1-1 0,11 10 0,-14-15 1,1 0 0,-1 0-1,1 1 1,-1-1 0,1 0 0,-1 0 0,1 0 0,0-1 0,-1 1 0,1 0 0,0 0-1,0-1 1,0 0 0,-1 1 0,1-1 0,0 0 0,0 0 0,0 0 0,0 0 0,0 0-1,0 0 1,-1 0 0,1-1 0,0 1 0,0-1 0,0 1 0,-1-1 0,1 0 0,0 0-1,-1 1 1,1-1 0,0 0 0,-1-1 0,1 1 0,-1 0 0,0 0 0,3-3 0,1-3 1,0 0 1,0 0 0,-1 0 0,0-1-1,-1 0 1,1 0 0,-1 0 0,-1 0-1,3-12 1,4-41 525,-3 84-488,0-1 1,17 37 0,-3-18-2907,-16-37 379,-3-13-12056</inkml:trace>
</inkml:ink>
</file>

<file path=ppt/ink/ink3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46.875"/>
    </inkml:context>
    <inkml:brush xml:id="br0">
      <inkml:brushProperty name="width" value="0.025" units="cm"/>
      <inkml:brushProperty name="height" value="0.025" units="cm"/>
    </inkml:brush>
  </inkml:definitions>
  <inkml:trace contextRef="#ctx0" brushRef="#br0">1 44 13164,'0'0'97,"13"-43"-290,6 43-4003,2 3-736</inkml:trace>
</inkml:ink>
</file>

<file path=ppt/ink/ink3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47.562"/>
    </inkml:context>
    <inkml:brush xml:id="br0">
      <inkml:brushProperty name="width" value="0.025" units="cm"/>
      <inkml:brushProperty name="height" value="0.025" units="cm"/>
    </inkml:brush>
  </inkml:definitions>
  <inkml:trace contextRef="#ctx0" brushRef="#br0">209 274 13549,'0'0'1724,"-8"0"118,-82 5 898,82-4-2515,0 1-1,-1-1 1,1 1-1,0 1 1,0 0-1,1 0 1,-1 0 0,1 1-1,-1 0 1,-6 5-1,13-8-221,-1 0-1,1 0 1,0 0-1,0 0 1,0 0 0,0 0-1,0 0 1,0 0-1,0 1 1,0-1-1,0 0 1,0 0 0,1 1-1,-1-1 1,0 1-1,1-1 1,-1 0-1,1 1 1,-1 2 0,2-3-2,-1 0-1,0 0 1,1-1 0,-1 1 0,1 0 0,-1 0 0,1 0 0,0-1-1,-1 1 1,1 0 0,0-1 0,-1 1 0,1 0 0,0-1 0,0 1 0,-1-1-1,1 1 1,0-1 0,0 0 0,0 1 0,0-1 0,1 1 0,11 1 1,-1 1 0,1-1 1,21 0-1,-16-1 13,-12 0-16,-1 0 0,1 0 1,-1 0-1,0 1 0,0 0 0,0 0 0,0 1 0,0-1 0,0 1 0,0 0 0,-1 0 0,1 1 1,-1-1-1,0 1 0,4 4 0,-3 0 10,1 0 1,-1 0-1,0 0 0,0 1 1,-1 0-1,-1-1 1,1 1-1,1 10 1,3 15 207,-3 1 0,-1-1 0,0 60 1,-4-91-192,1 30 131,0 0-30,-5 64 0,3-89-117,0 0-1,-1 0 0,0 0 0,0 0 0,-1 0 0,0-1 1,0 1-1,-1-1 0,1 0 0,-2 0 0,1 0 0,-1 0 0,-6 6 1,9-11-6,1 0 0,-1 0 0,0 0 1,0-1-1,0 1 0,0 0 0,0-1 1,0 0-1,0 1 0,0-1 0,-1 0 1,1 0-1,0 0 0,-1-1 0,1 1 1,-1-1-1,1 1 0,-1-1 0,1 0 1,-1 0-1,1 0 0,-1 0 0,1 0 1,-1 0-1,1-1 0,-1 1 0,1-1 1,-1 0-1,1 0 0,0 0 0,-1 0 1,1 0-1,0 0 0,0-1 0,0 1 1,0-1-1,0 1 0,0-1 0,0 0 1,0 0-1,1 0 0,-1 0 0,1 0 1,0 0-1,-1 0 0,1 0 0,0-1 1,0 1-1,0 0 0,1-1 0,-1 1 1,0-1-1,1-3 0,-3-11 0,2 1-1,0 0 0,1 0 1,0-1-1,1 1 0,1 0 0,1 0 1,0 0-1,1 0 0,9-22 1,10-17-41,44-79 1,-43 89-35,121-202-1766,-14 27 669,-121 190 1178,-10 29-5,0 1 0,-1 0 0,1-1 0,0 1 1,0 0-1,0-1 0,0 1 0,0 0 0,0-1 1,-1 1-1,1 0 0,0-1 0,0 1 0,0 0 1,-1 0-1,1-1 0,0 1 0,0 0 0,-1 0 1,1 0-1,0-1 0,-1 1 0,1 0 0,0 0 1,0 0-1,-1 0 0,1-1 0,0 1 0,-1 0 1,1 0-1,-1 0 0,1 0 0,0 0 0,-1 0 1,1 0-1,0 0 0,-1 0 0,1 0 0,-1 0 1,-3 2 49,1-1 0,-1 0 0,0 1 1,1 0-1,-1 0 0,1 0 0,-1 0 1,1 0-1,0 1 0,0-1 0,-3 5 1,-2 2 28,0 1 1,1 1-1,0-1 0,0 1 1,2 1-1,-1-1 1,1 1-1,1 0 0,0 0 1,1 0-1,-3 17 1,5-23-85,0 0 0,0 0 0,0 0 0,1 1 0,0-1 0,0 0 0,1 0 0,-1 0 0,1 0 0,1 0 0,-1 0 0,1 0 0,0-1 0,0 1 0,1 0 1,0-1-1,0 0 0,0 1 0,0-1 0,1 0 0,0-1 0,0 1 0,0-1 0,1 0 0,7 6 0,-11-9-1,1 0 1,0 0-1,0 0 0,-1 0 0,1 0 1,0 0-1,0 0 0,0-1 1,0 1-1,0-1 0,-1 0 1,1 1-1,0-1 0,0 0 0,0 0 1,0 0-1,0 0 0,0 0 1,0-1-1,0 1 0,0-1 0,0 1 1,0-1-1,0 0 0,0 0 1,-1 1-1,1-1 0,0-1 1,0 1-1,-1 0 0,1 0 0,-1 0 1,3-3-1,2-4 4,-1 0 0,1-1 0,-1 0 0,-1 0 0,6-15 0,6-9 35,-16 32-35,0 1-1,1-1 1,-1 0-1,0 1 1,1-1-1,-1 0 1,1 1-1,-1-1 1,1 1-1,-1-1 1,1 1-1,0-1 1,-1 1 0,1 0-1,0-1 1,-1 1-1,1 0 1,0-1-1,-1 1 1,1 0-1,0 0 1,0-1-1,-1 1 1,1 0-1,0 0 1,0 0-1,-1 0 1,1 0 0,0 0-1,0 0 1,-1 1-1,1-1 1,0 0-1,0 0 1,-1 1-1,1-1 1,0 0-1,-1 1 1,1-1-1,0 0 1,-1 1-1,1-1 1,0 1 0,-1-1-1,1 1 1,-1-1-1,1 2 1,23 29 35,-6 1 141,22 55 0,9 16 88,-27-77-1576,-21-26 1188,-1 1 0,1 0 1,0-1-1,-1 1 1,1-1-1,0 1 0,-1-1 1,1 0-1,0 1 0,0-1 1,-1 0-1,1 1 1,0-1-1,0 0 0,0 0 1,-1 0-1,1 1 1,0-1-1,0 0 0,0 0 1,0 0-1,-1-1 0,1 1 1,0 0-1,0 0 1,0 0-1,-1-1 0,1 1 1,0 0-1,0-1 1,-1 1-1,1 0 0,0-1 1,-1 1-1,1-1 0,0 1 1,-1-1-1,1 0 1,0 0-1,9-22-9269</inkml:trace>
</inkml:ink>
</file>

<file path=ppt/ink/ink3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48.652"/>
    </inkml:context>
    <inkml:brush xml:id="br0">
      <inkml:brushProperty name="width" value="0.025" units="cm"/>
      <inkml:brushProperty name="height" value="0.025" units="cm"/>
    </inkml:brush>
  </inkml:definitions>
  <inkml:trace contextRef="#ctx0" brushRef="#br0">315 47 17424,'-5'-8'219,"4"5"-170,0 1-1,0 0 1,0 0-1,0 0 0,0 0 1,0 0-1,-1 0 1,1 0-1,-1 0 1,1 1-1,-1-1 0,0 0 1,0 1-1,0-1 1,0 1-1,0 0 0,0 0 1,0 0-1,0 0 1,0 0-1,0 0 1,-1 0-1,1 1 0,0-1 1,0 1-1,-1 0 1,1 0-1,-1-1 0,1 1 1,0 1-1,-1-1 1,1 0-1,0 1 1,-1-1-1,1 1 0,0 0 1,0-1-1,0 1 1,-1 0-1,1 1 1,0-1-1,-2 2 0,-19 15-5,1 0 0,1 1-1,1 2 1,1 0 0,0 1 0,2 1-1,0 0 1,-23 47 0,36-62-45,0 0 0,0 0 0,1 0 0,1 0 0,-1 1 0,1-1 0,0 1 0,1 0 0,0 0 0,1 14 0,0-22 3,0 0-1,0 0 0,0 0 0,1 0 1,-1 0-1,0 0 0,1 0 0,-1 0 1,1 0-1,-1 0 0,1 0 0,0 0 0,-1 0 1,1 0-1,0 0 0,0 0 0,0-1 1,-1 1-1,1 0 0,0-1 0,0 1 1,0-1-1,0 1 0,0-1 0,0 1 1,0-1-1,0 0 0,1 1 0,-1-1 1,0 0-1,0 0 0,0 0 0,0 0 1,0 0-1,0 0 0,0 0 0,1 0 0,-1 0 1,0-1-1,0 1 0,1-1 0,6 0 4,-1-1 0,0 0-1,0 0 1,0-1 0,8-4-1,45-32 22,-49 30-21,0 1 1,0 1-1,1 0 0,0 0 1,0 1-1,1 1 1,-1 0-1,19-5 0,-30 10-4,1 0 0,0 0 0,0-1 0,0 1-1,-1 1 1,1-1 0,0 0 0,0 0-1,0 1 1,-1-1 0,1 1 0,0-1-1,-1 1 1,1 0 0,0 0 0,-1-1 0,1 1-1,-1 0 1,1 1 0,1 1 0,0 0-1,-1 0 1,1 0 0,-1 1 0,0-1 0,-1 1 0,1-1 0,0 1 0,-1 0 0,2 5-1,0 9 7,0 0 0,-1 1 0,0 24 0,-2-31 3,2 30 22,-2 0 1,-2 1-1,-2-1 1,-1 0-1,-3 0 0,-1-1 1,-25 71-1,33-110-29,0 1 0,0-1 0,-1 0 0,1 0 0,-1 0 1,1 0-1,-1 0 0,1 0 0,-1 0 0,-3 2 0,-4-4 47,5-18 7,5-3-58,0 0-1,1-1 1,1 1 0,1 0-1,1 0 1,1 1 0,1-1-1,1 1 1,17-32 0,3 2-42,2 1 0,51-62 0,-69 95 56,57-66-34,-63 77 97,-1-1-1,1 1 1,0 0 0,1 0 0,-1 1-1,1 0 1,0 0 0,0 1-1,0-1 1,13-3 0,-19 7-66,1 0 0,-1 0 0,0 0 0,1 0 0,-1 0 1,0 0-1,1 0 0,-1 0 0,0 1 0,0-1 0,1 1 0,-1-1 1,0 1-1,0-1 0,1 1 0,-1-1 0,0 1 0,0 0 0,0 0 1,0 0-1,0-1 0,0 1 0,0 0 0,0 0 0,-1 0 0,1 1 0,0-1 1,0 0-1,-1 0 0,1 0 0,0 2 0,12 46-21,-10-36 47,7 46 50,-7-40-71,0 1 1,1-1 0,1-1-1,1 1 1,0-1-1,10 19 1,-15-36-14,-1 1 1,1-1-1,-1 0 1,1 0 0,0 0-1,0 0 1,0 0 0,0 0-1,0 0 1,0 0 0,0 0-1,0 0 1,0 0-1,0 0 1,0-1 0,1 1-1,-1-1 1,2 2 0,-2-2 0,-1-1 0,1 1 0,0 0 1,0 0-1,-1 0 0,1 0 1,0-1-1,-1 1 0,1 0 1,0 0-1,-1-1 0,1 1 0,0-1 1,-1 1-1,1-1 0,-1 1 1,1-1-1,-1 1 0,1-1 1,-1 1-1,1-1 0,-1 0 0,1 0 1,2-4 6,-1 1 0,0-1 0,0 0 1,-1 0-1,1 0 0,-1 0 0,1-10 1,-1 4-5,-1-1 0,0 0 0,0 1 1,-1-1-1,-1 0 0,0 1 0,-1 0 1,0-1-1,0 1 0,-1 0 0,-1 0 1,-7-12-1,8 16-13,-1 0-1,0 1 1,0-1-1,-1 2 1,0-1 0,0 0-1,0 1 1,0 0 0,-1 1-1,0-1 1,0 1 0,0 1-1,0-1 1,-1 1-1,0 0 1,1 1 0,-1 0-1,-13-2 1,20 4-36,-52-6-681,50 6 341,0-1 0,-1 1 1,1 0-1,0 0 1,0 0-1,0 1 1,0-1-1,0 1 1,0 0-1,0 0 0,0 0 1,0 0-1,-4 2 1,7 0-3908,12-2-78,-12-1 4263,27-2-5686</inkml:trace>
</inkml:ink>
</file>

<file path=ppt/ink/ink3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48.887"/>
    </inkml:context>
    <inkml:brush xml:id="br0">
      <inkml:brushProperty name="width" value="0.025" units="cm"/>
      <inkml:brushProperty name="height" value="0.025" units="cm"/>
    </inkml:brush>
  </inkml:definitions>
  <inkml:trace contextRef="#ctx0" brushRef="#br0">120 0 12556,'0'0'6886,"-4"13"-5770,-17 55-390,3 1 0,4 1 0,-7 72 0,18 173-409,4-76-1408,-2-231 661,-1 28-581,2-35 753,0 0-1,0 1 1,-1-1 0,1 0 0,0 1-1,-1-1 1,1 0 0,-1 0-1,1 0 1,-1 1 0,0-1 0,1 0-1,-1 0 1,0 0 0,0 0-1,0 0 1,0 0 0,0-1 0,0 1-1,-2 1 1,-6-4-4354,-3-18-1058</inkml:trace>
</inkml:ink>
</file>

<file path=ppt/ink/ink3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49.354"/>
    </inkml:context>
    <inkml:brush xml:id="br0">
      <inkml:brushProperty name="width" value="0.025" units="cm"/>
      <inkml:brushProperty name="height" value="0.025" units="cm"/>
    </inkml:brush>
  </inkml:definitions>
  <inkml:trace contextRef="#ctx0" brushRef="#br0">1 506 7431,'3'-12'552,"1"-1"-1,1 0 0,0 1 1,1 0-1,0 0 1,1 1-1,0 0 1,0 0-1,1 0 1,1 1-1,0 0 1,1 1-1,-1 0 1,21-14-1,-18 14-230,0 1-1,1 1 1,0-1-1,1 2 1,0 0-1,0 1 1,0 0-1,1 1 1,-1 0-1,1 1 1,0 1-1,28 0 0,-40 2-304,-1 0-1,1 1 0,0 0 0,-1-1 1,1 1-1,-1 0 0,1 0 0,-1 0 1,1 1-1,-1-1 0,0 0 0,1 1 1,-1 0-1,0 0 0,0-1 0,0 1 1,-1 0-1,1 0 0,0 1 0,-1-1 1,1 0-1,-1 1 0,0-1 0,0 0 1,1 1-1,-2 0 0,1-1 0,0 1 1,-1 0-1,1 4 0,2 13 57,-1 0 0,-1-1 0,-2 30 0,0-4 171,1-43-241,0 0 1,0 0-1,0 0 1,0 1-1,1-1 0,-1 0 1,0 0-1,1 0 1,-1 0-1,1 0 0,0 0 1,0 0-1,0 0 0,0 0 1,0 0-1,0-1 1,0 1-1,1 0 0,-1-1 1,1 1-1,-1-1 1,1 1-1,0-1 0,-1 0 1,1 0-1,0 0 0,0 0 1,0 0-1,0 0 1,0 0-1,0 0 0,0-1 1,0 1-1,0-1 0,0 0 1,0 1-1,0-1 1,1 0-1,2-1 0,0 0 2,0 0 0,1 0 1,-1 0-1,0-1 0,-1 0 0,1 0 0,0 0 0,-1-1 0,1 1 0,-1-1 0,0 0 0,1-1 0,-2 1 0,1-1 0,5-5 0,-3 0-1,1-1 0,-1 0 0,0 0-1,-1-1 1,0 0 0,-1 1 0,0-2-1,-1 1 1,3-16 0,-1-8-21,-1-62 0,-2 35-59,-3 59 81,1 1 1,0-1 0,0 1-1,0-1 1,1 1-1,-1-1 1,0 1-1,1-1 1,0 1 0,0-1-1,0 1 1,0 0-1,0 0 1,0-1-1,0 1 1,1 0 0,-1 0-1,1 0 1,-1 0-1,1 0 1,0 0-1,0 1 1,0-1 0,0 1-1,0-1 1,0 1-1,0 0 1,1 0 0,-1 0-1,0 0 1,1 0-1,-1 0 1,1 1-1,-1-1 1,1 1 0,-1-1-1,1 1 1,-1 0-1,1 0 1,-1 0-1,1 1 1,-1-1 0,1 1-1,-1-1 1,1 1-1,-1 0 1,1 0-1,-1 0 1,0 0 0,0 0-1,1 0 1,-1 1-1,0-1 1,0 1 0,2 2-1,12 9 12,-1 1 0,-1 1 0,0 0 0,-1 1 0,-1 1 0,0 0 0,13 27 0,-25-44-15,0 0-1,1 1 0,-1-1 1,0 0-1,0 0 1,0 0-1,0 1 0,0-1 1,1 0-1,-1 0 1,0 0-1,0 1 0,0-1 1,0 0-1,1 0 1,-1 0-1,0 0 0,0 0 1,1 0-1,-1 1 1,0-1-1,0 0 0,1 0 1,-1 0-1,0 0 1,0 0-1,1 0 0,-1 0 1,0 0-1,0 0 1,1 0-1,-1 0 0,0 0 1,0 0-1,1 0 1,-1 0-1,0-1 0,0 1 1,0 0-1,1 0 1,9-12 38,7-28 43,-12 29-70,18-38-596,26-62-4715,-34 63-1908</inkml:trace>
</inkml:ink>
</file>

<file path=ppt/ink/ink3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49.872"/>
    </inkml:context>
    <inkml:brush xml:id="br0">
      <inkml:brushProperty name="width" value="0.025" units="cm"/>
      <inkml:brushProperty name="height" value="0.025" units="cm"/>
    </inkml:brush>
  </inkml:definitions>
  <inkml:trace contextRef="#ctx0" brushRef="#br0">53 750 21268,'-7'1'230,"-25"3"304,31-4-526,1 0 0,-1 0 0,1 0 0,0 0 0,-1 0 0,1 0 0,-1 0 0,1 0 0,-1 0 0,1 0 0,-1 0 0,1 0 0,-1-1 0,1 1 0,-1 0 0,1 0 0,0 0 0,-1-1 0,1 1 0,-1 0 1,1 0-1,0-1 0,-1 1 0,1 0 0,0-1 0,-1 1 0,1 0 0,0-1 0,0 1 0,-1-1 0,1 1 0,0-1 0,0 1 0,0 0 0,0-1 0,0 1 0,-1-1 0,1 1 0,0-1 0,0 1 1,0-1-1,0 1 0,0-1 0,5-21 97,-5 20-79,58-143 385,-2 6-352,-31 48-506,-4-1 1,9-95-1,-30 185 448,1-5 3,0 0 1,0 0-1,1 0 0,0 0 1,3-7-1,-5 13-7,0 0 0,1 0 0,-1 0 0,1 1 0,-1-1-1,1 0 1,-1 1 0,1-1 0,0 0 0,-1 1 0,1-1 0,0 1-1,-1-1 1,1 1 0,0-1 0,0 1 0,0-1 0,-1 1-1,1 0 1,0-1 0,0 1 0,0 0 0,0 0 0,0 0 0,-1 0-1,1-1 1,0 1 0,0 1 0,0-1 0,0 0 0,0 0 0,0 0-1,0 0 1,-1 1 0,1-1 0,0 0 0,0 1 0,0-1 0,-1 0-1,1 1 1,0-1 0,0 1 0,-1 0 0,1-1 0,0 1-1,-1-1 1,1 1 0,-1 0 0,1 0 0,0 1 0,14 13 2,-2 0 0,0 2 0,-1-1 0,0 1 0,9 20 0,44 97 28,-64-132-27,14 31 13,15 50 1,-27-72-12,0-1 1,-1 1 0,0 0-1,0 0 1,-2 0 0,1 0-1,-1 0 1,-1 0 0,-2 14-1,2-22-28,0 1 0,-1-1-1,1 0 1,-1 0-1,1 0 1,-1 0-1,0 0 1,-1 0-1,1 0 1,0-1 0,-1 1-1,1-1 1,-1 0-1,0 0 1,0 0-1,0 0 1,0 0-1,0 0 1,0-1 0,0 0-1,0 1 1,-1-1-1,1-1 1,-1 1-1,1 0 1,-5 0-1,5-1-27,-1 1 0,0-1 0,0 0 0,0 0 0,1 0 0,-1-1 0,0 1 0,0-1-1,1 0 1,-1 0 0,0 0 0,1-1 0,-1 1 0,1-1 0,0 0 0,-1 0 0,1 0-1,0 0 1,0 0 0,0-1 0,0 1 0,1-1 0,-5-5 0,3-1-633,0-1-1,1 1 1,0 0 0,0-1-1,1 0 1,0 0 0,1 0-1,0 0 1,0 0 0,2-18-1,-1 22 151,0-55-5464</inkml:trace>
</inkml:ink>
</file>

<file path=ppt/ink/ink3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50.088"/>
    </inkml:context>
    <inkml:brush xml:id="br0">
      <inkml:brushProperty name="width" value="0.025" units="cm"/>
      <inkml:brushProperty name="height" value="0.025" units="cm"/>
    </inkml:brush>
  </inkml:definitions>
  <inkml:trace contextRef="#ctx0" brushRef="#br0">3 0 12716,'0'0'3235,"0"55"-2274,0-13 1249,-3 12-929,3 9-288,0 4-576,0-1-257,0-2-128,1-6 0,5-7-96,0-10-160,-1-7-1154,-5-11-1216,0-10-1058,0-9-2497</inkml:trace>
</inkml:ink>
</file>

<file path=ppt/ink/ink3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50.886"/>
    </inkml:context>
    <inkml:brush xml:id="br0">
      <inkml:brushProperty name="width" value="0.025" units="cm"/>
      <inkml:brushProperty name="height" value="0.025" units="cm"/>
    </inkml:brush>
  </inkml:definitions>
  <inkml:trace contextRef="#ctx0" brushRef="#br0">1 204 12043,'7'-8'2947,"14"-12"-2412,2 0-1,1 1 1,0 2-1,1 0 1,1 2-1,1 0 1,40-15-1,-78 39-73,0-1-1,1 1 0,-14 15 1,-4 5-231,22-24-181,-34 34 209,37-37-251,1 1 0,0-1 0,0 1 0,0 0 0,0 0 0,0 0 0,1 0 0,-1 0 0,1 0 0,0 0 0,0 0 0,0 1 0,0 3 0,2-7-9,1 0 0,-1 0 1,1 0-1,0 0 0,-1-1 0,1 1 0,-1 0 0,1-1 0,-1 1 0,1-1 1,-1 1-1,1-1 0,-1 0 0,0 1 0,1-1 0,1-2 0,10-8 12,-2-1 1,1 0-1,-2-1 0,1 0 1,-2-1-1,0 0 0,-1-1 0,0 0 1,-1 0-1,-1 0 0,0-1 0,4-18 1,-10 33 549,-14 32 529,9-18-796,1 0 0,0 1 0,2-1 0,-1 1 0,2-1 0,-1 1 0,3 25 0,-2-35-286,1-1-1,1 0 1,-1 1-1,1-1 0,-1 1 1,1-1-1,0 0 0,0 1 1,0-1-1,1 0 0,-1 0 1,1 0-1,0 0 0,-1 0 1,1 0-1,1 0 1,-1-1-1,0 1 0,1-1 1,-1 0-1,1 1 0,0-1 1,0 0-1,0-1 0,0 1 1,0 0-1,0-1 0,0 0 1,0 0-1,1 0 1,-1 0-1,0 0 0,1 0 1,-1-1-1,7 0 0,-6 0-5,0-1 0,1 0-1,-1-1 1,0 1 0,0-1-1,1 0 1,-2 0-1,1 0 1,0 0 0,0-1-1,-1 1 1,1-1 0,-1 0-1,1 0 1,-1-1 0,0 1-1,4-7 1,8-10 29,22-42 1,-31 51-29,9-21 24,-13 25-24,1 0 1,0 1-1,1-1 1,0 1-1,0 0 0,5-7 1,-8 13-3,-1 0 0,0-1 0,1 1 0,-1 0 0,0 0-1,1 0 1,-1 0 0,1 0 0,-1 0 0,0 0 0,1 0 0,-1 0 0,1 0 0,-1 0 0,0 0 0,1 1 0,-1-1 0,1 0 0,-1 0 0,0 0 0,1 0 0,-1 1 0,0-1 0,1 0 0,-1 0-1,0 1 1,1-1 0,-1 0 0,0 1 0,0-1 0,1 0 0,-1 1 0,0-1 0,0 0 0,0 1 0,0-1 0,1 0 0,-1 1 0,0-1 0,0 1 0,0-1 0,0 0 0,0 1 0,0-1-1,0 1 1,0-1 0,0 0 0,0 1 0,0-1 0,0 1 0,0-1 0,5 29-13,-5-26 13,2 38 0,-2-33 0,-1-1 0,2 1 0,-1-1 0,1 1 0,0-1 0,1 1 0,-1-1 0,1 0 0,4 8 0,-6-15-1,0 1 1,0-1 0,1 1 0,-1-1-1,0 1 1,1-1 0,-1 1 0,0-1-1,1 0 1,-1 1 0,1-1 0,-1 0-1,0 1 1,1-1 0,-1 0 0,1 0-1,-1 1 1,1-1 0,-1 0-1,1 0 1,-1 0 0,1 0 0,0 1-1,-1-1 1,1 0 0,-1 0 0,1 0-1,-1 0 1,1 0 0,-1-1 0,1 1-1,-1 0 1,1 0 0,-1 0-1,1 0 1,-1-1 0,1 1 0,-1 0-1,1 0 1,-1-1 0,1 1 0,-1 0-1,1-1 1,-1 1 0,0 0 0,1-1-1,-1 1 1,0-1 0,1 1-1,-1-1 1,0 0 0,18-27-18,-16 25 18,19-41 0,-14 29 0,-1 0 0,2 1 0,0 0 0,0 1 0,1 0 0,12-13 0,-20 25 0,0 1 0,-1-1 0,1 0 0,0 1 0,0-1-1,0 1 1,0-1 0,0 1 0,0 0 0,-1-1 0,1 1 0,0 0 0,0 0 0,0-1 0,0 1 0,0 0 0,0 0 0,0 0 0,0 0 0,0 1 0,0-1 0,0 0 0,0 0 0,0 0 0,0 1 0,0-1 0,0 1 0,0-1 0,0 0-1,-1 1 1,1-1 0,0 1 0,0 0 0,0-1 0,-1 1 0,2 1 0,28 37-96,-14-16-116,-13-21-223,0 1-1,0-1 0,0 0 1,1 1-1,-1-2 1,1 1-1,-1 0 1,1-1-1,-1 1 1,1-1-1,4 1 0,27-1-8398,-13-5 944</inkml:trace>
</inkml:ink>
</file>

<file path=ppt/ink/ink3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51.276"/>
    </inkml:context>
    <inkml:brush xml:id="br0">
      <inkml:brushProperty name="width" value="0.025" units="cm"/>
      <inkml:brushProperty name="height" value="0.025" units="cm"/>
    </inkml:brush>
  </inkml:definitions>
  <inkml:trace contextRef="#ctx0" brushRef="#br0">182 548 13229,'0'0'1532,"-8"0"-128,2 0-1150,-1 0 1,1 1-1,0 0 1,-1 1-1,1-1 1,0 1 0,0 1-1,0-1 1,0 1-1,0 0 1,0 0-1,1 0 1,-1 1-1,1 0 1,0 0 0,0 1-1,1-1 1,-6 7-1,4-6-168,1 1-1,0-1 0,0 1 1,0 0-1,1 0 1,0 1-1,0-1 1,1 1-1,0 0 0,0 0 1,0 0-1,1 0 1,0 0-1,0 1 0,1-1 1,0 1-1,0 8 1,1-15-87,0-1 0,0 1 0,0 0 0,1-1 0,-1 1 0,0-1 0,1 0 0,-1 1 0,0-1 0,1 1 0,-1-1 0,0 1 0,1-1 0,-1 0 0,1 1 0,-1-1 0,1 0 0,-1 1 0,1-1 0,-1 0-1,1 0 1,-1 1 0,1-1 0,-1 0 0,1 0 0,-1 0 0,1 0 0,0 0 0,-1 0 0,1 0 0,-1 0 0,1 0 0,-1 0 0,1 0 0,0 0 0,-1 0 0,1-1 0,-1 1 0,1 0 0,-1 0 0,1-1 0,-1 1 0,1 0 0,0-1 0,24-15-92,-11 0 9,-1-2 0,-1 1-1,-1-2 1,0 1 0,-2-1 0,10-27 0,36-126 75,-38 110 80,-3 0 1,-3-2 0,-3 0-1,1-73 1,-11 128 502,-3 17-431,-3 17-204,3 8 64,1 0-1,1 0 0,2 0 0,1 0 1,2 1-1,6 34 0,-5-58-18,-1 0-1,1 0 1,1 0-1,0-1 1,0 1-1,1-1 0,0-1 1,1 1-1,-1 0 1,2-1-1,13 13 1,-16-16-382,1-1-1,1 0 1,-1 0 0,1-1 0,-1 1 0,1-1 0,0-1 0,10 4-1,-11-4-451,0-1 0,1 0-1,-1 0 1,0-1-1,1 0 1,-1 0 0,1 0-1,-1 0 1,1-1-1,-1 0 1,7-2 0,14-10-6907</inkml:trace>
</inkml:ink>
</file>

<file path=ppt/ink/ink3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51.806"/>
    </inkml:context>
    <inkml:brush xml:id="br0">
      <inkml:brushProperty name="width" value="0.025" units="cm"/>
      <inkml:brushProperty name="height" value="0.025" units="cm"/>
    </inkml:brush>
  </inkml:definitions>
  <inkml:trace contextRef="#ctx0" brushRef="#br0">222 1 12940,'0'0'2579,"-10"2"-567,-6 2-1391,1 1 0,-1 1 0,1 0 0,1 1 0,-1 1 0,2 0 0,-21 15 0,29-19-549,-1 0-1,1 0 1,0 1-1,0-1 1,0 1 0,0 0-1,1 1 1,0-1-1,0 1 1,0 0 0,1 0-1,0 0 1,0 0-1,1 1 1,-1-1-1,1 1 1,1-1 0,-1 1-1,1 0 1,1 0-1,-1-1 1,1 9 0,0-14-72,1 0 0,-1 0 0,1 0 0,-1 0 0,1-1 0,0 1 0,-1 0 1,1 0-1,0 0 0,0 0 0,0-1 0,0 1 0,-1 0 0,1-1 1,0 1-1,0-1 0,0 1 0,0-1 0,0 1 0,1-1 0,-1 0 0,0 1 1,0-1-1,0 0 0,0 0 0,0 0 0,0 0 0,0 0 0,1 0 1,-1 0-1,0 0 0,2-1 0,2 1-6,-1-1 0,1 0 0,0 0 0,-1 0 0,1 0 1,-1-1-1,5-2 0,-3 0-9,0 0 1,0-1 0,0 0-1,0 0 1,-1 0-1,0-1 1,0 0-1,-1 0 1,1 0 0,-1-1-1,0 1 1,-1-1-1,0 0 1,0 0 0,-1 0-1,1 0 1,-1-1-1,-1 1 1,2-16 0,-3 23 409,-1 3-254,0 0-1,0 1 1,0-1 0,1 0 0,0 0 0,-1 1 0,1-1 0,0 0 0,1 6 0,0-7-140,1 1 1,-1-1-1,0 1 1,1-1-1,0 1 1,0-1-1,-1 0 0,1 0 1,1 0-1,-1 0 1,0 0-1,0-1 1,1 1-1,-1-1 1,1 1-1,-1-1 1,1 0-1,-1 0 0,1 0 1,0 0-1,0 0 1,0-1-1,-1 0 1,1 1-1,5-1 1,-2 1-3,0-1 1,0 0-1,-1 0 1,1-1-1,0 0 1,0 0-1,-1 0 1,1 0-1,-1-1 1,1 0-1,9-5 1,101-93-112,-115 100 111,0-1-1,0 1 1,0 0 0,1-1 0,-1 1 0,0 0-1,0 0 1,0 0 0,0 0 0,1 0 0,-1 0-1,0 0 1,0 0 0,0 0 0,0 1 0,0-1 0,0 0-1,1 1 1,-1-1 0,0 1 0,0-1 0,0 1-1,0 0 1,-1-1 0,1 1 0,0 0 0,0 0-1,0 0 1,0-1 0,-1 1 0,2 2 0,19 11-68,23-9-2554,2-8-4427,-17-5-157</inkml:trace>
</inkml:ink>
</file>

<file path=ppt/ink/ink3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52.355"/>
    </inkml:context>
    <inkml:brush xml:id="br0">
      <inkml:brushProperty name="width" value="0.025" units="cm"/>
      <inkml:brushProperty name="height" value="0.025" units="cm"/>
    </inkml:brush>
  </inkml:definitions>
  <inkml:trace contextRef="#ctx0" brushRef="#br0">154 643 15054,'-9'5'2328,"-12"8"-1391,1 1 0,-21 18 0,35-28-813,1 1 0,0 0-1,0 0 1,0 0-1,1 1 1,-1-1 0,1 1-1,0 0 1,1 0 0,0 1-1,0-1 1,0 1-1,1 0 1,-2 8 0,4-15-123,-1 1 0,1-1 0,0 1 0,0-1 0,0 1 0,0-1 0,0 1 0,0-1 0,0 1 0,0 0 0,0-1 0,0 1 0,0-1 0,0 1 0,1-1 0,-1 1 0,0-1 0,0 1 0,0-1 0,1 1 0,-1-1 0,0 0 0,1 1 0,-1-1 0,0 1 0,1-1 0,-1 0 0,0 1 0,1-1 0,-1 0 0,1 1 0,-1-1 0,1 0 0,-1 0 0,1 1 0,-1-1 0,1 0 0,-1 0 0,1 0 0,-1 0 0,1 0 0,-1 0 0,1 1 0,-1-1 0,1-1 0,-1 1 0,1 0 0,-1 0 0,1 0 1,0 0-1,-1 0 0,1 0 0,-1 0 0,1-1 0,0 1 0,2-1-5,-1-1-1,1 1 1,0 0 0,0-1 0,-1 1 0,1-1 0,-1 0 0,1 0 0,1-2 0,15-20-51,-2 0 1,-1-1 0,-1 0 0,-1-2 0,-1 0 0,15-45 0,-5-1-53,17-104 0,-28 102 221,-4-2 0,-2-95 0,-21 224 526,8 4-398,2 0-1,3 0 1,8 95-1,-4-135-219,0 0 0,1 0 0,1 0 0,1 0 0,0-1 0,10 19 0,-13-30-24,-1 0 1,1 0-1,0-1 0,1 1 0,-1-1 0,1 1 1,-1-1-1,1 0 0,0 0 0,1 0 0,-1 0 1,0-1-1,1 1 0,-1-1 0,1 0 0,0 0 1,0 0-1,-1 0 0,1-1 0,1 0 0,-1 0 1,0 0-1,0 0 0,0 0 0,0-1 0,1 0 1,-1 0-1,6-1 0,-6 0-72,0 0 1,-1 0-1,1-1 1,-1 1-1,0-1 0,1 0 1,-1 0-1,0 0 1,0-1-1,0 1 0,0-1 1,-1 1-1,1-1 1,-1 0-1,1 0 0,-1 0 1,2-5-1,0 3 57,-1-1 0,-1 0 0,1 1 0,-1-1 0,0 0 0,0 0 0,-1 0 0,0 0 0,1-12 0,-14 31 1362,11-8-1228,0 0 0,0 0-1,0 1 1,1-1 0,-1 0-1,1 1 1,0-1-1,1 0 1,-1 1 0,1-1-1,0 0 1,1 0 0,-1 0-1,1 0 1,0 0-1,0 0 1,1 0 0,5 8-1,-6-10-197,0 0-1,1-1 1,0 1-1,-1 0 1,1-1-1,0 0 1,0 0-1,1 1 1,-1-2-1,0 1 1,7 2-1,-6-3-399,0 1 0,1-2 0,-1 1-1,0 0 1,0-1 0,1 0-1,-1 0 1,0 0 0,1-1-1,-1 1 1,8-3 0,2-4-6181</inkml:trace>
</inkml:ink>
</file>

<file path=ppt/ink/ink3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52.512"/>
    </inkml:context>
    <inkml:brush xml:id="br0">
      <inkml:brushProperty name="width" value="0.025" units="cm"/>
      <inkml:brushProperty name="height" value="0.025" units="cm"/>
    </inkml:brush>
  </inkml:definitions>
  <inkml:trace contextRef="#ctx0" brushRef="#br0">1 16 20083,'0'0'64,"56"-15"-17168</inkml:trace>
</inkml:ink>
</file>

<file path=ppt/ink/ink3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53.041"/>
    </inkml:context>
    <inkml:brush xml:id="br0">
      <inkml:brushProperty name="width" value="0.025" units="cm"/>
      <inkml:brushProperty name="height" value="0.025" units="cm"/>
    </inkml:brush>
  </inkml:definitions>
  <inkml:trace contextRef="#ctx0" brushRef="#br0">11 85 15086,'0'0'2173,"9"-1"-1340,1-1-624,-5 0 70,1 1 0,-1 0 0,1 1 0,-1-1 0,1 1 0,9 1 0,-13-1-252,-1 0 0,1 1 1,-1-1-1,0 1 1,1-1-1,-1 1 0,1 0 1,-1 0-1,0 0 0,0-1 1,1 1-1,-1 0 0,0 1 1,0-1-1,0 0 1,0 0-1,0 0 0,0 1 1,-1-1-1,1 0 0,0 1 1,-1-1-1,1 1 0,0-1 1,-1 1-1,0-1 1,1 1-1,-1-1 0,0 1 1,0-1-1,0 4 0,0 9-22,-1 1 0,0 0 0,-1-1 0,-1 1 0,0-1 0,-9 25 0,9-28 3,1-7-9,1 0 1,0 0-1,0 1 1,1-1-1,-1 0 1,1 1-1,0-1 0,0 0 1,1 1-1,-1-1 1,1 1-1,0-1 0,0 0 1,0 0-1,4 8 1,1-2-4,0 0 1,0-1 0,1 0 0,12 13-1,21 28-2,-30-34 60,-2 1 0,0 0-1,-1 0 1,0 0 0,-2 1 0,0 0-1,-1 0 1,-1 0 0,0 1 0,-1-1-1,-2 1 1,0 0 0,-3 22 0,2-35 56,0 0 0,-1 0 0,1 0-1,-1 0 1,-1 0 0,1-1 0,-1 1 0,0-1 0,-1 0 0,1 0 0,-1 0 0,0 0 0,0 0 0,-1-1 0,1 0 0,-1 0 0,0 0 0,0 0 0,-10 4 0,12-6-71,-1 0 1,1-1 0,-1 1-1,0-1 1,1 0-1,-1 0 1,0-1 0,0 1-1,1-1 1,-1 0 0,0 0-1,0 0 1,0 0 0,0 0-1,1-1 1,-1 0 0,0 0-1,1 0 1,-1 0 0,0-1-1,1 1 1,-1-1 0,1 0-1,0 0 1,0 0-1,0 0 1,0-1 0,0 0-1,0 1 1,1-1 0,-1 0-1,-3-6 1,0 0-38,1 0 0,1-1 0,0 0 0,0 1-1,1-1 1,1 0 0,-1-1 0,1 1 0,1 0 0,0-1 0,1 1 0,0-1-1,1-11 1,2-7-170,1-1 0,1 1 0,14-41 0,-3 19-260,2 1 0,2 0 1,2 1-1,3 1 0,1 2 0,50-65 0,-70 103 444,0 1-1,1 0 1,0 0 0,1 1-1,-1 0 1,1 0-1,0 1 1,13-6-1,-18 9-8,0 1-1,0 0 0,0 0 1,-1 0-1,1 1 0,0-1 1,0 1-1,0-1 0,0 1 1,0 0-1,0 0 0,0 0 1,0 1-1,0-1 0,0 1 1,0-1-1,0 1 0,0 0 1,0 0-1,0 1 0,-1-1 1,1 1-1,-1-1 0,1 1 1,-1 0-1,1-1 0,-1 1 1,0 1-1,0-1 0,3 4 1,4 7 29,0 1-1,-1 0 1,0 1 0,-1 0 0,-1 0 0,-1 0 0,0 1 0,5 28 0,-3 28-7038,-7-63-920</inkml:trace>
</inkml:ink>
</file>

<file path=ppt/ink/ink3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53.197"/>
    </inkml:context>
    <inkml:brush xml:id="br0">
      <inkml:brushProperty name="width" value="0.025" units="cm"/>
      <inkml:brushProperty name="height" value="0.025" units="cm"/>
    </inkml:brush>
  </inkml:definitions>
  <inkml:trace contextRef="#ctx0" brushRef="#br0">1 1 17136,'0'0'96</inkml:trace>
</inkml:ink>
</file>

<file path=ppt/ink/ink3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53.667"/>
    </inkml:context>
    <inkml:brush xml:id="br0">
      <inkml:brushProperty name="width" value="0.025" units="cm"/>
      <inkml:brushProperty name="height" value="0.025" units="cm"/>
    </inkml:brush>
  </inkml:definitions>
  <inkml:trace contextRef="#ctx0" brushRef="#br0">1 25 13421,'0'0'678,"1"9"90,-1-7-745,2 6 167,-1-1 0,1 1 0,0-1 0,1 1 0,5 11 1,-7-17-156,-1-1 1,1 0 0,0 1-1,0-1 1,0 1 0,0-1-1,0 0 1,0 0-1,1 0 1,-1 0 0,0 0-1,1 0 1,-1 0 0,0 0-1,1 0 1,-1 0 0,1-1-1,-1 1 1,1-1 0,0 1-1,-1-1 1,1 0 0,0 1-1,-1-1 1,1 0-1,0 0 1,-1 0 0,1 0-1,-1-1 1,1 1 0,0 0-1,-1-1 1,1 1 0,-1-1-1,1 1 1,0-1 0,-1 0-1,0 0 1,3-1 0,3-3-27,-1-1 0,0 1 0,0-1 0,-1 0 0,1-1 0,-1 1 0,-1-1 0,1 0 0,6-14 0,7-10 835,-16 91 827,-3-58-1667,1-1 0,0 1 0,0-1 0,0 1 0,0-1 0,0 1 0,0 0 0,0-1 0,0 1 0,1-1 0,-1 1 0,0-1 0,1 0 0,0 1 0,-1-1 0,1 1 0,0-1 0,-1 0 0,1 0 0,0 1 0,0-1 0,0 0 0,0 0 1,1 0-1,-1 0 0,0 0 0,0 0 0,0 0 0,1-1 0,-1 1 0,1 0 0,-1-1 0,0 1 0,1-1 0,-1 1 0,1-1 0,-1 0 0,1 1 0,-1-1 0,1 0 0,-1 0 0,1 0 0,0 0 0,-1-1 0,1 1 0,1-1 0,5-1-1,-1 0 0,0-1 0,0 1 0,0-2 0,0 1 0,-1-1 0,13-9 0,-19 13 54,1 0 0,-1 0 0,0-1 0,1 1 1,-1 0-1,0 0 0,1-1 0,-1 1 0,0 0 0,1 0 0,-1 0 0,1 0 0,-1 0 0,0 0 0,1-1 0,-1 1 0,1 0 0,-1 0 0,1 0 0,-1 0 1,0 1-1,1-1 0,-1 0 0,1 0 0,-1 0 0,0 0 0,1 0 0,-1 0 0,1 1 0,-1-1 0,0 0 0,1 0 0,-1 1 0,10 16 1087,1 33 72,-9-38-749,107 521 2806,-107-519-3273,1-2-11,0 1-1,-1 0 0,-1 0 0,0 20 0,-1-33-23,0 1 1,0-1-1,0 0 0,0 1 0,0-1 0,0 1 1,0-1-1,0 1 0,-1-1 0,1 0 0,0 1 1,0-1-1,0 1 0,0-1 0,-1 0 1,1 1-1,0-1 0,0 0 0,0 1 0,-1-1 1,1 0-1,0 1 0,-1-1 0,1 0 1,0 0-1,-1 1 0,1-1 0,0 0 0,-1 0 1,1 0-1,-1 1 0,1-1 0,0 0 0,-1 0 1,1 0-1,-1 0 0,1 0 0,0 0 1,-1 0-1,1 0 0,-1 0 0,1 0 0,0 0 1,-1 0-1,1 0 0,-1 0 0,0-1 1,-17-13-3416,2-18-3069,2-16-6448</inkml:trace>
</inkml:ink>
</file>

<file path=ppt/ink/ink3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7:53.791"/>
    </inkml:context>
    <inkml:brush xml:id="br0">
      <inkml:brushProperty name="width" value="0.025" units="cm"/>
      <inkml:brushProperty name="height" value="0.025" units="cm"/>
    </inkml:brush>
  </inkml:definitions>
  <inkml:trace contextRef="#ctx0" brushRef="#br0">1 0 20339,'0'0'-32</inkml:trace>
</inkml:ink>
</file>

<file path=ppt/ink/ink3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30.095"/>
    </inkml:context>
    <inkml:brush xml:id="br0">
      <inkml:brushProperty name="width" value="0.025" units="cm"/>
      <inkml:brushProperty name="height" value="0.025" units="cm"/>
    </inkml:brush>
  </inkml:definitions>
  <inkml:trace contextRef="#ctx0" brushRef="#br0">1461 254 6502,'3'-16'568,"0"-1"1,-1 0-1,-1 0 1,0 0-1,-1 0 0,-4-26 1,4 39-490,-1 0 1,0 0 0,0 0 0,0 0 0,0 1 0,-1-1 0,1 0 0,-1 1-1,0-1 1,0 1 0,0 0 0,-1 0 0,1 0 0,-1 0 0,1 0 0,-1 0 0,0 0-1,0 1 1,-1 0 0,1-1 0,0 1 0,-1 1 0,1-1 0,-1 0 0,0 1-1,0 0 1,1-1 0,-1 2 0,0-1 0,0 0 0,0 1 0,0 0 0,-4 0-1,-15 1-73,0 1 0,1 1 0,-1 2-1,1 0 1,0 1 0,-26 11-1,-123 64 57,145-65-58,0 2-1,1 0 1,1 1 0,0 2 0,2 0 0,0 1-1,-34 48 1,7 1 173,-62 122 0,61-90 103,4 3-1,-35 122 0,-45 231 151,33-111-144,-116 504 210,198-787-464,2-1 0,4 1 0,2 0 0,8 86 0,-3-133 41,1 0-1,1 0 0,1 0 1,1-1-1,0 0 0,1 0 1,1 0-1,0-1 0,1 0 1,1 0-1,1-1 0,0-1 1,20 21-1,-20-24 29,1 0 0,0-1 0,1 0 0,0-1-1,0 0 1,1-1 0,0-1 0,0 0 0,1-1 0,0-1 0,0 0-1,1-1 1,-1 0 0,1-1 0,27 1 0,-21-4 101,0-1 1,-1-1-1,1-1 0,0-1 1,-1-1-1,1 0 0,-1-2 1,-1-1-1,0 0 1,32-19-1,82-48 44,160-121-1,-276 181-214,-1 0 0,-1-1 0,-1-1-1,0 0 1,-1-1 0,-1-1 0,14-26 0,64-151 270,-63 130-208,-3 11-42,-3-1 0,-2-1 1,-3 0-1,-2-2 1,-3 0-1,-3 0 0,4-96 1,-14 46-6,5 0 0,5 1-1,5 0 1,31-123 0,-32 170-35,-2 0 0,-3-1-1,-3 0 1,-2-1 0,-7-79-1,-8-223-10,11 307-1377,7-61 0,0-10-593,-4 105 1044,-2-1 1,-1 0-1,-1 1 1,-1 0-1,-1-1 1,-1 1-1,-16-43 1,-31-73-3560,53 143 3570,-1-3 871,0 1 1,0-1-1,0 0 0,0 1 0,0-1 0,1 0 0,-1 1 1,0-1-1,0 0 0,0 1 0,0-1 0,0 0 0,1 1 1,-1-1-1,0 0 0,0 0 0,1 1 0,-1-1 0,0 0 1,0 0-1,1 1 0,-1-1 0,0 0 0,1 0 0,-1 0 1,0 0-1,0 0 0,1 1 0,-1-1 0,0 0 0,1 0 0,-1 0 1,0 0-1,1 0 0,-1 0 0,1 0 0,-1 0 0,0 0 1,1 0-1,-1 0 0,0 0 0,1 0 0,-1-1 0,0 1 1,1 0-1,-1 0 0,0 0 0,0 0 0,1-1 0,16-6-191</inkml:trace>
</inkml:ink>
</file>

<file path=ppt/ink/ink3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43.250"/>
    </inkml:context>
    <inkml:brush xml:id="br0">
      <inkml:brushProperty name="width" value="0.025" units="cm"/>
      <inkml:brushProperty name="height" value="0.025" units="cm"/>
    </inkml:brush>
  </inkml:definitions>
  <inkml:trace contextRef="#ctx0" brushRef="#br0">2164 136 3235,'0'0'4564,"0"-7"-3635,-1 3-678,1 0-1,-1 0 0,0 0 1,0 0-1,-1 0 0,1 0 0,-1 0 1,0 1-1,1-1 0,-2 1 1,1-1-1,0 1 0,-1 0 1,1 0-1,-1 0 0,0 0 1,0 0-1,0 1 0,-1 0 0,1-1 1,-1 1-1,1 0 0,-1 0 1,1 1-1,-1-1 0,-5 0 1,-52-13-154,0 4 1,-1 2-1,-71-2 0,19 10-936,0 5 0,0 5 0,0 4 0,2 6 0,-206 61 0,259-60 698,2 2-1,0 3 1,-82 49-1,-144 120 441,269-183-144,0 0 0,1 2 0,0 0-1,1 0 1,0 1 0,1 1 0,1 0 0,-13 25-1,10-13 360,2 1 0,1 0-1,2 1 1,-8 41-1,-87 346 1318,100-405-1801,0 0 0,1 0 0,0 0 0,1 1 0,0-1 0,1 0 0,0 1 0,1-1 0,0 1-1,1-1 1,0 0 0,0 0 0,2 0 0,6 16 0,-6-18-6,1-1 0,1 1-1,0-1 1,0 0 0,0-1 0,1 1 0,0-1 0,0 0 0,1-1 0,0 0-1,0 0 1,1-1 0,-1 0 0,1 0 0,0-1 0,17 5 0,16 3 16,-1-1 0,2-3 0,-1-1 0,46 0 0,174-7 75,-140-11 402,-1-4 1,207-56 0,328-144 112,-637 208-602,-1-1 0,0-1 0,0 0 0,-1-2 1,-1 0-1,1 0 0,-2-2 0,0 0 0,0 0 0,-1-1 0,-1-1 0,0-1 0,-1 0 1,10-18-1,-10 16 27,-2 0-1,1-1 1,-2 0 0,-1 0 0,0-1 0,-2 0 0,0 0-1,-1-1 1,-1 0 0,1-21 0,15-110 155,-12 102-187,4-90 0,-11 116-396,-2 0 0,-1 0 0,-1 0 0,-1 0 0,-9-31 0,11 48 259,0 1-1,-1-1 1,1 1 0,-1 0 0,-1 0-1,1 0 1,-1 0 0,0 1 0,0-1-1,-1 1 1,0 0 0,1 0-1,-2 1 1,1-1 0,0 1 0,-1 1-1,0-1 1,0 1 0,0 0 0,0 0-1,-1 0 1,1 1 0,-11-2-1,-1 1-237,0 2-1,-32 0 0,-14 0-526,63 1 756,-1 0-1,1 0 1,-1-1 0,1 1 0,0 0 0,-1-1 0,1 1 0,0-1 0,-1 1-1,1-1 1,0 1 0,-1-1 0,1 0 0,0 0 0,-2-1 0,-9-27-7954</inkml:trace>
</inkml:ink>
</file>

<file path=ppt/ink/ink3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48.063"/>
    </inkml:context>
    <inkml:brush xml:id="br0">
      <inkml:brushProperty name="width" value="0.025" units="cm"/>
      <inkml:brushProperty name="height" value="0.025" units="cm"/>
    </inkml:brush>
  </inkml:definitions>
  <inkml:trace contextRef="#ctx0" brushRef="#br0">2541 190 3459,'0'0'6075,"0"-8"-5525,0 1-368,-1 0 0,0 0 0,0 0 0,-1 1 0,0-1 0,0 1 0,0-1 0,-1 1 0,0-1 0,0 1 0,-1 0 0,0 1 0,0-1 0,0 1 0,0-1 0,-1 1 0,0 1 0,0-1 0,-1 1 0,-5-5 0,-5 2-152,0 1 0,0 0 0,0 1 0,-1 1 0,-29-4 0,-91-3 42,106 10-46,-158-5 74,0 9-1,-285 42 1,376-32-72,-180 34 198,246-38-203,1 0-1,0 2 1,0 1-1,1 2 0,1 1 1,-43 29-1,-188 161 346,209-158-234,3 1-1,-77 101 1,98-112-54,-77 117 91,94-135-153,0 0 1,1 1-1,1 0 0,1 1 0,1 0 1,-6 33-1,5 15 46,2 0 0,8 120 0,-3-181-60,2 1-1,-1-1 1,2 0 0,-1 0 0,1 1-1,0-2 1,0 1 0,1 0-1,0-1 1,1 1 0,-1-1 0,1-1-1,1 1 1,-1 0 0,1-1-1,0 0 1,1-1 0,-1 0 0,1 0-1,0 0 1,1 0 0,-1-1-1,1-1 1,12 5 0,15 5 12,1-2-1,0-2 1,1-1-1,44 4 1,22 0 91,0-4-1,0-4 1,1-5 0,-1-4 0,200-38-1,-212 24 92,312-79 406,-350 81-525,-1-2 0,0-2 0,-2-3 0,0-2 0,61-43 0,-73 39 20,0-2-1,-2-1 1,-2-3-1,52-66 1,-39 36 14,-3-2 1,38-79-1,-70 124-72,-1-1 0,-2 0 0,0-1-1,-1 0 1,-2-1 0,0 0 0,-2 0 0,-1 0 0,0-45-1,-5 52-68,0-1-1,-1 1 0,0 0 0,-2-1 0,0 2 1,-2-1-1,0 1 0,0 0 0,-2 0 1,0 1-1,-1 0 0,-1 1 0,-21-24 0,19 26-384,0 1 0,-1 0 0,-1 1 0,-29-19 0,23 14-3260,4-7-3246</inkml:trace>
</inkml:ink>
</file>

<file path=ppt/ink/ink3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03.200"/>
    </inkml:context>
    <inkml:brush xml:id="br0">
      <inkml:brushProperty name="width" value="0.025" units="cm"/>
      <inkml:brushProperty name="height" value="0.025" units="cm"/>
    </inkml:brush>
  </inkml:definitions>
  <inkml:trace contextRef="#ctx0" brushRef="#br0">222 55 2114,'4'-49'4236,"-4"49"-4199,0 0-1,0 0 0,0 0 0,0 0 0,0 0 1,-1 0-1,1 0 0,0 0 0,0 0 0,0 0 1,0 0-1,0 0 0,-1 0 0,1 0 0,0 0 1,0 0-1,0 0 0,0 0 0,0 0 0,0 0 1,-1 0-1,1 0 0,0 0 0,0 0 0,0 0 1,0-1-1,0 1 0,0 0 0,0 0 0,-1 0 1,1 0-1,0 0 0,0 0 0,0 0 0,0 0 1,0-1-1,0 1 0,0 0 0,0 0 0,0 0 1,0 0-1,0 0 0,0 0 0,0-1 0,0 1 1,0 0-1,0 0 0,0 0 0,0 0 0,0 0 1,0-1-1,0 1 0,0 0 0,0 0 0,0 0 1,0 0-1,0 0 0,0 0 0,0-1 0,0 1 1,0 0-1,0 0 0,1 0 0,-1 0 0,0 0 1,0 0-1,0 0 0,0 0 0,0-1 0,-9 28 444,-65 297 3425,-40 446-2082,112-746-1921,-4 23-782,-4-20-2958,2-17-2402</inkml:trace>
</inkml:ink>
</file>

<file path=ppt/ink/ink3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25.163"/>
    </inkml:context>
    <inkml:brush xml:id="br0">
      <inkml:brushProperty name="width" value="0.025" units="cm"/>
      <inkml:brushProperty name="height" value="0.025" units="cm"/>
    </inkml:brush>
  </inkml:definitions>
  <inkml:trace contextRef="#ctx0" brushRef="#br0">9607 689 1922,'0'0'2450,"2"-9"-1868,19-45-467,12-40 465,-31 87-493,-1 0 0,1 0 1,-1 0-1,-1 0 0,1-1 1,-1 1-1,0 0 0,-1-1 0,0 1 1,-2-12-1,0 14-27,1 0 0,-1 0 0,0 0 0,-1 0 0,1 1 1,-1-1-1,0 1 0,0 0 0,0 0 0,-1 0 0,1 1 0,-9-5 0,-64-33 294,75 40-347,-114-48 352,-3 4 0,-2 6 0,-236-44 0,-386-5-188,-695 55-75,108 166-38,21 144-25,-233 213-1,677-94-18,644-272-21,-357 267 0,496-326 18,3 3 1,3 4-1,3 3 0,3 2 1,-93 137-1,129-161 18,2 1 0,3 2-1,2 1 1,2 1 0,3 1 0,3 1-1,2 1 1,3 0 0,3 1 0,-6 95-1,16-93-32,3 0-1,3 0 0,2 0 0,3-1 0,3 0 0,3-1 0,2-1 0,3 0 0,3-1 0,2-2 1,37 61-1,-23-56 9,3-1 0,3-3 1,2-1-1,3-3 0,2-2 1,2-2-1,120 84 0,-60-61 20,2-5-1,3-5 0,192 73 1,-100-61 402,354 76 0,236-26 889,-316-86-341,970-47 1,-199-136-261,-16-97-579,-945 168-166,-3-13 1,367-159 0,-455 151 34,-4-9 0,-4-8 0,327-245 0,-456 300 1,-3-2 1,-2-3 0,-3-3-1,75-100 1,-98 110 0,-2-2 0,-2-1 0,-3-2-1,-3-1 1,-2-1 0,27-100 0,-31 66-7,-3 0 0,6-127 0,-17-195-60,-10 323 55,-3 1-1,-5 0 1,-3 0-1,-5 1 1,-52-154 0,50 190-227,-2 0 0,-3 2 0,-2 1 0,-2 1 0,-3 2 1,-1 1-1,-3 2 0,-2 1 0,-1 2 0,-53-43 0,-59-24-1747,-17 8-1063</inkml:trace>
</inkml:ink>
</file>

<file path=ppt/ink/ink3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1.958"/>
    </inkml:context>
    <inkml:brush xml:id="br0">
      <inkml:brushProperty name="width" value="0.025" units="cm"/>
      <inkml:brushProperty name="height" value="0.025" units="cm"/>
    </inkml:brush>
  </inkml:definitions>
  <inkml:trace contextRef="#ctx0" brushRef="#br0">506 196 3203,'1'0'394,"-1"1"0,1-1 0,-1 1 0,0-1 0,0 1 0,1-1 0,-1 1 0,0 0 0,0-1 0,1 1 0,-1-1 0,0 1 0,0 0 0,0-1 0,0 1 0,0-1 0,0 1 0,0 0 0,0-1 0,0 1 0,-1-1 0,1 1 0,0 0 0,0-1 1,0 1-1,-1-1 0,1 2 0,-1-2-350,1 0 0,0 0 0,0 0 0,0 1 0,0-1 1,0 0-1,-1 0 0,1 0 0,0 0 0,0 0 1,0 1-1,-1-1 0,1 0 0,0 0 0,0 0 1,0 0-1,-1 0 0,1 0 0,0 0 0,0 0 0,-1 0 1,1 0-1,0 0 0,0 0 0,-1 0 0,1 0 1,0 0-1,0 0 0,-1 0 0,1 0 0,0 0 0,0 0 1,0 0-1,-1 0 0,1-1 0,0 1 0,0 0 1,0 0-1,-1 0 0,1 0 0,0 0 0,0-1 0,0 1 1,0 0-1,-1 0 0,1 0 0,0-1 0,0 1 1,0 0-1,0 0 0,0 0 0,0-1 0,0 1 0,0 0 1,0 0-1,0-1 0,0 1 0,0 0 0,0 0 1,0 0-1,0-1 0,0 1 0,0 0 0,0 0 0,0-1 1,0 1-1,0 0 0,0 0 0,0-1 0,-3-13-25,-1 0 1,0 0-1,-1 0 0,0 1 0,-1 0 0,-1 0 0,0 0 0,-14-18 0,16 25-4,0 0 1,-1 1-1,1 0 0,-1 0 1,0 0-1,0 0 1,-1 1-1,1 0 0,-1 1 1,0-1-1,0 1 0,0 1 1,-1-1-1,1 1 1,0 0-1,-1 1 0,-14-1 1,7 2 12,0 1 0,0 1 0,1 0 0,-1 1 0,0 1 0,1 0 0,0 1 0,0 0 0,0 2 0,1-1 0,0 2 0,0-1 0,-15 13 0,21-15-17,-1 1-1,2-1 0,-1 1 1,1 1-1,0-1 0,0 1 1,0 0-1,1 0 0,0 1 1,1-1-1,0 1 0,0 0 1,0 0-1,1 1 0,1-1 1,-1 1-1,1 0 0,1-1 1,-1 1-1,2 0 0,-1 0 1,1 0-1,2 15 0,-1-20-8,0 0-1,1 0 0,0 0 1,-1 0-1,2 0 0,-1 0 1,0-1-1,1 1 0,-1-1 1,1 0-1,0 0 0,0 0 1,0 0-1,1 0 0,-1-1 1,6 4-1,8 4 11,1-1 1,25 10-1,-13-7-2,-8-2 5,0 1 1,-1 1-1,0 1 1,-1 1 0,36 31-1,-47-36-13,-1 1 0,1-1-1,-2 1 1,1 1 0,-2-1-1,1 1 1,-1 0 0,-1 1 0,0 0-1,-1-1 1,0 1 0,-1 1 0,3 16-1,-5-20 16,1 1 0,-2 0 0,1 0 0,-1-1 0,-1 1 0,0 0 0,0 0-1,-1-1 1,0 1 0,-1-1 0,0 1 0,-5 9 0,4-12 67,0-1 0,0 1-1,-1-1 1,0 0 0,0-1 0,-1 1 0,1-1-1,-1 0 1,0-1 0,-1 1 0,1-1 0,-1 0-1,0-1 1,0 1 0,0-2 0,-8 4-1,2-2-34,1-1-1,-1 0 1,0 0-1,0-1 0,0-1 1,0 0-1,0-1 0,0 0 1,-1-1-1,-13-2 0,22 1-136,-1 1 0,1-1 0,-1 1-1,1-1 1,0-1 0,0 1 0,0-1 0,0 0-1,0 0 1,0-1 0,1 1 0,0-1 0,0 0-1,0 0 1,0 0 0,0-1 0,1 0-1,0 1 1,0-1 0,0 0 0,0 0 0,1-1-1,0 1 1,0 0 0,-1-8 0,-5-39-3142,5-7-2354</inkml:trace>
</inkml:ink>
</file>

<file path=ppt/ink/ink3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2.242"/>
    </inkml:context>
    <inkml:brush xml:id="br0">
      <inkml:brushProperty name="width" value="0.025" units="cm"/>
      <inkml:brushProperty name="height" value="0.025" units="cm"/>
    </inkml:brush>
  </inkml:definitions>
  <inkml:trace contextRef="#ctx0" brushRef="#br0">24 0 12812,'0'0'3070,"-3"12"-2120,-4 23-170,1 1 0,2-1 0,2 1 0,1 1 0,6 61 0,37 193-228,-42-287-552,40 179-429,-21-105-3386,-18-74 3116,1 5-392,-2-1-4086</inkml:trace>
</inkml:ink>
</file>

<file path=ppt/ink/ink3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2.411"/>
    </inkml:context>
    <inkml:brush xml:id="br0">
      <inkml:brushProperty name="width" value="0.025" units="cm"/>
      <inkml:brushProperty name="height" value="0.025" units="cm"/>
    </inkml:brush>
  </inkml:definitions>
  <inkml:trace contextRef="#ctx0" brushRef="#br0">1 293 14029,'0'0'289,"35"-47"-129,0 20-96,9-4 0,10-4 160,4 0-128,5 3-64,-1 0-64,-3 3-2883,-4 4-3170</inkml:trace>
</inkml:ink>
</file>

<file path=ppt/ink/ink3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2.771"/>
    </inkml:context>
    <inkml:brush xml:id="br0">
      <inkml:brushProperty name="width" value="0.025" units="cm"/>
      <inkml:brushProperty name="height" value="0.025" units="cm"/>
    </inkml:brush>
  </inkml:definitions>
  <inkml:trace contextRef="#ctx0" brushRef="#br0">231 0 9769,'-9'4'2723,"-8"2"-1897,0 1 1,1 1-1,-1 0 0,2 1 1,-1 1-1,1 1 0,-18 16 1,26-20-684,0 0 0,0 1 1,1-1-1,0 2 0,0-1 1,1 0-1,0 1 0,1 0 1,0 0-1,0 0 0,1 1 1,0-1-1,1 1 1,0 0-1,-1 19 0,2-20-138,1-1 1,0 0-1,1 0 0,-1 0 0,2 1 1,-1-1-1,1 0 0,4 9 0,-5-14-29,0-1 0,0 0-1,0 0 1,1 0 0,-1 0-1,0-1 1,1 1 0,0 0-1,-1 0 1,1-1 0,0 1 0,0-1-1,0 0 1,0 0 0,0 1-1,0-1 1,0 0 0,0-1-1,1 1 1,-1 0 0,0-1-1,1 1 1,-1-1 0,0 0 0,1 0-1,-1 1 1,0-2 0,1 1-1,-1 0 1,0 0 0,1-1-1,-1 1 1,4-2 0,0-1-123,-1 0 1,1 0 0,0 0-1,-1 0 1,0-1-1,0 0 1,0 0 0,0-1-1,0 1 1,-1-1-1,0 0 1,0 0 0,0-1-1,-1 1 1,5-11-1,6-10-515,19-56-1,-27 67 722,0 0 0,-2-1 0,0 1-1,0-1 1,-1 0 0,-2-1-1,1 1 1,-2-19 0,0 35-30,0-1 1,0 1-1,0 0 0,-1 0 1,1 0-1,0 0 1,0 0-1,0 0 0,0 0 1,0 0-1,-1 0 1,1 0-1,0 0 0,0 0 1,0 0-1,0 0 0,0 0 1,-1 0-1,1 0 1,0 0-1,0 0 0,0 0 1,0 0-1,-1 0 1,1 0-1,0 0 0,0 0 1,0 0-1,0 0 1,0 0-1,-1 0 0,1 0 1,0 0-1,0 0 1,0 1-1,0-1 0,0 0 1,0 0-1,0 0 0,-1 0 1,1 0-1,0 0 1,0 1-1,0-1 0,0 0 1,0 0-1,0 0 1,0 0-1,0 0 0,0 1 1,0-1-1,0 0 1,0 0-1,0 0 0,0 0 1,0 1-1,0-1 0,0 0 1,0 0-1,0 0 1,0 0-1,0 0 0,0 1 1,-5 12 0,4-2 93,0 1-1,1 0 1,1-1-1,0 1 1,1-1-1,0 1 1,0-1-1,1 1 1,1-1-1,0 0 1,9 16-1,-10-21-216,1 1 0,0-1 0,0 0 0,1 0 0,0 0 0,0 0 0,0-1 0,10 7 0,-11-9-227,-1-1 0,1 1 0,0-1 0,0-1 0,0 1 0,0 0 0,1-1 1,-1 0-1,0 0 0,1 0 0,-1 0 0,0-1 0,1 0 0,-1 0 0,6-1 0,10-3-5300</inkml:trace>
</inkml:ink>
</file>

<file path=ppt/ink/ink3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3.176"/>
    </inkml:context>
    <inkml:brush xml:id="br0">
      <inkml:brushProperty name="width" value="0.025" units="cm"/>
      <inkml:brushProperty name="height" value="0.025" units="cm"/>
    </inkml:brush>
  </inkml:definitions>
  <inkml:trace contextRef="#ctx0" brushRef="#br0">22 1 16496,'0'0'1227,"-4"10"-986,0 2-107,1 0 0,0 1 0,0-1-1,1 1 1,1-1 0,0 1 0,1 0 0,0 0 0,1-1 0,4 21 0,16 58 185,-3-25-161,15 121 0,-34-199-133,1 0 0,1-1 0,0 1-1,1 0 1,1 0 0,4-16 0,-6 25-20,0 0-1,0 1 1,1-1 0,-1 0 0,1 1-1,0-1 1,-1 1 0,1 0 0,0-1 0,1 1-1,-1 0 1,0 0 0,0 0 0,1 1-1,-1-1 1,1 1 0,0-1 0,-1 1-1,1 0 1,0 0 0,0 0 0,0 0 0,0 0-1,0 1 1,0-1 0,0 1 0,0 0-1,0 0 1,0 0 0,0 0 0,0 1 0,3 0-1,-1 1-2,0 0-1,0 0 1,0 0 0,-1 0-1,1 1 1,-1 0-1,0 0 1,0 0-1,0 1 1,0-1 0,0 1-1,-1 0 1,1 0-1,-1 0 1,0 1-1,3 6 1,3 4-212,-1 0 1,0 1-1,8 26 1,-12-29-2973,-2-4-2818</inkml:trace>
</inkml:ink>
</file>

<file path=ppt/ink/ink3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3.330"/>
    </inkml:context>
    <inkml:brush xml:id="br0">
      <inkml:brushProperty name="width" value="0.025" units="cm"/>
      <inkml:brushProperty name="height" value="0.025" units="cm"/>
    </inkml:brush>
  </inkml:definitions>
  <inkml:trace contextRef="#ctx0" brushRef="#br0">16 54 18962,'0'0'384,"-15"-46"-384,15 40-96,6 5-1890,7 1-192,2 0-2114,1 3-3811</inkml:trace>
</inkml:ink>
</file>

<file path=ppt/ink/ink3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3.609"/>
    </inkml:context>
    <inkml:brush xml:id="br0">
      <inkml:brushProperty name="width" value="0.025" units="cm"/>
      <inkml:brushProperty name="height" value="0.025" units="cm"/>
    </inkml:brush>
  </inkml:definitions>
  <inkml:trace contextRef="#ctx0" brushRef="#br0">1 253 15471,'2'-10'1324,"2"-16"-461,0-5 392,2-1 0,1 1 0,21-59-1,-27 88-1251,-1 1-1,1-1 1,-1 0-1,1 1 0,0-1 1,0 0-1,0 1 1,0-1-1,0 1 0,0-1 1,0 1-1,0 0 1,1 0-1,-1-1 0,0 1 1,1 0-1,-1 0 1,1 0-1,-1 0 0,1 1 1,0-1-1,-1 0 1,1 1-1,0-1 0,0 1 1,-1-1-1,1 1 1,0 0-1,0 0 0,-1 0 1,1 0-1,0 0 1,0 0-1,0 0 0,-1 0 1,1 1-1,0-1 1,0 1-1,-1 0 0,1-1 1,0 1-1,-1 0 1,1 0-1,2 2 0,1 1-14,1 1-1,-1 0 0,0 0 0,0 0 1,-1 0-1,0 1 0,0 0 1,0 0-1,0 0 0,2 8 0,-2-4-243,-1-1-1,-1 1 1,1 0-1,-2 0 1,2 11-1,-5 25-5330,-3-38 1412,-3-6-218</inkml:trace>
</inkml:ink>
</file>

<file path=ppt/ink/ink3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3.968"/>
    </inkml:context>
    <inkml:brush xml:id="br0">
      <inkml:brushProperty name="width" value="0.025" units="cm"/>
      <inkml:brushProperty name="height" value="0.025" units="cm"/>
    </inkml:brush>
  </inkml:definitions>
  <inkml:trace contextRef="#ctx0" brushRef="#br0">0 1 19154,'0'0'128,"0"8"-32,2 29-39,1 0 0,2-1 0,17 66 0,46 111 283,-38-124-256,-30-89-71,0 0 0,0 0 0,0 0 0,0 0 0,0 0 0,0 0 0,0 0 0,0-1 0,0 1 0,0 0 0,0 0 0,1 0 0,-1 0 0,0 0 0,0 0 0,0 0 0,0-1 0,0 1 0,0 0 0,0 0 0,0 0 0,0 0 0,1 0 0,-1 0 0,0 0 0,0 0 0,0 0 0,0 0 0,0 0 0,0 0 0,0 0 0,1 0 0,-1 0 0,0 0 0,0 0 0,0 0 0,0 0 0,0 0 0,0 0 0,1 0 0,-1 0 0,0 0 0,0 0 0,0 0 0,0 0 0,0 0 0,1 0 0,3-28 239,9-39-78,-12 62-109,0-1-1,1 1 1,0 0 0,-1 0 0,2 0-1,-1 1 1,1-1 0,-1 0-1,5-4 1,-6 8-64,1-1-1,-1 1 1,0 0-1,1 0 1,-1 0-1,1 0 1,0 0-1,-1 0 1,1 0-1,0 1 1,-1-1-1,1 0 1,0 1-1,0 0 1,0-1-1,-1 1 1,1 0-1,0 0 1,0 0-1,0 0 1,3 1-1,-1 0-1,0 0-1,-1 1 1,1-1-1,-1 1 0,1 0 1,-1 0-1,0 0 1,1 0-1,4 6 1,4 4 4,-1 0 1,-1 1-1,15 24 1,-25-37-3,13 21-75,4 8-1436,-3-13-6061</inkml:trace>
</inkml:ink>
</file>

<file path=ppt/ink/ink3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4.092"/>
    </inkml:context>
    <inkml:brush xml:id="br0">
      <inkml:brushProperty name="width" value="0.025" units="cm"/>
      <inkml:brushProperty name="height" value="0.025" units="cm"/>
    </inkml:brush>
  </inkml:definitions>
  <inkml:trace contextRef="#ctx0" brushRef="#br0">0 53 13485,'0'0'96,"21"-52"-8008</inkml:trace>
</inkml:ink>
</file>

<file path=ppt/ink/ink3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4.433"/>
    </inkml:context>
    <inkml:brush xml:id="br0">
      <inkml:brushProperty name="width" value="0.025" units="cm"/>
      <inkml:brushProperty name="height" value="0.025" units="cm"/>
    </inkml:brush>
  </inkml:definitions>
  <inkml:trace contextRef="#ctx0" brushRef="#br0">14 1 8968,'0'0'5067,"-1"8"-3946,-3 29-659,-4 53 1782,8-85-2215,0 1-1,0-1 0,0 0 0,1 0 0,0 0 0,0 0 0,1 0 0,-1 0 0,1 0 0,0 0 1,0 0-1,1-1 0,-1 1 0,5 4 0,-6-8-31,0 0 0,0 0 0,0 0 0,0 0 0,1 0 0,-1 0 0,0 0 0,1 0 0,-1-1 0,1 1 0,-1 0 0,1-1 1,-1 1-1,1-1 0,-1 0 0,1 0 0,-1 1 0,1-1 0,0 0 0,-1 0 0,1 0 0,-1-1 0,1 1 0,-1 0 0,1-1 0,-1 1 0,1-1 0,-1 1 0,1-1 0,-1 1 0,1-1 0,-1 0 0,0 0 0,3-2 1,4-3-22,-1-1 0,1 0 0,-1 0 0,9-11 0,-6 6 23,1 0-3,45-45-108,-52 54 140,0 0 1,0 0-1,0 0 1,1 1-1,-1 0 1,1-1-1,-1 2 1,1-1-1,0 0 1,0 1-1,0 0 1,0 0-1,6 0 1,-9 1-18,0 0 0,-1 1 0,1-1 0,0 0 0,0 1 0,-1 0 0,1-1 0,-1 1 0,1 0 0,-1 0 0,1-1 0,-1 1 1,1 1-1,-1-1 0,0 0 0,1 0 0,-1 0 0,0 1 0,0-1 0,0 0 0,0 1 0,0-1 0,0 1 0,-1 0 0,1-1 0,0 1 0,-1-1 0,1 1 1,-1 0-1,0 0 0,1-1 0,-1 1 0,0 0 0,0 2 0,0-1 33,0 1 0,1 0 0,-2 0 0,1 0 0,0 0 0,-1-1-1,0 1 1,0 0 0,0 0 0,0-1 0,-1 1 0,1-1 0,-1 1 0,-4 6 0,-3-1-3,-1 0 0,0 0 0,-1-1 0,0 0 0,-16 9 0,-33 10-4179,17-14-5017</inkml:trace>
</inkml:ink>
</file>

<file path=ppt/ink/ink3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5.815"/>
    </inkml:context>
    <inkml:brush xml:id="br0">
      <inkml:brushProperty name="width" value="0.025" units="cm"/>
      <inkml:brushProperty name="height" value="0.025" units="cm"/>
    </inkml:brush>
  </inkml:definitions>
  <inkml:trace contextRef="#ctx0" brushRef="#br0">115 1 12588,'0'0'-363,"-1"9"1164,-43 391 3301,11-65-3800,27-314-54,-1-26 1296,-3-37-96,2-40-1417,3 0 1,4 0-1,4-1 0,3 1 0,27-128 0,-32 203-29,2-6 5,-1 1-1,1 0 0,6-16 0,-8 27-7,-1 0 1,0 0-1,1-1 0,-1 1 0,0 0 1,1 0-1,0 0 0,-1-1 0,1 1 1,0 0-1,-1 0 0,1 0 0,0 0 1,0 0-1,0 1 0,0-1 0,0 0 1,0 0-1,0 0 0,0 1 0,0-1 0,0 1 1,0-1-1,1 1 0,-1-1 0,0 1 1,0 0-1,1-1 0,-1 1 0,0 0 1,0 0-1,1 0 0,-1 0 0,0 0 1,0 0-1,1 0 0,-1 1 0,0-1 1,0 0-1,1 1 0,-1-1 0,2 1 1,3 4-1,0 0 1,0 0 0,0 1 0,0 0-1,-1 0 1,0 0 0,0 0 0,5 10-1,34 66 55,-29-53-41,30 60 26,-25-45-4,2-1 0,2-1 0,2-1-1,61 74 1,-86-113-36,1 0 0,-1-1 0,1 1-1,0-1 1,0 1 0,0-1-1,0 1 1,0-1 0,0 0 0,0 0-1,0 0 1,0 0 0,0 0 0,3 0-1,-4-1 12,0 0 0,-1 0 0,1 0 0,0 0-1,0-1 1,-1 1 0,1 0 0,0 0 0,-1-1-1,1 1 1,-1-1 0,1 1 0,0 0 0,-1-1-1,1 1 1,-1-1 0,1 1 0,-1-1 0,0 0 0,1 1-1,-1-1 1,1 1 0,-1-1 0,0 0 0,1 1-1,-1-1 1,0 0 0,0 0 0,0 0 0,2-10 133,0 0 0,-1 1 0,-1-1 0,-1-19 1,0 8-89,-2-39 23,-16-90 0,-2-45-96,20 195-88,1-1 0,0 0 0,0 0-1,0 0 1,0 1 0,0-1-1,0 0 1,1 0 0,-1 0-1,0 1 1,1-1 0,0 0 0,-1 1-1,1-1 1,0 0 0,0 1-1,0-1 1,0 1 0,0-1-1,0 1 1,0 0 0,1-1 0,-1 1-1,2-1 1,0 1-382,-1 0-1,0 1 1,1-1 0,-1 1 0,1 0 0,-1 0-1,1 0 1,-1 0 0,1 0 0,-1 1-1,1-1 1,-1 1 0,1-1 0,-1 1 0,0 0-1,1 0 1,3 2 0,17 9-4135</inkml:trace>
</inkml:ink>
</file>

<file path=ppt/ink/ink3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6.412"/>
    </inkml:context>
    <inkml:brush xml:id="br0">
      <inkml:brushProperty name="width" value="0.025" units="cm"/>
      <inkml:brushProperty name="height" value="0.025" units="cm"/>
    </inkml:brush>
  </inkml:definitions>
  <inkml:trace contextRef="#ctx0" brushRef="#br0">78 193 13837,'0'0'438,"-6"9"117,1-1-178,0 0-1,0 1 1,1-1-1,0 1 1,0 0 0,1 0-1,0 0 1,0 0-1,1 0 1,-1 15 0,3-17-325,0-1-1,1 0 1,0 0 0,0 0 0,0 0 0,1 1 0,-1-2 0,2 1 0,-1 0 0,1 0 0,5 9 0,-6-13-48,-1 1 0,1-1 0,0 0 0,0 1 0,0-1 0,1 0 0,-1-1 0,0 1 0,1 0 0,-1-1 0,1 1 0,0-1 0,-1 0 0,1 0 0,0 0 0,0 0 0,0 0 0,0 0 0,0-1 0,0 0 0,0 1 0,-1-1 0,1 0 0,0-1 0,0 1 0,5-1 0,-3-1 0,-1 0 0,0 0 0,0 0 0,0 0 1,0 0-1,0-1 0,0 0 0,0 0 0,-1 0 0,0 0 0,1 0 0,-1-1 0,-1 1 0,1-1 1,0 0-1,-1 0 0,0 0 0,0 0 0,0-1 0,2-4 0,0-2-33,-1 0 0,0 0 0,0 0 0,-1-1 0,0 1 0,-1-23 0,0 31 28,-1 0 0,-1 1 0,1-1 0,0 1 0,-1-1 0,1 0 0,-1 1 0,0-1 0,0 1 0,0-1 0,0 1 0,0 0 0,0-1 1,-1 1-1,1 0 0,-1 0 0,0 0 0,1 0 0,-1 0 0,0 0 0,0 1 0,0-1 0,0 1 0,-1-1 0,1 1 0,0 0 0,-1-1 0,-3 0 1,-5-1-15,0 1 1,-1 0 0,1 1 0,-1 0 0,-17 2-1,19-1 11,0 0 0,0 0-1,0-1 1,0 0-1,-14-4 1,23 5 5,0 0 1,1 0 0,-1 0 0,1-1-1,-1 1 1,0 0 0,1 0-1,-1-1 1,0 1 0,1 0 0,-1-1-1,1 1 1,-1-1 0,1 1-1,-1-1 1,1 1 0,-1-1-1,1 1 1,0-1 0,-1 1 0,1-1-1,0 1 1,-1-1 0,1 0-1,0 1 1,0-1 0,-1 0 0,1 1-1,0-1 1,0 0 0,0 0-1,13-17 97,31-7 161,-29 22-235,-1 0 0,1 2-1,0 0 1,0 0 0,0 1 0,0 1 0,-1 0 0,1 2-1,0-1 1,-1 2 0,1 0 0,-1 0 0,0 2 0,-1-1 0,1 2-1,-1 0 1,0 1 0,-1 0 0,0 0 0,0 2 0,-1-1 0,0 1-1,0 1 1,-1 0 0,-1 1 0,0 0 0,-1 0 0,0 1 0,0 0-1,-2 0 1,10 25 0,-15-21 46,-8-17 75,-15-20-56,16 10-62,1 0-1,0 0 0,1 0 0,0-1 0,0 0 0,1 1 0,1-1 0,0 0 0,0 0 0,1-1 0,1 1 0,-1 0 0,2 0 1,0 0-1,0-1 0,1 1 0,5-17 0,-4 20-107,-1 0 0,2 1 1,-1-1-1,1 1 0,0 0 1,1 0-1,-1 1 0,1-1 0,1 1 1,10-10-1,-10 12-291,-1 0 0,1 0 0,1 0 0,-1 0 0,0 1 0,1 0 0,0 1 0,0-1 0,0 1 0,0 1 0,0-1 0,0 1 0,10 0 0,8 1-3958,-6 1-106</inkml:trace>
</inkml:ink>
</file>

<file path=ppt/ink/ink3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6.911"/>
    </inkml:context>
    <inkml:brush xml:id="br0">
      <inkml:brushProperty name="width" value="0.025" units="cm"/>
      <inkml:brushProperty name="height" value="0.025" units="cm"/>
    </inkml:brush>
  </inkml:definitions>
  <inkml:trace contextRef="#ctx0" brushRef="#br0">16 0 5894,'0'0'6448,"-3"10"-3987,0 1-2124,0 0 0,1 1-1,0-1 1,0 0 0,1 1-1,1-1 1,0 1 0,1-1-1,0 0 1,1 1 0,0-1-1,0 0 1,2 0 0,4 13-1,41 68-239,-49-91-151,-1-7 51,0 0 0,0-1-1,-1 1 1,1 0 0,-1 0-1,-4-7 1,-6-23-6,5-25 148,7 60-138,0 1 0,0 0 0,0-1 0,0 1 1,0 0-1,1-1 0,-1 1 0,0-1 0,0 1 0,0 0 0,0-1 0,0 1 0,0 0 1,1-1-1,-1 1 0,0 0 0,0 0 0,1-1 0,-1 1 0,0 0 0,0-1 0,1 1 1,-1 0-1,0 0 0,1 0 0,-1-1 0,0 1 0,1 0 0,-1 0 0,0 0 0,1 0 1,-1 0-1,0 0 0,1 0 0,-1 0 0,1 0 0,-1 0 0,0 0 0,1 0 1,-1 0-1,0 0 0,1 0 0,-1 0 0,0 0 0,1 0 0,-1 0 0,0 0 0,1 1 1,-1-1-1,0 0 0,1 0 0,-1 0 0,0 1 0,1-1 0,-1 0 0,0 0 0,0 1 1,1-1-1,-1 0 0,0 1 0,21 16 11,-7 2-17,-1-1 0,11 23-1,-13-23-29,1 1-1,22 26 0,-33-53-42,1-1 0,-1 0 0,0 0 0,-1-12 1,-1 14 112,1 1 0,-1-1 1,1 1-1,1-1 0,-1 1 1,1-1-1,0 1 1,5-13-1,-5 17-30,1 0 0,-1 0 1,1 0-1,0 0 0,0 0 0,0 1 0,0-1 1,0 0-1,0 1 0,0-1 0,0 1 0,1 0 1,-1 0-1,1 0 0,-1 0 0,1 0 0,-1 1 1,1-1-1,-1 1 0,1-1 0,0 1 0,-1 0 1,1 0-1,4 1 0,-1-2-23,0 1 0,0 0-1,-1 1 1,1-1 0,0 1 0,0 0 0,0 1 0,-1-1-1,1 1 1,-1 0 0,1 1 0,-1-1 0,0 1-1,0 0 1,0 0 0,0 1 0,8 7 0,18 34-5223,-23-31 751</inkml:trace>
</inkml:ink>
</file>

<file path=ppt/ink/ink3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7.508"/>
    </inkml:context>
    <inkml:brush xml:id="br0">
      <inkml:brushProperty name="width" value="0.025" units="cm"/>
      <inkml:brushProperty name="height" value="0.025" units="cm"/>
    </inkml:brush>
  </inkml:definitions>
  <inkml:trace contextRef="#ctx0" brushRef="#br0">145 532 14894,'0'0'3411,"-10"-7"-2594,-30-20-256,39 27-543,-1-1 0,0 1 0,1 0 1,-1 0-1,0-1 0,1 1 0,-1 0 1,0 0-1,1 1 0,-1-1 0,1 0 1,-1 0-1,0 1 0,1-1 0,-1 1 1,1-1-1,-1 1 0,1 0 0,-1 0 0,1 0 1,0-1-1,-1 1 0,1 1 0,0-1 1,0 0-1,-1 0 0,1 0 0,0 1 1,-1 1-1,-24 41 81,25-43-94,-3 7-10,1 1 0,-1-1 0,2 0 0,-1 1 1,1 0-1,0-1 0,1 1 0,0 0 0,1 0 0,0 16 1,0-25 1,0 1 1,1 0-1,-1 0 1,0-1-1,0 1 1,1 0-1,-1 0 1,0-1-1,1 1 1,-1 0-1,1-1 1,-1 1-1,1-1 1,-1 1-1,1-1 1,-1 1-1,1-1 1,0 1-1,-1-1 1,1 1 0,0-1-1,-1 0 1,1 1-1,0-1 1,0 0-1,-1 1 1,1-1-1,0 0 1,0 0-1,-1 0 1,1 0-1,0 0 1,0 0-1,-1 0 1,1 0-1,0 0 1,1-1-1,0 1-9,0 0-1,1-1 0,-1 0 0,0 1 0,0-1 0,0 0 0,0 0 0,0 0 0,0 0 1,-1 0-1,1-1 0,3-1 0,4-11-17,1-1-1,-2 0 1,0 0-1,-1 0 1,-1-1-1,0 0 1,5-24 0,-4 19 107,-2 17 194,3 14-207,5 21-121,-10-25 100,3 8-31,0-1 1,2 0 0,-1 0-1,16 19 1,-21-29-12,0-1 0,0 1 0,0-1 0,0 0 0,0 0 1,1 1-1,-1-1 0,1-1 0,-1 1 0,1 0 0,0-1 0,-1 1 0,1-1 0,0 0 0,0 0 0,0 0 1,0 0-1,0-1 0,0 1 0,0-1 0,0 1 0,0-1 0,1 0 0,-1-1 0,0 1 0,0 0 1,0-1-1,0 0 0,4-1 0,-3-1-10,0 1 0,-1-1 0,0 0-1,1 0 1,-1-1 0,0 1 0,-1-1 0,1 1 0,-1-1 0,1 0 0,-1 0 0,0 0-1,-1 0 1,1 0 0,-1 0 0,2-8 0,12-77-75,-14 83 72,5-57-310,-2-104 0,-5 139 159,-2 0 1,-1 0-1,-1 0 0,-1 1 0,-1 0 1,-13-30-1,18 53 222,1 0-1,-1 0 1,-1 0 0,1 0-1,0 1 1,-1-1 0,0 1 0,0-1-1,0 1 1,-3-3 0,5 6-33,1 0 1,-1-1-1,1 1 1,-1 0 0,1 0-1,-1-1 1,1 1-1,-1 0 1,1 0 0,-1 0-1,1 0 1,-1 0-1,0-1 1,1 1 0,-1 0-1,1 0 1,-1 1-1,1-1 1,-1 0-1,1 0 1,-1 0 0,0 0-1,1 0 1,-1 1-1,1-1 1,-1 0 0,1 0-1,-1 1 1,0 1-4,-1-1-1,1 1 1,0-1 0,0 1 0,0 0 0,0-1 0,1 1-1,-1 0 1,0 0 0,1 0 0,-1-1 0,0 5 0,-4 28 12,2 0 0,1 0 0,2 0 0,1 0 0,1 0 0,2 0 0,2-1 0,10 38 0,-9-49 68,1 0 1,1 0 0,1 0 0,1-2 0,23 34-1,-28-46-306,0 0-1,1 0 1,0-1-1,1 0 1,-1 0-1,17 10 0,-19-14-340,0-1 0,0 1-1,0-1 1,0 0-1,0 0 1,0-1-1,0 0 1,1 0 0,-1 0-1,0 0 1,1-1-1,-1 0 1,10-1 0,13-6-9439</inkml:trace>
</inkml:ink>
</file>

<file path=ppt/ink/ink3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7.713"/>
    </inkml:context>
    <inkml:brush xml:id="br0">
      <inkml:brushProperty name="width" value="0.025" units="cm"/>
      <inkml:brushProperty name="height" value="0.025" units="cm"/>
    </inkml:brush>
  </inkml:definitions>
  <inkml:trace contextRef="#ctx0" brushRef="#br0">0 0 17905,'0'0'2402,"4"68"-2530,1-22 160,1 11 64,-1 6-32,0 4-32,1-1 0,-2-4 0,0-4 0,-4-7-928,0-12-2243,-1-13-2563</inkml:trace>
</inkml:ink>
</file>

<file path=ppt/ink/ink3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8.168"/>
    </inkml:context>
    <inkml:brush xml:id="br0">
      <inkml:brushProperty name="width" value="0.025" units="cm"/>
      <inkml:brushProperty name="height" value="0.025" units="cm"/>
    </inkml:brush>
  </inkml:definitions>
  <inkml:trace contextRef="#ctx0" brushRef="#br0">0 76 14862,'5'-9'1820,"-4"7"-1786,1-2 20,-1 0-1,1 0 0,1 0 1,-1 0-1,0 1 0,1-1 0,0 1 1,0-1-1,0 1 0,0 0 1,1 0-1,-1 1 0,1-1 1,-1 1-1,1 0 0,0-1 0,0 2 1,0-1-1,0 0 0,1 1 1,-1 0-1,8-2 0,-3 3-27,1 0-1,-1 1 1,0-1-1,0 2 1,0-1-1,0 1 1,0 1-1,0-1 0,0 2 1,15 7-1,-10-3 40,-1 0 0,1 2 0,-2-1 0,1 2 0,19 20 0,-11-6 46,-2 0 0,0 1 0,-2 1-1,-1 0 1,23 54 0,-33-68-95,-2 0 0,1 1 0,-2-1 0,0 1 0,0 0 0,-1 0 0,-1 0 0,0 0 1,-2 14-1,1-24-8,-1 0 0,1 0 0,-1-1 0,0 1 0,0 0 0,-1 0 0,1 0 0,-1-1 0,1 1 0,-1-1-1,-1 1 1,1-1 0,0 0 0,-1 0 0,1 0 0,-1 0 0,0 0 0,0-1 0,0 1 0,0-1 0,-1 0 0,1 0 0,-1 0 0,1 0 0,-1-1 0,0 1 0,1-1 0,-1 0 0,0 0 0,0 0 0,0-1 0,0 1 0,0-1 0,0 0 0,-4 0 0,3-1-9,-1 1-1,1-1 1,-1 0-1,1 0 0,0-1 1,0 0-1,0 0 1,0 0-1,0 0 0,0-1 1,0 0-1,1 0 1,-1 0-1,1 0 0,0-1 1,0 1-1,0-1 1,1 0-1,-6-9 0,4 7 0,1 0 0,0 0 0,1-1-1,-1 0 1,1 0 0,1 0-1,-1 0 1,1 0 0,0 0-1,1-1 1,0 1 0,0-1 0,1-14-1,0 19 2,1 1 0,0-1 0,0 0 0,0 1 0,0-1 0,0 0 0,1 1 1,-1-1-1,1 1 0,0 0 0,0 0 0,-1-1 0,1 1 0,1 0 0,-1 1 0,0-1 0,0 0 0,1 1 0,-1-1 0,1 1 0,-1-1 0,1 1 0,0 0 0,-1 0 0,1 1 0,0-1 0,0 0 0,3 1 0,11-3 7,0 1-1,0 0 1,23 1-1,-33 1 1,6 1 3,0 0 0,0 1-1,0 0 1,0 1 0,-1 0-1,1 1 1,-1 0 0,0 1-1,0 0 1,16 11 0,-21-12-45,0 1 1,-1-1 0,1 2-1,-1-1 1,0 0-1,-1 1 1,1 0 0,-1 1-1,0-1 1,-1 1 0,0 0-1,0 0 1,0 0 0,-1 1-1,0-1 1,0 1-1,-1 0 1,2 8 0,-3-1-2747,-1-5-2342</inkml:trace>
</inkml:ink>
</file>

<file path=ppt/ink/ink3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8.294"/>
    </inkml:context>
    <inkml:brush xml:id="br0">
      <inkml:brushProperty name="width" value="0.025" units="cm"/>
      <inkml:brushProperty name="height" value="0.025" units="cm"/>
    </inkml:brush>
  </inkml:definitions>
  <inkml:trace contextRef="#ctx0" brushRef="#br0">1 1 11435,'0'0'224</inkml:trace>
</inkml:ink>
</file>

<file path=ppt/ink/ink3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8.669"/>
    </inkml:context>
    <inkml:brush xml:id="br0">
      <inkml:brushProperty name="width" value="0.025" units="cm"/>
      <inkml:brushProperty name="height" value="0.025" units="cm"/>
    </inkml:brush>
  </inkml:definitions>
  <inkml:trace contextRef="#ctx0" brushRef="#br0">138 1 13549,'0'0'1692,"-7"8"-1238,-8 8 301,1-2-244,0 0-1,2 1 1,-1 1-1,-12 22 1,23-35-497,0 0-1,0 0 1,1 0 0,-1 0 0,1 1 0,0-1 0,0 0 0,0 1 0,0-1-1,0 0 1,1 1 0,0-1 0,-1 1 0,1-1 0,1 1 0,-1-1 0,0 1-1,1-1 1,0 0 0,0 1 0,0-1 0,0 0 0,0 1 0,1-1 0,-1 0-1,1 0 1,0 0 0,0 0 0,0 0 0,0-1 0,1 1 0,-1-1 0,3 3-1,47 24 37,-45-26-44,0 0 1,0 0-1,0 1 1,-1 0 0,1 0-1,-1 1 1,0 0-1,0 0 1,0 0-1,-1 1 1,6 7 0,-10-11-16,0-1 1,0 1-1,-1-1 1,1 1-1,-1-1 1,1 1 0,-1 0-1,0-1 1,0 1-1,0 0 1,0-1-1,0 1 1,0-1 0,0 1-1,0 0 1,0-1-1,-1 1 1,1 0-1,-1-1 1,1 1 0,-1-1-1,-1 3 1,0-1-35,0 0 0,-1 0 0,1-1 0,-1 1 1,0 0-1,0-1 0,0 0 0,0 1 0,-5 2 1,0-1-38,0 0 0,0-1 0,-1 1 1,1-2-1,-1 1 0,0-1 0,-16 2 1,22-4 37,0 0 0,0 0 0,1-1 0,-1 1 0,0 0 0,0-1 0,1 0 1,-1 1-1,1-1 0,-1 0 0,0-1 0,1 1 0,0 0 0,-1-1 0,1 1 1,0-1-1,0 0 0,0 1 0,0-1 0,0 0 0,0 0 0,0-1 0,1 1 0,-1 0 1,1-1-1,0 1 0,-1-1 0,1 1 0,0-1 0,1 1 0,-1-1 0,0 0 0,1 1 1,-1-1-1,1 0 0,0 0 0,0 1 0,0-6 0,-1-20-2460,1-1 0,5-40 0,6 5-4555</inkml:trace>
</inkml:ink>
</file>

<file path=ppt/ink/ink3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8.860"/>
    </inkml:context>
    <inkml:brush xml:id="br0">
      <inkml:brushProperty name="width" value="0.025" units="cm"/>
      <inkml:brushProperty name="height" value="0.025" units="cm"/>
    </inkml:brush>
  </inkml:definitions>
  <inkml:trace contextRef="#ctx0" brushRef="#br0">0 1 8008,'0'0'6662,"6"57"-6502,-1-18 513,3 9 768,4 6-288,2 0-512,1 1-417,5-5-96,-2-4-64,-2-6-32,-3-5-32,-5-7-32,0-7-1505,-6-8-1122,-2-8-1409</inkml:trace>
</inkml:ink>
</file>

<file path=ppt/ink/ink3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9.213"/>
    </inkml:context>
    <inkml:brush xml:id="br0">
      <inkml:brushProperty name="width" value="0.025" units="cm"/>
      <inkml:brushProperty name="height" value="0.025" units="cm"/>
    </inkml:brush>
  </inkml:definitions>
  <inkml:trace contextRef="#ctx0" brushRef="#br0">13 181 8104,'0'0'4660,"-2"-8"-2813,-1 2-1773,2 4 61,0 0 0,0 0 0,1 0 0,-1 0 0,0-1 0,0 1 1,1 0-1,0 0 0,-1 0 0,1 0 0,0-1 0,0 1 0,0 0 1,0 0-1,0 0 0,1-1 0,-1 1 0,1 0 0,-1 0 0,1 0 0,0 0 1,0 0-1,0 0 0,0 0 0,0 0 0,0 0 0,1 0 0,-1 1 1,1-1-1,-1 1 0,1-1 0,-1 1 0,1-1 0,0 1 0,0 0 0,0 0 1,0 0-1,2-1 0,0 0-104,1 0-1,-1 1 1,1 0-1,0 0 1,-1 0 0,1 0-1,0 1 1,0 0 0,-1 0-1,1 0 1,0 1 0,0-1-1,-1 1 1,1 0 0,0 1-1,-1-1 1,1 1 0,-1 0-1,0 0 1,1 0-1,3 4 1,2 1-14,0 1-1,-1 0 1,0 1-1,0 0 1,-1 0-1,-1 1 0,7 11 1,-5-80 394,-7 51-366,-1 1-1,1-1 1,0 1 0,0 0 0,1 0-1,0 0 1,1 0 0,-1 0-1,1 0 1,1 1 0,-1 0-1,1 0 1,7-7 0,-9 10-40,0 1-1,0 0 1,1-1 0,-1 1 0,0 1-1,1-1 1,0 0 0,-1 1 0,1 0-1,0 0 1,0 0 0,-1 0 0,1 1-1,0-1 1,0 1 0,0 0 0,0 0-1,0 1 1,0-1 0,0 1-1,-1 0 1,1 0 0,0 0 0,0 0-1,-1 1 1,1-1 0,-1 1 0,4 2-1,1 1-8,-1 0-1,0 0 0,-1 0 1,1 1-1,-1 0 0,0 0 1,-1 1-1,1-1 0,-1 1 1,0 1-1,-1-1 0,0 1 1,4 8-1,-6-9-909,0-1 1,0 1-1,0 0 1,0 0-1,0 11 1,-2-4-5803</inkml:trace>
</inkml:ink>
</file>

<file path=ppt/ink/ink3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9.352"/>
    </inkml:context>
    <inkml:brush xml:id="br0">
      <inkml:brushProperty name="width" value="0.025" units="cm"/>
      <inkml:brushProperty name="height" value="0.025" units="cm"/>
    </inkml:brush>
  </inkml:definitions>
  <inkml:trace contextRef="#ctx0" brushRef="#br0">0 0 11435,'0'0'3363</inkml:trace>
</inkml:ink>
</file>

<file path=ppt/ink/ink3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43.458"/>
    </inkml:context>
    <inkml:brush xml:id="br0">
      <inkml:brushProperty name="width" value="0.025" units="cm"/>
      <inkml:brushProperty name="height" value="0.025" units="cm"/>
    </inkml:brush>
  </inkml:definitions>
  <inkml:trace contextRef="#ctx0" brushRef="#br0">35 63 8776,'-3'-1'334,"1"-1"0,-1 1 0,1-1-1,0 0 1,-1 0 0,1 0 0,0 0-1,0 0 1,0 0 0,0-1 0,1 1-1,-1-1 1,1 1 0,-3-6 0,4 7-234,0 1 1,-1-1-1,1 0 0,0 0 1,0 1-1,0-1 1,0 0-1,0 0 1,0 0-1,0 1 1,0-1-1,0 0 0,0 0 1,1 1-1,-1-1 1,0 0-1,0 0 1,1 1-1,-1-1 1,0 0-1,1 1 0,0-2 1,0 1-95,0 0 0,1 0 0,-1 1 0,0-1 1,1 0-1,-1 0 0,1 1 0,-1-1 0,1 1 0,-1-1 1,1 1-1,-1 0 0,1-1 0,-1 1 0,3 0 0,3 0 21,0 1-1,0 0 0,0 0 0,0 0 0,-1 1 1,1 0-1,-1 0 0,1 1 0,-1-1 0,0 1 1,0 1-1,0-1 0,0 1 0,-1 0 1,0 1-1,1-1 0,-1 1 0,-1 0 0,6 7 1,9 12 69,-1 1 0,29 55 1,-36-60-41,42 79 176,50 85-29,-89-162-206,2 0 1,0-1 0,1-1 0,2-1 0,35 30 0,-47-44-112,0 0 1,1 0-1,0-1 0,-1 0 0,1 0 1,0-1-1,1 0 0,-1-1 0,14 3 1,-19-4-232,1-1 1,0 1 0,0-1 0,-1 0-1,1-1 1,0 1 0,0-1-1,-1 1 1,1-1 0,0 0-1,-1 0 1,1-1 0,-1 1-1,1-1 1,-1 0 0,0 0-1,1 0 1,-1 0 0,0 0 0,-1-1-1,1 1 1,0-1 0,3-5-1,13-22-6968</inkml:trace>
</inkml:ink>
</file>

<file path=ppt/ink/ink3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43.755"/>
    </inkml:context>
    <inkml:brush xml:id="br0">
      <inkml:brushProperty name="width" value="0.025" units="cm"/>
      <inkml:brushProperty name="height" value="0.025" units="cm"/>
    </inkml:brush>
  </inkml:definitions>
  <inkml:trace contextRef="#ctx0" brushRef="#br0">415 1 13805,'0'0'2050,"-60"15"-865,32 18-352,-3 16 352,-3 14-224,-4 14 32,-5 9-513,1 5-287,3-2-161,3-6 0,8-9-32,6-16 0,11-15-1186,9-24-2241</inkml:trace>
</inkml:ink>
</file>

<file path=ppt/ink/ink3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44.207"/>
    </inkml:context>
    <inkml:brush xml:id="br0">
      <inkml:brushProperty name="width" value="0.025" units="cm"/>
      <inkml:brushProperty name="height" value="0.025" units="cm"/>
    </inkml:brush>
  </inkml:definitions>
  <inkml:trace contextRef="#ctx0" brushRef="#br0">4 119 12075,'0'0'2525,"0"-8"-870,-1-5-1184,0 4 164,0-1 1,0 0 0,1 1 0,3-17-1,-3 25-609,0-1 0,0 0-1,1 1 1,-1-1 0,0 1-1,1-1 1,-1 1-1,1 0 1,0-1 0,0 1-1,-1 0 1,1-1 0,0 1-1,0 0 1,0 0 0,0 0-1,0 0 1,1 0-1,-1 0 1,0 0 0,0 0-1,1 0 1,-1 0 0,1 1-1,-1-1 1,0 0-1,1 1 1,-1 0 0,1-1-1,-1 1 1,1 0 0,0 0-1,-1-1 1,1 1-1,-1 1 1,1-1 0,1 0-1,0 1-27,-1 0 0,-1 0-1,1 0 1,0 0 0,0 0-1,0 0 1,0 0 0,-1 1-1,1-1 1,-1 1-1,1-1 1,-1 1 0,1 0-1,-1-1 1,0 1 0,0 0-1,0 0 1,0 0 0,0 0-1,0 0 1,-1 0-1,1 0 1,-1 0 0,1 0-1,-1 4 1,6 56 5,-6-62-3,0 21-11,-2 0-1,-1-1 1,0 1 0,-1-1 0,-2 0-1,0 0 1,-1 0 0,-15 29 0,20-43 10,1-5 2,1-1-1,0 0 1,0 1-1,0-1 1,-1 0-1,1 1 1,0-1-1,0 1 1,0-1 0,0 0-1,0 1 1,0-1-1,0 1 1,0-1-1,0 0 1,0 1-1,0-1 1,0 1-1,0-1 1,0 0-1,0 1 1,1-1-1,-1 1 1,0-1-1,0 0 1,0 1 0,1-1-1,-1 0 1,0 1-1,0-1 1,1 0-1,-1 0 1,0 1-1,0-1 1,1 0-1,-1 0 1,0 1-1,1-1 1,-1 0-1,1 0 1,22 2 30,26-12 12,-26 4-237,68-21 341,-32 4-3682,-24 6-4600</inkml:trace>
</inkml:ink>
</file>

<file path=ppt/ink/ink3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45.019"/>
    </inkml:context>
    <inkml:brush xml:id="br0">
      <inkml:brushProperty name="width" value="0.025" units="cm"/>
      <inkml:brushProperty name="height" value="0.025" units="cm"/>
    </inkml:brush>
  </inkml:definitions>
  <inkml:trace contextRef="#ctx0" brushRef="#br0">36 1 14830,'0'0'0,"-5"59"-288,1-10 416,3 13 32,2 7-32,-2 1-64,1 0 0,-1-7-64,1-8 32,-3-9-160,-3-11-1730,-1-14-2466,-2-11-736</inkml:trace>
</inkml:ink>
</file>

<file path=ppt/ink/ink3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45.484"/>
    </inkml:context>
    <inkml:brush xml:id="br0">
      <inkml:brushProperty name="width" value="0.025" units="cm"/>
      <inkml:brushProperty name="height" value="0.025" units="cm"/>
    </inkml:brush>
  </inkml:definitions>
  <inkml:trace contextRef="#ctx0" brushRef="#br0">1 89 10025,'0'-8'641,"0"5"-510,0 0 1,0 0-1,0 0 1,0 0-1,0 0 0,0 0 1,1 0-1,0 0 1,-1 0-1,1 0 0,0 0 1,0 0-1,1 1 0,-1-1 1,1 0-1,-1 1 1,1-1-1,0 1 0,0 0 1,0-1-1,0 1 1,0 0-1,1 0 0,-1 0 1,0 1-1,1-1 0,0 1 1,-1-1-1,1 1 1,0 0-1,0 0 0,0 0 1,-1 0-1,1 0 1,6 0-1,4 1-60,0-1 0,0 2 0,1 0 0,-1 1 0,0 0 1,0 1-1,-1 0 0,1 1 0,-1 0 0,1 1 0,-1 1 0,-1 0 0,1 0 0,-1 1 1,0 1-1,-1 0 0,1 0 0,8 11 0,-10-11-39,-2 0 0,1 1 0,-1 0 0,0 0 0,-1 1 0,0 0 0,-1 0 0,0 0 0,-1 1 0,0 0 0,0 0 0,-1 0 0,0 0 0,-1 0 0,-1 0 0,0 1 0,0-1 0,-1 1 0,0-1 0,-1 1 0,-4 15 0,2-18-25,0 0 0,-1-1 0,0 1 0,0-1 0,-1 0 0,0 0 0,-1 0 0,0-1 0,0 0 0,0 0 0,-1 0 0,0-1 0,-1 0 0,-11 8 0,6-6-7,0 0 0,0 0 0,-1-2 1,0 0-1,0 0 0,-1-1 0,0-1 1,-18 3-1,27-6 4,1 0 0,-1 0 1,0-1-1,0 0 0,0-1 0,1 1 1,-1-1-1,0 0 0,1-1 0,-1 1 0,-9-5 1,13 5 2,0 0 0,1 0 0,-1-1 0,0 1 1,1-1-1,0 1 0,-1-1 0,1 0 0,0 1 1,0-1-1,0 0 0,0 0 0,0 0 0,0 0 1,0 0-1,1 0 0,-1 0 0,1 0 0,-1 0 1,1 0-1,0 0 0,0 0 0,0-1 0,0 1 0,0 0 1,0 0-1,1 0 0,-1 0 0,1 0 0,-1 0 1,1 0-1,0 0 0,0 0 0,0 0 0,2-3 1,1-2 7,1-1 1,0 1-1,0 0 1,1 1 0,-1-1-1,2 1 1,-1 0 0,0 1-1,1-1 1,11-5 0,80-43 308,-69 40 17,2 1-1,33-9 1,-51 18-233,0 1 0,0 1 1,0 0-1,1 0 0,-1 1 1,0 1-1,1 0 0,13 3 1,-22-2-81,-1 1 0,1-1 0,-1 1 1,0 0-1,0 0 0,0 1 0,0-1 1,0 1-1,-1 0 0,1 0 0,-1 0 1,0 1-1,0-1 0,0 1 0,0-1 1,0 1-1,-1 0 0,0 0 0,0 0 1,0 1-1,0-1 0,0 0 0,0 7 1,3 6-440,-1-1 0,-1 1-1,-1 0 1,1 34 0,-5-40-3673,-5-6-2679</inkml:trace>
</inkml:ink>
</file>

<file path=ppt/ink/ink3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45.624"/>
    </inkml:context>
    <inkml:brush xml:id="br0">
      <inkml:brushProperty name="width" value="0.025" units="cm"/>
      <inkml:brushProperty name="height" value="0.025" units="cm"/>
    </inkml:brush>
  </inkml:definitions>
  <inkml:trace contextRef="#ctx0" brushRef="#br0">1 0 13261,'0'0'0</inkml:trace>
</inkml:ink>
</file>

<file path=ppt/ink/ink3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45.904"/>
    </inkml:context>
    <inkml:brush xml:id="br0">
      <inkml:brushProperty name="width" value="0.025" units="cm"/>
      <inkml:brushProperty name="height" value="0.025" units="cm"/>
    </inkml:brush>
  </inkml:definitions>
  <inkml:trace contextRef="#ctx0" brushRef="#br0">0 122 11819,'0'0'4741,"5"-9"-3524,3-3-966,0 1-1,0-1 1,2 1 0,-1 1 0,13-11 0,-18 17-231,1 0 1,-1 1-1,1 0 1,0 0-1,-1 0 1,1 1 0,1-1-1,-1 1 1,0 0-1,1 1 1,-1-1-1,1 1 1,-1 0-1,1 1 1,-1-1-1,1 1 1,0 0-1,7 1 1,-10 0-9,-1 0 1,1 0-1,-1 0 1,0 1-1,1-1 1,-1 1-1,0-1 0,0 1 1,0 0-1,0 0 1,0 0-1,-1 0 0,1 0 1,0 0-1,-1 1 1,0-1-1,1 0 1,-1 1-1,0-1 0,0 1 1,0-1-1,-1 1 1,1 0-1,-1-1 1,1 1-1,-1 0 0,0-1 1,0 1-1,0 0 1,0-1-1,-1 1 1,1 0-1,-2 3 0,2-1-154,-1-1-1,0 1 0,-1-1 1,1 0-1,-1 1 1,0-1-1,0 0 0,0 0 1,-4 5-1,5-7-186,-1 0-1,1 0 1,-1-1 0,1 1 0,-1-1-1,0 1 1,0-1 0,1 1-1,-1-1 1,0 0 0,0 0 0,0 0-1,-1 0 1,1-1 0,0 1 0,0 0-1,0-1 1,-4 1 0,-6-4-3163,1-9-1008</inkml:trace>
</inkml:ink>
</file>

<file path=ppt/ink/ink3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46.108"/>
    </inkml:context>
    <inkml:brush xml:id="br0">
      <inkml:brushProperty name="width" value="0.025" units="cm"/>
      <inkml:brushProperty name="height" value="0.025" units="cm"/>
    </inkml:brush>
  </inkml:definitions>
  <inkml:trace contextRef="#ctx0" brushRef="#br0">0 1 15150,'0'0'1826,"11"60"-1602,-8-11 577,1 10 352,-2 6-672,2 2-33,1-2-352,4-3-32,-1-6-64,3-9-32,-3-9-1217,-2-12-2563,-6-13-3811</inkml:trace>
</inkml:ink>
</file>

<file path=ppt/ink/ink3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46.592"/>
    </inkml:context>
    <inkml:brush xml:id="br0">
      <inkml:brushProperty name="width" value="0.025" units="cm"/>
      <inkml:brushProperty name="height" value="0.025" units="cm"/>
    </inkml:brush>
  </inkml:definitions>
  <inkml:trace contextRef="#ctx0" brushRef="#br0">0 135 15086,'0'0'1378,"7"-5"-375,9-4-696,-1 0 1,2 1-1,-1 1 0,1 0 0,0 1 0,0 1 0,1 1 0,-1 0 1,1 2-1,0 0 0,0 0 0,33 3 0,-49 0-305,-1-1-1,1 0 0,0 1 1,0-1-1,-1 1 0,1 0 0,0 0 1,-1-1-1,1 1 0,0 0 1,-1 0-1,1 1 0,-1-1 1,0 0-1,1 0 0,-1 1 0,0-1 1,0 1-1,0-1 0,1 3 1,0 1 2,0-1 0,0 0 1,-1 1-1,1-1 1,-1 1-1,-1-1 0,1 1 1,0 5-1,-1-1 1,0-1 0,0 0 0,-1 0 0,0 0 0,-1 0 0,0 0 1,0 0-1,0 0 0,-6 10 0,8-18-4,0 1-1,0 0 1,0 0 0,-1-1 0,1 1 0,0 0 0,-1-1 0,1 1 0,-1 0-1,1-1 1,-1 1 0,1 0 0,-1-1 0,1 1 0,-1-1 0,0 1-1,1-1 1,-1 0 0,0 1 0,1-1 0,-1 1 0,0-1 0,0 0 0,-1 1-1,-1-18 48,11-33 22,1 32-76,0 1 1,1 0 0,0 0 0,17-19-1,-22 30 66,-1 0 0,1 1 0,0-1-1,0 1 1,1 1 0,0-1 0,-1 1-1,1 0 1,1 0 0,-1 0 0,1 1-1,-1 0 1,1 1 0,14-4 0,-19 6-45,1-1-1,-1 1 1,1 1 0,-1-1 0,1 0 0,-1 0-1,1 1 1,0 0 0,-1-1 0,0 1 0,1 0-1,-1 0 1,0 1 0,1-1 0,-1 0 0,0 1-1,0-1 1,0 1 0,0 0 0,0-1 0,-1 1-1,1 0 1,0 0 0,-1 0 0,1 1 0,-1-1-1,0 0 1,0 0 0,0 1 0,0-1 0,1 4-1,2 11-94,0-1-1,-1 0 0,-1 1 0,1 18 0,4 20-4419,-7-51-508</inkml:trace>
</inkml:ink>
</file>

<file path=ppt/ink/ink3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02.825"/>
    </inkml:context>
    <inkml:brush xml:id="br0">
      <inkml:brushProperty name="width" value="0.025" units="cm"/>
      <inkml:brushProperty name="height" value="0.025" units="cm"/>
    </inkml:brush>
  </inkml:definitions>
  <inkml:trace contextRef="#ctx0" brushRef="#br0">20 0 15118,'0'0'481,"0"12"127,-14 837 4215,10-693-5802,3-148-3091,0-23-877,1-18-3140</inkml:trace>
</inkml:ink>
</file>

<file path=ppt/ink/ink3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03.060"/>
    </inkml:context>
    <inkml:brush xml:id="br0">
      <inkml:brushProperty name="width" value="0.025" units="cm"/>
      <inkml:brushProperty name="height" value="0.025" units="cm"/>
    </inkml:brush>
  </inkml:definitions>
  <inkml:trace contextRef="#ctx0" brushRef="#br0">1 85 14894,'0'0'3235,"36"-42"-2947,-1 34 673,9-1 128,7-1-512,3 3-385,3 2-192,-6 2 64,-5 3-64,-7 0-32,-12 3-1409,-13 8-2371,-13 1-3491</inkml:trace>
</inkml:ink>
</file>

<file path=ppt/ink/ink3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03.201"/>
    </inkml:context>
    <inkml:brush xml:id="br0">
      <inkml:brushProperty name="width" value="0.025" units="cm"/>
      <inkml:brushProperty name="height" value="0.025" units="cm"/>
    </inkml:brush>
  </inkml:definitions>
  <inkml:trace contextRef="#ctx0" brushRef="#br0">1 160 10794,'0'0'1826,"57"17"-32,-9-30-417,9-9-640,5-7-545,4-5-160,-6-4-160,-9-3-5189</inkml:trace>
</inkml:ink>
</file>

<file path=ppt/ink/ink3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04.042"/>
    </inkml:context>
    <inkml:brush xml:id="br0">
      <inkml:brushProperty name="width" value="0.025" units="cm"/>
      <inkml:brushProperty name="height" value="0.025" units="cm"/>
    </inkml:brush>
  </inkml:definitions>
  <inkml:trace contextRef="#ctx0" brushRef="#br0">192 699 13357,'0'0'400,"-9"-1"80,6 1-432,-1 0-1,0 0 0,1 0 1,-1 0-1,1 1 0,-1 0 1,1-1-1,0 1 0,-1 0 1,1 1-1,0-1 1,0 1-1,-6 2 0,4 1 67,-1-1 0,1 1 0,0 0 0,0 1 0,0-1 0,1 1 0,-6 9 0,-3 6 322,1 0 0,2 0 0,0 2 0,1-1 1,-9 39-1,14-44-390,1 0 1,1 0 0,0 1 0,1-1 0,1 1-1,0-1 1,2 0 0,4 27 0,-6-42-47,1 0 0,-1 0 1,0 0-1,1 0 0,-1 0 1,1 0-1,0 0 0,0 0 0,0 0 1,0-1-1,0 1 0,0 0 1,0-1-1,0 1 0,1 0 0,-1-1 1,0 0-1,1 1 0,-1-1 1,1 0-1,0 0 0,-1 0 0,1 0 1,0 0-1,0 0 0,0 0 0,0-1 1,0 1-1,0-1 0,0 1 1,0-1-1,3 0 0,-2 0 5,1-1 0,-1 0 0,1 0-1,-1 0 1,0-1 0,1 1 0,-1-1 0,0 0 0,0 0-1,0 0 1,0 0 0,-1 0 0,1-1 0,-1 1-1,1-1 1,-1 0 0,4-4 0,11-20 33,-2 0 0,0-2 0,-2 1 0,-1-1 0,15-58 0,21-159 38,-33 145-42,-4-2-1,-5 1 0,-8-125 1,2 226-26,-9-63 80,9 62-10,-1-1 1,1 1 0,-1-1 0,0 0 0,1 1 0,-1-1-1,0 1 1,-1 0 0,1-1 0,0 1 0,-1 0-1,1 0 1,-1 0 0,0 0 0,1 0 0,-1 0-1,0 0 1,0 0 0,-1 1 0,-2-3 0,4 4-64,0 0 1,1 0 0,-1 0 0,0 0-1,0 0 1,1 0 0,-1 0-1,0 0 1,1 1 0,-1-1 0,0 0-1,1 0 1,-1 1 0,0-1-1,1 0 1,-1 1 0,0-1-1,1 1 1,-1-1 0,1 1 0,-1-1-1,1 1 1,-1-1 0,1 1-1,-1-1 1,1 1 0,0 0 0,-1-1-1,1 1 1,0 0 0,0-1-1,-1 2 1,-7 26-78,7-22 86,-7 43-23,2 0 0,3 1 0,2-1 0,8 86 0,-2-95 54,1-1 0,2 0 0,2 0 0,22 55 0,-21-67-45,0-2 0,2 0-1,1 0 1,1-1 0,1-1-1,1-1 1,23 25 0,-33-41-8,0 1 0,1-1 0,-1 0-1,1 0 1,1-1 0,-1 0 0,1-1 0,-1 0 0,1 0 0,1-1 0,9 3 0,-14-5-10,-1 0-1,1-1 1,0 0 0,-1 1-1,1-2 1,-1 1 0,1 0 0,-1-1-1,1 0 1,-1 0 0,1 0 0,-1-1-1,0 1 1,0-1 0,0 0-1,0 0 1,0-1 0,0 1 0,0-1-1,-1 0 1,1 0 0,-1 0-1,0 0 1,0 0 0,3-5 0,2-4-13,-1 0 0,0 0 0,-1 0 0,0-1 0,-1 0 0,0 0 0,-1-1 0,-1 1 0,0-1 0,-1 0 0,-1 1 0,0-1 0,0 0 0,-3-25 0,2 38 26,0 1 1,0-1 0,0 1 0,0-1 0,0 1 0,0-1-1,0 1 1,0-1 0,0 1 0,-1-1 0,1 1 0,0-1-1,0 1 1,0-1 0,0 1 0,-1-1 0,1 1-1,0 0 1,0-1 0,-1 1 0,1-1 0,0 1 0,-1 0-1,1-1 1,0 1 0,-1 0 0,1 0 0,-1-1-1,1 1 1,-1 0 0,1 0 0,0-1 0,-1 1 0,1 0-1,-1 0 1,1 0 0,-1 0 0,1 0 0,-1 0 0,1 0-1,-1 0 1,1 0 0,-1 0 0,1 0 0,-1 0-1,1 0 1,-1 0 0,0 1 1,0-1 1,0 1-1,0 0 0,0 0 0,0-1 0,0 1 1,0 0-1,0 0 0,0 0 0,1 0 0,-1 0 1,0 0-1,1 0 0,-1 0 0,1 0 0,-1 0 1,1 1-1,-1 0 0,0 5 18,0 0-1,0 0 1,0-1-1,1 1 1,0 0-1,1 0 1,0 0 0,0 0-1,0-1 1,0 1-1,1 0 1,1-1 0,-1 0-1,1 1 1,0-1-1,0 0 1,7 10-1,-6-12-143,-1 0 0,1 0 0,0-1 1,0 1-1,0-1 0,1 1 0,-1-1 0,1-1 0,-1 1 0,1-1 0,0 0 0,0 0 0,0 0 0,0-1 0,1 1 0,-1-1 0,0 0 0,1-1 0,-1 0 0,0 1 0,1-2 0,-1 1 0,7-2 0,8-6-4776,-7-11-3337</inkml:trace>
</inkml:ink>
</file>

<file path=ppt/ink/ink3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04.137"/>
    </inkml:context>
    <inkml:brush xml:id="br0">
      <inkml:brushProperty name="width" value="0.025" units="cm"/>
      <inkml:brushProperty name="height" value="0.025" units="cm"/>
    </inkml:brush>
  </inkml:definitions>
  <inkml:trace contextRef="#ctx0" brushRef="#br0">1 1 11787,'0'0'-833</inkml:trace>
</inkml:ink>
</file>

<file path=ppt/ink/ink3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04.435"/>
    </inkml:context>
    <inkml:brush xml:id="br0">
      <inkml:brushProperty name="width" value="0.025" units="cm"/>
      <inkml:brushProperty name="height" value="0.025" units="cm"/>
    </inkml:brush>
  </inkml:definitions>
  <inkml:trace contextRef="#ctx0" brushRef="#br0">1 238 12620,'0'0'4201,"3"-9"-2231,10-51-19,-11 44-1765,0 1 0,1 0 0,1 0-1,0 0 1,1 1 0,1-1 0,13-24 0,-18 37-185,1 0 0,-1 1 0,1-1 0,-1 0 0,1 1 0,-1-1 0,1 1 0,0-1 0,0 1 0,0 0 0,0 0 0,0 0 0,0 0 0,0 0 0,0 0 0,0 0 0,0 1 0,0-1 0,0 1 0,1-1 0,-1 1 0,0 0 0,0 0 0,1 0 0,-1 0 0,0 1 0,0-1 0,1 1 0,-1-1 0,0 1 0,0 0 0,0-1 0,0 1 0,0 0 0,0 0 0,0 1 0,0-1 0,0 0-1,-1 1 1,1-1 0,0 1 0,-1 0 0,3 3 0,1 0-4,0 1 0,0 0-1,-1 0 1,0 0 0,0 0-1,-1 1 1,0-1 0,0 1-1,-1 0 1,1 0 0,-1 0-1,1 11 1,-2-11-2,-2 27-1291,1-33 1066,0 0 1,0 0-1,0 0 0,0-1 1,0 1-1,0 0 1,-1 0-1,1 0 0,0 0 1,-1 0-1,1-1 1,-1 1-1,1 0 0,-1 0 1,1-1-1,-1 1 1,1 0-1,-1-1 1,0 1-1,1-1 0,-1 1 1,0 0-1,0-1 1,1 0-1,-1 1 0,0-1 1,0 1-1,0-1 1,1 0-1,-1 0 0,-1 1 1,-5-4-4053,1-13-1109</inkml:trace>
</inkml:ink>
</file>

<file path=ppt/ink/ink3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04.631"/>
    </inkml:context>
    <inkml:brush xml:id="br0">
      <inkml:brushProperty name="width" value="0.025" units="cm"/>
      <inkml:brushProperty name="height" value="0.025" units="cm"/>
    </inkml:brush>
  </inkml:definitions>
  <inkml:trace contextRef="#ctx0" brushRef="#br0">0 1 15503,'0'0'2466,"33"55"-2178,-17-9 737,4 13-160,3 3-288,0 1-385,2 3-128,1 0-64,-1-5 0,-2-7-64,-5-13-1570,-5-10-2370,-6-17-3138</inkml:trace>
</inkml:ink>
</file>

<file path=ppt/ink/ink3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05.078"/>
    </inkml:context>
    <inkml:brush xml:id="br0">
      <inkml:brushProperty name="width" value="0.025" units="cm"/>
      <inkml:brushProperty name="height" value="0.025" units="cm"/>
    </inkml:brush>
  </inkml:definitions>
  <inkml:trace contextRef="#ctx0" brushRef="#br0">17 157 13997,'0'0'1383,"-3"-7"-6,1 2-1021,0 1-1,0 0 0,0-1 1,1 1-1,0-1 0,0 0 1,0 1-1,0-8 0,1 10-274,0 1-1,1-1 0,-1 0 0,1 0 1,-1 1-1,1-1 0,-1 0 0,1 1 1,0-1-1,0 1 0,0-1 0,0 1 0,0-1 1,0 1-1,1 0 0,-1-1 0,0 1 1,1 0-1,-1 0 0,1 0 0,-1 0 0,1 0 1,-1 1-1,1-1 0,0 0 0,-1 1 1,1-1-1,0 1 0,0-1 0,2 1 1,5-3-68,0 1 0,0 1 1,0 0-1,1 0 1,-1 0-1,0 1 1,0 1-1,1 0 0,-1 0 1,0 0-1,0 1 1,0 1-1,13 5 0,-17-6-13,0 1-1,0 0 0,-1 1 1,1-1-1,-1 1 0,1 0 0,-1 0 1,-1 0-1,1 1 0,0-1 0,-1 1 1,0 0-1,0 0 0,-1 0 0,1 0 1,-1 0-1,0 1 0,0-1 0,-1 1 1,0 0-1,0-1 0,1 10 0,-3 5-34,1 5-17,3-23 47,1-14 28,39-99-33,-38 99 40,1 1 0,0 0 0,1 0 0,0 0 0,1 1 0,0 0 0,12-10 0,-19 19-19,0 0 1,0 0 0,-1 0 0,1 0-1,1 0 1,-1 0 0,0 0 0,0 0 0,0 1-1,0-1 1,0 0 0,1 1 0,-1-1 0,0 1-1,1 0 1,-1-1 0,0 1 0,1 0 0,-1 0-1,0-1 1,1 1 0,-1 0 0,0 1 0,1-1-1,-1 0 1,0 0 0,1 1 0,-1-1-1,0 0 1,1 1 0,-1-1 0,0 1 0,0 0-1,1-1 1,-1 1 0,0 0 0,0 0 0,0 0-1,0 0 1,0 0 0,0 0 0,0 0 0,-1 0-1,1 0 1,0 0 0,0 0 0,-1 1-1,1-1 1,0 2 0,4 9-19,-1 0 0,0 0 0,0 0 1,1 18-1,-1-12 55,2 12-204,-5-21-75,1 0 0,-1-1 0,1 1 0,1 0 0,0-1 0,0 0 0,1 1 0,0-1 0,7 11-1,-5-16-3125,-3-3-1928</inkml:trace>
</inkml:ink>
</file>

<file path=ppt/ink/ink3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05.235"/>
    </inkml:context>
    <inkml:brush xml:id="br0">
      <inkml:brushProperty name="width" value="0.025" units="cm"/>
      <inkml:brushProperty name="height" value="0.025" units="cm"/>
    </inkml:brush>
  </inkml:definitions>
  <inkml:trace contextRef="#ctx0" brushRef="#br0">0 50 24663,'0'0'-32,"35"-49"-15695</inkml:trace>
</inkml:ink>
</file>

<file path=ppt/ink/ink3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31.925"/>
    </inkml:context>
    <inkml:brush xml:id="br0">
      <inkml:brushProperty name="width" value="0.025" units="cm"/>
      <inkml:brushProperty name="height" value="0.025" units="cm"/>
    </inkml:brush>
  </inkml:definitions>
  <inkml:trace contextRef="#ctx0" brushRef="#br0">14 862 5285,'-14'5'6836,"15"-1"-3047,1-4-3685,-1 0 0,0 0 0,1 0 0,-1-1 0,0 1 0,1 0-1,-1-1 1,0 1 0,0 0 0,1-1 0,-1 0 0,0 1 0,0-1 0,0 0-1,0 0 1,0 1 0,0-1 0,0 0 0,0 0 0,1-1 0,42-53 560,-2-2-1,57-102 1,-57 89-605,-22 37-57,92-163 2,-95 163-4,-2-1 0,-1-1-1,18-71 1,-30 95-1,0-1 0,-1 0 0,0 1 0,-1-17 0,0 28-1,0-1 0,-1 1 0,1-1 0,-1 1 0,1-1 0,0 1 0,-1 0 0,1-1 0,-1 1 0,1-1 0,-1 1 0,1 0 0,-1 0 0,1-1 0,-1 1 0,1 0 0,-1 0 1,1 0-1,-1 0 0,0-1 0,1 1 0,-1 0 0,1 0 0,-1 0 0,1 0 0,-1 0 0,0 0 0,1 1 0,-1-1 0,1 0 0,-1 0 0,1 0 0,-1 0 0,1 1 0,-1-1 0,1 0 0,-1 1 0,0-1 0,-23 11-92,17-7 87,1 1-1,-1 0 1,1 1 0,0-1 0,0 1 0,1 0-1,0 1 1,0-1 0,0 1 0,1 0 0,0 0-1,1 1 1,-1-1 0,1 1 0,1-1-1,-1 1 1,1 0 0,1 0 0,-1 0 0,1 0-1,1 1 1,0-1 0,0 0 0,0 0 0,1 0-1,0 0 1,1 0 0,0 0 0,0 0-1,1 0 1,0 0 0,0-1 0,0 0 0,1 1-1,1-1 1,8 11 0,57 52 2,-52-55 5,-1 2 1,0 0-1,-1 1 1,17 25-1,-30-38 2,0 1-1,0 0 0,0 0 0,0 0 0,-1 0 0,0 0 0,0 0 1,-1 1-1,0-1 0,0 1 0,0-1 0,-1 1 0,0-1 0,0 1 1,-1 0-1,0-1 0,0 1 0,0-1 0,-1 0 0,-2 8 0,0-6 8,0 0-1,-1-1 1,0 1 0,0-1-1,0 0 1,-1 0-1,0-1 1,-1 1-1,1-1 1,-1-1-1,0 1 1,0-1-1,-1-1 1,0 1 0,-15 6-1,7-5 0,0 0-1,0-1 1,-1 0 0,1-1-1,-1-1 1,0-1-1,-23 1 1,38-3-18,1 0 0,-1 0 0,1 0 0,-1 0 0,1 0 1,-1-1-1,1 1 0,-1 0 0,1-1 0,-1 1 0,1-1 0,0 1 0,-1-1 0,1 0 1,0 0-1,-1 1 0,1-1 0,0 0 0,0 0 0,0 0 0,0-1 0,0 1 0,0 0 1,0 0-1,-1-3 0,1 2-129,0-1 0,0 0 0,1 0 0,-1 0 0,1 0 0,0 0 0,0 0 1,0 0-1,0 0 0,0 0 0,1 0 0,0-4 0,3-8-1103,1 1-1,0 0 1,1-1 0,8-13-1,10-13-3006</inkml:trace>
</inkml:ink>
</file>

<file path=ppt/ink/ink3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32.411"/>
    </inkml:context>
    <inkml:brush xml:id="br0">
      <inkml:brushProperty name="width" value="0.025" units="cm"/>
      <inkml:brushProperty name="height" value="0.025" units="cm"/>
    </inkml:brush>
  </inkml:definitions>
  <inkml:trace contextRef="#ctx0" brushRef="#br0">1 83 8808,'0'0'1452,"0"-7"-186,0 2-999,0 0 0,0 0 0,0 1 0,1-1 0,0 0 1,0 1-1,3-9 0,-3 11-197,0 1 1,0-1-1,0 0 1,1 0-1,-1 0 0,1 1 1,-1-1-1,1 1 1,-1-1-1,1 1 1,0 0-1,0 0 0,0-1 1,0 1-1,0 0 1,0 1-1,0-1 1,0 0-1,0 1 0,0-1 1,0 1-1,0-1 1,4 1-1,-2-1-67,0 1 1,0-1-1,0 1 0,0 0 0,0 0 1,0 1-1,0-1 0,0 1 0,0 0 1,0 0-1,0 0 0,0 0 0,0 1 1,-1 0-1,1 0 0,-1 0 0,1 0 1,-1 0-1,0 1 0,6 4 0,-6-3-2,0 1 0,0 0 0,-1 0-1,1 0 1,-1 0 0,0 0 0,-1 0-1,1 0 1,-1 0 0,0 1 0,0-1-1,-1 1 1,1-1 0,-1 0 0,-1 7-1,-1-4 3,1 1 0,-2-1 0,1 0 0,-1 0 0,0 0-1,-1 0 1,0 0 0,0-1 0,0 0 0,-1 1 0,0-2-1,-1 1 1,0-1 0,-12 11 0,18-17-4,0 0 1,0 0-1,-1 1 0,1-1 1,0 0-1,0 0 0,0 0 1,0 1-1,-1-1 1,1 0-1,0 0 0,0 1 1,0-1-1,0 0 0,0 0 1,-1 1-1,1-1 0,0 0 1,0 0-1,0 1 0,0-1 1,0 0-1,0 0 1,0 1-1,0-1 0,0 0 1,0 1-1,0-1 0,0 0 1,0 0-1,1 1 0,-1-1 1,0 0-1,0 0 0,0 1 1,0-1-1,0 0 0,0 0 1,1 1-1,-1-1 1,0 0-1,0 0 0,0 0 1,1 0-1,-1 1 0,0-1 1,0 0-1,0 0 0,1 0 1,-1 0-1,0 0 0,0 1 1,1-1-1,-1 0 1,26 4-5,32-6 40,36-15 285,-16 1-1212,-25 12-4643,-46 4 976</inkml:trace>
</inkml:ink>
</file>

<file path=ppt/ink/ink3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32.803"/>
    </inkml:context>
    <inkml:brush xml:id="br0">
      <inkml:brushProperty name="width" value="0.025" units="cm"/>
      <inkml:brushProperty name="height" value="0.025" units="cm"/>
    </inkml:brush>
  </inkml:definitions>
  <inkml:trace contextRef="#ctx0" brushRef="#br0">8 20 64,'0'0'16634,"-8"2"-16505,16-1-78,0 0 0,0-1 0,0 0 1,0 0-1,0-1 0,0 0 0,0 0 1,0-1-1,12-3 0,31-5 61,-40 9-259,25-2 211,-17 6-2794,-17 1-1194,-2 4-704</inkml:trace>
</inkml:ink>
</file>

<file path=ppt/ink/ink3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32.991"/>
    </inkml:context>
    <inkml:brush xml:id="br0">
      <inkml:brushProperty name="width" value="0.025" units="cm"/>
      <inkml:brushProperty name="height" value="0.025" units="cm"/>
    </inkml:brush>
  </inkml:definitions>
  <inkml:trace contextRef="#ctx0" brushRef="#br0">1 39 9417,'0'0'3395,"62"0"-2050,-29-6-384,5 0-224,1 2-321,0 0-320,-3 1-63,-5 2-226,-9-4-3971,-9-4-6534</inkml:trace>
</inkml:ink>
</file>

<file path=ppt/ink/ink3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0.639"/>
    </inkml:context>
    <inkml:brush xml:id="br0">
      <inkml:brushProperty name="width" value="0.025" units="cm"/>
      <inkml:brushProperty name="height" value="0.025" units="cm"/>
    </inkml:brush>
  </inkml:definitions>
  <inkml:trace contextRef="#ctx0" brushRef="#br0">4 70 7431,'1'-41'2352,"0"13"549,-1 47-1449,-2 102-1123,-1-50 143,3 0 0,14 105 1,-4-135-476,-8-38-2860,-2-17-9224</inkml:trace>
</inkml:ink>
</file>

<file path=ppt/ink/ink3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1.341"/>
    </inkml:context>
    <inkml:brush xml:id="br0">
      <inkml:brushProperty name="width" value="0.025" units="cm"/>
      <inkml:brushProperty name="height" value="0.025" units="cm"/>
    </inkml:brush>
  </inkml:definitions>
  <inkml:trace contextRef="#ctx0" brushRef="#br0">491 1 8200,'0'0'6331,"-6"4"-6213,-104 85 320,13-8-343,37-41-77,42-30-11,1 1 1,1 0 0,0 2 0,0 0 0,-20 22-1,35-34-7,1 0-1,-1-1 0,1 1 1,0 0-1,-1-1 0,1 1 1,-1 0-1,1 0 0,0-1 1,-1 1-1,1 0 0,0 0 0,0 0 1,0-1-1,0 1 0,0 0 1,0 0-1,0 0 0,0 0 1,0-1-1,0 1 0,0 0 1,0 0-1,1 0 0,-1-1 0,0 1 1,1 0-1,-1 0 0,0-1 1,1 1-1,-1 0 0,1-1 1,-1 1-1,1 0 0,-1-1 1,1 1-1,0-1 0,-1 1 1,1-1-1,0 1 0,-1-1 0,1 1 1,0-1-1,0 0 0,-1 0 1,1 1-1,0-1 0,0 0 1,0 0-1,-1 0 0,1 0 1,0 1-1,1-1 0,52 8 60,-48-8-33,36 2 175,54 7 1087,-89-9-1221,-1 2 0,1-1 1,-1 1-1,0 0 0,0 0 0,0 1 1,0 0-1,0 0 0,0 0 0,-1 1 1,8 6-1,-11-8-62,-1 0 0,1 0-1,-1 0 1,0 1 0,1-1 0,-1 0 0,0 1 0,0-1-1,-1 1 1,1-1 0,0 1 0,-1-1 0,0 1-1,1-1 1,-1 1 0,0-1 0,-1 1 0,1 0 0,0-1-1,-1 1 1,1-1 0,-1 1 0,0-1 0,1 1 0,-1-1-1,-1 0 1,1 1 0,0-1 0,0 0 0,-1 0-1,-2 3 1,-4 6 9,-1 0 0,0 0 0,0-1 0,-14 11 0,-35 26 12,-101 61-1,51-38-17,107-70-8,1 0 0,0 0-1,-1 0 1,1 0 0,0 1 0,0-1 0,-1 0 0,1 0-1,0 0 1,-1 0 0,1 0 0,0 0 0,0 0 0,-1 1-1,1-1 1,0 0 0,0 0 0,-1 0 0,1 0 0,0 1-1,0-1 1,0 0 0,-1 0 0,1 1 0,0-1 0,0 0-1,0 1 1,0-1 0,0 0 0,-1 0 0,1 1 0,0-1-1,0 0 1,0 1 0,0-1 0,0 0 0,0 0 0,0 1-1,0-1 1,0 0 0,0 1 0,0-1 0,0 0 0,0 1-1,1-1 1,-1 0 0,0 0 0,0 1 0,0-1 0,0 0-1,0 0 1,1 1 0,-1-1 0,0 0 0,0 0 0,0 1-1,1-1 1,-1 0 0,1 0 0,27 4-22,40-10-10,263-84 1671,-330 120 85,3 105-1374,-1-52-1463,-2-29-2379,-1-30-1093</inkml:trace>
</inkml:ink>
</file>

<file path=ppt/ink/ink3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1.747"/>
    </inkml:context>
    <inkml:brush xml:id="br0">
      <inkml:brushProperty name="width" value="0.025" units="cm"/>
      <inkml:brushProperty name="height" value="0.025" units="cm"/>
    </inkml:brush>
  </inkml:definitions>
  <inkml:trace contextRef="#ctx0" brushRef="#br0">19 0 14029,'0'0'3977,"0"8"-3913,2 70 357,0-28-423,-2 0 1,-6 54 0,2-92-2131,-4-9-3354,4-3 1632</inkml:trace>
</inkml:ink>
</file>

<file path=ppt/ink/ink3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1.966"/>
    </inkml:context>
    <inkml:brush xml:id="br0">
      <inkml:brushProperty name="width" value="0.025" units="cm"/>
      <inkml:brushProperty name="height" value="0.025" units="cm"/>
    </inkml:brush>
  </inkml:definitions>
  <inkml:trace contextRef="#ctx0" brushRef="#br0">0 45 10890,'0'0'6406,"0"-43"-6278,7 41-95,1 2-1,2 0-64,3 2-385,-4 8-1441,0-1-2306,-3 0-1697</inkml:trace>
</inkml:ink>
</file>

<file path=ppt/ink/ink3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2.167"/>
    </inkml:context>
    <inkml:brush xml:id="br0">
      <inkml:brushProperty name="width" value="0.025" units="cm"/>
      <inkml:brushProperty name="height" value="0.025" units="cm"/>
    </inkml:brush>
  </inkml:definitions>
  <inkml:trace contextRef="#ctx0" brushRef="#br0">1 10 13965,'0'0'2467,"57"-2"-2051,-36-1-224,2 0-96,-2 2-96,-1 1 32,-4 0-736,-6 0-1987,-5 0-2562</inkml:trace>
</inkml:ink>
</file>

<file path=ppt/ink/ink3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2.362"/>
    </inkml:context>
    <inkml:brush xml:id="br0">
      <inkml:brushProperty name="width" value="0.025" units="cm"/>
      <inkml:brushProperty name="height" value="0.025" units="cm"/>
    </inkml:brush>
  </inkml:definitions>
  <inkml:trace contextRef="#ctx0" brushRef="#br0">0 98 6887,'0'0'7975,"52"-4"-6854,-22-4-288,1-2-417,3 0-288,-1 0-64,-1-1-64,-2 1-768,-3 0-2051,-4-2-2210,-3 0-3779</inkml:trace>
</inkml:ink>
</file>

<file path=ppt/ink/ink3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2.542"/>
    </inkml:context>
    <inkml:brush xml:id="br0">
      <inkml:brushProperty name="width" value="0.025" units="cm"/>
      <inkml:brushProperty name="height" value="0.025" units="cm"/>
    </inkml:brush>
  </inkml:definitions>
  <inkml:trace contextRef="#ctx0" brushRef="#br0">1 0 12396,'0'0'3811,"6"58"-2786,-6-32-224,0 3-192,0 2-417,0 4-96,0 0-64,0-4 32,0-3-352,5-9-2050,1-9-3908</inkml:trace>
</inkml:ink>
</file>

<file path=ppt/ink/ink3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3.841"/>
    </inkml:context>
    <inkml:brush xml:id="br0">
      <inkml:brushProperty name="width" value="0.025" units="cm"/>
      <inkml:brushProperty name="height" value="0.025" units="cm"/>
    </inkml:brush>
  </inkml:definitions>
  <inkml:trace contextRef="#ctx0" brushRef="#br0">0 297 3331,'0'0'3395,"2"-6"-3363,5-46 2044,-6 40-927,0-1 1,1 1-1,0 0 1,1 0 0,6-16-1,-8 25-996,0 1 0,1-1 0,-1 0 0,1 1 0,0-1 0,0 1-1,0-1 1,0 1 0,0 0 0,0 0 0,0 0 0,1 0 0,-1 0 0,1 1-1,0-1 1,0 1 0,-1 0 0,1-1 0,0 1 0,0 0 0,0 1-1,0-1 1,0 1 0,0-1 0,0 1 0,6 0 0,-7 1-154,0-1 1,1 1-1,-1 0 0,0 0 1,0 0-1,0 0 1,0 1-1,0-1 0,0 1 1,0-1-1,0 1 1,-1-1-1,1 1 0,-1 0 1,1 0-1,-1 0 1,1 0-1,-1 0 0,0 0 1,0 0-1,0 1 1,-1-1-1,1 0 0,0 0 1,0 4-1,13 63-15,-13-68 16,2 147 259,-3-144-241,1-24 0,1 0-1,1 1 0,1-1 0,0 1 0,2-1 1,0 2-1,17-35 0,-7 22-15,0 1-1,3 0 1,37-46-1,-55 75-1,0-1-1,0 1 0,0 0 0,0 0 0,0 0 0,1-1 0,-1 1 0,0 1 0,0-1 0,1 0 0,-1 0 0,1 0 0,-1 1 0,0-1 0,1 0 0,-1 1 1,1 0-1,0-1 0,-1 1 0,1 0 0,-1 0 0,1 0 0,-1 0 0,1 0 0,0 0 0,-1 0 0,1 0 0,-1 1 0,1-1 0,-1 1 0,1-1 0,-1 1 1,1 0-1,-1-1 0,1 1 0,-1 0 0,0 0 0,0 0 0,1 0 0,-1 0 0,0 0 0,0 0 0,1 3 0,6 5-10,0 1-1,-1 0 0,-1 0 0,9 18 1,-11-20 9,8 15-814,-1 1 0,-1 0 0,-2 1-1,0 0 1,-1 0 0,-2 1 0,-1 0 0,2 33-1,-6-42-5866</inkml:trace>
</inkml:ink>
</file>

<file path=ppt/ink/ink3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4.373"/>
    </inkml:context>
    <inkml:brush xml:id="br0">
      <inkml:brushProperty name="width" value="0.025" units="cm"/>
      <inkml:brushProperty name="height" value="0.025" units="cm"/>
    </inkml:brush>
  </inkml:definitions>
  <inkml:trace contextRef="#ctx0" brushRef="#br0">243 1 11563,'-25'0'288,"-6"2"1025,-1 21-512,-3 14-320,2 10-193,2 9-96,4 7 289,9 5-97,8 2-256,10-4-64,5-5 0,16-9-64,8-9 64,6-15-128,4-13-769,2-8-416,1-7-2306,-4-11-1250</inkml:trace>
</inkml:ink>
</file>

<file path=ppt/ink/ink3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4.623"/>
    </inkml:context>
    <inkml:brush xml:id="br0">
      <inkml:brushProperty name="width" value="0.025" units="cm"/>
      <inkml:brushProperty name="height" value="0.025" units="cm"/>
    </inkml:brush>
  </inkml:definitions>
  <inkml:trace contextRef="#ctx0" brushRef="#br0">1 10 13805,'0'0'2851,"45"-9"-2755,-13 28 160,7 5 32,0 4-127,5 4-97,-5 1-32,-4 0-32,-2-4 32,-6-4-128,-5-5-1154,-4-8-703,-3-7-1635,-6-5 193</inkml:trace>
</inkml:ink>
</file>

<file path=ppt/ink/ink3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4.920"/>
    </inkml:context>
    <inkml:brush xml:id="br0">
      <inkml:brushProperty name="width" value="0.025" units="cm"/>
      <inkml:brushProperty name="height" value="0.025" units="cm"/>
    </inkml:brush>
  </inkml:definitions>
  <inkml:trace contextRef="#ctx0" brushRef="#br0">200 0 9929,'0'0'6663,"-55"34"-6503,35 6 96,-2 7-96,1 8-128,2 3 0,1 0-32,3 0-32,4-6-512,-1-7-2371,6-12-2466</inkml:trace>
</inkml:ink>
</file>

<file path=ppt/ink/ink3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5.168"/>
    </inkml:context>
    <inkml:brush xml:id="br0">
      <inkml:brushProperty name="width" value="0.025" units="cm"/>
      <inkml:brushProperty name="height" value="0.025" units="cm"/>
    </inkml:brush>
  </inkml:definitions>
  <inkml:trace contextRef="#ctx0" brushRef="#br0">7 1 10378,'0'0'8136,"3"50"-8104,-3-24 32,0 3-32,0 2 0,0 0-32,0 3 0,0-1-32,0-7-1954,-5-7-3780,0-8 449</inkml:trace>
</inkml:ink>
</file>

<file path=ppt/ink/ink3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5.355"/>
    </inkml:context>
    <inkml:brush xml:id="br0">
      <inkml:brushProperty name="width" value="0.025" units="cm"/>
      <inkml:brushProperty name="height" value="0.025" units="cm"/>
    </inkml:brush>
  </inkml:definitions>
  <inkml:trace contextRef="#ctx0" brushRef="#br0">8 15 13965,'0'0'673,"-7"-15"-5414</inkml:trace>
</inkml:ink>
</file>

<file path=ppt/ink/ink3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5.621"/>
    </inkml:context>
    <inkml:brush xml:id="br0">
      <inkml:brushProperty name="width" value="0.025" units="cm"/>
      <inkml:brushProperty name="height" value="0.025" units="cm"/>
    </inkml:brush>
  </inkml:definitions>
  <inkml:trace contextRef="#ctx0" brushRef="#br0">0 151 15727,'0'0'320,"44"-3"-352,-13-2 64,8-1 256,9-1-63,5-3-1,4-1-96,0-2-128,-1 0 0,-6-2-96,-5-2-1634,-9-6-2914,-10-5-2691</inkml:trace>
</inkml:ink>
</file>

<file path=ppt/ink/ink3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5.901"/>
    </inkml:context>
    <inkml:brush xml:id="br0">
      <inkml:brushProperty name="width" value="0.025" units="cm"/>
      <inkml:brushProperty name="height" value="0.025" units="cm"/>
    </inkml:brush>
  </inkml:definitions>
  <inkml:trace contextRef="#ctx0" brushRef="#br0">0 1 7175,'0'0'9652,"4"11"-9466,9 34 60,-2 1 0,6 63-1,-8-48-103,19 71-1,-8-82 160,-19-48-460,0 0 0,0 0 0,0-1 1,1 1-1,-1 0 0,0 0 0,1-1 0,-1 1 1,1-1-1,-1 1 0,1-1 0,0 0 1,0 0-1,0 1 0,0-1 0,-1 0 1,1-1-1,0 1 0,1 0 0,-1 0 0,4 0 1,-6-1 31,0 0 1,0 0 0,0 0-1,1 0 1,-1 0 0,0 0-1,0 0 1,1 0 0,-1 0-1,0 0 1,0-1 0,1 1-1,-1 0 1,0 0 0,0 0-1,0 0 1,1 0 0,-1 0-1,0 0 1,0-1 0,0 1-1,1 0 1,-1 0-1,0 0 1,0 0 0,0-1-1,0 1 1,0 0 0,1 0-1,-1 0 1,0-1 0,0 1-1,0 0 1,0 0 0,0-1-1,0 1 1,0 0 0,0 0-1,0-1 1,0 1 0,0 0-1,0-11-3898</inkml:trace>
</inkml:ink>
</file>

<file path=ppt/ink/ink3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6.182"/>
    </inkml:context>
    <inkml:brush xml:id="br0">
      <inkml:brushProperty name="width" value="0.025" units="cm"/>
      <inkml:brushProperty name="height" value="0.025" units="cm"/>
    </inkml:brush>
  </inkml:definitions>
  <inkml:trace contextRef="#ctx0" brushRef="#br0">308 0 13036,'0'0'3428,"-22"56"-3268,5-11 416,-6 11 1,-7 5-257,-2 3-160,-3 0-64,1-3-96,5-9 32,1-9-64,8-9-352,6-11-1730,2-12-1537,1-11-2147</inkml:trace>
</inkml:ink>
</file>

<file path=ppt/ink/ink3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6.506"/>
    </inkml:context>
    <inkml:brush xml:id="br0">
      <inkml:brushProperty name="width" value="0.025" units="cm"/>
      <inkml:brushProperty name="height" value="0.025" units="cm"/>
    </inkml:brush>
  </inkml:definitions>
  <inkml:trace contextRef="#ctx0" brushRef="#br0">0 72 11403,'0'0'6598,"72"-9"-6534,-28 5-32,7 0-32,4 0 32,-2-1-64,-4-5-1121,-6-3-2210,-11-10-3331</inkml:trace>
</inkml:ink>
</file>

<file path=ppt/ink/ink3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6.742"/>
    </inkml:context>
    <inkml:brush xml:id="br0">
      <inkml:brushProperty name="width" value="0.025" units="cm"/>
      <inkml:brushProperty name="height" value="0.025" units="cm"/>
    </inkml:brush>
  </inkml:definitions>
  <inkml:trace contextRef="#ctx0" brushRef="#br0">166 1 14542,'0'0'352,"34"61"-352,-18-11 320,2 17 449,-5 16-160,-11 15-1,-2 7-127,-15 3-193,-10-2-192,-5-8-32,0-13-64,2-14 0,4-15-32,-1-15-96,2-14-641,-1-13-1409,-1-14-3779</inkml:trace>
</inkml:ink>
</file>

<file path=ppt/ink/ink3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7.158"/>
    </inkml:context>
    <inkml:brush xml:id="br0">
      <inkml:brushProperty name="width" value="0.025" units="cm"/>
      <inkml:brushProperty name="height" value="0.025" units="cm"/>
    </inkml:brush>
  </inkml:definitions>
  <inkml:trace contextRef="#ctx0" brushRef="#br0">0 43 14029,'0'0'1020,"9"-7"-230,-5 3-765,0 0 0,1 1 0,0 0 0,0 0 0,0 0 0,0 0 0,0 1 0,0 0 0,1 0 0,-1 0 1,1 1-1,0 0 0,-1 0 0,1 0 0,0 1 0,0 0 0,-1 0 0,1 0 0,0 1 0,-1-1 0,1 2 0,0-1 0,-1 0 0,1 1 0,8 4 0,-10-4-26,0 0 0,0 0 0,0 1-1,0-1 1,-1 1 0,1 0 0,-1 0-1,1 0 1,-1 0 0,0 1 0,0-1-1,-1 1 1,1 0 0,-1 0 0,0 0-1,0 0 1,0 0 0,0 0 0,-1 0-1,1 1 1,-1-1 0,-1 1 0,1-1-1,0 1 1,-1-1 0,0 1 0,0-1-1,0 1 1,-1 0 0,0-1 0,0 1 0,0-1-1,0 0 1,0 1 0,-1-1 0,0 0-1,0 0 1,0 0 0,-1 0 0,1 0-1,-1 0 1,-4 4 0,-8 7 7,0 0-1,-1-2 1,0 0 0,-31 19-1,4-3 47,43-29-50,0 0 1,1 0-1,-1 0 1,0 0-1,0 0 1,0 0-1,1 0 1,-1 0-1,0 0 1,0 1-1,0-1 1,1 0-1,-1 0 1,0 0-1,0 0 0,0 0 1,0 0-1,1 0 1,-1 1-1,0-1 1,0 0-1,0 0 1,0 0-1,0 0 1,1 1-1,-1-1 1,0 0-1,0 0 1,0 0-1,0 1 0,0-1 1,0 0-1,0 0 1,0 0-1,0 1 1,0-1-1,0 0 1,0 0-1,0 0 1,0 1-1,0-1 1,0 0-1,0 0 1,0 1-1,0-1 1,0 0-1,0 0 0,0 0 1,0 1-1,0-1 1,-1 0-1,1 0 1,0 0-1,0 0 1,0 1-1,0-1 1,0 0-1,-1 0 1,1 0-1,0 0 1,27 1 158,-20-2-78,342 0-729,-274-2-4954</inkml:trace>
</inkml:ink>
</file>

<file path=ppt/ink/ink3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7.904"/>
    </inkml:context>
    <inkml:brush xml:id="br0">
      <inkml:brushProperty name="width" value="0.025" units="cm"/>
      <inkml:brushProperty name="height" value="0.025" units="cm"/>
    </inkml:brush>
  </inkml:definitions>
  <inkml:trace contextRef="#ctx0" brushRef="#br0">0 756 13869,'0'0'2765,"9"-4"-1681,63-26-131,145-37 1,-135 44-453,1488-359 1751,-905 233-2145,-555 123-380,123-27 664,-78 32-4251,-187 24-635,-31 7-2514</inkml:trace>
</inkml:ink>
</file>

<file path=ppt/ink/ink3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8.607"/>
    </inkml:context>
    <inkml:brush xml:id="br0">
      <inkml:brushProperty name="width" value="0.025" units="cm"/>
      <inkml:brushProperty name="height" value="0.025" units="cm"/>
    </inkml:brush>
  </inkml:definitions>
  <inkml:trace contextRef="#ctx0" brushRef="#br0">47 276 6919,'0'0'2509,"-7"-8"-524,3 3-1513,-1-1-1,1 0 0,0 0 1,1 0-1,-1 0 0,1-1 1,1 1-1,-5-13 0,6 15-316,1 1 0,-1-1 0,0 0 0,1 0 0,0 0 0,0 0 0,0 0 0,0 1-1,1-1 1,0 0 0,0 0 0,0 0 0,0 1 0,0-1 0,1 0 0,-1 1 0,1 0 0,0-1 0,0 1 0,0 0-1,4-5 1,-2 5-131,-1-1-1,1 1 0,-1 0 0,1 0 1,0 0-1,0 0 0,0 1 0,0-1 1,1 1-1,-1 0 0,1 1 0,-1-1 1,1 1-1,-1-1 0,1 2 1,0-1-1,0 0 0,0 1 0,0 0 1,-1 0-1,1 0 0,0 1 0,0 0 1,0-1-1,-1 2 0,1-1 0,-1 1 1,7 2-1,-4-1-14,0 1-1,0 0 1,-1 1 0,1-1-1,-1 1 1,0 0 0,0 1-1,-1 0 1,0-1 0,0 2-1,0-1 1,-1 0 0,1 1-1,-2 0 1,1 0 0,4 12-1,-4-3 2,0 0 0,-1 1 0,-1-1 0,0 0-1,-1 21 1,-1-30-1,0 1-1,-1-1 1,1 0-1,-1 1 1,-1-1-1,1 0 1,-1 0-1,-1 0 1,1 0 0,-1-1-1,0 1 1,-1-1-1,0 1 1,-5 5-1,9-11 12,0-1 0,0 1 0,-1-1 0,1 1 0,0-1 0,-1 1 0,1-1-1,0 0 1,-1 1 0,1-1 0,0 0 0,-1 1 0,1-1 0,-1 0 0,1 1 0,-1-1-1,1 0 1,-1 0 0,1 0 0,-1 0 0,1 1 0,-1-1 0,1 0 0,-1 0 0,1 0-1,-1 0 1,1 0 0,-1 0 0,1 0 0,-1 0 0,1 0 0,-1-1 0,1 1 0,-1 0-1,1 0 1,-1 0 0,1 0 0,-1-1 0,1 1 0,-1 0 0,1-1 0,0 1 0,-1 0-1,1-1 1,-1 1 0,1 0 0,0-1 0,-1 1 0,1-1 0,0 1 0,0-1 0,-1 1 0,1-1-1,0 1 1,0 0 0,0-1 0,0 0 0,-1 1 0,1-1 0,0 0 0,-5-34 645,6 17-646,0-1-1,1 1 1,1 0-1,1 1 1,0-1-1,1 0 1,1 1-1,1 0 1,0 1-1,1-1 1,1 2-1,1-1 0,0 1 1,1 0-1,0 1 1,1 1-1,1 0 1,0 0-1,1 1 1,0 1-1,1 0 1,0 1-1,17-8 1,-28 16-8,1 0 0,-1 0 0,1 0 1,-1 1-1,1 0 0,0 0 0,0 0 1,0 0-1,-1 1 0,1 0 0,0 0 1,0 0-1,0 1 0,0-1 0,-1 1 1,1 0-1,0 1 0,8 2 0,-8 0 0,0-1 0,1 1 0,-1 0 0,-1 0 0,1 0-1,-1 1 1,0 0 0,0 0 0,0 0 0,0 0 0,-1 1 0,4 9-1,4 11 9,-2 1 1,0 1-1,-2-1 0,-2 2 0,3 29 0,-5-30-184,1 17-100,5-21-5769</inkml:trace>
</inkml:ink>
</file>

<file path=ppt/ink/ink3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8.827"/>
    </inkml:context>
    <inkml:brush xml:id="br0">
      <inkml:brushProperty name="width" value="0.025" units="cm"/>
      <inkml:brushProperty name="height" value="0.025" units="cm"/>
    </inkml:brush>
  </inkml:definitions>
  <inkml:trace contextRef="#ctx0" brushRef="#br0">1 262 15567,'0'0'1569,"54"-43"-608,-21 25 609,8-1-321,6 2-577,1-1-127,5 2-353,-2 4-192,-5 0 32,0 2-64,-1-4-993,-3-6-1249,-1-9-2114,1-5-3524</inkml:trace>
</inkml:ink>
</file>

<file path=ppt/ink/ink3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48.998"/>
    </inkml:context>
    <inkml:brush xml:id="br0">
      <inkml:brushProperty name="width" value="0.025" units="cm"/>
      <inkml:brushProperty name="height" value="0.025" units="cm"/>
    </inkml:brush>
  </inkml:definitions>
  <inkml:trace contextRef="#ctx0" brushRef="#br0">0 1 17649,'0'0'512,"12"48"-256,-5-16 1058,0 6-1,2 8-512,-1 6-225,2 3-480,2 3-32,-2 2-64,-2-1-64,-2-10-2370,-3-14-2531</inkml:trace>
</inkml:ink>
</file>

<file path=ppt/ink/ink3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22.581"/>
    </inkml:context>
    <inkml:brush xml:id="br0">
      <inkml:brushProperty name="width" value="0.025" units="cm"/>
      <inkml:brushProperty name="height" value="0.025" units="cm"/>
    </inkml:brush>
  </inkml:definitions>
  <inkml:trace contextRef="#ctx0" brushRef="#br0">0 566 2306,'0'0'4548,"9"5"523,-1-5-5486,134-42 1672,-45 12-902,1555-385 515,-1562 394-865,-14 2 30,1 4 0,1 2-1,91-2 1,-169 15-81,0 0 0,1 0 0,-1 0 0,0 0 0,1-1 0,-1 1 0,0 0 0,1 0 0,-1 0 0,1 0 0,-1 0 0,0 0 0,1 0 0,-1 1 0,1-1 0,-1 0-1,0 0 1,1 0 0,-1 0 0,0 0 0,1 1 0,-1-1 0,0 0 0,1 0 0,-1 0 0,0 1 0,0-1 0,1 0 0,-1 1 0,0-1 0,0 0 0,1 0 0,-1 1 0,0-1 0,0 0 0,0 1 0,1-1 0,-1 1 0,0-1 0,0 0 0,0 1 0,0-1 0,0 0 0,0 1 0,0-1 0,0 1-1,-14 15-3992,-8-4-819</inkml:trace>
</inkml:ink>
</file>

<file path=ppt/ink/ink3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23.190"/>
    </inkml:context>
    <inkml:brush xml:id="br0">
      <inkml:brushProperty name="width" value="0.025" units="cm"/>
      <inkml:brushProperty name="height" value="0.025" units="cm"/>
    </inkml:brush>
  </inkml:definitions>
  <inkml:trace contextRef="#ctx0" brushRef="#br0">0 518 2146,'0'0'9209,"15"-6"-8553,113-38 681,259-51-1,-250 65-1105,1754-305 741,-1789 327-6406</inkml:trace>
</inkml:ink>
</file>

<file path=ppt/ink/ink3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33.164"/>
    </inkml:context>
    <inkml:brush xml:id="br0">
      <inkml:brushProperty name="width" value="0.025" units="cm"/>
      <inkml:brushProperty name="height" value="0.025" units="cm"/>
    </inkml:brush>
  </inkml:definitions>
  <inkml:trace contextRef="#ctx0" brushRef="#br0">51 1 673,'-8'3'2531,"-16"8"366,21-3 963,3-7-3798,0-1-1,-1 1 0,1-1 0,0 1 0,0-1 0,0 0 0,0 1 0,-1-1 0,1 1 0,0-1 0,0 0 0,0 1 0,-1-1 1,1 0-1,0 1 0,-1-1 0,1 0 0,0 0 0,-1 1 0,1-1 0,-1 0 0,1 0 0,0 1 0,-1-1 0,1 0 1,-1 0-1,1 0 0,0 0 0,-1 0 0,1 0 0,-1 0 0,1 0 0,-1 0 0,1 0 0,0 0 0,-1 0 0,1 0 1,-1 0-1,1 0 0,-1 0 0,1 0 0,-1-1 0,1 8-118,-1 2-827,1-6-4021</inkml:trace>
</inkml:ink>
</file>

<file path=ppt/ink/ink3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34.957"/>
    </inkml:context>
    <inkml:brush xml:id="br0">
      <inkml:brushProperty name="width" value="0.025" units="cm"/>
      <inkml:brushProperty name="height" value="0.025" units="cm"/>
    </inkml:brush>
  </inkml:definitions>
  <inkml:trace contextRef="#ctx0" brushRef="#br0">19 0 2947,'0'0'3582,"-1"5"4019,0-2-7504,0-3-103,0 0 0,0 1-1,0-1 1,1 1 0,-1-1 0,0 1 0,0-1 0,0 1 0,1-1 0,-1 1-1,0 0 1,1-1 0,-1 1 0,1 0 0,-1 0 0,1 0 0,-1-1 0,1 1-1,0 0 1,-1 0 0,1 0 0,0 0 0,-1 1 0,0 7-3632</inkml:trace>
</inkml:ink>
</file>

<file path=ppt/ink/ink3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35.485"/>
    </inkml:context>
    <inkml:brush xml:id="br0">
      <inkml:brushProperty name="width" value="0.025" units="cm"/>
      <inkml:brushProperty name="height" value="0.025" units="cm"/>
    </inkml:brush>
  </inkml:definitions>
  <inkml:trace contextRef="#ctx0" brushRef="#br0">19 1 6246,'0'0'2007,"-7"9"-1956,1-4-3252,1-5-1133</inkml:trace>
</inkml:ink>
</file>

<file path=ppt/ink/ink3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36.192"/>
    </inkml:context>
    <inkml:brush xml:id="br0">
      <inkml:brushProperty name="width" value="0.025" units="cm"/>
      <inkml:brushProperty name="height" value="0.025" units="cm"/>
    </inkml:brush>
  </inkml:definitions>
  <inkml:trace contextRef="#ctx0" brushRef="#br0">19 0 4100,'0'0'8611,"-16"14"-5720,13-10-6546,10-7-44,5-10-1474</inkml:trace>
</inkml:ink>
</file>

<file path=ppt/ink/ink3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36.800"/>
    </inkml:context>
    <inkml:brush xml:id="br0">
      <inkml:brushProperty name="width" value="0.025" units="cm"/>
      <inkml:brushProperty name="height" value="0.025" units="cm"/>
    </inkml:brush>
  </inkml:definitions>
  <inkml:trace contextRef="#ctx0" brushRef="#br0">11 0 3587,'0'0'3828,"0"5"-3439,-2-3-3063,-6-2-2136</inkml:trace>
</inkml:ink>
</file>

<file path=ppt/ink/ink3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38.075"/>
    </inkml:context>
    <inkml:brush xml:id="br0">
      <inkml:brushProperty name="width" value="0.025" units="cm"/>
      <inkml:brushProperty name="height" value="0.025" units="cm"/>
    </inkml:brush>
  </inkml:definitions>
  <inkml:trace contextRef="#ctx0" brushRef="#br0">10 133 3748,'-9'-1'3759,"8"-2"-1506,18-7-832,32-8-831,69-18 379,158-29 0,-258 65-3600,-32 11-1593,-9 1 1790</inkml:trace>
</inkml:ink>
</file>

<file path=ppt/ink/ink3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38.310"/>
    </inkml:context>
    <inkml:brush xml:id="br0">
      <inkml:brushProperty name="width" value="0.025" units="cm"/>
      <inkml:brushProperty name="height" value="0.025" units="cm"/>
    </inkml:brush>
  </inkml:definitions>
  <inkml:trace contextRef="#ctx0" brushRef="#br0">0 119 4805,'0'0'4249,"12"0"-2669,58-8-525,0-2 0,110-32 0,-35 7-958,-109 27-413,20-4 654,-37 9-8090,-38 3 3284</inkml:trace>
</inkml:ink>
</file>

<file path=ppt/ink/ink3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39.499"/>
    </inkml:context>
    <inkml:brush xml:id="br0">
      <inkml:brushProperty name="width" value="0.025" units="cm"/>
      <inkml:brushProperty name="height" value="0.025" units="cm"/>
    </inkml:brush>
  </inkml:definitions>
  <inkml:trace contextRef="#ctx0" brushRef="#br0">8 1 6150,'-7'5'3942,"8"-2"-3644,16 0-3342,-4-3-362</inkml:trace>
</inkml:ink>
</file>

<file path=ppt/ink/ink3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40.138"/>
    </inkml:context>
    <inkml:brush xml:id="br0">
      <inkml:brushProperty name="width" value="0.025" units="cm"/>
      <inkml:brushProperty name="height" value="0.025" units="cm"/>
    </inkml:brush>
  </inkml:definitions>
  <inkml:trace contextRef="#ctx0" brushRef="#br0">39 0 10186,'0'0'427,"-3"1"-374,0 0-687,1 0 884,1-1 0,-1 1 0,1-1-1,0 0 1,-1 1 0,1-1 0,-1 0-1,1 0 1,-1 0 0,0 0 0,1 0-1,-1 0 1,1-1 0,-1 1 0,1 0 0,0-1-1,-1 1 1,1-1 0,-3-1 0,6 31-8381,-1-24 5494</inkml:trace>
</inkml:ink>
</file>

<file path=ppt/ink/ink3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04.886"/>
    </inkml:context>
    <inkml:brush xml:id="br0">
      <inkml:brushProperty name="width" value="0.025" units="cm"/>
      <inkml:brushProperty name="height" value="0.025" units="cm"/>
    </inkml:brush>
  </inkml:definitions>
  <inkml:trace contextRef="#ctx0" brushRef="#br0">116 25 5541,'0'0'7116,"8"3"-6464,8-1-305,1 0 1,-1-2-1,1 0 1,0 0-1,-1-1 1,1-1-1,30-9 1,25 0 101,107 4-146,-151 7-296,-24 0-10,-1 0 0,1 1 1,0-1-1,0 1 0,-1-1 1,1 1-1,-1 0 0,1 1 0,-1-1 1,1 1-1,-1-1 0,0 1 0,5 4 1,-7-5 6,0 0 1,0 0-1,0 0 0,0 0 1,0 0-1,-1 0 1,1 1-1,0-1 1,-1 0-1,1 0 0,-1 1 1,0-1-1,1 0 1,-1 1-1,0-1 1,0 1-1,0-1 0,0 0 1,0 1-1,0-1 1,0 0-1,0 1 1,0-1-1,-1 1 0,1-1 1,-1 0-1,1 0 1,-1 1-1,1-1 0,-1 0 1,0 0-1,0 1 1,1-1-1,-1 0 1,0 0-1,0 0 0,0 0 1,0 0-1,-2 0 1,-47 58 298,3 2 0,-48 80-1,-65 143 869,-74 114 444,216-375-1639,7-7 725,39-26-246,2-3-416,1 1 1,0 2-1,0 1 1,50-8 0,134-6 441,-151 18-258,210-8 421,-70 6-493,-204 7-157,1 0 0,0 0 0,-1-1-1,1 1 1,-1 0 0,0 0 0,1-1-1,-1 1 1,1 0 0,-1-1 0,1 1-1,-1 0 1,0-1 0,1 1 0,-1-1 0,0 1-1,1-1 1,-1 1 0,0-1 0,1 1-1,-1-1 1,0 1 0,0-1 0,0 1-1,0-1 1,0 1 0,1-1 0,-1 1 0,0-1-1,0 0 1,0 1 0,0-1 0,-1 1-1,1-1 1,0 1 0,0-1 0,0 1-1,0-1 1,-1 1 0,1-1 0,0 1 0,0-1-1,-1 1 1,1-1 0,0 1 0,-1-1-1,-14-24-3944,5 17 300,-2-2-2675</inkml:trace>
</inkml:ink>
</file>

<file path=ppt/ink/ink3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06.820"/>
    </inkml:context>
    <inkml:brush xml:id="br0">
      <inkml:brushProperty name="width" value="0.025" units="cm"/>
      <inkml:brushProperty name="height" value="0.025" units="cm"/>
    </inkml:brush>
  </inkml:definitions>
  <inkml:trace contextRef="#ctx0" brushRef="#br0">24 164 3748,'0'0'3710,"9"-4"-3278,416-139 3903,-414 140-4331,-3 0 5,0 0 0,0 1 0,0 0-1,1 1 1,-1 0 0,1 0 0,-1 1 0,1 0 0,-1 0-1,10 2 1,-18-1-10,1 0-1,0 0 0,-1 0 1,1 0-1,-1 0 0,1 0 1,-1 0-1,0 1 0,1-1 1,-1 0-1,0 0 0,0 0 1,0 0-1,0 1 0,0-1 0,0 0 1,0 0-1,0 0 0,0 0 1,0 1-1,-1 1 0,-7 27 98,-7 6 135,-33 59-1,-6 11 24,-54 193 942,-20 47-739,108-304-411,-1 0 0,-2-2-1,-2 0 1,-2-2 0,-57 64 0,71-88 493,26-24 674,17-14-905,6 3-190,0 2 0,1 2 0,1 2 0,1 1-1,80-18 1,-46 19 24,0 3-1,109 0 1,-169 10-53,0-1-1,0 0 1,0 0 0,0-1 0,0-1 0,0-1-1,14-5 1,-23 7-220,0 0 0,0 0 1,0 0-1,-1 0 0,1-1 0,-1 0 0,1 0 0,-1 0 0,0 0 0,0 0 1,-1-1-1,1 1 0,2-6 0,-3 5-469,0 0 1,-1 0 0,1-1-1,-1 1 1,0-1-1,0 1 1,-1-1 0,1 1-1,-1-6 1,0-5-4323</inkml:trace>
</inkml:ink>
</file>

<file path=ppt/ink/ink3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07.258"/>
    </inkml:context>
    <inkml:brush xml:id="br0">
      <inkml:brushProperty name="width" value="0.025" units="cm"/>
      <inkml:brushProperty name="height" value="0.025" units="cm"/>
    </inkml:brush>
  </inkml:definitions>
  <inkml:trace contextRef="#ctx0" brushRef="#br0">0 5 2883,'0'0'4313,"9"-2"-3699,-4 1-490,0 0 0,0 0 0,0 1 0,0 0 0,0 0 0,0 1 0,0-1 0,0 1 0,0 0 0,0 0 0,0 1 0,-1-1 0,1 1 0,0 0 0,-1 0 0,0 1 0,1-1 0,-1 1 0,0 0 0,0 0 0,6 8 0,12 10 234,-2 2 1,-1 1-1,0 0 0,-2 1 1,-1 1-1,-1 1 1,-2 0-1,19 49 0,-8-4-93,-3 1 0,14 99 0,-21-89-216,-3 0 0,-5 0 0,-3 0 0,-11 122 0,5-180-28,-2-1 0,0 1-1,-2-1 1,-17 43-1,18-55-387,0 1-1,-1-1 1,0-1-1,-1 1 1,0-1-1,0 0 1,-2-1-1,1 0 1,-1 0-1,-14 9 1,-24 8-4155</inkml:trace>
</inkml:ink>
</file>

<file path=ppt/ink/ink3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07.694"/>
    </inkml:context>
    <inkml:brush xml:id="br0">
      <inkml:brushProperty name="width" value="0.025" units="cm"/>
      <inkml:brushProperty name="height" value="0.025" units="cm"/>
    </inkml:brush>
  </inkml:definitions>
  <inkml:trace contextRef="#ctx0" brushRef="#br0">681 4 6598,'-11'-1'1260,"2"1"-1138,1-2-94,-1 2-1,0-1 1,0 1-1,1 1 1,-1 0 0,0 0-1,1 1 1,-1-1-1,1 2 1,-1-1-1,1 2 1,-9 3 0,-4 8 280,1 1 1,0 1 0,1 1-1,1 0 1,1 1 0,1 1 0,0 1-1,-13 23 1,-10 24 573,-40 98 1,29-48-539,6 1 1,5 3-1,6 1 1,5 2 0,5 1-1,6 1 1,6 0 0,9 249-1,11-282-612,5-1 0,3 0 0,5-2 0,60 162 0,-48-176-3709,0-18-2781</inkml:trace>
</inkml:ink>
</file>

<file path=ppt/ink/ink3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09.928"/>
    </inkml:context>
    <inkml:brush xml:id="br0">
      <inkml:brushProperty name="width" value="0.025" units="cm"/>
      <inkml:brushProperty name="height" value="0.025" units="cm"/>
    </inkml:brush>
  </inkml:definitions>
  <inkml:trace contextRef="#ctx0" brushRef="#br0">4 1175 5765,'0'0'1976,"-4"-4"-1619,5 17-310,1-1 0,0 1 0,0 0 0,1-1 0,1 0 0,0 1 0,1-1 0,7 12 0,6 10 99,31 43 1,-40-65-77,0 0 0,1-1 0,0 0 1,1-1-1,0 0 0,1-1 0,0 0 1,1-1-1,-1 0 0,1-1 0,1 0 1,-1-1-1,1-1 0,1 0 0,26 5 1,10-2 210,-1-3 1,1-1 0,67-6 0,-42 1-131,82-7 705,266-48 0,-331 41-753,547-107 761,111-17-105,496 29-212,6 83-69,-794 21-104,1651-125 1158,-655-42-774,-1423 169-734,213-35 89,-193 28 76,1-2 0,77-32 0,-121 41-115,-1 1-1,0-1 0,0-1 1,0 0-1,0 0 0,-1 0 1,0-1-1,0 0 0,0 0 1,-1-1-1,10-13 0,-10 9-24,0 1 0,-1-1-1,0-1 1,-1 1 0,-1-1 0,0 1-1,0-1 1,1-18 0,62-388-118,-61 395 91,-1-1-386,-12 39-10,-8 19 382,0-1-1,-3-1 1,0-1-1,-2-1 1,-2 0-1,0-2 1,-2-1-1,-1 0 0,-50 38 1,76-64-7,0-1 1,0 0-1,0 0 1,0 1-1,0-1 1,-1 0-1,1 0 0,0 1 1,0-1-1,0 0 1,0 0-1,0 0 1,-1 1-1,1-1 0,0 0 1,0 0-1,0 0 1,0 1-1,-1-1 1,1 0-1,0 0 0,0 0 1,-1 0-1,1 0 1,0 0-1,0 1 1,-1-1-1,1 0 0,0 0 1,0 0-1,-1 0 1,1 0-1,0 0 1,0 0-1,-1 0 0,1 0 1,0 0-1,0 0 1,-1 0-1,1-1 1,0 1-1,0 0 0,-1 0 1,1 0-1,0 0 1,0 0-1,0 0 1,-1 0-1,1-1 0,0 1 1,0 0-1,-1 0 1,8-17 143,19-23 61,72-77-589,29-38-195,-118 144 469,-8 18-118,2 17-13,19 12 250,1-1 0,2-1 0,47 51 0,-32-40 99,1-5-782,-51-64-5338</inkml:trace>
</inkml:ink>
</file>

<file path=ppt/ink/ink3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42.290"/>
    </inkml:context>
    <inkml:brush xml:id="br0">
      <inkml:brushProperty name="width" value="0.025" units="cm"/>
      <inkml:brushProperty name="height" value="0.025" units="cm"/>
    </inkml:brush>
  </inkml:definitions>
  <inkml:trace contextRef="#ctx0" brushRef="#br0">60 0 1089,'0'0'4586,"-4"1"-4202,3 0-357,-1-1-8,0 1 1,-1-1-1,1 1 1,0-1-1,0 1 1,-1 0 0,1 0-1,0 0 1,0 1-1,0-1 1,0 0 0,0 1-1,1-1 1,-1 1-1,0 0 1,1-1-1,-1 1 1,1 0 0,-1 0-1,1 0 1,0 0-1,0 0 1,0 1 0,0-1-1,0 0 1,0 3 1355,-7-33-62,8 25-1318,9 22-833,-3-13-1933</inkml:trace>
</inkml:ink>
</file>

<file path=ppt/ink/ink3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44.109"/>
    </inkml:context>
    <inkml:brush xml:id="br0">
      <inkml:brushProperty name="width" value="0.025" units="cm"/>
      <inkml:brushProperty name="height" value="0.025" units="cm"/>
    </inkml:brush>
  </inkml:definitions>
  <inkml:trace contextRef="#ctx0" brushRef="#br0">0 1 641,'0'0'2466,"0"3"-2850,0 3 416,1-1-64,1 3 0,2-1 32,-1-3 64,-2-4-289</inkml:trace>
</inkml:ink>
</file>

<file path=ppt/ink/ink3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45.207"/>
    </inkml:context>
    <inkml:brush xml:id="br0">
      <inkml:brushProperty name="width" value="0.025" units="cm"/>
      <inkml:brushProperty name="height" value="0.025" units="cm"/>
    </inkml:brush>
  </inkml:definitions>
  <inkml:trace contextRef="#ctx0" brushRef="#br0">84 1 7623,'0'0'-1153,"-83"20"-4196</inkml:trace>
</inkml:ink>
</file>

<file path=ppt/ink/ink3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48.689"/>
    </inkml:context>
    <inkml:brush xml:id="br0">
      <inkml:brushProperty name="width" value="0.025" units="cm"/>
      <inkml:brushProperty name="height" value="0.025" units="cm"/>
    </inkml:brush>
  </inkml:definitions>
  <inkml:trace contextRef="#ctx0" brushRef="#br0">314 161 6278,'3'-9'1858,"3"-9"-324,0-2 0,-1 1 0,-2 0 1,4-38-1,-7 56-1460,0 0 0,0 0 0,0 0 0,-1 0 0,1 1 0,0-1 0,0 0 0,-1 0 0,1 1 0,0-1 0,-1 0 0,1 0 0,-1 1 1,1-1-1,-1 0 0,1 1 0,-1-1 0,0 1 0,1-1 0,-1 1 0,0-1 0,1 1 0,-1-1 0,0 1 0,0 0 0,1-1 0,-1 1 0,0 0 0,0 0 0,0-1 0,1 1 0,-1 0 0,0 0 0,0 0 0,0 0 0,1 0 0,-1 0 1,0 0-1,0 0 0,0 1 0,0-1 0,0 0 0,-39 14 586,15 4-439,0 1 0,2 1 0,0 1 0,2 1 0,0 1 0,1 1 0,2 1 0,0 0 0,-19 40 0,27-47-201,1 2 0,-9 26 1,16-40-20,0-1 1,1 1 0,-1 0 0,1 0 0,1 0 0,-1 0 0,1 0 0,0 0 0,0 1-1,1-1 1,0 0 0,2 10 0,-2-14-1,0-1 0,-1 0-1,1 0 1,0 0 0,0 0-1,0 0 1,0 0 0,0 0-1,0 0 1,0-1 0,0 1 0,1 0-1,-1 0 1,0-1 0,0 1-1,1-1 1,-1 1 0,0-1-1,1 0 1,-1 1 0,0-1 0,1 0-1,-1 0 1,0 0 0,1 0-1,-1 0 1,0 0 0,1-1-1,-1 1 1,1 0 0,-1-1 0,1 0-1,4 0 5,0-1 0,-1 0 1,1 0-1,-1 0 0,0-1 0,8-4 0,7-10 2,0-1 0,-1 0 1,-1-1-1,-1-1 0,0-1 0,-2-1 1,0 0-1,-2 0 0,0-2 0,-2 0 1,0 0-1,-2-1 0,10-39 0,-16 41 50,-3 23-56,0 0 0,0 0 1,0 0-1,0 0 0,0 0 1,0 0-1,0 0 0,0 0 1,0 0-1,0 0 0,0 0 1,-1 0-1,1 0 0,0 0 1,0 0-1,0 0 0,0 0 1,0 0-1,0 0 0,0 0 0,0 0 1,0 0-1,0 0 0,0 0 1,0 0-1,0 0 0,-1 0 1,1 0-1,0 0 0,0 0 1,0 0-1,0 0 0,0 0 1,0 0-1,0 0 0,0 0 1,0 0-1,0 0 0,0 0 1,0 0-1,0 0 0,0-1 0,0 1 1,0 0-1,0 0 0,0 0 1,-11 37-19,8-15 26,0-1 1,2 1 0,0-1 0,2 1 0,4 31-1,-4-45-5,1 1-1,0-1 1,0 0-1,1 0 1,0 1-1,0-2 1,1 1-1,0 0 0,0-1 1,1 1-1,0-1 1,0-1-1,1 1 1,0-1-1,0 0 1,11 9-1,-15-14-3,-1 0 1,1 0-1,0 0 0,0 0 1,0 0-1,0-1 0,0 1 1,0 0-1,0-1 0,0 1 1,0-1-1,0 0 0,1 0 1,-1 0-1,0 0 0,0 0 1,0 0-1,0-1 0,0 1 1,0-1-1,0 1 0,0-1 1,0 0-1,0 0 0,0 0 0,0 0 1,0 0-1,0 0 0,-1 0 1,1-1-1,-1 1 0,1-1 1,-1 1-1,1-1 0,1-2 1,5-7 3,0 0 0,-1-1 0,0 0 0,8-18 1,-6 11 0,8-18 6,22-35 4,-39 71-15,0 1 0,0-1-1,1 1 1,-1 0 0,0-1 0,0 1-1,1 0 1,-1-1 0,0 1 0,1 0-1,-1-1 1,0 1 0,1 0-1,-1 0 1,1 0 0,-1-1 0,0 1-1,1 0 1,-1 0 0,1 0 0,-1 0-1,1 0 1,-1 0 0,0-1 0,1 1-1,-1 0 1,1 0 0,-1 0 0,1 1-1,-1-1 1,0 0 0,1 0-1,-1 0 1,1 0 0,-1 0 0,1 0-1,-1 1 1,0-1 0,1 0 0,-1 0-1,0 1 1,1-1 0,-1 0 0,0 1-1,1-1 1,-1 0 0,0 1 0,1-1-1,-1 0 1,0 1 0,0-1-1,0 0 1,1 1 0,-1-1 0,0 1-1,0-1 1,0 1 0,0-1 0,0 0-1,0 1 1,0-1 0,0 2 0,11 36-24,-9-30 21,5 23 4,-6-22-1,1-1-1,0 1 0,0-1 1,1 0-1,0 0 1,0 0-1,1 0 0,0 0 1,5 7-1,-8-15-2,-1 0-1,0 0 0,1 0 1,-1 1-1,1-1 1,-1 0-1,1 0 1,-1 0-1,1 0 1,-1 0-1,1 0 0,-1 0 1,1 0-1,-1 0 1,1 0-1,-1 0 1,1 0-1,-1 0 1,0 0-1,1 0 1,-1-1-1,1 1 0,-1 0 1,1 0-1,-1 0 1,0-1-1,1 1 1,-1 0-1,1-1 1,-1 1-1,0 0 0,1-1 1,-1 1-1,0 0 1,0-1-1,1 1 1,-1-1-1,0 1 1,0 0-1,0-1 0,1 1 1,-1-1-1,0 1 1,0-2-1,14-26-3,-12 22-29,-1 4 35,38-68 64,-37 66-58,0 1-1,0 0 1,1 0-1,-1 0 1,1 0 0,0 1-1,0-1 1,0 1-1,0-1 1,1 1-1,-1 0 1,0 0 0,1 0-1,0 1 1,-1 0-1,1-1 1,7 0-1,-10 2-3,1 0 0,0 1-1,0-1 1,-1 0 0,1 1-1,0 0 1,-1-1 0,1 1 0,-1 0-1,1 0 1,-1 0 0,1 0-1,-1 0 1,0 0 0,1 1-1,-1-1 1,0 0 0,0 1-1,0-1 1,1 3 0,24 41 19,-8-13-23,11-4-1827,-3-19-6648,-11-9-2311</inkml:trace>
</inkml:ink>
</file>

<file path=ppt/ink/ink3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49.689"/>
    </inkml:context>
    <inkml:brush xml:id="br0">
      <inkml:brushProperty name="width" value="0.025" units="cm"/>
      <inkml:brushProperty name="height" value="0.025" units="cm"/>
    </inkml:brush>
  </inkml:definitions>
  <inkml:trace contextRef="#ctx0" brushRef="#br0">222 512 14029,'0'0'1009,"-10"-6"379,2 2-1053,0 0 0,-1 0-1,0 1 1,0 0 0,-13-2-1,17 4-177,0 0-1,0 1 1,0 0-1,0 0 1,0 0-1,0 0 0,0 1 1,0 0-1,1 0 1,-1 0-1,0 0 0,1 1 1,-1 0-1,1 0 1,-6 3-1,3 0-71,1 0 0,0 0-1,0 1 1,0-1 0,0 1 0,-6 11-1,10-15-83,0 0 0,1 0 0,-1 0 0,1 1-1,0-1 1,0 1 0,0-1 0,0 1 0,0-1 0,0 1-1,1-1 1,-1 1 0,1 0 0,0-1 0,0 1 0,0 0-1,0-1 1,0 1 0,0 0 0,1-1 0,-1 1 0,1 0-1,0-1 1,1 3 0,-1-3-44,0-1 1,0 0-1,-1 0 0,1 0 0,0 0 0,1 0 1,-1 0-1,0 0 0,0 0 0,0 0 1,1 0-1,-1-1 0,0 1 0,1 0 0,-1-1 1,0 1-1,1-1 0,-1 0 0,1 1 1,-1-1-1,1 0 0,-1 0 0,0 0 0,1 0 1,-1 0-1,1 0 0,-1-1 0,1 1 1,-1 0-1,1-1 0,-1 1 0,0-1 0,3 0 1,0-1-37,0 0 0,-1 0 0,1 0 0,-1 0 0,1-1 0,-1 1 0,0-1 1,0 0-1,0 0 0,4-6 0,0-1 138,-2 4 27,-2 1-1,1 0 0,0-1 1,-1 0-1,0 0 0,-1 0 1,1 0-1,-1 0 0,2-13 1,-3 24-61,0-1 1,0 1 0,0 0 0,1-1-1,-1 1 1,1-1 0,0 1 0,1-1-1,-1 0 1,1 0 0,-1 0 0,1 0-1,4 3 1,-1 0-5,1 1 0,1-1 0,-1-1 0,1 1 0,9 5 0,-13-10-23,1 1 1,-1-1 0,1 1 0,0-1 0,0-1 0,0 1 0,0-1 0,0 1-1,0-1 1,0-1 0,0 1 0,0-1 0,0 0 0,0 0 0,0-1 0,1 1-1,-1-1 1,6-2 0,-4 0-1,-1 0-1,1 0 0,-1 0 0,0-1 1,0 0-1,0-1 0,0 0 1,-1 1-1,0-2 0,0 1 1,7-9-1,4-11-5,-1 0 0,-1-1 0,-1-1 0,-1 0 0,9-33 0,-10 29-19,-2-1-1,-1 0 1,-1 0 0,-2 0-1,-1-1 1,-2 0 0,-2-51-1,-1 79 32,0 0-1,0 1 1,0-1 0,0 1-1,-1-1 1,0 1-1,0-1 1,0 1-1,0 0 1,-1 0 0,0 0-1,0 0 1,-4-4-1,6 7 4,0-1-1,-1 1 1,1 0-1,-1 0 1,1 0 0,-1 0-1,1 0 1,-1 1-1,0-1 1,0 0-1,1 1 1,-1-1-1,0 1 1,0 0 0,1-1-1,-1 1 1,0 0-1,0 0 1,0 0-1,0 1 1,1-1-1,-1 0 1,0 1-1,0-1 1,1 1 0,-1-1-1,0 1 1,1 0-1,-1-1 1,0 1-1,1 0 1,-1 0-1,1 1 1,0-1 0,-1 0-1,1 0 1,-2 3-1,-4 4 65,0 1 0,1 0 0,0 0 0,0 1 0,1 0 0,0 0 0,1 0 0,0 0 0,1 1 0,0-1 0,0 1 0,0 12 0,-3 18 162,2 76-1,4-96-201,1-1 0,2 1 0,0-1 0,10 35 1,-10-45-26,0 0 1,1 0-1,0-1 1,1 1 0,0-1-1,0 0 1,1-1 0,0 1-1,1-1 1,0 0-1,9 8 1,-13-14-8,-1 0-1,0 0 1,1-1-1,0 1 1,-1-1 0,1 1-1,0-1 1,0 0 0,0 0-1,0 0 1,0 0-1,0-1 1,0 1 0,0-1-1,0 0 1,0 0-1,0 0 1,0 0 0,0 0-1,4-2 1,-2 0-9,0 1 0,0-2 0,0 1 1,-1-1-1,1 1 0,-1-1 0,1 0 0,-1-1 0,0 1 1,7-9-1,-2 2 0,-1-1 0,0 0 1,-1 0-1,0-1 0,-1 1 1,0-2-1,-1 1 0,6-20 1,-11 32 11,0 0 0,0 0 0,0 0 1,0 0-1,0 0 0,-1 0 0,1 0 0,0 0 0,0 0 1,0 0-1,0 0 0,0 0 0,0 0 0,0 0 1,0 0-1,0 0 0,0 0 0,0 0 0,-1 0 0,1 0 1,0 0-1,0 0 0,0 0 0,0 0 0,0 0 1,0 0-1,0 0 0,0 0 0,0 0 0,0 0 0,0 0 1,0 0-1,0 0 0,0 0 0,0 0 0,0-1 1,-1 1-1,1 0 0,0 0 0,0 0 0,-9 14 25,-11 23-4,8 15 32,11-51-56,1 0 1,0 0 0,-1 1 0,1-1 0,0 0 0,0 0 0,0 0 0,0 1 0,0-1 0,0 0 0,1 0 0,-1 1 0,0-1 0,1 0 0,-1 0 0,0 0 0,1 1 0,0-1 0,-1 0 0,1 0 0,0 0 0,-1 0 0,1 0 0,0 0 0,0 0 0,0-1-1,0 1 1,0 0 0,0 0 0,0-1 0,0 1 0,0 0 0,0-1 0,0 1 0,0-1 0,1 1 0,0-1 0,3 0 0,0 0 0,0 0 0,0-1 0,0 1 0,0-1 0,-1 0 0,1-1 0,0 1 0,-1-1 0,1 0 0,-1 0 0,0 0 0,1-1 0,-1 0 0,0 0 0,-1 0 0,7-6 0,4-5-12,-1-2 0,0 0 0,10-18 0,2-1-31,-25 35 44,0 0 0,0-1 0,0 1-1,0 0 1,0 0 0,0-1 0,0 1-1,0 0 1,1 0 0,-1 0 0,0-1-1,0 1 1,0 0 0,0 0 0,1 0-1,-1-1 1,0 1 0,0 0 0,1 0 0,-1 0-1,0 0 1,0 0 0,1 0 0,-1 0-1,0-1 1,0 1 0,1 0 0,-1 0-1,0 0 1,0 0 0,1 0 0,-1 0-1,0 0 1,0 0 0,1 0 0,-1 0 0,0 1-1,0-1 1,1 0 0,-1 0 0,0 0-1,0 0 1,1 0 0,-1 0 0,0 0-1,0 1 1,0-1 0,1 0 0,-1 0-1,6 19 5,-3 33 33,-3-46-12,2 79 216,-10 95 0,5-150-228,-2-1 0,0 0 0,-2-1 0,-2 1 0,0-1 0,-26 52 0,33-76-13,-1 0 1,1 0-1,-1-1 1,0 1-1,0-1 1,0 1-1,-1-1 1,1 0-1,-1 0 1,-5 3-1,8-5-46,0-1-1,0 1 1,0-1-1,0 0 0,1 1 1,-1-1-1,0 0 0,0 0 1,0 0-1,0 0 1,0 0-1,0 0 0,0 0 1,0 0-1,0 0 1,0 0-1,1 0 0,-1-1 1,0 1-1,0 0 0,-1-1 1,0 0-140,1 0 1,0-1 0,0 1-1,0 0 1,-1-1 0,2 1-1,-1-1 1,0 1 0,0-1-1,0 1 1,1-1-1,-1 1 1,1-1 0,-1 0-1,1 1 1,-1-3 0,-3-29-5080,3-9-3790</inkml:trace>
</inkml:ink>
</file>

<file path=ppt/ink/ink3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50.233"/>
    </inkml:context>
    <inkml:brush xml:id="br0">
      <inkml:brushProperty name="width" value="0.025" units="cm"/>
      <inkml:brushProperty name="height" value="0.025" units="cm"/>
    </inkml:brush>
  </inkml:definitions>
  <inkml:trace contextRef="#ctx0" brushRef="#br0">1 149 15182,'5'-11'652,"-5"9"-688,8-16 869,0 0-1,1 0 1,20-27-1,-27 42-667,0 0 1,1-1-1,0 1 1,-1 1-1,1-1 1,0 0-1,1 1 0,-1 0 1,0-1-1,1 1 1,-1 1-1,7-4 1,-8 5-148,0 0 0,0 0 1,0 0-1,0 0 1,1 0-1,-1 0 0,0 0 1,0 1-1,0-1 1,0 1-1,0 0 0,0-1 1,0 1-1,0 0 1,0 0-1,-1 0 0,1 0 1,0 1-1,-1-1 0,1 0 1,0 1-1,-1-1 1,0 1-1,1 0 0,-1-1 1,2 3-1,1 3-5,1 0 0,-1 0 0,0 1 0,-1-1-1,1 1 1,-2 0 0,1 0 0,-1 0 0,2 15-1,-2-4-420,-1 0 0,0 0-1,-3 22 1,-1-20-643,2-17 1033,1-1 0,-1 0 0,1 1 0,0-1 0,0 1 0,0-1-1,0 1 1,1-1 0,-1 1 0,1-1 0,0 1 0,0-1 0,0 0 0,0 1 0,4 4 0,1 6 40,1 0-1,-2 0 1,0 1 0,-1 0 0,0 0-1,-1 0 1,-1 0 0,-1 1 0,0-1-1,-1 17 1,0-25-15,0 0 1,-1 1-1,0-1 1,0 0-1,-1 0 0,1 0 1,-2 0-1,1 0 0,-1 0 1,0 0-1,0-1 1,-1 1-1,0-1 0,0 0 1,-1 0-1,1-1 1,-1 1-1,0-1 0,-1 0 1,1 0-1,-1-1 1,0 0-1,-8 5 0,13-8-3,-1 0 0,1 0 0,-1 0 0,1-1 0,-1 1 0,1 0 0,-1-1 0,1 1 0,-1-1 0,0 1 0,0-1 0,1 0 0,-1 1 0,0-1 0,1 0 0,-1 0-1,0-1 1,0 1 0,1 0 0,-1 0 0,0-1 0,1 1 0,-1-1 0,1 0 0,-1 1 0,0-1 0,1 0 0,-1 0 0,1 0 0,0 0 0,-1 0 0,1 0 0,0 0 0,0 0 0,0-1 0,-1 1-1,1-1 1,1 1 0,-1 0 0,0-1 0,0 0 0,0 1 0,1-1 0,-1 1 0,1-1 0,-1 0 0,1 1 0,0-1 0,0-2 0,-2-5-1,2 0 1,-1 0 0,1 0-1,1 0 1,0 1-1,0-1 1,0 0-1,5-13 1,0 7 49,1 0 1,1 1 0,0-1-1,0 2 1,1-1 0,1 1-1,1 1 1,0-1 0,0 2-1,24-20 1,-25 24 58,-1 0 0,1 0 0,0 1 0,1 0 0,-1 1 0,1 0-1,0 0 1,0 1 0,1 1 0,-1 0 0,1 0 0,0 1 0,-1 1 0,1 0 0,19 1 0,-28 1-111,0 0 0,0 0 0,0 0 0,0 0 0,0 1 0,0-1 0,0 1 0,0 0 1,-1 0-1,1 0 0,-1 0 0,1 0 0,-1 0 0,0 1 0,0-1 0,0 1 0,0 0 0,-1-1 0,1 1 0,-1 0 1,1 0-1,-1 0 0,1 5 0,4 27-3551,-6-26-2199</inkml:trace>
</inkml:ink>
</file>

<file path=ppt/ink/ink3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50.374"/>
    </inkml:context>
    <inkml:brush xml:id="br0">
      <inkml:brushProperty name="width" value="0.025" units="cm"/>
      <inkml:brushProperty name="height" value="0.025" units="cm"/>
    </inkml:brush>
  </inkml:definitions>
  <inkml:trace contextRef="#ctx0" brushRef="#br0">0 62 12684,'0'0'32,"0"-53"-1345,9 44-6983</inkml:trace>
</inkml:ink>
</file>

<file path=ppt/ink/ink3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50.872"/>
    </inkml:context>
    <inkml:brush xml:id="br0">
      <inkml:brushProperty name="width" value="0.025" units="cm"/>
      <inkml:brushProperty name="height" value="0.025" units="cm"/>
    </inkml:brush>
  </inkml:definitions>
  <inkml:trace contextRef="#ctx0" brushRef="#br0">31 13 10890,'0'0'7415,"0"8"-6016,8 43 160,-7-48-1539,-1 0 0,1-1 0,0 1 1,0 0-1,0 0 0,1-1 0,-1 1 0,0 0 1,1-1-1,0 1 0,0-1 0,-1 0 1,2 0-1,-1 0 0,0 0 0,0 0 1,0 0-1,5 2 0,-7-4-20,1 0-1,0 0 1,0 0-1,0 0 1,0 0-1,-1 0 1,1 0-1,0 0 1,0 0-1,0-1 1,-1 1 0,1 0-1,0 0 1,0-1-1,-1 1 1,1-1-1,0 1 1,-1-1-1,1 1 1,0-1-1,-1 1 1,1-1-1,-1 0 1,1 1 0,-1-1-1,1 0 1,0 0-1,13-25-11,-10 19 5,3-8 0,15-27-6,-22 40 12,1 1 1,-1 0 0,1 0 0,0 0 0,-1 0-1,1 0 1,0 0 0,0 0 0,0 0-1,0 0 1,0 0 0,0 1 0,0-1-1,0 0 1,0 0 0,0 1 0,0-1 0,0 1-1,1-1 1,-1 1 0,0 0 0,0-1-1,0 1 1,1 0 0,-1 0 0,2 0-1,-1 2-1,1 1 0,-1-1 0,0 1 0,0-1 0,0 1 0,-1 0 0,1 0 1,-1 0-1,1 0 0,-1 0 0,0 0 0,0 0 0,0 0 0,0 5 0,1 0-1,8 26 72,-3 0-1,0 0 1,2 62-1,-11 106 262,-1-158-313,-2 0 1,-14 60 0,15-86-10,-1-1 1,-1 0-1,0 0 0,-2 0 1,0-1-1,0 0 0,-1-1 0,-20 25 1,27-37-3,-1 0 1,1-1-1,-1 1 0,0-1 1,0 0-1,0 1 1,0-1-1,0-1 1,-1 1-1,1 0 0,-1-1 1,1 0-1,-1 0 1,1 0-1,-1 0 1,-4 0-1,6-1 0,0 0 1,-1 0-1,1 0 1,0-1-1,0 1 1,0-1-1,1 0 1,-1 1-1,0-1 1,0 0-1,0 0 1,0 0-1,1 0 0,-1-1 1,0 1-1,1 0 1,-1-1-1,1 1 1,0-1-1,-1 1 1,1-1-1,0 0 1,0 0-1,0 1 1,0-1-1,0 0 1,1 0-1,-1 0 0,0 0 1,0-3-1,-2-12-5,0 1 0,1-1-1,1 0 1,0 0-1,1 0 1,1 0 0,1 0-1,0 0 1,1 1-1,1-1 1,1 1 0,0 0-1,11-22 1,1 1-381,1 2 1,2 1-1,2 0 0,41-49 1,-1 13-1949,1 6-1606</inkml:trace>
</inkml:ink>
</file>

<file path=ppt/ink/ink3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52.085"/>
    </inkml:context>
    <inkml:brush xml:id="br0">
      <inkml:brushProperty name="width" value="0.025" units="cm"/>
      <inkml:brushProperty name="height" value="0.025" units="cm"/>
    </inkml:brush>
  </inkml:definitions>
  <inkml:trace contextRef="#ctx0" brushRef="#br0">54 478 5573,'0'0'6177,"10"-10"-4170,27-29-99,-3-2-1,54-81 1,-70 92-1213,21-51 0,-34 71-578,-2 0 0,1 0 0,-2 0 1,1 0-1,-1 0 0,-1-1 0,0 1 1,0-1-1,-2-18 0,1 27-105,0 1 0,-1-1 0,1 1 0,-1 0 1,1-1-1,-1 1 0,1 0 0,-1-1 0,0 1 0,0 0 0,1 0 0,-1-1 0,0 1 0,0 0 0,0 0 0,0 0 0,-1 0 1,1 0-1,0 1 0,0-1 0,0 0 0,-3 0 0,1-1-4,-1 1 1,0 0-1,0 0 1,1 1-1,-1-1 1,0 1-1,0 0 1,-6 0-1,0 1-14,0 0-1,0 1 1,0 0-1,0 1 1,-18 7-1,17-4-4,-1 0-1,1 1 0,1 0 1,-1 0-1,1 1 1,1 1-1,-1-1 1,2 2-1,-1-1 0,-7 13 1,12-17 5,1 1 0,-1-1 0,2 1-1,-1 0 1,0 1 0,1-1 0,1 0 0,-1 0 0,1 1 0,0-1 0,0 1 0,1 0-1,-1-1 1,2 1 0,-1-1 0,1 1 0,0-1 0,0 1 0,1-1 0,-1 1 0,5 8 0,6 8 10,1 0 0,1-1 1,0-1-1,33 36 1,-28-36 0,-1 1 1,-1 1-1,16 30 0,-28-43-29,-1 0-1,0-1 0,0 2 1,-1-1-1,-1 0 0,0 0 0,0 1 1,-1 0-1,0-1 0,-1 1 0,0-1 1,-2 17-1,1-22 30,-1 0 0,1 0 0,-1-1 0,0 1 1,0 0-1,0-1 0,-1 0 0,0 1 0,0-1 0,0 0 0,0 0 0,0-1 1,-1 1-1,0-1 0,1 0 0,-1 0 0,-1 0 0,1 0 0,0-1 0,-1 1 0,1-1 1,-1 0-1,0-1 0,1 1 0,-1-1 0,0 0 0,0 0 0,0 0 0,-10-1 1,10 1 2,0-1 0,0 0 0,0 0 1,0 0-1,0-1 0,1 1 1,-1-1-1,0-1 0,0 1 1,0-1-1,1 1 0,-1-1 1,1-1-1,0 1 0,-1 0 0,1-1 1,0 0-1,0 0 0,1 0 1,-1-1-1,1 1 0,-1-1 1,1 0-1,0 0 0,0 0 1,1 0-1,-1-1 0,1 1 0,0-1 1,-2-7-1,3 5-106,0-1-1,1 1 0,-1 0 1,2-1-1,-1 1 1,1-1-1,0 1 1,0 0-1,1 0 1,0 0-1,1 0 1,-1 0-1,1 0 1,1 0-1,4-7 1,9-13-1877,2 0-1,27-30 1,-6 9-1958,14-26-3434</inkml:trace>
</inkml:ink>
</file>

<file path=ppt/ink/ink3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52.275"/>
    </inkml:context>
    <inkml:brush xml:id="br0">
      <inkml:brushProperty name="width" value="0.025" units="cm"/>
      <inkml:brushProperty name="height" value="0.025" units="cm"/>
    </inkml:brush>
  </inkml:definitions>
  <inkml:trace contextRef="#ctx0" brushRef="#br0">35 1 14382,'0'0'4094,"-4"9"-3656,-3 12-20,1 0 0,1 1 0,0 0 0,2 0 0,0 1 0,2 43 0,21 144 267,-10-137-3056,0 75-1,-10-144 1714,1-2 170,-1-1 1,0 1-1,0-1 1,0 1-1,0-1 1,0 1-1,-1-1 0,1 1 1,0-1-1,-1 1 1,1-1-1,-1 0 0,1 1 1,-1-1-1,0 0 1,0 2-1,-9 2-5592</inkml:trace>
</inkml:ink>
</file>

<file path=ppt/ink/ink3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52.743"/>
    </inkml:context>
    <inkml:brush xml:id="br0">
      <inkml:brushProperty name="width" value="0.025" units="cm"/>
      <inkml:brushProperty name="height" value="0.025" units="cm"/>
    </inkml:brush>
  </inkml:definitions>
  <inkml:trace contextRef="#ctx0" brushRef="#br0">15 746 6438,'0'0'2968,"-3"-9"-197,1 2-2408,0 4-198,1 0 0,0 0 0,0-1 0,0 1-1,0 0 1,0-1 0,1 1 0,-1-1 0,1 1 0,0-1-1,0 1 1,0-1 0,1 1 0,-1-1 0,1 1 0,0-1-1,0 1 1,0 0 0,0 0 0,1-1 0,-1 1 0,1 0-1,0 0 1,2-3 0,16-13-39,1 2 0,0 1 0,2 0 0,-1 2 0,2 0 0,29-12 0,153-52-5465,-173 66 4689,-22 7 2114,-28 15 423,-17 10 320,-37 27 1,63-40-1989,-1-1 0,1 1-1,0 1 1,1-1 0,0 1 0,0 1 0,1-1 0,0 1 0,-8 16-1,13-23-213,0-1-1,0 1 0,0-1 1,1 1-1,-1 0 0,0-1 1,1 1-1,-1 0 0,1 0 0,0 0 1,-1-1-1,1 1 0,0 0 1,0 0-1,0 0 0,1-1 1,-1 1-1,0 0 0,1 0 1,-1 0-1,1-1 0,-1 1 1,1 0-1,0-1 0,0 1 1,0 0-1,0-1 0,0 1 0,0-1 1,0 0-1,0 1 0,1-1 1,-1 0-1,0 0 0,1 0 1,-1 1-1,1-2 0,-1 1 1,1 0-1,0 0 0,0 0 1,-1-1-1,3 1 0,0 0 2,0 0 1,0-1-1,1 0 0,-1 0 1,0 0-1,0 0 0,0-1 1,0 1-1,0-1 0,0 0 1,0 0-1,0-1 0,0 1 0,0-1 1,0 0-1,-1 0 0,1 0 1,4-4-1,3-5 8,-1 0 1,-1 0-1,0-1 0,0 0 1,-2 0-1,1-1 0,-1 0 1,-1-1-1,-1 1 1,7-22-1,0-12-16,13-88 1,-17 67-45,-3-120 1,-12 150 289,0 28 88,1 26-161,1 41-184,3 0 0,2 0-1,9 71 1,-4-86-41,2 0 0,2-1 0,1 1 0,18 41 0,-18-57-2985,27 45 1,-20-46-2333</inkml:trace>
</inkml:ink>
</file>

<file path=ppt/ink/ink3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54.214"/>
    </inkml:context>
    <inkml:brush xml:id="br0">
      <inkml:brushProperty name="width" value="0.025" units="cm"/>
      <inkml:brushProperty name="height" value="0.025" units="cm"/>
    </inkml:brush>
  </inkml:definitions>
  <inkml:trace contextRef="#ctx0" brushRef="#br0">137 715 10122,'0'0'4655,"5"-9"-3225,19-29 397,-14 26-1426,-1-1 0,-1 0 0,0 0 0,-1-1 0,0 0 0,-1 0 0,4-16-1,-10 29-354,0 0 0,0 0 0,0 0 0,0 0 0,0 0 0,0 0 0,0 0 0,0 0 0,0 0 0,0 0 0,-1 0 0,1 0 0,0 0 0,-1 0 0,1 0 0,-1 0 0,1 1 0,-1-1 0,0 0 0,1 0 0,-1 0 0,0 1 0,1-1 0,-1 0 0,0 1 0,0-1 0,0 0 0,1 1 0,-1-1 0,0 1 0,0 0 0,0-1-1,0 1 1,0 0 0,0-1 0,0 1 0,0 0 0,0 0 0,0 0 0,0 0 0,0 0 0,0 0 0,0 0 0,0 0 0,0 1 0,0-1 0,0 0 0,-1 1 0,-5 0 17,1 1 1,0-1-1,0 1 0,0 0 1,0 1-1,-10 5 0,2 2-11,1 0 0,-1 1 0,2 1 0,-1 0 0,2 0-1,-15 20 1,21-25-34,0 0 0,0 0 0,1 1 0,0-1-1,1 1 1,-1 0 0,1 0 0,1 0-1,0 1 1,0-1 0,0 1 0,1-1 0,0 1-1,1 15 1,0-23-16,1 0-1,-1 0 1,1 1-1,-1-1 1,0 0 0,1 0-1,0 0 1,-1 0-1,1 0 1,0 0-1,-1 0 1,1 0 0,0-1-1,0 1 1,0 0-1,0 0 1,0-1-1,0 1 1,0 0-1,0-1 1,0 1 0,0-1-1,0 1 1,0-1-1,0 0 1,0 1-1,0-1 1,1 0 0,-1 0-1,0 0 1,0 0-1,0 0 1,1 0-1,-1 0 1,0 0-1,0 0 1,0-1 0,0 1-1,1 0 1,1-2-1,2 1 10,0-1 0,-1 1-1,1-1 1,0 0 0,0-1-1,-1 1 1,0-1 0,6-4-1,2-5 12,-2-1-1,1-1 0,-2 0 1,0 0-1,0 0 0,-1-1 1,-1-1-1,-1 1 0,6-21 1,4-23-14,11-67 0,-15 48-24,-3 0 0,-3-1 0,-4-82 0,-6 141 42,-3 17-75,5 4 36,1 0 0,-1 1 0,1-1 0,0 1 0,0-1 0,0 1 0,0-1 0,0 1-1,0 0 1,0-1 0,1 1 0,-1 0 0,0 0 0,0 3 0,-7 31 0,1 0-1,1 0 1,2 1 0,2-1-1,2 1 1,3 41 0,-1-63 12,0 1 0,0-1 0,2 1 0,0-1 1,0 0-1,2 0 0,0-1 0,0 1 1,1-1-1,1-1 0,1 1 0,0-1 0,0-1 1,1 0-1,1 0 0,21 18 0,-25-25-30,-1 0 0,1-1-1,0 0 1,0 0 0,0-1-1,1 0 1,-1 0-1,1-1 1,-1 0 0,1 0-1,0-1 1,0 0 0,0 0-1,0-1 1,0 0 0,0 0-1,0-1 1,0 0 0,0 0-1,-1-1 1,1 0 0,0-1-1,-1 1 1,0-2 0,1 1-1,-1-1 1,0 0-1,-1 0 1,1-1 0,-1 1-1,0-2 1,0 1 0,0-1-1,-1 0 1,0 0 0,0 0-1,0-1 1,-1 1 0,0-1-1,0 0 1,-1-1 0,0 1-1,0 0 1,-1-1 0,0 0-1,2-14 1,-4 20 34,1 0 1,-1 0 0,0 1-1,0-1 1,0 0-1,0 0 1,0 0 0,0 1-1,-1-1 1,1 0-1,-1 0 1,1 1 0,-1-1-1,1 0 1,-1 1-1,0-1 1,0 1 0,0-1-1,0 1 1,0-1-1,0 1 1,0 0 0,-1-1-1,1 1 1,0 0-1,-1 0 1,1 0 0,-1 0-1,1 0 1,-1 0-1,1 0 1,-1 1 0,0-1-1,0 0 1,1 1-1,-1 0 1,0-1 0,0 1-1,1 0 1,-1 0-1,0 0 1,0 0 0,0 0-1,1 0 1,-4 1-1,-4 0 26,1 1 0,0 0 1,-1 0-1,1 0 0,0 1 0,0 0 0,1 1 0,-15 8 0,16-8-10,1 1-1,-1-1 1,1 1 0,0 0-1,1 0 1,0 1 0,-1-1-1,2 1 1,-1 0 0,1 0-1,-4 8 1,6-11-15,0-1-1,1 0 1,-1 0-1,1 1 0,-1-1 1,1 0-1,0 1 1,0-1-1,0 0 1,0 1-1,0-1 1,0 0-1,1 1 1,-1-1-1,1 0 1,-1 1-1,1-1 0,0 0 1,0 0-1,0 0 1,0 0-1,1 0 1,-1 0-1,1 0 1,-1 0-1,1 0 1,-1-1-1,1 1 1,0-1-1,0 1 0,0-1 1,0 0-1,0 1 1,0-1-1,0 0 1,3 0-1,6 3-24,-1 0 0,1-1 0,0 0-1,0-1 1,1-1 0,-1 0 0,0 0-1,1-1 1,-1 0 0,0-1 0,19-4-1,-23 4 13,-1 0-1,1-1 1,0 0-1,-1 0 1,0 0 0,1-1-1,-1 0 1,0 0-1,0-1 1,-1 1-1,1-1 1,-1-1-1,1 1 1,-2-1-1,1 0 1,0 0-1,-1 0 1,0-1-1,0 1 1,5-11-1,-10 20 19,0 1-1,0-1 0,1 0 0,0 0 1,-1 0-1,2 1 0,-1-1 0,0 0 0,1 0 1,0 0-1,0 1 0,0-1 0,1 0 0,-1 0 1,1-1-1,0 1 0,0 0 0,0 0 0,1-1 1,-1 0-1,1 1 0,0-1 0,0 0 0,4 3 1,-5-3-8,0-1 1,0 0 0,0 0 0,1 0 0,-1 0 0,1-1 0,-1 1 0,1-1-1,0 0 1,-1 1 0,1-1 0,0 0 0,0-1 0,0 1 0,0 0-1,0-1 1,0 0 0,0 1 0,0-1 0,0 0 0,0-1 0,0 1 0,0-1-1,0 1 1,0-1 0,-1 0 0,1 0 0,0 0 0,0 0 0,0 0-1,-1-1 1,1 1 0,-1-1 0,1 0 0,2-2 0,7-11 14,0 0 0,-1-1 0,0 0 0,-1 0 0,-1-1 0,8-21 1,13-23 9,-30 61-28,0-1 1,1 0 0,-1 1 0,1-1 0,-1 1 0,0-1-1,1 1 1,-1-1 0,1 1 0,-1-1 0,1 1 0,0 0-1,-1-1 1,1 1 0,-1 0 0,1-1 0,0 1 0,-1 0-1,1 0 1,0-1 0,-1 1 0,1 0 0,0 0 0,-1 0-1,1 0 1,0 0 0,0 0 0,-1 0 0,1 0 0,0 0-1,-1 1 1,1-1 0,0 0 0,-1 0 0,1 1 0,0-1-1,-1 0 1,1 1 0,-1-1 0,1 0 0,-1 1 0,1-1-1,-1 1 1,1-1 0,-1 1 0,1-1 0,-1 1-1,1-1 1,-1 1 0,0 0 0,1-1 0,-1 1 0,0-1-1,1 2 1,23 40-80,-22-38 77,17 37-24,-10-21-240,0-2 0,17 26-1,-6-105 520,-17 53-202,0 1-1,0-1 1,1 1 0,0-1-1,0 1 1,1 1-1,0-1 1,0 1 0,7-8-1,-10 13-42,-1 0 1,1 0-1,-1-1 0,1 1 0,-1 0 0,1 1 0,0-1 1,0 0-1,-1 0 0,1 1 0,0-1 0,0 1 1,0-1-1,0 1 0,0 0 0,0 0 0,3 0 1,-3 1-10,1-1 1,-1 1-1,0 0 1,0 0-1,0 0 1,0 1-1,1-1 1,-2 0-1,1 1 1,0-1-1,0 1 1,0 0-1,-1 0 1,1 0-1,-1-1 1,1 1-1,-1 1 1,1 1-1,9 22 42,-10-22-43,0 0 0,1 0-1,0 0 1,-1 0-1,2 0 1,-1 0 0,0 0-1,4 4 1,-5-8 8,0 0 1,0 1-1,0-1 0,0 0 0,0 0 0,0 0 1,0 0-1,0 0 0,0 0 0,0 0 1,0 0-1,0 0 0,0-1 0,0 1 1,0 0-1,0 0 0,0-1 0,0 1 1,0-1-1,0 1 0,0-1 0,-1 1 1,1-1-1,0 0 0,0 1 0,-1-1 1,2-1-1,26-27 28,-20 20-28,17-18 3,-14 15-4,0-1 0,1 2-1,1-1 1,0 2 0,0 0 0,27-15 0,-38 24 6,0 1 1,0-1-1,0 1 1,1 0 0,-1-1-1,0 1 1,0 0 0,0 1-1,1-1 1,-1 0 0,0 1-1,0-1 1,0 1 0,0 0-1,0-1 1,0 1 0,0 0-1,0 0 1,0 0-1,0 1 1,0-1 0,-1 0-1,1 1 1,0-1 0,-1 1-1,1 0 1,-1-1 0,0 1-1,1 0 1,-1 0 0,1 3-1,7 10 126,0 1-1,12 32 1,-15-33-111,4 20-1992,-10-34 1819,0 0 0,0 0 0,0-1 0,0 1 0,0 0 0,0 0 0,0 0 0,0 0 0,0 0 0,0-1 0,-1 1 0,1 0 0,0 0 0,-1 0 0,1 0 1,0-1-1,-1 1 0,1 0 0,-1-1 0,0 1 0,1 0 0,-1-1 0,1 1 0,-1 0 0,0-1 0,1 1 0,-1-1 0,0 0 0,0 1 0,0-1 0,1 1 0,-1-1 0,0 0 0,0 0 1,0 1-1,0-1 0,0 0 0,-24 1-9487</inkml:trace>
</inkml:ink>
</file>

<file path=ppt/ink/ink3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55.083"/>
    </inkml:context>
    <inkml:brush xml:id="br0">
      <inkml:brushProperty name="width" value="0.025" units="cm"/>
      <inkml:brushProperty name="height" value="0.025" units="cm"/>
    </inkml:brush>
  </inkml:definitions>
  <inkml:trace contextRef="#ctx0" brushRef="#br0">122 277 16271,'-14'12'696,"0"1"0,0 0 0,1 1 0,1 0 0,-12 19 0,20-26-612,0-1 1,0 1 0,1 0-1,0 0 1,0 1 0,1-1 0,0 1-1,0-1 1,0 1 0,1 0-1,1 0 1,-1-1 0,1 1 0,0 0-1,2 9 1,-1-15-82,-1 1-1,1-1 1,0 0-1,-1 0 1,1 0-1,0 0 1,1 0-1,-1 0 1,0 0 0,0 0-1,1 0 1,-1-1-1,1 1 1,0 0-1,-1-1 1,1 1-1,0-1 1,0 0 0,3 2-1,0-1 1,0 0-1,0 0 0,1 0 1,-1-1-1,0 0 1,0 0-1,1 0 0,7-1 1,-5 0 2,-1 0-1,1-1 1,0 1-1,0-2 1,-1 1 0,1-1-1,-1 0 1,0-1 0,1 0-1,-1 0 1,0 0 0,7-5-1,-10 4-13,0 0-1,0 0 1,0 0-1,-1 0 1,1-1-1,-1 1 1,0-1-1,0 0 1,-1 0-1,1 0 1,-1 0-1,0-1 1,-1 1-1,1-1 0,-1 1 1,0-1-1,0 1 1,-1-1-1,0 1 1,0-1-1,0 0 1,-1 1-1,1-1 1,-1 1-1,-2-7 1,0 2-4,-1 0 0,0 0 1,0 1-1,-1-1 1,0 1-1,-1 0 1,0 1-1,0-1 1,-1 1-1,0 0 0,0 1 1,-13-10-1,-95-59 190,114 75-164,0 0 1,0 0-1,0 1 1,0-1-1,0 0 1,0 0-1,0 0 1,0 0 0,1 0-1,-1 0 1,0 0-1,1 0 1,-1 0-1,1-1 1,-1 1-1,1 0 1,0 0 0,-1 0-1,1-1 1,0 1-1,0 0 1,0 0-1,0-1 1,0 1-1,0 0 1,0 0 0,0-1-1,0 1 1,1 0-1,-1 0 1,1-1-1,-1 1 1,1 0-1,-1 0 1,1 0 0,-1 0-1,1 0 1,0 0-1,0 0 1,-1 0-1,1 0 1,0 0-1,0 0 1,0 0 0,2 0-1,5-5 1,0 0 1,0 1-1,1 0 0,15-5 0,-19 8-4,0-1-11,60-26 19,1 2 0,69-17 1,-134 44-18,0 0 1,0 0 0,0-1-1,0 1 1,1 0 0,-1 0-1,0 0 1,0 0 0,0 1-1,0-1 1,1 0 0,-1 0 0,0 1-1,0-1 1,0 1 0,0-1-1,0 1 1,0-1 0,0 1-1,0 0 1,0-1 0,0 1-1,0 0 1,0 0 0,-1 0-1,1-1 1,0 1 0,0 0 0,-1 0-1,1 0 1,-1 0 0,1 1-1,-1-1 1,1 0 0,-1 0-1,0 0 1,1 0 0,-1 0-1,0 0 1,0 1 0,0-1-1,0 0 1,0 2 0,1 10 179,-1 1 0,-1-1 0,-2 18-1,1-10 352,-5 94 945,10 158 1,3-201-1359,4 0 1,2-1-1,31 96 0,-8-65-117,-18-59-8,-2 1 1,-2 0-1,11 74 0,-23-116-5,-1 1 0,0-1-1,1 0 1,-1 0 0,0 1 0,0-1 0,-1 0-1,1 0 1,0 0 0,-1 1 0,1-1 0,-1 0-1,0 0 1,1 0 0,-1 0 0,0 0 0,0 0-1,-1 0 1,1 0 0,0-1 0,-3 4 0,2-4 7,0 0 0,0 0 0,0-1 0,0 1 0,0 0 0,0-1 0,0 1 0,0-1 0,0 0 0,0 1 0,-1-1 0,1 0 0,0 0 0,0-1 0,0 1 0,0 0 0,-4-2 0,-6-2 2,-1 0 0,1-1 0,0-1 0,1 0-1,-20-13 1,-17-15-86,2-1 0,1-3 0,-74-80 0,117 116 89,1-1 0,-1 1 0,0 0 0,1-1 1,-1 1-1,1-1 0,0 1 0,0-1 0,0 0 1,0 1-1,0-1 0,0 0 0,1 0 0,-1 0 1,1 1-1,0-1 0,0 0 0,0 0 0,0 0 0,1 0 1,-1 0-1,1 1 0,0-1 0,-1 0 0,1 0 1,0 1-1,1-1 0,-1 1 0,0-1 0,4-4 0,4-3-5,0 0 0,0 0-1,1 0 1,1 1-1,13-9 1,-17 13-1,116-83-240,74-61-6028,-123 79-2680</inkml:trace>
</inkml:ink>
</file>

<file path=ppt/ink/ink3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56.457"/>
    </inkml:context>
    <inkml:brush xml:id="br0">
      <inkml:brushProperty name="width" value="0.025" units="cm"/>
      <inkml:brushProperty name="height" value="0.025" units="cm"/>
    </inkml:brush>
  </inkml:definitions>
  <inkml:trace contextRef="#ctx0" brushRef="#br0">254 295 5605,'8'-19'915,"-1"1"0,-1-1 0,-1 0 0,0-1-1,-2 1 1,0-1 0,-1 0 0,-1 1 0,-1-1-1,-2-25 1,1 42-788,0 0 0,0 0 0,-1 0 0,1 0 0,-1 0 0,1 0 0,-1 0 0,0 1 1,0-1-1,0 1 0,0-1 0,-1 1 0,1 0 0,-1 0 0,1 0 0,-1 0 0,0 0 0,1 1 0,-1-1 0,0 1 0,0 0 0,0 0 0,-1 0 0,1 0 0,0 0 0,0 1 0,0-1 0,-1 1 0,1 0 0,0 0 0,-5 1 0,-4-1-76,1 1 0,-1 0 1,1 1-1,0 0 0,-1 1 0,1 1 0,-17 7 0,19-7-43,0 1 1,0 0-1,0 0 1,1 1 0,0 0-1,0 1 1,0 0-1,-8 10 1,14-14-10,0-1 0,0 0 0,1 1 0,0-1 0,-1 1 0,1-1 0,0 1 0,0 0 0,0-1 0,1 1 0,-1 0 0,1 0 0,-1 0 0,1-1 0,0 1 0,0 0 0,0 0 0,0 0 0,1 0 0,-1-1 0,1 1 0,0 0 0,0 0 0,0-1 0,0 1 0,0-1 0,0 1 0,1-1 0,-1 1 0,1-1 0,0 0 0,0 0 0,0 1 0,2 1 0,19 17 0,2 0-1,0-2 0,49 29 0,-36-24 29,39 32 0,-66-47-17,-1 0 0,-1 1 0,1 0 1,-1 0-1,-1 1 0,0 0 0,12 24 1,-17-31-4,-1 1 0,0-1 1,0 0-1,-1 1 1,1-1-1,-1 1 1,0-1-1,0 1 0,-1-1 1,1 1-1,-1 0 1,0-1-1,0 1 1,-1 0-1,1-1 1,-1 1-1,0-1 0,-1 1 1,1-1-1,-1 1 1,1-1-1,-1 0 1,-1 0-1,1 1 1,0-2-1,-1 1 0,0 0 1,0 0-1,0-1 1,0 0-1,-1 0 1,1 0-1,-1 0 0,-6 4 1,0-2 6,0 0 1,0 0 0,0-1-1,-1 0 1,0 0-1,0-1 1,0-1 0,0 0-1,0-1 1,0 0-1,0 0 1,-1-1-1,-15-2 1,25 2-27,-1-1 1,0 1-1,1 0 0,-1-1 1,0 0-1,1 0 0,-1 0 1,1 0-1,-1 0 0,1 0 1,0 0-1,0-1 1,-1 0-1,1 1 0,0-1 1,0 0-1,0 0 0,0 0 1,1 0-1,-1 0 0,1 0 1,-1-1-1,1 1 0,0 0 1,0-1-1,0 1 0,0-1 1,0 1-1,0-1 0,1 0 1,-1 1-1,1-1 0,0 0 1,0 1-1,0-1 1,0 0-1,0 0 0,1 1 1,-1-1-1,1 0 0,-1 1 1,2-4-1,2-6-465,-1 1 1,2-1-1,0 0 1,0 1-1,1 0 1,0 0-1,14-17 1,4 1-2414,2 1 0,44-37 0,4 8-3174</inkml:trace>
</inkml:ink>
</file>

<file path=ppt/ink/ink3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58.107"/>
    </inkml:context>
    <inkml:brush xml:id="br0">
      <inkml:brushProperty name="width" value="0.025" units="cm"/>
      <inkml:brushProperty name="height" value="0.025" units="cm"/>
    </inkml:brush>
  </inkml:definitions>
  <inkml:trace contextRef="#ctx0" brushRef="#br0">291 481 6246,'0'0'6780,"-12"6"-4981,-5 2-1336,-113 61 4008,116-61-4082,0 1 0,1 0 0,0 1 0,0 1-1,1 0 1,0 0 0,-12 18 0,22-27-377,0 1 0,0-1 1,1 1-1,0-1 0,-1 1 1,1-1-1,0 1 1,0 0-1,0 0 0,1 0 1,-1-1-1,1 1 0,-1 0 1,1 0-1,0 0 0,0 0 1,0 0-1,1 0 1,0 4-1,0-4-9,0-1 0,0 0 0,1 0 0,-1 0 0,1 0-1,-1 0 1,1 0 0,0 0 0,0-1 0,0 1 0,0-1 0,0 1 0,0-1 0,0 0 0,0 0 0,0 1 0,1-2 0,2 2-1,1 0-12,0 0-1,-1-1 1,1 0-1,0-1 0,0 1 1,0-1-1,0 0 1,0 0-1,0-1 0,-1 0 1,1 0-1,0 0 1,0-1-1,-1 0 0,1 0 1,-1 0-1,0-1 1,7-3-1,-1-3-25,-1-1 1,0 0-1,0-1 1,-2 0-1,1 0 1,-1 0-1,-1-1 0,0-1 1,0 1-1,-2-1 1,1 0-1,-2 0 0,0-1 1,0 0-1,-1 1 1,-1-1-1,1-28 0,-2 41 40,-1 0 0,0 1-1,0-1 1,0 0 0,0 1-1,0-1 1,0 0 0,0 1-1,0-1 1,0 0 0,0 1-1,0-1 1,0 0 0,-1 1-1,1-1 1,0 1 0,0-1-1,-1 0 1,1 1 0,-1-1-1,1 1 1,0-1 0,-1 1-1,1-1 1,-1 1 0,1-1-1,-1 1 1,1-1 0,-1 1-1,1-1 1,-1 1 0,0 0-1,1 0 1,-1-1 0,1 1-1,-1 0 1,0 0 0,1 0-1,-1-1 1,0 1 0,1 0-1,-1 0 1,0 0 0,0 0-1,1 0 1,-1 0 0,-1 1-1,0-1 13,0 1-1,0 0 0,0 0 0,0 0 1,1 0-1,-1 0 0,0 0 1,0 1-1,1-1 0,-1 1 0,1-1 1,-1 1-1,-2 3 0,0 3 9,1-1 0,0 1 0,0 0 0,0 1 0,1-1 0,0 0 0,1 1 0,0-1 0,0 1 0,1-1 0,0 1 0,0 0 0,1-1 0,0 1 0,1-1 1,0 0-1,0 1 0,1-1 0,0 0 0,0 0 0,1 0 0,0-1 0,0 0 0,1 1 0,0-1 0,0-1 0,1 1 0,0-1 0,0 0 0,0 0 0,1-1 0,0 1 0,11 5 0,-16-10-24,0 0-1,0 0 1,0-1 0,0 1-1,0-1 1,0 1 0,0-1 0,0 0-1,1 0 1,-1 1 0,0-2-1,0 1 1,0 0 0,0 0 0,0-1-1,0 1 1,0-1 0,0 0-1,0 1 1,0-1 0,0 0-1,0 0 1,0 0 0,-1-1 0,1 1-1,0 0 1,-1-1 0,1 1-1,-1-1 1,1 1 0,-1-1-1,0 0 1,0 1 0,0-1 0,0 0-1,2-3 1,4-10-1,0 0 0,0 0 0,7-28-1,-9 24-14,19-64 155,-11 113 10,-6 2-133,-5-21-7,0 1-1,1-1 1,0 0-1,1 0 1,0 0-1,0 0 1,2 0-1,-1-1 1,9 11 0,-14-20-9,1 0 0,-1-1 0,1 1 0,-1-1 0,1 1 0,0-1 0,-1 1 0,1-1 0,-1 1 0,1-1 0,0 0 0,0 1 0,-1-1 0,1 0 0,0 0 0,0 1 0,-1-1 0,1 0 0,0 0 0,0 0 0,-1 0 0,1 0 0,0 0 0,0 0 0,-1 0 0,1 0 0,0-1 0,0 1 0,-1 0 0,2-1 0,17-20 0,5-40 0,-22 54 0,4-14-3,-2 8 1,0 0 0,0 1 1,1-1-1,0 1 0,1 0 0,13-18 0,-19 29 2,0 1 1,0 0-1,0 0 1,1 0-1,-1-1 1,0 1-1,0 0 1,0 0-1,0 0 1,1 0-1,-1 0 1,0-1 0,0 1-1,1 0 1,-1 0-1,0 0 1,0 0-1,0 0 1,1 0-1,-1 0 1,0 0-1,0 0 1,1 0-1,-1 0 1,0 0 0,0 0-1,1 0 1,-1 0-1,0 0 1,0 0-1,1 0 1,-1 0-1,0 0 1,0 0-1,1 0 1,-1 0-1,0 1 1,0-1 0,0 0-1,1 0 1,-1 0-1,0 0 1,0 0-1,0 1 1,0-1-1,1 0 1,-1 1-1,7 17 29,-2 23 21,-4-40-48,-1 0-3,6 46 47,-6-45-46,0-1 0,0 1 0,1 0-1,-1-1 1,0 1 0,1 0 0,0-1 0,-1 1 0,1 0 0,0-1 0,-1 1 0,1-1 0,0 0 0,0 1 0,0-1 0,0 0 0,1 1-1,-1-1 1,0 0 0,0 0 0,1 0 0,1 1 0,-2-2 0,0 0 0,0 0-1,0-1 1,0 1 0,0 0-1,0-1 1,0 1 0,0 0 0,0-1-1,0 1 1,0-1 0,0 0 0,0 1-1,0-1 1,-1 0 0,1 0-1,0 1 1,0-1 0,-1 0 0,1 0-1,-1 0 1,1 0 0,0-1 0,11-28 0,-8 20 1,41-116 31,-44 125-31,-1 1 0,0-1 0,0 1 0,1-1 1,-1 1-1,0-1 0,1 1 0,-1-1 0,1 1 0,-1-1 0,1 1 1,-1 0-1,1-1 0,-1 1 0,1 0 0,-1-1 0,1 1 1,-1 0-1,1 0 0,-1 0 0,1-1 0,0 1 0,-1 0 1,1 0-1,-1 0 0,1 0 0,0 0 0,-1 0 0,1 0 1,-1 0-1,1 0 0,0 0 0,-1 1 0,1-1 0,-1 0 0,1 0 1,-1 1-1,1-1 0,0 0 0,-1 0 0,1 1 0,-1-1 1,0 1-1,1-1 0,-1 0 0,1 1 0,-1-1 0,0 1 1,1-1-1,-1 1 0,1 0 0,25 35-1,-17-23 9,-5-8-69,0 0-1,1-1 1,-1 1-1,1-1 1,0 0-1,0 0 1,0-1 0,11 6-1,-14-9-31,-1 1 0,1-1 1,-1 1-1,1-1 0,-1 1 0,1-1 0,-1 0 0,1 0 0,0 0 1,-1 0-1,1 0 0,-1 0 0,1 0 0,0 0 0,-1-1 0,1 1 0,-1-1 1,1 1-1,-1-1 0,1 1 0,-1-1 0,0 0 0,1 0 0,-1 0 1,0 0-1,1 0 0,-1 0 0,0 0 0,0 0 0,0 0 0,0-1 1,0 1-1,0 0 0,0-1 0,-1 1 0,1-1 0,0 1 0,0-4 1,3-8-16,0 0 0,-1-1 0,-1 0 1,0 1-1,0-1 0,-2 0 0,-1-25 0,-1 31 1805,-1 14-676,-1 16-677,8 342 1943,0-111-1998,-8-227-263,4-26-23,0 0-1,-1 0 1,1 0-1,0 1 1,0-1 0,-1 0-1,1 0 1,0 0-1,-1 0 1,1 0-1,0 0 1,0 0-1,-1 0 1,1 0-1,0 0 1,-1-1-1,1 1 1,0 0-1,0 0 1,-1 0-1,1 0 1,0 0-1,0 0 1,-1-1-1,1 1 1,0 0-1,0 0 1,0 0-1,-1-1 1,1 1-1,0 0 1,0 0-1,0-1 1,0 1-1,-1 0 1,1 0-1,0-1 1,0 1-1,0 0 1,0-1-1,-18-45 168,7-24-169,2-1 0,4 0 0,3 0 0,11-109 0,-9 177-3,1-26-5,2 0 0,1 0 0,1 1 0,2 0 0,10-29 0,-17 55 9,1-1-1,0 1 1,0 0-1,0 0 1,0 0-1,0 1 0,0-1 1,1 0-1,-1 0 1,1 1-1,-1-1 1,1 0-1,0 1 1,-1 0-1,1-1 1,0 1-1,0 0 1,0 0-1,0 0 1,3-1-1,-3 2-4,-1 0-1,1 0 0,0 0 1,-1 0-1,1 1 1,0-1-1,-1 0 0,1 1 1,-1 0-1,1-1 0,-1 1 1,1 0-1,-1 0 1,1-1-1,-1 1 0,0 0 1,1 0-1,-1 1 0,0-1 1,0 0-1,0 0 1,0 1-1,0-1 0,0 0 1,1 3-1,5 8-102,-1-1 0,0 1 1,-1 0-1,0 1 0,-1-1 0,0 1 0,-1 0 1,0 0-1,-1 0 0,-1 0 0,0 0 0,-1 0 1,0 1-1,-1-1 0,0 0 0,-1 0 0,-1 0 1,-5 15-1,8-27-44,0 1 1,-1-1 0,1 0-1,-1 0 1,1 0-1,-1 0 1,1 0-1,-1 0 1,0 0 0,0 0-1,1 0 1,-1 0-1,0 0 1,0 0-1,0 0 1,0 0 0,0-1-1,0 1 1,0 0-1,0-1 1,0 1-1,-1-1 1,-1 1 0,2-1 8,0 0 1,0-1-1,0 1 1,0-1-1,0 1 1,0-1-1,0 1 1,1-1-1,-1 0 1,0 1 0,0-1-1,1 0 1,-1 0-1,0 0 1,1 1-1,-1-1 1,1 0-1,-1 0 1,1 0-1,-1 0 1,1 0-1,0 0 1,-1 0 0,1 0-1,0 0 1,0 0-1,0 0 1,0 0-1,0-1 1,-5-32-1324,2 1 0,2-1-1,1 1 1,1-1 0,9-49 0,15-40 1696,7 1 3331,-6 24 1909,-33 136-4389,1 0 0,2 1 0,1 0 0,5 61 0,0-70-568,1 0 0,1-1 1,1 1-1,2-1 0,1 0 1,2-1-1,19 41 0,-26-63-604,0 0 0,0-1-1,1 1 1,0-1 0,0 0-1,0 0 1,1-1 0,0 1-1,10 6 1,-13-9 40,1-1 1,0 1-1,-1-1 1,1 0-1,0 0 1,0-1-1,0 1 1,0 0-1,0-1 1,0 0-1,0 0 1,0 0-1,0 0 1,0 0-1,0 0 1,0-1-1,0 0 1,-1 1-1,1-1 1,0 0-1,0-1 1,0 1-1,-1 0 1,4-3-1,10-8-77,-1-1 0,0 0 0,-1-2 0,-1 1 0,0-2 1,-1 0-1,0 0 0,-1-1 0,13-29 0,-22 43 172,0-1 0,0 0 0,-1 0 0,1 0 0,-1 0 0,0-1 1,0 1-1,0 0 0,0 0 0,-1-1 0,0 1 0,0 0 0,0-6 0,-1 9-25,1 0 1,0 0-1,-1 1 0,1-1 0,-1 0 1,1 0-1,-1 0 0,1 0 0,-1 1 1,0-1-1,1 0 0,-1 1 0,0-1 1,1 0-1,-1 1 0,0-1 0,0 1 1,0-1-1,0 1 0,0-1 0,1 1 1,-3-1-1,0 1 10,0-1 1,0 1-1,0 0 0,-1 0 1,1 0-1,0 0 0,0 1 1,0-1-1,0 1 0,-4 1 1,-2 2 176,0 0 0,1 0 0,-1 0 0,1 1 0,0 1 1,0-1-1,1 1 0,0 1 0,0-1 0,-6 9 0,10-12-160,0 0-1,0 0 0,0 1 1,0 0-1,1-1 0,-1 1 0,1 0 1,0 0-1,0 0 0,1 1 0,-1-1 1,1 0-1,0 1 0,0-1 1,0 1-1,1-1 0,0 1 0,-1-1 1,2 1-1,-1-1 0,0 1 0,1-1 1,2 7-1,-1-8-46,0 1 1,1-1 0,0 0-1,0 1 1,0-2-1,0 1 1,1 0-1,-1 0 1,1-1-1,-1 0 1,1 0-1,0 0 1,0 0-1,0-1 1,0 1-1,0-1 1,0 0-1,0 0 1,0-1 0,7 1-1,14 2-97,0-2 1,28-1-1,-45 0 0,9-1-663,-1-1-1,1 0 0,-1-1 0,25-8 0,27-17-4752,-11-2-3073</inkml:trace>
</inkml:ink>
</file>

<file path=ppt/ink/ink3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58.528"/>
    </inkml:context>
    <inkml:brush xml:id="br0">
      <inkml:brushProperty name="width" value="0.025" units="cm"/>
      <inkml:brushProperty name="height" value="0.025" units="cm"/>
    </inkml:brush>
  </inkml:definitions>
  <inkml:trace contextRef="#ctx0" brushRef="#br0">204 608 15118,'-9'-1'573,"-1"0"0,0 1 0,0 0 0,0 0 0,0 1 0,0 1 0,0-1 0,1 2 0,-1-1 0,0 1 0,1 1 0,0 0 0,-12 6 0,17-8-523,0 1 0,1-1 0,-1 0 0,1 1 0,-1 0 0,1 0 0,0 0-1,0 0 1,0 0 0,0 1 0,1-1 0,0 1 0,-1 0 0,1 0 0,1 0-1,-1 0 1,0 0 0,1 0 0,0 0 0,0 0 0,0 1 0,1-1-1,-1 0 1,1 1 0,0-1 0,0 0 0,0 1 0,1-1 0,0 0 0,0 1-1,0-1 1,3 8 0,-4-11-52,1 0-1,0 1 1,-1-1-1,1 1 1,0-1 0,0 0-1,-1 0 1,1 0-1,0 1 1,0-1 0,0 0-1,1 0 1,-1 0-1,0 0 1,0-1 0,1 1-1,-1 0 1,0 0-1,1-1 1,-1 1 0,0-1-1,1 1 1,-1-1-1,1 0 1,-1 1 0,1-1-1,-1 0 1,1 0-1,-1 0 1,1 0 0,-1 0-1,1-1 1,-1 1-1,1 0 1,-1-1 0,0 1-1,1-1 1,-1 1-1,1-1 1,1-1 0,2-1-53,0 1 1,0-1 0,0 0 0,-1-1 0,1 1-1,-1-1 1,0 0 0,0 0 0,5-7 0,7-17-31,-1 1 1,-1-2-1,-2 0 1,-1-1 0,9-37-1,24-156 20,-36 172 104,-3-1 0,-2 1-1,-4-77 1,1 126-16,0 1-1,0-1 0,-1 1 1,1-1-1,0 1 1,-1-1-1,1 1 0,0 0 1,-1-1-1,0 1 1,1 0-1,-1-1 0,0 1 1,0 0-1,1 0 1,-1 0-1,0-1 0,-2 0 1,2 2-12,0 0 0,0 0 0,0 0 1,0 0-1,0 0 0,1 0 0,-1 0 0,0 0 1,0 1-1,0-1 0,0 0 0,0 1 0,1-1 1,-1 1-1,0-1 0,0 0 0,1 1 0,-1 0 0,0-1 1,1 1-1,-1-1 0,0 1 0,1 0 0,-1 0 1,1-1-1,-1 1 0,1 0 0,0 0 0,-1 0 0,1-1 1,0 1-1,-1 0 0,1 1 0,-8 15 42,1 1 0,1 0 0,0 1 0,1-1 0,1 1 1,-2 29-1,0 119 616,7-147-616,1 0-1,1 0 1,1 0-1,0 0 1,2-1 0,0 1-1,1-2 1,2 1-1,-1-1 1,2 0 0,22 31-1,-25-40-268,0 0 0,1-1-1,0-1 1,0 1 0,0-1 0,1 0-1,0-1 1,0 0 0,1-1 0,13 7-1,-15-10-390,0 1 0,0-1 0,-1-1 0,2 1 0,-1-1 0,0-1 0,0 1 0,0-2-1,0 1 1,0-1 0,0 0 0,0 0 0,0-1 0,0 0 0,10-5 0,26-15-5597</inkml:trace>
</inkml:ink>
</file>

<file path=ppt/ink/ink3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59.436"/>
    </inkml:context>
    <inkml:brush xml:id="br0">
      <inkml:brushProperty name="width" value="0.025" units="cm"/>
      <inkml:brushProperty name="height" value="0.025" units="cm"/>
    </inkml:brush>
  </inkml:definitions>
  <inkml:trace contextRef="#ctx0" brushRef="#br0">221 577 2851,'1'-8'5776,"2"-29"-1324,-4 35-4249,1 0-1,-1 1 1,1-1-1,-1 0 1,0 1-1,1-1 1,-1 0-1,0 1 1,0-1 0,0 1-1,-1-1 1,1 1-1,0 0 1,-1 0-1,1-1 1,0 1-1,-1 0 1,1 0 0,-1 0-1,0 0 1,1 1-1,-1-1 1,0 0-1,1 1 1,-1-1-1,0 1 1,0-1 0,0 1-1,1 0 1,-1 0-1,0 0 1,0 0-1,-3 0 1,-4 0 178,-1 0 1,1 1 0,-1-1-1,1 2 1,-10 2 0,12-2-287,1 0 0,0 0 1,0 1-1,1-1 1,-1 2-1,0-1 0,1 1 1,0-1-1,0 1 1,0 1-1,0-1 0,1 1 1,0 0-1,0 0 0,0 0 1,0 0-1,1 1 1,0 0-1,0-1 0,0 1 1,1 0-1,0 0 0,0 1 1,1-1-1,-1 0 1,1 1-1,1-1 0,-1 1 1,1 7-1,1-12-99,-1 0 0,0 0 0,1 0 0,-1 0 0,1 0 0,0 0-1,-1 0 1,1-1 0,0 1 0,0 0 0,0-1 0,0 1 0,1-1 0,-1 1 0,0-1 0,1 1 0,-1-1-1,1 0 1,-1 0 0,1 1 0,0-1 0,-1 0 0,1-1 0,0 1 0,0 0 0,0 0 0,-1-1 0,1 1-1,0-1 1,0 0 0,0 1 0,0-1 0,0 0 0,0 0 0,0 0 0,0-1 0,0 1 0,3-1 0,1 0-76,0 0 1,0-1 0,0 0 0,0 0-1,0 0 1,-1 0 0,1-1 0,-1 0-1,0 0 1,0-1 0,6-5 0,2-6 235,-1 0 1,-1-1-1,-1 0 1,-1-1 0,15-35-1,-25 61-136,1 0 0,-1 0 0,1 0 0,1 0 0,0 0 0,0 0 0,1 0 0,3 11 0,-4-17-21,1 0 0,-1 0-1,1-1 1,0 1 0,0-1 0,0 1-1,0-1 1,0 0 0,1 0-1,-1 0 1,1 0 0,-1 0 0,1 0-1,0-1 1,-1 1 0,1-1-1,0 0 1,0 0 0,0 0 0,0 0-1,0 0 1,1-1 0,-1 1 0,0-1-1,0 0 1,0 0 0,4-1-1,-2 0-139,0 1-1,-1-2 0,1 1 0,-1-1 0,1 1 0,-1-1 0,0-1 1,0 1-1,0 0 0,0-1 0,0 0 0,0 0 0,-1 0 0,1 0 0,-1-1 1,0 0-1,0 1 0,0-1 0,-1 0 0,1 0 0,3-9 0,6-11-399,-1-1-1,12-38 1,-22 59 519,13-48 107,-2-1-1,-2-1 1,-3 0-1,-2 0 1,-4-100-1,-3 118 741,2 35-754,0 0-1,0 0 0,0 0 1,0 0-1,0 0 0,0 1 0,0-1 1,0 0-1,0 0 0,-1 0 1,1 0-1,0 0 0,0 0 1,-1 1-1,1-1 0,-1 0 1,1 0-1,-1 0 0,1 1 1,-1-1-1,1 0 0,-1 1 0,1-1 1,-1 0-1,0 1 0,0-1 1,1 1-1,-1-1 0,0 1 1,0-1-1,-1 0 0,1 3-44,-1-1 0,1 0-1,0 1 1,-1-1 0,1 0-1,0 1 1,0 0-1,0-1 1,0 1 0,0 0-1,0-1 1,1 1 0,-1 0-1,1 0 1,-1 0 0,1-1-1,-1 3 1,-5 41-2,5-33 94,-6 75 443,4-1 0,10 104 0,0-47-488,-6-128-107,0 34-659,0-47 504,-1 0-1,0 0 1,0-1 0,0 1-1,-1 0 1,1 0 0,0-1-1,-1 1 1,1 0 0,-1-1-1,1 1 1,-1 0 0,0-1-1,0 1 1,1-1 0,-1 1-1,0-1 1,-2 3 0,2-4 145,1 0 0,-1 0 0,1 0 0,-1 0 0,1 0 0,-1 0 0,1 0 0,-1 0 0,1 0 0,-1 0 0,1 0 0,-1 0 0,1-1-1,-1 1 1,1 0 0,-1 0 0,1 0 0,-1-1 0,1 1 0,0 0 0,-1-1 0,1 1 0,-1 0 0,1-1 0,0 1 0,-1 0 0,1-1 0,0 1 0,-1-1 0,1 1 0,0 0 0,0-1 0,0 1 0,-1-1 0,1 1 0,0-1 0,0 1 0,0-1 0,0 1 0,0-1 0,0 0 0,-4-23-152,3 13 260,0-1 0,0 0 0,2 1 0,-1-1 0,2 1 1,-1-1-1,2 1 0,-1-1 0,2 1 0,-1 0 0,1 0 0,1 0 0,0 1 0,1 0 0,0 0 0,0 0 0,1 1 0,0-1 0,1 2 0,0-1 0,0 1 0,1 0 1,0 1-1,1 0 0,-1 1 0,17-9 0,-11 7 14,0 0 1,1 1 0,0 0-1,1 1 1,-1 1 0,1 1-1,0 1 1,0 0-1,1 1 1,34 0 0,-52 2-80,1 0 1,-1 0 0,0 1 0,1-1 0,-1 0 0,1 0 0,-1 0 0,1 0 0,-1 1-1,1-1 1,-1 0 0,0 0 0,1 1 0,-1-1 0,0 0 0,1 1 0,-1-1-1,0 0 1,1 1 0,-1-1 0,0 1 0,0-1 0,1 0 0,-1 1 0,0-1-1,0 1 1,0-1 0,0 1 0,0-1 0,1 1 0,-1-1 0,0 1 0,0-1-1,0 1 1,0-1 0,0 0 0,-1 1 0,1-1 0,0 1 0,0-1 0,0 1-1,0-1 1,0 1 0,-1-1 0,1 1 0,0-1 0,0 0 0,-1 1 0,-13 21 6,-55 35 136,55-48 29,1 1 1,0 1 0,1 0 0,0 1-1,1 0 1,0 0 0,-10 17 0,20-27-170,0-1 0,0 0 0,0 1 0,0-1 0,1 0 0,-1 1 0,0-1 1,1 1-1,-1-1 0,1 1 0,0-1 0,-1 1 0,1-1 0,0 1 0,0 0 0,0-1 1,0 1-1,0-1 0,0 1 0,1-1 0,-1 1 0,0-1 0,1 1 0,0-1 0,-1 1 1,1-1-1,0 2 0,1-1 1,0 0 1,0-1-1,1 0 1,-1 1 0,0-1-1,0 0 1,1 0-1,-1 0 1,0-1-1,1 1 1,-1-1 0,1 1-1,-1-1 1,1 0-1,2 0 1,8 0 6,0 0 0,0-1 0,0-1 0,0 0 0,20-6 0,-16 1-27,0 0 1,-1-1-1,0 0 1,17-13-1,-28 18 13,0 0 1,-1-1-1,1 1 0,-1-1 1,0 0-1,0 0 0,0-1 0,0 1 1,-1-1-1,0 1 0,0-1 1,0 0-1,-1-1 0,1 1 1,-1 0-1,0-1 0,1-5 0,-3 10 25,0 1-1,0-1 0,0 0 0,0 1 0,0-1 0,0 0 0,-1 1 0,1-1 1,0 0-1,0 1 0,0-1 0,-1 1 0,1-1 0,0 0 0,0 1 1,-1-1-1,1 1 0,-1-1 0,1 1 0,0-1 0,-1 1 0,1-1 0,-1 1 1,1 0-1,-1-1 0,0 1 0,1 0 0,-1-1 0,1 1 0,-1 0 1,0 0-1,1-1 0,-1 1 0,1 0 0,-1 0 0,0 0 0,1 0 0,-1 0 1,0 0-1,1 0 0,-1 0 0,0 0 0,1 0 0,-1 0 0,0 0 1,1 1-1,-1-1 0,1 0 0,-1 0 0,0 1 0,1-1 0,-1 0 1,1 1-1,-1-1 0,1 1 0,-1 0 0,-3 0 132,1 1-1,-1 0 1,1 0 0,0 0-1,0 0 1,0 0-1,0 1 1,1-1 0,-5 6-1,4-4-66,1-1-1,-1 1 1,1 0-1,1 0 1,-1 1-1,0-1 1,1 0-1,0 0 1,0 1-1,0-1 1,1 1-1,0-1 1,0 1-1,0-1 1,0 1-1,0-1 1,1 1-1,0-1 1,0 0-1,0 1 1,0-1-1,1 0 1,0 0-1,0 0 1,0 0-1,0 0 1,1 0 0,-1-1-1,1 1 1,0-1-1,0 1 1,5 3-1,1 0-67,1 0 0,0-1-1,0 0 1,0 0 0,1-1-1,0 0 1,0-1 0,0 0 0,1-1-1,-1 0 1,16 1 0,1-1-309,0-1 1,50-3-1,-61 0-930,0-2-1,0 0 0,21-7 0,38-21-8861</inkml:trace>
</inkml:ink>
</file>

<file path=ppt/ink/ink3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06.642"/>
    </inkml:context>
    <inkml:brush xml:id="br0">
      <inkml:brushProperty name="width" value="0.025" units="cm"/>
      <inkml:brushProperty name="height" value="0.025" units="cm"/>
    </inkml:brush>
  </inkml:definitions>
  <inkml:trace contextRef="#ctx0" brushRef="#br0">380 309 5765,'6'-12'1132,"9"-19"1186,21-62-1,-32 81-1756,-1 1 0,0-1 0,-1 0 0,0 0 0,0 0-1,-2 0 1,1 0 0,-2 0 0,1 0 0,-5-18 0,5 28-484,0 1 0,-1 0 0,1 0 0,-1 0 0,1-1 0,-1 1 1,1 0-1,-1 0 0,0 0 0,0 0 0,1 0 0,-1 0 0,0 0 0,0 0 0,0 0 0,0 1 0,0-1 0,0 0 0,0 0 0,0 1 0,-1-1 0,1 1 0,0-1 1,-2 0-1,0 1 5,0 0 0,1 0 1,-1 0-1,0 0 0,1 1 1,-1-1-1,0 1 0,1-1 1,-1 1-1,1 0 0,-4 2 1,-4 2 40,1 0-1,-1 1 1,1 0 0,1 1 0,-9 7 0,-22 26 106,1 2 1,3 2-1,1 1 1,3 1-1,2 2 1,1 1-1,-32 81 1,54-115-222,0 1 0,1-1 0,0 1 0,1 0 0,1 1 0,1-1 0,-1 30 0,3-44-8,0-1 0,0 1 0,0-1 0,0 1 0,0-1 0,1 1 0,-1-1 0,0 0 0,1 1 0,-1-1 0,1 1 0,-1-1 0,1 0 0,0 0 0,0 1 0,0-1 0,-1 0 0,1 0 0,0 0 0,0 0 0,0 0 0,1 0 0,-1 0 0,0 0 0,0 0 0,2 0 0,0 0 0,-1-1 0,1 1 0,-1-1 0,1 0 0,0 1 0,-1-2 0,1 1 0,0 0 0,-1 0 0,1-1 1,0 1-1,-1-1 0,4-1 0,4-2 3,1-1 1,-1 0 0,-1 0 0,1-1-1,-1 0 1,10-10 0,9-12 2,-2-1 0,0-1 1,-3-2-1,0 0 0,-2-1 1,-2-2-1,-1 0 0,-1 0 0,-3-2 1,15-50-1,-22 41 85,-16 53-54,3 5-29,0 0-1,0 0 1,1 1-1,1-1 1,0 1 0,1 0-1,0 1 1,-1 17-1,0 110 213,4-133-215,0 0 0,1-1-1,0 1 1,0 0-1,1-1 1,0 1 0,0-1-1,1 1 1,0-1-1,0 0 1,1 0-1,0 0 1,8 10 0,-9-13-4,0-1 0,1 0 0,-1-1 0,0 1 0,1-1 1,0 1-1,-1-1 0,1 0 0,0-1 0,0 1 1,0-1-1,1 1 0,-1-1 0,0 0 0,0-1 1,1 1-1,-1-1 0,0 0 0,1 0 0,-1 0 0,0 0 1,1-1-1,-1 0 0,0 0 0,0 0 0,6-2 1,-2-1 0,0 0 0,0 0 0,-1 0 1,1-1-1,-1-1 0,0 1 0,0-1 1,-1 0-1,1 0 0,-1-1 0,8-12 1,7-11 19,24-47 0,-39 67-19,62-129 115,-68 139-116,0 0 0,1-1 0,-1 1 0,0 0 0,0 0 0,0 0 0,0 0 0,0 0 1,0 0-1,0 0 0,0 0 0,0-1 0,1 1 0,-1 0 0,0 0 0,0 0 0,0 0 0,0 0 1,0 0-1,0 0 0,1 0 0,-1 0 0,0 0 0,0 0 0,0 0 0,0 0 0,0 0 0,0 0 0,1 0 1,-1 0-1,0 0 0,0 0 0,0 0 0,0 0 0,0 0 0,1 0 0,-1 0 0,0 0 0,0 0 0,0 0 1,0 1-1,0-1 0,0 0 0,0 0 0,0 0 0,1 0 0,-1 0 0,0 0 0,0 0 0,0 0 0,0 1 1,0-1-1,0 0 0,0 0 0,0 0 0,0 0 0,0 0 0,0 0 0,0 1 0,0-1 0,7 17 65,5 31-17,-9-34-27,1 3 1,-1 0-1,2 0 0,0 0 1,11 25-1,-15-39-23,0 0 0,1-1 0,-1 1 1,0-1-1,1 1 0,0-1 0,-1 0 0,1 1 1,0-1-1,0 0 0,0 0 0,1-1 0,-1 1 1,0 0-1,1-1 0,-1 1 0,1-1 0,-1 0 1,1 0-1,0 0 0,-1 0 0,1 0 0,0 0 0,0-1 1,0 0-1,0 1 0,0-1 0,4-1 0,-3 0 3,-1 0 0,0 0-1,0-1 1,0 1 0,0-1-1,0 0 1,0 0-1,-1 0 1,1 0 0,-1-1-1,1 1 1,-1-1-1,0 1 1,0-1 0,0 0-1,0 0 1,1-4-1,28-60 57,-23 49-47,46-101 266,-54 119-265,1-1 0,-1 1 1,0-1-1,0 0 1,1 1-1,-1-1 1,1 1-1,-1-1 0,0 1 1,1-1-1,-1 1 1,1-1-1,-1 1 1,1 0-1,-1-1 0,1 1 1,0 0-1,-1-1 1,1 1-1,-1 0 1,1 0-1,0 0 0,-1-1 1,1 1-1,0 0 1,-1 0-1,1 0 1,-1 0-1,1 0 0,0 0 1,-1 0-1,1 0 1,0 0-1,-1 1 1,1-1-1,0 0 0,-1 0 1,1 0-1,-1 1 1,1-1-1,0 0 1,-1 1-1,1-1 0,-1 1 1,1-1-1,-1 1 1,1-1-1,-1 0 1,0 1-1,1 0 0,-1-1 1,0 1-1,1-1 1,-1 1-1,0-1 1,1 1-1,-1 1 1,24 46-42,-17-31 115,-1-6-52,0 0 0,1-1 0,0 0 0,1 0 1,0 0-1,1-1 0,11 10 0,-15-15-332,0-1-1,0 0 0,1 0 1,-1 0-1,1 0 0,-1-1 1,8 2-1,-8-3-564,0 1 0,1-2 0,-1 1 0,0-1 0,0 0 0,1 0 0,-1 0 0,0-1 0,7-1 0,16-8-7530</inkml:trace>
</inkml:ink>
</file>

<file path=ppt/ink/ink3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07.848"/>
    </inkml:context>
    <inkml:brush xml:id="br0">
      <inkml:brushProperty name="width" value="0.025" units="cm"/>
      <inkml:brushProperty name="height" value="0.025" units="cm"/>
    </inkml:brush>
  </inkml:definitions>
  <inkml:trace contextRef="#ctx0" brushRef="#br0">226 585 13261,'-8'-1'1953,"-12"-3"-395,1 1 0,-40 0 0,52 3-1193,-1 0 0,1 1 0,-1 0 1,1 0-1,-1 0 0,1 1 1,0 0-1,0 1 0,0 0 1,0 0-1,0 0 0,-8 6 1,14-8-349,0 0 0,0-1 0,-1 1 0,1 0 0,0 0 0,0 1 0,0-1 1,0 0-1,0 0 0,0 0 0,0 1 0,1-1 0,-1 0 0,0 1 0,1-1 0,-1 1 1,1-1-1,-1 0 0,1 1 0,0-1 0,0 4 0,0-4-12,0 0-1,1 1 1,-1-1 0,1 0-1,0 1 1,-1-1 0,1 0-1,0 0 1,0 0 0,0 0-1,0 0 1,0 0 0,0 0-1,0 0 1,0 0 0,0 0-1,0 0 1,3 0 0,2 2-36,0 0 0,0-1 0,1 1 0,-1-2 0,1 1 0,0-1 0,-1 0 0,10 1 0,-13-2-24,1 0-1,-1 0 0,1 0 1,0 0-1,-1 0 0,1-1 1,-1 1-1,1-1 0,-1 0 0,1 0 1,-1-1-1,0 1 0,1-1 1,-1 0-1,0 1 0,0-1 0,0-1 1,0 1-1,-1 0 0,1-1 1,0 1-1,2-4 0,-6 6 71,1 1-1,0-1 0,-1 1 1,1-1-1,0 1 1,0-1-1,-1 1 0,1 0 1,0-1-1,0 1 1,0-1-1,0 1 0,0 0 1,0-1-1,0 1 1,0 0-1,0-1 0,0 1 1,0 0-1,0-1 0,0 1 1,0-1-1,1 1 1,-1 0-1,0-1 0,0 1 1,1-1-1,-1 1 1,0-1-1,1 1 0,20 11 86,28-5-107,-45-8 4,0 0 0,0 1 0,0-1-1,-1 0 1,1-1 0,0 1 0,-1-1-1,1 0 1,-1 1 0,0-2-1,0 1 1,1 0 0,-1-1 0,-1 1-1,1-1 1,0 0 0,-1 0-1,1 0 1,-1 0 0,0 0 0,0-1-1,2-3 1,5-11-14,0 0 1,11-36-1,-19 50 14,13-41-62,-1 0 0,-3-1-1,-1-1 1,-3 1-1,-1-1 1,-3 0 0,-4-59-1,1 99 64,0 0 1,-1-1-1,0 1 0,0 0 1,-1 0-1,0 0 0,0 1 0,0-1 1,-8-10-1,10 16 3,0-1 1,0 1-1,0-1 0,-1 1 1,1 0-1,0-1 0,-1 1 1,1 0-1,-1 0 1,1 0-1,-1 0 0,0 0 1,1 0-1,-1 0 0,0 1 1,0-1-1,1 1 0,-1-1 1,0 1-1,0 0 1,0-1-1,0 1 0,1 0 1,-1 0-1,0 1 0,0-1 1,0 0-1,0 0 0,0 1 1,1-1-1,-1 1 1,0 0-1,0 0 0,1-1 1,-1 1-1,1 0 0,-1 0 1,1 0-1,-1 1 0,1-1 1,-1 0-1,1 1 1,-2 2-1,-3 3 14,0 0 0,1 1 0,0 0 0,1 0 0,-1 0 0,2 1 0,-1 0 0,1-1 0,0 1 0,1 0 0,0 0 0,-1 14 0,-1 18 124,3 58 0,1-89-132,0 15 19,2 0-1,0 0 0,2-1 0,13 46 1,-14-60-27,0 0 1,1-1 0,0 1 0,1-1-1,0 0 1,1 0 0,0 0 0,0-1-1,0 0 1,1 0 0,0-1 0,1 0 0,0 0-1,13 8 1,-17-12-3,-1-1 0,1 0 0,0 0 0,1-1 0,-1 1 1,0-1-1,0 0 0,1 0 0,-1 0 0,0-1 0,1 0 0,-1 0 0,1 0 0,-1 0 0,0 0 0,1-1 0,5-1 0,-4-1 0,0 1-1,0-1 1,0 0-1,0 0 1,0-1-1,-1 1 1,0-1-1,0-1 1,0 1-1,8-10 1,-5 6-1,-1-2 0,-1 1 0,0-1 1,0 0-1,-1 0 0,0 0 0,0-1 1,-1 0-1,-1 0 0,0 0 0,0 0 0,-1 0 1,0-14-1,-2 24 5,1 1 0,-1-1 0,0 1-1,0-1 1,0 1 0,0-1 0,0 1 0,0-1 0,0 1-1,0-1 1,0 1 0,0-1 0,-1 1 0,1-1 0,0 1 0,0-1-1,0 1 1,-1-1 0,1 1 0,0-1 0,0 1 0,-1 0 0,1-1-1,0 1 1,-1-1 0,1 1 0,-1 0 0,1-1 0,0 1-1,-1 0 1,1 0 0,-1-1 0,1 1 0,-1 0 0,1 0 0,-1 0-1,1-1 1,-1 1 0,1 0 0,-1 0 0,1 0 0,-1 0 0,1 0-1,-1 0 1,1 0 0,-1 0 0,1 0 0,-1 0 0,1 1-1,-1-1 1,1 0 0,-1 0 0,1 0 0,-1 1 0,1-1 0,-1 0-1,1 0 1,-1 1 0,1-1 0,0 0 0,-1 1 0,0 0 0,-25 24 30,23-21-27,0 1-1,0-1 0,1 1 0,0 0 1,0 0-1,0 0 0,1 0 0,0 0 0,-1 0 1,2 0-1,-1 7 0,1-10-2,0-1 0,0 1 0,1 0-1,-1-1 1,1 1 0,-1-1 0,1 1 0,0-1-1,-1 1 1,1-1 0,0 1 0,0-1 0,0 0-1,0 1 1,0-1 0,1 0 0,-1 0 0,0 0-1,0 0 1,1 0 0,-1 0 0,1 0 0,-1 0-1,1-1 1,-1 1 0,1 0 0,-1-1 0,1 1 0,0-1-1,-1 0 1,1 0 0,0 1 0,-1-1 0,1 0-1,0-1 1,-1 1 0,3 0 0,6-1-8,-1 0 0,0-1 0,0 1 0,0-2 0,0 1 0,15-8 0,37-8-35,-59 18 42,-1 0 0,0 0 0,0 0-1,1 0 1,-1 1 0,0-1 0,0 0 0,1 0 0,-1 1 0,0-1-1,0 1 1,0-1 0,0 1 0,1 0 0,-1-1 0,0 1-1,0 0 1,0 0 0,-1-1 0,1 1 0,0 0 0,0 0 0,0 0-1,-1 0 1,1 0 0,0 0 0,-1 1 0,1-1 0,-1 0-1,1 0 1,-1 0 0,0 0 0,1 1 0,-1-1 0,0 2 0,4 53 20,-4-43-8,1 32-2,-1 0 1,-3 0 0,-1 0-1,-3 0 1,-1 0 0,-19 55-1,26-98-10,1 1 3,-1 0-1,0-1 0,0 1 0,0 0 0,0-1 0,0 1 0,-1-1 0,1 1 0,-1-1 0,1 0 0,-1 1 0,0-1 0,0 0 1,0 0-1,0 0 0,-1-1 0,-1 3 0,3-4-1,1 0 1,-1 0-1,1-1 1,0 1-1,-1 0 1,1 0-1,-1 0 1,1 0 0,0 0-1,-1-1 1,1 1-1,0 0 1,-1 0-1,1-1 1,0 1-1,-1 0 1,1-1-1,0 1 1,-1 0-1,1-1 1,0 1-1,0 0 1,0-1-1,-1 1 1,1 0-1,0-1 1,0 1-1,0-1 1,0 1-1,0 0 1,0-1-1,0 1 1,0-1-1,0 1 1,0 0 0,0-1-1,0 0 1,-1-22 48,1 18-46,3-29-14,1 0 1,2 0-1,1 1 0,1-1 0,2 2 1,1 0-1,2 0 0,1 1 1,2 0-1,35-52 0,-45 74 13,1 0 0,1 1 0,-1 0 0,16-13 0,-21 19-2,1 1 0,-1-1 0,0 1 0,1 0 0,-1-1 0,1 1 0,-1 0 0,1 0 0,0 1 0,-1-1 0,4 0 0,-5 1 0,0 0-1,1 0 0,-1 0 1,0 1-1,0-1 1,1 0-1,-1 1 0,0-1 1,0 0-1,0 1 1,0 0-1,1-1 0,-1 1 1,0 0-1,0-1 1,0 1-1,0 0 0,-1 0 1,1 0-1,0 0 1,0 0-1,0 0 0,-1 0 1,1 0-1,0 1 1,3 7 2,0 0 1,-1-1 0,0 1 0,-1 1 0,0-1-1,1 10 1,10 37 2,-13-56-6,0 0 0,0 0 0,0 0 1,0 0-1,0 0 0,0 0 1,0 0-1,0 1 0,0-1 1,0 0-1,0 0 0,0 0 0,0 0 1,0 0-1,0 0 0,0 0 1,0 1-1,0-1 0,1 0 0,-1 0 1,0 0-1,0 0 0,0 0 1,0 0-1,0 0 0,0 0 0,0 0 1,0 0-1,1 0 0,-1 0 1,0 0-1,0 0 0,0 0 1,0 0-1,0 1 0,0-1 0,0 0 1,1 0-1,-1 0 0,0-1 1,0 1-1,0 0 0,0 0 0,0 0 1,0 0-1,0 0 0,1 0 1,-1 0-1,0 0 0,0 0 1,0 0-1,0 0 0,0 0 0,0 0 1,0 0-1,0 0 0,1 0 1,-1-1-1,0 1 0,0 0 0,0 0 1,6-12 30,4-19 20,-9 28-50,5-18-3,29-87-35,-31 99 35,-1 0 1,1 1-1,1 0 1,0 0 0,0 1-1,1-1 1,-1 1-1,2 0 1,12-11 0,-18 17 2,1-1 0,-1 1 1,1 0-1,-1 0 1,1 0-1,-1 0 1,1 1-1,0-1 0,0 0 1,-1 1-1,1-1 1,0 1-1,0 0 0,0-1 1,-1 1-1,1 0 1,0 0-1,0 0 0,0 0 1,0 1-1,-1-1 1,1 0-1,0 1 1,0-1-1,2 2 0,-1 0 11,0 0-1,0 1 0,0-1 1,-1 1-1,1-1 1,-1 1-1,0 0 0,1 0 1,-1 0-1,-1 0 0,1 0 1,1 5-1,3 5-116,-2-1-1,0 1 0,-1 0 0,0 1 1,-1-1-1,1 15 0,-3-22-372,-3 23-5738,-7-17-2240</inkml:trace>
</inkml:ink>
</file>

<file path=ppt/ink/ink3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08.066"/>
    </inkml:context>
    <inkml:brush xml:id="br0">
      <inkml:brushProperty name="width" value="0.025" units="cm"/>
      <inkml:brushProperty name="height" value="0.025" units="cm"/>
    </inkml:brush>
  </inkml:definitions>
  <inkml:trace contextRef="#ctx0" brushRef="#br0">48 70 8968,'-14'-18'1250,"1"2"1953,1 1-1057,6 5 160,3 4-641,3 2-864,3 4-609,12 0-160,7 5-32,8 8-1313,1-4-3459,2-1-4741</inkml:trace>
</inkml:ink>
</file>

<file path=ppt/ink/ink3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08.533"/>
    </inkml:context>
    <inkml:brush xml:id="br0">
      <inkml:brushProperty name="width" value="0.025" units="cm"/>
      <inkml:brushProperty name="height" value="0.025" units="cm"/>
    </inkml:brush>
  </inkml:definitions>
  <inkml:trace contextRef="#ctx0" brushRef="#br0">19 1 16464,'0'0'1687,"-2"10"-342,1-7-1212,-14 69 2299,15-69-2392,-1 1 0,1 0 0,0-1 0,0 1-1,0-1 1,1 1 0,-1 0 0,1-1-1,0 1 1,0-1 0,0 0 0,0 1-1,0-1 1,1 0 0,0 1 0,0-1-1,0 0 1,0 0 0,0-1 0,3 4-1,-3-5-39,-1 0-1,0-1 1,1 1 0,-1-1-1,1 1 1,-1-1-1,1 1 1,-1-1-1,1 0 1,-1 0-1,1 0 1,-1 0-1,1 0 1,-1 0 0,1 0-1,-1-1 1,1 1-1,-1 0 1,1-1-1,-1 0 1,1 1-1,-1-1 1,0 0-1,1 1 1,-1-1 0,0 0-1,1 0 1,-1 0-1,0 0 1,0 0-1,0 0 1,0-1-1,0 1 1,0 0-1,0-2 1,35-53-71,-31 48 62,-5 8 9,0 0 1,0-1-1,0 1 0,0 0 0,1 0 0,-1-1 1,0 1-1,0 0 0,0 0 0,0 0 0,0-1 1,1 1-1,-1 0 0,0 0 0,0 0 0,0 0 1,1-1-1,-1 1 0,0 0 0,0 0 0,1 0 1,-1 0-1,0 0 0,0 0 0,0 0 0,1 0 1,-1 0-1,0 0 0,0 0 0,1 0 0,-1 0 1,0 0-1,0 0 0,1 0 0,-1 0 0,0 0 1,0 0-1,1 0 0,-1 0 0,0 0 0,0 0 1,1 0-1,-1 1 0,0-1 0,0 0 0,0 0 1,1 0-1,-1 0 0,0 1 0,0-1 1,0 0-1,0 0 0,1 0 0,-1 1 0,0-1 1,0 0-1,0 0 0,0 0 0,0 1 0,0-1 1,0 0-1,0 1 0,11 26 14,5 8-3,-14-34-15,0 0 1,0 1 0,0-1-1,0-1 1,0 1 0,0 0 0,0 0-1,1-1 1,-1 1 0,0-1 0,0 0-1,0 1 1,1-1 0,-1 0-1,0-1 1,0 1 0,0 0 0,1 0-1,-1-1 1,0 0 0,0 1 0,0-1-1,0 0 1,0 0 0,0 0-1,0 0 1,0 0 0,0 0 0,0-1-1,-1 1 1,1-1 0,1-1-1,7-6-37,0-1 0,0 1 0,13-20 0,-12 12-16,-9 13 68,0 0-1,1 0 1,-1 0-1,1 0 1,0 1-1,0-1 1,0 1-1,0 0 1,7-5-1,-10 8 9,1 1 0,-1-1-1,1 0 1,-1 0-1,0 1 1,1-1-1,-1 0 1,1 1 0,-1-1-1,1 1 1,-1-1-1,0 1 1,1-1-1,-1 1 1,0-1 0,0 1-1,1-1 1,-1 1-1,0-1 1,0 1-1,0-1 1,0 1 0,1-1-1,-1 1 1,0-1-1,0 1 1,0 0-1,0-1 1,0 1-1,-1 0 1,3 26 70,-2-24-17,2 67 608,-4 0-1,-11 81 1,6-111-732,-1 0 1,-2-1-1,-1-1 1,-2 0-1,-23 46 1,31-73-370,-1-1 1,0 1 0,-1-1-1,-13 16 1,16-23-18,1 0 0,0 0 0,-1 0-1,1 0 1,-1-1 0,0 1 0,0-1 0,0 0-1,0 0 1,0 0 0,0-1 0,-1 0 0,1 1 0,-1-1-1,-4 0 1,-16 0-4511</inkml:trace>
</inkml:ink>
</file>

<file path=ppt/ink/ink3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09.030"/>
    </inkml:context>
    <inkml:brush xml:id="br0">
      <inkml:brushProperty name="width" value="0.025" units="cm"/>
      <inkml:brushProperty name="height" value="0.025" units="cm"/>
    </inkml:brush>
  </inkml:definitions>
  <inkml:trace contextRef="#ctx0" brushRef="#br0">0 171 17392,'0'0'2205,"8"0"-1676,-4-1-509,1 1-1,-1 1 1,0-1 0,0 1 0,0 0-1,1 0 1,-1 0 0,0 0 0,0 1 0,0-1-1,-1 1 1,1 0 0,0 0 0,-1 1 0,1-1-1,-1 1 1,0 0 0,0-1 0,0 2 0,0-1-1,0 0 1,-1 0 0,4 5 0,1 1 6,0 1-1,-1-1 1,0 1 0,0 0 0,-1 0-1,-1 0 1,1 1 0,-2 0 0,1 0-1,-1 0 1,-1 0 0,0 0 0,-1 1-1,0-1 1,-1 1 0,-1 13 0,1-24-23,0 0 0,0 0 1,0 0-1,0 0 1,0-1-1,0 1 0,0 0 1,0 0-1,0 0 1,0-1-1,-1 1 1,1 0-1,0 0 0,-1-1 1,1 1-1,0 0 1,-1 0-1,1-1 1,-1 1-1,1-1 0,-1 1 1,0 0-1,1-1 1,-1 1-1,1-1 0,-1 1 1,0-1-1,0 0 1,1 1-1,-1-1 1,0 0-1,0 1 0,1-1 1,-1 0-1,0 0 1,0 0-1,0 1 0,1-1 1,-1 0-1,0 0 1,0 0-1,-1-1 1,0 1 1,1-1 0,0 0 1,-1 1-1,1-1 1,-1 0-1,1 0 1,0 0-1,0 0 1,0 0-1,0-1 1,-1 1-1,1 0 0,1 0 1,-1-1-1,0 1 1,0 0-1,0-1 1,1 1-1,-1-1 1,1 1-1,-1-3 0,-1-12 30,0 1 0,2-1 0,0 1 0,0-1 0,2 1-1,0 0 1,0-1 0,2 1 0,-1 0 0,2 0 0,0 1-1,1-1 1,1 1 0,0 1 0,1-1 0,0 1 0,1 0-1,20-21 1,-20 23-165,2 1 0,0 0 0,0 0 0,1 1 0,0 1 0,0 0 0,1 0 0,0 2 0,14-6 0,-17 8-442,1 1 0,-1 0 1,1 1-1,0 0 0,0 0 0,0 2 1,0-1-1,-1 1 0,1 1 0,0 0 0,0 0 1,19 6-1,-23-5-565,-1 0 1,0 1 0,0 0-1,0 0 1,0 1-1,0-1 1,6 7 0,3 5-3007</inkml:trace>
</inkml:ink>
</file>

<file path=ppt/ink/ink3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09.666"/>
    </inkml:context>
    <inkml:brush xml:id="br0">
      <inkml:brushProperty name="width" value="0.025" units="cm"/>
      <inkml:brushProperty name="height" value="0.025" units="cm"/>
    </inkml:brush>
  </inkml:definitions>
  <inkml:trace contextRef="#ctx0" brushRef="#br0">241 403 801,'-17'13'8178,"-24"0"-3503,23-7-2960,15-5-1445,-89 39 4793,87-37-4893,0-1 1,0 1-1,0 0 1,1 1-1,-1-1 1,1 1-1,-1 0 1,1 0-1,0 0 1,1 1-1,-1-1 1,1 1-1,0 0 1,-4 9-1,6-13-166,0 1-1,1-1 1,-1 0-1,1 1 1,0-1-1,-1 0 0,1 1 1,0-1-1,0 1 1,0-1-1,0 1 1,0-1-1,0 1 0,1-1 1,-1 0-1,0 1 1,1-1-1,-1 0 1,1 1-1,-1-1 0,1 0 1,0 1-1,-1-1 1,1 0-1,0 0 1,0 0-1,0 0 0,0 0 1,0 0-1,0 0 1,0 0-1,0 0 1,1 0-1,-1 0 1,0-1-1,0 1 0,1-1 1,-1 1-1,0-1 1,1 1-1,-1-1 1,1 0-1,-1 0 0,1 1 1,-1-1-1,0 0 1,1 0-1,-1 0 1,3-1-1,3 1-32,-1-1 0,0 0-1,1 0 1,-1 0 0,0 0 0,0-1 0,0 0-1,0-1 1,0 1 0,6-5 0,-3 1-12,0 0 1,-1-1-1,0 0 1,0-1-1,-1 0 1,0 0-1,0 0 1,-1-1 0,0 0-1,-1 0 1,8-17-1,-32 66 922,18-35-864,1 0 1,-1 0-1,1 0 1,0 0-1,0 0 0,0 0 1,1 1-1,0-1 1,0 0-1,0 0 0,0 0 1,1-1-1,0 1 1,0 0-1,0-1 0,1 1 1,0-1-1,5 8 1,-5-10-56,0 1 0,0 0 1,0-1-1,0 0 1,0 0-1,1 0 1,-1 0-1,1 0 1,0-1-1,-1 0 0,1 0 1,0 0-1,0 0 1,0 0-1,-1-1 1,1 1-1,0-1 0,0 0 1,0 0-1,0-1 1,0 1-1,0-1 1,0 0-1,-1 0 1,7-3-1,-3 1-152,-1 0 1,1-1-1,-1 0 0,0 0 1,0 0-1,0-1 0,-1 0 1,1 0-1,-1 0 1,-1-1-1,1 0 0,-1 0 1,6-11-1,3-5-140,-2 0-1,14-41 1,-10 15 553,-1 0-1,-3-1 1,-2 0 0,-2-1-1,-2 0 1,-3-74 0,-3 110 1107,-2 24-778,0 25-390,7 15 237,2-1-1,1 0 1,3 0-1,25 72 0,15 77-324,-42-174-54,-8-24-17,1 0 0,-1 0 0,0 0 0,0 1 0,0-1 0,1 0 0,-1 0 0,0 0 0,0 0 0,1 0 0,-1 0 0,0 0 0,0 0 0,1 0 0,-1 0 0,0 0 0,0 0 0,1 0 1,-1 0-1,0 0 0,0 0 0,0 0 0,1 0 0,-1 0 0,0 0 0,0 0 0,1 0 0,-1 0 0,0-1 0,0 1 0,0 0 0,1 0 0,-1 0 0,0 0 0,0-1 0,0 1 0,0 0 0,1 0 0,-1 0 0,0-1 0,0 1 1,0 0-1,0 0 0,0-1 0,18-42 244,-12 26-298,-3 10 48,6-19 9,1 1-1,1 1 1,2 0 0,0 1 0,26-36 0,-37 57-6,-1 0 0,1 1 0,-1-1 1,1 0-1,0 1 0,-1-1 0,1 1 1,0 0-1,0-1 0,0 1 0,0 0 1,0 0-1,0 0 0,0 1 0,1-1 1,-1 1-1,4-2 0,-5 3-1,1-1-1,-1 0 0,1 1 1,-1-1-1,0 1 0,1-1 1,-1 1-1,0 0 0,1-1 1,-1 1-1,0 0 0,0 0 1,0 0-1,1 0 0,-1 0 1,0 0-1,0 0 0,-1 1 1,1-1-1,1 2 1,4 9-20,-1 0 1,0 0 0,-1 1 0,6 25 0,-4-14 1,8 20-1082,-4-14-3136,-5-17-872</inkml:trace>
</inkml:ink>
</file>

<file path=ppt/ink/ink3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09.806"/>
    </inkml:context>
    <inkml:brush xml:id="br0">
      <inkml:brushProperty name="width" value="0.025" units="cm"/>
      <inkml:brushProperty name="height" value="0.025" units="cm"/>
    </inkml:brush>
  </inkml:definitions>
  <inkml:trace contextRef="#ctx0" brushRef="#br0">24 92 14221,'0'0'161,"-18"-56"383,12 37-256,6 8-192,0 6-96,12 5-64,8 0-2690,6 0-4709</inkml:trace>
</inkml:ink>
</file>

<file path=ppt/ink/ink3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10.087"/>
    </inkml:context>
    <inkml:brush xml:id="br0">
      <inkml:brushProperty name="width" value="0.025" units="cm"/>
      <inkml:brushProperty name="height" value="0.025" units="cm"/>
    </inkml:brush>
  </inkml:definitions>
  <inkml:trace contextRef="#ctx0" brushRef="#br0">31 25 13164,'-3'8'1794,"-3"9"-605,1-7-326,1 0 0,1 0 0,0 1 0,-3 15 0,6-24-810,-1 0 1,1 0 0,0 0 0,0 0-1,0 0 1,0 0 0,0 0 0,1 0-1,-1 0 1,1 0 0,-1 0 0,1 0-1,-1 0 1,1 0 0,0 0 0,0 0-1,0-1 1,0 1 0,1 0-1,-1 0 1,0-1 0,1 1 0,-1-1-1,1 0 1,-1 1 0,1-1 0,0 0-1,-1 0 1,1 0 0,3 2 0,-1-2-54,0 1 0,0-1 0,0 1 0,0-1 0,0 0 1,0-1-1,0 1 0,0-1 0,0 0 0,0 0 0,0 0 1,0 0-1,0-1 0,0 1 0,0-1 0,0 0 0,0 0 0,0-1 1,0 1-1,0-1 0,-1 0 0,5-3 0,-5 2-16,0 0-1,-1 0 0,1 0 1,-1 0-1,1 0 0,-1-1 1,0 0-1,-1 1 1,1-1-1,0 0 0,-1 0 1,0 1-1,0-1 0,0 0 1,-1 0-1,1 0 0,-1-1 1,0 1-1,0 0 1,0 0-1,-1 0 0,-1-5 1,2 5 15,-1 1 0,-1-1 0,1 1 0,0 0 0,-1-1 0,1 1 0,-1 0 1,0 0-1,0 0 0,-1 1 0,1-1 0,0 0 0,-1 1 0,0-1 0,1 1 1,-1 0-1,0 0 0,0 0 0,0 0 0,0 1 0,-1-1 0,-3-1 0,-1 1-19,0-1 0,0 1 0,-1 0-1,1 0 1,0 1 0,-1 1-1,1-1 1,-12 2 0,21-1-83,-1 0 1,0 0 0,0 0-1,0 0 1,0 0-1,0 1 1,0-1 0,0 0-1,0 0 1,0 0-1,0 0 1,0 0 0,1 1-1,-1-1 1,0 0-1,0 0 1,0 0 0,0 0-1,0 1 1,0-1 0,0 0-1,0 0 1,-1 0-1,1 0 1,0 1 0,0-1-1,0 0 1,0 0-1,0 0 1,0 0 0,0 0-1,0 1 1,0-1-1,0 0 1,0 0 0,-1 0-1,1 0 1,0 0-1,0 0 1,0 0 0,0 1-1,0-1 1,-1 0-1,21 5-5887,12-6-4804</inkml:trace>
</inkml:ink>
</file>

<file path=ppt/ink/ink3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10.463"/>
    </inkml:context>
    <inkml:brush xml:id="br0">
      <inkml:brushProperty name="width" value="0.025" units="cm"/>
      <inkml:brushProperty name="height" value="0.025" units="cm"/>
    </inkml:brush>
  </inkml:definitions>
  <inkml:trace contextRef="#ctx0" brushRef="#br0">42 236 17649,'0'0'1852,"-6"10"-870,6-9-953,-6 8 337,1 0-1,0 0 1,0 0 0,1 0-1,-5 19 1,9-25-341,-1-1-1,1 1 1,-1-1 0,1 1 0,0-1 0,0 1 0,0-1-1,0 1 1,1-1 0,-1 1 0,1-1 0,-1 1-1,1-1 1,0 1 0,0-1 0,0 0 0,0 1-1,0-1 1,1 0 0,-1 0 0,1 0 0,-1 0 0,1 0-1,0 0 1,0-1 0,0 1 0,0 0 0,0-1-1,0 0 1,0 1 0,0-1 0,1 0 0,-1 0-1,4 1 1,-2-1-38,0 1 1,0-1-1,0 0 0,0 0 0,0 0 0,0-1 0,0 1 1,0-1-1,0 0 0,1 0 0,7-2 0,-11 2-4,1-1 0,-1 1 0,0-1 0,0 0 0,1 0 0,-1 1 0,0-1 0,0 0 0,0 0 0,0 0 0,0 0 0,0 0 0,0-1 0,0 1 0,-1 0 0,1 0 0,0 0 0,-1-1 0,1 1 0,-1 0 0,1-1 0,-1 1 0,0-1 0,0 1 0,1 0 0,-1-1 0,0 1 0,0-1 0,0 1 0,-1-1 0,1 1 0,0 0 0,0-1 0,-1 1 0,1-1 0,-1 1 0,0-1 0,-2-7-104,0 0 1,0 1 0,-1 0 0,-9-15-1,9 16 58,0 1 0,0 0 0,1-1 0,0 0-1,0 0 1,1 0 0,0 0 0,0 0 0,-1-9-1,3 6-30,1-1-1,-1 0 1,2 1-1,-1 0 1,2-1-1,-1 1 1,1 0-1,1 0 1,0 0-1,0 1 1,1-1-1,0 1 1,12-16-1,-13 18 116,5-17-51,5-8 1309,-12 35-1152,1-1-1,-1 1 1,0 0-1,0 0 1,0 1-1,0-1 1,-1 0 0,2 5-1,-1-5-16,14 32 440</inkml:trace>
</inkml:ink>
</file>

<file path=ppt/ink/ink3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11.475"/>
    </inkml:context>
    <inkml:brush xml:id="br0">
      <inkml:brushProperty name="width" value="0.025" units="cm"/>
      <inkml:brushProperty name="height" value="0.025" units="cm"/>
    </inkml:brush>
  </inkml:definitions>
  <inkml:trace contextRef="#ctx0" brushRef="#br0">239 78 10410,'1'-9'2632,"-1"7"-2516,0-3 297,1 1 0,-1-1 0,-1 1 1,1-1-1,0 1 0,-1 0 0,-2-9 1,2 11-325,0 1 0,0-1 0,0 1-1,0-1 1,0 1 0,0 0 0,0 0 0,0-1 0,-1 1 0,1 0 0,0 0 0,-1 0 0,1 0 0,-1 1 0,1-1 0,-1 0 0,0 1 0,1-1 0,-1 1 0,1-1 0,-1 1 0,0 0 0,0-1 0,1 1 0,-1 0 0,0 0 0,1 0 0,-1 1 0,-2-1 0,0 1-33,0 0 0,-1 0 0,1 0 0,0 1 1,0 0-1,0-1 0,1 1 0,-1 0 0,0 1 0,1-1 1,-1 1-1,1-1 0,0 1 0,0 0 0,0 1 0,0-1 0,1 0 1,-1 1-1,1-1 0,0 1 0,0 0 0,0 0 0,-2 7 1,-2 5 24,0 1 1,2 0 0,0 0-1,-2 28 1,1 53 230,4 0 1,22 172-1,1 54 187,-22-304-618,-1 0-1,-1 1 1,-7 35-1,8-52 77,0 0 0,0 0 0,0 0 0,0-1-1,0 1 1,-1 0 0,0-1 0,0 1 0,0 0-1,0-1 1,0 0 0,-1 0 0,1 0 0,-1 0-1,0 0 1,0 0 0,0-1 0,0 1-1,0-1 1,-1 0 0,1 0 0,-1 0 0,1 0-1,-1-1 1,0 1 0,-5 0 0,8-2-109,0 1 0,0-1 0,0 0 1,0 0-1,0 0 0,0 0 0,0 0 0,0 0 0,0 0 1,0-1-1,0 1 0,0 0 0,0-1 0,0 1 0,0 0 1,0-1-1,0 1 0,0-1 0,0 1 0,0-1 0,1 0 1,-1 1-1,0-1 0,0 0 0,1 0 0,-1 1 1,0-1-1,1 0 0,-1 0 0,1 0 0,-1 0 0,1 0 1,-1-1-1,-8-27-6302</inkml:trace>
</inkml:ink>
</file>

<file path=ppt/ink/ink3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11.617"/>
    </inkml:context>
    <inkml:brush xml:id="br0">
      <inkml:brushProperty name="width" value="0.025" units="cm"/>
      <inkml:brushProperty name="height" value="0.025" units="cm"/>
    </inkml:brush>
  </inkml:definitions>
  <inkml:trace contextRef="#ctx0" brushRef="#br0">1 246 16335,'0'0'2787,"35"-47"-2018,-12 33 640,8-3-512,10-3-288,8-1-321,5-1-192,5-1-32,-6 0-128,-9-3-2563,-17-6-6854</inkml:trace>
</inkml:ink>
</file>

<file path=ppt/ink/ink3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12.115"/>
    </inkml:context>
    <inkml:brush xml:id="br0">
      <inkml:brushProperty name="width" value="0.025" units="cm"/>
      <inkml:brushProperty name="height" value="0.025" units="cm"/>
    </inkml:brush>
  </inkml:definitions>
  <inkml:trace contextRef="#ctx0" brushRef="#br0">0 182 20179,'0'11'-245,"4"29"396,0 0 1,3-1 0,15 51-1,48 125 1260,-31-101-1234,-38-111-178,13 32 38,-4-31 20,0-22 31,43-159-62,31-88 153,-69 226-486,2 1 1,2 1-1,1 1 0,40-55 0,-54 83-627,0 0-1,1 0 1,-1 1 0,2 0 0,-1 1 0,16-11-1,-2 7-6490</inkml:trace>
</inkml:ink>
</file>

<file path=ppt/ink/ink3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12.941"/>
    </inkml:context>
    <inkml:brush xml:id="br0">
      <inkml:brushProperty name="width" value="0.025" units="cm"/>
      <inkml:brushProperty name="height" value="0.025" units="cm"/>
    </inkml:brush>
  </inkml:definitions>
  <inkml:trace contextRef="#ctx0" brushRef="#br0">279 126 11050,'0'0'7837,"-7"-5"-6230,4 2-1513,-1 0-1,1 1 1,-1 0 0,0-1-1,1 2 1,-1-1-1,0 0 1,0 1 0,0-1-1,-1 1 1,1 0-1,0 1 1,0-1 0,-1 1-1,1 0 1,0 0-1,-1 0 1,1 0 0,0 1-1,0 0 1,-1 0 0,1 0-1,0 0 1,0 1-1,0-1 1,0 1 0,-5 3-1,-4 2 27,0 1 0,0 0 0,1 1 0,0 0 0,0 1 0,1 0 0,-14 17 0,20-21-110,1 0 0,-1 0-1,1 1 1,1-1 0,-1 1 0,1 0 0,0 0-1,0 0 1,1 0 0,0 0 0,0 0 0,1 1-1,0-1 1,0 1 0,1-1 0,1 15 0,-1-20-13,1-1 1,-1 1 0,1 0-1,0-1 1,0 1 0,-1 0-1,1-1 1,0 1 0,0-1-1,0 0 1,1 1 0,-1-1-1,0 0 1,0 0-1,1 0 1,-1 0 0,1 0-1,-1 0 1,1 0 0,-1 0-1,1 0 1,0-1 0,-1 1-1,1-1 1,0 1 0,-1-1-1,1 0 1,0 1 0,0-1-1,-1 0 1,1 0 0,0 0-1,0-1 1,0 1 0,-1 0-1,4-1 1,1 0-2,1-1 0,-1 1 0,0-1-1,0 0 1,0 0 0,0 0 0,0-1 0,0 0 0,5-4-1,1-3-4,-1-1 0,0 0 0,-1-1 0,0 0 0,0-1 0,-1 0-1,-1 0 1,-1-1 0,0 0 0,0 0 0,-1 0 0,-1-1 0,4-19-1,-9 13 55,-1 21-40,1 0-1,0 0 1,0 0 0,0 0-1,-1 0 1,1 0 0,0 0-1,0-1 1,-1 1 0,1 0-1,0 0 1,0 0 0,0 0-1,-1 0 1,1 0-1,0 0 1,0 0 0,-1 0-1,1 0 1,0 0 0,0 0-1,-1 0 1,1 0 0,0 1-1,0-1 1,-1 0 0,1 0-1,0 0 1,0 0 0,0 0-1,-1 0 1,1 1 0,0-1-1,0 0 1,0 0 0,0 0-1,0 0 1,-1 1-1,1-1 1,0 0 0,-2 3 87,0-1-1,0 1 1,0 0 0,0 0 0,1 0-1,-1-1 1,1 2 0,0-1 0,-2 5-1,2-2-47,0-1-1,0 1 0,1-1 0,0 0 0,0 1 0,0-1 0,0 1 1,1-1-1,0 0 0,0 1 0,1-1 0,-1 0 0,1 0 0,0 0 1,1 0-1,-1 0 0,1-1 0,0 1 0,0-1 0,1 1 0,6 6 1,-5-7-54,0 0 1,0 0-1,0-1 1,1 0-1,0 0 1,-1 0-1,1 0 1,0-1-1,0 0 1,1 0-1,-1-1 1,0 0-1,0 0 1,1 0-1,-1-1 1,1 0-1,-1 0 1,10-2-1,-10 0-6,0 0 0,0 0 0,0-1 0,-1 0 0,1 0 0,-1 0 0,0-1 0,0 1 0,0-1 0,0-1-1,-1 1 1,1-1 0,-1 1 0,0-1 0,-1 0 0,1-1 0,-1 1 0,4-9 0,6-14-21,0 0 0,11-37 0,-22 59 32,16-66 20,-16 81 2,0 1 0,0-2 0,1 1 0,1 0 0,6 14 0,0 1 31,-5-15-38,-1 1 0,1-1 0,1 0 0,0 0 0,0 0 0,1-1 0,0 0 0,0 0 0,10 8 0,-15-14-13,0 0 1,1 0-1,0 0 0,-1 0 0,1 0 0,0-1 0,0 1 0,0-1 0,0 0 1,0 0-1,0 0 0,0 0 0,0 0 0,0-1 0,1 0 0,-1 1 1,0-1-1,0 0 0,0 0 0,1-1 0,-1 1 0,0-1 0,0 0 0,0 0 1,0 0-1,0 0 0,0 0 0,0 0 0,0-1 0,0 0 0,0 1 1,-1-1-1,1 0 0,2-3 0,6-7 2,-1-1 0,-1 0 0,0 0 1,0-1-1,-2 0 0,1-1 0,-2 0 0,0 0 1,-1 0-1,0 0 0,-1-1 0,2-26 0,-5 49 137,1-1 0,-1 0-1,1 0 1,0 0 0,1-1 0,-1 1-1,1 0 1,0-1 0,1 0-1,-1 0 1,7 7 0,-4-3-326,1-1-1,0 0 1,0 0 0,1-1 0,0 0-1,1 0 1,11 7 0,7-6-3834,-10-10-2917,-6-8-1499</inkml:trace>
</inkml:ink>
</file>

<file path=ppt/ink/ink3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13.072"/>
    </inkml:context>
    <inkml:brush xml:id="br0">
      <inkml:brushProperty name="width" value="0.025" units="cm"/>
      <inkml:brushProperty name="height" value="0.025" units="cm"/>
    </inkml:brush>
  </inkml:definitions>
  <inkml:trace contextRef="#ctx0" brushRef="#br0">64 84 15663,'0'0'64,"-44"-49"0,30 32-64,8 8 64,6 2-64,1 6-352,14 1-3812,10 0-2947</inkml:trace>
</inkml:ink>
</file>

<file path=ppt/ink/ink3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13.523"/>
    </inkml:context>
    <inkml:brush xml:id="br0">
      <inkml:brushProperty name="width" value="0.025" units="cm"/>
      <inkml:brushProperty name="height" value="0.025" units="cm"/>
    </inkml:brush>
  </inkml:definitions>
  <inkml:trace contextRef="#ctx0" brushRef="#br0">276 18 15887,'-15'3'1201,"1"0"-696,-23 5 1650,-46 16 1,73-20-1828,1-1 0,-1 1 0,1 1 0,0 0 0,0 0 0,0 1 0,1 0 0,0 0 0,0 1 0,-13 15 0,19-20-316,0 1 0,0-1 0,1 1 0,-1 0 0,1 0 1,0-1-1,0 1 0,0 0 0,0 0 0,0 0 0,1 0 0,-1 1 0,1-1 0,0 0 0,0 0 0,0 0 0,0 0 0,0 0 0,1 0 0,0 0 0,-1 0 1,1 0-1,0 0 0,0 0 0,1 0 0,-1 0 0,1 0 0,-1-1 0,1 1 0,0-1 0,0 1 0,0-1 0,0 0 0,4 3 0,-3-2-50,0-1 0,0 0-1,0 0 1,1 0 0,-1 0-1,1 0 1,-1-1 0,1 0 0,-1 1-1,1-1 1,0-1 0,0 1-1,-1-1 1,1 1 0,0-1-1,0 0 1,0 0 0,-1-1 0,1 1-1,0-1 1,0 0 0,-1 0-1,1 0 1,0 0 0,-1-1-1,1 1 1,-1-1 0,4-2-1,3-4-13,-1-1-1,1 1 0,-1-2 0,-1 1 1,1-2-1,-2 1 0,1-1 0,-2 0 0,1 0 1,-2-1-1,1 1 0,-2-1 0,1-1 0,-2 1 1,1-1-1,-2 1 0,2-24 0,-4 35 83,1 1-1,-1-1 0,0 1 0,0-1 1,0 0-1,0 1 0,-1-1 0,1 0 1,0 1-1,0-1 0,0 1 0,0-1 1,-1 0-1,1 1 0,0-1 0,-1 1 1,1-1-1,0 1 0,-1-1 0,1 1 1,-1-1-1,1 1 0,-1-1 0,1 1 1,-1-1-1,1 1 0,-1 0 1,1-1-1,-1 1 0,1 0 0,-1 0 1,0-1-1,1 1 0,-1 0 0,1 0 1,-1 0-1,0 0 0,1 0 0,-1 0 1,0 0-1,1 0 0,-1 0 0,0 0 1,1 0-1,-1 0 0,1 0 0,-1 1 1,0-1-1,1 0 0,-1 0 0,0 1 1,-1 0 74,0 0 0,0 0-1,0 0 1,0 0 0,0 0 0,0 0 0,0 0 0,1 1 0,-1-1 0,0 1 0,1 0 0,-1-1 0,1 1 0,-2 2 0,1 1-42,0 0 0,0 1 0,0-1 1,1 0-1,0 1 0,0 0 1,0-1-1,1 1 0,0-1 0,0 1 1,0 0-1,1-1 0,0 1 1,0-1-1,0 1 0,1-1 0,-1 1 1,1-1-1,1 0 0,-1 0 1,1 0-1,0 0 0,0 0 0,0-1 1,1 1-1,-1-1 0,1 0 1,0 0-1,0 0 0,7 4 0,-1-1-202,-1 0 0,1-1 0,1 0 0,-1-1 0,1 0 0,12 4 0,-12-6-642,1 0 1,-1 0 0,1-1 0,0 0 0,19-1 0,-28 0 284,0-2 1,0 1-1,0 0 1,0-1-1,0 1 1,0-1-1,0 0 1,0 0-1,0 0 1,0 0-1,-1-1 1,1 1 0,0-1-1,-1 0 1,3-2-1,18-15-6384</inkml:trace>
</inkml:ink>
</file>

<file path=ppt/ink/ink3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13.911"/>
    </inkml:context>
    <inkml:brush xml:id="br0">
      <inkml:brushProperty name="width" value="0.025" units="cm"/>
      <inkml:brushProperty name="height" value="0.025" units="cm"/>
    </inkml:brush>
  </inkml:definitions>
  <inkml:trace contextRef="#ctx0" brushRef="#br0">16 119 993,'0'0'23179,"-4"3"-22405,3-3-753,0 1 0,0 0 0,0-1 0,1 1 0,-1 0 0,0 0-1,0 0 1,1 0 0,-1 0 0,1 0 0,-1 0 0,1 0 0,-1 0-1,1 0 1,0 0 0,-1 0 0,1 0 0,0 1 0,0-1 0,0 0 0,0 0-1,0 0 1,0 0 0,0 0 0,0 1 0,1-1 0,-1 0 0,0 0 0,0 0-1,1 0 1,-1 0 0,1 0 0,-1 0 0,2 2 0,31 44-17,-15-23-109,-18-24 72,1 0 0,-1 0 1,0 0-1,1 0 0,-1 0 0,1 0 0,-1-1 0,0 1 0,1 0 0,-1 0 0,1 0 0,-1-1 1,0 1-1,1 0 0,-1-1 0,0 1 0,0 0 0,1 0 0,-1-1 0,0 1 0,0 0 1,1-1-1,-1 1 0,0-1 0,0 1 0,0 0 0,0-1 0,1 1 0,-1-1 0,0 1 0,0 0 1,0-1-1,0 1 0,0-1 0,0 1 0,0-1 0,0 1 0,0-1 0,7-27 66,-6 24-149,10-52-65,-9 39 185,1 0 0,1 0 0,1 0 0,11-29 0,-15 45-1,0 0 1,-1 0-1,1 0 0,0 0 0,0 0 0,0 0 0,0 0 0,0 0 0,0 0 0,0 1 0,0-1 0,0 0 0,0 1 0,0-1 0,0 1 0,0-1 0,0 1 0,1 0 0,-1-1 0,0 1 0,0 0 0,1 0 0,-1 0 0,0 0 0,0 0 0,1 0 0,-1 0 0,0 0 1,0 0-1,0 1 0,1-1 0,-1 1 0,0-1 0,0 1 0,0-1 0,0 1 0,0-1 0,0 1 0,0 0 0,0 0 0,0-1 0,1 2 0,40 37 106,-41-38-103,22 26-446,-9-11 445,0 0 0,20 17 0,-29-29-1197,0 0 1,0-1 0,0 0-1,1 1 1,-1-2 0,1 1-1,6 1 1,1-1-5909</inkml:trace>
</inkml:ink>
</file>

<file path=ppt/ink/ink3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14.489"/>
    </inkml:context>
    <inkml:brush xml:id="br0">
      <inkml:brushProperty name="width" value="0.025" units="cm"/>
      <inkml:brushProperty name="height" value="0.025" units="cm"/>
    </inkml:brush>
  </inkml:definitions>
  <inkml:trace contextRef="#ctx0" brushRef="#br0">111 162 16239,'-7'-3'1020,"1"-1"-538,-1 1 0,1 1 1,-1-1-1,1 1 0,-1 0 0,-8 0 0,14 1-396,-1 1 1,0 0-1,1 0 0,-1 0 0,0 0 1,1 0-1,-1 1 0,0-1 0,0 0 1,1 1-1,-1-1 0,1 1 0,-1 0 1,1-1-1,-1 1 0,1 0 0,-1 0 1,1 0-1,-1 0 0,1 0 0,0 0 1,0 1-1,0-1 0,0 0 0,0 1 1,0-1-1,0 1 0,0-1 0,0 1 0,1-1 1,-1 1-1,0-1 0,1 1 0,-1 0 1,1-1-1,0 3 0,-2 1-64,1 0-1,0 0 1,1 1-1,-1-1 1,1 0 0,0 1-1,1-1 1,-1 0-1,1 0 1,0 0-1,0 1 1,0-1-1,1 0 1,0 0 0,0-1-1,0 1 1,1 0-1,-1-1 1,1 1-1,0-1 1,1 0 0,-1 0-1,1 0 1,-1 0-1,1-1 1,0 1-1,1-1 1,-1 0-1,1-1 1,-1 1 0,1-1-1,7 4 1,-3-3-62,-1-1 1,1 0-1,0 0 1,0 0 0,-1-1-1,1 0 1,0-1-1,0 0 1,0-1 0,0 1-1,0-2 1,0 1-1,-1-1 1,1-1-1,0 1 1,-1-1 0,0-1-1,14-8 1,-4 1-295,-2-2 1,0 0 0,0-1-1,-2 0 1,20-25-1,-27 31 283,0-1 1,-1-1-1,0 1 0,0-1 0,-1 0 0,0 0 0,-1-1 1,0 1-1,-1-1 0,0 0 0,2-18 0,-5 28 80,0-1-1,0 0 0,0 1 0,0-1 0,0 1 0,-1-1 0,1 1 1,0-1-1,-1 1 0,1-1 0,-1 1 0,0-1 0,1 1 0,-1-1 1,0 1-1,0 0 0,0 0 0,0-1 0,0 1 0,0 0 1,0 0-1,-1 0 0,1 0 0,0 0 0,-1 0 0,1 1 0,0-1 1,-1 0-1,1 1 0,-1-1 0,1 1 0,-1-1 0,1 1 1,-1 0-1,0-1 0,1 1 0,-1 0 0,1 0 0,-1 0 0,-3 1 1,0-1 81,0 1 0,1-1-1,-1 1 1,0 0 0,0 1 0,0-1 0,0 1 0,1 0 0,-1 0 0,1 0 0,-1 1 0,-4 3 0,4-1-72,1 0 0,-1-1 0,1 2 0,0-1 0,0 0 1,1 1-1,0-1 0,0 1 0,0 0 0,1 0 0,-1 0 0,1 1 0,1-1 0,-1 0 0,1 1 0,1-1 0,-1 1 0,1-1 0,0 1 0,2 12 1,-1-14-22,0 0 0,0-1 0,0 1 1,1-1-1,0 0 0,0 0 1,0 1-1,0-1 0,1 0 1,0-1-1,-1 1 0,1 0 1,1-1-1,-1 0 0,0 1 0,1-1 1,0-1-1,0 1 0,0 0 1,0-1-1,0 0 0,0 0 1,0 0-1,1-1 0,-1 1 1,1-1-1,-1 0 0,1 0 0,8 0 1,-6-1-22,0 0 0,0 0 0,-1-1 0,1 0 0,0 0 0,0-1 0,0 0 0,-1 0 0,1 0 0,-1-1 0,0 0 0,0 0 0,0-1 0,0 0 0,9-7 1,5-7-35,0-1 1,29-37-1,1 0-5,-40 46 49,1 0-1,0 1 1,1 0 0,0 1-1,1 1 1,0-1 0,0 2-1,15-6 1,-25 11 20,0 0 0,0 0 0,0 0 0,0 0-1,0 0 1,1 1 0,-1-1 0,0 1 0,0 0 0,1 0-1,-1 0 1,0 0 0,0 1 0,1-1 0,-1 1 0,0 0 0,0 0-1,0 0 1,0 0 0,0 1 0,0-1 0,0 1 0,-1 0 0,1 0-1,0 0 1,-1 0 0,0 0 0,1 0 0,-1 1 0,0-1 0,0 1-1,0 0 1,-1-1 0,1 1 0,-1 0 0,1 0 0,-1 0 0,0 0-1,0 0 1,0 1 0,0 4 0,1-2 29,0 0 1,-1 0-1,0 1 1,-1-1-1,1 0 1,-1 1 0,0-1-1,0 0 1,-1 1-1,0-1 1,0 0-1,-1 0 1,0 0-1,0 0 1,0 0-1,-1 0 1,1 0-1,-1-1 1,-1 1-1,1-1 1,-1 0-1,0 0 1,0 0-1,-7 5 1,3-3-232,-1 0 0,0-1 0,-1-1 1,1 0-1,-1 0 0,0-1 0,-1 0 1,1 0-1,-1-1 0,1-1 0,-1 0 0,0 0 1,-15 0-1,-17-4-4789,4-11-5354</inkml:trace>
</inkml:ink>
</file>

<file path=ppt/ink/ink3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24.901"/>
    </inkml:context>
    <inkml:brush xml:id="br0">
      <inkml:brushProperty name="width" value="0.025" units="cm"/>
      <inkml:brushProperty name="height" value="0.025" units="cm"/>
    </inkml:brush>
  </inkml:definitions>
  <inkml:trace contextRef="#ctx0" brushRef="#br0">145 0 12876,'0'0'1148,"-8"6"0,-3 2-819,1 1 1,0 0 0,0 0 0,1 1-1,0 0 1,0 1 0,1 0-1,1 0 1,-8 16 0,10-18-246,1 0 1,0 1-1,1-1 1,0 1-1,0 0 1,1 0-1,0 0 1,1 0-1,0 0 1,0 0-1,1 0 1,1 0-1,0 0 1,2 13-1,-2-20-80,0 0 1,0 0-1,0 0 1,1 0-1,-1 0 0,1 0 1,0 0-1,0-1 1,0 1-1,0-1 0,0 1 1,0-1-1,1 0 1,-1 0-1,1 0 0,-1 0 1,5 2-1,-1-1 5,0 0-1,0-1 1,0 0-1,1 0 0,-1-1 1,1 0-1,-1 0 1,10 1-1,-5-2 9,-1 0 0,1-1 0,0 0 0,0-1 0,-1 0 0,1 0 0,-1-1 0,0 0 0,0-1 0,14-7 0,-19 8-12,-1 0-1,1 0 1,-1 0 0,1-1 0,-1 1 0,0-1 0,-1 0 0,1-1-1,-1 1 1,0 0 0,0-1 0,0 0 0,0 1 0,-1-1-1,0 0 1,0-1 0,0 1 0,-1 0 0,0 0 0,0-1 0,0 1-1,0-1 1,-1 1 0,0-1 0,0 1 0,-1-1 0,1 1 0,-1 0-1,0-1 1,-3-7 0,1 6-10,0 0-1,0 0 1,-1 0 0,0 1-1,0-1 1,-1 1-1,0 0 1,0 0 0,0 1-1,0-1 1,-1 1 0,0 0-1,0 1 1,-1-1-1,1 1 1,-1 0 0,0 1-1,0 0 1,0 0-1,-1 1 1,-8-3 0,0 2-108,-1 0-1,0 2 1,-19-1 0,29 2-277,0 1-1,0-1 1,0 1 0,0 0-1,0 1 1,0-1 0,0 1-1,0 1 1,-11 5 0,7 2-2262,12-7-2677,6-2-1996</inkml:trace>
</inkml:ink>
</file>

<file path=ppt/ink/ink3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25.184"/>
    </inkml:context>
    <inkml:brush xml:id="br0">
      <inkml:brushProperty name="width" value="0.025" units="cm"/>
      <inkml:brushProperty name="height" value="0.025" units="cm"/>
    </inkml:brush>
  </inkml:definitions>
  <inkml:trace contextRef="#ctx0" brushRef="#br0">153 55 9865,'0'0'1089,"-4"-8"1372,2 4-2163,-1 0 0,1 1 0,-1 0 0,0-1 0,0 1-1,0 0 1,0 0 0,-1 1 0,1-1 0,-1 1 0,0-1 0,-4-1-1,6 3-169,0 0-1,0 0 0,0 1 0,-1-1 0,1 1 0,0-1 0,-1 1 0,1 0 0,0 0 0,-1 0 0,1 0 0,0 0 0,-1 0 0,1 1 0,0-1 0,0 1 0,-1-1 0,1 1 0,0 0 0,0 0 0,0 0 0,0 0 0,0 1 0,0-1 0,0 0 0,0 1 0,0-1 0,1 1 0,-1 0 0,-1 2 0,-1 2-14,-1 1 0,1 1 0,0-1 0,1 0 0,0 1 0,0 0 0,1 0 0,-1 0 0,2 0 0,-1 0 0,0 15 0,1 14 8,4 48 1,-1-60-23,8 85 431,31 129 0,-22-147-1489,-4 0 1,4 133 0,-19-215 235,0 12-1419,-6-11-2136,-6-7-2704</inkml:trace>
</inkml:ink>
</file>

<file path=ppt/ink/ink3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25.370"/>
    </inkml:context>
    <inkml:brush xml:id="br0">
      <inkml:brushProperty name="width" value="0.025" units="cm"/>
      <inkml:brushProperty name="height" value="0.025" units="cm"/>
    </inkml:brush>
  </inkml:definitions>
  <inkml:trace contextRef="#ctx0" brushRef="#br0">1 161 13933,'0'0'3684,"15"-45"-3204,7 36-288,10-2-32,5-1-128,9-2-32,3-3-32,2-6-2017,0-6-3012</inkml:trace>
</inkml:ink>
</file>

<file path=ppt/ink/ink3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26.534"/>
    </inkml:context>
    <inkml:brush xml:id="br0">
      <inkml:brushProperty name="width" value="0.025" units="cm"/>
      <inkml:brushProperty name="height" value="0.025" units="cm"/>
    </inkml:brush>
  </inkml:definitions>
  <inkml:trace contextRef="#ctx0" brushRef="#br0">91 173 9353,'0'0'4788,"-7"-1"-3533,5 1-1263,-2 0 282,0 0-1,0-1 1,0 1-1,-1-1 1,1 0 0,0 0-1,0-1 1,-4-1-1,6 2-143,0-1 0,1 1 0,-1 0 0,1-1 0,-1 1 0,1-1 0,0 1 0,0-1 0,-1 0 0,1 0 0,0 1 0,1-1 0,-1 0 0,0 0 0,0 0 0,1 0 0,-1 0-1,1 0 1,0 0 0,0 0 0,-1 0 0,1 0 0,1-3 0,0-2-54,0 0 1,0 1-1,1-1 0,0 1 1,0 0-1,0-1 0,1 1 0,0 0 1,1 0-1,-1 1 0,9-11 0,-11 14-74,1-1-1,0 1 1,0 0-1,-1 0 1,1 0-1,1 0 1,-1 0-1,0 0 1,0 0-1,1 1 1,-1-1-1,1 1 1,-1 0-1,1 0 1,0 0-1,-1 0 0,1 0 1,0 0-1,0 1 1,0-1-1,0 1 1,-1 0-1,1 0 1,0 0-1,0 0 1,0 1-1,0-1 1,0 1-1,-1-1 1,6 3-1,-5-1-3,0 1-1,-1-1 1,1 0-1,-1 1 1,1 0-1,-1-1 1,0 1-1,0 0 1,0 0-1,0 0 1,-1 1-1,1-1 1,-1 0-1,0 1 1,0-1-1,0 1 1,0-1 0,0 6-1,3 71-21,-4-69 15,-1 11 8,0 0 1,-2 0-1,-1 0 0,0-1 0,-1 1 1,-2-1-1,0 0 0,-12 22 0,4-13 2,-2-1-1,0-1 0,-2-1 0,-39 43 1,92-71 89,224-84-1387,-226 73-2739,-9 1-3405</inkml:trace>
</inkml:ink>
</file>

<file path=ppt/ink/ink3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27.515"/>
    </inkml:context>
    <inkml:brush xml:id="br0">
      <inkml:brushProperty name="width" value="0.025" units="cm"/>
      <inkml:brushProperty name="height" value="0.025" units="cm"/>
    </inkml:brush>
  </inkml:definitions>
  <inkml:trace contextRef="#ctx0" brushRef="#br0">1 692 11787,'0'0'5605,"3"-10"-4905,7-16-410,1 1-1,1 1 1,2 0 0,0 1 0,32-39 0,-16 22-68,24-44 0,-40 60-198,-1 0 0,-1-1 0,-1-1-1,-2 0 1,0-1 0,-1 1 0,-2-1-1,-1-1 1,-1 1 0,0-44 0,-4 70-23,0-1-1,0 0 1,0 1 0,0-1-1,0 0 1,0 1 0,-1-1 0,1 1-1,-1-1 1,1 0 0,-1 1 0,1-1-1,-1 1 1,0-1 0,0 1 0,0 0-1,0-1 1,0 1 0,0 0 0,0 0-1,0-1 1,-1 1 0,1 0-1,0 0 1,-1 0 0,1 1 0,-1-1-1,1 0 1,-1 0 0,1 1 0,-1-1-1,0 1 1,1-1 0,-1 1 0,1 0-1,-1 0 1,-1 0 0,0 0 0,1 0-1,-1 1 1,1-1 0,0 1 0,0 0-1,-1-1 1,1 1 0,0 0 0,0 0-1,0 1 1,0-1 0,0 0 0,0 1 0,0-1-1,1 1 1,-1 0 0,0-1 0,1 1-1,-1 0 1,1 0 0,0 0 0,0 0-1,0 0 1,0 0 0,-2 5 0,1 2-1,0 0-1,1 0 1,0 0 0,0 0 0,1 1-1,0-1 1,1 0 0,0 0 0,0 0 0,1 0-1,0 0 1,0 0 0,1 0 0,1 0 0,5 10-1,8 14-1,3-1 0,35 46 1,-1 0-1,-48-68 13,0 0-1,-1 0 1,0 0-1,0 1 1,-1 0-1,-1-1 1,0 1-1,0 1 1,1 17 0,-4-24-8,0-1 1,0 0 0,-1 1 0,1-1 0,-1 0 0,0 0 0,0 0 0,-1 0 0,1 0 0,-1 0 0,0 0 0,0 0-1,0 0 1,0-1 0,-1 1 0,0-1 0,1 0 0,-1 0 0,0 0 0,-1 0 0,1 0 0,0-1 0,-1 1-1,0-1 1,1 0 0,-1 0 0,0 0 0,-6 1 0,-5 3 8,-1-2 0,1 0 0,-1-1-1,-32 3 1,39-5-9,0-1-1,0 0 0,0 0 1,0-1-1,0 0 1,0-1-1,0 0 0,1 0 1,-1-1-1,-11-6 0,18 9-39,1-1 0,-1 0 0,1 1 0,0-1 0,-1 0 0,1 0 0,0 0-1,0 0 1,0 0 0,0 0 0,0 0 0,0-1 0,0 1 0,0 0-1,0-1 1,0 1 0,1 0 0,-1-1 0,0 1 0,1-1 0,-1 1 0,1-1-1,0 1 1,0-1 0,-1 1 0,1-1 0,0 0 0,0 1 0,1-3 0,0 1-317,0 0 0,0 1 1,1-1-1,-1 0 1,1 1-1,-1-1 1,1 0-1,0 1 1,0 0-1,0 0 1,0-1-1,1 1 1,-1 0-1,3-1 1,26-19-4948</inkml:trace>
</inkml:ink>
</file>

<file path=ppt/ink/ink3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27.986"/>
    </inkml:context>
    <inkml:brush xml:id="br0">
      <inkml:brushProperty name="width" value="0.025" units="cm"/>
      <inkml:brushProperty name="height" value="0.025" units="cm"/>
    </inkml:brush>
  </inkml:definitions>
  <inkml:trace contextRef="#ctx0" brushRef="#br0">217 16 13389,'0'0'523,"-7"-1"1206,-16-3 86,8 0-926,-1 2 0,0-1-1,0 2 1,0 0 0,-23 2 0,36 0-864,-1-1 1,1 1-1,0-1 1,0 1-1,0 0 1,0 0-1,0 1 1,0-1-1,0 0 1,0 1-1,1 0 1,-1 0-1,1 0 1,-1 0-1,1 0 1,0 0-1,-1 1 1,1-1-1,0 1 1,1-1-1,-1 1 1,0 0-1,1 0 1,-1 0-1,1 0 1,0 0-1,0 0 1,0 0-1,1 0 1,-1 0-1,1 0 1,0 0-1,-1 1 1,2 3-1,-2-3-70,1-1 0,0 0 1,0 0-1,0 1 0,1-1 0,-1 0 1,1 0-1,0 1 0,0-1 0,0 0 0,0 0 1,0 0-1,1 0 0,0 0 0,-1 0 0,1-1 1,0 1-1,0-1 0,0 1 0,1-1 0,-1 1 1,1-1-1,-1 0 0,1 0 0,0-1 0,-1 1 1,1 0-1,0-1 0,0 0 0,0 1 0,0-1 1,1-1-1,-1 1 0,0 0 0,0-1 0,1 1 1,-1-1-1,0 0 0,0 0 0,1 0 0,-1-1 1,0 1-1,0-1 0,1 0 0,5-2 0,-5 1 40,0 0 0,1-1-1,-1 0 1,0 0 0,0 0-1,-1 0 1,1 0 0,-1-1-1,1 1 1,-1-1 0,0 0-1,-1 0 1,1 0 0,-1 0-1,0-1 1,0 1 0,0-1-1,0 0 1,-1 1 0,1-1-1,-1 0 1,-1 0 0,1 1-1,-1-1 1,0-10 0,-1 14 59,1-1-1,-1 1 1,0-1 0,0 1 0,0 0 0,0-1 0,0 1 0,0 0 0,0 0 0,0 0 0,-1 0 0,1 0-1,0 0 1,-1 0 0,1 0 0,0 1 0,-1-1 0,1 0 0,-1 1 0,1-1 0,-1 1 0,0 0 0,1-1-1,-1 1 1,1 0 0,-1 0 0,0 0 0,1 0 0,-3 1 0,2-1 7,0 0-1,0 0 1,0 0 0,1 0-1,-1 0 1,0 1 0,0-1 0,0 0-1,1 1 1,-1 0 0,0 0-1,1-1 1,-1 1 0,0 0 0,1 0-1,-1 0 1,1 0 0,0 1-1,-1-1 1,1 0 0,0 1-1,0-1 1,0 1 0,0-1 0,0 1-1,-1 1 1,1 1-52,0-1 0,1 1 0,0-1-1,-1 1 1,1-1 0,1 1 0,-1 0 0,0-1 0,1 1-1,0-1 1,0 1 0,0-1 0,0 0 0,0 1 0,1-1-1,3 6 1,-1-3 36,0-1-1,1 0 1,-1 0 0,1 0-1,1 0 1,-1-1 0,0 0-1,9 5 1,-1-2-353,-1-1 0,1 0 0,0-1 0,1 0 0,-1-1-1,1-1 1,0 0 0,16 1 0,-27-3-183,0 0-1,0-1 1,1 0 0,-1 0-1,0 0 1,0 0 0,1-1-1,-1 1 1,0-1-1,0 1 1,0-1 0,0 0-1,0-1 1,0 1-1,0 0 1,0-1 0,0 0-1,0 0 1,3-3-1,9-13-5855</inkml:trace>
</inkml:ink>
</file>

<file path=ppt/ink/ink3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28.934"/>
    </inkml:context>
    <inkml:brush xml:id="br0">
      <inkml:brushProperty name="width" value="0.025" units="cm"/>
      <inkml:brushProperty name="height" value="0.025" units="cm"/>
    </inkml:brush>
  </inkml:definitions>
  <inkml:trace contextRef="#ctx0" brushRef="#br0">17 49 9961,'0'0'9108,"-4"10"-8420,3-8-672,-1 2 37,0 1 0,0-1 0,1 1-1,0 0 1,-1 0 0,2 0 0,-1-1-1,0 1 1,1 0 0,0 0 0,0 0-1,1 0 1,-1 0 0,1 0 0,0 0-1,3 8 1,19 69 134,-23-88-171,0 1 1,1-1-1,-1 1 1,1 0-1,0-1 1,1 1-1,2-7 0,0-3-3,-1 3-10,1-7 16,1 0 0,0 1 0,2-1 0,0 1 1,10-18-1,-16 35-2,-1 0 0,0 1 0,0-1 1,1 1-1,-1-1 0,0 1 0,1-1 0,-1 1 1,0 0-1,1-1 0,-1 1 0,1-1 0,-1 1 1,1 0-1,-1-1 0,1 1 0,-1 0 1,1 0-1,-1-1 0,1 1 0,0 0 0,-1 0 1,1 0-1,-1 0 0,1-1 0,0 1 0,-1 0 1,1 0-1,-1 0 0,2 1 0,12 14 126,3 31-145,-16-42 59,34 122 66,-35-125-123,0-1 1,0 0 0,0 0-1,0 0 1,0 0 0,0 0-1,0 0 1,0 1-1,0-1 1,0 0 0,0 0-1,0 0 1,0 0 0,0 0-1,0 0 1,0 0-1,0 1 1,0-1 0,0 0-1,0 0 1,0 0-1,0 0 1,1 0 0,-1 0-1,0 0 1,0 0 0,0 0-1,0 0 1,0 0-1,0 0 1,0 1 0,1-1-1,-1 0 1,0 0 0,0 0-1,0 0 1,0 0-1,0 0 1,0 0 0,0 0-1,1 0 1,-1 0 0,0 0-1,0 0 1,0 0-1,0 0 1,0 0 0,0-1-1,1 1 1,-1 0 0,0 0-1,0 0 1,0 0-1,0 0 1,0 0 0,0 0-1,0 0 1,0 0 0,1 0-1,-1 0 1,0-1-1,0 1 1,0 0 0,5-13 18,2-15-9,-3 8 10,-2 4-16,1 1-1,1-1 1,0 1 0,1 0 0,7-15 0,-12 30-1,0-1 0,0 1-1,0 0 1,0-1 0,1 1 0,-1 0 0,0 0 0,0-1-1,0 1 1,1 0 0,-1 0 0,0-1 0,0 1 0,0 0 0,1 0-1,-1 0 1,0-1 0,0 1 0,1 0 0,-1 0 0,0 0-1,1 0 1,-1 0 0,0-1 0,1 1 0,-1 0 0,0 0-1,1 0 1,-1 0 0,0 0 0,0 0 0,1 0 0,-1 0 0,0 0-1,1 0 1,-1 0 0,0 1 0,1-1 0,-1 0 0,0 0-1,1 0 1,11 15 28,3 23-20,-15-37-1,1 2-25,0-1 1,-1 1 0,1-1 0,0 1-1,0-1 1,1 1 0,-1-1 0,0 0-1,1 0 1,-1 0 0,1 0 0,0 0-1,0 0 1,0 0 0,0 0 0,0-1-1,0 1 1,0-1 0,0 1 0,4 0-1,-4-2-23,0 0 0,0 0-1,0 0 1,0 0 0,0-1-1,0 1 1,0-1-1,0 0 1,0 1 0,0-1-1,0 0 1,-1 0-1,1 0 1,0 0 0,-1-1-1,1 1 1,0 0 0,-1-1-1,1 1 1,-1-1-1,0 0 1,0 1 0,0-1-1,1 0 1,0-3-1,34-66-420,-31 70 495,0 10 46,5 18 238,-9-24-234,18 69 337,-2 1 1,-4 1-1,-3 0 1,-3 1-1,-4 77 1,-7-125-375,3-26-46,1-1 0,0 1 1,0-1-1,-1 1 0,1-1 1,0 1-1,-1-1 0,1 0 1,0 1-1,-1-1 1,1 1-1,-1-1 0,1 0 1,0 1-1,-1-1 0,1 0 1,-1 0-1,1 1 0,-1-1 1,1 0-1,-1 0 0,1 0 1,-1 0-1,0 1 0,0-1 1,-1-1 1,1 0 0,-1 0 0,0 1 1,1-1-1,-1 0 0,1-1 0,-1 1 1,1 0-1,0 0 0,-1-1 0,1 1 0,0 0 1,0-1-1,0 1 0,0-1 0,0 0 1,0 1-1,0-1 0,1 0 0,-1 0 0,0 1 1,1-3-1,-8-20-25,2 1-1,1-1 1,0-1 0,-1-47-1,8-101-111,-1 144 126,0 17 6,0-19-4,7-45-1,-7 69 11,0 1-1,1-1 0,0 0 0,0 1 0,0 0 0,1-1 1,0 1-1,0 0 0,0 0 0,1 1 0,0-1 0,0 1 1,6-6-1,-8 9-4,1 0 1,0 1 0,-1-1-1,1 1 1,0-1 0,0 1-1,0 0 1,0 0-1,0 0 1,1 0 0,-1 1-1,0-1 1,0 1 0,0 0-1,1 0 1,-1 0 0,0 0-1,0 1 1,0-1 0,1 1-1,-1 0 1,0 0-1,0 0 1,0 0 0,0 0-1,0 1 1,-1-1 0,1 1-1,0 0 1,-1 0 0,1 0-1,-1 0 1,1 0-1,2 5 1,-3-5-1,1 1 0,-1-1 0,0 1 0,0-1 0,-1 1 0,1 0 0,0 0 0,-1 0 0,0 0 0,0 0 0,0 0 0,0 0-1,0 0 1,0 0 0,-1 0 0,0 1 0,1-1 0,-1 0 0,0 0 0,-1 1 0,1-1 0,-1 0 0,1 0 0,-1 0 0,0 0 0,0 0 0,0 0 0,-1 0 0,1 0 0,-1 0 0,1 0 0,-1 0 0,0-1 0,-4 4-1,-2 2-681,0-1 0,-1 0 0,0-1 0,0 0 0,-12 5 0,18-9 362,-1 0 0,1-1 1,-1 1-1,1-1 0,-1 0 0,0 0 1,0 0-1,1-1 0,-1 1 0,0-1 1,0 0-1,0 0 0,0 0 0,1 0 1,-1-1-1,0 1 0,0-1 0,-5-2 1,-5-14-4119,6-12-266</inkml:trace>
</inkml:ink>
</file>

<file path=ppt/ink/ink3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29.121"/>
    </inkml:context>
    <inkml:brush xml:id="br0">
      <inkml:brushProperty name="width" value="0.025" units="cm"/>
      <inkml:brushProperty name="height" value="0.025" units="cm"/>
    </inkml:brush>
  </inkml:definitions>
  <inkml:trace contextRef="#ctx0" brushRef="#br0">0 1 16624,'0'0'4932,"21"74"-3939,-7-31 32,-2 3-256,3 6-353,2 3-287,1 1-97,-3 1 0,-3-2 0,-4-3-545,-3-5-1473,-5-9-1121,0-10-2114,0-12-4035</inkml:trace>
</inkml:ink>
</file>

<file path=ppt/ink/ink3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29.773"/>
    </inkml:context>
    <inkml:brush xml:id="br0">
      <inkml:brushProperty name="width" value="0.025" units="cm"/>
      <inkml:brushProperty name="height" value="0.025" units="cm"/>
    </inkml:brush>
  </inkml:definitions>
  <inkml:trace contextRef="#ctx0" brushRef="#br0">1 667 9865,'0'0'4260,"5"-8"-1761,3-5-1798,1 0 0,0 2 0,1-1 0,0 1 0,1 0 0,0 1 0,0 0 1,23-14-1,25-7 13,-42 24-652,-1-2 0,0 0-1,30-22 1,-46 31-61,0 0 0,0 0 1,1 0-1,-1 0 0,0 0 1,0 0-1,0 0 0,1-1 1,-1 1-1,0 0 0,0 0 1,1 0-1,-1 0 0,0-1 1,0 1-1,0 0 0,0 0 1,1 0-1,-1-1 0,0 1 1,0 0-1,0 0 0,0 0 1,0-1-1,0 1 0,1 0 1,-1 0-1,0-1 0,0 1 1,0 0-1,0 0 0,0-1 1,0 1-1,0 0 1,0-1-1,0 1 0,0 0 1,0 0-1,-1-1 0,1 1 1,0 0-1,0 0 0,0 0 1,0-1-1,0 1 0,0 0 1,-1 0-1,1-1 0,0 1 1,0 0-1,0 0 0,0 0 1,-1 0-1,1-1 0,0 1 1,-22-2 3,-28 11-43,36-3 73,1 0 0,-1 1-1,1 0 1,-19 15 0,28-20-30,1 0 1,0 1-1,0 0 0,0-1 1,0 1-1,1 0 1,-1 1-1,1-1 1,0 0-1,0 1 1,0-1-1,0 1 1,0 0-1,1-1 1,0 1-1,0 0 0,0 0 1,0 0-1,0 0 1,1 0-1,0 0 1,0 5-1,1-6-3,-1-1 1,1 0-1,0 0 0,0 0 0,0 1 0,0-1 0,1 0 0,-1 0 1,1 0-1,-1-1 0,1 1 0,0 0 0,-1-1 0,1 1 0,0-1 1,0 1-1,0-1 0,0 0 0,0 0 0,1 0 0,-1 0 0,0 0 1,0 0-1,1 0 0,-1-1 0,0 0 0,4 1 0,9 1 1,1 0 0,-1-1 0,17-1 0,-21 0-11,15-2-6,0-2-1,0 0 0,0-2 1,0-1-1,-1-1 0,0-1 1,-1-1-1,0-1 0,0-2 1,-1 0-1,32-25 0,-36 19 21,-20 19-4,1-1-1,0 1 0,0 0 1,0 0-1,0-1 1,0 1-1,0 0 0,0 0 1,0-1-1,0 1 0,0 0 1,-1 0-1,1-1 0,0 1 1,0 0-1,0 0 0,0-1 1,-1 1-1,1 0 0,0 0 1,0 0-1,-1 0 1,1-1-1,0 1 0,0 0 1,-1 0-1,1 0 0,0 0 1,0 0-1,-1 0 0,1 0 1,0 0-1,-1 0 0,1 0 1,0-1-1,0 2 0,-1-1 1,1 0-1,0 0 0,-1 0 1,1 0-1,-5 0 12,0 1-1,1-1 1,-1 1-1,1 0 1,-1 1 0,1-1-1,-1 1 1,-6 3-1,6-3-11,0 1-1,-1 0 1,1 0-1,1 0 0,-1 0 1,0 1-1,1 0 1,0 0-1,0 0 0,0 1 1,0-1-1,1 1 1,0 0-1,0 0 0,0 0 1,0 0-1,1 0 1,0 1-1,0-1 1,0 1-1,1-1 0,0 1 1,0 0-1,0 0 1,1 6-1,0-10-9,0-1-1,0 0 1,0 1-1,1-1 1,-1 0-1,1 0 1,-1 1-1,1-1 1,-1 0-1,1 0 1,0 1-1,-1-1 1,1 0-1,0 0 1,0 0-1,0 0 1,0 0-1,0 0 1,0-1-1,0 1 1,0 0 0,0 0-1,1-1 1,0 2-1,2-1-50,0 0 1,0 0-1,0 0 0,0 0 1,0 0-1,0-1 0,0 0 1,6 0-1,-1 0-74,0-1 1,0 0 0,0-1-1,0 0 1,0-1-1,17-6 1,-16 2 117,1 0-1,-1-1 1,0-1 0,-1 1 0,0-2 0,0 1 0,-1-1 0,0 0 0,-1-1-1,0 0 1,-1 0 0,0 0 0,-1-1 0,0 0 0,-1 0 0,0 0-1,4-25 1,0-14-29,-2-1-1,-1-102 1,-5 148 45,1-18-2,-1 11 11,1 0 0,-2 0 0,1 1 0,-2-1-1,0 0 1,0 1 0,-7-20 0,9 31 8,0 0 1,-1 0-1,1 0 0,0 0 1,0 0-1,-1 1 0,1-1 0,-1 0 1,1 0-1,-1 0 0,1 1 1,-1-1-1,1 0 0,-1 1 1,0-1-1,1 0 0,-1 1 0,0-1 1,1 1-1,-1-1 0,0 1 1,0 0-1,0-1 0,1 1 1,-1 0-1,0-1 0,0 1 0,0 0 1,-1 0-1,1 0-2,-1 1 0,1 0 0,0 0 0,0-1 0,-1 1 0,1 0 0,0 0 0,0 0 0,0 0 0,0 1 0,1-1 0,-1 0 0,0 0 0,0 1 0,0 1 0,-19 59 182,13-23-43,3 0 0,1 1 0,2 0 1,2 0-1,1-1 0,2 1 1,2-1-1,2 0 0,14 43 0,1 7-311,-17-28-3828,-6-28-3035</inkml:trace>
</inkml:ink>
</file>

<file path=ppt/ink/ink3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30.443"/>
    </inkml:context>
    <inkml:brush xml:id="br0">
      <inkml:brushProperty name="width" value="0.025" units="cm"/>
      <inkml:brushProperty name="height" value="0.025" units="cm"/>
    </inkml:brush>
  </inkml:definitions>
  <inkml:trace contextRef="#ctx0" brushRef="#br0">323 607 16592,'-11'-6'331,"8"5"-284,-2-2 107,1 0 1,-1 1-1,0-1 0,0 1 1,0 0-1,0 1 1,-1-1-1,1 1 0,0 0 1,-1 0-1,1 1 1,0-1-1,-1 1 0,1 1 1,-1-1-1,1 1 0,0 0 1,-1 0-1,1 0 1,0 1-1,0 0 0,-10 4 1,2 4 14,0 0 1,0 1-1,1 0 1,0 1-1,1 1 1,1-1 0,0 2-1,1-1 1,0 1-1,-11 26 1,11-21-137,1 1 0,2 0 0,-1 0 0,2 1 0,1 0 0,1 0 1,-2 39-1,5-58-33,0 0 1,-1-1 0,1 1-1,0 0 1,0-1-1,0 1 1,0 0-1,1 0 1,-1-1 0,0 1-1,1 0 1,-1-1-1,1 1 1,0 0 0,-1-1-1,1 1 1,0-1-1,0 1 1,0-1-1,0 0 1,0 1 0,0-1-1,1 0 1,-1 0-1,0 0 1,1 0 0,-1 0-1,0 0 1,1 0-1,-1 0 1,1 0 0,0-1-1,-1 1 1,1-1-1,3 1 1,-2-1 1,1 0-1,-1-1 1,0 1 0,0-1-1,1 0 1,-1 0 0,0 0-1,0-1 1,0 1 0,0-1 0,0 0-1,0 0 1,-1 0 0,1 0-1,0 0 1,-1 0 0,0-1-1,3-2 1,13-19 1,0-1 0,-1-1 0,-2 0 0,0-1 0,-2-1 0,13-38 1,-8 9 1,-2 0 0,10-79 1,-16 67 5,0-80 1,-10 122-10,-1-1 0,-1 0 1,-1 1-1,-1 0 1,-16-50-1,17 69 8,0 1 0,-1-1 0,0 1 0,0 0 0,-7-9 0,10 15-9,1 0 0,-1 0 0,0 0 0,1 0 0,-1 0 0,1 0 0,-1 0 0,0 1 0,0-1 0,0 0 0,1 0 0,-1 1 0,0-1 0,0 1 0,0-1 0,0 1 0,0-1 0,0 1 0,0 0 0,0-1 0,0 1 0,0 0 0,-1 0 0,1 0 0,0 0 0,0 0 0,0 0 0,0 0 0,0 0 0,0 0 0,0 0 0,0 0 0,0 1 0,0-1 0,0 1 0,0-1 0,0 1 0,0-1 0,0 1 0,0-1 0,0 1 0,0 0 0,0-1 0,1 1 0,-1 0 0,0 0 0,0 0 0,1-1 0,-1 1 0,1 0 0,-1 1 0,-4 9 2,2-1 0,0 0 0,0 1 0,1-1 0,0 1 0,0 0 0,2 0 0,-1-1 0,1 1 0,2 15 0,-1 0 39,1 6 40,1 1 0,1-1 0,2 1 0,2-2 1,1 1-1,1-1 0,26 56 0,-24-64-340,0 0 1,2 0-1,0-1 0,1-1 0,1-1 1,2 0-1,-1-1 0,2-1 0,1-1 0,30 22 1,-2-17-4233,-4-15-3576</inkml:trace>
</inkml:ink>
</file>

<file path=ppt/ink/ink3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31.023"/>
    </inkml:context>
    <inkml:brush xml:id="br0">
      <inkml:brushProperty name="width" value="0.025" units="cm"/>
      <inkml:brushProperty name="height" value="0.025" units="cm"/>
    </inkml:brush>
  </inkml:definitions>
  <inkml:trace contextRef="#ctx0" brushRef="#br0">218 315 15150,'-10'0'438,"-3"0"165,1 0-1,0 1 1,0 0 0,0 1 0,0 0-1,1 0 1,-1 2 0,1-1-1,-22 11 1,26-10-381,1 1 0,0-1 1,0 1-1,0 0 0,1 1 0,0-1 0,0 1 0,-7 11 1,11-16-218,0 1 0,-1-1 0,2 1 0,-1 0 0,0-1 0,0 1 0,0 0 0,1 0 0,-1 0 0,1 0 0,0 0 0,-1-1 0,1 1 0,0 0 0,0 0 0,0 0 0,0 0 0,1 0 0,-1 0 0,1 0 0,-1 0 0,1-1 0,-1 1 0,1 0 0,0 0 0,0-1 0,0 1 0,0 0 0,0-1 0,0 1 0,0-1 0,1 1 0,-1-1 0,0 0 0,1 1 0,-1-1 0,1 0 0,0 0 0,2 1 0,-2 0-18,0-1-1,1 0 1,-1 0 0,1 1 0,-1-1 0,1-1 0,0 1 0,-1 0 0,1-1 0,0 1 0,-1-1 0,1 0 0,0 0 0,0 0 0,-1 0 0,1 0 0,0-1 0,-1 1 0,1-1 0,0 0 0,-1 0 0,4-1 0,-2-1-27,0 1 1,0-1 0,0-1-1,0 1 1,-1-1 0,1 1-1,-1-1 1,0 0-1,0 0 1,0 0 0,3-7-1,0-2 7,-1 1-1,0-2 0,0 1 1,-1 0-1,-1-1 1,0 0-1,1-26 1,-5 37 554,-3 11-313,-2 16 178,6-15-279,0 0-1,1 0 1,-1-1-1,2 1 1,-1 0-1,1-1 0,1 1 1,-1-1-1,2 0 1,-1 0-1,1 0 1,9 14-1,-11-18-109,1-1-1,0 0 1,-1 0-1,1 0 1,0 0-1,0-1 1,0 1-1,1-1 1,-1 0-1,1 0 1,-1 0-1,1 0 1,0-1-1,0 1 1,-1-1-1,1 0 1,0 0-1,0 0 1,0-1-1,0 1 1,0-1-1,0 0 1,1 0 0,-1-1-1,0 1 1,0-1-1,0 0 1,-1 0-1,1 0 1,7-3-1,-6 1-140,-1 0 0,1 0 0,0 0 0,-1-1 0,0 0 0,0 1 0,0-1 0,0-1 0,-1 1 0,0 0 0,0-1 0,0 0 0,0 0 0,-1 0 0,1 0 0,-1 0 0,0 0 0,-1-1 0,2-7 0,2-10-588,-1 0 0,-2-1 0,1-28 0,-2 33 634,0 0 0,-2 0 0,0 0 0,-1 0 0,-1 1 0,0-1 0,-2 0 0,0 1 0,-1 0 0,-16-33 0,21 49 191,0 1 0,0-1 1,0 0-1,0 1 0,0-1 1,-1 1-1,1-1 1,0 1-1,-1 0 0,1-1 1,-1 1-1,0 0 0,1 0 1,-4-1-1,5 2-38,-1 0 0,1 0 0,-1 0-1,0 0 1,1 0 0,-1 0 0,1 0 0,-1 0-1,1 0 1,-1 1 0,1-1 0,-1 0 0,1 0-1,-1 1 1,1-1 0,-1 0 0,1 1 0,-1-1-1,1 0 1,-1 1 0,1-1 0,0 1 0,-1-1 0,1 1-1,-1-1 1,1 1 0,0-1 0,0 1 0,-1 0-1,-1 5 164,0 0 0,1-1 0,-1 1 0,1 0 0,0 0 0,1 0 0,-1 8 0,2 1 8,0 0 1,1 0-1,1 0 0,0 0 0,1 0 1,0-1-1,1 1 0,1-1 1,8 14-1,9 13-88,46 59 0,13 23-3643,-81-122 3025,10 22-2067,-10-12-883,-8-6-4084,-6-5 3356</inkml:trace>
</inkml:ink>
</file>

<file path=ppt/ink/ink3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31.448"/>
    </inkml:context>
    <inkml:brush xml:id="br0">
      <inkml:brushProperty name="width" value="0.025" units="cm"/>
      <inkml:brushProperty name="height" value="0.025" units="cm"/>
    </inkml:brush>
  </inkml:definitions>
  <inkml:trace contextRef="#ctx0" brushRef="#br0">73 182 2306,'-7'-5'3246,"3"2"-3122,-4-2 1006,1 0-1,0-1 0,0 0 1,0 0-1,-7-10 0,13 15-951,0 0-1,0-1 0,0 1 1,0-1-1,0 1 0,0-1 1,0 0-1,1 1 0,-1-1 1,1 0-1,-1 0 0,1 1 1,-1-1-1,1 0 0,0 0 1,0 0-1,0 1 1,0-1-1,0 0 0,0 0 1,1 0-1,-1 0 0,1 1 1,-1-1-1,1 0 0,0 1 1,-1-1-1,1 0 0,0 1 1,0-1-1,0 1 0,0-1 1,1 1-1,-1 0 0,0-1 1,0 1-1,3-1 0,8-7 24,1 1 0,1 0-1,0 1 1,0 0-1,0 2 1,1-1-1,-1 2 1,1 0 0,0 1-1,1 0 1,-1 1-1,0 1 1,26 1-1,-40 0-199,-1 0 0,0 0-1,0 0 1,1 0-1,-1 0 1,0 0-1,0 0 1,1 0-1,-1 0 1,0 0-1,0 0 1,0 0 0,1 0-1,-1 0 1,0 0-1,0 0 1,1 0-1,-1 1 1,0-1-1,0 0 1,0 0 0,1 0-1,-1 0 1,0 1-1,0-1 1,0 0-1,0 0 1,1 0-1,-1 1 1,0-1-1,0 0 1,0 0 0,0 1-1,0-1 1,0 0-1,0 0 1,0 0-1,0 1 1,0-1-1,0 0 1,0 0-1,0 1 1,0-1 0,0 0-1,0 0 1,0 1-1,-8 15 23,-13 11 3,17-22-15,-1 0-1,1 1 1,0-1-1,1 1 0,0 0 1,0 0-1,0 0 1,0 0-1,1 1 1,-3 9-1,5-14-9,0-1-1,0 0 1,0 1-1,0-1 1,0 1-1,0-1 1,0 0 0,0 1-1,1-1 1,-1 0-1,0 0 1,1 1 0,-1-1-1,1 0 1,0 0-1,-1 1 1,1-1-1,0 0 1,0 0 0,-1 0-1,1 0 1,1 1-1,1-1 0,-1 0 0,0 0-1,1 0 1,-1 0 0,1 0-1,-1 0 1,1-1 0,0 1-1,-1-1 1,1 0 0,0 0-1,-1 0 1,1 0 0,0 0-1,4-1 1,-3 0-3,0 0-1,-1 0 1,1 0-1,0-1 1,-1 1-1,1-1 1,-1 0-1,1 0 1,-1 0 0,0 0-1,0-1 1,0 1-1,0-1 1,0 0-1,-1 0 1,1 0-1,-1 0 1,4-6-1,-3 3 11,0 0-1,0-1 1,0 1-1,-1 0 1,0-1-1,0 1 1,-1-1-1,0 0 0,0 0 1,0-7-1,-1 14 23,0-1 0,0 1 0,0-1 1,0 1-1,0-1 0,0 1 0,0-1 0,0 1 0,0-1 0,0 1 0,0-1 0,-1 1 0,1-1 0,0 1 0,0-1 0,-1 1 0,1-1 0,0 1 0,0 0 0,-1-1 0,1 1 0,0-1 0,-1 1 1,1 0-1,-1-1 0,1 1 0,0 0 0,-1 0 0,1-1 0,-1 1 0,1 0 0,-1 0 0,1 0 0,-1-1 0,1 1 0,-1 0 0,1 0 0,-1 0 0,1 0 0,-1 0 0,1 0 0,-1 0 0,1 0 1,-1 0-1,1 0 0,-1 0 0,0 1 0,-1-1 64,1 1 1,0-1-1,0 1 1,-1-1-1,1 1 1,0 0-1,0 0 1,0-1-1,0 1 1,0 0-1,0 0 1,0 0-1,0 0 1,0 0-1,0 0 1,1 0-1,-1 0 1,-1 3-1,1 0-9,-1 0 0,1 0 0,0 0 1,0 0-1,0 0 0,0 0 0,1 0 0,-1 1 0,1-1 0,0 0 0,1 0 0,-1 1 0,1-1 0,0 0 0,0 0 0,0 0 0,0 0 0,1 0 0,0 0 0,-1 0 0,1 0 0,1-1 0,-1 1 1,1-1-1,-1 1 0,1-1 0,0 0 0,0 0 0,0 0 0,1-1 0,-1 1 0,1-1 0,-1 0 0,1 1 0,0-2 0,0 1 0,0 0 0,0-1 0,4 1 0,8 2-100,-1 0-1,0-1 1,1-1 0,0 0-1,-1-2 1,1 1-1,0-2 1,-1 0-1,25-5 1,-26 2-615,0 0-1,0-1 1,0-1-1,-1 0 1,1 0-1,15-11 1,22-21-5455</inkml:trace>
</inkml:ink>
</file>

<file path=ppt/ink/ink3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34.039"/>
    </inkml:context>
    <inkml:brush xml:id="br0">
      <inkml:brushProperty name="width" value="0.025" units="cm"/>
      <inkml:brushProperty name="height" value="0.025" units="cm"/>
    </inkml:brush>
  </inkml:definitions>
  <inkml:trace contextRef="#ctx0" brushRef="#br0">0 170 7399,'0'0'1511,"10"-6"-1314,33-14 276,1 3-1,1 1 1,0 2-1,65-12 0,201-18 1773,-132 27-1925,1 9-1,0 7 1,195 25-1,-236-6-198,0 6 1,-2 6-1,-1 6 0,199 82 1,-173-44-90,-75-32-19,132 43 0,-196-79-60,1 0-1,-1-2 0,1 0 0,30 0 0,-40-4-439,-1-1-1,1 0 0,0 0 0,0-1 1,-1-1-1,1-1 0,-1 0 1,22-9-1,8-11-2565</inkml:trace>
</inkml:ink>
</file>

<file path=ppt/ink/ink3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34.506"/>
    </inkml:context>
    <inkml:brush xml:id="br0">
      <inkml:brushProperty name="width" value="0.025" units="cm"/>
      <inkml:brushProperty name="height" value="0.025" units="cm"/>
    </inkml:brush>
  </inkml:definitions>
  <inkml:trace contextRef="#ctx0" brushRef="#br0">243 0 8936,'0'0'4896,"8"9"-4683,68 72 34,3-4 0,4-3-1,3-4 1,103 64-1,-187-133-246,0 0 1,-1 0-1,1 0 0,0 0 0,-1 0 0,1 1 0,0-1 0,-1 1 0,0-1 0,1 1 0,-1-1 0,0 1 0,0 0 0,0-1 0,0 1 0,0 0 0,0 0 0,0 2 0,-1-3 2,-1 1-1,1-1 1,-1 1-1,0 0 1,1-1 0,-1 0-1,0 1 1,0-1-1,0 1 1,0-1 0,0 0-1,0 0 1,0 0-1,-1 0 1,1 0 0,0 0-1,-1 0 1,1 0-1,-1 0 1,1 0 0,-1-1-1,-2 2 1,-233 108 456,142-69-378,2 3 1,-93 62-1,70-21-3817,80-59-1975</inkml:trace>
</inkml:ink>
</file>

<file path=ppt/ink/ink3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35.366"/>
    </inkml:context>
    <inkml:brush xml:id="br0">
      <inkml:brushProperty name="width" value="0.025" units="cm"/>
      <inkml:brushProperty name="height" value="0.025" units="cm"/>
    </inkml:brush>
  </inkml:definitions>
  <inkml:trace contextRef="#ctx0" brushRef="#br0">191 16 7207,'0'0'2984,"8"0"-2669,373-15 2605,-377 15-2918,1 0 0,-1 0 0,1 0 0,-1 1 0,0-1 0,1 1 0,-1 1 0,0-1 0,1 0 0,-1 1 0,0 0 0,0 0 0,6 4-1,-9-4 0,1 0-1,0 0 0,-1-1 0,0 1 0,1 1 1,-1-1-1,0 0 0,0 0 0,0 0 0,0 1 0,0-1 1,-1 0-1,1 1 0,-1-1 0,1 1 0,-1-1 0,0 1 1,0-1-1,0 0 0,0 1 0,0-1 0,-1 1 0,1-1 1,-1 1-1,0-1 0,-1 3 0,-6 13 49,0-2 1,-1 1-1,-1-1 1,-1-1-1,0 0 0,-26 26 1,13-13 26,-175 219 1049,-23 27-713,208-257-368,8-8-6,-1-1 0,0 0-1,0 0 1,-1 0 0,0-1 0,-1 0 0,1 0-1,-1-1 1,-12 6 0,20-12-8,1 0 1,0 0-1,-1 1 1,1-1-1,0 0 1,-1 0-1,1 0 1,-1 0-1,1 0 1,0 0-1,-1 0 1,1 0-1,-1 0 1,1 0-1,0 0 1,-1 0-1,1 0 1,-1 0-1,1 0 1,0 0-1,-1 0 0,1 0 1,-1-1-1,1 1 1,0 0-1,-1 0 1,1 0-1,0-1 1,-1 1-1,1 0 1,0-1-1,0 1 1,-1 0-1,1 0 1,0-1-1,0 1 1,-1 0-1,1-1 1,0 1-1,0-1 1,0 1-1,0 0 0,0-1 1,0 1-1,-1-1 1,1 1-1,0 0 1,0-1-1,0 1 1,0-1-1,0 1 1,0 0-1,1-1 1,-1 1-1,0-1 1,0 1-1,0 0 1,0-1-1,0 1 1,1 0-1,-1-1 0,0 1 1,0 0-1,0-1 1,1 0-1,0-1-34,0 0 0,0-1 0,0 1-1,0 0 1,1-1 0,-1 1 0,1 0-1,-1 0 1,1 0 0,2-2 0,4 0 19,1 0 1,-1 1 0,1 0 0,0 0 0,0 0 0,1 2 0,-1-1 0,0 1 0,16 0 0,89 5 13,-103-3-20,155 23 101,-108-14-870,112 6 1,-165-16 204,-1 0 1,0 0-1,1 0 1,-1-1 0,0 1-1,1-1 1,-1 0-1,0 0 1,0-1-1,0 1 1,0-1 0,0 0-1,7-4 1,15-18-7635</inkml:trace>
</inkml:ink>
</file>

<file path=ppt/ink/ink3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35.585"/>
    </inkml:context>
    <inkml:brush xml:id="br0">
      <inkml:brushProperty name="width" value="0.025" units="cm"/>
      <inkml:brushProperty name="height" value="0.025" units="cm"/>
    </inkml:brush>
  </inkml:definitions>
  <inkml:trace contextRef="#ctx0" brushRef="#br0">0 38 12908,'0'0'1922,"51"-30"-1313,-30 26-353,3 2-96,1 1-160,2 1 32,-3 0-32,-2 0 0,-4 7-1057,-5 0-2626,-8 1-706</inkml:trace>
</inkml:ink>
</file>

<file path=ppt/ink/ink3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35.741"/>
    </inkml:context>
    <inkml:brush xml:id="br0">
      <inkml:brushProperty name="width" value="0.025" units="cm"/>
      <inkml:brushProperty name="height" value="0.025" units="cm"/>
    </inkml:brush>
  </inkml:definitions>
  <inkml:trace contextRef="#ctx0" brushRef="#br0">0 66 6790,'0'0'6439,"71"26"-5030,-26-30-929,8-8-352,6-2-128,1-3-128,-4-4-2594,-6-3-3012</inkml:trace>
</inkml:ink>
</file>

<file path=ppt/ink/ink3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36.097"/>
    </inkml:context>
    <inkml:brush xml:id="br0">
      <inkml:brushProperty name="width" value="0.025" units="cm"/>
      <inkml:brushProperty name="height" value="0.025" units="cm"/>
    </inkml:brush>
  </inkml:definitions>
  <inkml:trace contextRef="#ctx0" brushRef="#br0">1 1 9993,'0'0'2643,"8"0"-1511,1 0-995,0 0 0,0 1 0,-1 0 0,1 1 0,0 0 1,-1 0-1,1 1 0,-1 0 0,0 0 0,0 1 0,0 0 1,10 7-1,49 40 289,-3 2 1,-2 4 0,90 103-1,-57-57-387,-85-92-119,-4-3-110,1-1 0,0 1 0,0-1-1,1 0 1,0-1 0,0 0 0,0 0-1,1-1 1,0 0 0,15 6 0,-24-11 119,0 0 0,0 0 0,1 0 0,-1 0 0,0 0 0,0 0 0,1 0 0,-1 0-1,0 0 1,0 0 0,1 0 0,-1 0 0,0 0 0,0 0 0,1 0 0,-1-1 0,0 1 0,0 0 0,0 0 0,1 0 0,-1 0 0,0-1 0,0 1 0,0 0 0,1 0 0,-1 0 0,0-1 0,0 1 0,0 0 0,0 0 0,0 0 0,0-1 0,1 1 0,-1 0 0,0 0 0,0-1 0,0 1 0,0 0 0,0 0 0,0-1 0,0 1 0,0 0 0,0 0 0,0-1 0,0 1 0,0 0 0,0 0 0,0-1 0,-1 1 0,1 0 0,0 0 0,0-1 0,0 1 0,0-4-1032,-1-16-4535</inkml:trace>
</inkml:ink>
</file>

<file path=ppt/ink/ink3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36.330"/>
    </inkml:context>
    <inkml:brush xml:id="br0">
      <inkml:brushProperty name="width" value="0.025" units="cm"/>
      <inkml:brushProperty name="height" value="0.025" units="cm"/>
    </inkml:brush>
  </inkml:definitions>
  <inkml:trace contextRef="#ctx0" brushRef="#br0">378 1 12075,'0'0'3027,"-8"3"-2770,4-2-229,0 1 1,0 1 0,0-1 0,0 0 0,0 1 0,0 0-1,1 0 1,-1 0 0,1 0 0,-6 8 0,-29 51 1303,-228 472-606,248-485-7340,18-44 1324</inkml:trace>
</inkml:ink>
</file>

<file path=ppt/ink/ink3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36.551"/>
    </inkml:context>
    <inkml:brush xml:id="br0">
      <inkml:brushProperty name="width" value="0.025" units="cm"/>
      <inkml:brushProperty name="height" value="0.025" units="cm"/>
    </inkml:brush>
  </inkml:definitions>
  <inkml:trace contextRef="#ctx0" brushRef="#br0">0 150 15759,'0'0'929,"74"-32"-225,-33 20-31,4 4-192,-1 0-129,2 4-192,-2 4-160,-3-3 32,2 1-64,-2-4-160,-4-7-1922,-1-11-2755,-2-13-5060</inkml:trace>
</inkml:ink>
</file>

<file path=ppt/ink/ink3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37.115"/>
    </inkml:context>
    <inkml:brush xml:id="br0">
      <inkml:brushProperty name="width" value="0.025" units="cm"/>
      <inkml:brushProperty name="height" value="0.025" units="cm"/>
    </inkml:brush>
  </inkml:definitions>
  <inkml:trace contextRef="#ctx0" brushRef="#br0">73 1 17392,'-1'14'-176,"-8"305"2207,9-178-1536,-19 151 1,18-284-483,1-5-2,0 0 1,0-1 0,0 1 0,0 0 0,-1-1-1,1 1 1,-1-1 0,1 1 0,-1-1 0,0 1 0,0-1-1,0 1 1,-1-1 0,1 0 0,-1 1 0,-2 2-1,3-6 56,0 0 0,0 0-1,1 1 1,-1-1-1,0-1 1,0 1 0,1 0-1,-1 0 1,1 0-1,-1 0 1,1 0 0,-1-1-1,1 1 1,0 0-1,-1 0 1,1-1 0,0 1-1,0-2 1,-1 0 93,-6-37-64,2 1 0,1-1-1,3-75 1,24-120-157,-1 17 64,-23 222-49,0 15-1,1 1 0,1 0-1,1 0 1,6 30 0,-6-42 51,0-1 0,0 1 0,1-1 1,0 0-1,0 0 0,1 0 0,0-1 0,8 11 0,-9-14-3,0 1 1,1-1-1,-1 0 0,1 0 0,0-1 1,0 1-1,0-1 0,0 0 0,0 0 1,0 0-1,1 0 0,-1-1 0,0 1 0,1-1 1,0-1-1,6 2 0,-3-2-2,0 0 0,0-1 0,-1 1 0,1-2 0,0 1 0,0-1 0,0 0 0,-1 0 0,1-1 0,-1 0 0,0-1 0,0 0 0,0 0 0,0 0-1,-1-1 1,1 0 0,-1 0 0,-1 0 0,8-9 0,8-11-77,-2 0-1,0-2 0,21-42 0,-16 27 111,-24 66 2,1-12-47,0 22-80,0-1 0,3 1 0,0-1 0,2 0 0,2 0 0,1-1 0,1 0 0,2 0 0,1-1 0,2-1 0,20 32 0,-21-38-4054,-8-9-3509</inkml:trace>
</inkml:ink>
</file>

<file path=ppt/ink/ink3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37.427"/>
    </inkml:context>
    <inkml:brush xml:id="br0">
      <inkml:brushProperty name="width" value="0.025" units="cm"/>
      <inkml:brushProperty name="height" value="0.025" units="cm"/>
    </inkml:brush>
  </inkml:definitions>
  <inkml:trace contextRef="#ctx0" brushRef="#br0">1 376 16047,'0'0'182,"8"1"-246,32 3 559,1-3 1,-1 0-1,59-9 0,129-27 1543,-147 20-1808,1087-210 885,-831 156-1072,-232 52 390,-59 11-2429,0-2-5943,-60 11-191</inkml:trace>
</inkml:ink>
</file>

<file path=ppt/ink/ink3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37.860"/>
    </inkml:context>
    <inkml:brush xml:id="br0">
      <inkml:brushProperty name="width" value="0.025" units="cm"/>
      <inkml:brushProperty name="height" value="0.025" units="cm"/>
    </inkml:brush>
  </inkml:definitions>
  <inkml:trace contextRef="#ctx0" brushRef="#br0">254 297 13229,'9'-9'1254,"-5"4"-1175,3-4 677,1 1 1,-1 1-1,1-1 1,10-6-1,-17 13-666,0 0-1,1 0 0,-1-1 1,1 1-1,-1 1 1,1-1-1,0 0 0,-1 0 1,1 0-1,0 1 0,-1-1 1,1 1-1,0 0 1,0-1-1,0 1 0,-1 0 1,1 0-1,0 0 0,0 0 1,0 0-1,0 1 1,-1-1-1,1 0 0,0 1 1,0 0-1,-1-1 0,1 1 1,0 0-1,-1 0 1,1 0-1,-1 0 0,1 0 1,-1 0-1,0 0 0,3 2 1,1 5-73,0 0-1,0 0 1,-1 0 0,0 1 0,-1 0 0,0-1-1,0 1 1,0 0 0,-1 1 0,-1-1 0,0 0 0,0 0-1,-1 1 1,0-1 0,0 0 0,-1 1 0,0-1 0,-1 0-1,0 0 1,-1 0 0,1 0 0,-6 9 0,6-12-11,0-1 1,0 0 0,-1 0-1,0 0 1,0 0 0,-1-1-1,1 1 1,-1-1 0,0 0-1,0 0 1,0 0 0,-1 0-1,1-1 1,-1 0 0,0 0-1,0 0 1,0 0 0,0-1-1,-1 0 1,1 0 0,0 0-1,-1-1 1,0 0 0,1 0 0,-1 0-1,0-1 1,1 0 0,-1 0-1,0 0 1,1-1 0,-1 0-1,0 0 1,1 0 0,-1-1-1,1 1 1,0-1 0,-7-4-1,-7-2-8,1-2 1,0 0-1,0-2 0,-25-20 0,32 24-62,1-2-1,0 1 1,1-1 0,0-1 0,0 0 0,1 0-1,-13-24 1,19 32 64,1 0 0,0 0 0,0 1-1,0-1 1,0 0 0,0 0 0,0 0 0,1 0-1,0-1 1,-1 1 0,1 0 0,0 0-1,1 0 1,-1 0 0,0 0 0,1 0 0,0 0-1,0 0 1,0 0 0,0 0 0,0 0 0,0 0-1,1 1 1,-1-1 0,1 1 0,0-1 0,0 1-1,0-1 1,0 1 0,0 0 0,4-3 0,7-3 19,-1 0 1,1 1 0,0 0 0,1 1-1,20-6 1,-33 12-20,83-28 266,141-27 0,92 5 67,-170 29-381,-28-1-875,-19-9-2985</inkml:trace>
</inkml:ink>
</file>

<file path=ppt/ink/ink3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48.505"/>
    </inkml:context>
    <inkml:brush xml:id="br0">
      <inkml:brushProperty name="width" value="0.025" units="cm"/>
      <inkml:brushProperty name="height" value="0.025" units="cm"/>
    </inkml:brush>
  </inkml:definitions>
  <inkml:trace contextRef="#ctx0" brushRef="#br0">215 52 2402,'0'-2'114,"0"0"0,0 0 0,-1 0 0,1 0 0,-1 0 0,0 0 0,1 0-1,-1 0 1,0 0 0,0 0 0,0 1 0,0-1 0,0 0 0,-1 1 0,1-1 0,0 1 0,-1-1-1,0 1 1,1 0 0,-1-1 0,1 1 0,-1 0 0,0 0 0,0 0 0,0 0 0,0 1 0,0-1-1,0 1 1,0-1 0,-3 0 0,-8-1 1714,0 0-1,0 1 1,-22 0-1,30 1-1115,34 16-72,2-12 141,0-1 1,59-2-1,-65-2-667,-1 1 0,1 1-1,0 1 1,0 1 0,43 11 0,-66-13-104,-1-1 0,1 1 0,-1 0 0,1-1 1,-1 1-1,0 0 0,1 0 0,-1 0 0,0 0 0,1 0 0,-1 1 0,0-1 0,0 0 0,0 0 1,0 1-1,0-1 0,0 1 0,-1-1 0,1 1 0,0-1 0,-1 1 0,1-1 0,-1 1 0,0 0 1,1-1-1,-1 1 0,0 0 0,0-1 0,0 1 0,0 0 0,0-1 0,0 1 0,-1 0 1,1-1-1,-1 1 0,1-1 0,-1 1 0,1-1 0,-3 4 0,-3 8 122,0 0 0,-1 0 0,-15 21 0,9-15 9,-9 18 97,-166 263 1005,141-232-1124,-3-3-1,-76 76 0,161-147-80,32-21 40,84-29 192,-127 49-269,0 2 0,0 0 0,0 1-1,42 0 1,-59 4-349,13 1-788,-14 7-6412</inkml:trace>
</inkml:ink>
</file>

<file path=ppt/ink/ink3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48.833"/>
    </inkml:context>
    <inkml:brush xml:id="br0">
      <inkml:brushProperty name="width" value="0.025" units="cm"/>
      <inkml:brushProperty name="height" value="0.025" units="cm"/>
    </inkml:brush>
  </inkml:definitions>
  <inkml:trace contextRef="#ctx0" brushRef="#br0">0 0 9225,'0'0'7255,"1"10"-5958,0 70 371,-2-17-1911,4 0 0,13 80 0,-16-142-477,0 0-62,0-16-8649</inkml:trace>
</inkml:ink>
</file>

<file path=ppt/ink/ink3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49.160"/>
    </inkml:context>
    <inkml:brush xml:id="br0">
      <inkml:brushProperty name="width" value="0.025" units="cm"/>
      <inkml:brushProperty name="height" value="0.025" units="cm"/>
    </inkml:brush>
  </inkml:definitions>
  <inkml:trace contextRef="#ctx0" brushRef="#br0">1 35 13677,'0'0'6022,"46"-28"-5734,-25 27-256,3-1 32,0 2-32,3 0-64,-1-1 32,-4-2-897,-1 3-672,-7 0-545,-4 0-2371</inkml:trace>
</inkml:ink>
</file>

<file path=ppt/ink/ink3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49.333"/>
    </inkml:context>
    <inkml:brush xml:id="br0">
      <inkml:brushProperty name="width" value="0.025" units="cm"/>
      <inkml:brushProperty name="height" value="0.025" units="cm"/>
    </inkml:brush>
  </inkml:definitions>
  <inkml:trace contextRef="#ctx0" brushRef="#br0">1 77 7175,'0'0'7143,"45"9"-5926,-13-9-769,7-2-320,7-6-96,6-5-64,1-3-1025,0-3-1986,-5-9-4228</inkml:trace>
</inkml:ink>
</file>

<file path=ppt/ink/ink3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3.124"/>
    </inkml:context>
    <inkml:brush xml:id="br0">
      <inkml:brushProperty name="width" value="0.025" units="cm"/>
      <inkml:brushProperty name="height" value="0.025" units="cm"/>
    </inkml:brush>
  </inkml:definitions>
  <inkml:trace contextRef="#ctx0" brushRef="#br0">8 111 5862,'0'0'10906,"-1"-8"-9865,0 4-979,-1-3 79,1 1 1,0-1-1,0 0 0,1 0 1,0-1-1,1-11 0,-1 17-125,1 0 0,-1 0 1,1 0-1,0 0 0,0 0 0,0 0 0,0 1 1,0-1-1,0 0 0,0 1 0,0-1 0,0 1 1,1-1-1,-1 1 0,1 0 0,-1-1 0,1 1 0,0 0 1,-1 0-1,1 0 0,0 0 0,0 1 0,0-1 1,0 0-1,-1 1 0,1-1 0,0 1 0,0 0 0,0-1 1,0 1-1,0 0 0,0 0 0,3 1 0,-3-1-16,0 0-1,-1 0 1,1 0-1,0 1 1,0-1-1,-1 0 1,1 1-1,0 0 1,-1-1-1,1 1 0,-1 0 1,1 0-1,-1 0 1,1 0-1,-1 0 1,1 0-1,-1 0 1,0 0-1,0 1 1,1-1-1,-1 0 1,1 3-1,0 1-2,0-1 0,0 0 0,0 0 0,-1 1 0,0-1 0,0 1 1,0 0-1,0 7 0,0-2-1,-1 0 0,0 0 0,-1 0 0,-1 0 0,1 0 1,-1 0-1,-7 18 0,-44 57 4,53-84-1,1 0 1,0-1-1,0 1 0,0 0 1,0 0-1,0-1 1,0 1-1,0 0 0,0-1 1,0 1-1,0-1 0,0 0 1,0 1-1,0-1 1,0 0-1,0 1 0,1-1 1,-1 0-1,0 0 0,0 0 1,0 0-1,0 0 1,1 0-1,-1 0 0,0-1 1,1 1-1,42-1 39,-17-3 295,-1 0 0,48-15 0,5-1-1563,-30 15-4069,-65 5-1294</inkml:trace>
</inkml:ink>
</file>

<file path=ppt/ink/ink3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6.398"/>
    </inkml:context>
    <inkml:brush xml:id="br0">
      <inkml:brushProperty name="width" value="0.025" units="cm"/>
      <inkml:brushProperty name="height" value="0.025" units="cm"/>
    </inkml:brush>
  </inkml:definitions>
  <inkml:trace contextRef="#ctx0" brushRef="#br0">1 145 13100,'0'0'4026,"8"-3"-3423,89-37 616,-47 17-938,1 3 0,0 1 0,81-16 0,-126 33-280,0 1 0,0 1 0,0-1 0,0 1 0,-1 0-1,1 0 1,0 1 0,0-1 0,0 1 0,6 3 0,-10-4-1,-1 1 0,0-1 0,0 1 0,0 0 0,0 0 0,0-1 1,0 1-1,0 0 0,0 0 0,0 0 0,0 0 0,0 0 0,0 0 0,-1 1 1,1-1-1,-1 0 0,1 0 0,0 3 0,0-1 2,-1 0 0,0 1 1,1-1-1,-1 0 0,-1 0 0,1 0 0,0 1 0,-1-1 0,0 0 0,1 0 1,-3 3-1,-7 18 9,-1-1 1,0-1 0,-2 0 0,-24 30 0,-9 18 57,9-10 54,2 2-1,3 1 1,-43 126 0,75-189-121,-1 0 1,1 0-1,0 1 0,0-1 1,0 0-1,0 0 1,0 1-1,0-1 0,0 0 1,0 0-1,0 1 0,0-1 1,0 0-1,0 1 1,0-1-1,0 0 0,0 0 1,0 1-1,0-1 0,0 0 1,0 0-1,0 1 0,0-1 1,0 0-1,1 0 1,-1 0-1,0 1 0,0-1 1,0 0-1,0 0 0,1 0 1,-1 1-1,0-1 1,0 0-1,0 0 0,1 0 1,-1 0-1,0 0 0,0 1 1,1-1-1,-1 0 1,0 0-1,16-3 226,23-16 298,-34 16-437,30-15 133,1 1 1,0 2 0,75-21-1,-84 30-2450,49-3 0,-65 8-1963,-7-3-2455</inkml:trace>
</inkml:ink>
</file>

<file path=ppt/ink/ink3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6.989"/>
    </inkml:context>
    <inkml:brush xml:id="br0">
      <inkml:brushProperty name="width" value="0.025" units="cm"/>
      <inkml:brushProperty name="height" value="0.025" units="cm"/>
    </inkml:brush>
  </inkml:definitions>
  <inkml:trace contextRef="#ctx0" brushRef="#br0">0 70 12172,'0'0'8028,"7"-9"-7963,-4 4-65,28-31 25,-29 34-24,0 0 0,0 0 0,0 1 1,0-1-1,0 1 0,0 0 0,0-1 0,1 1 0,-1 0 0,0 0 0,1 1 1,-1-1-1,1 0 0,-1 1 0,1-1 0,-1 1 0,1 0 0,-1 0 0,6 0 1,-7 1-3,0 0 0,1 0 0,-1-1 1,0 1-1,0 0 0,0 0 0,0 0 1,0 0-1,0 0 0,0 0 1,0 1-1,0-1 0,-1 0 0,1 0 1,0 1-1,-1-1 0,1 0 1,-1 1-1,0-1 0,1 0 0,-1 1 1,0-1-1,0 1 0,0 1 0,3 41 7,-4-37-4,1 5-7,-2 0 0,0-1 1,0 1-1,-1-1 0,0 1 1,-1-1-1,-1 0 0,0 0 0,-8 14 1,4-9 2,2 1 0,-11 29-1,18-45 4,0 0-1,-1-1 1,1 1-1,0 0 1,0-1-1,0 1 1,0 0-1,0-1 1,0 1-1,0 0 1,0-1-1,0 1 1,0 0-1,0 0 1,0-1-1,1 1 1,-1-1-1,0 1 1,0 0-1,1-1 1,-1 1-1,0-1 0,1 1 1,-1 0-1,1-1 1,-1 1-1,1-1 1,-1 1-1,1-1 1,-1 0-1,1 1 1,0 0-1,28 3 10,32-16 18,31-21-262,-33 4-3547,-32 11-1552</inkml:trace>
</inkml:ink>
</file>

<file path=ppt/ink/ink3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7.597"/>
    </inkml:context>
    <inkml:brush xml:id="br0">
      <inkml:brushProperty name="width" value="0.025" units="cm"/>
      <inkml:brushProperty name="height" value="0.025" units="cm"/>
    </inkml:brush>
  </inkml:definitions>
  <inkml:trace contextRef="#ctx0" brushRef="#br0">0 122 8904,'0'0'2269,"0"-8"-310,0 1-1605,0 0 0,1 1 0,0-1 0,0 0 0,0 0 0,1 1-1,0-1 1,3-6 0,-4 10-276,1 0-1,0 0 1,-1 1-1,2-1 1,-1 0-1,0 1 1,0-1-1,1 1 1,-1 0-1,1-1 1,0 1-1,0 0 1,0 1-1,0-1 1,0 1-1,0-1 1,0 1-1,0 0 1,1 0-1,-1 0 1,6 0-1,-6 0-73,0 0-1,-1 1 1,1-1-1,0 1 1,0 0-1,0 0 1,0 0-1,0 1 0,0-1 1,0 1-1,0-1 1,0 1-1,0 0 1,0 0-1,0 0 1,-1 1-1,1-1 0,0 1 1,-1-1-1,1 1 1,-1 0-1,0 0 1,3 2-1,-3 1 0,1-1-1,-1 1 1,0-1-1,0 1 1,0 0-1,0 0 0,-1 0 1,0 0-1,0 0 1,0 0-1,-1 0 1,0 0-1,0 6 1,-1 5-7,-1 0-1,0-1 1,-1 0 0,-1 1 0,0-1-1,-1 0 1,-1-1 0,-13 26 0,4-7 4,14-32 1,1-1-1,0 1 0,-1-1 0,1 1 0,0-1 0,0 1 0,0-1 1,0 1-1,-1-1 0,1 1 0,0-1 0,0 1 0,0-1 1,0 1-1,0-1 0,0 1 0,1 0 0,-1-1 0,0 1 0,0-1 1,0 1-1,0-1 0,1 1 0,-1-1 0,0 1 0,0-1 0,1 1 1,-1-1-1,0 0 0,1 1 0,-1-1 0,0 1 0,1-1 0,-1 0 1,1 1-1,-1-1 0,1 0 0,-1 0 0,1 1 0,-1-1 1,2 0-1,33 3 57,37-15-462,9-10-5259,-45 9-347</inkml:trace>
</inkml:ink>
</file>

<file path=ppt/ink/ink3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7.862"/>
    </inkml:context>
    <inkml:brush xml:id="br0">
      <inkml:brushProperty name="width" value="0.025" units="cm"/>
      <inkml:brushProperty name="height" value="0.025" units="cm"/>
    </inkml:brush>
  </inkml:definitions>
  <inkml:trace contextRef="#ctx0" brushRef="#br0">0 37 15855,'0'0'2626,"47"-31"-2049,-27 27 32,-5 3-513,-2 1-96,0 0 0,-6 4-32,-4 6-353,-3 5-1312,0 3-770,-3-1-672,-12 3-2370</inkml:trace>
</inkml:ink>
</file>

<file path=ppt/ink/ink3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7.985"/>
    </inkml:context>
    <inkml:brush xml:id="br0">
      <inkml:brushProperty name="width" value="0.025" units="cm"/>
      <inkml:brushProperty name="height" value="0.025" units="cm"/>
    </inkml:brush>
  </inkml:definitions>
  <inkml:trace contextRef="#ctx0" brushRef="#br0">1 61 8712,'0'0'6502,"69"1"-6085,-25-14-353,11-7-384,5-9-4741</inkml:trace>
</inkml:ink>
</file>

<file path=ppt/ink/ink3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49.740"/>
    </inkml:context>
    <inkml:brush xml:id="br0">
      <inkml:brushProperty name="width" value="0.025" units="cm"/>
      <inkml:brushProperty name="height" value="0.025" units="cm"/>
    </inkml:brush>
  </inkml:definitions>
  <inkml:trace contextRef="#ctx0" brushRef="#br0">0 0 11275,'0'0'5573,"74"16"-5061,-27 7 97,2 4-481,2 4-64,-3 2-64,-3 1 0,-9-2 0,-6-2-352,-3-3-545,-7-7-1025,-7-7-1281,-7-7-288</inkml:trace>
</inkml:ink>
</file>

<file path=ppt/ink/ink3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49.991"/>
    </inkml:context>
    <inkml:brush xml:id="br0">
      <inkml:brushProperty name="width" value="0.025" units="cm"/>
      <inkml:brushProperty name="height" value="0.025" units="cm"/>
    </inkml:brush>
  </inkml:definitions>
  <inkml:trace contextRef="#ctx0" brushRef="#br0">271 72 8136,'0'0'1911,"-3"-10"-123,1 1-1078,1 6-470,1-1-1,-1 1 1,0 0-1,0-1 1,0 1-1,-1 0 1,1 0-1,-1 0 0,1 0 1,-1 0-1,0 0 1,0 1-1,-4-5 1,5 6-183,0 1 0,1-1 0,-1 1 0,0-1 0,0 1 0,0 0 1,1-1-1,-1 1 0,0 0 0,0-1 0,0 1 0,0 0 0,0 0 0,0 0 1,0 0-1,1 0 0,-1 0 0,0 0 0,0 0 0,0 0 0,0 1 0,0-1 1,0 0-1,1 0 0,-1 1 0,0-1 0,0 1 0,0-1 0,1 1 0,-1-1 1,0 1-1,0-1 0,1 1 0,-1 0 0,0 0 0,-24 31-143,21-25 208,-108 176 663,68-83-1844,36-78-1061,2 0-1,-6 36 1,11-45-3117</inkml:trace>
</inkml:ink>
</file>

<file path=ppt/ink/ink3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0.227"/>
    </inkml:context>
    <inkml:brush xml:id="br0">
      <inkml:brushProperty name="width" value="0.025" units="cm"/>
      <inkml:brushProperty name="height" value="0.025" units="cm"/>
    </inkml:brush>
  </inkml:definitions>
  <inkml:trace contextRef="#ctx0" brushRef="#br0">1 11 14926,'0'0'3491,"44"-10"-3074,-39 26 31,-1 6-159,-3 5-97,-1 5-64,0 3-64,0 5-32,-5 2 0,1-1-32,0-4-64,1-3-1410,1-7-1376,2-10-1154,0-10-3075</inkml:trace>
</inkml:ink>
</file>

<file path=ppt/ink/ink3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0.475"/>
    </inkml:context>
    <inkml:brush xml:id="br0">
      <inkml:brushProperty name="width" value="0.025" units="cm"/>
      <inkml:brushProperty name="height" value="0.025" units="cm"/>
    </inkml:brush>
  </inkml:definitions>
  <inkml:trace contextRef="#ctx0" brushRef="#br0">1 139 13325,'0'0'4324,"44"-13"-3972,-11 7 417,8 1-321,4-3-320,3-4-96,1 2 0,-3-3-64,-4-2-672,-4-9-1923,-2-8-2786</inkml:trace>
</inkml:ink>
</file>

<file path=ppt/ink/ink3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1.021"/>
    </inkml:context>
    <inkml:brush xml:id="br0">
      <inkml:brushProperty name="width" value="0.025" units="cm"/>
      <inkml:brushProperty name="height" value="0.025" units="cm"/>
    </inkml:brush>
  </inkml:definitions>
  <inkml:trace contextRef="#ctx0" brushRef="#br0">63 24 16944,'-2'12'390,"-4"59"821,3 122-1,5-108-902,-11 90 0,4-147-235,0-35 124,1-47-61,12-330-408,-12 345 294,4 38-13,0 0-1,0-1 0,-1 1 0,1 0 0,0 0 0,-1 0 0,1 0 1,-1 0-1,1 0 0,-1 0 0,1 0 0,-1 0 0,0 0 0,0 1 1,1-1-1,-1 0 0,0 0 0,0 1 0,0-1 0,0 0 0,0 1 1,0-1-1,0 1 0,0-1 0,0 1 0,0-1 0,0 1 0,0 0 1,-2-1-1,3 1-5,-1 1 1,0-1-1,1 0 1,-1 1-1,0-1 1,1 1-1,-1-1 1,1 1-1,-1-1 1,1 1 0,-1-1-1,1 1 1,-1-1-1,1 1 1,-1-1-1,1 1 1,0 0-1,-1-1 1,1 1-1,0 0 1,-1-1-1,1 1 1,0 0-1,0 0 1,0-1 0,0 1-1,0 0 1,0 0-1,0 1 1,-1 29-1,1-25 10,1 6 0,-1 0-1,2 0 0,-1 0 0,2-1 1,-1 1-1,2-1 0,8 22 0,-11-30-11,1 0-1,-1-1 1,0 1 0,1 0-1,0 0 1,0-1-1,0 1 1,0-1-1,0 0 1,0 0-1,1 0 1,-1 0-1,1 0 1,-1 0 0,1 0-1,0-1 1,-1 1-1,1-1 1,0 0-1,0 0 1,0 0-1,0 0 1,0-1-1,1 1 1,-1-1-1,0 0 1,0 0 0,0 0-1,0 0 1,0 0-1,1-1 1,-1 1-1,0-1 1,0 0-1,5-2 1,-1-1-1,0 0 0,0 0 0,-1 0 0,1-1 0,-1 0 0,0-1 0,0 0 0,0 0 0,-1 0 0,0 0 1,8-14-1,5-10-99,18-41 1,-35 68 86,45-108-132,-51 144 239,2 1 1,1 0-1,3 50 1,0-72-226,1 1 0,0-1 0,0 0 0,1 0 0,1 0 0,0 0 0,1-1 0,0 1 0,0-1 0,1-1 0,1 1 0,15 18 0,-20-27-320,0 1-1,0-1 1,0 0 0,1 0 0,-1 0 0,1-1 0,0 1 0,-1 0 0,1-1 0,0 0 0,0 0 0,0 0-1,0 0 1,0 0 0,5 0 0,15 0-5166</inkml:trace>
</inkml:ink>
</file>

<file path=ppt/ink/ink3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1.180"/>
    </inkml:context>
    <inkml:brush xml:id="br0">
      <inkml:brushProperty name="width" value="0.025" units="cm"/>
      <inkml:brushProperty name="height" value="0.025" units="cm"/>
    </inkml:brush>
  </inkml:definitions>
  <inkml:trace contextRef="#ctx0" brushRef="#br0">1 0 12492,'0'0'7143,"0"48"-6599,9-19-288,4 3-160,2 1-64,-6 2-32,-3 0 0,-5 0-1889,-1-5-2435,-12-3-5157</inkml:trace>
</inkml:ink>
</file>

<file path=ppt/ink/ink3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1.476"/>
    </inkml:context>
    <inkml:brush xml:id="br0">
      <inkml:brushProperty name="width" value="0.025" units="cm"/>
      <inkml:brushProperty name="height" value="0.025" units="cm"/>
    </inkml:brush>
  </inkml:definitions>
  <inkml:trace contextRef="#ctx0" brushRef="#br0">0 413 16335,'0'0'449,"59"-8"736,14-8-480,35-7 127,31-5 33,24-6-192,21-5-225,9-3-255,-3-1-129,-8 3-32,-20 4-32,-23 3-32,-26 5-737,-27 7-1569,-33 7-1698,-28 6-2338</inkml:trace>
</inkml:ink>
</file>

<file path=ppt/ink/ink3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1.862"/>
    </inkml:context>
    <inkml:brush xml:id="br0">
      <inkml:brushProperty name="width" value="0.025" units="cm"/>
      <inkml:brushProperty name="height" value="0.025" units="cm"/>
    </inkml:brush>
  </inkml:definitions>
  <inkml:trace contextRef="#ctx0" brushRef="#br0">344 239 13805,'0'0'3603,"7"-2"-2033,0 0-1358,-1 0 1,1 1-1,0 0 1,0 0-1,0 1 1,0-1-1,-1 1 1,1 1 0,0 0-1,13 2 1,-16-1-168,0-1 1,0 1-1,0-1 1,-1 1 0,1 0-1,-1 0 1,1 1 0,-1-1-1,0 1 1,1 0 0,-1-1-1,-1 2 1,1-1 0,0 0-1,-1 0 1,0 1 0,0-1-1,0 1 1,0 0-1,0 0 1,1 6 0,-1-5-40,0 1 1,0-1-1,-1 1 1,0 0-1,0 0 1,-1-1 0,0 1-1,0 0 1,0 0-1,0-1 1,-1 1-1,0 0 1,0-1-1,-1 1 1,1-1-1,-1 1 1,-1-1-1,1 0 1,-1 1-1,0-1 1,0-1 0,0 1-1,-1 0 1,1-1-1,-1 0 1,-9 8-1,4-5 0,0-1 0,-1 0-1,0-1 1,0 0 0,0-1-1,-1 0 1,0 0 0,1-1 0,-1-1-1,0 1 1,-1-2 0,1 0-1,-11 0 1,4-1-33,0-1 0,0-1 0,0 0 0,1-1 0,-1-1 0,1-1 0,0 0 0,0-2 0,1 0 0,-17-9 1,26 12-14,0 0 1,0-1 0,1 1 0,-1-1 0,1 0-1,0-1 1,1 0 0,-1 1 0,1-2 0,1 1 0,-1-1-1,1 0 1,0 1 0,0-2 0,1 1 0,0 0 0,0-1-1,1 0 1,0 1 0,0-1 0,1 0 0,0 0 0,0 0-1,2-14 1,0 16 43,0 0-1,0 0 0,1 1 1,0-1-1,0 0 0,1 1 1,0-1-1,0 1 1,0 0-1,0 0 0,1 0 1,0 0-1,0 1 0,0-1 1,1 1-1,-1 0 0,9-5 1,9-6 38,0 2 0,43-20 0,-15 11-15,2 2 1,1 3-1,0 2 1,96-15-1,10 17-5401,-124 12 142</inkml:trace>
</inkml:ink>
</file>

<file path=ppt/ink/ink3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2.064"/>
    </inkml:context>
    <inkml:brush xml:id="br0">
      <inkml:brushProperty name="width" value="0.025" units="cm"/>
      <inkml:brushProperty name="height" value="0.025" units="cm"/>
    </inkml:brush>
  </inkml:definitions>
  <inkml:trace contextRef="#ctx0" brushRef="#br0">24 1 13581,'0'0'1217,"0"47"128,0-15 481,-3 7-1249,0 4-385,-1-1 0,1 0-32,-1-3-128,2-5 0,0-8-96,2-6-1505,-2-13-2083</inkml:trace>
</inkml:ink>
</file>

<file path=ppt/ink/ink3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3.839"/>
    </inkml:context>
    <inkml:brush xml:id="br0">
      <inkml:brushProperty name="width" value="0.025" units="cm"/>
      <inkml:brushProperty name="height" value="0.025" units="cm"/>
    </inkml:brush>
  </inkml:definitions>
  <inkml:trace contextRef="#ctx0" brushRef="#br0">201 0 10730,'-18'23'141,"1"1"0,1 0 0,0 1 0,2 1 0,1 0 0,2 1 0,0 0 0,-9 37 0,2 15 1141,-16 140 0,27-151-1041,3 0-1,3 0 1,3-1 0,15 101-1,-10-130-214,1 0 0,3-1 0,1 0 0,1 0 0,2-2 0,2 0 0,1 0 0,2-2 0,30 41 0,-18-35 54,1-2 1,1-2 0,3-1-1,57 43 1,-63-56-598,1 0 1,1-2-1,0-1 0,2-2 0,0-2 1,50 15-1,16-9-5056</inkml:trace>
</inkml:ink>
</file>

<file path=ppt/ink/ink3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4.310"/>
    </inkml:context>
    <inkml:brush xml:id="br0">
      <inkml:brushProperty name="width" value="0.025" units="cm"/>
      <inkml:brushProperty name="height" value="0.025" units="cm"/>
    </inkml:brush>
  </inkml:definitions>
  <inkml:trace contextRef="#ctx0" brushRef="#br0">165 12 9929,'0'0'-101,"8"-3"571,-4 1-324,-1 1 1,1 0-1,-1-1 1,1 2-1,-1-1 1,1 0-1,0 1 0,-1-1 1,1 1-1,0 0 1,0 0-1,-1 1 1,7 0-1,-5 1-23,-1 0 1,1 0-1,-1 1 0,1-1 0,-1 1 0,0 0 0,0 0 0,0 1 1,0-1-1,0 1 0,-1 0 0,4 4 0,17 24 170,-2 2-1,-1 0 0,-1 0 1,-2 2-1,-2 0 0,-1 2 1,-2-1-1,-1 2 0,6 41 1,-4 3-77,-3 0 1,-5 1 0,-4 109-1,-5-121-181,-3 1 1,-4-1-1,-21 79 0,20-108-30,-2-1 0,-2-1 0,-2 0 0,-1-1 0,-3-1 0,-35 53 1,47-81 20,0 0 1,0-1 0,-1 1 0,0-2 0,-1 1 0,0-2-1,-1 1 1,-15 7 0,18-11-281,1-1 1,-1-1-1,0 0 0,0 0 0,-15 3 1,17-5-461,0-1 1,0 1-1,-1-1 1,1-1 0,0 1-1,0-1 1,-14-4 0,-30-20-7589</inkml:trace>
</inkml:ink>
</file>

<file path=ppt/ink/ink3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4.700"/>
    </inkml:context>
    <inkml:brush xml:id="br0">
      <inkml:brushProperty name="width" value="0.025" units="cm"/>
      <inkml:brushProperty name="height" value="0.025" units="cm"/>
    </inkml:brush>
  </inkml:definitions>
  <inkml:trace contextRef="#ctx0" brushRef="#br0">1 121 12748,'3'-12'-603,"-1"0"263,0 4 641,0-1-1,1 1 0,-1-1 1,2 1-1,7-15 1,-10 21-227,1 0 1,-1-1-1,1 1 1,0 0 0,0 0-1,0 0 1,0 0-1,0 1 1,1-1-1,-1 0 1,0 1-1,1 0 1,-1-1-1,1 1 1,-1 0-1,1 0 1,0 1-1,-1-1 1,1 1-1,0-1 1,0 1-1,0 0 1,-1 0 0,1 0-1,0 0 1,3 1-1,1 0-68,-1 1-1,1 0 1,-1 0 0,1 1 0,-1 0-1,0 0 1,0 1 0,0 0-1,0-1 1,0 2 0,-1-1-1,0 1 1,0 0 0,0 0-1,-1 0 1,0 1 0,0 0-1,0-1 1,0 1 0,-1 1-1,0-1 1,-1 0 0,3 8-1,0-1-2,-1 0 0,0 1-1,-1 0 1,-1 0 0,0 0-1,-1 0 1,-1 0 0,0 0-1,0 0 1,-5 22 0,5-33-1,-1 0 0,1 0 0,-1 0 0,0 0 0,0 0 1,0 0-1,0 0 0,0-1 0,-1 1 0,0 0 0,1-1 1,-1 0-1,0 1 0,0-1 0,0 0 0,0 0 0,-1 0 1,1 0-1,0 0 0,-1 0 0,1-1 0,-1 1 0,0-1 1,0 0-1,1 0 0,-1 0 0,0 0 0,0 0 1,0 0-1,0-1 0,-4 1 0,7-1-1,1-1-1,-1 1 1,0 0 0,0 0 0,0 0-1,0 0 1,0 0 0,1 0-1,-1 0 1,0 0 0,0 0 0,0-1-1,0 1 1,0 0 0,0 0-1,0 0 1,1 0 0,-1 0 0,0-1-1,0 1 1,0 0 0,0 0-1,0 0 1,0 0 0,0 0 0,0-1-1,0 1 1,0 0 0,0 0-1,0 0 1,0 0 0,0-1 0,0 1-1,0 0 1,0 0 0,0 0-1,0 0 1,0-1 0,0 1 0,0 0-1,-1 0 1,1 0 0,0 0-1,0 0 1,0-1 0,0 1 0,0 0-1,0 0 1,0 0 0,-1 0 0,1 0-1,0 0 1,0 0 0,0 0-1,0-1 1,0 1 0,-1 0 0,1 0-1,0 0 1,0 0 0,0 0-1,0 0 1,-1 0 0,1 0 0,0 0-1,0 0 1,0 0 0,-1 0-1,15-10 74,12-1-51,2 1 0,-1 2 0,1 0 0,0 2 0,1 1 0,43-1 0,-2-3-67,10-5-1418,-6-5-4939</inkml:trace>
</inkml:ink>
</file>

<file path=ppt/ink/ink3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8.501"/>
    </inkml:context>
    <inkml:brush xml:id="br0">
      <inkml:brushProperty name="width" value="0.025" units="cm"/>
      <inkml:brushProperty name="height" value="0.025" units="cm"/>
    </inkml:brush>
  </inkml:definitions>
  <inkml:trace contextRef="#ctx0" brushRef="#br0">230 1 13164,'-12'9'353,"-4"6"-59,0 0 0,1 1 0,1 1 0,0 0 1,1 1-1,1 0 0,1 1 0,0 0 0,-9 27 0,2 9 158,2 0 0,3 1 0,2 0 1,2 1-1,3 0 0,3 1 0,6 95 0,3-88-319,3 0 0,2 0 0,3-1 0,3-1 0,3 0 0,41 88 1,-48-123-82,2-1 1,29 43-1,-39-63-175,0 0-1,1 0 1,0-1 0,0 0-1,0 0 1,1-1 0,-1 1 0,1-2-1,1 1 1,-1-1 0,0 0-1,1 0 1,0-1 0,13 4-1,-18-6-235,-1-1 0,1 1-1,0-1 1,-1 0-1,1 0 1,0 0 0,-1 0-1,1 0 1,0-1 0,-1 1-1,1-1 1,-1 0-1,1 1 1,-1-1 0,1 0-1,-1-1 1,1 1 0,-1 0-1,0-1 1,0 1 0,4-5-1,16-28-8293</inkml:trace>
</inkml:ink>
</file>

<file path=ppt/ink/ink3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8.769"/>
    </inkml:context>
    <inkml:brush xml:id="br0">
      <inkml:brushProperty name="width" value="0.025" units="cm"/>
      <inkml:brushProperty name="height" value="0.025" units="cm"/>
    </inkml:brush>
  </inkml:definitions>
  <inkml:trace contextRef="#ctx0" brushRef="#br0">1 0 12300,'0'0'3651,"64"44"-2562,-23-6-32,3 5-608,2 3-289,0-2-96,-4-3-64,-2-5 0,-8-8-641,-5-9-2178,-8-13-736,-4-6-1826</inkml:trace>
</inkml:ink>
</file>

<file path=ppt/ink/ink3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8.989"/>
    </inkml:context>
    <inkml:brush xml:id="br0">
      <inkml:brushProperty name="width" value="0.025" units="cm"/>
      <inkml:brushProperty name="height" value="0.025" units="cm"/>
    </inkml:brush>
  </inkml:definitions>
  <inkml:trace contextRef="#ctx0" brushRef="#br0">146 1 13164,'0'0'2050,"-47"63"-1697,34-33 223,3 2 225,-2 3-288,1 0-289,0-3-128,2 0-64,0-2 32,1-1-64,3-4-288,-3-5-1890,6-10-2627</inkml:trace>
</inkml:ink>
</file>

<file path=ppt/ink/ink3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9.333"/>
    </inkml:context>
    <inkml:brush xml:id="br0">
      <inkml:brushProperty name="width" value="0.025" units="cm"/>
      <inkml:brushProperty name="height" value="0.025" units="cm"/>
    </inkml:brush>
  </inkml:definitions>
  <inkml:trace contextRef="#ctx0" brushRef="#br0">0 33 17072,'0'0'571,"9"-5"-69,-2 0-392,0 1 0,0 1 1,1-1-1,-1 1 0,1 1 0,12-4 0,-18 6-99,0 0 0,-1 0 0,1-1 0,0 1 0,0 0 0,0 1-1,0-1 1,0 0 0,0 1 0,0-1 0,-1 1 0,1-1 0,0 1 0,0 0 0,-1 0-1,1 0 1,0 0 0,-1 0 0,1 0 0,-1 0 0,1 0 0,-1 1 0,0-1-1,1 1 1,-1-1 0,0 1 0,0-1 0,0 1 0,0 0 0,0-1 0,-1 1 0,1 0-1,0 0 1,-1 0 0,0-1 0,1 1 0,-1 0 0,0 0 0,0 3 0,2 6-6,-2-1 0,1 1 0,-1 0 1,-1-1-1,0 1 0,-1-1 0,0 1 1,-3 11-1,-5 7-32,-21 41 0,19-45-9,46-38 73,71-42 30,11-7-4207,-87 43-371</inkml:trace>
</inkml:ink>
</file>

<file path=ppt/ink/ink3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9.553"/>
    </inkml:context>
    <inkml:brush xml:id="br0">
      <inkml:brushProperty name="width" value="0.025" units="cm"/>
      <inkml:brushProperty name="height" value="0.025" units="cm"/>
    </inkml:brush>
  </inkml:definitions>
  <inkml:trace contextRef="#ctx0" brushRef="#br0">0 209 17040,'0'0'96,"45"-23"577,-10 8-321,13-1-224,9 1-32,4 0-32,-1-2-32,-4 0 1,-7 0-33,-9-1-1090,-7-5-2849,-10-9-4677</inkml:trace>
</inkml:ink>
</file>

<file path=ppt/ink/ink3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0:00.102"/>
    </inkml:context>
    <inkml:brush xml:id="br0">
      <inkml:brushProperty name="width" value="0.025" units="cm"/>
      <inkml:brushProperty name="height" value="0.025" units="cm"/>
    </inkml:brush>
  </inkml:definitions>
  <inkml:trace contextRef="#ctx0" brushRef="#br0">10 197 11627,'33'219'6575,"-12"107"-4502,-22-340-1522,0 0-1,-1 0 0,-5-15 1,-3-21-553,-10-214-67,-3-17 25,28 323-112,-4-23 162,2 0 0,6 29 0,-5-35-1,1 0 0,0 0 0,1-1 0,0 1 0,1-1 0,13 19 0,-18-29-3,-1 0 1,0 0-1,1 0 0,0-1 0,-1 1 0,1 0 0,0-1 0,0 1 0,0-1 0,0 1 0,0-1 0,0 0 0,0 0 0,1 0 0,-1 0 0,0 0 0,1 0 0,-1-1 0,0 1 0,1-1 0,-1 0 0,1 0 0,-1 0 0,1 0 0,-1 0 0,0 0 0,1-1 0,-1 1 0,1-1 0,-1 1 0,0-1 0,1 0 0,-1 0 0,0 0 0,0 0 0,0-1 0,0 1 0,0 0 0,0-1 0,0 0 0,0 1 0,-1-1 0,1 0 0,0 0 0,1-2 0,16-23-6,0 0 1,-2-1 0,-2-1-1,0 0 1,-2-2 0,11-33-1,-3 8 1,-20 55 3,-1-1-1,1 1 1,-1-1-1,1 1 1,0 0 0,-1 0-1,1-1 1,0 1-1,0 0 1,0 0-1,0 0 1,0 0 0,0 0-1,0 0 1,2-1-1,-3 2 1,1 0-1,-1 0 1,1 0-1,-1 0 1,0 0-1,1 0 1,-1 0-1,1 0 1,-1 0-1,1 0 1,-1 0-1,1 1 1,-1-1-1,0 0 1,1 0-1,-1 1 0,1-1 1,-1 0-1,0 1 1,1-1-1,-1 0 1,0 1-1,1-1 1,-1 0-1,0 1 1,0-1-1,1 1 1,-1-1-1,0 1 1,16 48-27,-13-36 28,13 50-271,21 62 468,-31-108-1936,2 0 1,14 25-1,-9-24-4374,0-7-4768</inkml:trace>
</inkml:ink>
</file>

<file path=ppt/ink/ink3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0:00.442"/>
    </inkml:context>
    <inkml:brush xml:id="br0">
      <inkml:brushProperty name="width" value="0.025" units="cm"/>
      <inkml:brushProperty name="height" value="0.025" units="cm"/>
    </inkml:brush>
  </inkml:definitions>
  <inkml:trace contextRef="#ctx0" brushRef="#br0">1 37 16464,'0'0'2338,"8"-6"-1660,-3 2-748,0 0 271,0 1-1,0-1 1,0 1-1,0 0 1,12-4-1,-16 6-169,1 1 1,-1-1-1,1 1 0,0 0 0,-1-1 0,1 1 0,-1 0 1,1 0-1,0 0 0,-1 0 0,1 1 0,-1-1 0,1 0 1,0 1-1,-1-1 0,1 1 0,-1-1 0,1 1 0,-1 0 1,0-1-1,1 1 0,-1 0 0,0 0 0,1 0 0,-1 0 1,0 1-1,0-1 0,0 0 0,0 0 0,0 1 0,0-1 1,1 2-1,0 2-56,1-1 0,-1 1 0,0-1 1,-1 1-1,1 0 0,-1 0 0,0 0 0,0-1 0,0 1 1,-1 0-1,0 0 0,0 0 0,0 0 0,0 0 1,-3 9-1,-1 1-215,-1-1 1,0 0 0,-14 24-1,7-14 201,12-23 40,-1 0 0,1 0-1,-1 0 1,1 0-1,-1-1 1,1 1-1,0 0 1,-1 0-1,1 0 1,0 0-1,0 0 1,0 0-1,0 0 1,0 0-1,0 0 1,0 0-1,0 0 1,0 0-1,0 0 1,0 0-1,1 0 1,-1 0-1,0 0 1,1 0 0,-1 0-1,1-1 1,0 3-1,0-3 3,1 1-1,-1 0 1,1 0-1,-1 0 1,1-1 0,-1 1-1,1-1 1,0 1-1,-1-1 1,1 1-1,0-1 1,-1 0 0,1 0-1,3 0 1,9-1 9,0-1 1,0 0-1,15-5 1,-25 6-15,124-38 182,-79 23-1434,99-20 0,-144 35-2600,-9 1-2499</inkml:trace>
</inkml:ink>
</file>

<file path=ppt/ink/ink3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0:00.724"/>
    </inkml:context>
    <inkml:brush xml:id="br0">
      <inkml:brushProperty name="width" value="0.025" units="cm"/>
      <inkml:brushProperty name="height" value="0.025" units="cm"/>
    </inkml:brush>
  </inkml:definitions>
  <inkml:trace contextRef="#ctx0" brushRef="#br0">0 444 13164,'0'0'1506,"92"20"-129,-9-25 609,30-15-641,23-11 1,21-13-321,14-10-97,9-6-351,-5 1-129,-13 7-191,-14 7-161,-18 9-96,-23 12 0,-23 9-961,-23 4-1698,-21 6-2978,-27 2-5253</inkml:trace>
</inkml:ink>
</file>

<file path=ppt/ink/ink3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0:01.192"/>
    </inkml:context>
    <inkml:brush xml:id="br0">
      <inkml:brushProperty name="width" value="0.025" units="cm"/>
      <inkml:brushProperty name="height" value="0.025" units="cm"/>
    </inkml:brush>
  </inkml:definitions>
  <inkml:trace contextRef="#ctx0" brushRef="#br0">347 152 19923,'0'0'2391,"7"9"-2332,-2-2-56,-1-1 0,1 1 0,-1 0 0,0 0 0,-1 0-1,0 0 1,0 1 0,0-1 0,-1 1 0,0 0 0,-1 0 0,1 13 0,-1-16-1,-1 0 1,0-1 0,0 1 0,0 0 0,-1-1 0,0 1 0,0 0 0,0-1-1,0 1 1,-1-1 0,1 1 0,-1-1 0,-1 0 0,1 0 0,0 0 0,-1 0-1,0 0 1,0-1 0,0 1 0,0-1 0,-1 0 0,1 0 0,-1 0 0,0 0-1,0 0 1,0-1 0,0 0 0,0 0 0,0 0 0,-1 0 0,1-1 0,-1 0-1,1 0 1,-1 0 0,0 0 0,1-1 0,-1 1 0,-6-2 0,-3 1-6,1-1 1,-1 0-1,1-1 1,0 0 0,0-1-1,0-1 1,0 0-1,0-1 1,1 0-1,-1-1 1,2-1 0,-1 0-1,-12-9 1,17 11-23,0 0 0,1 0 1,-1-1-1,1 0 0,0-1 1,0 1-1,1-1 0,0 0 1,0 0-1,1-1 0,0 1 1,0-1-1,1 0 0,0 0 1,0-1-1,1 1 0,0 0 1,0-1-1,1 1 0,0-1 1,0-13-1,2 18 35,0 0 1,1 0-1,-1 0 0,1 1 1,0-1-1,-1 0 0,2 0 0,-1 1 1,0-1-1,1 1 0,-1 0 1,1 0-1,0 0 0,0 0 1,1 0-1,-1 1 0,0-1 0,1 1 1,-1 0-1,1 0 0,0 0 1,5-1-1,12-6 74,1 2 1,38-9-1,-49 13-77,62-11-338,144-7 0,-119 14-6652,-72 3-256</inkml:trace>
</inkml:ink>
</file>

<file path=ppt/ink/ink3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0:02.142"/>
    </inkml:context>
    <inkml:brush xml:id="br0">
      <inkml:brushProperty name="width" value="0.025" units="cm"/>
      <inkml:brushProperty name="height" value="0.025" units="cm"/>
    </inkml:brush>
  </inkml:definitions>
  <inkml:trace contextRef="#ctx0" brushRef="#br0">0 157 12364,'0'0'3053,"3"-8"-1649,-1 2-1127,0 1 0,1-1 0,0 1 0,-1-1 0,2 1 0,5-8 0,-8 12-231,1-1-1,-1 0 0,1 1 1,0-1-1,0 1 1,0 0-1,0 0 1,0-1-1,0 1 1,0 0-1,0 1 0,0-1 1,0 0-1,1 1 1,-1-1-1,0 1 1,1 0-1,-1-1 1,0 1-1,0 0 0,1 0 1,-1 1-1,0-1 1,5 2-1,-6-2-44,1 1 0,-1 0-1,0 0 1,1 0 0,-1 0-1,0 0 1,1 0 0,-1 1-1,0-1 1,0 0 0,0 0-1,0 1 1,-1-1 0,1 1 0,0-1-1,0 1 1,-1-1 0,1 1-1,-1 0 1,1-1 0,-1 1-1,0 0 1,0-1 0,0 1-1,0-1 1,0 1 0,0 0-1,0-1 1,0 1 0,-1 0 0,1-1-1,-1 3 1,0 3-1,-1 0 1,0-1 0,0 1-1,0 0 1,0-1-1,-6 10 1,-1-6-8,-5 6 70,16-12-16,10-5-1,18-9-28,-1 0 1,0-3-1,50-28 0,-24 12-101,76-44-3772,-67 30-2647</inkml:trace>
</inkml:ink>
</file>

<file path=ppt/ink/ink3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0:02.548"/>
    </inkml:context>
    <inkml:brush xml:id="br0">
      <inkml:brushProperty name="width" value="0.025" units="cm"/>
      <inkml:brushProperty name="height" value="0.025" units="cm"/>
    </inkml:brush>
  </inkml:definitions>
  <inkml:trace contextRef="#ctx0" brushRef="#br0">129 14 11787,'0'0'1468,"12"-4"187,-8 3-1522,0-1-45,-1 1 1,1 0-1,0-1 0,0 2 0,0-1 1,0 0-1,0 1 0,0 0 0,0 0 0,0 0 1,0 0-1,-1 0 0,1 1 0,0 0 0,0 0 1,0 0-1,0 0 0,-1 1 0,1-1 0,0 1 1,-1 0-1,1 0 0,-1 0 0,5 5 0,17 17 231,-1 2-1,-1 0 1,-2 1 0,-1 1-1,-1 1 1,26 53-1,-17-22-17,-3 2 1,28 100-1,-38-102-266,-3 1 0,-3 0 0,-2 0 0,-2 1 0,-4 0 0,-2 0-1,-3 0 1,-18 95 0,12-112-47,-2 0 1,-1-1-1,-3 0 0,-1-1 0,-2-1 0,-2-1 0,-2 0 0,-2-2 1,-1-1-1,-2-1 0,-1-1 0,-38 34 0,41-46-641,-44 31 0,60-48-176,0 0 0,-1-1 0,0 0 0,0-1 0,0-1 0,-1 1 0,-22 4 0,-2-7-4856</inkml:trace>
</inkml:ink>
</file>

<file path=ppt/ink/ink3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0:02.982"/>
    </inkml:context>
    <inkml:brush xml:id="br0">
      <inkml:brushProperty name="width" value="0.025" units="cm"/>
      <inkml:brushProperty name="height" value="0.025" units="cm"/>
    </inkml:brush>
  </inkml:definitions>
  <inkml:trace contextRef="#ctx0" brushRef="#br0">1 121 13677,'0'-9'272,"0"4"-155,0 1 1,0-1-1,0 1 0,1 0 1,0-1-1,0 1 0,0-1 0,0 1 1,1 0-1,-1 0 0,1 0 1,0 0-1,0 0 0,1 0 1,-1 0-1,1 1 0,0-1 0,0 1 1,0 0-1,0-1 0,1 2 1,-1-1-1,1 0 0,0 1 0,-1-1 1,1 1-1,0 0 0,1 1 1,-1-1-1,0 1 0,0-1 0,1 1 1,6 0-1,-9 0-100,1 1 0,0 0 0,0 0 0,0 0 0,0 0 0,0 0 0,0 0 0,0 1-1,0 0 1,0-1 0,0 1 0,0 0 0,-1 0 0,1 1 0,0-1 0,-1 1 0,1-1 0,-1 1 0,0 0 0,5 3 0,-5-1-8,1-1 0,-1 1 0,0 0 0,0-1 0,-1 1 0,1 0 0,-1 0 0,0 0 0,0 0 0,0 1 0,0-1 0,-1 0 0,1 5 0,-2 4-3,1 1 1,-2 0-1,1-1 0,-2 0 1,0 1-1,-1-1 0,0 0 1,-6 13-1,-1-7-20,8-16 17,1 0 0,0 1 0,0-1 0,0 1 0,0 0 0,1 0 0,-1-1 0,1 1 0,-1 5 0,25-11 147,130-39 83,15-4-205,-66 26 49,59-13-3698,-93 13-5012</inkml:trace>
</inkml:ink>
</file>

<file path=ppt/ink/ink3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0:33.226"/>
    </inkml:context>
    <inkml:brush xml:id="br0">
      <inkml:brushProperty name="width" value="0.025" units="cm"/>
      <inkml:brushProperty name="height" value="0.025" units="cm"/>
    </inkml:brush>
  </inkml:definitions>
  <inkml:trace contextRef="#ctx0" brushRef="#br0">54 0 1602,'0'0'1313,"-42"4"-801,40-4-320,0 3-160,1-1-64,0 3 0,-2-1-160,1 0-1313</inkml:trace>
</inkml:ink>
</file>

<file path=ppt/ink/ink3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0:34.243"/>
    </inkml:context>
    <inkml:brush xml:id="br0">
      <inkml:brushProperty name="width" value="0.025" units="cm"/>
      <inkml:brushProperty name="height" value="0.025" units="cm"/>
    </inkml:brush>
  </inkml:definitions>
  <inkml:trace contextRef="#ctx0" brushRef="#br0">1 4 2691,'0'0'4292,"44"-4"-5766,-34 4-448</inkml:trace>
</inkml:ink>
</file>

<file path=ppt/ink/ink3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0:35.053"/>
    </inkml:context>
    <inkml:brush xml:id="br0">
      <inkml:brushProperty name="width" value="0.025" units="cm"/>
      <inkml:brushProperty name="height" value="0.025" units="cm"/>
    </inkml:brush>
  </inkml:definitions>
  <inkml:trace contextRef="#ctx0" brushRef="#br0">1 4 1313,'0'0'4223,"15"-3"-6070,-12 3-208</inkml:trace>
</inkml:ink>
</file>

<file path=ppt/ink/ink3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0:36.014"/>
    </inkml:context>
    <inkml:brush xml:id="br0">
      <inkml:brushProperty name="width" value="0.025" units="cm"/>
      <inkml:brushProperty name="height" value="0.025" units="cm"/>
    </inkml:brush>
  </inkml:definitions>
  <inkml:trace contextRef="#ctx0" brushRef="#br0">0 0 4292,'4'0'32,"0"0"0,-1 0-1089</inkml:trace>
</inkml:ink>
</file>

<file path=ppt/ink/ink3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32.657"/>
    </inkml:context>
    <inkml:brush xml:id="br0">
      <inkml:brushProperty name="width" value="0.025" units="cm"/>
      <inkml:brushProperty name="height" value="0.025" units="cm"/>
    </inkml:brush>
  </inkml:definitions>
  <inkml:trace contextRef="#ctx0" brushRef="#br0">271 142 7783,'3'-12'1311,"0"1"0,-1-1-1,0 0 1,-1 0-1,-1 0 1,0-1-1,-2-14 1,2 25-1227,-1 0 1,0 0-1,0 0 0,0 1 1,0-1-1,0 1 1,0-1-1,-1 0 0,1 1 1,0 0-1,-1-1 1,1 1-1,-1 0 0,0 0 1,1 0-1,-1 0 1,0 0-1,1 0 0,-1 0 1,0 1-1,0-1 0,0 1 1,0-1-1,0 1 1,0 0-1,0 0 0,0-1 1,0 1-1,0 1 1,1-1-1,-1 0 0,0 0 1,-2 1-1,-4 0-43,0 0 0,0 1 0,0-1-1,0 1 1,0 1 0,-13 6 0,9-2-36,1 1-1,0 0 1,0 1 0,1 0-1,0 1 1,0 0 0,1 1-1,1 0 1,0 0 0,0 1-1,1 0 1,1 0 0,0 1-1,0 0 1,1 0 0,1 0-1,0 0 1,1 1 0,1 0-1,0-1 1,1 1 0,0 0-1,2 19 1,-2-31-7,1 0 0,0 0 0,1 1 0,-1-1 0,0 0 0,1 0 0,-1 0 0,1 0 0,-1 0 0,1 1-1,0-1 1,0-1 0,0 1 0,0 0 0,0 0 0,1 0 0,-1 0 0,1-1 0,-1 1 0,1-1 0,-1 1 0,1-1 0,0 0 0,0 1 0,-1-1 0,1 0 0,0 0 0,0 0 0,0 0 0,0-1-1,1 1 1,-1-1 0,0 1 0,0-1 0,0 0 0,0 1 0,1-1 0,2-1 0,0 1 1,1-1-1,-1 0 1,1 0-1,-1-1 1,0 1-1,0-1 1,0-1 0,0 1-1,0-1 1,0 1-1,-1-1 1,1-1-1,-1 1 1,6-6 0,1-4 44,0-1 1,-1 0 0,-1 0 0,0-1-1,-1 0 1,-1-1 0,0 0 0,-1 0 0,-1 0-1,0-1 1,-2 0 0,0 1 0,0-1-1,-1-33 1,-13 85 68,9-18-111,2-1-1,0 0 1,0 0-1,2 1 1,0-1-1,6 21 1,-6-27-11,1-1 1,0 0-1,1 1 0,0-1 1,1-1-1,0 1 0,0 0 1,1-1-1,0 0 0,0-1 1,13 12-1,-19-18 8,1-1-1,-1 1 1,1-1-1,0 0 0,-1 0 1,1 1-1,-1-1 1,1 0-1,-1 0 1,1 0-1,0 1 1,-1-1-1,1 0 1,-1 0-1,1 0 1,0 0-1,-1 0 0,1 0 1,-1 0-1,1 0 1,0-1-1,-1 1 1,1 0-1,-1 0 1,1 0-1,-1-1 1,1 1-1,-1 0 0,1-1 1,-1 1-1,1 0 1,-1-1-1,1 1 1,-1-1-1,1 1 1,-1 0-1,0-1 1,1 1-1,-1-1 0,0 1 1,1-1-1,-1 0 1,0 1-1,0-1 1,1 1-1,-1-1 1,0 1-1,0-1 1,0 0-1,0 1 0,0-2 1,10-43 51,-8 32-78,6-29 36,-6 29-4,0-1 0,1 1 1,0 0-1,1 0 0,10-21 1,-14 33-5,0 1 0,1-1 0,-1 1 0,0 0 0,0-1 0,1 1 0,-1-1 1,1 1-1,-1-1 0,0 1 0,1 0 0,-1-1 0,1 1 0,-1 0 0,1 0 0,-1-1 0,1 1 1,-1 0-1,1 0 0,-1-1 0,1 1 0,-1 0 0,1 0 0,-1 0 0,1 0 0,-1 0 0,1 0 0,-1 0 1,1 0-1,0 0 0,-1 0 0,1 0 0,-1 1 0,1-1 0,-1 0 0,1 0 0,-1 0 0,1 1 0,-1-1 1,1 0-1,-1 1 0,1-1 0,-1 0 0,0 1 0,1-1 0,-1 0 0,0 1 0,1-1 0,-1 1 1,0-1-1,1 1 0,-1 0 0,19 30-21,-17-28 28,22 49 4,-15-31-24,0-2 0,23 37 0,-26-128-50,-7 55 73,1 4 12,0 1-1,0 0 0,1 0 0,0 0 1,1 0-1,5-14 0,-6 23-17,0 0 1,0 1-1,0-1 0,1 1 0,-1 0 0,1-1 0,0 1 1,0 0-1,0 0 0,0 0 0,0 0 0,0 1 0,0-1 1,0 0-1,1 1 0,-1 0 0,1-1 0,-1 1 1,1 0-1,0 0 0,-1 0 0,1 1 0,0-1 0,0 1 1,-1 0-1,1-1 0,0 1 0,0 0 0,0 1 0,-1-1 1,1 0-1,5 2 0,6 2-553,0 1 1,-1 0-1,0 0 1,0 2-1,0 0 0,-1 0 1,0 1-1,0 0 1,13 13-1,-7-6-1591,1-2-1,31 18 0,-30-22-7782</inkml:trace>
</inkml:ink>
</file>

<file path=ppt/ink/ink3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33.919"/>
    </inkml:context>
    <inkml:brush xml:id="br0">
      <inkml:brushProperty name="width" value="0.025" units="cm"/>
      <inkml:brushProperty name="height" value="0.025" units="cm"/>
    </inkml:brush>
  </inkml:definitions>
  <inkml:trace contextRef="#ctx0" brushRef="#br0">223 490 15246,'-8'-4'876,"-4"-2"-390,0 1-1,-1 0 1,0 1-1,0 0 1,0 1-1,-1 1 1,-19-2 0,28 4-407,1 0 1,-1 0-1,1 1 1,-1-1-1,1 1 1,-1 0 0,1 0-1,-1 0 1,1 1-1,0 0 1,0 0 0,-5 2-1,6-2-79,1 0 0,0 0 0,0 0 0,0 1 0,0-1-1,0 0 1,0 1 0,1-1 0,-1 1 0,1 0 0,-1 0 0,1-1 0,0 1-1,0 0 1,1 0 0,-1 0 0,1 0 0,-1 0 0,1 0 0,0 5 0,-1-5-35,1 0 0,0 0 0,0-1 0,0 1 0,0 0 0,1 0 0,-1 0 1,1 0-1,-1 0 0,1-1 0,0 1 0,0 0 0,0-1 0,1 1 0,-1-1 1,0 1-1,1-1 0,0 1 0,0-1 0,-1 0 0,1 0 0,1 0 0,-1 0 1,0 0-1,0-1 0,1 1 0,-1-1 0,1 1 0,-1-1 0,1 0 0,0 0 0,-1 0 1,1 0-1,0 0 0,0-1 0,0 1 0,-1-1 0,1 0 0,0 0 0,0 0 1,0 0-1,0-1 0,0 1 0,5-2 0,-5 1 26,0-1 0,0 1 0,0-1 0,-1 0-1,1 0 1,0 0 0,-1 0 0,1-1 0,-1 1 0,1 0 0,-1-1 0,0 0-1,0 0 1,2-5 0,17-37 960,-19 41 258,0 11-1206,0-1-1,0 1 0,0-1 0,1 1 0,0-1 1,0 0-1,1 0 0,-1 0 0,1 0 1,1-1-1,-1 1 0,1-1 0,0 0 0,0-1 1,9 7-1,-10-8-7,0 0 1,0-1 0,0 1-1,0-1 1,1 0-1,-1 0 1,1-1-1,-1 1 1,1-1-1,7 1 1,-10-2-6,1 0 0,0 0 1,-1 0-1,1 0 0,-1 0 0,1-1 1,-1 0-1,0 1 0,1-1 0,-1 0 0,1 0 1,-1 0-1,0 0 0,0-1 0,0 1 0,0-1 1,0 1-1,0-1 0,0 0 0,2-2 0,6-10 7,-1 1 0,0-1 0,-1 0 0,-1-1 0,0 0 0,-1 0 0,6-25 0,-2 0-73,8-73 0,-13 70-215,-2-62-1,-4 91 282,0 0 0,0 0 0,-2 0 0,1 0 0,-2 1 0,0-1 1,-1 1-1,-8-17 0,12 27 33,-1 1 1,1-1 0,-1 1 0,0-1 0,0 1-1,0 0 1,0-1 0,-1 1 0,1 0 0,-1 0 0,1 1-1,-1-1 1,-3-1 0,5 3-17,0-1 1,0 1-1,-1 0 0,1-1 1,0 1-1,-1 0 0,1 0 0,0 0 1,-1 0-1,1 0 0,0 0 1,0 1-1,-1-1 0,1 0 1,0 1-1,0-1 0,-1 0 1,1 1-1,0 0 0,0-1 1,0 1-1,0 0 0,0 0 0,0-1 1,0 1-1,0 0 0,0 0 1,0 0-1,0 0 0,1 0 1,-1 0-1,0 1 0,0 1 1,-6 10-14,1 1 0,0 0 1,1 0-1,1 0 1,1 0-1,0 1 1,-2 24-1,1 107 88,6-130-79,-1-1 1,2 0 0,0 1-1,1-1 1,0-1-1,1 1 1,1 0-1,0-1 1,16 26-1,-17-34-4,-1 0-1,1 0 0,-1 0 0,1-1 1,1 0-1,-1 0 0,1 0 1,0-1-1,0 0 0,8 4 0,-9-6-11,0 0 0,-1 0 0,1-1 0,0 0-1,0 0 1,0 0 0,0 0 0,0-1-1,0 0 1,0 0 0,0 0 0,0-1 0,0 1-1,0-1 1,0-1 0,6-1 0,-5-1 30,1 1 1,-1-1 0,0-1 0,-1 1-1,1-1 1,-1 0 0,0 0-1,0 0 1,0-1 0,-1 0 0,0 0-1,0 0 1,-1 0 0,1-1-1,-1 1 1,-1-1 0,1 0 0,-1 0-1,0 0 1,-1 0 0,2-14-1,-5 25 7,2-3-27,-1 0 0,1 0 0,-1 0-1,1 0 1,-1 0 0,1 0 0,0 0 0,-1 0-1,1 0 1,0 0 0,0 0 0,0 0-1,0 0 1,0 0 0,0 0 0,0 0 0,0 0-1,0 0 1,0 0 0,1 0 0,-1 0 0,0 0-1,1 0 1,-1-1 0,1 1 0,-1 0 0,1 0-1,-1 0 1,1 0 0,0 0 0,-1-1-1,1 1 1,1 1 0,1 0 5,1 0-1,-1 0 1,1-1-1,0 1 1,-1-1 0,1 1-1,0-1 1,0-1 0,0 1-1,0 0 1,0-1-1,0 0 1,0 0 0,0 0-1,0 0 1,0-1-1,0 0 1,6-1 0,1-2 5,0 0 1,0 0 0,0-1 0,20-12-1,-31 17-6,1-1 0,0 1-1,0-1 1,-1 1-1,1 0 1,0 0 0,0-1-1,0 1 1,0 0-1,-1 0 1,1 0 0,0 0-1,0 0 1,0 0 0,0 0-1,-1 0 1,1 0-1,0 1 1,0-1 0,0 0-1,0 0 1,-1 1-1,1-1 1,0 0 0,0 1-1,-1-1 1,1 1-1,0-1 1,-1 1 0,1 0-1,-1-1 1,1 1 0,0-1-1,-1 1 1,1 0-1,-1 0 1,0-1 0,1 1-1,-1 0 1,0 0-1,1-1 1,-1 1 0,0 0-1,0 0 1,1 1-1,9 49-43,-8-42 53,8 85 1,-3 1-1,-6 109 1,-2-195-2,0-1-1,0 0 1,0 0 0,-1 0-1,-3 8 1,5-15-2,0-1 0,-1 1 0,1 0 0,0 0 0,0 0 0,-1 0-1,1 0 1,0 0 0,-1-1 0,1 1 0,-1 0 0,1 0 0,-1-1 0,1 1 0,-1 0 0,0-1 0,1 1 0,-1 0 0,0-1 0,1 1-1,-1-1 1,0 1 0,0-1 0,0 1 0,1-1 0,-1 0 0,0 1 0,0-1 0,0 0 0,0 0 0,0 0 0,0 0 0,0 0 0,1 0-1,-1 0 1,0 0 0,0 0 0,0 0 0,0 0 0,0 0 0,0-1 0,0 1 0,1 0 0,-1-1 0,0 1 0,0-1 0,0 1 0,1-1-1,-1 1 1,0-1 0,0 1 0,1-1 0,-1 0 0,1 1 0,-1-1 0,0 0 0,0-1 0,-3-3 4,1-1-1,-1 0 1,1 0 0,0-1 0,0 1 0,1 0-1,0-1 1,0 0 0,0 1 0,1-1-1,0 0 1,0 0 0,1 0 0,0-8-1,1-4-17,0 1-1,1-1 0,1 1 0,5-21 1,-1 17-5,1 0 0,0 0 0,2 1 1,0 0-1,1 0 0,17-21 0,-24 36 7,0 0-1,0 0 1,1 1-1,0 0 1,0-1 0,0 2-1,1-1 1,-1 1-1,1 0 1,0 0-1,1 0 1,-1 1-1,0 0 1,1 1-1,0-1 1,0 1-1,-1 0 1,1 1 0,0 0-1,1 0 1,-1 0-1,0 1 1,0 0-1,8 1 1,-11 0 5,-1 0 0,0 0 0,0 1 0,1-1 1,-1 1-1,-1 0 0,1 0 0,0 0 0,0 0 0,-1 0 0,1 1 1,-1-1-1,1 1 0,-1-1 0,0 1 0,0 0 0,0 0 1,-1 0-1,1 0 0,-1 0 0,0 1 0,2 5 0,-1-4-105,0 1 0,1-1 0,0 0 0,-1 0 0,2-1 0,5 8 0,-10-62-279,0 44 482,0 0 0,0-1 0,1 1 0,0 0 0,1-1 0,-1 1-1,2-7 1,-2 13-81,1-1 1,-1 0-1,0 0 0,1 1 0,-1-1 0,0 0 0,1 1 0,-1-1 0,1 0 0,-1 1 0,1-1 0,0 1 0,-1-1 0,1 1 0,-1-1 0,1 1 1,0-1-1,0 1 0,-1 0 0,1-1 0,0 1 0,0 0 0,1-1 0,0 1-26,0 0 0,1 0 1,-1 1-1,0-1 0,1 0 0,-1 1 0,0-1 0,1 1 1,-1 0-1,0 0 0,0 0 0,3 2 0,27 17-762,-9-5-4949,-16-11 104</inkml:trace>
</inkml:ink>
</file>

<file path=ppt/ink/ink3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34.072"/>
    </inkml:context>
    <inkml:brush xml:id="br0">
      <inkml:brushProperty name="width" value="0.025" units="cm"/>
      <inkml:brushProperty name="height" value="0.025" units="cm"/>
    </inkml:brush>
  </inkml:definitions>
  <inkml:trace contextRef="#ctx0" brushRef="#br0">5 21 14253,'-4'-9'129,"4"1"-97,0 4-64,5 4-1410,5 0-1985,3 1-2050</inkml:trace>
</inkml:ink>
</file>

<file path=ppt/ink/ink3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34.539"/>
    </inkml:context>
    <inkml:brush xml:id="br0">
      <inkml:brushProperty name="width" value="0.025" units="cm"/>
      <inkml:brushProperty name="height" value="0.025" units="cm"/>
    </inkml:brush>
  </inkml:definitions>
  <inkml:trace contextRef="#ctx0" brushRef="#br0">0 22 15631,'0'0'5183,"32"40"-5087,-31-40-92,-1 1-1,1-1 1,0 0-1,0 0 1,0 0-1,0 0 1,0 0-1,0-1 0,0 1 1,0 0-1,0 0 1,-1-1-1,1 1 1,0 0-1,0-1 0,0 1 1,0-1-1,-1 1 1,1-1-1,0 1 1,-1-1-1,1 1 1,0-1-1,-1 0 0,1 0 1,0 1-1,-1-1 1,1-1-1,20-29 33,-16 24-38,-5 6 0,1 0 0,-1 1 0,1-1 0,0 0 0,-1 0 1,1 0-1,0 1 0,-1-1 0,1 0 0,0 1 0,0-1 0,0 1 0,0-1 0,-1 1 0,1-1 1,0 1-1,0 0 0,0-1 0,0 1 0,0 0 0,0 0 0,0 0 0,0 0 0,0 0 0,0 0 1,2 0-1,22 12-59,-24-10 62,0-1-1,1 0 0,-1 0 1,0 0-1,1 0 0,-1 0 1,1 0-1,0 0 0,-1 0 1,1-1-1,0 1 0,-1-1 1,1 1-1,0-1 0,0 1 1,-1-1-1,1 0 0,0 0 1,0 0-1,0 0 0,-1 0 1,1-1-1,0 1 0,0 0 1,-1-1-1,1 1 0,0-1 0,-1 0 1,1 1-1,3-3 0,14-8 151,-10 16 186,-4 34 294,-5-27-591,3 73-799,-10 87-1,5-146 360,-2 0 0,0 0 0,-2 0 0,-1 0 0,-1-1 0,-1 0 0,-21 39 0,9-37-4031,0-12-2626</inkml:trace>
</inkml:ink>
</file>

<file path=ppt/ink/ink3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36.395"/>
    </inkml:context>
    <inkml:brush xml:id="br0">
      <inkml:brushProperty name="width" value="0.025" units="cm"/>
      <inkml:brushProperty name="height" value="0.025" units="cm"/>
    </inkml:brush>
  </inkml:definitions>
  <inkml:trace contextRef="#ctx0" brushRef="#br0">1 1 16432,'0'0'1211,"9"5"-922,1 3-212,-1 0 0,1 0 1,-2 1-1,1 0 1,-1 0-1,0 1 0,-1 0 1,0 0-1,-1 1 1,0 0-1,6 16 1,-5-7-34,0 0 0,-2 0 0,0 1 0,-1-1 0,-2 1 0,0 0 0,-1 31 0,-11-173 1178,10 115-1212,-1-6 96,2 0-1,-1 0 1,1 0-1,5-19 0,-6 30-95,1-1-1,-1 1 0,0-1 0,1 1 0,-1-1 0,1 1 0,0 0 0,-1-1 0,1 1 0,0 0 0,0 0 0,0 0 0,-1-1 0,1 1 0,1 0 0,-1 0 0,0 0 0,0 0 0,0 1 0,0-1 1,1 0-1,-1 0 0,0 1 0,1-1 0,-1 1 0,1-1 0,-1 1 0,0 0 0,1-1 0,-1 1 0,1 0 0,-1 0 0,1 0 0,-1 0 0,1 0 0,-1 0 0,1 1 0,-1-1 0,1 0 0,-1 1 1,0-1-1,1 1 0,-1 0 0,0-1 0,1 1 0,-1 0 0,2 1 0,9 7-4,-1 0 1,0 1-1,0 0 0,-1 1 1,-1 0-1,0 0 1,0 1-1,-1 0 0,-1 1 1,7 15-1,13 16 21,-22-65 207,-2-23-239,-2 34 25,0-6-29,1-15 12,1 1-1,14-60 1,-17 89 8,0 0 1,0 0-1,0 0 1,1 0-1,-1 0 1,0 0-1,1 0 1,-1 0-1,1 0 1,-1 0 0,1 0-1,0 0 1,-1 0-1,1 0 1,0 0-1,0 1 1,-1-1-1,1 0 1,0 0 0,0 1-1,0-1 1,0 1-1,1-1 1,-1 1-9,0 0 1,0 0-1,0 0 1,0 1-1,0-1 1,0 0-1,0 1 1,0-1 0,0 1-1,0-1 1,0 1-1,0-1 1,-1 1-1,1 0 1,0-1-1,0 1 1,-1 0-1,1 0 1,1 1-1,31 58-64,-25-45 120,-1-1-52,1 0 1,1-1 0,0 0 0,1-1 0,0 0 0,1 0-1,20 17 1,-27-26-2,0 0 1,0-1-1,0 1 0,1-1 0,0 1 0,-1-1 0,1-1 0,0 1 0,0-1 0,0 1 0,0-1 1,0-1-1,0 1 0,0-1 0,0 0 0,0 0 0,0 0 0,0-1 0,0 0 0,0 0 0,0 0 0,0-1 1,0 1-1,0-1 0,-1 0 0,1-1 0,7-4 0,-3 1 11,0 0-1,-1-1 1,1 0-1,-1-1 1,-1 0-1,12-14 1,-16 18-4,0-1 1,0 1-1,0-1 0,-1 0 1,1 0-1,-1 0 0,0-1 0,-1 1 1,1 0-1,-1-1 0,0 1 1,0-1-1,-1 1 0,0-10 1,0 14 6,-1 0 1,0 0 0,1-1-1,-1 1 1,0 0 0,1 0-1,-1 0 1,0 0-1,0 0 1,0 0 0,0 1-1,0-1 1,0 0 0,0 0-1,0 1 1,-1-1 0,1 0-1,0 1 1,0 0 0,0-1-1,-1 1 1,1-1 0,0 1-1,-1 0 1,1 0 0,0 0-1,-1 0 1,1 0-1,0 0 1,-2 1 0,-2-2-1,-1 2 0,1-1 1,0 1-1,0-1 0,-1 2 0,1-1 1,-5 2-1,7-2-23,0 1 1,0-1-1,0 1 1,0-1-1,0 1 0,0 0 1,1 0-1,-1 1 0,1-1 1,-1 0-1,1 1 1,0-1-1,0 1 0,0 0 1,0 0-1,0 0 0,1 0 1,-1 0-1,1 0 1,0 0-1,0 1 0,0-1 1,1 0-1,-1 1 0,1-1 1,-1 0-1,1 1 1,0-1-1,0 1 0,1-1 1,-1 0-1,1 1 0,0-1 1,0 0-1,0 0 1,0 1-1,0-1 0,1 0 1,-1 0-1,1 0 0,0 0 1,0-1-1,0 1 1,0 0-1,0-1 0,1 1 1,-1-1-1,1 0 1,0 0-1,0 0 0,-1 0 1,1-1-1,0 1 0,1-1 1,3 2-1,12 2-127,-1-1-1,1 0 1,0-2-1,0 0 1,0-1-1,0-1 1,0-1-1,0-1 1,21-4-1,3-3-227,-1-2 1,75-29-1,-107 37 349,70-33-65,-73 32 77,-1 0 1,0 0 0,1 0-1,-2 0 1,1-1-1,0 0 1,-1 0 0,0-1-1,6-7 1,-10 12 15,-1 0-1,1 0 1,0 0 0,0-1-1,0 1 1,-1 0 0,1 0 0,-1-1-1,1 1 1,-1-1 0,0 1-1,1 0 1,-1-1 0,0 1-1,0-1 1,0 1 0,0 0 0,0-1-1,0 1 1,0-1 0,0 1-1,-1-1 1,1 1 0,-1 0 0,1-1-1,-1 1 1,1 0 0,-2-3-1,-1 2 23,1 0-1,0 1 0,-1-1 0,1 0 0,-1 1 1,0-1-1,1 1 0,-1 0 0,0 0 0,0 0 1,0 0-1,-5 0 0,-6-1 130,-1 0 0,1 2 0,0 0 0,-26 3 0,30-1-108,0 1-1,1 0 1,-1 1-1,1 0 1,0 0-1,0 1 1,0 0-1,0 1 1,-10 9-1,16-13-61,-1 1-1,1-1 0,0 1 0,0 0 0,1 0 0,-1 0 0,1 0 1,-1 0-1,1 1 0,0-1 0,0 1 0,1-1 0,-1 1 1,1 0-1,-1 0 0,1 0 0,1 0 0,-1-1 0,0 1 0,1 0 1,0 0-1,0 1 0,0-1 0,0 0 0,1 0 0,1 6 0,-1-7-30,1-1 0,-1 0-1,1 0 1,0 0 0,0 0-1,-1 0 1,1 0-1,0-1 1,0 1 0,1-1-1,-1 1 1,0-1-1,0 0 1,1 0 0,-1 0-1,1 0 1,-1 0 0,1-1-1,-1 1 1,1-1-1,0 1 1,-1-1 0,6 0-1,-4 0-22,1 0 0,-1 0 0,0 0 0,1-1 0,-1 1 0,0-1 0,1 0 0,-1 0 0,0-1 0,0 1 0,0-1-1,0 0 1,7-4 0,-5-1 142,0 1 0,-1 0-1,1-1 1,-1 0-1,-1-1 1,1 1 0,-1-1-1,0 0 1,-1 0-1,0 0 1,0 0 0,-1 0-1,0-1 1,-1 1-1,1-1 1,-2 0 0,1-12-1,-10 54 320,9-25-399,0-1 1,0 1 0,1 0-1,0 0 1,1-1-1,0 1 1,0-1 0,1 1-1,6 12 1,-8-16-10,1-1 0,1 0 0,-1 0 0,0 0 0,1 0 0,-1-1 0,1 1 0,0 0 1,0-1-1,0 0 0,0 0 0,0 0 0,0 0 0,1 0 0,-1-1 0,1 1 0,-1-1 0,1 0 1,-1 0-1,1-1 0,0 1 0,7 0 0,-8-1 6,1 0-1,-1-1 1,0 1 0,0-1-1,1 1 1,-1-1 0,0 0-1,0 0 1,0-1 0,0 1-1,0 0 1,0-1 0,0 0 0,0 0-1,-1 0 1,1 0 0,-1 0-1,1 0 1,2-5 0,3-4 31,-1 0 0,0 0 0,9-22 1,12-19 21,-28 52-59,1 0 1,-1-1-1,0 1 0,1 0 1,-1 0-1,1-1 0,-1 1 0,0 0 1,1 0-1,-1 0 0,1 0 1,-1-1-1,1 1 0,-1 0 0,1 0 1,-1 0-1,1 0 0,-1 0 0,1 0 1,-1 0-1,1 0 0,-1 0 1,1 1-1,-1-1 0,1 0 0,-1 0 1,0 0-1,1 0 0,-1 1 1,1-1-1,-1 0 0,1 0 0,-1 1 1,0-1-1,1 0 0,-1 1 1,0-1-1,1 1 0,-1-1 0,0 0 1,0 1-1,1-1 0,-1 1 0,0-1 1,0 0-1,0 1 0,1-1 1,-1 1-1,0 0 0,14 27-109,-13-25 105,6 14 5,-1-4-3,0 0 1,0 0-1,1-1 0,16 22 0,-22-32 4,0 0 0,1-1 0,-1 1 0,0-1 0,1 1-1,-1-1 1,1 0 0,0 0 0,-1 0 0,1 0 0,0 0 0,0 0-1,0 0 1,0 0 0,0-1 0,0 1 0,-1-1 0,1 1-1,1-1 1,-1 0 0,0 0 0,0 0 0,0 0 0,0 0-1,0 0 1,0 0 0,0-1 0,0 1 0,0-1 0,0 0 0,-1 1-1,1-1 1,0 0 0,0 0 0,0 0 0,-1-1 0,1 1-1,-1 0 1,1 0 0,-1-1 0,1 1 0,1-3 0,6-7 18,-1 0 0,1 0 0,-2-1 0,0 0 0,0 0 1,-1-1-1,-1 1 0,0-1 0,5-22 0,-10 42-38,1 1 0,0-1 0,0 1 0,1-1 0,0 1-1,0-1 1,0 0 0,1 0 0,0 0 0,1 0 0,0-1 0,7 11 0,-10-16 20,1 0 0,-1 0 0,1 0 1,-1 0-1,1-1 0,-1 1 1,1-1-1,-1 1 0,1-1 1,-1 1-1,1-1 0,0 0 0,-1 0 1,1 0-1,0 0 0,-1 0 1,1 0-1,-1 0 0,1-1 1,0 1-1,-1-1 0,1 1 0,-1-1 1,1 1-1,-1-1 0,2-1 1,40-25 5,-36 23-4,-1-1-8,0 0 0,1 1 0,-1 1 0,1-1 1,0 1-1,1 0 0,-1 0 0,9-1 1,-14 3 2,-1 1 1,1 0 0,-1 0 0,0 0 0,1 0 0,-1 0 0,1 1 0,-1-1 0,0 0 0,1 0 0,-1 1 0,1-1 0,-1 1 0,0 0 0,0-1 0,1 1 0,-1 0 0,0 0 0,2 1-1,-2 0 2,1 0 0,-1 0 0,0 0 0,1 1 0,-1-1-1,0 0 1,-1 1 0,1-1 0,0 0 0,-1 1-1,1-1 1,-1 1 0,0-1 0,0 1 0,0 2-1,0-2-153,0 0-1,0 1 0,0-1 1,-1 0-1,1 0 0,-1 0 0,0 0 1,0 0-1,0 0 0,0 0 0,0 0 1,-1 0-1,1-1 0,-1 1 0,0 0 1,0-1-1,0 1 0,0-1 1,0 0-1,0 0 0,-1 0 0,1 0 1,-1 0-1,0 0 0,1-1 0,-1 1 1,0-1-1,-4 2 0,-25 10-5246</inkml:trace>
</inkml:ink>
</file>

<file path=ppt/ink/ink3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37.615"/>
    </inkml:context>
    <inkml:brush xml:id="br0">
      <inkml:brushProperty name="width" value="0.025" units="cm"/>
      <inkml:brushProperty name="height" value="0.025" units="cm"/>
    </inkml:brush>
  </inkml:definitions>
  <inkml:trace contextRef="#ctx0" brushRef="#br0">103 248 10186,'5'36'4320,"-5"-25"-4147,2 0-1,-1 0 1,1 0 0,1 0-1,5 15 1,-7-25-169,0 1 1,0 0 0,0 0-1,0-1 1,0 1 0,0-1 0,1 1-1,-1-1 1,0 1 0,1-1 0,-1 0-1,1 1 1,0-1 0,-1 0-1,1 0 1,0 0 0,-1-1 0,1 1-1,0 0 1,0-1 0,0 1-1,0-1 1,0 1 0,0-1 0,0 0-1,0 0 1,0 0 0,0 0-1,-1 0 1,1-1 0,0 1 0,0 0-1,0-1 1,0 1 0,0-1-1,2-1 1,0 0 62,0 0 0,0-1 0,0 1 0,-1-1 0,1 0-1,-1 0 1,1 0 0,-1 0 0,0-1 0,0 1 0,-1-1 0,1 0 0,-1 0 0,0 0-1,0 0 1,0 0 0,0 0 0,1-7 0,0 1-34,0 0 1,-1 0-1,0 0 0,0 0 1,-2-1-1,1 1 0,-1-12 1,-1 19-28,1 1 1,-1-1-1,1 1 1,-1-1 0,0 1-1,0 0 1,0-1-1,0 1 1,0 0-1,0-1 1,-1 1 0,1 0-1,-1 0 1,1 0-1,-1 1 1,0-1-1,0 0 1,0 0 0,0 1-1,-3-2 1,-1 0 1,0 0 0,1 1 0,-1 0 0,0 0 0,0 1 1,0-1-1,0 1 0,-9 0 0,1 0-32,1 1 1,-1 1-1,1 0 0,-1 1 0,1 0 1,0 1-1,-18 7 0,29-9 6,0-1-8,0 1 0,0-1 0,-1 1-1,1 0 1,0 0 0,1 0 0,-1 0 0,0 0 0,0 0 0,0 1 0,0-1 0,1 0-1,-1 1 1,1 0 0,-1-1 0,1 1 0,0 0 0,0 0 0,-1 0 0,1-1 0,0 4-1,1-5-30,1 1-1,-1 0 0,1-1 0,0 1 0,-1 0 0,1-1 0,0 1 0,-1-1 0,1 1 0,0-1 0,0 1 0,0-1 0,-1 1 0,1-1 1,0 0-1,0 0 0,0 1 0,0-1 0,0 0 0,0 0 0,0 0 0,0 0 0,-1 0 0,1 0 0,1 0 0,31-1-243,-28 0 203,21-3 31,0-1 1,0-1 0,0-2 0,-1 0-1,0-2 1,-1 0 0,0-2-1,-1-1 1,0-1 0,-1 0 0,37-33-1,-55 43 303,0 0-1,0 0 1,0 0-1,-1-1 1,1 1 0,4-10-1,-7 13-132,-1 0-1,1 0 1,-1 1 0,0-1 0,0 0-1,0 0 1,1 0 0,-1 1 0,0-1-1,0 0 1,0 0 0,0 0-1,0 1 1,0-1 0,0 0 0,-1 0-1,1 0 1,0 0 0,0 1 0,-1-1-1,0-1 1,1 1-27,-2 0 1,1 0-1,0 1 0,0-1 1,0 0-1,0 0 1,0 1-1,-1-1 0,1 1 1,0-1-1,0 1 0,-1 0 1,1-1-1,0 1 1,-1 0-1,1 0 0,0 0 1,-2 0-1,-1 0-20,1 0 0,-1 0 1,1 0-1,-1 0 0,1 1 0,0 0 0,-1 0 1,1-1-1,0 2 0,-1-1 0,1 0 0,0 1 1,0-1-1,0 1 0,0 0 0,1 0 0,-1 0 1,-2 3-1,1 0-22,0-1 0,1 1 0,0 0 1,0 0-1,0 0 0,1 0 0,-1 1 0,1-1 0,1 1 1,-2 6-1,-2 15 10,2 0 0,1 1 1,3 49-1,-1-45 161,5 45 159,3 0 0,20 87 0,-13-90-1333,-4 0 0,4 98 0,-16-162-2266</inkml:trace>
</inkml:ink>
</file>

<file path=ppt/ink/ink3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37.786"/>
    </inkml:context>
    <inkml:brush xml:id="br0">
      <inkml:brushProperty name="width" value="0.025" units="cm"/>
      <inkml:brushProperty name="height" value="0.025" units="cm"/>
    </inkml:brush>
  </inkml:definitions>
  <inkml:trace contextRef="#ctx0" brushRef="#br0">0 358 14670,'0'0'2434,"21"-45"-2210,9 26-95,14-5 127,8-3 128,6-5-192,8-3-160,5-1-32,2-5-544,0-5-2435,0-7-3747</inkml:trace>
</inkml:ink>
</file>

<file path=ppt/ink/ink3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38.100"/>
    </inkml:context>
    <inkml:brush xml:id="br0">
      <inkml:brushProperty name="width" value="0.025" units="cm"/>
      <inkml:brushProperty name="height" value="0.025" units="cm"/>
    </inkml:brush>
  </inkml:definitions>
  <inkml:trace contextRef="#ctx0" brushRef="#br0">351 0 15791,'-10'4'416,"-6"2"256,1 0-1,0 2 1,0 0 0,-26 19-1,36-23-548,-1 0 0,1 0 0,0 1-1,0 0 1,1 0 0,0 0 0,0 1-1,0 0 1,0-1 0,1 1 0,0 0 0,0 1-1,1-1 1,-1 1 0,1-1 0,1 1-1,-2 6 1,3 4-110,1-1-1,0 1 1,2-1-1,-1 0 1,2 0-1,0 0 1,1-1-1,1 1 1,12 23-1,-10-21-4,0 1 0,-1-1-1,-1 1 1,-1 1-1,5 37 1,-10-53-3,0 0 0,0 1-1,0-1 1,-1 0 0,0 1 0,0-1-1,0 0 1,-1 0 0,1 0-1,-1 0 1,0 0 0,0 0 0,0 0-1,-1-1 1,1 1 0,-1-1 0,0 1-1,0-1 1,0 0 0,0 0 0,0-1-1,-1 1 1,0-1 0,1 1 0,-1-1-1,0 0 1,-8 2 0,4 0 3,-1-2-1,0 1 1,0-1 0,0 0 0,0-1 0,0 0 0,0 0 0,0-1 0,0-1-1,-1 1 1,1-1 0,-17-5 0,23 5-95,0 0 0,0 0 0,-1-1 0,1 1-1,0-1 1,0 0 0,1 0 0,-1 0 0,0 0 0,1 0 0,-1-1 0,1 1 0,0-1-1,-1 0 1,1 0 0,1 0 0,-3-3 0,2 3-428,1-1 0,0 0 0,0 1 0,0-1 0,0 0 1,0 0-1,1 0 0,-1 1 0,1-1 0,0 0 0,0 0 0,1 0 0,-1 0 0,1 0 0,2-5 0,13-23-6158</inkml:trace>
</inkml:ink>
</file>

<file path=ppt/ink/ink3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38.992"/>
    </inkml:context>
    <inkml:brush xml:id="br0">
      <inkml:brushProperty name="width" value="0.025" units="cm"/>
      <inkml:brushProperty name="height" value="0.025" units="cm"/>
    </inkml:brush>
  </inkml:definitions>
  <inkml:trace contextRef="#ctx0" brushRef="#br0">177 1 12684,'0'0'1943,"-9"7"-1046,-20 14 357,-47 35 2482,69-51-3602,0 1-1,1 0 1,0 0-1,0 1 1,0-1 0,1 1-1,0 1 1,-4 8 0,8-14-130,0-1 1,0 1-1,1 0 1,-1 0 0,1-1-1,-1 1 1,1 0 0,0 0-1,0 0 1,0 0 0,0-1-1,0 1 1,0 0 0,1 4-1,-1-6-18,1 1 1,-1 0-1,0-1 0,1 1 0,-1-1 0,1 1 0,-1 0 0,1-1 1,-1 1-1,1-1 0,-1 1 0,1-1 0,0 0 0,-1 1 0,1-1 1,0 0-1,-1 1 0,1-1 0,0 0 0,-1 0 0,1 1 0,0-1 1,0 0-1,-1 0 0,2 0 0,1 0-51,0 0 1,0-1-1,0 1 1,0-1-1,-1 0 1,1 0-1,0 0 1,0 0-1,0 0 0,-1-1 1,1 1-1,-1-1 1,1 0-1,-1 1 1,0-1-1,4-4 1,8-12 288,-2 0 0,0 0 0,18-39 0,-30 75 63,-1-6-202,1-1 0,1 1 0,0 0 0,0 0 1,1 0-1,4 12 0,-5-21-89,0-1 1,0 1 0,1 0-1,-1-1 1,1 1-1,0-1 1,-1 1-1,1-1 1,0 0 0,1 0-1,-1 0 1,0 0-1,0 0 1,1 0-1,-1-1 1,1 1-1,0-1 1,-1 0 0,1 0-1,0 0 1,0 0-1,0 0 1,0-1-1,0 1 1,0-1 0,0 0-1,0 1 1,0-1-1,5-1 1,-4 0-71,0 1 1,-1-1-1,1 0 0,-1 0 1,1-1-1,-1 1 0,0-1 1,1 1-1,-1-1 1,0 0-1,0 0 0,0-1 1,0 1-1,-1-1 0,1 1 1,0-1-1,-1 0 1,3-3-1,5-9-69,-1 0-1,13-26 1,-10 16 290,-12 25-132,0 0 1,0 0-1,0-1 0,0 1 0,1 0 1,-1 0-1,0 0 0,0-1 0,0 1 1,0 0-1,0 0 0,1 0 0,-1-1 1,0 1-1,0 0 0,0 0 0,1 0 0,-1 0 1,0-1-1,0 1 0,1 0 0,-1 0 1,0 0-1,0 0 0,1 0 0,-1 0 1,0 0-1,0 0 0,1 0 0,-1 0 0,0 0 1,0 0-1,1 0 0,-1 0 0,0 0 1,0 0-1,1 0 0,-1 0 0,0 0 1,0 0-1,1 0 0,-1 0 0,0 1 1,0-1-1,0 0 0,1 0 0,-1 0 0,0 0 1,0 1-1,0-1 0,1 0 0,-1 0 1,11 21 148,4 27-159,-5 20 70,1 8 10,-9-78-66,-1 1 0,0 0 0,1 0 0,-1-1 0,0 1-1,0 0 1,0-1 0,0 1 0,0-1 0,-1 0 0,1 1 0,0-1 0,-1 0-1,1-1 1,8-27 29,-5 15-31,0 0 0,1 0 1,0 0-1,2 1 0,-1-1 0,2 2 0,0-1 0,0 1 0,17-19 0,-24 31-17,0-1-1,0 1 1,0 0 0,0 0-1,0 0 1,1 0 0,-1 0-1,0 0 1,1 0 0,-1 0-1,1 0 1,-1 1 0,1-1-1,-1 0 1,1 1-1,-1 0 1,1-1 0,0 1-1,-1 0 1,1 0 0,0 0-1,-1 0 1,1 0 0,0 0-1,-1 0 1,1 1 0,2 0-1,-2 1 0,0-1 0,0 1 0,0 0 0,0 0-1,-1 0 1,1 0 0,-1 1 0,1-1 0,-1 0 0,0 1 0,0-1-1,0 1 1,0-1 0,0 1 0,0 2 0,3 14 3,-1 0-1,-1 1 1,-1 26 0,-2-58 187,-6-52-94,7 59-92,0-1-1,0 0 1,0 0-1,1 1 1,-1-1-1,1 0 1,1 1-1,-1-1 1,4-7-1,-5 12-3,0 1 0,1-1 0,-1 0-1,1 0 1,-1 1 0,1-1 0,-1 0-1,1 1 1,0-1 0,-1 0 0,1 1 0,0-1-1,0 1 1,-1-1 0,1 1 0,0-1-1,0 1 1,0 0 0,-1-1 0,1 1-1,0 0 1,0 0 0,0 0 0,0 0-1,0 0 1,0 0 0,0 0 0,-1 0 0,1 0-1,0 0 1,0 0 0,0 0 0,0 1-1,0-1 1,0 0 0,-1 1 0,1-1-1,0 0 1,0 1 0,0-1 0,-1 1-1,1-1 1,0 1 0,-1 0 0,1-1 0,0 2-1,33 40-72,-26-30 89,-3-6-127,0 0 1,0 0-1,1-1 1,0 0-1,0 0 1,0 0-1,0-1 1,10 6-1,-13-9-286,0 0 0,0 0 0,0 0 0,0 0 0,0 0-1,1-1 1,-1 1 0,0-1 0,6 0 0,-6-1-255,0 1 0,-1-1 0,1 1 0,0-1 0,-1 0 0,1 0 0,0 0 0,-1-1 0,1 1 0,-1 0 0,0-1 0,4-3 0,14-15-6725</inkml:trace>
</inkml:ink>
</file>

<file path=ppt/ink/ink3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39.399"/>
    </inkml:context>
    <inkml:brush xml:id="br0">
      <inkml:brushProperty name="width" value="0.025" units="cm"/>
      <inkml:brushProperty name="height" value="0.025" units="cm"/>
    </inkml:brush>
  </inkml:definitions>
  <inkml:trace contextRef="#ctx0" brushRef="#br0">11 13 13645,'0'0'3299,"0"9"-3021,25 268 3773,-14-195-3839,-3 0 0,-3 104 0,-5-185-207,1-1 1,-1 1 0,0 0 0,0-1 0,0 1-1,0-1 1,0 1 0,0 0 0,0-1-1,0 1 1,0-1 0,0 1 0,-1 0-1,1-1 1,0 1 0,0-1 0,0 1-1,-1-1 1,1 1 0,0-1 0,-1 1-1,1-1 1,0 1 0,-1-1 0,1 1-1,-1-1 1,1 1 0,-1-1 0,1 0-1,-1 1 1,1-1 0,-1 0 0,1 0-1,-1 1 1,1-1 0,-1 0 0,1 0-1,-1 0 1,0 0 0,0 1 0,0-2 8,-1 1 1,1-1 0,0 0-1,0 1 1,0-1-1,0 0 1,0 0 0,1 0-1,-1 0 1,0 0 0,0 0-1,0 0 1,1 0-1,-1 0 1,1 0 0,-1 0-1,1 0 1,-1 0 0,0-2-1,-7-29 28,0 1 0,3-1 0,0-1 0,1-41 0,8-132-49,-4 206 7,11-116-17,-9 107 16,-1 0 0,2 0 0,-1 0 0,1 0 0,0 1 1,1-1-1,0 1 0,0 0 0,1 0 0,7-10 0,-10 16-1,0 1-1,0-1 0,0 0 0,0 0 0,1 1 1,-1-1-1,0 1 0,1 0 0,-1 0 0,1 0 0,0 0 1,-1 0-1,1 1 0,0-1 0,-1 1 0,1-1 1,0 1-1,0 0 0,-1 0 0,1 0 0,0 1 1,0-1-1,-1 1 0,1-1 0,0 1 0,-1 0 0,1 0 1,-1 0-1,1 0 0,-1 1 0,0-1 0,1 1 1,-1-1-1,0 1 0,0 0 0,3 4 0,2-1-8,-1 1 0,0 0 1,-1 1-1,1-1 0,-1 1 0,-1 0 0,1 1 0,-1-1 0,-1 1 0,6 14 0,-8-17-10,1 1 0,-1-1 0,-1 1 0,1-1-1,-1 1 1,0-1 0,0 1 0,-1-1 0,0 1 0,0-1 0,0 1 0,-2 4-1,2-8-96,0 0 1,0 1-1,0-1 0,-1 0 0,1-1 0,-1 1 0,1 0 0,-1 0 0,1-1 0,-1 1 1,0 0-1,0-1 0,0 0 0,0 1 0,0-1 0,0 0 0,0 0 0,0 0 0,0-1 0,-1 1 1,1 0-1,0-1 0,-1 1 0,1-1 0,0 0 0,-1 0 0,1 0 0,0 0 0,-5-1 1,5 1-50,0-1 0,0 0 0,0 1-1,0-1 1,0 0 0,0 0 0,0 0 0,0 0 0,0-1 0,0 1 0,1 0 0,-1-1 0,0 1 0,1-1 0,-1 0 0,1 0 0,0 1 0,0-1 0,0 0 0,-1 0 0,2 0 0,-1 0 0,0 0 0,0 0 0,1-1 0,-1 1 0,0-4 0,-1-7-1344,0-1 0,1 1-1,1-18 1,0 26 824,0-42-4240</inkml:trace>
</inkml:ink>
</file>

<file path=ppt/ink/ink3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39.571"/>
    </inkml:context>
    <inkml:brush xml:id="br0">
      <inkml:brushProperty name="width" value="0.025" units="cm"/>
      <inkml:brushProperty name="height" value="0.025" units="cm"/>
    </inkml:brush>
  </inkml:definitions>
  <inkml:trace contextRef="#ctx0" brushRef="#br0">1 0 11050,'0'0'2627,"17"57"-1474,-11-19 929,-1 5-769,0 4 97,1 3-450,-2 0-479,2-2-289,0-1-128,1-1-32,-1-4 0,1-10-64,1-9-1185,1-12-2242,-2-11-1890</inkml:trace>
</inkml:ink>
</file>

<file path=ppt/ink/ink3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39.881"/>
    </inkml:context>
    <inkml:brush xml:id="br0">
      <inkml:brushProperty name="width" value="0.025" units="cm"/>
      <inkml:brushProperty name="height" value="0.025" units="cm"/>
    </inkml:brush>
  </inkml:definitions>
  <inkml:trace contextRef="#ctx0" brushRef="#br0">45 112 16047,'0'0'1153,"9"-3"-443,7-1-108,0-1 0,30-13 0,-43 17-584,1-1-1,-1 1 1,0-1-1,1 0 1,-1 0-1,0 0 1,0 0 0,0 0-1,0-1 1,-1 0-1,1 1 1,-1-1 0,1 0-1,-1 0 1,0 0-1,0-1 1,0 1-1,-1 0 1,1-1 0,-1 1-1,0-1 1,1-6-1,-2 9-14,0 1 0,0-1-1,0 0 1,0 1-1,0-1 1,0 1 0,-1-1-1,1 0 1,0 1-1,0-1 1,-1 1 0,1-1-1,0 1 1,-1-1-1,1 1 1,0 0 0,-1-1-1,1 1 1,-1-1-1,1 1 1,-1 0 0,1-1-1,-1 1 1,1 0-1,-1 0 1,1-1 0,-1 1-1,0 0 1,0 0-1,-26-2 265,-24 14 590,43-7-780,1 0 0,0 0 1,0 1-1,0 0 1,0 0-1,1 1 1,0 0-1,0 0 0,1 0 1,0 1-1,0 0 1,1 0-1,0 0 1,-4 12-1,7-17-80,-1 0 0,1 1 0,0-1 0,0 1 0,0-1 0,1 1 0,-1 0 0,1-1 0,0 1 0,0 0 0,0-1 0,1 1 0,-1-1 0,1 1 0,0 0 0,0-1 0,0 0 0,0 1-1,1-1 1,-1 0 0,1 1 0,0-1 0,0 0 0,0 0 0,0 0 0,1-1 0,-1 1 0,1 0 0,0-1 0,0 0 0,-1 0 0,2 1 0,-1-2 0,0 1 0,0 0 0,0-1 0,6 2 0,2 1-637,0-2 0,1 1 0,-1-2 0,1 1-1,-1-2 1,1 1 0,-1-2 0,1 1 0,15-4 0,24-11-5013</inkml:trace>
</inkml:ink>
</file>

<file path=ppt/ink/ink3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40.256"/>
    </inkml:context>
    <inkml:brush xml:id="br0">
      <inkml:brushProperty name="width" value="0.025" units="cm"/>
      <inkml:brushProperty name="height" value="0.025" units="cm"/>
    </inkml:brush>
  </inkml:definitions>
  <inkml:trace contextRef="#ctx0" brushRef="#br0">144 392 16720,'-9'4'1521,"0"-1"-1181,-1 2 0,0-1 0,1 1 0,0 1 0,0 0 0,1 0 0,0 1 0,-13 12 0,17-14-274,-1 0-1,1 0 1,1 1 0,-1-1-1,1 1 1,0 0-1,0 0 1,1 0-1,-1 0 1,2 0-1,-1 1 1,0-1 0,1 1-1,1-1 1,-1 1-1,1 12 1,0-18-66,0 0 1,0 1-1,0-1 1,0 0-1,0 0 1,0 0-1,1 0 1,-1 0-1,0 0 1,1 0-1,-1 0 1,1 0-1,-1 0 1,1 0-1,-1 0 1,1 0-1,-1-1 1,1 1-1,0 0 1,0 0-1,-1-1 1,1 1-1,0 0 1,0-1-1,0 1 1,0 0-1,0-1 1,0 0-1,0 1 1,0-1-1,0 1 0,0-1 1,0 0-1,0 0 1,0 0-1,0 1 1,0-1-1,0 0 1,0 0-1,0-1 1,0 1-1,0 0 1,0 0-1,0 0 1,0-1-1,0 1 1,0-1-1,0 1 1,0 0-1,2-2 1,2 0-15,0-1 0,-1 1 1,1-1-1,-1 0 0,0 0 1,0 0-1,0-1 0,0 1 0,5-7 1,1-8-3,0-1 0,-1 0 1,0 0-1,-2-1 0,0 0 0,-2 0 1,0-1-1,4-38 0,-1-171-77,-7 208 121,0 16 30,-1 0 0,1 0 0,-1 0 1,0 0-1,-1 0 0,1 0 0,-1 0 1,-1 0-1,1 0 0,-1 0 0,0 1 0,-4-9 1,6 14-32,-1-1 0,1 1 0,0-1 0,-1 1 0,1 0 1,0-1-1,-1 1 0,1 0 0,-1-1 0,1 1 0,-1 0 1,1-1-1,-1 1 0,1 0 0,-1 0 0,0 0 0,1 0 1,-1-1-1,1 1 0,-1 0 0,1 0 0,-1 0 1,1 0-1,-1 0 0,0 0 0,1 1 0,-1-1 0,1 0 1,-1 0-1,1 0 0,-1 0 0,1 1 0,-1-1 0,1 0 1,-1 0-1,1 1 0,-1-1 0,1 0 0,-1 1 0,1-1 1,0 1-1,-1-1 0,1 0 0,0 1 0,-1-1 0,1 1 1,0-1-1,-1 1 0,1 0 0,-13 27-77,5 0 42,2 1 0,1-1 0,1 1 0,-1 56 0,6-64-25,0 0 0,1 0 0,1-1 0,0 1-1,2-1 1,1 1 0,12 30 0,-15-44-345,1 0 0,0 0 0,0-1 0,0 1 0,1-1 0,8 9 0,-10-13-110,-1 1 1,1-1 0,0 0-1,0 0 1,0-1-1,0 1 1,0 0 0,0-1-1,0 0 1,6 2 0,23-1-6106</inkml:trace>
</inkml:ink>
</file>

<file path=ppt/ink/ink3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40.603"/>
    </inkml:context>
    <inkml:brush xml:id="br0">
      <inkml:brushProperty name="width" value="0.025" units="cm"/>
      <inkml:brushProperty name="height" value="0.025" units="cm"/>
    </inkml:brush>
  </inkml:definitions>
  <inkml:trace contextRef="#ctx0" brushRef="#br0">184 1 15983,'-7'0'1719,"-6"1"-1210,1 1 0,-1 0 0,1 1-1,-1 0 1,1 1 0,0 0 0,-17 10 0,26-13-401,-1 1 1,0 0-1,1 0 0,-1 0 1,1 0-1,0 1 1,-1-1-1,1 1 1,0 0-1,1 0 1,-1 0-1,1 0 1,-1 0-1,1 1 0,0-1 1,0 1-1,0-1 1,1 1-1,-1 0 1,1 0-1,0 0 1,0 0-1,0 0 1,0 0-1,1 0 1,0 0-1,0 0 0,0 0 1,1 4-1,-1-6-112,1-1 0,-1 0 0,1 1 0,-1-1-1,1 0 1,0 0 0,0 0 0,-1 1 0,1-1 0,0 0-1,0 0 1,0 0 0,0-1 0,0 1 0,0 0-1,1 0 1,-1 0 0,0-1 0,0 1 0,1-1 0,-1 1-1,0-1 1,0 1 0,1-1 0,-1 0 0,1 1-1,-1-1 1,0 0 0,1 0 0,-1 0 0,1 0 0,-1-1-1,0 1 1,1 0 0,-1 0 0,0-1 0,3 0 0,-1 0-8,1 0 0,-1 0 0,1 0 0,-1 0 0,0-1 0,0 0 0,0 1 0,1-1 0,-2 0 0,1 0 0,0-1 1,0 1-1,3-5 0,0-11-1,-6 17 13,0 1 1,0-1 0,0 1 0,-1-1 0,1 1 0,0-1 0,1 1 0,-1-1 0,0 0 0,0 1 0,0-1 0,0 1-1,0-1 1,1 1 0,-1-1 0,0 1 0,0-1 0,1 1 0,-1-1 0,0 1 0,1 0 0,-1-1 0,0 1 0,1-1-1,-1 1 1,1 0 0,-1-1 0,1 1 0,-1 0 0,1-1 0,-1 1 0,1 0 0,-1 0 0,1 0 0,-1-1 0,1 1-1,-1 0 1,1 0 0,-1 0 0,1 0 0,0 0 0,-1 0 0,1 0 0,-1 0 0,1 0 0,-1 0 0,1 1-1,-1-1 1,1 0 0,-1 0 0,1 0 0,-1 1 0,1-1 0,-1 0 0,1 1 0,-1-1 0,1 0 0,-1 1 0,1-1-1,0 1 1,9 4-71,0-1 0,0 0 0,1 0 1,-1-1-1,16 2 0,16-6-2787,-40 0 2308,1 1 1,-1-1-1,1 0 0,-1 0 0,1 0 1,-1 0-1,0 0 0,0 0 0,0-1 1,0 1-1,0-1 0,3-3 1,11-14-6707</inkml:trace>
</inkml:ink>
</file>

<file path=ppt/ink/ink3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40.822"/>
    </inkml:context>
    <inkml:brush xml:id="br0">
      <inkml:brushProperty name="width" value="0.025" units="cm"/>
      <inkml:brushProperty name="height" value="0.025" units="cm"/>
    </inkml:brush>
  </inkml:definitions>
  <inkml:trace contextRef="#ctx0" brushRef="#br0">49 0 16207,'0'0'3342,"-8"0"-2333,7 0-979,0 0 0,-1 0 0,1 0-1,-1 0 1,1 0 0,-1 0 0,1 1 0,-1-1-1,1 0 1,0 1 0,-1-1 0,1 1 0,0 0 0,-1-1-1,1 1 1,0 0 0,0 0 0,0 0 0,-1-1-1,1 1 1,0 0 0,0 1 0,1-1 0,-1 0 0,0 0-1,0 0 1,0 2 0,-1 3 125,0 1 1,1 0-1,0-1 0,1 1 0,-1 0 1,2 9-1,1 11 85,0 0 0,3 0-1,0-1 1,1 1 0,2-1 0,12 28 0,9 33-189,-28-86-122,7 37-374,-9-21-2149,1-16 2353,0-1 0,0 1 0,-1-1 0,1 1 0,0-1 0,0 0 0,0 1 0,-1-1-1,1 0 1,0 1 0,-1-1 0,1 0 0,0 1 0,-1-1 0,1 0 0,0 1 0,-1-1 0,1 0-1,-1 0 1,1 0 0,0 1 0,-1-1 0,1 0 0,-1 0 0,1 0 0,-1 0 0,0 0 0,-12 0-5525</inkml:trace>
</inkml:ink>
</file>

<file path=ppt/ink/ink3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15.178"/>
    </inkml:context>
    <inkml:brush xml:id="br0">
      <inkml:brushProperty name="width" value="0.025" units="cm"/>
      <inkml:brushProperty name="height" value="0.025" units="cm"/>
    </inkml:brush>
  </inkml:definitions>
  <inkml:trace contextRef="#ctx0" brushRef="#br0">86 38 2050,'0'0'3166,"-6"-4"-2937,3 2-147,1-1 1,-1 2-1,0-1 0,0 0 1,0 0-1,0 1 0,0 0 1,0-1-1,0 1 0,0 0 1,-5 0-1,7 1-53,-1 0 0,0 1 0,1-1 0,-1 1 0,1-1 0,-1 1 0,0 0 1,1 0-1,-1 0 0,1-1 0,0 2 0,-1-1 0,1 0 0,0 0 0,0 0 0,-1 0 0,1 1 0,0-1 0,0 1 0,0-1 1,1 1-1,-1-1 0,0 1 0,1-1 0,-1 1 0,1 0 0,-1-1 0,0 4 0,0-3-22,1 0-1,-1 0 1,0 1 0,0-1-1,1 1 1,-1-1-1,1 0 1,0 1-1,0-1 1,0 1 0,0-1-1,0 1 1,2 4-1,-2-7 32,0 1-1,1 0 0,-1-1 1,1 1-1,-1 0 0,1-1 1,-1 1-1,1-1 0,0 1 1,-1-1-1,1 1 0,0-1 1,-1 0-1,1 1 0,0-1 1,0 0-1,-1 1 0,1-1 1,0 0-1,0 0 0,-1 0 1,1 1-1,0-1 0,0 0 1,0 0-1,-1 0 0,2-1 1,7 0 357,0-1 0,0-1 0,0 0 0,-1 0 0,14-7-1,-10 5-223,7-3 237,101-39 1094,-108 43-1580,1 1 0,-1 0 0,1 1 1,0 1-1,0 0 0,-1 0 0,24 3 0,-32-1-1983</inkml:trace>
</inkml:ink>
</file>

<file path=ppt/ink/ink3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15.764"/>
    </inkml:context>
    <inkml:brush xml:id="br0">
      <inkml:brushProperty name="width" value="0.025" units="cm"/>
      <inkml:brushProperty name="height" value="0.025" units="cm"/>
    </inkml:brush>
  </inkml:definitions>
  <inkml:trace contextRef="#ctx0" brushRef="#br0">245 86 3619,'0'0'4111,"0"-8"-3107,2-27 69,-2 33-988,0 1 1,-1-1 0,1 0-1,0 1 1,-1-1 0,1 0 0,-1 1-1,1-1 1,-1 1 0,0-1-1,0 1 1,0-1 0,0 1-1,0 0 1,0-1 0,0 1 0,0 0-1,0 0 1,-1 0 0,1 0-1,0 0 1,-1 0 0,1 0-1,-1 0 1,1 1 0,-1-1 0,1 0-1,-1 1 1,-3-1 0,-45-4 1290,49 5-1336,-8-1 60,1 2 0,-1-1-1,1 1 1,0 0-1,-1 1 1,1 0 0,0 0-1,0 1 1,-11 5-1,15-6-57,-1 1 0,1 1-1,-1-1 1,1 1-1,0-1 1,1 1 0,-1 0-1,1 1 1,-1-1-1,1 0 1,0 1-1,1 0 1,-1 0 0,1 0-1,0 0 1,-1 5-1,0-3-32,1 1-1,1-1 0,-1 0 1,1 1-1,0-1 0,1 1 1,0-1-1,0 1 0,2 11 0,-2-17 1,1 1 0,0-1 0,0 1 0,-1-1 0,1 0 0,1 1-1,-1-1 1,0 0 0,1 0 0,-1 0 0,1 0 0,-1 0 0,1 0-1,0 0 1,0-1 0,0 1 0,0 0 0,0-1 0,0 0 0,0 1-1,1-1 1,-1 0 0,0 0 0,1-1 0,-1 1 0,1 0 0,-1-1-1,1 1 1,-1-1 0,6 0 0,-5 1-6,0-1 1,1 0-1,-1 0 1,1-1-1,-1 1 1,0-1-1,1 1 1,-1-1-1,0 0 0,1 0 1,-1 0-1,0-1 1,0 1-1,0-1 1,0 0-1,0 0 1,-1 0-1,1 0 0,0 0 1,-1-1-1,0 1 1,1-1-1,-1 0 1,0 1-1,0-1 1,2-4-1,-2 0 278,1 0 1,-1-1-1,0 1 1,0-1-1,-1 1 0,0-1 1,0 1-1,-1-1 1,0 0-1,-1 1 1,0-9-1,53 46 1630,-30-21-1889,-1 0 1,1-1-1,0-2 0,1 0 0,-1-1 0,36 2 1,-42-6-564,0 0 0,0-2 0,0 0 0,0-1 1,-1 0-1,19-6 0,19-15-4605</inkml:trace>
</inkml:ink>
</file>

<file path=ppt/ink/ink3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56.528"/>
    </inkml:context>
    <inkml:brush xml:id="br0">
      <inkml:brushProperty name="width" value="0.025" units="cm"/>
      <inkml:brushProperty name="height" value="0.025" units="cm"/>
    </inkml:brush>
  </inkml:definitions>
  <inkml:trace contextRef="#ctx0" brushRef="#br0">94 93 4708,'0'0'2611,"-9"-6"-1858,-34-17 152,2 9 3090,162-1-1614,-37 4-2014,-21 0-200,1 3 0,1 3 1,116 7-1,-179-2-163,-1 0-1,0 0 1,0 0 0,1 0 0,-1 0-1,0 1 1,0-1 0,0 0 0,1 1-1,-1-1 1,0 1 0,0-1 0,0 1-1,0 0 1,0 0 0,0-1 0,0 1-1,0 0 1,0 0 0,0 0 0,0 0-1,-1 0 1,1 0 0,0 0 0,-1 0-1,1 0 1,-1 0 0,1 1 0,-1-1-1,1 0 1,-1 0 0,0 0 0,0 1-1,1-1 1,-1 0 0,0 0 0,0 1-1,0-1 1,-1 0 0,1 1 0,0-1-1,0 0 1,-1 0 0,1 0 0,0 1-1,-1-1 1,0 0 0,1 0 0,-2 2-1,-3 8 42,-1 1 1,-1-1-1,-14 19 0,13-20-2,-297 505 524,205-331-184,99-183-374,-57 93 427,52-85-348,-1 0 1,0 0-1,-1-1 1,0 0-1,0 0 1,-1-1 0,-16 11-1,51-34 1660,41-21-1606,-40 28-100,1 1 1,0 1-1,0 1 1,40-3-1,117 5 114,-181 3-524,1 1 1,-1 1-1,1-1 0,0 0 0,-1 1 0,1 0 0,-1 0 0,0 1 0,1-1 1,-1 1-1,0 0 0,0 0 0,0 0 0,0 1 0,0-1 0,0 1 0,-1 0 0,1 0 1,-1 0-1,0 1 0,0-1 0,3 5 0</inkml:trace>
</inkml:ink>
</file>

<file path=ppt/ink/ink3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56.824"/>
    </inkml:context>
    <inkml:brush xml:id="br0">
      <inkml:brushProperty name="width" value="0.025" units="cm"/>
      <inkml:brushProperty name="height" value="0.025" units="cm"/>
    </inkml:brush>
  </inkml:definitions>
  <inkml:trace contextRef="#ctx0" brushRef="#br0">30 0 3940,'0'0'9112,"1"11"-7430,1 33 101,-2-1 0,-8 67 0,-14 83-1227,20-166-3993,1-15-3691,1-43-2722</inkml:trace>
</inkml:ink>
</file>

<file path=ppt/ink/ink3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57.274"/>
    </inkml:context>
    <inkml:brush xml:id="br0">
      <inkml:brushProperty name="width" value="0.025" units="cm"/>
      <inkml:brushProperty name="height" value="0.025" units="cm"/>
    </inkml:brush>
  </inkml:definitions>
  <inkml:trace contextRef="#ctx0" brushRef="#br0">1 179 8904,'0'-9'1057,"0"-10"-667,-1 7 369,1-1 1,0 1-1,1 0 1,1-1-1,5-22 1,-6 32-683,0 0 1,0 0-1,1 0 1,-1 0-1,1 0 1,0 1-1,-1-1 1,1 0-1,1 1 1,-1 0-1,0-1 1,0 1-1,1 0 0,0 0 1,-1 0-1,1 1 1,0-1-1,0 0 1,0 1-1,0 0 1,0 0-1,0 0 1,0 0-1,0 0 1,0 1-1,1-1 1,-1 1-1,0 0 1,5 0-1,-5 0-74,0 0 0,0 1-1,0-1 1,0 1-1,0-1 1,-1 1 0,1 0-1,0 0 1,0 0-1,0 0 1,-1 1 0,1-1-1,-1 1 1,1-1-1,-1 1 1,0 0 0,0 0-1,4 4 1,-2-1-2,-1 0 1,0 0-1,0 0 0,0 1 1,-1-1-1,0 1 1,0-1-1,0 1 0,1 7 1,-1 0-2,-1 0 0,0 0 0,0 1 0,-1-1 0,-1 0 0,0 0 0,-1 1 0,-4 12 0,-15 19 13,17-39-15,1 0 1,-1 0 0,1 0-1,0 1 1,1-1-1,0 1 1,0 0 0,-2 11-1,5-17 2,-1-1 0,0 1 0,1 0 0,-1 0 0,1-1 0,-1 1 0,1 0 0,0-1 0,-1 1 0,1 0 0,-1-1 0,1 1 0,0-1 0,0 1 0,-1-1 0,1 1 0,0-1 0,0 0 0,0 1 0,0-1 0,-1 0 0,1 0 0,0 1 0,0-1 0,0 0 0,0 0 0,0 0 0,1 0 0,34 1 0,-30-1 0,90 0 108,-41 0-1528,-1 1-4229,-35-1 407</inkml:trace>
</inkml:ink>
</file>

<file path=ppt/ink/ink3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57.555"/>
    </inkml:context>
    <inkml:brush xml:id="br0">
      <inkml:brushProperty name="width" value="0.025" units="cm"/>
      <inkml:brushProperty name="height" value="0.025" units="cm"/>
    </inkml:brush>
  </inkml:definitions>
  <inkml:trace contextRef="#ctx0" brushRef="#br0">1 42 11627,'0'0'3224,"8"1"-2108,39 0-68,0-2 0,-1-1 1,63-13-1,47-2-3725,-153 16 2092,6 0-1297,-5-2-2137,-3 0-316</inkml:trace>
</inkml:ink>
</file>

<file path=ppt/ink/ink3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57.790"/>
    </inkml:context>
    <inkml:brush xml:id="br0">
      <inkml:brushProperty name="width" value="0.025" units="cm"/>
      <inkml:brushProperty name="height" value="0.025" units="cm"/>
    </inkml:brush>
  </inkml:definitions>
  <inkml:trace contextRef="#ctx0" brushRef="#br0">31 1 8936,'0'0'6919,"-28"51"-6054,26-10-225,2 5-415,0 3-161,0 1-32,0-3-32,0-6 0,8-5-705,0-8-1601,-2-10-993,0-10-2531</inkml:trace>
</inkml:ink>
</file>

<file path=ppt/ink/ink3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58.318"/>
    </inkml:context>
    <inkml:brush xml:id="br0">
      <inkml:brushProperty name="width" value="0.025" units="cm"/>
      <inkml:brushProperty name="height" value="0.025" units="cm"/>
    </inkml:brush>
  </inkml:definitions>
  <inkml:trace contextRef="#ctx0" brushRef="#br0">1 14 13453,'0'0'1788,"8"1"-955,35 1-513,0-1 1,1-2-1,44-8 1,-46 5-253,-30 2-65,-7 2-2,1-1-1,0 0 1,-1 1-1,1 0 1,-1 0-1,8 2 1,-12-2 0,0 1 1,0-1-1,0 0 1,0 1-1,0-1 1,0 1-1,0 0 1,-1-1-1,1 1 1,0 0-1,0-1 1,0 1-1,-1 0 1,1 0-1,0 0 1,-1 0-1,1-1 0,-1 1 1,1 0-1,-1 0 1,0 0-1,1 0 1,-1 0-1,0 0 1,1 0-1,-1 1 1,0-1-1,0 0 1,0 0-1,0 0 1,0 0-1,0 0 1,0 0-1,-1 0 1,1 0-1,0 0 1,-1 0-1,1 1 1,-5 14 20,-1-1 0,0 0 1,-1 0-1,-1-1 1,-15 23-1,-4 8 46,-27 52 51,5 3-1,4 2 1,5 2-1,-31 122 1,70-225-102,1-1 0,0 1-1,0-1 1,0 1 0,0-1 0,-1 1-1,1-1 1,0 1 0,0-1 0,0 1 0,0-1-1,0 1 1,0 0 0,0-1 0,0 1-1,1-1 1,-1 1 0,0-1 0,0 1 0,0-1-1,1 1 1,-1-1 0,0 1 0,0-1 0,1 0-1,-1 1 1,0-1 0,1 1 0,-1-1-1,0 0 1,1 1 0,-1-1 0,1 0 0,-1 1-1,1-1 1,-1 0 0,1 0 0,-1 1-1,1-1 1,-1 0 0,1 0 0,-1 0 0,1 0-1,-1 0 1,1 0 0,-1 0 0,1 0 0,-1 0-1,1 0 1,0 0 0,-1 0 0,1 0-1,-1 0 1,1 0 0,-1 0 0,1-1 0,-1 1-1,1 0 1,-1 0 0,1-1 0,-1 1-1,0 0 1,1-1 0,0 1 0,50-26 367,-25 11-391,-18 12-19,1 0 0,-1 1 0,1 0-1,0 0 1,11 0 0,25 1-7691,-32 1 1957</inkml:trace>
</inkml:ink>
</file>

<file path=ppt/ink/ink3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58.693"/>
    </inkml:context>
    <inkml:brush xml:id="br0">
      <inkml:brushProperty name="width" value="0.025" units="cm"/>
      <inkml:brushProperty name="height" value="0.025" units="cm"/>
    </inkml:brush>
  </inkml:definitions>
  <inkml:trace contextRef="#ctx0" brushRef="#br0">0 52 12588,'0'0'518,"9"-8"699,-4 4-1032,34-25 713,-36 28-831,-1-1-1,1 1 1,-1 0 0,1 0 0,0 0-1,0 0 1,0 0 0,0 1 0,-1-1 0,1 1-1,0 0 1,0-1 0,0 2 0,0-1-1,0 0 1,0 0 0,4 2 0,-5 0-51,0-1 1,0 1 0,-1 0-1,1 0 1,-1 0-1,1-1 1,-1 2 0,1-1-1,-1 0 1,0 0 0,0 0-1,0 1 1,-1-1-1,1 0 1,0 1 0,-1-1-1,1 0 1,-1 1 0,0-1-1,0 1 1,-1 4-1,-2 56 46,-5-27-192,-2 0 0,-1-1 0,-26 54 0,26-62-194,-27 48 116,40-74 226,-1-1 0,1 1 0,0-1 0,-1 0 0,1 0 0,-1 0 0,1 0 0,0 0 0,-1 0 0,1 0 0,-1-1 0,1 1 0,-1-1 0,1 1 0,2-2 0,32-14 45,-1-2 0,52-35 0,-17 10-65,-2 0-980,-25 9-3785,-12 5-2323</inkml:trace>
</inkml:ink>
</file>

<file path=ppt/ink/ink3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59.049"/>
    </inkml:context>
    <inkml:brush xml:id="br0">
      <inkml:brushProperty name="width" value="0.025" units="cm"/>
      <inkml:brushProperty name="height" value="0.025" units="cm"/>
    </inkml:brush>
  </inkml:definitions>
  <inkml:trace contextRef="#ctx0" brushRef="#br0">31 92 10794,'5'-10'-235,"-3"7"94,2-7 432,1 0 1,1 0-1,11-15 1,-17 24-220,1-1 0,0 1 0,0-1 0,0 1 0,0-1 1,1 1-1,-1 0 0,0-1 0,0 1 0,1 0 0,-1 0 0,1 0 1,-1 0-1,1 0 0,0 1 0,-1-1 0,1 0 0,0 1 1,-1-1-1,1 1 0,0-1 0,0 1 0,-1 0 0,1 0 1,0 0-1,0 0 0,-1 0 0,1 0 0,0 1 0,0-1 1,-1 0-1,1 1 0,0-1 0,0 1 0,-1 0 0,3 1 0,-2 0-52,0 1 0,-1-1-1,1 1 1,-1 0-1,1-1 1,-1 1-1,0 0 1,0 0-1,0 0 1,0 0-1,-1 0 1,1 0-1,-1 0 1,0 0-1,0 0 1,0 4-1,-6 52 125,0-43-122,0 1 0,-1-1 0,0 0 0,-1 0 0,-1-1 0,-1 0 0,-19 22 0,-26 43-6,55-80-15,0 0 0,0 1 0,0-1 0,0 1 0,0-1 0,0 1 0,0-1 0,0 1 0,0-1 0,0 1 0,0-1 0,0 0 0,0 1 0,1-1 0,-1 1 1,0-1-1,0 1 0,0-1 0,0 0 0,1 1 0,-1-1 0,0 1 0,1-1 0,-1 0 0,0 1 0,1-1 0,-1 0 0,0 0 0,1 1 0,-1-1 0,0 0 0,1 0 0,-1 1 0,1-1 0,-1 0 0,1 0 1,-1 0-1,0 0 0,1 0 0,-1 0 0,1 0 0,-1 0 0,1 0 0,-1 0 0,1 0 0,-1 0 0,1 0 0,-1 0 0,0 0 0,2-1 0,34 1 16,-27 0-12,44-4-817,59-11 1,-72 7-2793</inkml:trace>
</inkml:ink>
</file>

<file path=ppt/ink/ink3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59.452"/>
    </inkml:context>
    <inkml:brush xml:id="br0">
      <inkml:brushProperty name="width" value="0.025" units="cm"/>
      <inkml:brushProperty name="height" value="0.025" units="cm"/>
    </inkml:brush>
  </inkml:definitions>
  <inkml:trace contextRef="#ctx0" brushRef="#br0">0 72 12300,'0'0'6021,"58"1"-5188,-25-1-224,7-2-289,4-3-128,5-1-160,-5 0-32,-1-1 32,-7 2-32,-6-2-256,-6 2-1474,-10-2-1505,-9-3-1089,-5-3-4100</inkml:trace>
</inkml:ink>
</file>

<file path=ppt/ink/ink3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59.656"/>
    </inkml:context>
    <inkml:brush xml:id="br0">
      <inkml:brushProperty name="width" value="0.025" units="cm"/>
      <inkml:brushProperty name="height" value="0.025" units="cm"/>
    </inkml:brush>
  </inkml:definitions>
  <inkml:trace contextRef="#ctx0" brushRef="#br0">14 1 10762,'0'0'6983,"-13"58"-6247,13-26-383,0 2-225,0 5-64,0 4-32,0 0-32,0-3-128,0-2-1281,0-8-1314,2-11-2658</inkml:trace>
</inkml:ink>
</file>

<file path=ppt/ink/ink3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1:59.860"/>
    </inkml:context>
    <inkml:brush xml:id="br0">
      <inkml:brushProperty name="width" value="0.025" units="cm"/>
      <inkml:brushProperty name="height" value="0.025" units="cm"/>
    </inkml:brush>
  </inkml:definitions>
  <inkml:trace contextRef="#ctx0" brushRef="#br0">1 1 15182,'0'0'1634,"26"3"-16432</inkml:trace>
</inkml:ink>
</file>

<file path=ppt/ink/ink3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00.061"/>
    </inkml:context>
    <inkml:brush xml:id="br0">
      <inkml:brushProperty name="width" value="0.025" units="cm"/>
      <inkml:brushProperty name="height" value="0.025" units="cm"/>
    </inkml:brush>
  </inkml:definitions>
  <inkml:trace contextRef="#ctx0" brushRef="#br0">0 1 6566,'0'0'9866,"47"20"-22775</inkml:trace>
</inkml:ink>
</file>

<file path=ppt/ink/ink3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00.234"/>
    </inkml:context>
    <inkml:brush xml:id="br0">
      <inkml:brushProperty name="width" value="0.025" units="cm"/>
      <inkml:brushProperty name="height" value="0.025" units="cm"/>
    </inkml:brush>
  </inkml:definitions>
  <inkml:trace contextRef="#ctx0" brushRef="#br0">9 0 13741,'0'0'1377,"8"24"-1409,-18-19-1377,3-5-4773</inkml:trace>
</inkml:ink>
</file>

<file path=ppt/ink/ink3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00.794"/>
    </inkml:context>
    <inkml:brush xml:id="br0">
      <inkml:brushProperty name="width" value="0.025" units="cm"/>
      <inkml:brushProperty name="height" value="0.025" units="cm"/>
    </inkml:brush>
  </inkml:definitions>
  <inkml:trace contextRef="#ctx0" brushRef="#br0">0 92 11275,'0'0'4035,"8"-1"-2833,100-11 1725,-17 3-2800,108-24 0,-198 33-198,27-11-2262,-27 10 1966,0 1-1,-1-1 0,1 1 1,-1-1-1,1 1 1,-1-1-1,1 1 1,-1-1-1,1 0 1,-1 1-1,0-1 1,1 0-1,-1 0 1,0 1-1,1-1 1,-1 0-1,0 0 0,0 1 1,0-1-1,0 0 1,0-1-1,0-7-6176</inkml:trace>
</inkml:ink>
</file>

<file path=ppt/ink/ink3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01.011"/>
    </inkml:context>
    <inkml:brush xml:id="br0">
      <inkml:brushProperty name="width" value="0.025" units="cm"/>
      <inkml:brushProperty name="height" value="0.025" units="cm"/>
    </inkml:brush>
  </inkml:definitions>
  <inkml:trace contextRef="#ctx0" brushRef="#br0">12 0 8392,'0'0'9097,"-11"64"-8040,11-30-673,0 3-192,0 0-160,0 2-32,0-1 0,0-5-640,0-6-2307,0-12-1538,1-7-6469</inkml:trace>
</inkml:ink>
</file>

<file path=ppt/ink/ink3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01.608"/>
    </inkml:context>
    <inkml:brush xml:id="br0">
      <inkml:brushProperty name="width" value="0.025" units="cm"/>
      <inkml:brushProperty name="height" value="0.025" units="cm"/>
    </inkml:brush>
  </inkml:definitions>
  <inkml:trace contextRef="#ctx0" brushRef="#br0">216 1 12588,'0'0'4473,"8"0"-4147,180 31 539,-183-31-861,1 1 0,-1 0 1,1 0-1,0 0 0,-1 1 1,0 0-1,1 0 0,-1 0 0,0 1 1,0 0-1,0 0 0,-1 0 1,1 0-1,7 8 0,-10-8 1,0 1 0,0-1 0,0 1 1,-1-1-1,0 1 0,1 0 0,-1 0 0,0 0 0,-1 0 0,1 0 0,-1 0 0,0 0 0,0 0 1,0 0-1,0 0 0,-1 0 0,1 0 0,-1 0 0,0 0 0,0-1 0,-1 1 0,-1 4 0,-14 31 282,-2 0 0,-2-2 0,-1 0-1,-29 35 1,-13 24-34,-242 437 457,306-533-677,0 1-1,0-1 1,-1 0-1,1 0 1,0 0-1,0 1 0,0-1 1,-1 0-1,1 0 1,0 1-1,0-1 1,0 0-1,0 0 0,0 1 1,0-1-1,0 0 1,0 1-1,0-1 1,0 0-1,0 0 1,0 1-1,0-1 0,0 0 1,0 1-1,0-1 1,0 0-1,0 0 1,0 1-1,0-1 0,0 0 1,0 1-1,0-1 1,1 0-1,-1 0 1,0 1-1,0-1 1,0 0-1,1 0 0,-1 0 1,0 1-1,0-1 1,0 0-1,1 0 1,17-2 520,32-20-578,-36 15 114,68-27-35,89-24 1,-124 45-121,1 2 0,0 3 0,73-5 0,-118 13-610,19 0 390,-16 0-2786</inkml:trace>
</inkml:ink>
</file>

<file path=ppt/ink/ink3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01.889"/>
    </inkml:context>
    <inkml:brush xml:id="br0">
      <inkml:brushProperty name="width" value="0.025" units="cm"/>
      <inkml:brushProperty name="height" value="0.025" units="cm"/>
    </inkml:brush>
  </inkml:definitions>
  <inkml:trace contextRef="#ctx0" brushRef="#br0">43 0 14670,'0'0'523,"3"13"-69,6 32 713,-3 1-1,3 77 1,-12 110 890,3-199-2052,-22 294 275,16-258-277,6-69-50,1-1-1,-1 1 1,0 0-1,-1 0 1,1-1 0,0 1-1,0 0 1,0 0-1,0-1 1,-1 1-1,1 0 1,0 0-1,0-1 1,-1 1-1,1 0 1,-1-1-1,1 1 1,-1-1 0,1 1-1,-1 0 1,1-1-1,-1 1 1,1-1-1,-1 1 1,1-1-1,-1 0 1,0 1-1,0-1 1,0 0-223,0 0 0,0 0-1,0 0 1,0 0 0,0-1 0,1 1 0,-1 0 0,0-1-1,0 1 1,0-1 0,1 1 0,-1-1 0,0 1 0,1-1 0,-1 1-1,0-1 1,1 0 0,-1 1 0,1-1 0,-1 0 0,1 1-1,-1-1 1,1 0 0,-1-1 0,-10-23-8608</inkml:trace>
</inkml:ink>
</file>

<file path=ppt/ink/ink3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02.216"/>
    </inkml:context>
    <inkml:brush xml:id="br0">
      <inkml:brushProperty name="width" value="0.025" units="cm"/>
      <inkml:brushProperty name="height" value="0.025" units="cm"/>
    </inkml:brush>
  </inkml:definitions>
  <inkml:trace contextRef="#ctx0" brushRef="#br0">113 74 15631,'1'-8'790,"-1"7"-775,1-4 172,0 1-1,-1-1 0,2 1 1,-1-1-1,0 1 0,1 0 1,3-7-1,-4 9-140,1 0 0,-1 0 0,1 1 0,-1-1 0,1 1 0,0-1 0,0 1-1,-1 0 1,1 0 0,0 0 0,0 0 0,0 0 0,0 0 0,1 0 0,-1 1 0,0-1 0,0 1 0,0-1 0,0 1 0,1 0-1,-1 0 1,3 0 0,-1 1-19,0-1-1,0 1 0,0-1 1,0 1-1,0 1 1,0-1-1,0 0 0,-1 1 1,1 0-1,0 0 1,-1 0-1,0 0 0,1 1 1,-1-1-1,0 1 0,0 0 1,0 0-1,-1 0 1,1 0-1,-1 0 0,1 1 1,-1-1-1,0 1 1,-1-1-1,4 8 0,-4-8-26,0 1 0,0-1 0,0 0 0,0 1 0,-1-1 0,1 1 0,-1-1 0,0 1 0,0-1-1,0 1 1,-1-1 0,1 1 0,-1-1 0,0 0 0,1 1 0,-2-1 0,1 0 0,0 1 0,-1-1 0,1 0-1,-1 0 1,0 0 0,0 0 0,0-1 0,0 1 0,-1-1 0,1 1 0,-1-1 0,0 0 0,-4 4 0,-3-1-103,1-1 1,-1 0 0,-1 0-1,1-1 1,-1 0-1,1 0 1,-1-1 0,-18 0-1,-48 1-3823,76-3 3814,-20-2-2792,4-9-1756</inkml:trace>
</inkml:ink>
</file>

<file path=ppt/ink/ink3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02.714"/>
    </inkml:context>
    <inkml:brush xml:id="br0">
      <inkml:brushProperty name="width" value="0.025" units="cm"/>
      <inkml:brushProperty name="height" value="0.025" units="cm"/>
    </inkml:brush>
  </inkml:definitions>
  <inkml:trace contextRef="#ctx0" brushRef="#br0">1 111 8232,'1'-8'1681,"0"-1"-957,1 0-1,0 1 0,0-1 1,1 0-1,5-12 0,-7 19-618,0-1 0,1 1-1,-1 0 1,0 0 0,1-1-1,0 1 1,-1 0 0,1 1-1,0-1 1,0 0 0,0 0-1,0 1 1,0-1 0,0 1-1,1 0 1,-1-1 0,0 1-1,1 0 1,-1 1 0,1-1-1,-1 0 1,1 1 0,-1-1 0,1 1-1,0 0 1,-1 0 0,6 0-1,-6 1-99,-1-1-1,1 1 1,0 0-1,0 0 0,0 0 1,-1 0-1,1 0 1,0 1-1,-1-1 1,1 0-1,-1 1 1,0-1-1,1 1 0,-1 0 1,0-1-1,0 1 1,0 0-1,0 0 1,0-1-1,0 1 1,-1 0-1,1 0 0,-1 0 1,1 0-1,-1 0 1,0 0-1,1 0 1,-1 0-1,-1 3 0,1 63 30,-1-66-30,-2 18 1,-2-1 0,0 1 0,-1-1 0,-1 0-1,-1-1 1,0 0 0,-18 27 0,-11 26 20,37-70-24,0-1-1,0 0 0,0 1 1,-1-1-1,1 0 1,0 1-1,0-1 0,0 0 1,0 1-1,0-1 1,0 1-1,0-1 0,0 0 1,0 1-1,0-1 1,0 1-1,0-1 0,0 0 1,0 1-1,1-1 1,-1 0-1,0 1 0,0-1 1,0 0-1,0 1 1,1-1-1,-1 0 0,0 1 1,0-1-1,1 0 1,-1 0-1,0 1 0,1-1 1,-1 0-1,0 0 1,1 1-1,-1-1 1,0 0-1,1 0 0,0 0 1,24 4 34,36-9 37,-57 5-68,58-8-262,-1-3 0,91-27 0,-84 11-3062</inkml:trace>
</inkml:ink>
</file>

<file path=ppt/ink/ink3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07.423"/>
    </inkml:context>
    <inkml:brush xml:id="br0">
      <inkml:brushProperty name="width" value="0.025" units="cm"/>
      <inkml:brushProperty name="height" value="0.025" units="cm"/>
    </inkml:brush>
  </inkml:definitions>
  <inkml:trace contextRef="#ctx0" brushRef="#br0">46 1 929,'6'2'8965,"-17"2"-7555,-23 2-2117,33-6 679,1 0 0,-1 0-1,1 1 1,0-1 0,-1 0 0,1 0 0,0 1 0,-1-1 0,1 0 0,0 1 0,-1-1 0,1 0 0,0 1 0,0-1-1,-1 1 1,1-1 0,0 0 0,0 1 0,0-1 0,0 1 0,-1-1 0,1 0 0,0 1 0,0-1 0,0 1 0,0-1-1,0 1 1,0-1 0,0 1 0,0-1 0,0 0 0,1 1 0,-1-1 0,0 1 0,0-1 0,0 1 0,0-1-1,1 0 1,-1 1 0,0-1 0,0 0 0,1 1 0,-1-1 0,0 1 0,0-1 0,1 0 0,-1 0 0,0 1 0,1-1-1,-1 0 1,1 0 0,-1 1 0,0-1 0,1 0 0,-1 0 0,1 0 0,-1 0 0,1 0 0,-1 0 0,0 1 0,1-1-1,-1 0 1,1 0 0,-1 0 0,1 0 0,-1-1 0,1 1 0,-1 0 0,5 0-2449</inkml:trace>
</inkml:ink>
</file>

<file path=ppt/ink/ink3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09.077"/>
    </inkml:context>
    <inkml:brush xml:id="br0">
      <inkml:brushProperty name="width" value="0.025" units="cm"/>
      <inkml:brushProperty name="height" value="0.025" units="cm"/>
    </inkml:brush>
  </inkml:definitions>
  <inkml:trace contextRef="#ctx0" brushRef="#br0">1 1 1409,'7'6'-553,"-6"-5"518,0-1 0,0 1 0,0 0 1,0-1-1,-1 1 0,1 0 0,0-1 1,0 1-1,-1 0 0,1 0 0,-1 0 1,1 0-1,-1 0 0,1 0 0,-1 0 0,1 0 1,-1 0-1,0 0 0,1 0 0,-1 0 1,0 0-1,0 0 0,0 1 0,0-1 14</inkml:trace>
</inkml:ink>
</file>

<file path=ppt/ink/ink3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13.604"/>
    </inkml:context>
    <inkml:brush xml:id="br0">
      <inkml:brushProperty name="width" value="0.025" units="cm"/>
      <inkml:brushProperty name="height" value="0.025" units="cm"/>
    </inkml:brush>
  </inkml:definitions>
  <inkml:trace contextRef="#ctx0" brushRef="#br0">0 30 1954,'8'-6'705,"-1"2"-417,-1 2-32,-1 0-192,0 1 96,0 0-128,1-1 0,1 1 64,1-1-96,0 1-32,1-3-448,0 1-1250</inkml:trace>
</inkml:ink>
</file>

<file path=ppt/ink/ink3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13.887"/>
    </inkml:context>
    <inkml:brush xml:id="br0">
      <inkml:brushProperty name="width" value="0.025" units="cm"/>
      <inkml:brushProperty name="height" value="0.025" units="cm"/>
    </inkml:brush>
  </inkml:definitions>
  <inkml:trace contextRef="#ctx0" brushRef="#br0">31 223 3267,'0'0'6273,"-6"2"-6065,-14 6 89,15-5 583,19-6 649,7-4-883,0-1 0,-1-1-1,0-1 1,29-20 0,-1 2-68,-26 16-361,224-111 847,-226 118-1176,-20 12-1619,-26 19-4498,3-8-198</inkml:trace>
</inkml:ink>
</file>

<file path=ppt/ink/ink3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14.119"/>
    </inkml:context>
    <inkml:brush xml:id="br0">
      <inkml:brushProperty name="width" value="0.025" units="cm"/>
      <inkml:brushProperty name="height" value="0.025" units="cm"/>
    </inkml:brush>
  </inkml:definitions>
  <inkml:trace contextRef="#ctx0" brushRef="#br0">0 265 6150,'0'0'9257,"56"-20"-8040,-17 1-417,10-4-479,9-5-97,3-3-192,4 1 32,-2 0-64,-6 1 0,-8 1-1153,-11 1-4036</inkml:trace>
</inkml:ink>
</file>

<file path=ppt/ink/ink3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22.603"/>
    </inkml:context>
    <inkml:brush xml:id="br0">
      <inkml:brushProperty name="width" value="0.025" units="cm"/>
      <inkml:brushProperty name="height" value="0.025" units="cm"/>
    </inkml:brush>
  </inkml:definitions>
  <inkml:trace contextRef="#ctx0" brushRef="#br0">18 613 0,'0'0'5589,"-17"8"-4067,17-6-1512,0-1 1,1 0 0,-1 1 0,1-1-1,0 0 1,-1 0 0,1 1 0,0-1 0,0 0-1,0 0 1,0 0 0,0 0 0,0 0-1,0 0 1,0 0 0,0-1 0,0 1-1,0 0 1,0-1 0,1 1 0,-1 0-1,0-1 1,1 0 0,-1 1 0,0-1-1,1 0 1,-1 1 0,0-1 0,1 0-1,-1 0 1,2 0 0,55 1 533,-45-2-407,-2 1-29,32-1 95,1 2 1,0 1 0,0 3-1,76 17 1,-101-18-115,1-1 1,0-1-1,0-1 1,0 0-1,32-5 0,-21 3 10,265-29 1122,-62 5-418,89-15-20,-184 21-488,226-7 194,-155 16-199,302-13 314,172-14 762,-256-10-911,431-37 185,1088-117-347,-1907 196-293,281-24 390,41-5 122,-295 22-81,-2-3 0,79-29-1,-143 44-451,-26 10-871,20-8 224,0-1-1,-1 0 0,0 0 0,1 0 0,-1 0 0,-6-1 1,-21 0-4772</inkml:trace>
</inkml:ink>
</file>

<file path=ppt/ink/ink3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23.631"/>
    </inkml:context>
    <inkml:brush xml:id="br0">
      <inkml:brushProperty name="width" value="0.025" units="cm"/>
      <inkml:brushProperty name="height" value="0.025" units="cm"/>
    </inkml:brush>
  </inkml:definitions>
  <inkml:trace contextRef="#ctx0" brushRef="#br0">0 594 4612,'408'-9'3926,"217"-24"-3019,-65 2-102,1571-120 353,-779 44 97,322-112 1003,-1651 215-2204,0 1 62,-1-1-1,30-11 0,-47 8-1582,-5 5-296,0-7-3089</inkml:trace>
</inkml:ink>
</file>

<file path=ppt/ink/ink3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34.833"/>
    </inkml:context>
    <inkml:brush xml:id="br0">
      <inkml:brushProperty name="width" value="0.025" units="cm"/>
      <inkml:brushProperty name="height" value="0.025" units="cm"/>
    </inkml:brush>
  </inkml:definitions>
  <inkml:trace contextRef="#ctx0" brushRef="#br0">1 1 128,'0'1'288,"0"0"2083,0 0-2275,0 1-32,0 1-64,0 1 0,1 0 64,1 3-128,1 0-449</inkml:trace>
</inkml:ink>
</file>

<file path=ppt/ink/ink3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35.426"/>
    </inkml:context>
    <inkml:brush xml:id="br0">
      <inkml:brushProperty name="width" value="0.025" units="cm"/>
      <inkml:brushProperty name="height" value="0.025" units="cm"/>
    </inkml:brush>
  </inkml:definitions>
  <inkml:trace contextRef="#ctx0" brushRef="#br0">0 1 256,'0'0'417</inkml:trace>
</inkml:ink>
</file>

<file path=ppt/ink/ink3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37.308"/>
    </inkml:context>
    <inkml:brush xml:id="br0">
      <inkml:brushProperty name="width" value="0.025" units="cm"/>
      <inkml:brushProperty name="height" value="0.025" units="cm"/>
    </inkml:brush>
  </inkml:definitions>
  <inkml:trace contextRef="#ctx0" brushRef="#br0">1 31 320,'0'0'5237,"2"-4"-5226,7-12 21,-9 16 0,0-1 0,1 0 0,-1 1 0,1-1 0,-1 0 0,1 1 0,-1-1 0,1 1 0,-1-1 0,1 1 0,-1-1 0,1 1 0,0-1 0,-1 1 0,1-1 0,0 1 0,-1 0 1,1-1-1,0 1 0,-1 0 0,1 0 0,0 0 0,0-1 0,-1 1 0,1 0 0,0 0 0,0 0 0,1 0 0,-2 1-54,0 0 17,0 0 10,0-1 145,2 1-136,0-1 0,-1 1 1,1 0-1,-1 0 0,1 0 0,0 0 0,-1 0 0,0 0 1,1 0-1,-1 0 0,0 1 0,1-1 0,-1 0 0,0 1 1,0-1-1,0 1 0,0-1 0,0 1 0,-1 0 1,1-1-1,0 1 0,-1 0 0,0 0 0,1 0 0,-1-1 1,0 1-1,0 0 0,0 0 0,0 0 0,0-1 1,0 5-1,-35 22-564,35-16-1884</inkml:trace>
</inkml:ink>
</file>

<file path=ppt/ink/ink3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40.181"/>
    </inkml:context>
    <inkml:brush xml:id="br0">
      <inkml:brushProperty name="width" value="0.025" units="cm"/>
      <inkml:brushProperty name="height" value="0.025" units="cm"/>
    </inkml:brush>
  </inkml:definitions>
  <inkml:trace contextRef="#ctx0" brushRef="#br0">0 22 7143,'14'-5'96,"-4"-4"-32,-2 3 160,-1 4 225,-1 2-353,0 0-96,-1 0 0,1 5 32,-1 0-32,0-2 0,-2 0 0,-1 1 32,-2-2-32,0 1-32,0 1 64,0-1-64,-5-2-225,-7-1-3330</inkml:trace>
</inkml:ink>
</file>

<file path=ppt/ink/ink3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40.883"/>
    </inkml:context>
    <inkml:brush xml:id="br0">
      <inkml:brushProperty name="width" value="0.025" units="cm"/>
      <inkml:brushProperty name="height" value="0.025" units="cm"/>
    </inkml:brush>
  </inkml:definitions>
  <inkml:trace contextRef="#ctx0" brushRef="#br0">20 1 4805,'0'0'1238,"0"6"-298,0 26 2161,-2-33-3133,-7-2-602,5 3-3350,0 0 536</inkml:trace>
</inkml:ink>
</file>

<file path=ppt/ink/ink3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12.632"/>
    </inkml:context>
    <inkml:brush xml:id="br0">
      <inkml:brushProperty name="width" value="0.025" units="cm"/>
      <inkml:brushProperty name="height" value="0.025" units="cm"/>
    </inkml:brush>
  </inkml:definitions>
  <inkml:trace contextRef="#ctx0" brushRef="#br0">0 11 897,'0'0'5386,"21"-7"-7147,-15 4-711</inkml:trace>
</inkml:ink>
</file>

<file path=ppt/ink/ink3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13.301"/>
    </inkml:context>
    <inkml:brush xml:id="br0">
      <inkml:brushProperty name="width" value="0.025" units="cm"/>
      <inkml:brushProperty name="height" value="0.025" units="cm"/>
    </inkml:brush>
  </inkml:definitions>
  <inkml:trace contextRef="#ctx0" brushRef="#br0">21 1 4548,'0'0'678,"-19"12"-619,18-11-54,0-1 91,10-8 59,-7 5-717,-7 7-1251,1-1-1353</inkml:trace>
</inkml:ink>
</file>

<file path=ppt/ink/ink3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14.126"/>
    </inkml:context>
    <inkml:brush xml:id="br0">
      <inkml:brushProperty name="width" value="0.025" units="cm"/>
      <inkml:brushProperty name="height" value="0.025" units="cm"/>
    </inkml:brush>
  </inkml:definitions>
  <inkml:trace contextRef="#ctx0" brushRef="#br0">0 0 64,'0'0'3139</inkml:trace>
</inkml:ink>
</file>

<file path=ppt/ink/ink3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20.498"/>
    </inkml:context>
    <inkml:brush xml:id="br0">
      <inkml:brushProperty name="width" value="0.025" units="cm"/>
      <inkml:brushProperty name="height" value="0.025" units="cm"/>
    </inkml:brush>
  </inkml:definitions>
  <inkml:trace contextRef="#ctx0" brushRef="#br0">1 0 1569</inkml:trace>
</inkml:ink>
</file>

<file path=ppt/ink/ink3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20.810"/>
    </inkml:context>
    <inkml:brush xml:id="br0">
      <inkml:brushProperty name="width" value="0.025" units="cm"/>
      <inkml:brushProperty name="height" value="0.025" units="cm"/>
    </inkml:brush>
  </inkml:definitions>
  <inkml:trace contextRef="#ctx0" brushRef="#br0">0 0 1089</inkml:trace>
</inkml:ink>
</file>

<file path=ppt/ink/ink3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2.425"/>
    </inkml:context>
    <inkml:brush xml:id="br0">
      <inkml:brushProperty name="width" value="0.025" units="cm"/>
      <inkml:brushProperty name="height" value="0.025" units="cm"/>
    </inkml:brush>
  </inkml:definitions>
  <inkml:trace contextRef="#ctx0" brushRef="#br0">74 83 4228,'-12'-10'1812,"0"-1"-1,1-1 1,-17-21 0,18 16 1354,41 50-3265,79 82-625,154 125 1,-254-231 58,31 22-1389,-13-22-3090,-21-9 1033</inkml:trace>
</inkml:ink>
</file>

<file path=ppt/ink/ink3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2.660"/>
    </inkml:context>
    <inkml:brush xml:id="br0">
      <inkml:brushProperty name="width" value="0.025" units="cm"/>
      <inkml:brushProperty name="height" value="0.025" units="cm"/>
    </inkml:brush>
  </inkml:definitions>
  <inkml:trace contextRef="#ctx0" brushRef="#br0">447 1 11787,'0'0'801,"-60"62"32,34-12-33,-1 8-287,-5 8-353,-2 5-64,-1 2-96,0 2 32,-3-1 0,1-4-192,2-7-833,0-7-801,6-15-1216,6-10-866</inkml:trace>
</inkml:ink>
</file>

<file path=ppt/ink/ink3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2.908"/>
    </inkml:context>
    <inkml:brush xml:id="br0">
      <inkml:brushProperty name="width" value="0.025" units="cm"/>
      <inkml:brushProperty name="height" value="0.025" units="cm"/>
    </inkml:brush>
  </inkml:definitions>
  <inkml:trace contextRef="#ctx0" brushRef="#br0">44 0 12556,'0'0'1922,"4"47"-1186,-7-12-223,-3 3-33,-1 4-384,1 1-64,-1 0 33,3-1-65,0-1 0,1 0 0,-1-7-1122,2-8-1632,1-8-1154</inkml:trace>
</inkml:ink>
</file>

<file path=ppt/ink/ink3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3.158"/>
    </inkml:context>
    <inkml:brush xml:id="br0">
      <inkml:brushProperty name="width" value="0.025" units="cm"/>
      <inkml:brushProperty name="height" value="0.025" units="cm"/>
    </inkml:brush>
  </inkml:definitions>
  <inkml:trace contextRef="#ctx0" brushRef="#br0">0 107 13068,'0'0'1282,"60"-21"-898,-33 21-96,8 0-64,-2 2-160,6-4 1,2-2-33,0-3 0,0-3-257,1-4-1248,-4-8-1954,-3-7-3940</inkml:trace>
</inkml:ink>
</file>

<file path=ppt/ink/ink3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3.734"/>
    </inkml:context>
    <inkml:brush xml:id="br0">
      <inkml:brushProperty name="width" value="0.025" units="cm"/>
      <inkml:brushProperty name="height" value="0.025" units="cm"/>
    </inkml:brush>
  </inkml:definitions>
  <inkml:trace contextRef="#ctx0" brushRef="#br0">3 8 14414,'0'8'21,"14"500"3897,-9-714-3405,-4 171-511,0-1 44,-2-1-1,-1 1 1,-1-1-1,-13-50 0,16 87-19,0 0 1,0 0-1,0 0 0,0 0 0,0 0 0,0 0 0,0 0 0,0 0 0,0 0 0,0 0 0,0 0 0,0 0 0,0 0 0,0 0 1,0 0-1,-1 0 0,1 0 0,0 0 0,0 0 0,0 0 0,0 0 0,0 0 0,0 0 0,0 0 0,0 0 0,0 0 0,0 0 1,0 0-1,0 0 0,0 0 0,0 0 0,0 13 130,6 22-170,-2-26 16,0-1-1,0 1 1,1-1-1,0 0 1,1-1-1,0 1 1,0-1 0,11 10-1,-15-15 1,-1-1 1,1 1-1,0-1 1,0 1-1,0-1 0,0 0 1,1 0-1,-1 0 1,0 0-1,0-1 0,1 1 1,-1 0-1,0-1 0,1 0 1,-1 1-1,0-1 1,1 0-1,-1 0 0,1 0 1,-1-1-1,0 1 1,1-1-1,-1 1 0,0-1 1,0 0-1,1 0 0,-1 0 1,0 0-1,0 0 1,0 0-1,0 0 0,0-1 1,0 1-1,0-1 1,-1 0-1,1 1 0,-1-1 1,4-4-1,3-4-31,0 0 1,-1 0-1,0-1 0,0 0 0,-1 0 1,-1 0-1,0-1 0,0 0 0,-1 0 1,-1 0-1,0-1 0,2-20 0,-5 32 35,0 40 31,-1-10 148,1 0 1,2 0-1,0 0 0,12 47 0,-12-70-306,0 1-1,0 0 1,1-1-1,0 0 1,0 1-1,1-1 0,-1-1 1,1 1-1,1 0 1,-1-1-1,7 6 0,-7-8-316,0 0 0,0-1 0,0 1 0,0-1 0,1 0 0,-1 0 0,1 0 0,0-1-1,-1 0 1,1 1 0,0-2 0,0 1 0,0-1 0,0 1 0,-1-1 0,1-1 0,10 0-1,11-5-6378</inkml:trace>
</inkml:ink>
</file>

<file path=ppt/ink/ink3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4.001"/>
    </inkml:context>
    <inkml:brush xml:id="br0">
      <inkml:brushProperty name="width" value="0.025" units="cm"/>
      <inkml:brushProperty name="height" value="0.025" units="cm"/>
    </inkml:brush>
  </inkml:definitions>
  <inkml:trace contextRef="#ctx0" brushRef="#br0">60 1 9033,'0'0'9139,"-5"9"-8552,-4 8-510,1 0 1,0 0-1,2 0 1,0 1-1,1 0 1,1 0-1,-4 33 0,7-37-154,3 60-1880,-2-70 1786,1 0-1,-1 0 1,1-1 0,0 1 0,0 0 0,1 0 0,-1-1 0,1 1 0,0-1 0,0 0-1,0 1 1,0-1 0,0 0 0,1 0 0,5 5 0,3-5-3230,-2-2-2135</inkml:trace>
</inkml:ink>
</file>

<file path=ppt/ink/ink3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4.310"/>
    </inkml:context>
    <inkml:brush xml:id="br0">
      <inkml:brushProperty name="width" value="0.025" units="cm"/>
      <inkml:brushProperty name="height" value="0.025" units="cm"/>
    </inkml:brush>
  </inkml:definitions>
  <inkml:trace contextRef="#ctx0" brushRef="#br0">285 1 12620,'0'0'1666,"47"47"-834,-33 4 97,-1 14 64,-4 11-160,-9 11-417,0 7-288,-16 1-64,-10-1-31,-14-5-33,-4-4-65,-5-7-1376,-8-13-769,-8-10-833,-6-12-2242</inkml:trace>
</inkml:ink>
</file>

<file path=ppt/ink/ink3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4.652"/>
    </inkml:context>
    <inkml:brush xml:id="br0">
      <inkml:brushProperty name="width" value="0.025" units="cm"/>
      <inkml:brushProperty name="height" value="0.025" units="cm"/>
    </inkml:brush>
  </inkml:definitions>
  <inkml:trace contextRef="#ctx0" brushRef="#br0">419 5 11851,'-57'-5'449,"-4"7"928,1 31 0,-3 22-576,8 19-128,5 19 127,11 13-159,13 7-257,18 6-127,8 4-129,24-4-64,18-9-64,15-8-32,14-12 0,14-20-1282,11-24-1152,15-28-1185,8-21-2147</inkml:trace>
</inkml:ink>
</file>

<file path=ppt/ink/ink3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5.055"/>
    </inkml:context>
    <inkml:brush xml:id="br0">
      <inkml:brushProperty name="width" value="0.025" units="cm"/>
      <inkml:brushProperty name="height" value="0.025" units="cm"/>
    </inkml:brush>
  </inkml:definitions>
  <inkml:trace contextRef="#ctx0" brushRef="#br0">125 1 13645,'0'0'2397,"6"7"-2237,-3-3-157,-1 0 0,1 0-1,-1 0 1,0 0 0,0 0 0,0 0-1,-1 0 1,1 1 0,-1-1 0,0 0 0,0 1-1,-1-1 1,1 1 0,-1 0 0,0-1-1,0 1 1,-1-1 0,1 1 0,-1-1 0,0 1-1,0-1 1,0 0 0,-1 1 0,-2 3-1,-13 30-117,-2-1 0,-40 57 0,15-25-885,43-69 991,1 1-1,0-1 0,-1 0 1,1 1-1,0-1 0,0 1 1,-1-1-1,1 1 1,0-1-1,0 0 0,0 1 1,0-1-1,0 1 1,-1-1-1,1 1 0,0-1 1,0 1-1,0-1 0,0 1 1,1-1-1,-1 1 1,0-1-1,0 1 0,0-1 1,0 1-1,0-1 1,0 0-1,1 1 0,-1-1 1,0 1-1,1 0 0,16 4-50,31-8 152,-41 2-109,115-17 82,-61 8-1213,90-3-1,-119 12-5134</inkml:trace>
</inkml:ink>
</file>

<file path=ppt/ink/ink3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5.398"/>
    </inkml:context>
    <inkml:brush xml:id="br0">
      <inkml:brushProperty name="width" value="0.025" units="cm"/>
      <inkml:brushProperty name="height" value="0.025" units="cm"/>
    </inkml:brush>
  </inkml:definitions>
  <inkml:trace contextRef="#ctx0" brushRef="#br0">1 561 13293,'12'0'779,"54"-5"328,0-3 1,-1-4-1,65-19 0,-25 6-667,448-103 1064,316-67-260,8 54-1136,-683 128-667,-71 11-6447,-115 2-83</inkml:trace>
</inkml:ink>
</file>

<file path=ppt/ink/ink3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5.787"/>
    </inkml:context>
    <inkml:brush xml:id="br0">
      <inkml:brushProperty name="width" value="0.025" units="cm"/>
      <inkml:brushProperty name="height" value="0.025" units="cm"/>
    </inkml:brush>
  </inkml:definitions>
  <inkml:trace contextRef="#ctx0" brushRef="#br0">328 122 13421,'0'0'1585,"11"4"-346,-2-1-1139,-1 0 1,0 1-1,1 0 1,-1 0 0,-1 1-1,1 0 1,-1 0-1,0 1 1,0 0 0,0 0-1,-1 1 1,0 0-1,0 0 1,-1 0 0,0 1-1,0-1 1,-1 1-1,6 13 1,-7-12-86,0 1 0,-1 0 0,0-1 0,0 1 0,-1 0 0,0 0 1,0 0-1,-2 0 0,1 0 0,-1 0 0,0 0 0,-1 0 0,0 0 0,-1 0 0,-5 11 0,6-15 10,-2 0 0,1 0 0,-1-1 0,0 1 0,0-1 0,0 1-1,-1-2 1,1 1 0,-1 0 0,-1-1 0,1 0 0,-1 0 0,1 0-1,-1-1 1,0 0 0,0 0 0,-1 0 0,1-1 0,-1 0 0,1 0-1,-1-1 1,1 0 0,-10 1 0,2-2-2,1 0 0,0-2 0,0 1 0,0-1 0,0-1 1,0-1-1,1 0 0,-1 0 0,1-1 0,0-1 0,0 0 0,1 0 0,-1-1 0,2-1 0,-19-15 0,18 14-19,1-1-1,0 0 1,0-1-1,1 0 1,0 0-1,1-1 1,1 0-1,-1 0 1,2-1-1,0 0 1,0 0-1,2 0 1,-1-1-1,-3-22 1,7 31-3,1-1 1,0 0 0,0 1-1,0-1 1,1 0 0,0 1 0,0-1-1,0 1 1,1-1 0,0 1-1,0-1 1,0 1 0,0 0-1,1 0 1,6-8 0,-3 6 8,0 0 0,1 0 0,0 0 0,0 1 0,1 0 0,0 1 0,0 0 1,14-8-1,7 1-3,0 1 0,1 2 1,0 1-1,54-8 1,-6 7-1506,132 4 0,-160 5-669,17 0-2536</inkml:trace>
</inkml:ink>
</file>

<file path=ppt/ink/ink3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5.973"/>
    </inkml:context>
    <inkml:brush xml:id="br0">
      <inkml:brushProperty name="width" value="0.025" units="cm"/>
      <inkml:brushProperty name="height" value="0.025" units="cm"/>
    </inkml:brush>
  </inkml:definitions>
  <inkml:trace contextRef="#ctx0" brushRef="#br0">34 0 15951,'0'0'64,"-17"80"288,16-37-159,0 2-161,1-2-32,0-7 0,0-7-96,0-4-289,0-7-704,-5-7-1345,-4-10-1698</inkml:trace>
</inkml:ink>
</file>

<file path=ppt/ink/ink3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6.302"/>
    </inkml:context>
    <inkml:brush xml:id="br0">
      <inkml:brushProperty name="width" value="0.025" units="cm"/>
      <inkml:brushProperty name="height" value="0.025" units="cm"/>
    </inkml:brush>
  </inkml:definitions>
  <inkml:trace contextRef="#ctx0" brushRef="#br0">21 59 16432,'7'-8'117,"19"-27"283,-25 34-389,0 0 0,0 0-1,0 0 1,-1 0 0,1 0-1,0 0 1,0 0 0,0 0-1,0 0 1,1 1 0,-1-1-1,0 0 1,0 1 0,0-1-1,1 1 1,-1-1 0,0 1-1,0-1 1,1 1 0,-1 0-1,2 0 1,-2 0-11,-1 1-1,1-1 1,0 1-1,0-1 1,-1 1 0,1-1-1,0 1 1,-1 0-1,1-1 1,-1 1 0,1 0-1,-1-1 1,1 1 0,-1 0-1,1 0 1,-1 0-1,0-1 1,1 1 0,-1 0-1,0 0 1,0 0-1,1 1 1,1 50-44,-6-32 101,0-1 0,-2 0 0,0-1 0,-1 1 1,-18 33-1,13-27 30,-18 50 1,30-75-88,0 0 1,0 1-1,0-1 1,0 0-1,0 0 1,0 1-1,0-1 1,0 0-1,0 0 1,0 0-1,0 1 1,0-1-1,0 0 1,1 0-1,-1 1 1,0-1 0,0 0-1,0 0 1,0 0-1,0 1 1,0-1-1,1 0 1,-1 0-1,0 0 1,0 0-1,0 1 1,0-1-1,1 0 1,-1 0-1,0 0 1,0 0-1,0 0 1,1 0-1,-1 0 1,0 0-1,0 1 1,1-1-1,-1 0 1,0 0-1,0 0 1,0 0 0,1 0-1,-1 0 1,0 0-1,19-2 51,18-7 24,-20 3-103,282-110-5704,-225 81 581</inkml:trace>
</inkml:ink>
</file>

<file path=ppt/ink/ink3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6.843"/>
    </inkml:context>
    <inkml:brush xml:id="br0">
      <inkml:brushProperty name="width" value="0.025" units="cm"/>
      <inkml:brushProperty name="height" value="0.025" units="cm"/>
    </inkml:brush>
  </inkml:definitions>
  <inkml:trace contextRef="#ctx0" brushRef="#br0">0 97 7591,'0'0'6566,"11"4"-5674,7 0-570,-1-1 0,1-1 0,0 0 0,0-1 0,0-1 0,0-1 0,0 0 1,27-6-1,87-16 67,164-34-1910,-296 57 1405,1 1 1,-1-1-1,1 0 0,-1 0 0,1 0 1,-1 0-1,1 0 0,-1-1 1,1 1-1,-1 0 0,1 0 0,-1 0 1,1 0-1,-1 0 0,1-1 1,-1 1-1,1 0 0,-1 0 1,1-1-1,-1 1 0,0 0 0,1-1 1,-1 1-1,0 0 0,1-1 1,-1 1-1,0-1 0,1 1 1,-1 0-1,0-1 0,0 1 0,1-1 1,-1 1-1,0-1 0,0 1 1,0-1-1,0 1 0,0-1 0,0 1 1,0-1-1,0 1 0,0-1 1,0 1-1,0-1 0,0 0 1,-8-9-4973</inkml:trace>
</inkml:ink>
</file>

<file path=ppt/ink/ink3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7.026"/>
    </inkml:context>
    <inkml:brush xml:id="br0">
      <inkml:brushProperty name="width" value="0.025" units="cm"/>
      <inkml:brushProperty name="height" value="0.025" units="cm"/>
    </inkml:brush>
  </inkml:definitions>
  <inkml:trace contextRef="#ctx0" brushRef="#br0">0 0 12043,'0'0'2275,"26"74"-1699,-12-32-95,-1 7-193,0 9-192,-5 2-96,-4 4 32,-3-2-64,-1-7-1858,0-12-3523</inkml:trace>
</inkml:ink>
</file>

<file path=ppt/ink/ink3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7.410"/>
    </inkml:context>
    <inkml:brush xml:id="br0">
      <inkml:brushProperty name="width" value="0.025" units="cm"/>
      <inkml:brushProperty name="height" value="0.025" units="cm"/>
    </inkml:brush>
  </inkml:definitions>
  <inkml:trace contextRef="#ctx0" brushRef="#br0">359 1 2306,'-12'2'8269,"5"0"-8043,-1-1 0,0 2 0,0-1-1,1 1 1,0 0 0,-1 1-1,1 0 1,0 0 0,1 0 0,-1 1-1,1 0 1,0 1 0,-9 8 0,-9 17 152,2 1 0,0 1 1,3 0-1,0 2 0,-23 63 0,21-39 44,3 1-1,-20 115 1,31-126-323,2 0-1,3 0 1,1 0 0,3 1 0,15 89 0,-12-114-92,0 0 1,2-1-1,1 0 1,1 0 0,1 0-1,1-2 1,1 1-1,1-1 1,1-1 0,1 0-1,1-2 1,0 1-1,23 19 1,-31-32-134,1 0 1,0-1-1,0 0 1,0 0-1,1-1 1,0 0-1,17 5 0,-21-8-299,0 0 0,1-1 0,-1 0 0,0-1-1,1 1 1,-1-1 0,0 0 0,13-2 0,27-14-4994</inkml:trace>
</inkml:ink>
</file>

<file path=ppt/ink/ink3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7.645"/>
    </inkml:context>
    <inkml:brush xml:id="br0">
      <inkml:brushProperty name="width" value="0.025" units="cm"/>
      <inkml:brushProperty name="height" value="0.025" units="cm"/>
    </inkml:brush>
  </inkml:definitions>
  <inkml:trace contextRef="#ctx0" brushRef="#br0">1 0 12684,'0'0'1698,"78"40"-1442,-34 3 128,7 7-160,-1 10-63,2 4-129,-7 2 0,-2-1 0,-5-8-64,-5-11-1314,-7-15-2209,-6-15-96</inkml:trace>
</inkml:ink>
</file>

<file path=ppt/ink/ink3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7.832"/>
    </inkml:context>
    <inkml:brush xml:id="br0">
      <inkml:brushProperty name="width" value="0.025" units="cm"/>
      <inkml:brushProperty name="height" value="0.025" units="cm"/>
    </inkml:brush>
  </inkml:definitions>
  <inkml:trace contextRef="#ctx0" brushRef="#br0">324 22 13837,'0'0'-96,"-58"-21"705,28 21 448,3 5-609,-2 18-32,2 5-31,1 6 127,5 6-159,2 6-193,3 6-160,1 7 32,-1 3-64,3-3 32,0-3-673,5-11-2594,2-13-2018</inkml:trace>
</inkml:ink>
</file>

<file path=ppt/ink/ink3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8.142"/>
    </inkml:context>
    <inkml:brush xml:id="br0">
      <inkml:brushProperty name="width" value="0.025" units="cm"/>
      <inkml:brushProperty name="height" value="0.025" units="cm"/>
    </inkml:brush>
  </inkml:definitions>
  <inkml:trace contextRef="#ctx0" brushRef="#br0">42 55 11659,'38'-18'31,"-28"13"350,1-1 0,-1 2 1,1-1-1,0 1 0,0 1 0,0 0 1,1 1-1,-1 0 0,12-1 1,-22 4-354,0-1 1,0 1 0,0 0 0,0-1 0,0 1 0,-1 0-1,1-1 1,0 1 0,-1 0 0,1 0 0,-1 0 0,1 0-1,-1 0 1,1 0 0,-1 0 0,1 0 0,-1 0-1,0 0 1,0 0 0,1 0 0,-1 0 0,0 0 0,0 0-1,0 0 1,0 0 0,0 0 0,0 0 0,-1 0-1,1 0 1,0 0 0,0 0 0,-1 0 0,1 0 0,-1 1-1,-12 40 26,-9-4-5,-40 53 0,44-67-62,1 0 0,1 1 0,1 1 1,1 0-1,-15 41 0,29-65-22,-1-1 0,0 0 0,1 0 0,-1 0 0,1 0 1,-1 1-1,1-1 0,0 0 0,0 0 0,-1 1 0,1-1 0,0 0 0,0 0 0,0 1 0,0-1 0,1 0 0,-1 0 0,0 1 0,0-1 0,1 0 0,-1 0 0,1 1 0,-1-1 0,1 0 0,0 0 0,-1 0 0,1 0 0,0 0 0,0 0 0,-1 0 0,1 0 0,0 0 0,0 0 0,0-1 0,0 1 0,2 1 0,2-1-55,0 0-1,1 0 0,-1-1 1,0 0-1,1 0 0,-1 0 1,8-1-1,-12 1 98,16-3-338,0 0 0,0-1 0,0 0-1,0-2 1,20-9 0,78-42-2282,-106 52 2478,43-25-1488,-3-2-2269</inkml:trace>
</inkml:ink>
</file>

<file path=ppt/ink/ink3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8.360"/>
    </inkml:context>
    <inkml:brush xml:id="br0">
      <inkml:brushProperty name="width" value="0.025" units="cm"/>
      <inkml:brushProperty name="height" value="0.025" units="cm"/>
    </inkml:brush>
  </inkml:definitions>
  <inkml:trace contextRef="#ctx0" brushRef="#br0">0 183 13613,'0'0'929,"51"-14"-673,-11 9-192,6-6 0,9-1-32,1-3 0,2-4 0,-2-1 0,-4-1-224,-10-8-3395,-6-7-2179</inkml:trace>
</inkml:ink>
</file>

<file path=ppt/ink/ink3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8.935"/>
    </inkml:context>
    <inkml:brush xml:id="br0">
      <inkml:brushProperty name="width" value="0.025" units="cm"/>
      <inkml:brushProperty name="height" value="0.025" units="cm"/>
    </inkml:brush>
  </inkml:definitions>
  <inkml:trace contextRef="#ctx0" brushRef="#br0">1 0 16111,'0'12'395,"0"34"347,11 75 0,4-39-18,7 28-257,-5 2 0,4 144 0,-21-257-463,0 1 0,0 0 0,0 0 0,0 0 0,0 0 0,0-1 0,0 1-1,-1 0 1,1 0 0,0 0 0,0 0 0,0 0 0,0 0 0,0-1 0,0 1 0,-1 0 0,1 0 0,0 0 0,0 0 0,0 0 0,0 0-1,-1 0 1,1 0 0,0 0 0,0 0 0,0 0 0,0 0 0,-1 0 0,1 0 0,0 0 0,0 0 0,0 0 0,0 0 0,-1 0 0,1 0-1,0 0 1,0 0 0,0 0 0,0 0 0,-1 0 0,1 0 0,0 0 0,0 0 0,0 0 0,0 1 0,0-1 0,-1 0 0,1 0 0,0 0 0,0 0-1,0 0 1,0 0 0,0 1 0,0-1 0,0 0 0,0 0 0,-1 0 0,1 1 0,-9-18 74,0-19-66,3 0 0,0-1 0,3 0 1,0 0-1,5-54 0,-1 12-5,-1 69-3,-2-54 16,4 1 0,12-85 0,-14 148-20,0 0 0,0 0 0,0 0 0,0-1 0,0 1 0,0 0-1,0 0 1,0 0 0,0 0 0,0 0 0,0-1 0,0 1 0,0 0 0,0 0 0,0 0 0,0 0 0,0 0 0,0-1 0,0 1 0,0 0 0,0 0 0,0 0 0,1 0 0,-1 0 0,0 0 0,0 0 0,0-1 0,0 1 0,0 0 0,0 0 0,0 0-1,1 0 1,-1 0 0,0 0 0,0 0 0,0 0 0,0 0 0,0 0 0,1 0 0,-1 0 0,0 0 0,0 0 0,0 0 0,0 0 0,0 0 0,1 0 0,-1 0 0,0 0 0,0 0 0,0 0 0,0 0 0,0 0 0,1 0 0,-1 0 0,0 0-1,0 0 1,0 0 0,0 0 0,0 0 0,0 1 0,1-1 0,-1 0 0,0 0 0,0 0 0,11 17-2,15 40 1,-14-29 1,-5-15 0,0 2 0,0 0-1,19 25 1,-25-37-1,0-1-1,1 0 1,0 0-1,-1 0 1,1 0 0,0 0-1,0 0 1,0 0 0,0-1-1,0 1 1,1-1-1,-1 0 1,0 1 0,1-1-1,-1 0 1,1-1-1,-1 1 1,1 0 0,-1-1-1,1 1 1,0-1 0,-1 0-1,1 0 1,-1 0-1,5 0 1,-4-2 4,1 1-1,-1-1 1,0 0 0,1 0-1,-1 0 1,0-1 0,0 1-1,0-1 1,-1 0 0,1 1 0,-1-1-1,4-6 1,27-45 0,-26 42-4,4-10-2,3-7 22,-14 29-19,0 0-1,0 0 0,0 1 1,0-1-1,0 0 1,0 0-1,0 0 1,1 1-1,-1-1 0,0 0 1,0 0-1,0 0 1,0 0-1,1 0 1,-1 1-1,0-1 0,0 0 1,0 0-1,0 0 1,1 0-1,-1 0 1,0 0-1,0 0 1,0 0-1,1 0 0,-1 0 1,0 0-1,0 0 1,1 0-1,-1 0 1,0 0-1,0 0 0,0 0 1,1 0-1,-1 0 1,0 0-1,0 0 1,0 0-1,1 0 0,-1 0 1,0 0-1,0-1 1,0 1-1,0 0 1,1 0-1,-1 0 0,0 0 1,0 0-1,0-1 1,0 1-1,0 0 1,1 0-1,-1 0 0,0 0 1,0-1-1,0 1 1,0 0-1,0 0 1,0 0-1,0-1 0,0 1 1,0 0-1,0 0 1,0-1-1,7 23-19,1-1 1,1 0-1,1 0 0,0-1 0,2-1 0,0 0 1,1 0-1,19 21 0,-17-24-2965,0-1-1,24 19 1,-16-17-4964</inkml:trace>
</inkml:ink>
</file>

<file path=ppt/ink/ink3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9.227"/>
    </inkml:context>
    <inkml:brush xml:id="br0">
      <inkml:brushProperty name="width" value="0.025" units="cm"/>
      <inkml:brushProperty name="height" value="0.025" units="cm"/>
    </inkml:brush>
  </inkml:definitions>
  <inkml:trace contextRef="#ctx0" brushRef="#br0">0 43 14862,'7'-5'790,"41"-22"187,-44 25-908,0 0-1,0 1 0,0-1 0,0 1 1,0 0-1,0 0 0,1 1 0,-1 0 0,0-1 1,0 1-1,1 0 0,-1 1 0,6 0 1,-9 0-60,0 0 0,-1 0 0,1 0 0,0 0 0,0 0 0,0 0 0,-1 0 0,1 0 0,0 0 0,-1 1 0,1-1 0,-1 0 0,1 0 1,-1 1-1,0-1 0,0 0 0,1 0 0,-1 1 0,0-1 0,0 0 0,0 1 0,0-1 0,-1 2 0,-2 33 9,0-24-14,-1-1 1,-1 0 0,0 1 0,0-1 0,-1-1 0,-8 12-1,8-14-11,1 0 0,-1 0 0,2 1 1,-1-1-1,1 1 0,1 1 0,0-1 0,0 0 0,0 1 0,-1 14 0,5-23 7,-1 0 1,0 0-1,1 0 0,-1 0 1,1 0-1,-1 0 0,1-1 1,0 1-1,-1 0 0,1 0 1,0-1-1,-1 1 1,1 0-1,0-1 0,0 1 1,0-1-1,0 1 0,-1-1 1,1 1-1,0-1 0,0 0 1,0 1-1,0-1 1,0 0-1,0 0 0,0 0 1,0 0-1,0 0 0,0 0 1,0 0-1,1 0 0,42-1 5,-36 1-16,12-2-138,1-1 0,-1-1 0,1-1 1,-1 0-1,0-2 0,23-10 0,-25 8-1107,0 0 1,-1-1-1,27-20 1,-8-2-2295</inkml:trace>
</inkml:ink>
</file>

<file path=ppt/ink/ink3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9.511"/>
    </inkml:context>
    <inkml:brush xml:id="br0">
      <inkml:brushProperty name="width" value="0.025" units="cm"/>
      <inkml:brushProperty name="height" value="0.025" units="cm"/>
    </inkml:brush>
  </inkml:definitions>
  <inkml:trace contextRef="#ctx0" brushRef="#br0">127 0 15439,'0'0'133,"8"12"118,12 20 4,-2 0-1,-2 1 1,0 0-1,-3 2 1,0 0-1,-3 0 1,10 56-1,-6-4 500,-3 2 0,-2 102-1,-9-135-719,-2 0-1,-3 0 1,-2-1-1,-3 1 1,-2-2-1,-2 1 1,-3-2-1,-2 0 1,-2-1-1,-38 64 1,52-104-239,0 0-1,-1 0 1,-15 15 0,22-25-42,-1 0-1,0 0 1,0 0-1,0 0 1,0-1 0,0 1-1,0-1 1,0 1-1,0-1 1,-1 0 0,1 1-1,0-1 1,-1-1-1,1 1 1,-1 0 0,1 0-1,-1-1 1,0 0-1,1 1 1,-1-1 0,1 0-1,-1 0 1,0 0-1,1-1 1,-1 1 0,-2-1-1,-13-13-5469</inkml:trace>
</inkml:ink>
</file>

<file path=ppt/ink/ink3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39.838"/>
    </inkml:context>
    <inkml:brush xml:id="br0">
      <inkml:brushProperty name="width" value="0.025" units="cm"/>
      <inkml:brushProperty name="height" value="0.025" units="cm"/>
    </inkml:brush>
  </inkml:definitions>
  <inkml:trace contextRef="#ctx0" brushRef="#br0">60 110 10922,'5'-17'-7,"19"-40"548,-23 55-424,1-1 0,-1 1 0,1-1 1,-1 1-1,1 0 0,0 0 0,0 0 0,0 0 0,0 0 1,0 0-1,0 0 0,1 1 0,-1-1 0,0 1 1,1 0-1,-1 0 0,1 0 0,3-1 0,-5 2-99,0 0-1,1 0 1,-1 0-1,0 0 1,1 0-1,-1 0 1,0 0-1,1 1 1,-1-1-1,0 0 1,1 1-1,-1-1 1,0 1-1,0 0 1,0-1-1,1 1 1,-1 0 0,0 0-1,0 0 1,0 0-1,0 0 1,0 0-1,-1 0 1,1 0-1,0 0 1,0 0-1,-1 0 1,1 1-1,-1-1 1,1 0-1,-1 0 1,1 1-1,-1-1 1,0 0-1,1 2 1,5 53 18,-6-56-35,-1 22 6,-1-1 1,-1 1-1,-1-1 1,-1 0-1,-1 0 1,-1-1-1,0 0 1,-2 0-1,0 0 1,-1-1-1,-1-1 1,-1 1 0,0-2-1,-2 0 1,0 0-1,-31 28 1,72-45 520,92-14-302,93-5-51,-184 18-178,-1 0-357,0 0-1,1 2 0,-2 1 0,1 2 0,33 7 0,-17 6-4166</inkml:trace>
</inkml:ink>
</file>

<file path=ppt/ink/ink3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40.197"/>
    </inkml:context>
    <inkml:brush xml:id="br0">
      <inkml:brushProperty name="width" value="0.025" units="cm"/>
      <inkml:brushProperty name="height" value="0.025" units="cm"/>
    </inkml:brush>
  </inkml:definitions>
  <inkml:trace contextRef="#ctx0" brushRef="#br0">1 391 19090,'0'0'166,"17"-9"949,15-5-976,1 2-1,1 0 0,0 3 0,49-8 1,168-17-33,-159 24-23,1660-178 1514,-949 106-4982,-780 78-1019</inkml:trace>
</inkml:ink>
</file>

<file path=ppt/ink/ink3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40.569"/>
    </inkml:context>
    <inkml:brush xml:id="br0">
      <inkml:brushProperty name="width" value="0.025" units="cm"/>
      <inkml:brushProperty name="height" value="0.025" units="cm"/>
    </inkml:brush>
  </inkml:definitions>
  <inkml:trace contextRef="#ctx0" brushRef="#br0">260 167 12075,'9'0'700,"0"0"-257,-4 0-210,0-1-1,1 1 0,-1 0 0,1 1 0,-1-1 1,0 1-1,0 0 0,1 0 0,-1 1 0,0 0 0,0 0 1,0 0-1,0 0 0,-1 1 0,7 3 0,-6 0-198,1 0 0,-1 0-1,0 1 1,0 0 0,0 0-1,-1 0 1,0 0 0,-1 1-1,0-1 1,0 1 0,0 0-1,-1 0 1,0 0 0,1 15-1,-2-12-19,-1 1-1,0-1 1,-1 1-1,0-1 1,-1 1-1,0-1 1,-1 0-1,0 1 1,0-1-1,-7 12 0,6-15-7,0 0-1,0 0 1,-1 0-1,0-1 0,-1 0 1,1 0-1,-1 0 0,-1-1 1,1 0-1,-1 0 0,0-1 1,0 0-1,-10 5 1,11-7 9,-1 0 0,0-1 0,1 0 0,-1 0 0,0 0 0,0-1 0,0 0 0,-1-1 0,1 1 0,0-1 0,0-1 0,0 1 0,0-1 0,0 0 0,0-1 0,0 0 1,0 0-1,-7-4 0,2 1-10,1-1-1,0 0 1,0-1 0,1 0 0,0 0 0,0-1 0,1-1 0,0 0 0,0 0 0,1-1 0,0 0 0,1 0 0,0 0 0,-9-20-1,12 22 29,0 0-1,1 0 0,1 0 0,-1 0 0,1-1 0,1 1 0,-1 0 0,1-1 0,1 0 0,0 1 0,0-1 0,0 1 0,1-1 0,1 1 1,-1-1-1,1 1 0,1 0 0,0 0 0,0 0 0,0 0 0,1 0 0,8-11 0,1 3 58,0 1 0,1 0 0,1 1 0,0 1 0,1 0 0,1 1 0,0 1 0,0 0 0,1 1 0,0 2 0,1-1-1,0 2 1,0 1 0,22-5 0,11 0-145,0 1 0,1 4 0,-1 1-1,68 4 1,-31 4-2359,-34 0-1813,0-2-4576</inkml:trace>
</inkml:ink>
</file>

<file path=ppt/ink/ink3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40.881"/>
    </inkml:context>
    <inkml:brush xml:id="br0">
      <inkml:brushProperty name="width" value="0.025" units="cm"/>
      <inkml:brushProperty name="height" value="0.025" units="cm"/>
    </inkml:brush>
  </inkml:definitions>
  <inkml:trace contextRef="#ctx0" brushRef="#br0">1 88 17713,'1'-6'29,"0"1"1,0-1 0,1 1 0,0 0-1,0-1 1,0 1 0,1 0 0,-1 0-1,1 0 1,4-4 0,-4 6 1,0 1 0,0-1 1,0 1-1,0 0 0,0 0 1,0 1-1,1-1 0,-1 0 1,1 1-1,-1 0 0,1 0 1,0 0-1,-1 0 0,1 1 1,0-1-1,5 1 0,-4 0-11,0 0-1,0 0 1,0 0 0,0 0-1,-1 1 1,1 0 0,0 0-1,0 0 1,-1 0-1,1 1 1,-1 0 0,1 0-1,-1 0 1,0 1-1,0-1 1,0 1 0,0 0-1,0 0 1,0 0 0,3 5-1,-3-3-12,-1 1 1,1 0-1,-1 0 0,0 0 0,0 1 0,-1-1 0,0 0 1,0 1-1,0 0 0,-1-1 0,0 1 0,0 0 1,-1 13-1,0-9-8,-1 1 1,0 0 0,-1 0-1,-1-1 1,0 1-1,0-1 1,-1 1 0,0-1-1,-1-1 1,0 1 0,-1-1-1,0 1 1,-11 11-1,17-22 1,-1 1 0,1 0 0,-1-1 0,1 1 0,-1-1 0,1 1 0,0 0-1,-1-1 1,1 1 0,0 0 0,-1-1 0,1 1 0,0 0 0,0 0 0,-1-1-1,1 1 1,0 0 0,0 0 0,0-1 0,0 1 0,0 0 0,0 0 0,0 0-1,1-1 1,-1 1 0,0 0 0,0 0 0,1 0 0,0 0-1,0 0 1,0-1 0,0 1-1,0-1 1,0 1-1,1-1 1,-1 1-1,0-1 1,0 0 0,0 0-1,0 1 1,1-1-1,-1 0 1,0 0-1,0 0 1,2-1 0,59-10-7,-55 9 8,90-21-42,82-20-1349,-61 9-3099,-32 6-4170</inkml:trace>
</inkml:ink>
</file>

<file path=ppt/ink/ink3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41.191"/>
    </inkml:context>
    <inkml:brush xml:id="br0">
      <inkml:brushProperty name="width" value="0.025" units="cm"/>
      <inkml:brushProperty name="height" value="0.025" units="cm"/>
    </inkml:brush>
  </inkml:definitions>
  <inkml:trace contextRef="#ctx0" brushRef="#br0">0 110 15855,'0'0'160,"69"-31"961,-20 19-128,2 3-288,2 4-481,-1 3-128,-5 0-64,-1 1 0,-2-2-32,-5 1 0,-7-3-32,-4-3-1441,-9-2-1858,-10-9-2179</inkml:trace>
</inkml:ink>
</file>

<file path=ppt/ink/ink3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41.349"/>
    </inkml:context>
    <inkml:brush xml:id="br0">
      <inkml:brushProperty name="width" value="0.025" units="cm"/>
      <inkml:brushProperty name="height" value="0.025" units="cm"/>
    </inkml:brush>
  </inkml:definitions>
  <inkml:trace contextRef="#ctx0" brushRef="#br0">18 1 13741,'0'0'512,"-17"53"545,22-23-480,10 3-321,3 3-96,2 1-128,-2 2 33,-2 2-65,-5-3-449,-4-8-2978,-3-9-3940</inkml:trace>
</inkml:ink>
</file>

<file path=ppt/ink/ink3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41.552"/>
    </inkml:context>
    <inkml:brush xml:id="br0">
      <inkml:brushProperty name="width" value="0.025" units="cm"/>
      <inkml:brushProperty name="height" value="0.025" units="cm"/>
    </inkml:brush>
  </inkml:definitions>
  <inkml:trace contextRef="#ctx0" brushRef="#br0">0 1 17168,'0'0'64,"42"22"-6726,-26-22 768</inkml:trace>
</inkml:ink>
</file>

<file path=ppt/ink/ink3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41.723"/>
    </inkml:context>
    <inkml:brush xml:id="br0">
      <inkml:brushProperty name="width" value="0.025" units="cm"/>
      <inkml:brushProperty name="height" value="0.025" units="cm"/>
    </inkml:brush>
  </inkml:definitions>
  <inkml:trace contextRef="#ctx0" brushRef="#br0">56 0 16944,'0'0'64,"-51"18"-128,46-8-192,5-3-2050,11-5-12012</inkml:trace>
</inkml:ink>
</file>

<file path=ppt/ink/ink3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41.865"/>
    </inkml:context>
    <inkml:brush xml:id="br0">
      <inkml:brushProperty name="width" value="0.025" units="cm"/>
      <inkml:brushProperty name="height" value="0.025" units="cm"/>
    </inkml:brush>
  </inkml:definitions>
  <inkml:trace contextRef="#ctx0" brushRef="#br0">0 1 19763,'0'0'0,"43"6"-11948</inkml:trace>
</inkml:ink>
</file>

<file path=ppt/ink/ink3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42.521"/>
    </inkml:context>
    <inkml:brush xml:id="br0">
      <inkml:brushProperty name="width" value="0.025" units="cm"/>
      <inkml:brushProperty name="height" value="0.025" units="cm"/>
    </inkml:brush>
  </inkml:definitions>
  <inkml:trace contextRef="#ctx0" brushRef="#br0">395 0 9033,'-48'18'1185,"-8"9"-929,-5 17 801,0 22 865,3 24-865,6 14-257,14 10-127,18 10-256,20-2-257,7-4-128,29-8 0,13-9-32,10-16 0,1-21-417,2-21-3330,-3-25-2339</inkml:trace>
</inkml:ink>
</file>

<file path=ppt/ink/ink3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42.788"/>
    </inkml:context>
    <inkml:brush xml:id="br0">
      <inkml:brushProperty name="width" value="0.025" units="cm"/>
      <inkml:brushProperty name="height" value="0.025" units="cm"/>
    </inkml:brush>
  </inkml:definitions>
  <inkml:trace contextRef="#ctx0" brushRef="#br0">1 1 13933,'0'0'64,"46"35"513,-12 3-225,9 15 0,6 8-191,0 6-97,1 1-64,1-3 32,-4-6-32,-4-12-1474,-9-15-2914,-6-14-3619</inkml:trace>
</inkml:ink>
</file>

<file path=ppt/ink/ink3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42.979"/>
    </inkml:context>
    <inkml:brush xml:id="br0">
      <inkml:brushProperty name="width" value="0.025" units="cm"/>
      <inkml:brushProperty name="height" value="0.025" units="cm"/>
    </inkml:brush>
  </inkml:definitions>
  <inkml:trace contextRef="#ctx0" brushRef="#br0">285 0 15439,'0'0'160,"-80"19"256,42 19 33,7 11 63,3 9-96,3 4-191,7 0-161,3 4-32,9-2-32,-6 4 32,2-5-96,-1-9-2723,0-14-3619</inkml:trace>
</inkml:ink>
</file>

<file path=ppt/ink/ink3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43.351"/>
    </inkml:context>
    <inkml:brush xml:id="br0">
      <inkml:brushProperty name="width" value="0.025" units="cm"/>
      <inkml:brushProperty name="height" value="0.025" units="cm"/>
    </inkml:brush>
  </inkml:definitions>
  <inkml:trace contextRef="#ctx0" brushRef="#br0">34 155 15631,'8'9'406,"1"0"-374,0 1 0,-1 0 1,-1 1-1,0 0 1,0 0-1,-1 1 1,0 0-1,-1 0 0,0 0 1,-1 0-1,-1 1 1,3 14-1,-3 4 40,-1 0-1,-3 46 1,1-68-133,-1 0 0,0 0 0,-1 0 0,0 0 0,0-1-1,-1 1 1,0 0 0,0-1 0,-1 0 0,0 0 0,-1 0 0,1 0 0,-7 7 0,10-14 11,0 0 0,1-1 0,-1 1 0,1 0 0,-1 0 0,0-1 0,0 1 0,0 0 0,1-1 0,-1 1 0,0-1 0,0 1 0,0-1 0,0 1 0,0-1 0,0 0 0,0 1 0,0-1 0,0 0 0,0 0 0,0 0 0,0 0 0,0 0 0,0 0 0,0 0 0,0 0 0,0 0 0,0 0 0,0-1 0,0 1 0,0 0 0,0-1 0,0 1 0,0-1 0,0 1 0,0-1 0,0 1 0,0-1 0,1 0 0,-1 1 0,0-1 0,0 0 0,1 0 1,-1 1-1,1-1 0,-1 0 0,0 0 0,1 0 0,0 0 0,-1 0 0,1 0 0,-1 0 0,1 0 0,0-2 0,-5-8 91,2 0 0,0 0 0,-3-19 0,5 26-104,-7-46 304,1-1 0,3 0 0,3-1 0,1 1 0,12-84 0,-11 131-143,16-67 1369,-16 68-1389,0 0 0,0 0 0,0 0 0,0 1 0,1-1 0,-1 0 0,1 1 0,-1-1 0,1 1 0,0 0 0,0-1 0,0 1 0,0 0 0,1 0 0,-1 0 0,0 1 0,1-1 0,0 1 0,-1-1 0,5-1 1,-6 3-74,1 0 0,-1 1 0,0-1 0,1 0 0,-1 1 0,0-1 0,1 1 0,-1-1 0,0 1 0,0 0 0,1-1 0,-1 1 0,0 0 0,0 0 0,0 0 0,0 0 0,0 0 0,0 0 1,0 0-1,-1 0 0,1 0 0,0 1 0,-1-1 0,1 0 0,0 0 0,-1 1 0,0-1 0,1 0 0,-1 1 0,0-1 0,1 0 0,-1 1 0,0-1 0,0 3 0,5 56-5,-4-57 5,-1 17 63,-1 0-1,0 0 1,-1 0 0,-6 24 0,5-34-216,0-1 1,0 1 0,-1 0 0,-6 10-1,7-15-359,-1 1-1,1-1 1,-1 0-1,0 0 1,-1 0-1,1-1 1,-9 7-1,0-5-3805,3-5-1169</inkml:trace>
</inkml:ink>
</file>

<file path=ppt/ink/ink3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43.584"/>
    </inkml:context>
    <inkml:brush xml:id="br0">
      <inkml:brushProperty name="width" value="0.025" units="cm"/>
      <inkml:brushProperty name="height" value="0.025" units="cm"/>
    </inkml:brush>
  </inkml:definitions>
  <inkml:trace contextRef="#ctx0" brushRef="#br0">0 29 13100,'0'0'641,"60"21"480,-24-14-128,7-2-609,6-2-191,1-2-65,1-1-96,-2 0 0,-3-1-32,-5-10-513,-7-11-3715,-4-10-4996</inkml:trace>
</inkml:ink>
</file>

<file path=ppt/ink/ink3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44.508"/>
    </inkml:context>
    <inkml:brush xml:id="br0">
      <inkml:brushProperty name="width" value="0.025" units="cm"/>
      <inkml:brushProperty name="height" value="0.025" units="cm"/>
    </inkml:brush>
  </inkml:definitions>
  <inkml:trace contextRef="#ctx0" brushRef="#br0">175 216 14926,'-34'179'1818,"18"-107"-1147,-7 86 0,19-106-598,6 87-1,-2-137-71,0 0 1,0-1 0,0 1 0,1-1 0,-1 1 0,1 0 0,-1-1 0,1 1 0,0-1 0,-1 1-1,1-1 1,0 0 0,0 1 0,2 2 0,5-5 35,-2-15 42,8-90-34,-4 0 1,-5-145-1,-5 230-42,-1-18 3,-1 0 1,-9-52-1,9 78-2,-1-1 0,0 1 0,-1 0 0,-1 0 0,0 0 0,-1 1 0,0 0 1,-1 0-1,0 1 0,-13-16 0,19 26 1,-1-1 0,1 1 0,-1-1 1,1 1-1,-1-1 0,0 1 0,0 0 1,0 0-1,1 0 0,-1 0 0,0 0 1,-1 0-1,1 1 0,0-1 0,0 0 1,0 1-1,0 0 0,0 0 0,-4-1 1,5 2-3,-1-1 1,1 0 0,0 1 0,-1-1-1,1 1 1,0 0 0,-1-1 0,1 1-1,0 0 1,0 0 0,0 0 0,0 0-1,0 0 1,0 0 0,0 0 0,0 0-1,0 0 1,0 0 0,0 1-1,1-1 1,-1 0 0,1 1 0,-1-1-1,1 0 1,-1 1 0,1-1 0,0 1-1,-1 2 1,0 11 7,0 0 0,1 0 0,0 0 0,1 0 0,1-1 0,0 1 0,2 0 0,-1-1 0,2 1 0,0-1-1,0 0 1,1-1 0,1 1 0,10 15 0,-11-20-6,0 0 0,0 0 0,1 0 0,0-1 0,1 1 0,-1-2 0,2 1-1,-1-1 1,1-1 0,0 0 0,0 0 0,1 0 0,-1-1 0,1-1 0,1 0 0,-1 0-1,0-1 1,1 0 0,0-1 0,12 2 0,-18-4-3,0 0 0,-1-1 0,1 1 0,0-1 0,-1 0 0,1 0 0,-1 0 0,1-1 0,-1 0 0,1 1 0,-1-2-1,0 1 1,0 0 0,0-1 0,5-4 0,-3 1-2,0 0 0,0-1-1,-1 1 1,0-1 0,0 0-1,-1-1 1,8-15 0,-5 6-4,-1-1 1,0 0-1,-1-1 0,-2 0 1,1 1-1,-2-1 1,0-20-1,-4 11 8,1 15 9,2 22-19,2 2 4,0 0 1,0 0 0,1 1-1,1-2 1,0 1 0,0-1-1,12 17 1,53 65-36,18 0-2260,8-8-7957,-93-81 10037,0-1-1,-1 1 1,1-1-1,-1 1 1,0 0-1,0 0 1,0 0-1,0 0 1,0 0-1,1 6 1,-2-5 442,0 0 1,0 0-1,0 0 1,-1 0-1,0 0 1,1 0-1,-1 0 1,-1 6-1,-3 4 1450,1 0-1,-1-1 0,-1 1 1,-10 18-1,-8 27-223,18-39-1095,1 1-1,0 0 1,0 32 0,4-42-314,0-1 0,0 1 0,1-1-1,1 0 1,0 1 0,0-1 0,1 0 0,0 0 0,5 10-1,-8-20-39,0 1 0,1-1 0,-1 1-1,0 0 1,0-1 0,0 1-1,1-1 1,-1 1 0,0-1-1,1 1 1,-1-1 0,0 1-1,1-1 1,-1 1 0,1-1 0,-1 1-1,0-1 1,1 0 0,-1 1-1,1-1 1,0 0 0,-1 1-1,1-1 1,-1 0 0,1 0-1,-1 0 1,1 1 0,0-1 0,-1 0-1,2 0 1,6-16-22,-2-30-210,-8-81-640,0 82 747,2 0 0,8-73 0,-7 114 182,0 0-1,0-1 0,0 1 0,0 0 0,1-1 0,-1 1 0,1 0 0,0 0 0,1 0 0,-1 1 1,1-1-1,-1 0 0,1 1 0,0 0 0,0-1 0,1 1 0,-1 1 0,1-1 0,-1 0 0,1 1 0,0 0 1,0 0-1,0 0 0,0 0 0,0 0 0,1 1 0,-1 0 0,0 0 0,1 0 0,-1 1 0,1-1 1,-1 1-1,1 0 0,7 1 0,-7 0-37,0-1 1,0 1-1,1 1 0,-1-1 1,0 1-1,0 0 0,0 0 1,-1 0-1,1 1 1,0 0-1,-1-1 0,0 2 1,0-1-1,0 0 0,0 1 1,0 0-1,-1 0 1,1 0-1,-1 0 0,0 1 1,0-1-1,-1 1 0,0 0 1,1 0-1,-1-1 1,-1 1-1,1 1 0,-1-1 1,1 7-1,-1-7-14,-1 1-1,0-1 1,0 1 0,0 0 0,-1-1-1,1 1 1,-1-1 0,-1 1 0,1-1-1,-1 0 1,0 0 0,0 1 0,0-1-1,-1-1 1,0 1 0,0 0 0,0-1-1,-1 1 1,1-1 0,-1 0 0,-8 7-1,4-5-403,0-1 0,0 0 0,0 0 0,-1-1 0,1 0 0,-1-1 0,0 0 0,0 0 0,-1-1 0,1 0 0,0-1 0,-13 1 0,-26-1-5080</inkml:trace>
</inkml:ink>
</file>

<file path=ppt/ink/ink3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44.792"/>
    </inkml:context>
    <inkml:brush xml:id="br0">
      <inkml:brushProperty name="width" value="0.025" units="cm"/>
      <inkml:brushProperty name="height" value="0.025" units="cm"/>
    </inkml:brush>
  </inkml:definitions>
  <inkml:trace contextRef="#ctx0" brushRef="#br0">308 0 15663,'52'0'0,"-3"7"1281,-3 34-608,-5 25-321,-7 16 32,-6 18 417,-10 14-128,-9 5-225,-9 3-128,-24 7-95,-23-1-193,-19-4 0,-12-9-32,-6-9-128,-2-15-1570,6-21-1473,14-20-1313,13-24-2787</inkml:trace>
</inkml:ink>
</file>

<file path=ppt/ink/ink3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45.150"/>
    </inkml:context>
    <inkml:brush xml:id="br0">
      <inkml:brushProperty name="width" value="0.025" units="cm"/>
      <inkml:brushProperty name="height" value="0.025" units="cm"/>
    </inkml:brush>
  </inkml:definitions>
  <inkml:trace contextRef="#ctx0" brushRef="#br0">93 18 11050,'8'-4'267,"-5"2"-164,1 0-1,-1 0 0,1 1 1,0-1-1,0 1 0,0 0 1,0 0-1,0 0 0,4 0 1,-6 1-70,0 1 0,1-1 0,-1 1 0,0-1 1,0 1-1,0 0 0,0-1 0,0 1 1,0 0-1,0 1 0,0-1 0,-1 0 0,1 0 1,0 1-1,-1-1 0,1 1 0,-1-1 0,1 1 1,-1 0-1,0 0 0,1 0 0,-1-1 1,1 5-1,4 6-22,0 1 0,-2 0 0,1 0 0,-2 1 0,1-1 0,-2 1-1,0-1 1,-1 1 0,0 0 0,-1 0 0,0 0 0,-1 0 0,-3 14 0,0-7-3,-1-1 1,0 1-1,-2-1 0,0-1 0,-1 1 0,-1-1 0,-22 34 1,21-38-8,-1-1 1,0 0 0,-16 13-1,23-23 1,0 0 0,0-1 0,0 0 0,0 0 1,-1 0-1,1 0 0,-1-1 0,0 1 0,0-1 0,0 0 0,0-1 0,0 0 0,0 1 0,-10 0 0,65-19 2224,21 6-2095,-1 4 1,1 3-1,0 3 0,77 9 1,-122-5-88,0 0 0,33 11 0,-50-12-292,0 1 1,1 1-1,-1 0 0,-1 0 1,1 0-1,0 1 1,-1 1-1,0 0 1,7 6-1,6 18-4813</inkml:trace>
</inkml:ink>
</file>

<file path=ppt/ink/ink3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45.506"/>
    </inkml:context>
    <inkml:brush xml:id="br0">
      <inkml:brushProperty name="width" value="0.025" units="cm"/>
      <inkml:brushProperty name="height" value="0.025" units="cm"/>
    </inkml:brush>
  </inkml:definitions>
  <inkml:trace contextRef="#ctx0" brushRef="#br0">1 246 22197,'11'-10'-21,"6"-2"84,1 1 0,-1 0 0,2 2 0,0 0 0,0 0 0,0 2 0,1 1 0,35-7 0,192-21 58,-185 27-110,1570-89 2043,4 91-3617,-1613 4 566,-1-1-837,-13 4-4314,-23-8-3787</inkml:trace>
</inkml:ink>
</file>

<file path=ppt/ink/ink3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48.507"/>
    </inkml:context>
    <inkml:brush xml:id="br0">
      <inkml:brushProperty name="width" value="0.025" units="cm"/>
      <inkml:brushProperty name="height" value="0.025" units="cm"/>
    </inkml:brush>
  </inkml:definitions>
  <inkml:trace contextRef="#ctx0" brushRef="#br0">184 302 10570,'-2'-18'1055,"0"11"-280,1-1 0,0 0 0,1 0 0,0-1 0,0 1 0,0 0 0,3-12 0,-2 20-753,0-1 0,-1 1 0,1-1 0,-1 0 0,1 1 0,0-1 0,-1 1 0,1 0 0,0-1 0,0 1 0,-1 0 0,1-1 0,0 1 0,0 0 0,-1 0 0,1-1 0,0 1 0,0 0 0,0 0 0,0 0 0,-1 0 0,1 0 0,0 0 0,0 1 0,0-1 0,-1 0 0,1 0 0,0 0 0,0 1 0,0-1 0,-1 0 0,1 1 0,0-1 0,-1 1 0,1-1 0,1 2 0,26 17 7,-14-5-12,-1 1-1,-1 0 0,-1 1 0,0 0 0,-1 1 1,-1 0-1,11 25 0,-16-30-11,1 0 0,-1 0-1,-1 0 1,0 1 0,-1 0 0,-1-1 0,0 1-1,0 0 1,-1 0 0,-1-1 0,0 1 0,-4 17 0,5-27-3,-1 0 1,0 0-1,0-1 1,0 1 0,0-1-1,0 1 1,-1-1 0,1 1-1,-1-1 1,1 0 0,-1 0-1,0 0 1,0 0-1,0 0 1,0 0 0,0 0-1,0 0 1,-1-1 0,1 1-1,-5 1 1,3-2 8,0 0-1,0 0 1,0-1 0,0 1 0,-1-1-1,1 0 1,0 0 0,0 0 0,0-1-1,-1 1 1,1-1 0,-5-2 0,-6-2 21,0-1 0,1-1 1,-1 0-1,2 0 1,-1-2-1,-14-11 0,12 7-2,1 0 1,0-1-1,1-1 0,1 0 0,-19-27 0,27 34-10,1 1 0,-1-1-1,1 0 1,0-1 0,1 1 0,0 0-1,0-1 1,1 0 0,0 0-1,1 0 1,0 1 0,0-1 0,1 0-1,0 0 1,1-10 0,1 13 3,0 1-1,0-1 1,0 1 0,1 0 0,-1-1-1,1 1 1,0 0 0,1 1 0,-1-1 0,1 1-1,0-1 1,0 1 0,1 0 0,-1 1 0,1-1-1,0 1 1,0 0 0,0 0 0,7-3 0,13-5 22,1 1 0,48-13 0,-66 21-44,474-85 5,-300 61-1693,-105 11-1799,-15-6-3006</inkml:trace>
</inkml:ink>
</file>

<file path=ppt/ink/ink3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49.508"/>
    </inkml:context>
    <inkml:brush xml:id="br0">
      <inkml:brushProperty name="width" value="0.025" units="cm"/>
      <inkml:brushProperty name="height" value="0.025" units="cm"/>
    </inkml:brush>
  </inkml:definitions>
  <inkml:trace contextRef="#ctx0" brushRef="#br0">20 73 5477,'-7'-8'7193,"8"-10"-4183,-1 15-2864,1 0 0,-1 0 0,1 1 0,0-1 1,0 0-1,0 0 0,0 1 0,1-1 0,2-4 1,-3 6-132,1-1 1,-1 1 0,1 0 0,-1 0 0,1 0 0,0-1 0,0 1 0,-1 1 0,1-1 0,0 0 0,0 0 0,0 1 0,0-1-1,0 1 1,0-1 0,0 1 0,0 0 0,0 0 0,0 0 0,2 0 0,-2 1-13,-1 0 1,1 0 0,-1-1-1,1 1 1,-1 0-1,0 0 1,1 0-1,-1 1 1,0-1 0,0 0-1,0 0 1,0 1-1,0-1 1,0 0-1,0 1 1,0-1-1,0 1 1,0 2 0,2 5-8,0 1 1,0 0 0,-2 0-1,1-1 1,-1 1 0,0 15 0,-4-2 2,-1 0 1,-1 0 0,0 0 0,-2-1 0,-1 0 0,0-1 0,-2 0 0,-15 25-1,2 1-3,23-46 4,-1-1 0,1 1 1,-1 0-1,1-1 0,0 1 0,-1 0 0,1-1 0,0 1 0,-1 0 0,1 0 0,0-1 1,0 1-1,0 0 0,0 0 0,0 0 0,0-1 0,0 1 0,0 0 0,0 0 0,0 0 1,0-1-1,1 1 0,-1 0 0,0 0 0,0-1 0,1 1 0,-1 0 0,1-1 0,-1 1 0,0 0 1,1-1-1,-1 1 0,1 0 0,0-1 0,0 1 0,1 0 0,1 0 0,-1 0 0,1 0 0,0-1 0,-1 1 0,1-1 0,-1 0 0,1 0 0,0 0 0,-1 0 0,5-1 0,15-3-13,45-12 0,-58 13 3,170-58-3988,-69 15-3017</inkml:trace>
</inkml:ink>
</file>

<file path=ppt/ink/ink3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50.074"/>
    </inkml:context>
    <inkml:brush xml:id="br0">
      <inkml:brushProperty name="width" value="0.025" units="cm"/>
      <inkml:brushProperty name="height" value="0.025" units="cm"/>
    </inkml:brush>
  </inkml:definitions>
  <inkml:trace contextRef="#ctx0" brushRef="#br0">0 49 9865,'2'-6'1516,"-1"-3"-561,-1 5-543,0 1 1,1 0-1,0 0 0,-1 0 0,1 0 0,0 0 1,0 0-1,0 0 0,2-3 0,9 54 1825,51 574 53,-59-605-2420,0-4-1663,-4-7-3469,0-11-274</inkml:trace>
</inkml:ink>
</file>

<file path=ppt/ink/ink3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50.338"/>
    </inkml:context>
    <inkml:brush xml:id="br0">
      <inkml:brushProperty name="width" value="0.025" units="cm"/>
      <inkml:brushProperty name="height" value="0.025" units="cm"/>
    </inkml:brush>
  </inkml:definitions>
  <inkml:trace contextRef="#ctx0" brushRef="#br0">0 154 13613,'1'-11'352,"-1"5"-233,1 1 1,-1-1-1,1 0 0,1 0 0,-1 0 0,1 1 0,0-1 0,0 0 1,1 1-1,-1 0 0,1 0 0,0 0 0,1 0 0,-1 0 1,1 0-1,0 1 0,0 0 0,1 0 0,-1 0 0,1 0 0,0 1 1,0 0-1,0 0 0,8-4 0,-1 3 15,-1 0 0,1 1 1,0 0-1,0 1 0,0 1 0,0 0 0,1 0 1,-1 1-1,18 2 0,-27-1-114,1-1 0,0 1 0,0 0-1,-1 0 1,1 0 0,0 1 0,-1-1 0,1 1 0,-1 0 0,0 0-1,1 0 1,-1 0 0,0 1 0,4 3 0,-6-3-20,1-1-1,-1 1 1,1 0 0,-1-1-1,0 1 1,0 0 0,0 0 0,-1 0-1,1-1 1,-1 1 0,1 0-1,-1 0 1,0 0 0,0 0 0,0 0-1,-1 0 1,1 0 0,-1 0-1,1 0 1,-1 0 0,-2 4 0,1-2-12,-1 1 0,0-1 0,0 0 1,0 0-1,0-1 0,-1 1 0,0-1 1,0 1-1,0-1 0,0 0 0,-1-1 1,0 1-1,1-1 0,-1 0 0,0 0 1,-9 3-1,3-1-857,-1 0 0,0-1 0,-1 0 0,1-1 0,-1-1-1,-19 2 1,-4-3-4410</inkml:trace>
</inkml:ink>
</file>

<file path=ppt/ink/ink3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50.739"/>
    </inkml:context>
    <inkml:brush xml:id="br0">
      <inkml:brushProperty name="width" value="0.025" units="cm"/>
      <inkml:brushProperty name="height" value="0.025" units="cm"/>
    </inkml:brush>
  </inkml:definitions>
  <inkml:trace contextRef="#ctx0" brushRef="#br0">1 34 14574,'10'-6'299,"-1"2"-111,0-1 0,0 2 1,1-1-1,-1 1 0,1 1 1,0-1-1,0 2 0,13-1 1,-20 1-171,1 1 1,-1 0 0,1 0-1,-1 1 1,1-1-1,-1 1 1,1-1 0,-1 1-1,1 0 1,-1 0-1,0 1 1,0-1-1,0 1 1,1 0 0,-1 0-1,-1 0 1,1 0-1,0 0 1,-1 0 0,1 1-1,-1-1 1,1 1-1,-1 0 1,0 0 0,0 0-1,-1 0 1,1 0-1,0 0 1,-1 0 0,0 1-1,2 5 1,-2-4-19,0 1 1,0 0 0,0 0-1,-1 0 1,0 0-1,0 1 1,0-1-1,-1 0 1,0 0 0,0 0-1,0-1 1,-1 1-1,0 0 1,0 0-1,0-1 1,-1 1 0,0-1-1,-4 7 1,-6 4-4,0-1 0,-1 0 1,0 0-1,-18 12 0,-1 3-15,68-29 39,217-56 10,-170 34-73,41-11-1175,3-8-3956</inkml:trace>
</inkml:ink>
</file>

<file path=ppt/ink/ink3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57.055"/>
    </inkml:context>
    <inkml:brush xml:id="br0">
      <inkml:brushProperty name="width" value="0.025" units="cm"/>
      <inkml:brushProperty name="height" value="0.025" units="cm"/>
    </inkml:brush>
  </inkml:definitions>
  <inkml:trace contextRef="#ctx0" brushRef="#br0">158 8665 9513,'0'0'1356,"-7"-2"-657,3 1-615,0 0-1,0 0 0,0-1 1,1 1-1,-1-1 1,0 0-1,1 0 0,0 0 1,-1-1-1,1 1 0,0-1 1,0 1-1,0-1 1,1 0-1,-1 0 0,1 0 1,-1-1-1,1 1 1,0-1-1,-2-6 0,-14-35 16,3-1 0,1 0 0,3-1 0,2-1 0,2 1 0,1-1 0,3 0-1,3-1 1,1 1 0,8-50 0,10-28-13,5 2 0,66-194 0,-46 190-10,6 3-1,119-215 1,-61 164 459,147-186 0,127-117-226,153-205 898,-389 479-470,170-318-1,-265 422-639,-4-3-1,52-168 0,-78 196-86,-4-1-1,-2 0 1,-5-1-1,2-123 1,-15 117 218,-4 0 1,-4 1 0,-39-155 0,-103-236 1119,140 437-1343,-128-351 75,-134-405 43,243 688-109,-8-23 42,6-2 0,-19-133 0,13-161-62,34 389 0,-1-1 0,-1 1-1,-3 0 1,-22-52-1,31 91-31,-1-1-1,1 1 0,0 0 1,0 0-1,0 1 0,1-1 0,-2 5 1,-45 236-52,31-140 63,-48 153 0,64-253 17,-14 34-177,15-38 177,-1 1-1,0-1 1,1 1 0,-1-1 0,0 0 0,0 1-1,1-1 1,-1 0 0,0 0 0,0 1 0,0-1-1,-1 0 1,1 0 0,0 0 0,0-1 0,-1 1-1,1 0 1,0 0 0,-1-1 0,-2 2 0,3-6 10,0 0 1,-1-1-1,2 1 1,-1 0 0,0-1-1,1 1 1,0 0 0,0-1-1,0 1 1,1-6-1,-1 4 4,11-146 45,0-3-7,-11 130-66,1-17-228,-10-82 0,9 114 130,7 16-92,8 8 208,32 12 7,1-2 0,1-2 0,1-2 0,82 22 0,-126-40-1,28 6 103,1-1-1,48 4 0,12 2 296,-65-5-362,-29-8-33,1 0 1,-1 1 0,0-1 0,1 0-1,-1 1 1,0-1 0,1 1 0,-1 0-1,0-1 1,0 1 0,0 0-1,0 0 1,1 0 0,-1 0 0,0 0-1,-1 0 1,1 0 0,2 2 0,-3-3-197,-3-4-1755,-7-15-3385</inkml:trace>
</inkml:ink>
</file>

<file path=ppt/ink/ink3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59.099"/>
    </inkml:context>
    <inkml:brush xml:id="br0">
      <inkml:brushProperty name="width" value="0.025" units="cm"/>
      <inkml:brushProperty name="height" value="0.025" units="cm"/>
    </inkml:brush>
  </inkml:definitions>
  <inkml:trace contextRef="#ctx0" brushRef="#br0">0 12 7751,'0'0'-320,"50"-12"-5317</inkml:trace>
</inkml:ink>
</file>

<file path=ppt/ink/ink3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02.731"/>
    </inkml:context>
    <inkml:brush xml:id="br0">
      <inkml:brushProperty name="width" value="0.025" units="cm"/>
      <inkml:brushProperty name="height" value="0.025" units="cm"/>
    </inkml:brush>
  </inkml:definitions>
  <inkml:trace contextRef="#ctx0" brushRef="#br0">16943 10058 4292,'-9'2'314,"1"-1"-1,-1 1 1,1-2 0,-1 0-1,1 0 1,-1 0-1,1-1 1,-1 0 0,1-1-1,-1 0 1,1 0 0,0-1-1,0 0 1,0 0 0,0-1-1,1 0 1,-1 0-1,1-1 1,0 0 0,0 0-1,1-1 1,0 0 0,-8-9-1,-29-24 668,0 2 1,-62-40-1,-105-54-380,174 110-94,-615-304 367,551 279-771,-561-228 82,-14 29-103,-909-221 809,348 223-792,715 150-75,-169-21 147,-993-37 0,674 103-191,5-64 77,-491-106 166,1316 193-222,-209-35 368,3-18-1,5-16 0,-546-211 1,624 175-172,6-13 1,-483-316-1,640 364-182,4-5-1,5-7 0,-210-220 1,271 248-7,3-3 0,4-3 0,4-2 0,3-3 1,5-2-1,3-2 0,-43-128 0,58 116 0,4-2-1,5-1 1,5-1 0,4-1-1,6 0 1,7-148 0,10 140-14,5 1 1,5 1-1,5 0 1,72-206 0,-42 188-2,5 3 1,6 2 0,5 3-1,94-127 1,382-441-26,-53 172 21,-363 405 8,6 6-1,162-103 0,-217 166-7,3 3 0,1 3 0,161-55 0,-126 62-1,1 5 0,174-21 0,-186 37 11,274-24 8,-339 39-45,-44 0 12,1-8-7699,-1-2 3630,0-11-3496</inkml:trace>
</inkml:ink>
</file>

<file path=ppt/ink/ink3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03.516"/>
    </inkml:context>
    <inkml:brush xml:id="br0">
      <inkml:brushProperty name="width" value="0.025" units="cm"/>
      <inkml:brushProperty name="height" value="0.025" units="cm"/>
    </inkml:brush>
  </inkml:definitions>
  <inkml:trace contextRef="#ctx0" brushRef="#br0">341 32 7175,'-1'0'131,"-1"-1"1,1 1-1,-1-1 1,1 0-1,0 1 1,-1-1-1,1 0 1,0 0-1,0 0 1,0 0-1,-1 0 1,1 0-1,0 0 1,0 0-1,0-1 1,1 1-1,-1 0 0,0-1 1,0 1-1,1 0 1,-1-1-1,1 1 1,-1-1-1,1 1 1,0-1-1,-1-1 1,4 4-128,0 0-1,-1 1 1,1 0 0,-1-1 0,1 1-1,-1 0 1,0 0 0,0 0-1,3 3 1,13 18 176,1-2 0,1 0-1,1-1 1,0-1 0,2-1 0,0-1-1,1-1 1,1-2 0,0 0-1,1-1 1,0-2 0,1 0 0,1-2-1,28 6 1,-37-12-70,-14-2-61,1-1 0,-1 1 0,1 1-1,-1-1 1,0 1 0,0 0 0,0 0 0,7 3 0,-21-1 4069,-28 13-3362,26-10-667,0 1 1,1 0-1,0 0 1,0 1-1,1 0 1,0 1-1,1 0 1,-10 15-1,-6 6-45,-39 45-18,-308 365-175,273-340-1362,0-20-3454</inkml:trace>
</inkml:ink>
</file>

<file path=ppt/ink/ink3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05.327"/>
    </inkml:context>
    <inkml:brush xml:id="br0">
      <inkml:brushProperty name="width" value="0.025" units="cm"/>
      <inkml:brushProperty name="height" value="0.025" units="cm"/>
    </inkml:brush>
  </inkml:definitions>
  <inkml:trace contextRef="#ctx0" brushRef="#br0">1 261 7944,'0'0'902,"0"-7"758,-1-9-1199,2-1 3411,12 39-2221,6 28-1648,-2 1-1,20 105 0,-25-95 29,32 94 1,-38-145 518,-2-12-86,2-24 218,0-54-259,-6 69-487,5-101-64,6-1 0,48-218 0,-58 329-163,9-29-245,-1 19-1811,2 6-4478,-6 6 1284</inkml:trace>
</inkml:ink>
</file>

<file path=ppt/ink/ink3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06.153"/>
    </inkml:context>
    <inkml:brush xml:id="br0">
      <inkml:brushProperty name="width" value="0.025" units="cm"/>
      <inkml:brushProperty name="height" value="0.025" units="cm"/>
    </inkml:brush>
  </inkml:definitions>
  <inkml:trace contextRef="#ctx0" brushRef="#br0">281 39 8680,'0'0'2515,"-8"-7"-1587,2 3-844,0 0 0,0 1-1,0-1 1,0 2 0,0-1-1,-1 0 1,1 1 0,-1 0-1,0 1 1,1 0-1,-1 0 1,0 0 0,0 1-1,0 0 1,0 0 0,1 0-1,-1 1 1,0 0 0,0 1-1,1 0 1,-1 0-1,1 0 1,-10 5 0,8-2-54,0 0 0,0 0 0,1 1 0,-1 0 0,1 1 0,1 0 0,0 0 1,0 0-1,0 0 0,-8 16 0,10-17-31,1 0-1,0 0 1,1 0 0,-1 0-1,1 1 1,1-1-1,-1 1 1,1 0 0,0-1-1,1 1 1,-1 0 0,1 0-1,0-1 1,1 1 0,2 12-1,-2-16 2,0-1-1,0 1 1,0-1-1,1 1 0,-1-1 1,1 1-1,-1-1 1,1 0-1,0 0 0,0 0 1,-1 0-1,2 0 1,-1 0-1,0 0 0,0-1 1,0 1-1,1-1 1,-1 0-1,1 0 0,-1 1 1,1-2-1,0 1 1,-1 0-1,1 0 0,0-1 1,0 0-1,-1 1 1,1-1-1,0 0 0,4-1 1,-2 1 4,0 0-1,1-1 1,-1 0 0,0 0-1,0-1 1,0 1 0,0-1 0,0 0-1,0-1 1,0 1 0,-1-1 0,1 0-1,-1 0 1,8-7 0,-5 3 74,0-1 0,-1 0 1,0 0-1,-1-1 1,0 1-1,0-1 0,-1 0 1,0 0-1,-1-1 1,1 1-1,-2-1 0,0 0 1,0 0-1,0 0 1,-1 0-1,-1 0 0,0 0 1,-2-15-1,2 24-23,0 0 0,-1 0 0,1 0 0,-1 0 0,1 0 0,-1 0-1,1 0 1,-1 0 0,1 0 0,-1 0 0,0 0 0,0 0 0,1 1 0,-1-1 0,0 0 0,0 1 0,0-1-1,0 0 1,0 1 0,0-1 0,0 1 0,-1-1 0,1 1-45,1 0 0,-1 0 0,1 0 0,-1 0 0,1 0 0,-1 0 0,1 0 0,-1 0 0,0 0 0,1 0 0,-1 1 0,1-1 0,-1 0 0,1 0 0,-1 0 0,1 1 0,0-1 0,-1 0 0,1 1 0,-1-1 0,1 0 0,-1 1 0,1-1 0,0 0 0,-1 1 0,1-1 0,0 1 0,-1-1 0,1 1 1,0-1-1,0 1 0,0-1 0,-1 1 0,1-1 0,0 1 0,0-1 0,0 1 0,0-1 0,0 1 0,0-1 0,0 1 0,0-1 0,0 1 0,0 0 0,1 10-5,0-1 0,1 0 1,0 0-1,1 0 0,0 0 1,0-1-1,1 1 0,0-1 1,1 1-1,0-2 0,1 1 1,-1 0-1,2-1 0,-1 0 1,1-1-1,0 1 0,1-1 1,0-1-1,0 1 0,0-1 1,1-1-1,11 7 1,-17-11-6,0 1 1,0-1-1,0 0 1,0 0-1,1-1 1,-1 1-1,0 0 1,0-1-1,1 0 1,-1 0-1,0 0 1,0 0-1,1 0 1,-1-1-1,0 0 1,0 1-1,0-1 1,4-2-1,-1 1 5,-1-1 0,0 0 0,-1-1 1,1 1-1,-1-1 0,1 0 0,-1 0 0,0 0 0,5-8 0,2-4 42,-2 1 0,0-1 0,-1-1 0,0 0-1,7-27 1,8 100 257,-19-47-304,1-1-1,-1 0 0,2 0 1,-1 0-1,1-1 0,0 1 1,1-2-1,0 1 0,0-1 0,13 9 1,-18-13 0,0-1 0,0 1 1,1-1-1,-1 0 0,1 0 1,-1 0-1,1-1 0,-1 1 1,1 0-1,-1-1 0,1 0 0,0 1 1,-1-1-1,1 0 0,0-1 1,-1 1-1,1 0 0,-1-1 1,1 1-1,0-1 0,-1 0 1,1 0-1,-1 0 0,0 0 1,1 0-1,-1-1 0,0 1 0,0-1 1,0 1-1,0-1 0,0 0 1,0 0-1,0 0 0,-1 0 1,1 0-1,0 0 0,-1 0 1,0-1-1,0 1 0,0 0 0,2-5 1,18-63 992,2 141-630,-4-14-2326,-7-21-5299,-9-30 712</inkml:trace>
</inkml:ink>
</file>

<file path=ppt/ink/ink3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06.324"/>
    </inkml:context>
    <inkml:brush xml:id="br0">
      <inkml:brushProperty name="width" value="0.025" units="cm"/>
      <inkml:brushProperty name="height" value="0.025" units="cm"/>
    </inkml:brush>
  </inkml:definitions>
  <inkml:trace contextRef="#ctx0" brushRef="#br0">3 63 11018,'0'0'2307,"-2"-44"-2211,9 30-128,1 9-609,5 5-2594,-1 0 737,3 0-1122</inkml:trace>
</inkml:ink>
</file>

<file path=ppt/ink/ink3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06.761"/>
    </inkml:context>
    <inkml:brush xml:id="br0">
      <inkml:brushProperty name="width" value="0.025" units="cm"/>
      <inkml:brushProperty name="height" value="0.025" units="cm"/>
    </inkml:brush>
  </inkml:definitions>
  <inkml:trace contextRef="#ctx0" brushRef="#br0">134 7 11115,'0'0'5071,"-7"2"-4484,-1 1-569,1-1 0,0 1 0,1 1-1,-1-1 1,0 1 0,1 0 0,0 1 0,0-1-1,0 1 1,1 0 0,-1 1 0,1-1 0,1 1-1,-1 0 1,1 1 0,0-1 0,-6 14 0,6-13-21,2 1 0,-1-1 0,1 1 1,0-1-1,0 1 0,1 0 1,0-1-1,1 1 0,0 0 1,0 8-1,1-14 3,-1 1 0,1-1 0,-1 0 1,1 0-1,0 0 0,-1 0 0,1 0 0,0 0 1,1 0-1,-1-1 0,0 1 0,0 0 1,1 0-1,-1-1 0,1 1 0,-1-1 0,1 1 1,0-1-1,0 0 0,0 0 0,-1 0 0,1 0 1,0 0-1,0 0 0,0 0 0,1-1 0,-1 1 1,0-1-1,0 1 0,0-1 0,0 0 1,0 0-1,1 0 0,-1 0 0,0 0 0,0-1 1,0 1-1,0 0 0,3-2 0,-1 1 4,0-1 0,0 1 0,0-1 0,0 0 0,0 0 0,0 0 0,-1-1 0,1 0 0,-1 1 0,0-1 0,1 0 0,-1-1 0,-1 1 1,1 0-1,0-1 0,-1 0 0,0 1 0,0-1 0,0 0 0,2-5 0,0-2 16,1 0 1,-2 0 0,1-1 0,-1 0-1,-1 1 1,1-16 0,-2 18 73,0-32-7,-1 39-1,0 1 0,-1-1 0,1 1 0,0-1 0,0 1 0,0-1 0,-1 1 0,1-1-1,-1 1 1,0-1 0,1 1 0,-1-1 0,0 1 0,0 0 0,1 0 0,-1-1 0,0 1 0,-1 0 0,1 0 0,-1-1 0,2 3-68,-1 1 1,1 0 0,0-1 0,0 1 0,0-1 0,1 1 0,-1 0-1,0-1 1,1 1 0,-1-1 0,1 1 0,-1 0 0,1-1 0,1 3 0,8 14-81,1-1 1,0 1-1,18 18 1,-24-29-966,1-1 1,0-1-1,0 1 1,0-1-1,1 0 1,9 6-1,0-5-3713</inkml:trace>
</inkml:ink>
</file>

<file path=ppt/ink/ink3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07.117"/>
    </inkml:context>
    <inkml:brush xml:id="br0">
      <inkml:brushProperty name="width" value="0.025" units="cm"/>
      <inkml:brushProperty name="height" value="0.025" units="cm"/>
    </inkml:brush>
  </inkml:definitions>
  <inkml:trace contextRef="#ctx0" brushRef="#br0">0 14 13068,'0'0'2974,"3"9"-2707,12 27-85,-9-23-154,0 0 0,-1 0 0,-1 0 0,0 0 0,-1 1 1,3 14-1,-6-28 36,-2-27 278,-1 6-338,1 0 0,1 1 0,3-32 0,-2 51-2,0 0 1,0 0 0,0 0 0,0 0 0,0 0 0,0 0 0,1 0 0,-1 0 0,0 0 0,1 0 0,-1 0 0,1 0 0,-1 0-1,1 0 1,0 0 0,-1 0 0,1 1 0,0-1 0,-1 0 0,1 0 0,0 1 0,0-1 0,0 1 0,0-1 0,0 0 0,0 1-1,0 0 1,0-1 0,1 0 0,0 1-5,1 0 0,-1 0 0,0 1 0,1-1-1,-1 0 1,1 1 0,-1-1 0,0 1 0,1 0-1,-1 0 1,0 0 0,3 1 0,6 4-8,-1 1 1,0-1-1,17 17 1,-7-2-12,12 10-1850,3-8-4570,-20-19 2800</inkml:trace>
</inkml:ink>
</file>

<file path=ppt/ink/ink3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07.509"/>
    </inkml:context>
    <inkml:brush xml:id="br0">
      <inkml:brushProperty name="width" value="0.025" units="cm"/>
      <inkml:brushProperty name="height" value="0.025" units="cm"/>
    </inkml:brush>
  </inkml:definitions>
  <inkml:trace contextRef="#ctx0" brushRef="#br0">76 12 10634,'0'0'4511,"-8"-3"-3545,6 1-941,-1 1-1,1 0 0,-1 0 1,1 0-1,-1 1 0,1-1 1,-1 1-1,1-1 0,-1 1 0,0 0 1,1 0-1,-6 0 0,6 1 2,0 0 0,1 0 0,-1 0 0,0 1 0,1-1 0,-1 0 0,1 1 0,-1-1 0,1 1 0,0 0 0,0-1 0,0 1 0,0 0 0,0 0 0,0-1 0,0 1 0,0 0 0,1 0 0,-1 0 0,1 0 0,-1 0 0,1 0 0,0 4 0,-1 0 0,0 1 0,0-1 0,0 1 0,1-1 0,0 1 0,1-1 0,-1 1 0,1-1 0,1 0 1,-1 1-1,1-1 0,3 8 0,-3-10-18,0-1 1,0 0-1,0 0 1,0 0-1,1 0 1,-1 0-1,1 0 1,-1-1-1,1 1 1,0-1-1,0 0 0,0 0 1,1 0-1,-1 0 1,0-1-1,1 1 1,-1-1-1,1 0 1,-1 0-1,1 0 1,0 0-1,6 0 1,1-1-18,0-1 0,0 0 1,0 0-1,0-1 0,0-1 1,-1 1-1,1-2 0,-1 0 1,0 0-1,0 0 0,0-2 1,-1 1-1,1-1 0,-1 0 1,-1-1-1,1 0 0,-1-1 0,0 1 1,-1-2-1,0 1 0,0-1 1,-1 0-1,6-10 0,-11 18 11,0 0 0,-1-1 0,1 1 0,0 0 0,0-1 0,-1 1 0,1-1 0,-1 1 0,1-1 0,-1 1 0,0-1 0,1 1-1,-1-1 1,0 1 0,0-1 0,0 1 0,0-1 0,0 1 0,-1-4 0,0 5-1,1-1-1,-1 1 1,1-1 0,-1 1 0,0-1-1,0 1 1,1-1 0,-1 1 0,0 0-1,0-1 1,1 1 0,-1 0-1,0 0 1,0-1 0,0 1 0,1 0-1,-1 0 1,0 0 0,0 0 0,0 0-1,1 0 1,-1 0 0,0 0 0,0 1-1,-1-1 1,-3 1 11,1 1 0,-1-1 0,1 1 0,-1 0 1,1 0-1,0 0 0,-1 0 0,1 1 0,0 0 0,1 0 0,-6 5 0,7-7 9,0 1-1,1 0 1,-1-1-1,1 1 1,-1 0-1,1 0 1,0 0-1,0 0 1,0 0-1,0 0 1,0 0-1,0 1 1,0-1-1,1 0 1,-1 0-1,1 1 1,0-1-1,-1 0 1,1 1-1,0-1 1,1 0-1,-1 1 1,0-1-1,1 0 1,-1 1-1,2 1 1,-1-1-9,2-1 0,-1 0 0,0 0 0,0 0 0,1-1 0,-1 1 0,1-1 0,-1 1 0,1-1 0,0 0 0,0 0 0,0 0 0,-1 0 0,1 0 0,0-1 0,0 1 0,0-1 0,0 0 0,0 0 0,4 0 0,23 1-182,0-2-1,1-1 0,-1-2 0,0 0 0,0-2 0,-1-2 1,53-19-1,16-18-3908</inkml:trace>
</inkml:ink>
</file>

<file path=ppt/ink/ink3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09.909"/>
    </inkml:context>
    <inkml:brush xml:id="br0">
      <inkml:brushProperty name="width" value="0.025" units="cm"/>
      <inkml:brushProperty name="height" value="0.025" units="cm"/>
    </inkml:brush>
  </inkml:definitions>
  <inkml:trace contextRef="#ctx0" brushRef="#br0">0 864 1602,'0'0'1788,"6"7"-1735,19 20 150,-22-26-114,-1 1 0,1-1 0,0 0 0,-1 0 0,1 0 0,0 0 0,0-1 0,0 1 0,0-1 0,0 0 0,0 0 0,-1 0 0,1 0 0,0 0 0,0 0 0,0-1 0,0 0 0,0 1 0,4-3 0,-2 2 69,200-55 2456,52-11-1246,587-105 764,-317 68-1568,119-19 228,695-164 1117,-1264 266-1908,90-27-882,-155 41-682,-12 7 1497,0 0 1,0 0-1,0 0 0,0-1 1,0 1-1,1 0 0,-1 0 1,0 0-1,0 0 0,0-1 1,0 1-1,0 0 0,0 0 1,0 0-1,0-1 0,0 1 1,0 0-1,1 0 0,-1 0 0,0-1 1,0 1-1,0 0 0,0 0 1,-1 0-1,1-1 0,0 1 1,0 0-1,0 0 0,0 0 1,0-1-1,0 1 0,0 0 1,0 0-1,0 0 0,0 0 1,0-1-1,-1 1 0,1 0 1,0 0-1,0 0 0,0 0 1,0 0-1,-1-1 0,1 1 0,0 0 1,0 0-1,0 0 0,0 0 1,-1 0-1,1 0 0,0 0 1,0 0-1,0 0 0,-1 0 1,1 0-1,0 0 0,-27-8-4162</inkml:trace>
</inkml:ink>
</file>

<file path=ppt/ink/ink3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10.266"/>
    </inkml:context>
    <inkml:brush xml:id="br0">
      <inkml:brushProperty name="width" value="0.025" units="cm"/>
      <inkml:brushProperty name="height" value="0.025" units="cm"/>
    </inkml:brush>
  </inkml:definitions>
  <inkml:trace contextRef="#ctx0" brushRef="#br0">29 845 7655,'-7'2'118,"-14"4"720,69-13 69,1104-159 1898,327-61-2663,-30-104-297,-1207 270-1206,-20 0-1132</inkml:trace>
</inkml:ink>
</file>

<file path=ppt/ink/ink3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16.043"/>
    </inkml:context>
    <inkml:brush xml:id="br0">
      <inkml:brushProperty name="width" value="0.025" units="cm"/>
      <inkml:brushProperty name="height" value="0.025" units="cm"/>
    </inkml:brush>
  </inkml:definitions>
  <inkml:trace contextRef="#ctx0" brushRef="#br0">8 117 2883,'0'0'2717,"-3"4"-2151,2-4-522,1 0 0,0 0-1,0 0 1,-1 0 0,1 0 0,0 1 0,0-1 0,-1 0-1,1 0 1,0 0 0,0 0 0,0 1 0,-1-1 0,1 0-1,0 0 1,0 0 0,0 1 0,0-1 0,0 0 0,-1 0-1,1 1 1,0-1 0,0 0 0,0 0 0,0 1 0,0-1-1,0 0 1,0 1 0,0-1 0,0 0 0,0 0 0,0 1 0,0-1-1,0 0 1,0 0 0,0 1 0,0-1 0,0 0 0,1 0-1,-1 1 1,0-1 0,0 0 0,0 0 0,0 1 0,0-1-1,1 0 1,-1 0 0,0 0 0,0 1 0,0-1 0,1 0-1,-1 0 1,23-3 1435,53-27-8,-33 13-738,171-45 436,-185 55-1023,0 2 1,1 1 0,0 2 0,-1 1 0,45 3-1,-72-2-146,0 0-1,0 0 1,0 0-1,0 0 1,-1 0-1,1 0 1,0 1-1,0-1 1,0 1-1,0 0 1,-1-1-1,1 1 1,0 0-1,-1 0 1,1 0-1,-1 0 1,1 0-1,-1 0 1,1 0-1,-1 1 1,0-1-1,1 1 1,-1-1-1,0 1 1,0-1-1,0 1 1,0-1-1,0 1 1,-1 0-1,1 0 1,0-1-1,-1 1 1,1 0-1,-1 0 1,0 0-1,0 0 1,0 0-1,0 0 1,0-1-1,0 1 1,0 0-1,0 0 1,-1 0-1,1 0 1,-1-1-1,1 1 1,-1 0-1,-1 2 1,-5 12-7,-1 0 0,0-1 0,-1 0-1,-15 19 1,8-10 3,-168 315-7,34-55-3,110-217 14,-3-2-1,-55 64 1,73-110 50,19-18 21,15-14 0,-3 7-42,1 1-1,-1-1 1,1 1-1,0 0 1,1 1 0,-1-1-1,1 2 1,0-1 0,0 1-1,0 0 1,0 0 0,1 1-1,-1 1 1,0-1 0,1 1-1,0 0 1,-1 1 0,14 1-1,-3 1-20,0 1-1,1 1 0,-2 0 1,1 1-1,0 1 0,-1 1 1,20 11-1,-37-18-25,61 26-198,-59-24-124,0-1-1,1 0 1,-1 0-1,1-1 1,-1 1-1,1-1 1,-1 0-1,1 0 1,0 0 0,-1 0-1,1 0 1,-1-1-1,1 0 1,-1 0-1,1 0 1,3-1-1,4-9-2061</inkml:trace>
</inkml:ink>
</file>

<file path=ppt/ink/ink3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16.261"/>
    </inkml:context>
    <inkml:brush xml:id="br0">
      <inkml:brushProperty name="width" value="0.025" units="cm"/>
      <inkml:brushProperty name="height" value="0.025" units="cm"/>
    </inkml:brush>
  </inkml:definitions>
  <inkml:trace contextRef="#ctx0" brushRef="#br0">1 1 13293,'0'0'1441,"20"55"-1377,-18-26 64,-1 5-32,0 3 0,-1 3-64,0-1 0,2-2 0,1-3-32,2-4-32,0-7-64,1-8-672,0-11-2820,-3-4-480</inkml:trace>
</inkml:ink>
</file>

<file path=ppt/ink/ink3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16.744"/>
    </inkml:context>
    <inkml:brush xml:id="br0">
      <inkml:brushProperty name="width" value="0.025" units="cm"/>
      <inkml:brushProperty name="height" value="0.025" units="cm"/>
    </inkml:brush>
  </inkml:definitions>
  <inkml:trace contextRef="#ctx0" brushRef="#br0">1 70 6726,'0'0'871,"3"-8"-343,-1 3-436,0 0 0,0 0 0,0 1 0,1-1-1,0 1 1,0-1 0,0 1 0,5-5 0,-6 8-51,0-1 0,0 1 1,0-1-1,0 1 0,0 0 0,0-1 1,0 1-1,1 0 0,-1 0 0,1 1 0,-1-1 1,0 0-1,1 1 0,-1 0 0,1-1 1,-1 1-1,1 0 0,-1 0 0,1 1 1,-1-1-1,1 0 0,-1 1 0,1 0 1,2 0-1,-3 1-38,1-1 1,-1 1 0,0-1 0,0 1-1,0 0 1,0 0 0,0 0-1,0 0 1,-1 0 0,1 0 0,0 1-1,-1-1 1,0 0 0,0 1-1,1-1 1,-2 1 0,1 0 0,0-1-1,0 1 1,-1 0 0,1-1-1,-1 6 1,1 63 50,-3-57-43,-1-1 1,0 0 0,-1 1 0,-1-2 0,0 1-1,-13 24 1,10-23 4,2 0-1,-1 1 1,2 0-1,-6 20 1,11-34 30,0 0 0,0 0 1,1 0-1,-1 0 1,0 0-1,0 0 0,0 0 1,1 0-1,-1-1 0,0 1 1,1 0-1,-1 0 0,1 0 1,-1 0-1,1 0 0,-1 0 1,1-1-1,0 1 1,-1 0-1,1-1 0,0 1 1,0 0-1,-1-1 0,1 1 1,0-1-1,0 1 0,0-1 1,0 1-1,0-1 0,0 0 1,0 1-1,0-1 1,0 0-1,0 0 0,0 0 1,0 0-1,0 0 0,0 0 1,0 0-1,1 0 0,52-2 1548,-43 1-1816,84-13-2,-32 1-3262,-31 5-817</inkml:trace>
</inkml:ink>
</file>

<file path=ppt/ink/ink3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17.135"/>
    </inkml:context>
    <inkml:brush xml:id="br0">
      <inkml:brushProperty name="width" value="0.025" units="cm"/>
      <inkml:brushProperty name="height" value="0.025" units="cm"/>
    </inkml:brush>
  </inkml:definitions>
  <inkml:trace contextRef="#ctx0" brushRef="#br0">1 73 5605,'0'0'7757,"13"-5"-7186,58-11-243,138-14 0,-197 28-365,62-9-4815,-67 8 1782,-6-3-2311</inkml:trace>
</inkml:ink>
</file>

<file path=ppt/ink/ink3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17.351"/>
    </inkml:context>
    <inkml:brush xml:id="br0">
      <inkml:brushProperty name="width" value="0.025" units="cm"/>
      <inkml:brushProperty name="height" value="0.025" units="cm"/>
    </inkml:brush>
  </inkml:definitions>
  <inkml:trace contextRef="#ctx0" brushRef="#br0">19 0 9065,'0'0'3875,"-19"51"-3683,27-14-63,2 6-65,0 5-32,-1 3-32,-1 2-32,1 0 0,-3-2-32,-1-7-353,-2-8-3138,-3-11-4293</inkml:trace>
</inkml:ink>
</file>

<file path=ppt/ink/ink3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17.990"/>
    </inkml:context>
    <inkml:brush xml:id="br0">
      <inkml:brushProperty name="width" value="0.025" units="cm"/>
      <inkml:brushProperty name="height" value="0.025" units="cm"/>
    </inkml:brush>
  </inkml:definitions>
  <inkml:trace contextRef="#ctx0" brushRef="#br0">0 75 9545,'0'0'539,"8"-3"-432,38-13 297,0 2 0,1 2 0,1 2 0,0 2 0,79-3 0,-126 11-403,0 0 1,1 0 0,-1 0 0,0 0-1,0 0 1,0 1 0,0-1 0,1 1-1,-1-1 1,0 1 0,0-1 0,0 1-1,0-1 1,0 1 0,0 0 0,0 0-1,0-1 1,0 1 0,0 0 0,-1 0-1,1 0 1,0 0 0,0 0 0,-1 0-1,1 0 1,-1 0 0,1 0 0,-1 1-1,1-1 1,-1 0 0,0 0 0,0 0-1,0 1 1,1-1 0,-1 0 0,0 0-1,0 0 1,0 1 0,-1-1 0,1 0-1,-1 2 1,0 5 8,0 0 0,-1 0 0,0 0 0,0-1 0,-5 10 0,-85 167 181,56-116-77,2 1 1,-34 104-1,16 47-109,54-225 134,-1 1-1,2-1 1,-1 1 0,0 0-1,1 0 1,0 0-1,0 0 1,0 0-1,0 1 1,1-1 0,-1 1-1,1 0 1,0 0-1,0 0 1,0 1-1,1-1 1,-1 1 0,7-3-1,0 0-139,1 1 0,-1-1 0,1 2 0,-1 0 1,1 0-1,24-2 0,-23 5-186,-1 0 0,1 1 0,0 0 0,0 1 1,-1 0-1,1 1 0,-1 1 0,1 0 0,-1 0 0,17 10 0,-12-7-3069,-4-4-844</inkml:trace>
</inkml:ink>
</file>

<file path=ppt/ink/ink3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18.350"/>
    </inkml:context>
    <inkml:brush xml:id="br0">
      <inkml:brushProperty name="width" value="0.025" units="cm"/>
      <inkml:brushProperty name="height" value="0.025" units="cm"/>
    </inkml:brush>
  </inkml:definitions>
  <inkml:trace contextRef="#ctx0" brushRef="#br0">0 82 14253,'0'0'177,"6"-9"63,-2 1-189,1 0 0,0 1 1,1 0-1,-1 0 0,2 1 0,10-10 1,-15 14-44,0 1 1,-1 0 0,1 0-1,0-1 1,0 1-1,-1 0 1,1 1 0,0-1-1,0 0 1,0 1-1,0-1 1,0 1 0,0-1-1,0 1 1,1 0 0,-1 0-1,0 0 1,0 0-1,0 0 1,0 1 0,0-1-1,0 0 1,0 1-1,0 0 1,0-1 0,0 1-1,0 0 1,0 0 0,-1 0-1,1 0 1,0 0-1,-1 1 1,1-1 0,0 1-1,-1-1 1,0 1-1,1-1 1,-1 1 0,0 0-1,0-1 1,2 5 0,1 1-12,0 0 0,0 0 0,-1 1 0,0-1 0,0 1 0,-1 0 1,0 0-1,0 0 0,-1 0 0,0 0 0,0 0 0,-1 0 0,0 1 0,0-1 1,-1 0-1,0 0 0,-1 0 0,-4 13 0,-4 7-10,-1-2 0,-1 1 0,-30 45 0,20-36 50,22-35-36,-1-1-1,1 1 1,-1 0 0,1-1-1,-1 1 1,1 0 0,0 0-1,-1-1 1,1 1 0,0 0-1,-1 0 1,1 0 0,0 0-1,0-1 1,0 1-1,0 0 1,0 0 0,0 0-1,0 0 1,0 0 0,0 0-1,0-1 1,0 1 0,1 0-1,-1 0 1,1 1 0,0-2-1,0 1 1,0-1 0,-1 1 0,1-1 0,0 1 0,0-1 0,0 0 0,1 1 0,-1-1 0,0 0 0,0 0 0,0 0 0,0 0 0,0 0 0,0 0 0,0 0 0,2-1 0,48-15 18,-30 6-689,-1-1 0,0-1 0,-1 0 0,-1-2 0,0 0 0,-1-1 0,24-26 0,-14 5-2458</inkml:trace>
</inkml:ink>
</file>

<file path=ppt/ink/ink3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18.758"/>
    </inkml:context>
    <inkml:brush xml:id="br0">
      <inkml:brushProperty name="width" value="0.025" units="cm"/>
      <inkml:brushProperty name="height" value="0.025" units="cm"/>
    </inkml:brush>
  </inkml:definitions>
  <inkml:trace contextRef="#ctx0" brushRef="#br0">1 66 8840,'0'0'-37,"2"-8"101,-1 4-39,0 0 0,0 0 0,1 0 0,0 0 0,0 0 0,0 0 0,0 1-1,0-1 1,1 1 0,3-5 0,-4 7-2,-1 0-1,1 0 1,-1 0-1,1 0 1,0 0-1,-1 0 0,1 0 1,0 0-1,0 1 1,0-1-1,0 1 1,0-1-1,0 1 1,0 0-1,0 0 1,0 0-1,-1 0 1,1 0-1,0 0 0,0 0 1,0 1-1,0-1 1,0 1-1,0-1 1,0 1-1,0 0 1,-1 0-1,1 0 1,0 0-1,-1 0 1,3 2-1,0 0-18,1 1 1,-1 0-1,1 0 1,-1 0-1,-1 0 1,1 1-1,-1 0 1,1 0-1,-1 0 0,-1 0 1,1 0-1,-1 0 1,0 1-1,0-1 1,0 1-1,-1 0 0,0-1 1,0 1-1,0 0 1,-1 0-1,0 0 1,0 0-1,0-1 1,-1 1-1,-2 10 0,-3 11 0,-1 0-1,0 0 0,-23 48 0,28-71 6,-9 31 25,11-34-22,1 0-1,-1 0 1,0-1 0,0 1-1,0 0 1,1 0-1,-1 0 1,1-1 0,-1 1-1,0 0 1,1-1 0,-1 1-1,1 0 1,-1-1 0,1 1-1,0 0 1,-1-1-1,1 1 1,0-1 0,-1 1-1,1-1 1,0 0 0,0 1-1,-1-1 1,1 0-1,0 1 1,0-1 0,0 0-1,-1 0 1,1 0 0,0 0-1,0 0 1,0 0-1,0 0 1,0 0 0,-1 0-1,1 0 1,1 0 0,121-5 1476,-3-8-3275,-81 7-776</inkml:trace>
</inkml:ink>
</file>

<file path=ppt/ink/ink3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19.116"/>
    </inkml:context>
    <inkml:brush xml:id="br0">
      <inkml:brushProperty name="width" value="0.025" units="cm"/>
      <inkml:brushProperty name="height" value="0.025" units="cm"/>
    </inkml:brush>
  </inkml:definitions>
  <inkml:trace contextRef="#ctx0" brushRef="#br0">1 77 9065,'0'0'6342,"54"-20"-6054,-17 16 32,6 0-64,3-1-160,-1 2-63,-1-1-1,-5 1-64,-3 1 32,-7-1-545,-7-2-1281,-9 0-1473,-9-4 128,-6 0-3876</inkml:trace>
</inkml:ink>
</file>

<file path=ppt/ink/ink3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19.333"/>
    </inkml:context>
    <inkml:brush xml:id="br0">
      <inkml:brushProperty name="width" value="0.025" units="cm"/>
      <inkml:brushProperty name="height" value="0.025" units="cm"/>
    </inkml:brush>
  </inkml:definitions>
  <inkml:trace contextRef="#ctx0" brushRef="#br0">53 19 7623,'0'0'518,"-8"-3"705,1-1-720,-12-5-51,1 7 2634,29 26-2595,3 3-454,0 1 0,-2 0 0,-1 1 0,-2 0 0,9 40 1,4 14-5066,-19-72 293</inkml:trace>
</inkml:ink>
</file>

<file path=ppt/ink/ink3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19.614"/>
    </inkml:context>
    <inkml:brush xml:id="br0">
      <inkml:brushProperty name="width" value="0.025" units="cm"/>
      <inkml:brushProperty name="height" value="0.025" units="cm"/>
    </inkml:brush>
  </inkml:definitions>
  <inkml:trace contextRef="#ctx0" brushRef="#br0">1 0 10570,'0'0'5926,"14"19"-6695,-13-13-2050</inkml:trace>
</inkml:ink>
</file>

<file path=ppt/ink/ink3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19.814"/>
    </inkml:context>
    <inkml:brush xml:id="br0">
      <inkml:brushProperty name="width" value="0.025" units="cm"/>
      <inkml:brushProperty name="height" value="0.025" units="cm"/>
    </inkml:brush>
  </inkml:definitions>
  <inkml:trace contextRef="#ctx0" brushRef="#br0">1 1 14286,'0'0'704,"11"29"-3587,-8-28-704</inkml:trace>
</inkml:ink>
</file>

<file path=ppt/ink/ink3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19.984"/>
    </inkml:context>
    <inkml:brush xml:id="br0">
      <inkml:brushProperty name="width" value="0.025" units="cm"/>
      <inkml:brushProperty name="height" value="0.025" units="cm"/>
    </inkml:brush>
  </inkml:definitions>
  <inkml:trace contextRef="#ctx0" brushRef="#br0">0 0 16848,'0'0'160</inkml:trace>
</inkml:ink>
</file>

<file path=ppt/ink/ink3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20.703"/>
    </inkml:context>
    <inkml:brush xml:id="br0">
      <inkml:brushProperty name="width" value="0.025" units="cm"/>
      <inkml:brushProperty name="height" value="0.025" units="cm"/>
    </inkml:brush>
  </inkml:definitions>
  <inkml:trace contextRef="#ctx0" brushRef="#br0">1 113 7495,'0'0'1591,"8"-7"-502,6-1-799,0 1-1,1 0 1,0 1-1,0 0 1,1 2 0,0-1-1,30-3 1,266-45 457,-305 51-1051</inkml:trace>
</inkml:ink>
</file>

<file path=ppt/ink/ink3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20.907"/>
    </inkml:context>
    <inkml:brush xml:id="br0">
      <inkml:brushProperty name="width" value="0.025" units="cm"/>
      <inkml:brushProperty name="height" value="0.025" units="cm"/>
    </inkml:brush>
  </inkml:definitions>
  <inkml:trace contextRef="#ctx0" brushRef="#br0">21 1 9929,'0'0'3107,"-20"43"-2338,20-8-449,0 8-288,4 8 0,3 6-64,0 5-64,-1-3 32,-2-8-2626,3-16-3460</inkml:trace>
</inkml:ink>
</file>

<file path=ppt/ink/ink3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21.484"/>
    </inkml:context>
    <inkml:brush xml:id="br0">
      <inkml:brushProperty name="width" value="0.025" units="cm"/>
      <inkml:brushProperty name="height" value="0.025" units="cm"/>
    </inkml:brush>
  </inkml:definitions>
  <inkml:trace contextRef="#ctx0" brushRef="#br0">69 38 11851,'-7'0'240,"-55"0"2798,75-1-2928,-1-1 0,0 0 0,22-7 0,12-2-32,-8 5-57,0 2 1,0 2-1,62 3 0,-97-1-20,0 0 1,0 0-1,-1 1 0,1-1 0,0 1 0,-1-1 1,1 1-1,0 0 0,-1 0 0,1 1 0,-1-1 1,1 0-1,-1 1 0,0-1 0,0 1 0,1 0 1,-1 0-1,0 0 0,-1 0 0,1 0 0,2 4 1,-2-3-2,-1 1 1,0 0-1,0-1 1,0 1-1,0 0 1,-1 0-1,0 0 1,0-1-1,0 1 1,0 0 0,0 0-1,-1 0 1,-1 6-1,-4 10 4,-1-1 0,-1 0 0,-1 0 0,-15 25 0,-88 130 59,73-119-64,3 1 0,2 1-1,-46 111 1,78-163-6,0 0-1,0 1 1,1-1 0,0 1-1,0-1 1,0 1-1,0 9 1,1-15 7,0 1 1,0 0-1,1 0 1,-1-1-1,0 1 0,0 0 1,1-1-1,-1 1 1,0 0-1,1-1 0,-1 1 1,0-1-1,1 1 1,-1 0-1,1-1 0,-1 1 1,1-1-1,-1 1 1,1-1-1,0 0 0,-1 1 1,1-1-1,1 1 1,0-1 4,0 1 1,0-1 0,0 0 0,0 0 0,0 0 0,0 0 0,0 0 0,0 0 0,0-1-1,0 1 1,0-1 0,3-1 0,19-7 127,-1-2-1,0-1 1,30-21-1,15-8-11,-58 36-109,94-44 83,-95 45-94,1 1 1,0 0 0,1 0 0,-1 1 0,0 1 0,1 0-1,-1 0 1,19 1 0,-27 0-22,-1 1-1,1-1 0,-1 1 1,1-1-1,-1 1 1,1-1-1,-1 1 0,1 0 1,-1-1-1,1 1 1,-1 0-1,0 0 0,0 0 1,1 0-1,-1 1 1,0-1-1,0 0 1,0 0-1,0 1 0,0-1 1,-1 0-1,1 1 1,1 2-1,6 37-6403,-8-24 220</inkml:trace>
</inkml:ink>
</file>

<file path=ppt/ink/ink3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21.750"/>
    </inkml:context>
    <inkml:brush xml:id="br0">
      <inkml:brushProperty name="width" value="0.025" units="cm"/>
      <inkml:brushProperty name="height" value="0.025" units="cm"/>
    </inkml:brush>
  </inkml:definitions>
  <inkml:trace contextRef="#ctx0" brushRef="#br0">11 0 11915,'0'0'470,"-1"10"-187,-6 81 1489,4 94 0,11-45-1358,27 147 0,-30-269-548,-2-18-777,-2-13-1161,-1-12-3619</inkml:trace>
</inkml:ink>
</file>

<file path=ppt/ink/ink3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22.032"/>
    </inkml:context>
    <inkml:brush xml:id="br0">
      <inkml:brushProperty name="width" value="0.025" units="cm"/>
      <inkml:brushProperty name="height" value="0.025" units="cm"/>
    </inkml:brush>
  </inkml:definitions>
  <inkml:trace contextRef="#ctx0" brushRef="#br0">27 208 12492,'-1'-15'-161,"-1"-2"356,1 0-1,1 0 0,1 0 0,0 1 1,5-23-1,-5 36-148,0-1 0,0 0 0,0 1 0,1-1 0,-1 1 0,1-1 0,0 1 0,0 0 0,0 0 0,1 0 0,-1 0 0,1 0 1,0 1-1,0-1 0,-1 1 0,2-1 0,-1 1 0,0 0 0,0 0 0,1 0 0,-1 1 0,1 0 0,-1-1 0,1 1 0,0 0 0,-1 0 0,1 1 0,0-1 0,4 1 0,-5 0-29,0 0-1,0 0 1,0 0-1,0 0 1,0 0-1,0 1 0,0 0 1,0-1-1,-1 1 1,1 0-1,0 1 1,0-1-1,-1 0 1,1 1-1,-1-1 1,1 1-1,-1 0 1,4 4-1,-2-2-1,-1 0-1,0 0 0,-1 0 1,1 1-1,-1-1 1,1 1-1,-1-1 0,-1 1 1,1 0-1,1 8 0,-2-5-13,1 0 0,-1 0 1,-1 0-1,0 1 0,0-1 0,0 0 0,-1 0 0,0 0 0,-1 0 0,0 0 0,0 0 0,-1 0 0,-6 15 0,4-17-46,0 1 1,0-1-1,0 0 1,0 0-1,-1-1 1,0 0-1,0 0 1,-1 0-1,1 0 1,-1-1-1,0 0 0,0-1 1,-12 5-1,15-7-303,-1 0-1,1 0 0,-1 0 1,0-1-1,1 1 0,-1-1 0,0 0 1,1 0-1,-6-2 0,-10-8-3073,4-14-2615</inkml:trace>
</inkml:ink>
</file>

<file path=ppt/ink/ink3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22.467"/>
    </inkml:context>
    <inkml:brush xml:id="br0">
      <inkml:brushProperty name="width" value="0.025" units="cm"/>
      <inkml:brushProperty name="height" value="0.025" units="cm"/>
    </inkml:brush>
  </inkml:definitions>
  <inkml:trace contextRef="#ctx0" brushRef="#br0">1 91 9801,'0'-9'70,"0"6"-139,0-6 164,0 1-1,0 0 0,1 0 0,2-15 1,-3 22-84,0 0 0,1 0-1,-1 0 1,0 0 0,0 0 0,1 0 0,-1 0 0,1 0 0,-1 0 0,1 0 0,-1 0 0,1 0 0,0 1 0,-1-1 0,1 0 0,0 0-1,0 0 1,0 1 0,-1-1 0,1 0 0,0 1 0,0-1 0,0 1 0,0-1 0,0 1 0,0 0 0,0-1 0,0 1 0,0 0 0,0 0 0,1 0-1,-1 0 1,0-1 0,0 1 0,0 1 0,0-1 0,0 0 0,0 0 0,0 0 0,0 1 0,0-1 0,0 0 0,0 1 0,0-1 0,0 1-1,0-1 1,0 1 0,0 0 0,0-1 0,0 1 0,-1 0 0,2 1 0,2 1-12,0 1 1,-1-1-1,1 1 0,-1 0 0,0 0 1,0 0-1,0 1 0,-1-1 1,1 1-1,-1-1 0,0 1 0,-1 0 1,1 0-1,-1 0 0,0 0 1,1 5-1,1 14-2,-1 0 1,-1 25 0,-1-38 0,1 0 8,-1 0 1,-1 0-1,0 0 1,-1 0-1,0-1 0,0 1 1,-1-1-1,0 1 1,-1-1-1,-1 0 1,1 0-1,-1-1 1,-8 11-1,59-32 1094,22-13-785,84-21 0,-122 36-3427,-11 0-5371</inkml:trace>
</inkml:ink>
</file>

<file path=ppt/ink/ink3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24.389"/>
    </inkml:context>
    <inkml:brush xml:id="br0">
      <inkml:brushProperty name="width" value="0.025" units="cm"/>
      <inkml:brushProperty name="height" value="0.025" units="cm"/>
    </inkml:brush>
  </inkml:definitions>
  <inkml:trace contextRef="#ctx0" brushRef="#br0">1 266 2915,'0'0'5472,"34"-8"-2147,21 19-2036,-38-6-1108,0-2 0,0 0 0,27 1 0,-37-3-169,0-1 0,1 0 0,-1 0 1,0 0-1,1-1 0,-1-1 0,0 1 0,0-1 1,0 0-1,0-1 0,0 1 0,-1-1 0,1-1 0,-1 1 1,0-1-1,1 0 0,-2-1 0,1 1 0,-1-1 0,1 0 1,-1-1-1,-1 1 0,1-1 0,5-9 0,19-42-34,-26 50 24,0 0 0,0 0 0,0 0 0,1 0 0,0 0 0,1 1 0,0-1 0,-1 1 1,2 0-1,-1 1 0,1-1 0,0 1 0,0 0 0,0 1 0,10-6 0,-1 3 67,1 0 1,1 1-1,-1 0 1,1 1-1,0 2 0,0-1 1,0 2-1,0 0 1,1 1-1,-1 1 0,29 3 1,-39-1-22,0 0 1,0 0-1,0 1 1,-1 0-1,1 0 1,-1 0-1,0 1 1,0 0-1,9 7 1,49 52 456,-19-19-59,-36-36-378,1-1 1,0 0 0,1 0 0,0-1-1,0 0 1,0-1 0,0-1-1,1 1 1,16 2 0,9 0 43,65 4 1,-53-7-353,-23-2-1521,-9-2-2195,-2 0-4265</inkml:trace>
</inkml:ink>
</file>

<file path=ppt/ink/ink3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25.234"/>
    </inkml:context>
    <inkml:brush xml:id="br0">
      <inkml:brushProperty name="width" value="0.025" units="cm"/>
      <inkml:brushProperty name="height" value="0.025" units="cm"/>
    </inkml:brush>
  </inkml:definitions>
  <inkml:trace contextRef="#ctx0" brushRef="#br0">12 186 448,'-5'-30'2959,"1"0"0,2 0 0,1-30 0,2 58-2921,-1 0 0,1 1 0,0-1 0,0 0 0,0 1 1,0-1-1,0 1 0,0 0 0,0-1 0,0 1 1,0 0-1,1 0 0,-1-1 0,1 1 0,-1 0 0,1 0 1,-1 1-1,1-1 0,-1 0 0,1 0 0,0 1 0,0-1 1,-1 1-1,1 0 0,0-1 0,0 1 0,2 0 0,55-6 145,-57 6-159,16 0 69,1 0 0,-1 2-1,1 0 1,-1 1-1,0 1 1,0 0-1,0 2 1,24 10-1,-17-4 128,0 2 0,-1 0 0,0 2 0,41 36 0,-39-28 48,-1 2 1,-1 1-1,-1 0 0,29 47 1,60 128 434,-68-118-549,-39-74-121,0 0 0,1-1-1,0 0 1,0 0-1,1-1 1,0 0 0,1 0-1,0-1 1,0 0-1,18 12 1,-21-16-79,0-1 1,0 0 0,0 0-1,0-1 1,0 1-1,0-1 1,1 0 0,-1-1-1,0 1 1,1-1-1,-1 0 1,0 0 0,1-1-1,-1 0 1,0 0-1,0 0 1,1 0 0,-1-1-1,0 0 1,0 0-1,-1 0 1,1-1-1,8-5 1,-7 4-682,0 0-1,0-1 1,0 1 0,-1-1-1,0 0 1,0-1 0,0 1-1,-1-1 1,0 0-1,0 0 1,5-12 0,4-15-7057</inkml:trace>
</inkml:ink>
</file>

<file path=ppt/ink/ink3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25.763"/>
    </inkml:context>
    <inkml:brush xml:id="br0">
      <inkml:brushProperty name="width" value="0.025" units="cm"/>
      <inkml:brushProperty name="height" value="0.025" units="cm"/>
    </inkml:brush>
  </inkml:definitions>
  <inkml:trace contextRef="#ctx0" brushRef="#br0">601 60 3171,'0'0'934,"-1"-9"214,-1-24-91,2 32-999,0 0 0,0 1 0,0-1 0,0 1 1,0-1-1,0 0 0,0 1 0,0-1 0,0 0 0,0 1 0,-1-1 0,1 1 1,0-1-1,0 0 0,0 1 0,-1-1 0,1 1 0,0-1 0,-1 1 0,1-1 1,-1 1-1,1-1 0,-1 1 0,1-1 0,-1 1 0,1 0 0,-1-1 0,1 1 1,-1 0-1,1-1 0,-1 1 0,1 0 0,-1 0 0,0 0 0,1-1 0,-1 1 0,0 0 1,1 0-1,-1 0 0,1 0 0,-1 0 0,0 0 0,1 0 0,-1 0 0,0 0 1,1 1-1,-1-1 0,1 0 0,-1 0 0,0 0 0,1 1 0,-1-1 0,1 0 1,-1 1-1,1-1 0,-1 0 0,1 1 0,-1-1 0,1 1 0,-1 0 0,-27 27 1242,28-27-1143,-54 72 2290,-59 108 0,26-39-1437,-107 134-518,118-171-487,73-102-55,1 1 1,-1 0 0,1 1-1,0-1 1,0 0-1,0 1 1,-1 4 0,32-17-5023,-9-14 551,5-10-3204</inkml:trace>
</inkml:ink>
</file>

<file path=ppt/ink/ink3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26.544"/>
    </inkml:context>
    <inkml:brush xml:id="br0">
      <inkml:brushProperty name="width" value="0.025" units="cm"/>
      <inkml:brushProperty name="height" value="0.025" units="cm"/>
    </inkml:brush>
  </inkml:definitions>
  <inkml:trace contextRef="#ctx0" brushRef="#br0">13 169 5029,'0'0'4174,"-2"-8"-3501,-1-1-450,1-1-1,0 0 1,0 1-1,1-1 1,1 0-1,0 0 1,1-19-1,0 26-177,0 0 1,-1 0-1,1 0 0,0 0 0,0 0 0,1 0 0,-1 0 0,1 0 0,-1 1 1,1-1-1,0 0 0,0 1 0,0 0 0,0-1 0,1 1 0,-1 0 0,0 0 1,1 0-1,0 0 0,-1 1 0,1-1 0,0 1 0,0 0 0,0-1 1,0 1-1,0 1 0,0-1 0,0 0 0,0 1 0,0-1 0,4 1 0,-2 0-45,1-1 0,-1 1 0,0 1 0,0-1 0,1 1 0,-1 0 0,0 0 0,0 0 0,0 1 0,0 0 0,0 0 0,0 0 0,-1 0 0,1 1 0,-1 0 0,1 0 0,-1 0 0,0 1 0,0-1 0,-1 1 0,1 0 0,3 4 0,-4-2 0,1 0 0,-1-1 0,0 1 0,0 1 0,-1-1 0,0 0 0,0 1 0,0-1 0,-1 1 0,0 0 0,0-1 0,-1 1 0,0 0 0,0 0 0,-1-1 0,1 1 0,-3 7 0,1-8 3,0 0-1,0 0 1,-1-1-1,1 1 0,-1-1 1,0 0-1,-1 0 1,0 0-1,1 0 1,-1-1-1,-1 1 0,1-1 1,-1 0-1,-7 5 1,-10 5 15,0 0 1,-27 11-1,20-10-8,107-9 1607,-37-3-456,40 7-1,-50-5-1037,0-1 0,-1-1 1,39-3-1,-69 0-284,1 0 0,-1 0 0,1 0 0,-1 0 0,1 0 0,0 0 0,-1 0 0,1-1 0,-1 1 0,1 0 0,-1 0 0,1-1 0,-1 1 0,1 0 0,-1-1 0,1 1 0,-1 0 0,0-1 0,1 1 0,-1 0 1,0-1-1,1 1 0,-1-1 0,0 1 0,1-1 0,-1 1 0,0-1 0,0 1 0,1-1 0,-1 1 0,0-1 0,0-1 0,1-11-7452</inkml:trace>
</inkml:ink>
</file>

<file path=ppt/ink/ink3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27.460"/>
    </inkml:context>
    <inkml:brush xml:id="br0">
      <inkml:brushProperty name="width" value="0.025" units="cm"/>
      <inkml:brushProperty name="height" value="0.025" units="cm"/>
    </inkml:brush>
  </inkml:definitions>
  <inkml:trace contextRef="#ctx0" brushRef="#br0">51 26 2915,'0'-2'220,"0"1"1,-1-1 0,1 1-1,0-1 1,0 0-1,-1 1 1,1-1 0,-1 1-1,1 0 1,-1-1-1,0 1 1,0-1 0,1 1-1,-1 0 1,-2-2-1,3 3-112,-1 0-1,1 1 1,-1-1-1,1 0 1,-1 0-1,1 1 1,-1-1 0,1 1-1,-1-1 1,1 0-1,-1 1 1,1-1-1,0 1 1,-1-1-1,1 1 1,0-1-1,0 1 1,-1-1-1,1 1 1,0-1-1,0 1 1,0-1-1,-1 1 1,1 0-1,0 0 1,-11 53 2124,-9 291 1922,20 172-2430,0-501-1706,-1-6-16,1 0 0,0 1-1,1-1 1,0 0 0,1 1-1,0-1 1,0 0 0,1 0 0,1 0-1,5 11 1,-9-20-51,0-1 1,0 0-1,0 1 0,1-1 1,-1 0-1,0 1 0,0-1 0,0 0 1,0 0-1,1 1 0,-1-1 1,0 0-1,0 0 0,1 1 1,-1-1-1,0 0 0,0 0 0,1 0 1,-1 0-1,0 0 0,1 1 1,-1-1-1,0 0 0,1 0 1,-1 0-1,0 0 0,1 0 0,-1 0 1,0 0-1,1 0 0,-1 0 1,0 0-1,1 0 0,-1 0 0,0 0 1,1 0-1,-1 0 0,0-1 1,0 1-1,1 0 0,-1 0 1,0 0-1,1 0 0,-1-1 0,0 1 1,0 0-1,1 0 0,-1-1 1,0 1-1,1-1 0,5-15-3334,-3-6-1186</inkml:trace>
</inkml:ink>
</file>

<file path=ppt/ink/ink3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27.962"/>
    </inkml:context>
    <inkml:brush xml:id="br0">
      <inkml:brushProperty name="width" value="0.025" units="cm"/>
      <inkml:brushProperty name="height" value="0.025" units="cm"/>
    </inkml:brush>
  </inkml:definitions>
  <inkml:trace contextRef="#ctx0" brushRef="#br0">78 99 2659,'0'0'6011,"-2"-8"-5686,2 6-264,-1-1 1,0 1-1,1-1 0,-1 0 0,1 1 0,0-1 0,0 1 1,0-1-1,0 0 0,0 1 0,1-1 0,-1 1 1,1-1-1,-1 1 0,1-1 0,0 1 0,0-1 1,0 1-1,1 0 0,-1-1 0,0 1 0,1 0 0,0 0 1,-1 0-1,1 0 0,0 0 0,0 1 0,0-1 1,0 0-1,0 1 0,0 0 0,1-1 0,-1 1 0,0 0 1,1 0-1,-1 0 0,1 1 0,3-2 0,1 0 51,0 0 0,0 0 0,1 0 0,-1 1 0,0 1 0,0-1-1,1 1 1,-1 0 0,0 0 0,1 1 0,-1 0 0,0 1-1,0-1 1,7 4 0,-10-4-93,-1 1 0,0 0 0,0 0 0,0 0 0,0 0-1,0 0 1,0 0 0,-1 1 0,1-1 0,-1 1 0,1 0 0,-1 0 0,0 0 0,0 0 0,-1 0-1,1 0 1,0 1 0,-1-1 0,0 0 0,0 1 0,0-1 0,0 1 0,-1-1 0,1 1 0,-1 0-1,0-1 1,0 1 0,0-1 0,-1 1 0,0 4 0,-1-1 24,0 0-1,-1 0 1,0 0 0,0 0-1,0 0 1,-1-1 0,0 1-1,0-1 1,-1 0 0,0 0-1,0-1 1,0 1 0,-1-1-1,-7 6 1,-15 10 245,-48 29 1,75-49-289,-13 7 3,9-4-192,-1 0-1,0 0 1,0-1-1,-1 0 1,1 0-1,0 0 0,-1-1 1,0 0-1,0 0 1,-11 1-1,-2-5-4550</inkml:trace>
</inkml:ink>
</file>

<file path=ppt/ink/ink3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39.755"/>
    </inkml:context>
    <inkml:brush xml:id="br0">
      <inkml:brushProperty name="width" value="0.025" units="cm"/>
      <inkml:brushProperty name="height" value="0.025" units="cm"/>
    </inkml:brush>
  </inkml:definitions>
  <inkml:trace contextRef="#ctx0" brushRef="#br0">411 26 7591,'0'0'1500,"-9"-5"497,2 2-1768,0-1 0,0 2 0,-1-1 0,1 1-1,-1 0 1,1 0 0,-1 1 0,0 0 0,0 0 0,1 1 0,-1 0 0,0 1 0,0-1 0,0 1 0,1 1 0,-14 3 0,5 4-165,-1 0 1,1 1 0,1 1-1,0 0 1,0 1 0,1 1-1,1 0 1,0 1 0,1 0-1,0 1 1,2 0 0,-19 33 0,19-28-20,0 1 1,2 0 0,0 0 0,1 1 0,1 0 0,2 0-1,0 1 1,1-1 0,1 1 0,1 30 0,2-46-36,0 0 1,0 1-1,1-1 0,0 0 1,0 0-1,0 0 1,1 0-1,0 0 0,1 0 1,-1-1-1,1 1 0,0-1 1,1 0-1,0-1 1,0 1-1,0-1 0,0 0 1,1 0-1,0 0 1,0-1-1,0 0 0,1 0 1,-1-1-1,1 1 1,0-2-1,0 1 0,14 3 1,-11-4-156,0 1 0,0-2 0,0 0 1,1 0-1,-1-1 0,0 0 0,0 0 1,1-1-1,-1-1 0,0 0 0,0 0 0,0-1 1,-1 0-1,1-1 0,-1 0 0,0 0 1,0-1-1,0 0 0,0-1 0,8-7 1,18-26-2547,-3-10-1852</inkml:trace>
</inkml:ink>
</file>

<file path=ppt/ink/ink3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0.254"/>
    </inkml:context>
    <inkml:brush xml:id="br0">
      <inkml:brushProperty name="width" value="0.025" units="cm"/>
      <inkml:brushProperty name="height" value="0.025" units="cm"/>
    </inkml:brush>
  </inkml:definitions>
  <inkml:trace contextRef="#ctx0" brushRef="#br0">11 1 10442,'0'0'4094,"-2"11"-3405,-2 18-40,1-1-1,2 1 1,3 45 0,16 100 56,-6-72-711,15 282 225,-25-413-201,1-1 0,1 1 1,2-1-1,0 1 0,3 1 1,14-37-1,-22 63-18,0-1 1,0 0-1,0 0 1,0 1 0,0-1-1,1 1 1,-1-1-1,1 1 1,0-1-1,0 1 1,0 0-1,0 0 1,0 0-1,0 0 1,0 0 0,1 1-1,-1-1 1,1 0-1,-1 1 1,1 0-1,0 0 1,-1 0-1,1 0 1,0 0-1,0 0 1,0 1 0,0 0-1,-1-1 1,1 1-1,0 0 1,4 1-1,-2 0 1,0 1-1,0-1 1,0 1-1,0 1 1,-1-1-1,1 1 1,-1 0 0,1 0-1,-1 0 1,0 0-1,-1 1 1,1 0-1,0 0 1,-1 0-1,0 0 1,4 7 0,3 7 84,-1 0 0,-1 1 0,8 26 1,-8-23-1835,0-1 0,12 21 0,-14-32-2527,0-7-2520</inkml:trace>
</inkml:ink>
</file>

<file path=ppt/ink/ink3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0.457"/>
    </inkml:context>
    <inkml:brush xml:id="br0">
      <inkml:brushProperty name="width" value="0.025" units="cm"/>
      <inkml:brushProperty name="height" value="0.025" units="cm"/>
    </inkml:brush>
  </inkml:definitions>
  <inkml:trace contextRef="#ctx0" brushRef="#br0">7 1 11915,'0'0'2467,"-7"52"-1218,7-25-513,0 2-255,2-1-97,8-2-320,-2 0-32,1-2-32,-1-3-192,-3-7-1666,-4-6-3042</inkml:trace>
</inkml:ink>
</file>

<file path=ppt/ink/ink3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0.630"/>
    </inkml:context>
    <inkml:brush xml:id="br0">
      <inkml:brushProperty name="width" value="0.025" units="cm"/>
      <inkml:brushProperty name="height" value="0.025" units="cm"/>
    </inkml:brush>
  </inkml:definitions>
  <inkml:trace contextRef="#ctx0" brushRef="#br0">1 0 12139,'0'0'1410</inkml:trace>
</inkml:ink>
</file>

<file path=ppt/ink/ink3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0.850"/>
    </inkml:context>
    <inkml:brush xml:id="br0">
      <inkml:brushProperty name="width" value="0.025" units="cm"/>
      <inkml:brushProperty name="height" value="0.025" units="cm"/>
    </inkml:brush>
  </inkml:definitions>
  <inkml:trace contextRef="#ctx0" brushRef="#br0">1 92 11627,'0'0'5317,"60"-15"-5189,-31 5-96,5 0 0,2 0-32,2-2-801,-5-3-2466,-2-4-4676</inkml:trace>
</inkml:ink>
</file>

<file path=ppt/ink/ink3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1.270"/>
    </inkml:context>
    <inkml:brush xml:id="br0">
      <inkml:brushProperty name="width" value="0.025" units="cm"/>
      <inkml:brushProperty name="height" value="0.025" units="cm"/>
    </inkml:brush>
  </inkml:definitions>
  <inkml:trace contextRef="#ctx0" brushRef="#br0">312 59 10154,'-7'-6'923,"0"0"-535,-1 1-1,1-1 1,-1 1-1,0 1 0,0 0 1,0 0-1,0 0 1,-1 1-1,0 0 1,1 1-1,-1 0 1,0 0-1,0 1 1,0 0-1,0 1 0,0 0 1,-1 0-1,-15 3 1,17 0-268,-1 1 1,0-1-1,1 1 1,0 1 0,0-1-1,0 2 1,1-1-1,0 1 1,0 0-1,0 0 1,-10 13 0,14-16-119,1 1 1,-1-1-1,1 1 1,0 0-1,0 0 1,0 0 0,0 0-1,1 0 1,-1 0-1,1 0 1,-1 9 0,2-11-2,0 1 1,0 0 0,1-1-1,-1 1 1,0-1 0,1 1 0,0-1-1,0 1 1,0-1 0,0 0 0,0 1-1,0-1 1,0 0 0,1 0 0,-1 0-1,1 0 1,0 0 0,0 0 0,-1 0-1,1 0 1,4 1 0,9 7-67,0-1 0,1 0 1,0-2-1,27 10 0,41 20-1635,-77-34 1395,-1 1 0,0 1 0,0-1 1,0 1-1,0 0 0,-1 1 1,0-1-1,0 1 0,8 12 0,-11-14 263,0-1 0,0 0 0,-1 1 0,1 0 0,-1-1 0,1 1 0,-1 0-1,-1 0 1,1-1 0,0 1 0,-1 0 0,0 0 0,0 0 0,0 0-1,0 0 1,-1 0 0,0-1 0,1 1 0,-1 0 0,-1 0 0,1-1 0,0 1-1,-1-1 1,0 1 0,0-1 0,0 1 0,0-1 0,0 0 0,-1 0 0,0 0-1,1-1 1,-1 1 0,0 0 0,0-1 0,0 0 0,-1 0 0,-3 3-1,-5 1 73,0 1-1,0-1 0,0-1 1,-1 0-1,1-1 0,-1 0 1,0-1-1,-1-1 0,-21 2 1,28-4-156,0 1 167,0-1-1,-1 0 1,1-1 0,0 1-1,-8-3 1,13 2-135,0 1 0,1-1 0,-1 1 1,0-1-1,1 0 0,-1 0 0,1 0 0,-1 0 0,1 0 0,-1 0 0,1 0 1,0-1-1,0 1 0,-1 0 0,1-1 0,0 1 0,0-1 0,0 1 0,1-1 1,-1 0-1,0 1 0,0-1 0,1 0 0,-1 1 0,1-4 0,-2-19-5137</inkml:trace>
</inkml:ink>
</file>

<file path=ppt/ink/ink3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2.109"/>
    </inkml:context>
    <inkml:brush xml:id="br0">
      <inkml:brushProperty name="width" value="0.025" units="cm"/>
      <inkml:brushProperty name="height" value="0.025" units="cm"/>
    </inkml:brush>
  </inkml:definitions>
  <inkml:trace contextRef="#ctx0" brushRef="#br0">254 18 8776,'0'0'3572,"-10"-3"-1971,3 0-1415,1 1 0,-1-1 0,1 2 0,-1-1 0,0 1 0,0 0 1,1 0-1,-1 1 0,0 0 0,0 0 0,0 0 0,0 1 0,1 0 0,-1 1 0,0-1 0,1 1 0,-1 1 0,1-1 0,-7 4 0,4 1-94,0-1 1,0 1-1,1 1 0,0 0 1,0 0-1,1 0 1,0 1-1,0 0 0,-5 11 1,9-16-66,1 0 1,-1 0-1,1 1 1,0-1 0,1 1-1,-1 0 1,1 0 0,0-1-1,0 1 1,0 0-1,1 0 1,0 0 0,0 0-1,0 0 1,0 0 0,1 0-1,0 0 1,0 0-1,0-1 1,1 1 0,-1 0-1,5 8 1,-4-11-36,-1 1 0,1-1 1,-1 0-1,1 0 0,0 0 0,-1 0 0,1-1 1,0 1-1,0 0 0,1-1 0,-1 0 1,0 1-1,0-1 0,1 0 0,-1 0 0,1 0 1,-1 0-1,1-1 0,-1 1 0,1-1 1,-1 1-1,1-1 0,0 0 0,-1 0 0,1 0 1,-1 0-1,1-1 0,2 0 0,-1 0-6,0 0 1,0 0-1,0-1 0,-1 0 0,1 0 0,-1 0 0,1 0 0,-1 0 1,0 0-1,0-1 0,0 0 0,0 0 0,0 0 0,-1 0 0,1 0 0,-1 0 1,3-5-1,1-8 65,-1 0 0,0-1 0,-1 1 1,0-1-1,-2 0 0,2-17 0,-3 23 525,-7 88-549,4 1-1,3 0 1,22 151 0,-21-215-27,6 31 1,-8-43-1,1 0-1,-1 0 1,1 0-1,-1 0 1,1 0-1,0 0 1,0 0 0,0 0-1,0 0 1,0 0-1,1-1 1,-1 1 0,0 0-1,1-1 1,1 2-1,-2-3 1,-1 1-1,1-1 0,-1 0 0,1 0 1,-1 0-1,0 0 0,1 0 0,-1 0 0,1 0 1,-1 0-1,1 0 0,-1 0 0,1 0 1,-1 0-1,1 0 0,-1 0 0,1 0 1,-1 0-1,1 0 0,-1-1 0,1 1 0,-1 0 1,1 0-1,-1-1 0,0 1 0,1 0 1,-1-1-1,0 1 0,1 0 0,-1-1 1,0 1-1,1 0 0,-1-1 0,0 1 0,1-1 1,-1 0-1,8-19 8,-8 18-7,14-60 8,-3-1 0,5-122 0,-9 90-5,-3 58-2,1-39-8,-3 97 14,0-1 0,1 1 0,1-1 0,0 0 0,2 0 0,1 0 0,0-1 0,1 0 0,13 22 0,-20-39-32,1 1 0,-1-1 1,1 0-1,-1 0 1,1 0-1,0 0 0,0 0 1,0 0-1,0 0 0,0-1 1,0 1-1,0-1 0,1 0 1,-1 1-1,1-1 0,-1 0 1,1 0-1,-1-1 0,1 1 1,2 0-1,-3-1 2,0 0-1,1-1 1,-1 1 0,0-1 0,0 1-1,0-1 1,0 0 0,0 0-1,0 0 1,-1 0 0,1 0 0,0 0-1,0-1 1,-1 1 0,1-1 0,-1 1-1,1-1 1,-1 1 0,1-1-1,-1 0 1,0 0 0,0 0 0,0 0-1,1-3 1,6-12 2,-2 1-1,0-1 1,0-1 0,-2 1-1,0-1 1,-1 0 0,-1 0-1,-1 0 1,-1-19 0,0 37 27,1-1 0,-1 1 0,0-1 1,0 0-1,0 1 0,0-1 0,0 0 1,0 1-1,0-1 0,0 0 0,-1 1 1,1-1-1,0 1 0,0-1 0,0 0 1,-1 1-1,1-1 0,0 1 0,-1-1 1,1 0-1,0 1 0,-1-1 0,1 1 1,-1 0-1,1-1 0,-1 1 0,1-1 1,-1 1-1,1 0 0,-1-1 0,1 1 1,-1 0-1,0-1 0,1 1 0,-1 0 1,1 0-1,-1 0 0,0 0 1,1 0-1,-1-1 0,0 1 0,1 0 1,-1 0-1,0 1 0,1-1 0,-2 0 1,0 1 27,1-1 0,-1 1 1,1 0-1,-1-1 0,1 1 1,0 0-1,-1 0 1,1 0-1,0 0 0,0 0 1,-1 1-1,1-1 1,0 0-1,0 0 0,0 1 1,0-1-1,-1 3 0,0 1 13,0 0 0,1 0 0,-1 0 0,1 0 0,0 0 0,0 0 0,1 1-1,-1-1 1,1 0 0,0 0 0,1 1 0,-1-1 0,1 0 0,0 0 0,0 1-1,4 7 1,-3-10-50,0 1-1,0-1 0,0 0 1,0 0-1,1 0 1,0 0-1,-1-1 0,1 1 1,0-1-1,0 0 0,1 1 1,-1-1-1,0-1 1,1 1-1,-1 0 0,1-1 1,0 0-1,-1 0 0,1 0 1,0 0-1,0-1 1,-1 1-1,6-1 0,-2 1-105,45-2-4554,-25-10-1765</inkml:trace>
</inkml:ink>
</file>

<file path=ppt/ink/ink3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2.577"/>
    </inkml:context>
    <inkml:brush xml:id="br0">
      <inkml:brushProperty name="width" value="0.025" units="cm"/>
      <inkml:brushProperty name="height" value="0.025" units="cm"/>
    </inkml:brush>
  </inkml:definitions>
  <inkml:trace contextRef="#ctx0" brushRef="#br0">204 8 11115,'-8'-2'923,"-3"0"-275,1 0-1,-1 1 1,0 0 0,0 1-1,0 0 1,1 1-1,-1 0 1,-16 4 0,22-4-562,1 0 0,0 1 1,0-1-1,0 1 0,0 0 0,0 1 1,0-1-1,0 1 0,1-1 0,-1 1 1,1 0-1,0 0 0,0 1 0,0-1 1,0 1-1,1-1 0,-1 1 1,1 0-1,0 0 0,0 0 0,0 0 1,1 0-1,-1 1 0,1-1 0,-1 6 1,1-2-76,-1 0 0,2 0 0,-1 0 0,1 0 0,0-1 1,1 1-1,0 0 0,0 0 0,0 0 0,5 11 0,-5-16-69,1 0 1,-1 0-1,1 0 0,0 0 0,-1 0 0,1-1 0,0 1 0,1-1 0,-1 0 0,0 1 0,1-1 0,-1 0 0,1 0 0,0 0 0,0-1 0,-1 1 0,1-1 0,0 0 0,0 1 0,1-1 0,-1-1 0,0 1 0,0 0 0,0-1 0,1 1 1,-1-1-1,6-1 0,-6 1-27,0-1 1,0 0 0,0 0-1,0 0 1,0 0 0,0-1-1,0 1 1,0-1-1,-1 1 1,1-1 0,0 0-1,-1 0 1,0-1 0,1 1-1,-1 0 1,0-1 0,0 1-1,-1-1 1,1 0 0,0 1-1,-1-1 1,0 0 0,1 0-1,-1 0 1,0 0 0,-1 0-1,2-6 1,1-5 77,0 0 0,-1-1 0,0 1 0,-1-25 0,-8-7 274,6 44-176,1 1 0,-1 0 0,0-1 0,1 1 0,-1-1 0,0 1 0,0 0-1,0 0 1,0 0 0,0-1 0,0 1 0,0 0 0,0 0 0,0 0 0,-1 0 0,1 1 0,0-1 0,-1 0 0,1 0 0,-1 1 0,1-1-1,0 1 1,-1-1 0,1 1 0,-1 0 0,0 0 0,-1-1 0,2 2-65,0 0 1,0 0-1,1-1 0,-1 1 0,0 0 1,1 0-1,-1 0 0,0 0 1,1 0-1,-1 0 0,1 0 1,0 0-1,-1 0 0,1 0 0,0 0 1,0 0-1,0 0 0,-1 0 1,1 0-1,0 0 0,0 0 1,0 0-1,1 0 0,-1 0 0,0 0 1,0 1-1,1-1 0,-1 0 1,1 1-1,8 36 226,-4-28-168,1 0 1,-1-1-1,2 0 1,-1 0-1,1 0 1,1-1-1,9 9 1,-12-12-391,0-2 0,0 1 0,0 0 0,1-1 0,-1 0 0,9 3 0,-11-5-353,0 0 0,-1 0 0,1 0 0,0-1 0,0 1 0,0-1 0,0 0 1,0 0-1,0 0 0,0 0 0,0 0 0,0-1 0,0 0 0,3 0 1,9-9-7259</inkml:trace>
</inkml:ink>
</file>

<file path=ppt/ink/ink3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2.842"/>
    </inkml:context>
    <inkml:brush xml:id="br0">
      <inkml:brushProperty name="width" value="0.025" units="cm"/>
      <inkml:brushProperty name="height" value="0.025" units="cm"/>
    </inkml:brush>
  </inkml:definitions>
  <inkml:trace contextRef="#ctx0" brushRef="#br0">9 41 8232,'0'0'8098,"-3"8"-7174,1-3-824,1 0 0,0 0 0,0 1 0,1-1 0,-1 0 0,1 0 1,0 1-1,0-1 0,1 0 0,1 7 0,20 62 155,11 26-186,-33-106-38,-1 0-1,1-1 1,0 1-1,0 0 1,2-10-1,0-6-21,-1-4-11,0-1 1,2 1-1,1 0 0,1 0 0,10-31 1,-15 55-87,1 0 1,0 1 0,-1-1 0,1 0 0,0 1 0,0-1-1,0 1 1,0-1 0,0 1 0,1 0 0,-1-1 0,0 1-1,0 0 1,1 0 0,-1 0 0,1 0 0,2-1 0,18-2-6502,-12 4-1071</inkml:trace>
</inkml:ink>
</file>

<file path=ppt/ink/ink3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3.198"/>
    </inkml:context>
    <inkml:brush xml:id="br0">
      <inkml:brushProperty name="width" value="0.025" units="cm"/>
      <inkml:brushProperty name="height" value="0.025" units="cm"/>
    </inkml:brush>
  </inkml:definitions>
  <inkml:trace contextRef="#ctx0" brushRef="#br0">79 135 11915,'0'0'652,"9"-3"-343,0 0-252,9-3 478,-1-1-1,30-15 1,-43 20-448,0-1 0,0 0 1,0 0-1,0 0 1,-1 0-1,1 0 0,3-6 1,-6 7-92,0 1 0,0 0 0,0-1 0,0 1 0,-1-1 0,1 1 1,-1-1-1,1 0 0,-1 1 0,1-1 0,-1 0 0,0 1 0,0-1 0,0 0 1,0 1-1,0-1 0,0 0 0,0 1 0,-1-1 0,1 0 0,-1-1 0,-1 1 40,1-1 0,-1 1 0,0 0 0,0 0 0,0 1 0,0-1 0,0 0 0,0 1 0,0-1 0,-1 1 0,1 0 0,-1 0 0,1 0 0,-1 0 0,1 0-1,-1 0 1,1 0 0,-1 1 0,0 0 0,1-1 0,-1 1 0,-5 1 0,1-2 306,-1 1 1,0 0-1,1 1 1,-1 0-1,1 0 1,-1 1-1,-7 2 0,9 0-238,0-1 0,0 0 0,1 1 0,-1 0-1,1 1 1,0-1 0,1 1 0,-1 0 0,1 0-1,0 0 1,0 1 0,1-1 0,-1 1 0,1 0-1,0 0 1,1 0 0,-3 8 0,2-5-72,0 1 0,1 0 0,0 0 0,1 0 0,0 0 0,1 0 0,0 0 0,0 0 0,1 0 0,3 18 0,-2-23-31,0 0 0,0 0 0,1 0 0,-1-1 0,1 1 0,0-1 0,0 0 0,0 1 0,1-1 0,-1-1 0,1 1 0,0-1 0,0 1 0,1-1 0,-1 0 0,1-1-1,-1 1 1,1-1 0,0 0 0,0 0 0,0 0 0,0-1 0,0 1 0,0-1 0,0-1 0,10 1 0,-4 0-313,0 0 1,0-2-1,0 1 0,-1-1 1,16-4-1,-17 3-529,0 0 0,-1-1 0,0 0 1,1-1-1,-1 0 0,9-6 0,19-16-7882</inkml:trace>
</inkml:ink>
</file>

<file path=ppt/ink/ink3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4.142"/>
    </inkml:context>
    <inkml:brush xml:id="br0">
      <inkml:brushProperty name="width" value="0.025" units="cm"/>
      <inkml:brushProperty name="height" value="0.025" units="cm"/>
    </inkml:brush>
  </inkml:definitions>
  <inkml:trace contextRef="#ctx0" brushRef="#br0">277 616 8168,'-2'-9'1254,"2"6"-1093,0-1-1,-1 0 1,0 0-1,0 0 0,0 0 1,0 0-1,0 1 1,-1-1-1,0 1 1,0-1-1,0 1 0,0-1 1,0 1-1,-1 0 1,1 0-1,-1 0 1,0 1-1,0-1 0,0 1 1,0-1-1,0 1 1,-1 0-1,1 0 1,-1 0-1,0 1 0,1-1 1,-1 1-1,0 0 1,0 0-1,1 0 1,-1 1-1,0-1 1,0 1-1,0 0 0,0 0 1,0 0-1,-4 1 1,0 1-30,1 1 1,-1-1-1,1 1 0,0 1 1,0-1-1,0 1 1,1 0-1,-1 1 1,1-1-1,0 1 0,1 1 1,-1-1-1,1 1 1,0 0-1,0 0 1,1 0-1,-1 1 0,-5 12 1,2-4-55,1 0 1,1 1 0,0 0-1,1 0 1,0 0-1,2 0 1,-4 30-1,7-36-71,0 0 0,0 1 0,0-1 0,2 0 0,-1 0-1,1 0 1,5 15 0,-6-22-6,0 0 0,0-1 0,1 1 0,-1-1 0,0 1-1,1-1 1,0 0 0,0 1 0,0-1 0,0 0 0,0 0 0,0 0-1,0 0 1,0-1 0,1 1 0,-1-1 0,1 1 0,-1-1 0,1 0 0,0 0-1,-1 0 1,1 0 0,0 0 0,0-1 0,0 1 0,0-1 0,-1 0 0,1 0-1,0 0 1,0 0 0,3-1 0,-1 0 3,1-1-1,-1 0 1,0 0-1,-1-1 1,1 1-1,0-1 1,-1 0-1,1 0 1,-1-1 0,0 1-1,0-1 1,0 0-1,-1 0 1,1 0-1,-1 0 1,0-1-1,0 0 1,-1 1-1,4-9 1,5-11 1,0-1 1,10-39-1,-8 11 3,-2 0 1,-3-1-1,-2 0 0,-3-1 1,-1 1-1,-3-1 0,-13-81 1,11 113-2,-2 1 0,0 0 0,-2 0 0,0 0 0,-1 1 0,-18-33 0,25 52-3,0 0 0,0 0 0,0 0 0,0 1 0,0-1 0,0 0 0,0 1-1,0-1 1,-1 1 0,1 0 0,-1-1 0,1 1 0,-1 0 0,1 0 0,-1 0-1,0 0 1,0 0 0,1 0 0,-1 0 0,0 1 0,0-1 0,0 1 0,0-1-1,0 1 1,-3 0 0,3 0 2,0 1-1,0 0 1,0 1-1,0-1 0,1 0 1,-1 0-1,0 1 1,1-1-1,-1 1 1,1 0-1,0-1 1,-1 1-1,1 0 0,0 0 1,0-1-1,0 1 1,0 0-1,1 0 1,-1 0-1,0 0 1,1 1-1,-1-1 1,1 3-1,-5 23 121,1 0 0,2 1-1,1-1 1,1 1 0,1-1 0,2 0-1,1 0 1,1 0 0,15 47 0,-9-40-84,2-1-1,2-1 1,1 0 0,1-1 0,2-1 0,1 0 0,29 33 0,-39-53-34,1 1 1,0-1-1,1-1 1,0 0 0,20 12-1,-28-20-13,0 0 1,0 0-1,0 0 0,0-1 0,0 1 1,0-1-1,1 0 0,-1 0 0,0-1 1,9 1-1,-11-1-9,1-1 1,-1 1-1,1-1 0,-1 0 1,1 1-1,-1-1 1,1 0-1,-1 0 1,0-1-1,0 1 0,1 0 1,-1-1-1,0 0 1,0 1-1,0-1 1,-1 0-1,1 0 0,0 0 1,2-3-1,1-5-10,1 0 0,-1 0 0,-1 0 0,1 0 0,-2-1 0,0 1 0,0-1 0,2-17 0,-2-6-28,0-48 0,-7 62 121,-4 17 190,7 4-245,0 0 0,0 0-1,0 0 1,0 0 0,0 1 0,0-1 0,0 0-1,0 0 1,1 1 0,-1-1 0,0 0 0,1 1-1,-1-1 1,1 0 0,-1 1 0,1-1 0,0 1-1,0-1 1,-1 3 0,0 7 48,1 0 0,0 0 0,0 0 0,1-1 0,1 1 0,0 0 0,0 0 0,1-1 0,0 1-1,1-1 1,8 16 0,-9-21-106,0 1-1,1-2 0,0 1 0,0 0 1,0-1-1,0 1 0,1-1 1,0-1-1,-1 1 0,2-1 0,-1 1 1,0-1-1,1-1 0,-1 1 1,1-1-1,0 0 0,0 0 0,-1-1 1,1 0-1,0 0 0,1 0 1,7 0-1,11-3-2499,-24 1 2220,1 1 0,-1-1 0,0 1-1,0-1 1,0 1 0,1-1-1,-1 0 1,0 0 0,0 1-1,0-1 1,0 0 0,0 0-1,0 0 1,-1 0 0,1 0 0,0 0-1,0 0 1,-1-1 0,1 1-1,0 0 1,-1 0 0,0-1-1,1 1 1,-1 0 0,1-2-1,1-25-6971</inkml:trace>
</inkml:ink>
</file>

<file path=ppt/ink/ink3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4.251"/>
    </inkml:context>
    <inkml:brush xml:id="br0">
      <inkml:brushProperty name="width" value="0.025" units="cm"/>
      <inkml:brushProperty name="height" value="0.025" units="cm"/>
    </inkml:brush>
  </inkml:definitions>
  <inkml:trace contextRef="#ctx0" brushRef="#br0">41 59 10282,'0'0'1345,"-40"-43"-1345,40 36-416,15 1-3973,7 4-1504</inkml:trace>
</inkml:ink>
</file>

<file path=ppt/ink/ink3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4.655"/>
    </inkml:context>
    <inkml:brush xml:id="br0">
      <inkml:brushProperty name="width" value="0.025" units="cm"/>
      <inkml:brushProperty name="height" value="0.025" units="cm"/>
    </inkml:brush>
  </inkml:definitions>
  <inkml:trace contextRef="#ctx0" brushRef="#br0">235 24 12908,'0'0'3203,"-8"-4"-2055,3 1-1061,0 0 1,1 1-1,-1 0 0,0 0 0,0 0 1,-1 1-1,1 0 0,0 0 0,0 0 1,-1 0-1,1 1 0,0 0 0,-1 0 1,1 0-1,0 1 0,-1 0 0,1 0 1,0 0-1,0 1 0,0-1 1,0 1-1,0 0 0,0 1 0,0-1 1,-7 7-1,9-7-86,0 0-1,0 0 1,0 1 0,1-1 0,-1 1-1,1 0 1,0 0 0,0 0 0,0 0 0,0 0-1,0 0 1,1 0 0,-1 1 0,1-1-1,0 0 1,0 1 0,0-1 0,0 1 0,1 0-1,0-1 1,-1 1 0,1-1 0,1 7-1,0-5 0,1 0-1,0 0 1,0 0-1,0 0 1,0-1-1,1 1 1,0-1-1,0 1 1,0-1-1,0 0 1,1 0-1,0 0 1,0-1-1,0 1 1,6 3-1,31 20 85,-19-13-229,-1 0-1,29 27 1,-46-38 78,0 0-1,-1 1 1,1-1-1,-1 1 1,0 0-1,0 0 1,-1 1 0,1-1-1,-1 0 1,0 1-1,0 0 1,0-1-1,-1 1 1,1 0 0,-1 0-1,0 0 1,-1 0-1,1 8 1,-2-11 69,1 0-1,-1 0 1,0-1 0,0 1-1,0 0 1,0 0 0,0-1 0,0 1-1,0-1 1,0 1 0,-1-1-1,1 1 1,-1-1 0,1 0-1,-1 0 1,1 0 0,-1 0 0,0 0-1,0 0 1,1 0 0,-1 0-1,0-1 1,0 1 0,0-1-1,0 1 1,0-1 0,0 0 0,0 1-1,0-1 1,0 0 0,-3-1-1,-5 1 7,-1 0-1,1 0 0,-1-2 0,-17-3 1,5-1-55,1-1-1,1-1 1,0-1 0,0-1 0,-23-14 0,44 24-165,-1-1 0,1 1 0,0 0 0,-1-1 0,1 1 0,0 0 0,-1-1 1,1 1-1,0 0 0,-1-1 0,1 1 0,0-1 0,-1 1 0,1 0 0,0-1 0,0 1 0,0-1 1,-1 1-1,1-1 0,0 1 0,0-1 0,0 1 0,0-1 0,0 1 0,0-1 0,0 1 0,0-1 1,0 1-1,0-1 0,0 1 0,1-1 0,-1 1 0,0-1 0,0 1 0,0-1 0,0 1 0,1 0 1,-1-1-1,0 1 0,1-1 0,-1 1 0,0 0 0,1-1 0,-1 1 0,0 0 0,1-1 0,-1 1 1,1-1-1,11-8-3499</inkml:trace>
</inkml:ink>
</file>

<file path=ppt/ink/ink3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4.890"/>
    </inkml:context>
    <inkml:brush xml:id="br0">
      <inkml:brushProperty name="width" value="0.025" units="cm"/>
      <inkml:brushProperty name="height" value="0.025" units="cm"/>
    </inkml:brush>
  </inkml:definitions>
  <inkml:trace contextRef="#ctx0" brushRef="#br0">1 1 6790,'0'0'10699,"3"8"-10005,9 20-175,-2 1 1,-1 0 0,7 37-1,12 106-347,-15-84-111,-8-58-278,6 37-1152,-6-24-5384,-4-34-1398</inkml:trace>
</inkml:ink>
</file>

<file path=ppt/ink/ink3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5.392"/>
    </inkml:context>
    <inkml:brush xml:id="br0">
      <inkml:brushProperty name="width" value="0.025" units="cm"/>
      <inkml:brushProperty name="height" value="0.025" units="cm"/>
    </inkml:brush>
  </inkml:definitions>
  <inkml:trace contextRef="#ctx0" brushRef="#br0">0 209 12492,'0'0'507,"1"-9"812,-1 8-1286,0-2 12,0 0 0,0 0 1,0 1-1,1-1 1,-1 0-1,1 0 1,0 0-1,0 0 1,0 1-1,0-1 0,0 0 1,0 1-1,1-1 1,-1 1-1,1 0 1,0-1-1,0 1 0,0 0 1,0 0-1,0 0 1,0 0-1,0 1 1,1-1-1,-1 0 1,1 1-1,5-3 0,67-23 345,-58 23-830,1-2-1,-1 0 1,-1-1 0,1 0 0,-1-1 0,-1-1 0,1-1 0,17-14 0,-23 10-83,0 3 5728,-10 11-5119,1 0 0,-1 0 1,1 1-1,-1-1 0,0 0 1,1 0-1,-1 1 0,1-1 1,-1 0-1,1 1 0,-1-1 0,0 0 1,1 1-1,-1-1 0,0 0 1,1 1-1,-1-1 0,0 1 1,0-1-1,1 1 0,-1-1 0,0 1 1,0-1-1,0 1 0,0-1 1,0 1-1,1-1 0,-1 1 1,0 0-1,29 76 305,-18-49-210,0 0 0,-2 0 0,-1 1 1,5 32-1,-13-53-143,-4-88 165,2 48-161,2-60 1,0 91-40,0 0-1,0 1 1,0-1 0,0 0 0,1 1-1,-1-1 1,0 1 0,0-1 0,0 0 0,1 1-1,-1-1 1,0 1 0,1-1 0,-1 1-1,0-1 1,1 1 0,-1-1 0,1 1 0,-1-1-1,1 1 1,-1-1 0,1 1 0,-1 0 0,1-1-1,-1 1 1,1 0 0,0-1 0,-1 1-1,1 0 1,0 0 0,-1 0 0,1 0 0,-1 0-1,1 0 1,0-1 0,-1 1 0,1 1-1,0-1 1,-1 0 0,1 0 0,0 0 0,-1 0-1,1 0 1,-1 0 0,1 1 0,0-1-1,-1 0 1,1 1 0,-1-1 0,1 0 0,-1 1-1,1-1 1,-1 1 0,1-1 0,0 1-1,29 24 14,-13-3 192,-1 1 0,19 35 0,-10-13-1994,4-3-5225,-20-30-602</inkml:trace>
</inkml:ink>
</file>

<file path=ppt/ink/ink3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5.531"/>
    </inkml:context>
    <inkml:brush xml:id="br0">
      <inkml:brushProperty name="width" value="0.025" units="cm"/>
      <inkml:brushProperty name="height" value="0.025" units="cm"/>
    </inkml:brush>
  </inkml:definitions>
  <inkml:trace contextRef="#ctx0" brushRef="#br0">0 1 13869,'0'0'6374</inkml:trace>
</inkml:ink>
</file>

<file path=ppt/ink/ink3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7.251"/>
    </inkml:context>
    <inkml:brush xml:id="br0">
      <inkml:brushProperty name="width" value="0.025" units="cm"/>
      <inkml:brushProperty name="height" value="0.025" units="cm"/>
    </inkml:brush>
  </inkml:definitions>
  <inkml:trace contextRef="#ctx0" brushRef="#br0">53 2 5509,'-16'0'2477,"15"-1"-2145,0 1 1,-1 0-1,1 0 1,0 0 0,-1 0-1,1 0 1,-1 0 0,1 0-1,0 0 1,-1 0-1,1 1 1,0-1 0,-1 0-1,1 1 1,0-1 0,0 1-1,-1 0 1,1-1-1,-1 2 1,-6 23 1033,7-2-1200,0 0 0,2-1 0,1 1 0,1 0 0,0-1 0,2 0 0,1 0-1,0 0 1,2-1 0,0 0 0,1 0 0,2-1 0,22 35 0,-32-53-169,0 0 1,0 0-1,0 0 0,0-1 1,0 1-1,1 0 1,-1 0-1,1-1 0,-1 1 1,1-1-1,0 1 1,-1-1-1,1 0 1,0 0-1,0 0 0,0 0 1,0 0-1,0 0 1,0 0-1,0-1 0,0 1 1,0-1-1,0 1 1,0-1-1,1 0 1,1 0-1,-1-1 0,-1 0 0,0 0 0,1-1 0,-1 1 0,0-1 0,0 0 0,0 0 0,0 1 0,0-1 0,-1-1 0,1 1 0,-1 0-1,1 0 1,-1 0 0,0-1 0,0 1 0,0-1 0,0 1 0,0-1 0,1-3 0,32-150 41,-34 156-34,0 1 1,0-1 0,0 0 0,0 1-1,0-1 1,1 0 0,-1 1 0,0-1 0,0 0-1,1 1 1,-1-1 0,0 0 0,1 0-1,-1 1 1,0-1 0,1 0 0,-1 0 0,0 0-1,1 0 1,-1 1 0,0-1 0,1 0-1,-1 0 1,0 0 0,1 0 0,-1 0 0,1 0-1,-1 0 1,0 0 0,1 0 0,-1 0-1,0 0 1,1 0 0,-1 0 0,1 0 0,-1 0-1,0 0 1,1-1 0,-1 1 0,0 0-1,1 0 1,-1 0 0,0-1 0,1 1 0,-1 0-1,0 0 1,0-1 0,1 1 0,-1 0-1,0-1 1,0 1 0,1 0 0,-1-1 0,0 1-1,0 0 1,0-1 0,0 1 0,0 0-1,1-1 1,-1 1 0,0 0 0,0-1 0,0 1-1,0-1 1,0 1 0,0 0 0,0-1-1,0 0 1,14 32 57,-12-28-42,10 29 73,-5-11-52,2 0 1,0 0-1,2-1 0,0 0 1,15 20-1,-25-39-39,-1 0-1,1 0 0,-1-1 1,1 1-1,-1 0 0,1 0 1,0-1-1,-1 1 1,1-1-1,0 1 0,0-1 1,-1 1-1,1-1 0,0 1 1,0-1-1,0 0 1,0 1-1,0-1 0,0 0 1,-1 0-1,1 1 0,0-1 1,0 0-1,0 0 0,0 0 1,0 0-1,0-1 1,0 1-1,0 0 0,0 0 1,0 0-1,-1-1 0,1 1 1,0 0-1,0-1 0,0 1 1,0-1-1,-1 1 1,1-1-1,0 1 0,-1-1 1,1 0-1,0 1 0,-1-1 1,1 0-1,0 0 0,-1 1 1,1-1-1,-1 0 1,0 0-1,1 0 0,-1 1 1,0-1-1,1-1 0,21-59 187,-19 49-88,2-6 29,19-50 101,-24 65-221,1 1-1,0 0 1,0-1-1,1 1 1,-1-1-1,0 1 1,1 0 0,0 0-1,-1 0 1,1 0-1,0 0 1,0 0 0,0 1-1,0-1 1,0 0-1,0 1 1,1 0 0,-1-1-1,1 1 1,2-1-1,-3 2-6,0 1 0,0-1-1,0 1 1,0 0-1,-1-1 1,1 1-1,0 0 1,-1 0-1,1 0 1,0 0-1,-1 0 1,1 0-1,-1 1 1,0-1-1,1 0 1,-1 1-1,0-1 1,0 1-1,0-1 1,0 1-1,0 0 1,0-1-1,0 3 1,20 46 53,-19-46-50,8 22-660,13 43 1656,-18-47-3792,-3 0-3391</inkml:trace>
</inkml:ink>
</file>

<file path=ppt/ink/ink3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7.455"/>
    </inkml:context>
    <inkml:brush xml:id="br0">
      <inkml:brushProperty name="width" value="0.025" units="cm"/>
      <inkml:brushProperty name="height" value="0.025" units="cm"/>
    </inkml:brush>
  </inkml:definitions>
  <inkml:trace contextRef="#ctx0" brushRef="#br0">26 45 16752,'0'0'64,"-26"-43"-32,26 42-64,9 1-1185,5 8-32,2 1-1186,-3-2-896,3-4-3299</inkml:trace>
</inkml:ink>
</file>

<file path=ppt/ink/ink3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7.640"/>
    </inkml:context>
    <inkml:brush xml:id="br0">
      <inkml:brushProperty name="width" value="0.025" units="cm"/>
      <inkml:brushProperty name="height" value="0.025" units="cm"/>
    </inkml:brush>
  </inkml:definitions>
  <inkml:trace contextRef="#ctx0" brushRef="#br0">1 1 14958,'0'0'64,"11"43"-192,-3-6 352,4 8 449,0 9-129,1 2-31,4 1-161,-4-5-256,2-1-96,1-6 0,-2-9-544,-4-8-1826,-1-10-2275,-4-11-928</inkml:trace>
</inkml:ink>
</file>

<file path=ppt/ink/ink3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8.110"/>
    </inkml:context>
    <inkml:brush xml:id="br0">
      <inkml:brushProperty name="width" value="0.025" units="cm"/>
      <inkml:brushProperty name="height" value="0.025" units="cm"/>
    </inkml:brush>
  </inkml:definitions>
  <inkml:trace contextRef="#ctx0" brushRef="#br0">1 339 11563,'0'0'1319,"1"-8"-529,0 2-711,1 0 0,1 0 0,-1 0 0,1 0 0,0 0 1,0 1-1,1 0 0,0-1 0,0 1 0,0 0 0,0 1 0,1-1 1,0 1-1,10-7 0,0-2 116,-2 1-106,-1 0 1,0-1-1,-1 0 0,0 0 0,9-17 0,-15 21-50,-1 0 0,0 0-1,0 0 1,-1 0 0,0 0 0,0-1-1,-1 0 1,-1 1 0,0-1-1,1-13 1,-2 22 40,0 1 1,0-1-1,0 0 0,0 1 0,1-1 0,-1 0 1,0 0-1,0 1 0,0-1 0,-1 0 0,1 0 1,0 1-1,0-1 0,0 0 0,0 0 1,-1 1-1,1-1 0,0 0 0,-1 1 0,1-1 1,0 1-1,-1-1 0,1 0 0,-1 1 0,1-1 1,-1 1-1,1-1 0,-1 1 0,0-1 0,1 1 1,-1 0-1,1-1 0,-1 1 0,0 0 1,0-1-1,1 1 0,-1 0 0,-1-1 0,1 2-43,0-1 0,0 1 0,0 0 0,1-1 0,-1 1 0,0-1 0,0 1 0,1 0 0,-1 0 0,0-1 0,1 1 0,-1 0 0,1 0 0,-1 0 0,1 0 0,-1 0 0,1 0 0,-1 0 0,1 0-1,0 0 1,0 0 0,0 0 0,-1 0 0,1 0 0,0 0 0,0 0 0,0 0 0,1 1 0,0 12-32,0-1-1,2 0 1,-1 0-1,2-1 1,-1 1-1,2-1 1,0 1 0,0-1-1,1-1 1,1 1-1,0-1 1,0 0-1,1-1 1,0 1-1,1-2 1,0 1 0,16 11-1,-25-20-2,1-1-1,0 1 1,-1-1 0,1 0-1,0 1 1,-1-1-1,1 1 1,0-1 0,0 0-1,-1 0 1,1 1-1,0-1 1,0 0 0,0 0-1,-1 0 1,1 0-1,0 0 1,0 0 0,0 0-1,-1 0 1,1 0-1,0-1 1,0 1 0,-1 0-1,1 0 1,0-1-1,0 1 1,-1 0 0,1-1-1,0 1 1,-1-1-1,1 1 1,0-1 0,-1 1-1,1-1 1,-1 1 0,1-1-1,-1 0 1,1 1-1,-1-1 1,1 0 0,-1 1-1,0-1 1,1 0-1,-1 0 1,0 1 0,0-1-1,0 0 1,1 0-1,-1 1 1,0-1 0,0 0-1,0 0 1,0 0-1,-1-1 1,3-58 46,-3 48-42,0-58-54,5 84 104,1 0 0,1-1 0,0 0 0,1 0 0,0 0 0,1-1-1,0 0 1,15 16 0,-18-22-199,1 0 0,0-1 1,0 0-1,1 0 0,-1-1 0,1 0 0,0 0 0,0 0 0,11 3 0,-13-5-368,1-1-1,0 0 1,-1 0 0,1 0-1,0-1 1,0 1-1,-1-2 1,10 0-1,12-6-5786</inkml:trace>
</inkml:ink>
</file>

<file path=ppt/ink/ink3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8.543"/>
    </inkml:context>
    <inkml:brush xml:id="br0">
      <inkml:brushProperty name="width" value="0.025" units="cm"/>
      <inkml:brushProperty name="height" value="0.025" units="cm"/>
    </inkml:brush>
  </inkml:definitions>
  <inkml:trace contextRef="#ctx0" brushRef="#br0">51 5 12364,'0'0'213,"-8"-1"567,7 0-732,0 0 1,0 1-1,0 0 1,0-1 0,0 1-1,-1 0 1,1-1 0,0 1-1,0 0 1,-1 0-1,1 0 1,0 0 0,0 0-1,0 0 1,-1 1-1,1-1 1,0 0 0,0 1-1,0-1 1,0 1 0,-1-1-1,1 1 1,0-1-1,0 1 1,0 0 0,0-1-1,0 1 1,0 0-1,1 0 1,-1 0 0,0 0-1,-1 1 1,0 5 105,1 0 1,0 0-1,0 0 1,1 0-1,-1 1 0,2 11 1,8 81 1206,3-1-1,49 181 1,-17-88-1130,-29-117-348,3 5-346,-3 1 1,7 147-1,-22-226-3,0 8-994,0-10 1376,-1 0 0,1 1 1,0-1-1,0 0 0,0 0 0,0 0 0,0 0 0,0 0 0,0 0 0,0 1 0,0-1 1,0 0-1,0 0 0,-1 0 0,1 0 0,0 0 0,0 0 0,0 0 0,0 0 0,0 0 1,0 0-1,-1 0 0,1 1 0,0-1 0,0 0 0,0 0 0,0 0 0,0 0 0,-1 0 1,1 0-1,0 0 0,0 0 0,0 0 0,0 0 0,0 0 0,-1-1 0,1 1 0,0 0 1,0 0-1,0 0 0,0 0 0,0 0 0,0 0 0,-1 0 0,1 0 0,0 0 0,0 0 1,0 0-1,0-1 0,0 1 0,0 0 0,0 0 0,0 0 0,-1 0 0,-10-12-5660</inkml:trace>
</inkml:ink>
</file>

<file path=ppt/ink/ink3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8.825"/>
    </inkml:context>
    <inkml:brush xml:id="br0">
      <inkml:brushProperty name="width" value="0.025" units="cm"/>
      <inkml:brushProperty name="height" value="0.025" units="cm"/>
    </inkml:brush>
  </inkml:definitions>
  <inkml:trace contextRef="#ctx0" brushRef="#br0">7 122 10378,'-1'-11'1479,"-1"1"-1309,1 2 74,0 0-1,0 0 1,1-1-1,1-12 1,-1 19-184,0 0-1,0 0 1,0 0 0,1 0-1,-1 0 1,1 0 0,0 0-1,0 0 1,-1 1 0,1-1-1,0 0 1,0 1-1,1-1 1,-1 0 0,0 1-1,0-1 1,1 1 0,-1 0-1,1 0 1,-1-1 0,1 1-1,0 0 1,-1 0 0,1 0-1,0 1 1,0-1 0,3-1-1,0 1 14,1 0 0,-1 0-1,1 1 1,-1-1-1,1 1 1,0 1 0,-1-1-1,1 1 1,-1 0-1,1 0 1,-1 0 0,1 1-1,-1 0 1,0 0-1,8 4 1,-5-1-27,-1 0 1,0 0-1,0 1 0,-1 0 1,0 0-1,0 0 0,0 1 1,-1 0-1,7 10 0,-5-5-34,0 0 0,-1 1 0,-1 0-1,0-1 1,-1 2 0,0-1 0,-1 0-1,0 1 1,-1 0 0,-1-1 0,0 1-1,-2 22 1,1-31-15,-1-1 0,-1 0-1,1 0 1,-1 0 0,1 0 0,-1 0 0,0 0-1,-1 0 1,1-1 0,-1 1 0,1-1-1,-1 1 1,0-1 0,0 0 0,-1 0-1,1 0 1,-1-1 0,1 1 0,-1-1 0,0 0-1,0 0 1,-4 2 0,5-3-316,-1 0 0,1 0 1,-1 0-1,0-1 0,1 1 0,-1-1 1,0 0-1,1 0 0,-8-1 0,10 1 156,1 0 0,-1-1 1,0 1-1,1-1 0,-1 1 0,1 0 0,-1-1 0,1 0 0,-1 1 0,1-1 0,-1 1 0,1-1 0,0 1 0,-1-1 0,1 0 0,0 1 0,0-1 0,-1 0 1,1 1-1,0-1 0,0 0 0,0 1 0,0-1 0,0 0 0,0 0 0,0 1 0,0-1 0,0 0 0,0 1 0,0-1 0,0 0 0,1 0 0,-1-5-1127,0-22-4737</inkml:trace>
</inkml:ink>
</file>

<file path=ppt/ink/ink3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9.759"/>
    </inkml:context>
    <inkml:brush xml:id="br0">
      <inkml:brushProperty name="width" value="0.025" units="cm"/>
      <inkml:brushProperty name="height" value="0.025" units="cm"/>
    </inkml:brush>
  </inkml:definitions>
  <inkml:trace contextRef="#ctx0" brushRef="#br0">183 472 11050,'0'0'1346,"-10"-3"175,7 2-1449,-1-1 61,0 1 0,0-1 0,0 1 0,0 0 0,0 0 0,-1 0 0,1 0 0,-1 1 0,1-1 0,0 1 0,-1 1 0,1-1 0,0 0 0,-1 1 0,1 0 0,0 0 0,-1 0 0,1 1 0,0 0 0,0-1 0,0 1-1,0 1 1,1-1 0,-1 0 0,1 1 0,-5 4 0,1 2 14,1 1 0,0-1-1,1 1 1,0 0 0,0 0 0,1 1-1,0 0 1,1-1 0,1 1-1,0 0 1,0 1 0,0 12 0,1-17-148,0 0 0,1 0 0,0 0 0,1-1 1,-1 1-1,1 0 0,0 0 0,1-1 0,0 1 1,0-1-1,0 1 0,1-1 0,0 0 0,0 0 1,0 0-1,1 0 0,0 0 0,0-1 0,1 0 1,-1 0-1,6 5 0,-8-9-6,0 1 1,-1-1-1,1 0 1,0 0-1,0 0 0,0 0 1,0 0-1,0 0 0,0 0 1,0-1-1,0 1 0,0-1 1,1 1-1,-1-1 1,0 0-1,0 0 0,0 0 1,0 0-1,1 0 0,-1-1 1,0 1-1,0-1 0,0 1 1,0-1-1,2-1 1,0 0-10,-1-1 0,0 1 1,-1-1-1,1 0 1,0 1-1,-1-1 1,0-1-1,1 1 1,-1 0-1,0-1 0,-1 1 1,4-8-1,1-8-2,-1 0 0,0-1 1,-2 0-1,3-24 0,-2-20-12,-2-1 0,-12-104-1,6 131 55,-3 1 0,-1 0 0,-1 0 0,-2 1 0,-30-65 0,40 99-6,0 0 0,0 0 1,0-1-1,0 1 0,0 0 0,-1 0 0,1 1 1,-1-1-1,1 0 0,-1 0 0,0 1 0,0-1 1,0 1-1,0-1 0,0 1 0,-2-1 0,3 2-9,1 0-1,0 0 0,-1 0 0,1 0 0,-1 0 1,1 0-1,-1 0 0,1 0 0,-1 0 0,1 0 1,-1 0-1,1 1 0,0-1 0,-1 0 0,1 0 0,-1 0 1,1 1-1,0-1 0,-1 0 0,1 1 0,0-1 1,-1 0-1,1 1 0,0-1 0,-1 0 0,1 1 1,0 0-1,-6 24 30,4 8 7,3-1 1,1 1 0,1-1 0,2 1-1,1-1 1,1 0 0,2-1 0,16 39-1,-11-36-4,3 0 1,0-1-1,2 0 0,2-2 0,0 0 0,51 54 0,-63-77-39,-1 0 0,1 0 0,0-1-1,1-1 1,0 1 0,0-2 0,13 7 0,-20-11-6,0 1 0,1-1 0,-1 0-1,0 0 1,1 0 0,-1-1 0,1 1 0,-1-1 0,1 0-1,-1 0 1,1 0 0,-1 0 0,1 0 0,-1-1 0,1 0-1,-1 0 1,0 0 0,1 0 0,-1 0 0,0 0 0,0-1-1,0 0 1,0 0 0,0 0 0,0 0 0,0 0 0,3-4-1,3-6-11,0-1 0,-1 1 0,-1-2 0,0 1 0,-1-1 0,0 0 0,-1 0 0,-1-1 0,0 1 0,-1-1 0,-1 0 0,0 0 0,-1 0 0,-1 0 0,-1-21 0,0 33 41,0 0 0,0 0 0,0 0 0,0 0 0,0 0 0,-1 0 0,0 0 0,1 0 0,-1 0 0,0 1 0,-1-1 0,1 1 0,0-1 0,-1 1 0,1 0 0,-1 0 0,0 0 0,1 0 0,-1 1 0,0-1 0,0 1 0,0-1 0,0 1 0,-1 0-1,1 0 1,0 1 0,0-1 0,-1 1 0,-5-1 0,6 1-17,0 0-1,0-1 1,0 1 0,0 0-1,0 1 1,0-1-1,0 0 1,0 1-1,0 0 1,0 0-1,0 0 1,1 0-1,-1 0 1,0 0 0,0 1-1,1-1 1,-1 1-1,1 0 1,-1 0-1,1 0 1,0 0-1,0 0 1,0 1 0,0-1-1,0 0 1,1 1-1,-1 0 1,0-1-1,1 1 1,0 0-1,0 0 1,-2 5 0,3-3-8,-1 0 1,1 0 0,-1-1-1,2 1 1,-1 0 0,0 0 0,1 0-1,0-1 1,0 1 0,0 0-1,1-1 1,-1 1 0,1-1 0,0 1-1,1-1 1,-1 0 0,1 0-1,-1 0 1,8 7 0,3 2-63,2 0-1,-1-1 1,34 19 0,-37-25-12,0 1 0,-1 0 1,1 1-1,-1-1 0,-1 2 0,1 0 0,-1 0 1,-1 0-1,0 1 0,8 13 0,-12-12 84,0 0 0,-1 0 0,0 0-1,-1 0 1,0 0 0,0 23 0,-6 71 75,4-97-84,-20 156 40,15-140-31,0 1 0,-2-1 0,-1 0 0,-17 35 0,24-56-10,-1-1 1,1 1 0,-1-1-1,1 0 1,-1 1 0,0-1-1,0 0 1,0 0-1,0 0 1,-2 1 0,3-2 1,0-1 1,0 1 0,0-1-1,1 0 1,-1 1 0,0-1-1,0 0 1,0 0 0,0 1-1,0-1 1,0 0 0,1 0-1,-1 0 1,0 0 0,0 0-1,0 0 1,0-1 0,0 1-1,0 0 1,0 0 0,-1-1-1,0-1 0,0 1 0,0-1 0,1 0 0,-1 1 0,0-1 0,1 0 0,-1 0 0,1 0 0,0 0 0,-1-1 0,1 1 0,0 0 0,0-1 0,1 1 0,-1 0 0,0-1 0,1 1 0,0-1 0,-1 1 0,1-4 0,-3-74-971,4 26-2680,3-3-2917</inkml:trace>
</inkml:ink>
</file>

<file path=ppt/ink/ink3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50.489"/>
    </inkml:context>
    <inkml:brush xml:id="br0">
      <inkml:brushProperty name="width" value="0.025" units="cm"/>
      <inkml:brushProperty name="height" value="0.025" units="cm"/>
    </inkml:brush>
  </inkml:definitions>
  <inkml:trace contextRef="#ctx0" brushRef="#br0">135 159 4388,'-83'5'6942,"67"-5"-4275,16 0-2588,-1 0-1,1 0 0,0 0 1,-1-1-1,1 1 0,0 0 1,0 0-1,-1 0 0,1 0 1,0 0-1,-1 0 0,1 0 0,0 0 1,-1-1-1,1 1 0,0 0 1,0 0-1,-1 0 0,1-1 1,0 1-1,0 0 0,-1 0 1,1-1-1,0 1 0,0 0 1,0 0-1,0-1 0,-1 1 1,1 0-1,0-1 0,0 1 1,0 0-1,0-1 0,0 1 1,0 0-1,0-1 0,0 1 1,0-1-1,4-17 719,14-19-1035,-17 36 393,1-2-155,1-2 15,0 0 0,1 0 0,-2 0 0,1-1-1,-1 1 1,0-1 0,0 0 0,0 0 0,-1 0 0,0 0 0,0 0 0,0 0-1,-1-9 1,0 15-13,-1-1 0,1 1 0,0-1 0,-1 1 0,1-1 0,0 1 0,-1-1 0,1 1 0,-1-1 0,1 1 0,-1 0-1,1-1 1,-1 1 0,1 0 0,-1 0 0,1-1 0,-1 1 0,0 0 0,1 0 0,-1 0 0,1 0 0,-1 0 0,0-1 0,1 1-1,-1 0 1,1 0 0,-1 1 0,0-1 0,1 0 0,-1 0 0,1 0 0,-1 0 0,1 0 0,-1 1 0,1-1 0,-1 0 0,0 0-1,1 1 1,-1-1 0,0 1 0,-22 14 47,19-10-53,0-1-1,1 1 0,-1 0 0,1 1 1,1-1-1,-1 0 0,1 1 0,0 0 1,0-1-1,0 1 0,1 0 0,0 0 0,0 0 1,0 0-1,1 0 0,0 0 0,0 0 1,1 0-1,0 0 0,0 0 0,0 0 0,0 0 1,1 0-1,0-1 0,1 1 0,-1-1 1,1 1-1,0-1 0,0 0 0,1 0 1,-1 0-1,1 0 0,0-1 0,0 0 0,1 0 1,0 0-1,-1 0 0,1 0 0,0-1 1,1 0-1,-1 0 0,0-1 0,1 1 1,0-1-1,-1-1 0,12 3 0,-7-2-925,1 0-1,-1-1 0,1-1 1,0 0-1,12-1 0,14-6-4124</inkml:trace>
</inkml:ink>
</file>

<file path=ppt/ink/ink3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50.943"/>
    </inkml:context>
    <inkml:brush xml:id="br0">
      <inkml:brushProperty name="width" value="0.025" units="cm"/>
      <inkml:brushProperty name="height" value="0.025" units="cm"/>
    </inkml:brush>
  </inkml:definitions>
  <inkml:trace contextRef="#ctx0" brushRef="#br0">0 120 3940,'0'0'13821,"8"1"-13608,-4-1-203,-1 0-1,0 1 0,1 0 0,-1 0 0,0 0 1,0 0-1,1 1 0,-1-1 0,0 1 1,0 0-1,-1 0 0,1 0 0,0 0 0,-1 0 1,1 0-1,-1 1 0,0-1 0,1 1 1,-1 0-1,-1 0 0,1 0 0,0 0 0,-1 0 1,1 0-1,-1 0 0,0 0 0,0 1 1,0-1-1,0 0 0,-1 1 0,0-1 0,1 5 1,2 44 64,-4-52-72,1 0 0,0 0 0,0 0 0,0 0 0,0 0 0,0 1 0,0-1 0,0 0 0,-1 0-1,1 0 1,0 0 0,0 0 0,0 0 0,0 0 0,0 0 0,-1 0 0,1 0 0,0 0 0,0 0 0,0 0-1,0 0 1,-1 1 0,1-1 0,0 0 0,0-1 0,0 1 0,0 0 0,-1 0 0,1 0 0,0 0 0,0 0-1,0 0 1,0 0 0,-1 0 0,1 0 0,0 0 0,0 0 0,0 0 0,0 0 0,0-1 0,0 1 0,-1 0-1,1 0 1,0 0 0,0 0 0,0 0 0,0 0 0,0-1 0,0 1 0,0 0 0,0 0 0,0 0-1,0 0 1,-1-1 0,1 1 0,0 0 0,0 0 0,0 0 0,0 0 0,0-1 0,0 1 0,0 0 0,0 0-1,1 0 1,-9-12 8,5 4-31,0-1 1,1 0-1,0 0 1,1 0 0,0 0-1,0-1 1,1 1-1,0 0 1,0 0-1,1 0 1,1 0-1,-1 0 1,2 0 0,-1 0-1,7-15 1,-5 15-799,1 0 1,-1 1 0,2-1-1,-1 1 1,8-7 0,3-5-4328</inkml:trace>
</inkml:ink>
</file>

<file path=ppt/ink/ink3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51.658"/>
    </inkml:context>
    <inkml:brush xml:id="br0">
      <inkml:brushProperty name="width" value="0.025" units="cm"/>
      <inkml:brushProperty name="height" value="0.025" units="cm"/>
    </inkml:brush>
  </inkml:definitions>
  <inkml:trace contextRef="#ctx0" brushRef="#br0">44 198 11691,'0'0'219,"6"-10"256,5-9-326,28-53 1389,-36 65-1243,0 0 0,0 0-1,-1-1 1,0 1 0,0 0 0,-1-1 0,0 1-1,0-16 1,-1 23-253,0-1-1,-1 0 1,1 0-1,-1 0 1,1 0-1,-1 0 1,0 0-1,1 1 1,-1-1-1,0 0 1,1 0-1,-1 1 1,0-1-1,0 0 1,0 1-1,0-1 1,1 1-1,-1-1 0,0 1 1,0 0-1,0-1 1,0 1-1,0 0 1,0 0-1,0 0 1,0 0-1,0-1 1,0 1-1,0 0 1,0 1-1,0-1 1,0 0-1,0 0 1,0 0-1,0 1 1,0-1-1,0 0 1,0 1-1,-2 0 1,-1 0 55,-1 1-1,0-1 1,1 1 0,-1 0 0,1 0 0,0 0 0,-5 4-1,4-2-72,1 1-1,1-1 0,-1 1 0,0 0 0,1 0 0,0 0 0,1 0 0,-1 1 0,1-1 0,0 1 0,0-1 0,0 1 0,1 0 1,0 0-1,0 0 0,1 0 0,0 0 0,0 0 0,0 0 0,0-1 0,1 1 0,0 0 0,3 8 0,-3-9-9,1 0 0,0-1-1,0 1 1,0 0 0,1-1-1,-1 1 1,1-1 0,0 0 0,0 0-1,1 0 1,-1 0 0,1-1-1,0 1 1,0-1 0,0 0-1,1 0 1,-1 0 0,1-1-1,-1 0 1,1 1 0,0-2 0,0 1-1,0-1 1,0 1 0,0-1-1,8 0 1,-5-1-41,0 0-1,0 0 1,0-1 0,0 0-1,0-1 1,0 0 0,0 0-1,0-1 1,-1 0 0,1 0-1,-1-1 1,0 0 0,0 0 0,0 0-1,-1-1 1,0 0 0,1-1-1,-2 1 1,1-1 0,-1 0-1,0 0 1,0-1 0,0 0-1,-1 0 1,0 0 0,-1 0-1,1-1 1,-1 1 0,-1-1-1,0 0 1,0 1 0,0-1-1,0-14 1,-2 21 34,0 0 1,0 0-1,0 0 0,0 0 1,0 0-1,0 0 0,-1 0 1,1 0-1,0-1 0,-1 1 1,1 0-1,-1 0 0,1 1 1,-1-1-1,0 0 0,1 0 1,-1 0-1,0 0 0,0 0 1,1 1-1,-1-1 0,0 0 1,0 1-1,0-1 0,0 0 1,0 1-1,0 0 0,0-1 1,0 1-1,0-1 0,0 1 1,0 0-1,0 0 0,-1 0 1,1 0-1,0-1 0,0 1 1,0 1-1,0-1 0,0 0 0,0 0 1,0 0-1,-1 1 0,1-1 1,0 0-1,-2 2 0,-1-1 29,0 0-1,0 0 1,0 1-1,1 0 0,-1 0 1,0 0-1,1 0 0,-1 0 1,1 1-1,0 0 0,-6 5 1,6-4-25,1-1-1,0 1 1,0 0 0,0 0-1,0 0 1,0 1 0,1-1-1,0 0 1,0 1 0,0-1-1,0 1 1,1-1 0,-1 1-1,1-1 1,1 1 0,-1-1-1,0 0 1,1 1 0,2 7-1,-1-8-9,-1-1-1,1 0 0,-1 0 0,1 0 0,0 0 1,0 0-1,1-1 0,-1 1 0,0-1 0,1 1 1,0-1-1,-1 0 0,1 0 0,0 0 0,0 0 1,0 0-1,0-1 0,1 1 0,-1-1 1,0 0-1,0 0 0,1 0 0,-1-1 0,1 1 1,6-1-1,-5 1-15,-1-1 1,1 0-1,-1-1 0,1 1 1,-1-1-1,1 0 1,-1 0-1,1 0 0,-1 0 1,0-1-1,1 0 1,-1 0-1,0 0 1,0 0-1,-1-1 0,1 0 1,5-4-1,-1-2 11,-1 0 0,0 0-1,0 0 1,-1-1 0,9-20-1,-8 15 4,17-32 22,-23 45-19,0 0 0,0 0 0,0 1 1,0-1-1,0 0 0,0 1 0,1-1 1,-1 1-1,1 0 0,-1-1 0,1 1 1,-1 0-1,1 0 0,0 0 0,0 0 1,0 0-1,-1 0 0,1 1 0,3-2 1,-4 3-4,0-1 1,1 0 0,-1 1 0,0-1-1,0 1 1,1-1 0,-1 1 0,0-1 0,0 1-1,0 0 1,0 0 0,0 0 0,0 0-1,0-1 1,0 1 0,-1 0 0,1 0 0,0 1-1,0-1 1,-1 0 0,1 0 0,-1 0-1,1 0 1,-1 1 0,1-1 0,-1 0 0,0 0-1,0 1 1,0-1 0,1 0 0,-2 2-1,3 49-10,-2-41 8,0 3-205,-2 31-771,-9-20-6439</inkml:trace>
</inkml:ink>
</file>

<file path=ppt/ink/ink3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52.271"/>
    </inkml:context>
    <inkml:brush xml:id="br0">
      <inkml:brushProperty name="width" value="0.025" units="cm"/>
      <inkml:brushProperty name="height" value="0.025" units="cm"/>
    </inkml:brush>
  </inkml:definitions>
  <inkml:trace contextRef="#ctx0" brushRef="#br0">99 176 14606,'0'0'2114,"-5"7"-1436,3-4-649,-30 51 702,30-50-691,0 0-1,1 0 0,-1 1 0,1-1 0,0 0 0,0 1 0,0-1 0,0 1 0,1-1 0,0 1 0,0 0 1,0-1-1,2 9 0,-2-12-39,0 0 1,1 0-1,-1 0 1,1 0 0,-1-1-1,1 1 1,0 0-1,-1 0 1,1 0-1,0-1 1,-1 1-1,1 0 1,0 0 0,0-1-1,0 1 1,0-1-1,-1 1 1,1-1-1,0 1 1,0-1 0,0 0-1,0 1 1,0-1-1,0 0 1,0 0-1,0 0 1,0 0-1,0 0 1,0 0 0,1 0-1,-1 0 1,0 0-1,0 0 1,1-1-1,0 1-11,-1 0 0,1-1-1,-1 1 1,1-1 0,-1 1 0,0-1-1,1 0 1,-1 0 0,0 0-1,1 1 1,-1-1 0,0 0-1,0-1 1,0 1 0,0 0 0,0 0-1,0 0 1,0-1 0,0 1-1,0 0 1,0-1 0,0-1-1,0-1 9,0 0 0,0 0 0,-1 0 0,1 0 0,-1 0 0,0 0 0,-1 0 0,1 0 0,0 0 0,-1 0 0,0 0-1,0 0 1,0 0 0,-1 0 0,1 1 0,-5-8 0,0 3 4,0 0 1,-1 0-1,0 0 0,0 1 0,-9-6 1,-21-22 0,36 34-2,0 0 0,0 0 0,-1-1 0,2 1 0,-1-1 0,0 1 1,0 0-1,0-1 0,1 0 0,-1 1 0,1-1 0,-1 1 0,1-1 0,0 0 0,-1 1 0,1-1 1,0 0-1,0 1 0,0-1 0,1 0 0,-1 1 0,1-4 0,0 2 1,0 0 0,1-1 0,0 1 0,0 0 0,0 0 0,0-1-1,0 2 1,0-1 0,6-5 0,4-2 4,0 0 0,1 1 1,24-13-1,-34 20 5,1 0 1,-1 0 0,1 0-1,0 1 1,-1-1 0,1 1-1,0 0 1,0 0 0,0 0-1,0 1 1,0-1-1,0 1 1,0 0 0,0 0-1,0 0 1,0 1 0,0 0-1,8 2 1,-8-1 14,0 0 0,-1 0 0,1 1 0,-1 0 0,1 0 0,-1 0 0,0 0 0,0 0-1,0 1 1,-1-1 0,1 1 0,-1 0 0,0 0 0,0 0 0,0 0 0,0 0 0,0 5 0,9 26 266,-1 0 0,-3 0 0,5 41 0,2 112 142,-12-148-396,0-5-20,6 398 8,-8-421-30,0 0 1,-1-1-1,-1 1 0,1-1 0,-2 1 0,0-1 0,0 0 1,-1 0-1,-1 0 0,-7 14 0,11-24 5,1 0 0,-1 0 1,0 0-1,0 1 0,0-1 0,0 0 0,0 0 1,0 0-1,0 0 0,0-1 0,0 1 0,0 0 1,0 0-1,-1-1 0,1 1 0,0-1 0,-1 1 1,1-1-1,0 1 0,-1-1 0,1 0 0,0 0 1,-1 1-1,1-1 0,-3 0 0,2-1 0,0 0 0,0 0-1,0 0 1,0 0 0,0 0-1,0 0 1,0-1 0,0 1 0,0-1-1,1 1 1,-1-1 0,0 0 0,-2-3-1,-3-5-18,1-1-1,0 1 1,0-1-1,-6-18 1,1-7-1,2-1 0,1 0 0,2 0 0,2 0 0,1-1 0,2 1 0,4-40 0,-3 67-83,1-1 0,1 1 0,0-1 1,0 1-1,1 0 0,0 0 0,1 0 1,0 0-1,1 1 0,0-1 0,0 1 1,1 0-1,11-12 0,-9 12-1220,2 0 1,-1 0-1,1 1 0,0 1 0,0 0 0,21-10 1,-4 2-4962</inkml:trace>
</inkml:ink>
</file>

<file path=ppt/ink/ink3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52.837"/>
    </inkml:context>
    <inkml:brush xml:id="br0">
      <inkml:brushProperty name="width" value="0.025" units="cm"/>
      <inkml:brushProperty name="height" value="0.025" units="cm"/>
    </inkml:brush>
  </inkml:definitions>
  <inkml:trace contextRef="#ctx0" brushRef="#br0">134 3 15567,'0'0'123,"-8"-1"159,7 1-262,-1-1-1,1 1 1,-1 0-1,1-1 1,-1 1-1,1 0 1,-1 0-1,1 0 1,-1 0-1,1 1 0,-1-1 1,1 0-1,-1 1 1,1-1-1,0 0 1,-1 1-1,1 0 1,0-1-1,-1 1 0,1 0 1,0 0-1,0 0 1,-1 0-1,1 0 1,0 0-1,0 0 1,-1 2-1,-1 3 43,1 0 1,0 0-1,1 0 0,0 0 0,0 0 1,0 0-1,1 0 0,-1 7 0,2 81 1259,3 0 0,20 107 0,-10-96-1233,2 140-1,-16-243-84,0 0 0,0 0 0,0 0 0,0 0 0,-1 0 0,1 0 0,-1 0 0,1 0 0,-1 0 1,1 0-1,-1 0 0,0-1 0,0 1 0,0 0 0,0 0 0,-1-1 0,1 1 0,0-1 0,-1 1 0,-1 1 0,2-3 1,0 0 0,0 1 0,0-1 0,-1 0 0,1 0 0,0 0 0,0 0 0,-1 0 0,1 0 0,0 0 0,0 0 0,0 0 0,-1 0 0,1-1 0,0 1 0,0-1 0,0 1-1,0-1 1,0 1 0,0-1 0,-1 1 0,1-1 0,1 0 0,-1 0 0,0 1 0,0-1 0,0 0 0,0 0 0,0 0 0,1 0 0,-1 0 0,0 0 0,1 0 0,-1-2 0,-9-13-3,0 0 1,1-1 0,1 0-1,1 0 1,0-1 0,2 0-1,-6-27 1,6 17-3,1-1 1,1 0-1,2 0 1,2-34-1,0 59 1,-1 0-1,0 0 0,1 1 1,0-1-1,0 0 1,0 0-1,0 1 0,0-1 1,1 0-1,0 1 1,0-1-1,0 1 0,0 0 1,0 0-1,1 0 0,-1 0 1,1 0-1,0 0 1,0 1-1,0-1 0,0 1 1,0 0-1,0 0 1,1 0-1,5-2 0,-4 2 0,0 1 1,-1 0-1,1 1 0,0-1 0,0 1 1,-1 0-1,1 0 0,0 1 0,0-1 1,0 1-1,-1 0 0,1 0 0,0 1 1,-1-1-1,1 1 0,-1 0 0,0 0 1,1 0-1,-1 1 0,6 5 0,1 1-8,0 1 0,-1 1 0,-1 0 0,0 0 0,0 1 0,-1 0 0,0 1 0,-1-1 0,8 22-1,-8-16-2,0 0-1,-2 0 0,0 0 0,-1 1 0,-1 0 0,2 35 0,-5-52 34,-8-46 3,2 1 0,2-1 0,3-71 0,1 103 26,0 1-1,2-1 1,-1 0-1,1 1 0,1 0 1,0-1-1,1 1 1,5-11-1,-6 15-320,0 1-1,1 0 0,0 0 1,1 0-1,9-10 0,-10 12-672,1 0-1,1 0 0,-1 0 0,0 1 0,1-1 0,0 1 0,7-2 0,7-2-8440</inkml:trace>
</inkml:ink>
</file>

<file path=ppt/ink/ink3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53.819"/>
    </inkml:context>
    <inkml:brush xml:id="br0">
      <inkml:brushProperty name="width" value="0.025" units="cm"/>
      <inkml:brushProperty name="height" value="0.025" units="cm"/>
    </inkml:brush>
  </inkml:definitions>
  <inkml:trace contextRef="#ctx0" brushRef="#br0">38 809 14542,'0'0'1735,"8"-7"-1570,3-1-91,40-36 181,-47 40-234,0 0-1,0 0 1,0 0-1,-1 0 1,0-1-1,1 1 1,-2-1-1,1 0 1,3-8-1,-6 12-3,0 0 0,0 1 0,0-1 0,1 1-1,-2-1 1,1 0 0,0 1 0,0-1 0,0 1 0,0-1 0,0 1-1,0-1 1,-1 0 0,1 1 0,0-1 0,0 1 0,-1-1 0,1 1 0,0-1-1,-1 1 1,1-1 0,-1 1 0,1 0 0,0-1 0,-1 1 0,1 0 0,-1-1-1,1 1 1,-1 0 0,1-1 0,-1 1 0,1 0 0,-2-1 0,-28-3 905,23 4-662,1 0 0,-1 0 0,1 1-1,-1 0 1,1 1 0,-13 3 0,15-2-237,1 0 0,-1 0-1,1 0 1,-1 0 0,1 1 0,0-1-1,1 1 1,-1-1 0,1 1 0,-1 0-1,1 0 1,0 1 0,0-1-1,1 0 1,-1 0 0,1 1 0,0-1-1,0 1 1,1-1 0,-1 1 0,1 0-1,0-1 1,0 1 0,1-1 0,1 9-1,-1-9-23,-1 0 1,1 0-1,0 0 0,0 0 0,1 0 0,-1 0 0,1-1 1,0 1-1,0-1 0,0 1 0,1-1 0,-1 0 0,1 0 1,0 0-1,-1 0 0,1 0 0,1-1 0,-1 1 0,0-1 0,1 0 1,-1 0-1,1 0 0,-1 0 0,1-1 0,0 1 0,0-1 1,0 0-1,0 0 0,4 0 0,2-1-23,0-1 0,0 0 0,0-1-1,0 0 1,0 0 0,-1-1 0,1 0 0,-1-1 0,0 0 0,0-1 0,0 1-1,-1-2 1,1 1 0,12-12 0,-10 7-45,-1 1 0,0-1 0,0-1 0,-1 0 0,-1 0 0,1 0 0,-2-1 0,0-1 0,11-25 0,-17 36 86,0 0-1,0-1 0,0 1 1,0 0-1,-1-1 0,1 1 1,-1-1-1,0 1 0,0-1 0,1 1 1,-2-1-1,1 1 0,0-1 1,0 1-1,-1-1 0,1 1 1,-1 0-1,0-1 0,0 1 0,0 0 1,0-1-1,0 1 0,0 0 1,-1 0-1,-2-3 0,2 4 36,0 0 0,-1-1-1,1 1 1,0 1 0,-1-1-1,1 0 1,-1 1 0,1-1-1,-1 1 1,1-1 0,-1 1-1,1 0 1,-1 0 0,1 1-1,-1-1 1,0 0-1,1 1 1,-1-1 0,1 1-1,0 0 1,-1 0 0,1 0-1,0 0 1,-1 0 0,-3 4-1,1-2-23,0 1-1,0-1 1,0 1-1,1 0 1,0 1-1,-1-1 1,1 1-1,1 0 1,-1 0-1,1 0 1,0 0-1,0 1 1,0 0-1,1-1 1,0 1-1,0 0 1,1 0-1,-1 0 1,1 0-1,0 0 0,1 7 1,-1-9-17,1 0 0,0-1 1,1 1-1,-1 0 0,1 0 0,0-1 1,0 1-1,0 0 0,0-1 0,0 1 1,1-1-1,0 0 0,0 1 0,0-1 0,0 0 1,0 0-1,0 0 0,1-1 0,0 1 1,-1 0-1,1-1 0,0 0 0,0 1 1,0-1-1,1-1 0,-1 1 0,0 0 0,1-1 1,-1 1-1,1-1 0,0 0 0,-1 0 1,1-1-1,0 1 0,4-1 0,3 1-18,-1-1 0,1-1 1,-1 0-1,1 0 0,-1-1 0,1-1 0,-1 0 0,0 0 0,0-1 0,0 0 0,-1 0 0,1-1 0,-1-1 0,17-12 0,-19 12 2,0 0 0,1 0 0,-2-1 0,1 0-1,-1-1 1,0 0 0,-1 1 0,0-2 0,0 1-1,0 0 1,-1-1 0,-1 0 0,0 0 0,0 0 0,0-1-1,2-18 1,-5 28 8,0-1 0,0 0 0,0 0 0,0 0 0,0 0-1,0 0 1,0 1 0,0-1 0,0 0 0,0 0 0,0 0 0,-1 0 0,1 1 0,0-1-1,0 0 1,-1 0 0,1 1 0,-1-1 0,1 0 0,-1 0 0,1 1 0,-1-1-1,1 0 1,-1 1 0,0-1 0,1 1 0,-1-1 0,0 1 0,1-1 0,-1 1 0,-1-1-1,0 1 0,0-1 0,0 1-1,-1 0 1,1 0 0,0 0-1,0 0 1,-1 1-1,1-1 1,0 1 0,0-1-1,0 1 1,-2 1-1,-5 1-3,1 1-1,0 0 0,0 0 0,0 1 0,-11 9 0,13-7 6,0 0 0,0 0-1,0 0 1,1 1 0,0 0-1,0 0 1,-5 13 0,8-16-2,0 1-1,0-1 1,1 1 0,-1-1 0,1 1-1,1-1 1,-1 1 0,1 0 0,0-1-1,0 1 1,0-1 0,1 1 0,2 9-1,-3-14-1,1 0 1,-1 1-1,1-1 0,0 0 0,0 0 0,-1 0 0,1 0 0,0 0 1,0-1-1,0 1 0,0 0 0,0 0 0,0-1 0,0 1 0,0 0 0,0-1 1,0 1-1,1-1 0,-1 1 0,0-1 0,0 0 0,0 0 0,1 1 1,-1-1-1,0 0 0,0 0 0,1 0 0,-1 0 0,0 0 0,0-1 1,1 1-1,-1 0 0,2-1 0,1 0 0,0 0-1,-1 0 1,1-1 0,0 1-1,-1-1 1,1 1 0,-1-1-1,0-1 1,6-3 0,1-6-4,-1 0-1,0 0 1,-1-1 0,0 0 0,-1 0 0,0-1 0,-2 1 0,1-2 0,6-27 0,0-15-12,6-66-1,-18 122 18,18-211 0,-18 172 0,0 1 0,-3 0 0,-10-54 0,13 91-1,0 0 0,-1-1 1,1 1-1,-1 0 0,1 0 0,-1-1 0,0 1 0,0 0 1,0 0-1,0 0 0,0 0 0,0 0 0,-1 0 0,-2-3 1,4 5-1,-1 0 0,0 1 0,1-1 0,-1 0 0,0 0 0,1 0 0,-1 1 0,1-1 0,-1 0 0,0 1 0,1-1 0,-1 0 0,1 1 1,-1-1-1,1 1 0,-1-1 0,1 1 0,0-1 0,-1 1 0,1 0 0,-1-1 0,1 1 0,0-1 0,0 1 0,-1 0 0,1-1 1,0 1-1,0 0 0,0-1 0,0 2 0,-5 12-12,1 0 1,1 1 0,-2 16-1,-4 55 74,4 124 0,6-177-43,1-1 1,2 1-1,2 0 1,1-1-1,1 0 1,25 61-1,-29-84-399,1 0-1,0 0 1,0-1-1,1 1 1,1-1-1,-1 0 1,1-1-1,13 11 0,-17-15 108,1 0 0,-1-1 0,1 0-1,0 0 1,0 0 0,0 0-1,0 0 1,0-1 0,0 0 0,0 1-1,1-2 1,-1 1 0,0 0-1,1-1 1,-1 0 0,1 0 0,-1 0-1,0-1 1,1 1 0,-1-1-1,0 0 1,7-3 0,18-14-6511</inkml:trace>
</inkml:ink>
</file>

<file path=ppt/ink/ink3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54.569"/>
    </inkml:context>
    <inkml:brush xml:id="br0">
      <inkml:brushProperty name="width" value="0.025" units="cm"/>
      <inkml:brushProperty name="height" value="0.025" units="cm"/>
    </inkml:brush>
  </inkml:definitions>
  <inkml:trace contextRef="#ctx0" brushRef="#br0">129 77 14446,'0'0'1441,"-8"1"225,3 1-1515,-1 0 0,0 0 0,1 0 0,-1 1 0,1 0 0,0 0 0,0 0 0,0 0 0,0 1 0,1 0 0,0 0 0,-1 0 0,1 1 0,1 0 0,-1-1 0,1 1 0,-1 0 0,1 1 0,1-1 0,-3 6 0,0 0-48,1 0 0,0 0-1,1 0 1,0 0 0,0 0 0,0 15 0,2-22-84,1 0 0,-1 0 0,1 1 1,0-1-1,0 0 0,1 0 0,-1 0 0,1 0 0,0 1 0,0-1 0,1 0 0,-1 0 0,1-1 0,0 1 0,0 0 0,0 0 0,0-1 0,1 1 1,-1-1-1,4 3 0,-4-4-30,-1-1 0,0 0-1,1 0 1,-1 0 0,1 0 0,-1 0 0,1 0 0,-1 0 0,1 0 0,0-1 0,-1 1 0,1-1 0,0 1 0,0-1 0,-1 1-1,1-1 1,0 0 0,0 0 0,0 0 0,-1 0 0,1 0 0,0-1 0,0 1 0,-1 0 0,4-2 0,-3 0-35,1 1 1,-1-1-1,0 0 0,0 0 1,1 0-1,-1-1 1,-1 1-1,1 0 0,0-1 1,-1 1-1,1-1 1,-1 0-1,2-5 0,2-4-116,-1 0 0,-1-1-1,0 0 1,-1 0 0,1-23-1,-4 13 149,-1-1 1,-7-32-1,1 13 231,7 39-136,1 0-1,-1 0 0,1 0 0,0 1 0,0-1 1,0 0-1,0 0 0,1 0 0,-1 1 0,1-1 0,2-6 1,-2 9-58,0-1 0,0 1 0,0 0 0,0 0 0,1 0 0,-1 0 0,0 0 0,0 0 0,1 0 1,-1 0-1,1 0 0,-1 1 0,1-1 0,-1 0 0,1 1 0,-1-1 0,1 1 0,0 0 0,-1 0 0,1-1 0,-1 1 1,1 0-1,0 0 0,-1 1 0,1-1 0,0 0 0,-1 0 0,1 1 0,1 0 0,3 1-20,-1 0-1,0 0 0,0 0 1,0 1-1,0 0 0,0 0 1,-1 0-1,1 1 0,-1-1 1,0 1-1,0 0 0,0 0 1,0 1-1,-1-1 0,0 1 1,0 0-1,0 0 0,0 0 1,3 9-1,4 12 6,-1 0-1,10 42 1,-12-18-91,-2-19-52,0-65 70,-4 29 66,10-88 16,-9 86-17,-1 1 1,0 0 0,1-1 0,0 1-1,1 0 1,0 0 0,0 0-1,0 1 1,0-1 0,1 1 0,8-10-1,-12 14 0,1 1 0,-1 0 0,1-1 0,-1 1 0,1 0 0,-1-1-1,1 1 1,-1 0 0,1 0 0,-1-1 0,1 1 0,-1 0 0,1 0-1,-1 0 1,1 0 0,-1 0 0,1 0 0,-1 0 0,1 0 0,-1 0-1,1 0 1,0 0 0,-1 0 0,1 0 0,-1 0 0,1 0 0,-1 0-1,1 1 1,-1-1 0,1 0 0,-1 0 0,1 1 0,-1-1 0,1 1-1,13 21-10,-1 28-5,-13-50 16,17 171 32,-16-183-13,0-1 0,0 1 0,1-1-1,0 1 1,1-1 0,1 1-1,7-18 1,-4 12 18,-3 4-17,25-60 17,-27 70-19,0 1 1,0-1-1,0 1 1,0-1-1,0 1 1,1 0-1,0 0 1,-1 0-1,1 0 1,0 0-1,0 1 1,1-1-1,-1 1 1,1 0-1,6-4 1,-8 6-14,-1 0 0,0 0-1,0 0 1,0 0 0,0 0 0,0 0 0,0 0 0,1 0 0,-1 0 0,0 0 0,0 0 0,0 1 0,0-1 0,0 1 0,0-1 0,0 1 0,0-1 0,0 1 0,0-1 0,0 1 0,0 0 0,0 0 0,-1-1 0,1 1 0,0 0 0,0 0 0,-1 0 0,1 0 0,-1 0-1,1 0 1,0 0 0,-1 1 0,14 40 445,-12-34-252,10 56 1035,-11-51-1155,0 0-1,1 0 0,1 0 1,0 0-1,1 0 1,0-1-1,1 0 0,1 0 1,10 18-1,-15-29-146,-1 0-1,1 0 1,-1 0 0,1-1-1,0 1 1,-1 0-1,1 0 1,0-1 0,0 1-1,-1 0 1,1-1-1,0 1 1,0-1 0,0 1-1,0-1 1,0 1-1,0-1 1,0 0 0,0 0-1,0 1 1,0-1 0,0 0-1,0 0 1,0 0-1,0 0 1,0 0 0,0 0-1,0 0 1,0 0-1,1-1 1,10-10-5077</inkml:trace>
</inkml:ink>
</file>

<file path=ppt/ink/ink3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03.414"/>
    </inkml:context>
    <inkml:brush xml:id="br0">
      <inkml:brushProperty name="width" value="0.025" units="cm"/>
      <inkml:brushProperty name="height" value="0.025" units="cm"/>
    </inkml:brush>
  </inkml:definitions>
  <inkml:trace contextRef="#ctx0" brushRef="#br0">0 1 5541,'0'4'-801,"0"-3"769,3 1 0,2-2-96,0 0-737</inkml:trace>
</inkml:ink>
</file>

<file path=ppt/ink/ink3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01.835"/>
    </inkml:context>
    <inkml:brush xml:id="br0">
      <inkml:brushProperty name="width" value="0.025" units="cm"/>
      <inkml:brushProperty name="height" value="0.025" units="cm"/>
    </inkml:brush>
  </inkml:definitions>
  <inkml:trace contextRef="#ctx0" brushRef="#br0">1 12 2050,'0'1'106,"0"-1"0,0 1 0,1-1 0,-1 0 0,0 1 0,0-1 0,1 0 0,-1 1 1,0-1-1,1 0 0,-1 1 0,0-1 0,1 0 0,-1 1 0,1-1 0,-1 0 0,0 0 0,1 0 0,-1 1 0,1-1 0,-1 0 0,1 0 0,-1 0 0,1 0 1,-1 0-1,1 0 0,-1 0 0,1 0 0,-1 0 0,0 0 0,1 0 0,-1 0 0,1 0 0,-1 0 0,1-1 0,-1 1 0,1 0 0,2-18 4736,-3 18-4692,19 4-3140,-15-4-992</inkml:trace>
</inkml:ink>
</file>

<file path=ppt/ink/ink3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04.661"/>
    </inkml:context>
    <inkml:brush xml:id="br0">
      <inkml:brushProperty name="width" value="0.025" units="cm"/>
      <inkml:brushProperty name="height" value="0.025" units="cm"/>
    </inkml:brush>
  </inkml:definitions>
  <inkml:trace contextRef="#ctx0" brushRef="#br0">1 0 3011,'1'0'320,"1"0"-256,0 0 192,0 0-672,1 0 384,-1 1-96,1-1-353,-3 3 1,1-2 352,-1 1 96,0-1 32,0 0 0</inkml:trace>
</inkml:ink>
</file>

<file path=ppt/ink/ink3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14.238"/>
    </inkml:context>
    <inkml:brush xml:id="br0">
      <inkml:brushProperty name="width" value="0.025" units="cm"/>
      <inkml:brushProperty name="height" value="0.025" units="cm"/>
    </inkml:brush>
  </inkml:definitions>
  <inkml:trace contextRef="#ctx0" brushRef="#br0">3 4 2274,'0'0'11878,"-3"-3"-11761,94 51 999,-41-17-930,-2 1 0,58 51 1,-80-59-309,-1 1 0,0 1 1,-2 0-1,-1 2 1,19 34-1,-37-53-1094</inkml:trace>
</inkml:ink>
</file>

<file path=ppt/ink/ink3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14.537"/>
    </inkml:context>
    <inkml:brush xml:id="br0">
      <inkml:brushProperty name="width" value="0.025" units="cm"/>
      <inkml:brushProperty name="height" value="0.025" units="cm"/>
    </inkml:brush>
  </inkml:definitions>
  <inkml:trace contextRef="#ctx0" brushRef="#br0">230 1 6694,'0'0'7196,"-8"0"-6811,5 0-372,1 0 1,-1 0-1,0 1 0,1-1 1,-1 1-1,0 0 1,1 0-1,-1 0 0,1 0 1,-1 0-1,1 0 0,0 0 1,0 1-1,-1 0 1,1-1-1,0 1 0,-2 2 1,-1 3 19,0 0-1,0 0 1,1 1 0,0-1 0,-5 14 0,-74 213 335,35-91-6069,36-110 1414</inkml:trace>
</inkml:ink>
</file>

<file path=ppt/ink/ink3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14.850"/>
    </inkml:context>
    <inkml:brush xml:id="br0">
      <inkml:brushProperty name="width" value="0.025" units="cm"/>
      <inkml:brushProperty name="height" value="0.025" units="cm"/>
    </inkml:brush>
  </inkml:definitions>
  <inkml:trace contextRef="#ctx0" brushRef="#br0">12 0 8200,'0'0'7201,"-3"9"-7025,0 7-145,1 0 0,0 1 0,1-1 0,0 1 0,1 0-1,1-1 1,1 1 0,7 28 0,19 54-3875,-23-89-768</inkml:trace>
</inkml:ink>
</file>

<file path=ppt/ink/ink3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15.287"/>
    </inkml:context>
    <inkml:brush xml:id="br0">
      <inkml:brushProperty name="width" value="0.025" units="cm"/>
      <inkml:brushProperty name="height" value="0.025" units="cm"/>
    </inkml:brush>
  </inkml:definitions>
  <inkml:trace contextRef="#ctx0" brushRef="#br0">1 113 5061,'0'0'8968,"57"-25"-8551,-25 13-257,5 0 32,0-1-192,1-1 32,-2 6-32,-5-1-352,-4-1-1602,-6 0-2819</inkml:trace>
</inkml:ink>
</file>

<file path=ppt/ink/ink3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16.612"/>
    </inkml:context>
    <inkml:brush xml:id="br0">
      <inkml:brushProperty name="width" value="0.025" units="cm"/>
      <inkml:brushProperty name="height" value="0.025" units="cm"/>
    </inkml:brush>
  </inkml:definitions>
  <inkml:trace contextRef="#ctx0" brushRef="#br0">14 67 3395,'0'0'5856,"1"-7"-5268,2-30 890,9 51-1056,8 42 152,-3 1 0,-3 0 0,15 112 0,-22-119-580,-3-29 57,-2-14 35,0 0 0,-1 0-1,0 0 1,-1 1 0,1-1 0,-2 15 0,-17-42 2380,9 1-2382,1-1 1,1 0-1,1 0 0,0 0 1,2 0-1,0-1 0,2 0 1,-1-38-1,1 26-61,-1-1 0,-10-43-1,-7 31 1024,17 41-992,0 0 0,0 1 0,1-1 0,0 0-1,0 0 1,0-1 0,1 1 0,0 0 0,0 0 0,0-1 0,0-5 0,3 21-56,0 1 0,1-1 0,-1 0 1,2 0-1,0 0 0,0-1 0,0 1 1,1-1-1,1 0 0,0-1 1,0 1-1,11 11 0,-13-15-1,1 1 0,-1-1 0,1 0 0,1 0 0,-1 0-1,1-1 1,0 0 0,0 0 0,0 0 0,0-1 0,1 0 0,-1 0 0,1-1 0,0 0 0,-1 0-1,1 0 1,0-1 0,1 0 0,-1 0 0,0-1 0,9 0 0,-12-2 3,0 1 0,0-1 0,0 0 1,0 0-1,0 0 0,-1 0 0,1-1 0,-1 1 0,0-1 1,1 0-1,-1 0 0,-1 0 0,1-1 0,0 1 0,-1-1 1,0 1-1,1-1 0,-1 0 0,-1 0 0,1 0 0,-1 0 1,1 0-1,-1 0 0,1-9 0,2-8 14,-1-1-1,-1 0 1,-1-30 0,0 51-12,-1 1 1,-1-1 0,1 0 0,0 1 0,0-1-1,0 1 1,0-1 0,0 0 0,-1 1 0,1-1-1,0 0 1,0 1 0,-1-1 0,1 1 0,0-1-1,-1 1 1,1-1 0,-1 1 0,1-1 0,-1 1-1,1-1 1,-1 1 0,0-1 0,0 1-3,1 0 1,0 0-1,0 0 1,-1 0-1,1 0 1,0 0-1,-1 0 1,1 0-1,0 0 1,-1 0-1,1 0 1,0 0-1,-1 0 1,1 0-1,0 1 1,-1-1-1,1 0 1,0 0 0,0 0-1,-1 0 1,1 1-1,0-1 1,0 0-1,-1 0 1,1 1-1,0-1 1,0 0-1,0 0 1,-1 1-1,1-1 1,0 0-1,0 1 1,0-1-1,0 0 1,0 1-1,0-1 1,0 0-1,0 1 1,0-1-1,0 0 1,0 0-1,0 1 1,0-1-1,0 0 1,0 1-1,0 4 15,0 0 0,0 0 0,1 0-1,0-1 1,0 1 0,0 0 0,0 0 0,1-1-1,0 1 1,0-1 0,0 0 0,0 1-1,1-1 1,0 0 0,0 0 0,0-1-1,0 1 1,0-1 0,1 1 0,0-1 0,-1 0-1,1 0 1,1-1 0,7 5 0,-4-3-175,-1 0 1,1-1-1,0 0 1,0 0-1,0-1 1,11 2-1,-13-3-516,0-1 1,0 1-1,1-1 1,-1 0-1,0-1 0,0 0 1,0 0-1,9-2 1,0-7-4440</inkml:trace>
</inkml:ink>
</file>

<file path=ppt/ink/ink3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16.862"/>
    </inkml:context>
    <inkml:brush xml:id="br0">
      <inkml:brushProperty name="width" value="0.025" units="cm"/>
      <inkml:brushProperty name="height" value="0.025" units="cm"/>
    </inkml:brush>
  </inkml:definitions>
  <inkml:trace contextRef="#ctx0" brushRef="#br0">0 1 11531,'0'0'1698,"65"17"-930,-39 9 129,2 8-160,0 11-161,-4 9-255,-4 10-97,-6 7-160,-7 5-64,-5-1 0,-2-5 0,-9-5-224,-16-9-1698,-13-9-2626,-15-10-5062</inkml:trace>
</inkml:ink>
</file>

<file path=ppt/ink/ink3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17.251"/>
    </inkml:context>
    <inkml:brush xml:id="br0">
      <inkml:brushProperty name="width" value="0.025" units="cm"/>
      <inkml:brushProperty name="height" value="0.025" units="cm"/>
    </inkml:brush>
  </inkml:definitions>
  <inkml:trace contextRef="#ctx0" brushRef="#br0">154 2 9065,'0'0'32,"-52"-2"128,23 17 448,3 15 481,4 13 161,6 13-65,7 14-192,9 10-353,7 6-352,20 2-191,12 1-33,12-4-96,11-7 64,11-12-128,7-9-1,5-13 33,1-19-2690,-4-16-1186</inkml:trace>
</inkml:ink>
</file>

<file path=ppt/ink/ink3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17.842"/>
    </inkml:context>
    <inkml:brush xml:id="br0">
      <inkml:brushProperty name="width" value="0.025" units="cm"/>
      <inkml:brushProperty name="height" value="0.025" units="cm"/>
    </inkml:brush>
  </inkml:definitions>
  <inkml:trace contextRef="#ctx0" brushRef="#br0">1 54 8488,'0'0'2717,"0"-7"-902,0 6-1784,0-1 0,-1 0 0,1 0 0,0 1-1,1-1 1,-1 0 0,0 0 0,0 1 0,1-1 0,-1 0-1,1 1 1,-1-1 0,1 0 0,0 1 0,0-1 0,-1 1-1,1-1 1,0 1 0,0 0 0,1-1 0,-1 1 0,2-2-1,0 1-33,0 1 0,1 0 0,-1 0 0,0 0 0,1 0 0,-1 0 0,1 1 1,-1-1-1,1 1 0,-1 0 0,0 0 0,1 0 0,5 2 0,-7-2 1,0 0 1,0 1-1,1-1 0,-1 1 1,0 0-1,0-1 1,0 1-1,0 0 1,0 0-1,0 1 1,-1-1-1,1 0 0,0 1 1,0-1-1,-1 1 1,1-1-1,-1 1 1,3 3-1,-1 0 3,-1-1-1,0 1 0,1 0 1,-2 0-1,1 0 1,-1 0-1,2 10 1,-1 5-4,-1 0 1,0 1 0,-3 21-1,1-40 1,0 6 0,-1 1 0,0 0 1,0-1-1,-6 14 0,5-15-13,0 0 0,1 1 1,0-1-1,0 0 0,0 1 1,0 9-1,37-23-327,100-39-3149,-100 34 673</inkml:trace>
</inkml:ink>
</file>

<file path=ppt/ink/ink3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18.357"/>
    </inkml:context>
    <inkml:brush xml:id="br0">
      <inkml:brushProperty name="width" value="0.025" units="cm"/>
      <inkml:brushProperty name="height" value="0.025" units="cm"/>
    </inkml:brush>
  </inkml:definitions>
  <inkml:trace contextRef="#ctx0" brushRef="#br0">1 693 9321,'0'0'2269,"12"-9"-1864,21-10 206,0 1 0,2 1-1,0 2 1,44-13 0,528-149 501,297-108 87,-801 239-1444,-59 25-608,1 2 1,69-19 0,-112 37-1159,-6 2-628,-17 2-3778</inkml:trace>
</inkml:ink>
</file>

<file path=ppt/ink/ink3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19.610"/>
    </inkml:context>
    <inkml:brush xml:id="br0">
      <inkml:brushProperty name="width" value="0.025" units="cm"/>
      <inkml:brushProperty name="height" value="0.025" units="cm"/>
    </inkml:brush>
  </inkml:definitions>
  <inkml:trace contextRef="#ctx0" brushRef="#br0">232 283 6438,'1'-2'5844,"-1"2"-5519,25 21 720,32 35-999,-42-40 61,-2 1-1,18 28 0,-28-40-92,0 0 0,0 0 0,-1 0-1,0 0 1,0 1 0,0-1 0,-1 0-1,0 1 1,0-1 0,0 1 0,0 0-1,-1-1 1,0 1 0,0 0 0,-2 7-1,1-11 18,0 0-1,0 0 0,0 0 0,-1 0 0,1-1 0,0 1 0,-1 0 0,1-1 0,-1 1 1,0-1-1,1 1 0,-1-1 0,0 0 0,0 0 0,0 0 0,0 0 0,0 0 0,0 0 0,0 0 1,-1-1-1,1 1 0,0-1 0,-3 1 0,-56 4 359,57-5-374,-10 0 59,-1-1 0,1 0 0,-1-1 1,1 0-1,0-1 0,0 0 0,0-2 0,1 1 0,-1-2 1,1 0-1,0 0 0,1-1 0,-1-1 0,1 0 1,1-1-1,0 0 0,0 0 0,-14-18 0,22 24-67,1 1 0,0-1 1,0 0-1,0-1 0,0 1 0,0 0 0,1 0 0,0-1 0,-1 1 0,1-1 1,0 1-1,1-1 0,-1 0 0,1 1 0,-1-1 0,1 0 0,0 1 0,0-1 1,1 0-1,-1 1 0,1-1 0,0 0 0,0 1 0,0-1 0,0 1 0,1 0 1,-1-1-1,1 1 0,0 0 0,0 0 0,0 0 0,1 0 0,-1 0 0,1 0 1,-1 1-1,4-3 0,12-11 8,1 2 0,0 0 0,1 1 1,33-17-1,-25 15 8,347-192-1112,-360 197-1703,-6 3-2231</inkml:trace>
</inkml:ink>
</file>

<file path=ppt/ink/ink3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19.875"/>
    </inkml:context>
    <inkml:brush xml:id="br0">
      <inkml:brushProperty name="width" value="0.025" units="cm"/>
      <inkml:brushProperty name="height" value="0.025" units="cm"/>
    </inkml:brush>
  </inkml:definitions>
  <inkml:trace contextRef="#ctx0" brushRef="#br0">1 1 8616,'0'0'3748,"17"43"-3268,-5-17 33,1 4-225,3 4-192,-3 2-96,2-1 32,0-4-32,-4-4-32,1-5-545,-5-8-2754,-2-10-416,-1-4-1859</inkml:trace>
</inkml:ink>
</file>

<file path=ppt/ink/ink3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20.075"/>
    </inkml:context>
    <inkml:brush xml:id="br0">
      <inkml:brushProperty name="width" value="0.025" units="cm"/>
      <inkml:brushProperty name="height" value="0.025" units="cm"/>
    </inkml:brush>
  </inkml:definitions>
  <inkml:trace contextRef="#ctx0" brushRef="#br0">0 1 10634,'0'0'6086,"29"43"-5670,-16-19-288,2 3-96,4 4-32,-2 4 0,-3-1-32,-2-5-2082,-7-15-6502</inkml:trace>
</inkml:ink>
</file>

<file path=ppt/ink/ink3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20.744"/>
    </inkml:context>
    <inkml:brush xml:id="br0">
      <inkml:brushProperty name="width" value="0.025" units="cm"/>
      <inkml:brushProperty name="height" value="0.025" units="cm"/>
    </inkml:brush>
  </inkml:definitions>
  <inkml:trace contextRef="#ctx0" brushRef="#br0">1 83 6758,'0'0'2947,"9"0"-1788,19-1-636,1-2 1,-1 0-1,0-2 1,0-2 0,43-14-1,-36 10-495,1 1-1,1 2 0,43-5 1,-73 13-143,-1 1-893,-2-2-2839</inkml:trace>
</inkml:ink>
</file>

<file path=ppt/ink/ink3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21.077"/>
    </inkml:context>
    <inkml:brush xml:id="br0">
      <inkml:brushProperty name="width" value="0.025" units="cm"/>
      <inkml:brushProperty name="height" value="0.025" units="cm"/>
    </inkml:brush>
  </inkml:definitions>
  <inkml:trace contextRef="#ctx0" brushRef="#br0">9 1 6694,'0'0'7042,"-2"6"-6994,0-1-25,1 1-1,0 0 1,0 0 0,0 0 0,1-1 0,0 1-1,0 0 1,0 0 0,1 0 0,0 0 0,0 0-1,3 7 1,29 81 214,-16-49-231,24 55-1218,-33-87-2482</inkml:trace>
</inkml:ink>
</file>

<file path=ppt/ink/ink3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22.692"/>
    </inkml:context>
    <inkml:brush xml:id="br0">
      <inkml:brushProperty name="width" value="0.025" units="cm"/>
      <inkml:brushProperty name="height" value="0.025" units="cm"/>
    </inkml:brush>
  </inkml:definitions>
  <inkml:trace contextRef="#ctx0" brushRef="#br0">128 7 7271,'-1'-1'30,"0"0"1,0 1 0,0-1-1,0 0 1,0 1-1,0-1 1,-1 1-1,1 0 1,0-1-1,0 1 1,0 0-1,0 0 1,-1-1 0,1 1-1,0 0 1,0 0-1,0 1 1,-1-1-1,1 0 1,0 0-1,0 0 1,0 1 0,-1-1-1,1 1 1,0-1-1,0 1 1,0-1-1,0 1 1,0 0-1,0-1 1,0 1-1,0 0 1,0 0 0,1 0-1,-1 0 1,0 0-1,-1 1 1,-28 39 1055,21-23-720,1 0 0,0 1 0,1 0 0,2 0 0,-1 1 0,2-1 0,1 1 0,0 0-1,2 0 1,0 1 0,1-1 0,1 0 0,1 0 0,5 20 0,-5-26-359,1 0 0,1 0-1,0 0 1,1-1 0,0 0 0,2 0 0,-1 0 0,1-1-1,1 1 1,0-2 0,1 1 0,0-1 0,1-1 0,0 0-1,0 0 1,1-1 0,1 0 0,0-1 0,0 0 0,18 8-1,23-1-1592,-17-14-3340,-17-4-797</inkml:trace>
</inkml:ink>
</file>

<file path=ppt/ink/ink3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22.911"/>
    </inkml:context>
    <inkml:brush xml:id="br0">
      <inkml:brushProperty name="width" value="0.025" units="cm"/>
      <inkml:brushProperty name="height" value="0.025" units="cm"/>
    </inkml:brush>
  </inkml:definitions>
  <inkml:trace contextRef="#ctx0" brushRef="#br0">1 1 10218,'0'0'160,"66"29"192,-35-10 737,1 3-224,1 1-449,1-2-384,-2 3 65,-1-1-65,-6-3-97,-5-5-2081,-8-5-2050</inkml:trace>
</inkml:ink>
</file>

<file path=ppt/ink/ink3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23.177"/>
    </inkml:context>
    <inkml:brush xml:id="br0">
      <inkml:brushProperty name="width" value="0.025" units="cm"/>
      <inkml:brushProperty name="height" value="0.025" units="cm"/>
    </inkml:brush>
  </inkml:definitions>
  <inkml:trace contextRef="#ctx0" brushRef="#br0">94 0 8872,'0'0'5093,"-50"14"-4612,44 5-97,-1 4-32,4 3-95,-1 4-161,0 4-96,0 1 32,2 1-32,-1 0-32,-1-3-64,0-5-2307,1-8-2657</inkml:trace>
</inkml:ink>
</file>

<file path=ppt/ink/ink3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23.534"/>
    </inkml:context>
    <inkml:brush xml:id="br0">
      <inkml:brushProperty name="width" value="0.025" units="cm"/>
      <inkml:brushProperty name="height" value="0.025" units="cm"/>
    </inkml:brush>
  </inkml:definitions>
  <inkml:trace contextRef="#ctx0" brushRef="#br0">0 61 10122,'0'0'245,"3"-7"828,21-37 1382,-24 44-2405,1-1 0,0 0 0,-1 0 0,1 1 0,0-1 0,-1 0 0,1 1 0,0-1 0,0 1 0,-1-1 0,1 1 1,0-1-1,0 1 0,0-1 0,0 1 0,0 0 0,0 0 0,0-1 0,0 1 0,0 0 0,1 0 0,-1 1-50,1-1-1,-1 1 1,0 0-1,0 0 1,0 0-1,0 0 1,0 0-1,0 0 1,0 0-1,0 0 1,0 0-1,0 0 0,0 0 1,-1 1-1,1-1 1,-1 0-1,1 0 1,-1 1-1,1-1 1,-1 1-1,1 0 1,2 12-14,1 0 1,-1 0-1,-1 0 1,-1 0-1,0 0 1,-1 0-1,0 0 1,-3 17-1,-1-4-18,-2 0 0,-1 0-1,-12 31 1,19-58 32,0 0 0,0 0 0,0 0 1,0 0-1,-1 0 0,1 0 0,0 1 0,0-1 0,0 0 0,0 0 1,0 0-1,0 0 0,0 0 0,0 1 0,0-1 0,0 0 1,0 0-1,0 0 0,0 0 0,0 1 0,0-1 0,0 0 0,0 0 1,0 0-1,0 0 0,0 0 0,0 1 0,0-1 0,0 0 0,0 0 1,0 0-1,0 0 0,0 0 0,1 1 0,-1-1 0,0 0 1,0 0-1,0 0 0,0 0 0,0 0 0,0 0 0,0 0 0,1 0 1,-1 1-1,0-1 0,0 0 0,0 0 0,0 0 0,0 0 1,1 0-1,-1 0 0,0 0 0,0 0 0,0 0 0,0 0 0,1 0 1,-1 0-1,0 0 0,0 0 0,0 0 0,0 0 0,0 0 0,1 0 1,-1 0-1,0-1 0,17-7 22,16-15 10,72-62-2749,-83 65-876</inkml:trace>
</inkml:ink>
</file>

<file path=ppt/ink/ink3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23.783"/>
    </inkml:context>
    <inkml:brush xml:id="br0">
      <inkml:brushProperty name="width" value="0.025" units="cm"/>
      <inkml:brushProperty name="height" value="0.025" units="cm"/>
    </inkml:brush>
  </inkml:definitions>
  <inkml:trace contextRef="#ctx0" brushRef="#br0">1 115 9833,'0'0'513,"62"-10"320,-33 3-33,2-3-319,2 0-321,3-3-96,-1 0-32,-3-2-32,-2-1-641,-8-4-3042</inkml:trace>
</inkml:ink>
</file>

<file path=ppt/ink/ink3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24.484"/>
    </inkml:context>
    <inkml:brush xml:id="br0">
      <inkml:brushProperty name="width" value="0.025" units="cm"/>
      <inkml:brushProperty name="height" value="0.025" units="cm"/>
    </inkml:brush>
  </inkml:definitions>
  <inkml:trace contextRef="#ctx0" brushRef="#br0">1 12 10218,'0'0'475,"3"9"384,39 147 3591,10 96-3289,-47-220-1092,2 56 1,-23-123 1179,2-16-1203,3-1-1,-7-84 1,13 81-38,-3 0-1,-18-63 1,17 93 92,9 25-96,0 0 0,0 0 0,0 0 0,0 0 0,0 0 0,0 0 1,0 0-1,0 0 0,0 0 0,0 1 0,0-1 0,0 0 0,0 0 0,0 0 0,0 0 0,0 0 0,0 0 0,0 0 0,0 1 0,0-1 1,0 0-1,0 0 0,0 0 0,0 0 0,0 0 0,0 0 0,0 0 0,0 1 0,0-1 0,0 0 0,0 0 0,0 0 0,0 0 0,0 0 0,0 0 1,-1 0-1,1 0 0,0 0 0,0 0 0,0 1 0,0-1 0,0 0 0,0 0 0,0 0 0,0 0 0,-1 0 0,1 0 0,0 0 0,0 0 1,0 0-1,0 0 0,0 0 0,0 0 0,0 0 0,-1 0 0,1 0 0,1 4 11,0 1 0,0-1 0,0 0-1,1 1 1,-1-1 0,1 0 0,0 0 0,1 0 0,2 4-1,-1-2-12,1 1-1,0-1 1,0 0-1,0-1 1,1 1-1,0-1 0,0 0 1,0-1-1,1 0 1,0 0-1,0 0 0,0 0 1,0-1-1,0 0 1,0-1-1,1 0 0,0 0 1,9 1-1,-15-3-1,-1 0 0,0 0 0,1-1 0,-1 1 0,0 0 0,1-1 0,-1 1 1,0-1-1,0 1 0,0-1 0,1 0 0,-1 1 0,0-1 0,0 0 0,0 0 0,0 0 0,0 0 0,0 0 0,-1 0 0,1 0 0,0 0 0,1-2 0,10-36-11,-10 29 3,-1 0 0,-1 0 0,0 0 0,0 0 0,-3-18-1,2 26 9,1 1 0,0 0 0,-1 0 0,1 0 0,-1 0 0,1 0 0,-1 0 0,0 0 0,0 0 0,1 0 0,-1 0 0,0 0-1,0 0 1,0 0 0,0 0 0,-1 0 0,2 1 0,-1 0 0,1 0 0,0 0 1,-1-1-1,1 1 0,0 0 0,-1 0 0,1 0 0,0 0 0,-1 0 0,1 1 1,-1-1-1,1 0 0,0 0 0,-1 0 0,1 0 0,0 0 0,-1 0 0,1 1 1,0-1-1,0 0 0,-1 0 0,1 0 0,0 1 0,-1-1 0,1 0 0,0 0 1,0 1-1,0-1 0,-1 0 0,1 1 0,0-1 0,0 0 0,0 1 0,0-1 0,-1 0 1,1 1-1,0-1 0,0 0 0,0 1 0,0-1 0,0 0 0,0 1 0,0-1 1,0 0-1,0 1 0,0-1 0,0 0 0,0 1 0,1-1 0,-1 0 0,0 1 1,0-1-1,0 1 0,1 5 15,-1 1 0,1-1 0,0 0 0,1 1 0,-1-1 0,1 0 0,1 0 0,-1 0 1,1 0-1,0 0 0,0-1 0,1 1 0,-1-1 0,1 0 0,1 0 0,-1 0 0,1-1 0,-1 1 0,1-1 1,0 0-1,1-1 0,7 5 0,-4-3-43,0 0 0,1-1 0,0 0 0,0-1 1,0 0-1,0 0 0,0-1 0,1 0 0,-1-1 0,0 0 1,1-1-1,0 0 0,11-2 0,1-7-3191,-8-11-3844</inkml:trace>
</inkml:ink>
</file>

<file path=ppt/ink/ink3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25.178"/>
    </inkml:context>
    <inkml:brush xml:id="br0">
      <inkml:brushProperty name="width" value="0.025" units="cm"/>
      <inkml:brushProperty name="height" value="0.025" units="cm"/>
    </inkml:brush>
  </inkml:definitions>
  <inkml:trace contextRef="#ctx0" brushRef="#br0">0 16 6470,'1'-14'4017,"2"13"-1520,5 26-742,10 56-1914,-17-73 713,37 138-975,-28-111-2024,-7-22-4250</inkml:trace>
</inkml:ink>
</file>

<file path=ppt/ink/ink3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25.920"/>
    </inkml:context>
    <inkml:brush xml:id="br0">
      <inkml:brushProperty name="width" value="0.025" units="cm"/>
      <inkml:brushProperty name="height" value="0.025" units="cm"/>
    </inkml:brush>
  </inkml:definitions>
  <inkml:trace contextRef="#ctx0" brushRef="#br0">41 87 5029,'0'0'6785,"-6"-7"-5258,-18-24-164,13 6-247,11 24-1086,0 1 1,0-1-1,0 0 0,0 1 1,0-1-1,0 0 1,0 0-1,0 1 1,0-1-1,1 0 0,-1 1 1,0-1-1,0 1 1,1-1-1,-1 0 0,0 1 1,1-1-1,-1 1 1,0-1-1,1 0 0,-1 1 1,1-1-1,-1 1 1,1 0-1,-1-1 0,1 1 1,0-1-1,-1 1 1,1 0-1,0-1 1,1 0-29,0 0 1,0 0 0,0 1 0,0-1-1,0 0 1,0 1 0,0 0 0,0-1-1,0 1 1,0 0 0,0 0-1,0 0 1,1 0 0,-1 1 0,0-1-1,0 0 1,0 1 0,0 0 0,0-1-1,0 1 1,0 0 0,3 2 0,-3-1-3,1 1 0,0 0 0,-1-1-1,1 1 1,-1 0 0,0 0 0,0 1 0,0-1 0,0 0 0,0 1 0,1 5 0,1 6-8,0 0 0,-1 0 1,-1 0-1,0 1 0,0 18 1,-4 1-16,-1 0 1,-9 38 0,12-72 24,0-1-2,0 1 0,0-1-1,0 0 1,0 0 0,0 0-1,0 1 1,0-1 0,0 0-1,0 0 1,0 0 0,0 1-1,0-1 1,0 0 0,0 0-1,0 0 1,0 1 0,0-1-1,0 0 1,0 0 0,0 0-1,0 1 1,0-1 0,0 0-1,0 0 1,1 0 0,-1 0-1,0 0 1,0 1 0,0-1-1,0 0 1,1 0 0,-1 0-1,0 0 1,0 0 0,0 0-1,0 0 1,1 1 0,-1-1-1,0 0 1,0 0 0,0 0-1,1 0 1,-1 0 0,13-3 9,11-10 2,-24 13-11,23-14-153,68-46-696,-38 12-5719,-37 26 845</inkml:trace>
</inkml:ink>
</file>

<file path=ppt/ink/ink3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26.217"/>
    </inkml:context>
    <inkml:brush xml:id="br0">
      <inkml:brushProperty name="width" value="0.025" units="cm"/>
      <inkml:brushProperty name="height" value="0.025" units="cm"/>
    </inkml:brush>
  </inkml:definitions>
  <inkml:trace contextRef="#ctx0" brushRef="#br0">0 0 10954,'0'0'1191,"11"1"-652,3 1-364,-1 0 0,0 1 0,0 1 0,0 0 0,0 1 1,-1 0-1,0 1 0,0 0 0,11 9 0,-4-2-61,-2 2 0,0 0 0,-1 0 0,0 2 0,-1 0 0,-1 1 0,-1 0 0,-1 1 0,0 1 0,16 37 1,-18-32-15,-1 1 0,-1 1 0,-1 0 0,-1-1 1,-2 2-1,-1-1 0,-1 0 0,-2 45 1,-1-59-397,-1 1 0,-1 0 1,0-1-1,-1 1 0,0-1 0,-11 22 1,12-28 39,0-1 0,-1 0 0,0 0 0,0 0 0,0 0 0,0-1 0,-1 0 0,0 0 0,0 0 0,0 0 0,-1-1 0,0 0 0,0 0 0,-12 6 0,-4-5-3251</inkml:trace>
</inkml:ink>
</file>

<file path=ppt/ink/ink3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26.621"/>
    </inkml:context>
    <inkml:brush xml:id="br0">
      <inkml:brushProperty name="width" value="0.025" units="cm"/>
      <inkml:brushProperty name="height" value="0.025" units="cm"/>
    </inkml:brush>
  </inkml:definitions>
  <inkml:trace contextRef="#ctx0" brushRef="#br0">1 61 10154,'0'0'149,"0"-8"524,4-27 656,-4 34-1277,0 0 1,0 0-1,0 1 0,1-1 1,-1 0-1,0 0 0,0 0 1,1 1-1,-1-1 1,0 0-1,1 0 0,-1 1 1,0-1-1,1 0 0,-1 1 1,1-1-1,0 0 0,-1 1 1,1-1-1,-1 1 0,1-1 1,1 0-1,11 7 235,6 23-337,-15-13 62,0 0-1,-1 0 1,0 23-1,5 23-3,-8-61-8,0 0 0,0 0 1,1 0-1,-1 0 0,0-1 0,1 1 1,-1 0-1,0 0 0,1-1 0,-1 1 1,1 0-1,-1 0 0,1-1 1,-1 1-1,1-1 0,0 1 0,-1 0 1,1-1-1,0 1 0,-1-1 1,1 0-1,0 1 0,0-1 0,0 0 1,-1 1-1,2-1 0,27-3 15,29-24 7,-50 23-24,13-8-21,57-27 154,-74 37-171,1 0-1,0 0 1,-1 1-1,1 0 1,0 0-1,0 0 1,0 0-1,0 1 1,0 0-1,0 0 1,0 0-1,0 1 1,9 2-1,-8 5-2809,-5 8-2046</inkml:trace>
</inkml:ink>
</file>

<file path=ppt/ink/ink3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29.352"/>
    </inkml:context>
    <inkml:brush xml:id="br0">
      <inkml:brushProperty name="width" value="0.025" units="cm"/>
      <inkml:brushProperty name="height" value="0.025" units="cm"/>
    </inkml:brush>
  </inkml:definitions>
  <inkml:trace contextRef="#ctx0" brushRef="#br0">0 0 11435,'0'0'3363</inkml:trace>
</inkml:ink>
</file>

<file path=ppt/ink/ink3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45.624"/>
    </inkml:context>
    <inkml:brush xml:id="br0">
      <inkml:brushProperty name="width" value="0.025" units="cm"/>
      <inkml:brushProperty name="height" value="0.025" units="cm"/>
    </inkml:brush>
  </inkml:definitions>
  <inkml:trace contextRef="#ctx0" brushRef="#br0">1 0 13261,'0'0'0</inkml:trace>
</inkml:ink>
</file>

<file path=ppt/ink/ink3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04.137"/>
    </inkml:context>
    <inkml:brush xml:id="br0">
      <inkml:brushProperty name="width" value="0.025" units="cm"/>
      <inkml:brushProperty name="height" value="0.025" units="cm"/>
    </inkml:brush>
  </inkml:definitions>
  <inkml:trace contextRef="#ctx0" brushRef="#br0">1 1 11787,'0'0'-833</inkml:trace>
</inkml:ink>
</file>

<file path=ppt/ink/ink3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05.235"/>
    </inkml:context>
    <inkml:brush xml:id="br0">
      <inkml:brushProperty name="width" value="0.025" units="cm"/>
      <inkml:brushProperty name="height" value="0.025" units="cm"/>
    </inkml:brush>
  </inkml:definitions>
  <inkml:trace contextRef="#ctx0" brushRef="#br0">0 50 24663,'0'0'-32,"35"-49"-15695</inkml:trace>
</inkml:ink>
</file>

<file path=ppt/ink/ink3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42.290"/>
    </inkml:context>
    <inkml:brush xml:id="br0">
      <inkml:brushProperty name="width" value="0.025" units="cm"/>
      <inkml:brushProperty name="height" value="0.025" units="cm"/>
    </inkml:brush>
  </inkml:definitions>
  <inkml:trace contextRef="#ctx0" brushRef="#br0">60 0 1089,'0'0'4586,"-4"1"-4202,3 0-357,-1-1-8,0 1 1,-1-1-1,1 1 1,0-1-1,0 1 1,-1 0 0,1 0-1,0 0 1,0 1-1,0-1 1,0 0 0,0 1-1,1-1 1,-1 1-1,0 0 1,1-1-1,-1 1 1,1 0 0,-1 0-1,1 0 1,0 0-1,0 0 1,0 1 0,0-1-1,0 0 1,0 3 1355,-7-33-62,8 25-1318,9 22-833,-3-13-1933</inkml:trace>
</inkml:ink>
</file>

<file path=ppt/ink/ink3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8:50.374"/>
    </inkml:context>
    <inkml:brush xml:id="br0">
      <inkml:brushProperty name="width" value="0.025" units="cm"/>
      <inkml:brushProperty name="height" value="0.025" units="cm"/>
    </inkml:brush>
  </inkml:definitions>
  <inkml:trace contextRef="#ctx0" brushRef="#br0">0 62 12684,'0'0'32,"0"-53"-1345,9 44-6983</inkml:trace>
</inkml:ink>
</file>

<file path=ppt/ink/ink3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39:57.862"/>
    </inkml:context>
    <inkml:brush xml:id="br0">
      <inkml:brushProperty name="width" value="0.025" units="cm"/>
      <inkml:brushProperty name="height" value="0.025" units="cm"/>
    </inkml:brush>
  </inkml:definitions>
  <inkml:trace contextRef="#ctx0" brushRef="#br0">0 37 15855,'0'0'2626,"47"-31"-2049,-27 27 32,-5 3-513,-2 1-96,0 0 0,-6 4-32,-4 6-353,-3 5-1312,0 3-770,-3-1-672,-12 3-2370</inkml:trace>
</inkml:ink>
</file>

<file path=ppt/ink/ink3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0:33.226"/>
    </inkml:context>
    <inkml:brush xml:id="br0">
      <inkml:brushProperty name="width" value="0.025" units="cm"/>
      <inkml:brushProperty name="height" value="0.025" units="cm"/>
    </inkml:brush>
  </inkml:definitions>
  <inkml:trace contextRef="#ctx0" brushRef="#br0">54 0 1602,'0'0'1313,"-42"4"-801,40-4-320,0 3-160,1-1-64,0 3 0,-2-1-160,1 0-1313</inkml:trace>
</inkml:ink>
</file>

<file path=ppt/ink/ink3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0:34.243"/>
    </inkml:context>
    <inkml:brush xml:id="br0">
      <inkml:brushProperty name="width" value="0.025" units="cm"/>
      <inkml:brushProperty name="height" value="0.025" units="cm"/>
    </inkml:brush>
  </inkml:definitions>
  <inkml:trace contextRef="#ctx0" brushRef="#br0">1 4 2691,'0'0'4292,"44"-4"-5766,-34 4-448</inkml:trace>
</inkml:ink>
</file>

<file path=ppt/ink/ink3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0:35.053"/>
    </inkml:context>
    <inkml:brush xml:id="br0">
      <inkml:brushProperty name="width" value="0.025" units="cm"/>
      <inkml:brushProperty name="height" value="0.025" units="cm"/>
    </inkml:brush>
  </inkml:definitions>
  <inkml:trace contextRef="#ctx0" brushRef="#br0">1 4 1313,'0'0'4223,"15"-3"-6070,-12 3-208</inkml:trace>
</inkml:ink>
</file>

<file path=ppt/ink/ink3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07.423"/>
    </inkml:context>
    <inkml:brush xml:id="br0">
      <inkml:brushProperty name="width" value="0.025" units="cm"/>
      <inkml:brushProperty name="height" value="0.025" units="cm"/>
    </inkml:brush>
  </inkml:definitions>
  <inkml:trace contextRef="#ctx0" brushRef="#br0">46 1 929,'6'2'8965,"-17"2"-7555,-23 2-2117,33-6 679,1 0 0,-1 0-1,1 1 1,0-1 0,-1 0 0,1 0 0,0 1 0,-1-1 0,1 0 0,0 1 0,-1-1 0,1 0 0,0 1 0,0-1-1,-1 1 1,1-1 0,0 0 0,0 1 0,0-1 0,0 1 0,-1-1 0,1 0 0,0 1 0,0-1 0,0 1 0,0-1-1,0 1 1,0-1 0,0 1 0,0-1 0,0 0 0,1 1 0,-1-1 0,0 1 0,0-1 0,0 1 0,0-1-1,1 0 1,-1 1 0,0-1 0,0 0 0,1 1 0,-1-1 0,0 1 0,0-1 0,1 0 0,-1 0 0,0 1 0,1-1-1,-1 0 1,1 0 0,-1 1 0,0-1 0,1 0 0,-1 0 0,1 0 0,-1 0 0,1 0 0,-1 0 0,0 1 0,1-1-1,-1 0 1,1 0 0,-1 0 0,1 0 0,-1-1 0,1 1 0,-1 0 0,5 0-2449</inkml:trace>
</inkml:ink>
</file>

<file path=ppt/ink/ink3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2:09.077"/>
    </inkml:context>
    <inkml:brush xml:id="br0">
      <inkml:brushProperty name="width" value="0.025" units="cm"/>
      <inkml:brushProperty name="height" value="0.025" units="cm"/>
    </inkml:brush>
  </inkml:definitions>
  <inkml:trace contextRef="#ctx0" brushRef="#br0">1 1 1409,'7'6'-553,"-6"-5"518,0-1 0,0 1 0,0 0 1,0-1-1,-1 1 0,1 0 0,0-1 1,0 1-1,-1 0 0,1 0 0,-1 0 1,1 0-1,-1 0 0,1 0 0,-1 0 0,1 0 1,-1 0-1,0 0 0,1 0 0,-1 0 1,0 0-1,0 0 0,0 1 0,0-1 14</inkml:trace>
</inkml:ink>
</file>

<file path=ppt/ink/ink3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34.833"/>
    </inkml:context>
    <inkml:brush xml:id="br0">
      <inkml:brushProperty name="width" value="0.025" units="cm"/>
      <inkml:brushProperty name="height" value="0.025" units="cm"/>
    </inkml:brush>
  </inkml:definitions>
  <inkml:trace contextRef="#ctx0" brushRef="#br0">1 1 128,'0'1'288,"0"0"2083,0 0-2275,0 1-32,0 1-64,0 1 0,1 0 64,1 3-128,1 0-449</inkml:trace>
</inkml:ink>
</file>

<file path=ppt/ink/ink3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35.426"/>
    </inkml:context>
    <inkml:brush xml:id="br0">
      <inkml:brushProperty name="width" value="0.025" units="cm"/>
      <inkml:brushProperty name="height" value="0.025" units="cm"/>
    </inkml:brush>
  </inkml:definitions>
  <inkml:trace contextRef="#ctx0" brushRef="#br0">0 1 256,'0'0'417</inkml:trace>
</inkml:ink>
</file>

<file path=ppt/ink/ink3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37.308"/>
    </inkml:context>
    <inkml:brush xml:id="br0">
      <inkml:brushProperty name="width" value="0.025" units="cm"/>
      <inkml:brushProperty name="height" value="0.025" units="cm"/>
    </inkml:brush>
  </inkml:definitions>
  <inkml:trace contextRef="#ctx0" brushRef="#br0">1 31 320,'0'0'5237,"2"-4"-5226,7-12 21,-9 16 0,0-1 0,1 0 0,-1 1 0,1-1 0,-1 0 0,1 1 0,-1-1 0,1 1 0,-1-1 0,1 1 0,-1-1 0,1 1 0,0-1 0,-1 1 0,1-1 0,0 1 0,-1 0 1,1-1-1,0 1 0,-1 0 0,1 0 0,0 0 0,0-1 0,-1 1 0,1 0 0,0 0 0,0 0 0,1 0 0,-2 1-54,0 0 17,0 0 10,0-1 145,2 1-136,0-1 0,-1 1 1,1 0-1,-1 0 0,1 0 0,0 0 0,-1 0 0,0 0 1,1 0-1,-1 0 0,0 1 0,1-1 0,-1 0 0,0 1 1,0-1-1,0 1 0,0-1 0,0 1 0,-1 0 1,1-1-1,0 1 0,-1 0 0,0 0 0,1 0 0,-1-1 1,0 1-1,0 0 0,0 0 0,0 0 0,0-1 1,0 5-1,-35 22-564,35-16-1884</inkml:trace>
</inkml:ink>
</file>

<file path=ppt/ink/ink3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3:40.883"/>
    </inkml:context>
    <inkml:brush xml:id="br0">
      <inkml:brushProperty name="width" value="0.025" units="cm"/>
      <inkml:brushProperty name="height" value="0.025" units="cm"/>
    </inkml:brush>
  </inkml:definitions>
  <inkml:trace contextRef="#ctx0" brushRef="#br0">20 1 4805,'0'0'1238,"0"6"-298,0 26 2161,-2-33-3133,-7-2-602,5 3-3350,0 0 536</inkml:trace>
</inkml:ink>
</file>

<file path=ppt/ink/ink3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12.632"/>
    </inkml:context>
    <inkml:brush xml:id="br0">
      <inkml:brushProperty name="width" value="0.025" units="cm"/>
      <inkml:brushProperty name="height" value="0.025" units="cm"/>
    </inkml:brush>
  </inkml:definitions>
  <inkml:trace contextRef="#ctx0" brushRef="#br0">0 11 897,'0'0'5386,"21"-7"-7147,-15 4-711</inkml:trace>
</inkml:ink>
</file>

<file path=ppt/ink/ink3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13.301"/>
    </inkml:context>
    <inkml:brush xml:id="br0">
      <inkml:brushProperty name="width" value="0.025" units="cm"/>
      <inkml:brushProperty name="height" value="0.025" units="cm"/>
    </inkml:brush>
  </inkml:definitions>
  <inkml:trace contextRef="#ctx0" brushRef="#br0">21 1 4548,'0'0'678,"-19"12"-619,18-11-54,0-1 91,10-8 59,-7 5-717,-7 7-1251,1-1-1353</inkml:trace>
</inkml:ink>
</file>

<file path=ppt/ink/ink3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20.498"/>
    </inkml:context>
    <inkml:brush xml:id="br0">
      <inkml:brushProperty name="width" value="0.025" units="cm"/>
      <inkml:brushProperty name="height" value="0.025" units="cm"/>
    </inkml:brush>
  </inkml:definitions>
  <inkml:trace contextRef="#ctx0" brushRef="#br0">1 0 1569</inkml:trace>
</inkml:ink>
</file>

<file path=ppt/ink/ink3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20.810"/>
    </inkml:context>
    <inkml:brush xml:id="br0">
      <inkml:brushProperty name="width" value="0.025" units="cm"/>
      <inkml:brushProperty name="height" value="0.025" units="cm"/>
    </inkml:brush>
  </inkml:definitions>
  <inkml:trace contextRef="#ctx0" brushRef="#br0">0 0 1089</inkml:trace>
</inkml:ink>
</file>

<file path=ppt/ink/ink3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41.723"/>
    </inkml:context>
    <inkml:brush xml:id="br0">
      <inkml:brushProperty name="width" value="0.025" units="cm"/>
      <inkml:brushProperty name="height" value="0.025" units="cm"/>
    </inkml:brush>
  </inkml:definitions>
  <inkml:trace contextRef="#ctx0" brushRef="#br0">56 0 16944,'0'0'64,"-51"18"-128,46-8-192,5-3-2050,11-5-12012</inkml:trace>
</inkml:ink>
</file>

<file path=ppt/ink/ink3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4:59.099"/>
    </inkml:context>
    <inkml:brush xml:id="br0">
      <inkml:brushProperty name="width" value="0.025" units="cm"/>
      <inkml:brushProperty name="height" value="0.025" units="cm"/>
    </inkml:brush>
  </inkml:definitions>
  <inkml:trace contextRef="#ctx0" brushRef="#br0">0 12 7751,'0'0'-320,"50"-12"-5317</inkml:trace>
</inkml:ink>
</file>

<file path=ppt/ink/ink3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16.261"/>
    </inkml:context>
    <inkml:brush xml:id="br0">
      <inkml:brushProperty name="width" value="0.025" units="cm"/>
      <inkml:brushProperty name="height" value="0.025" units="cm"/>
    </inkml:brush>
  </inkml:definitions>
  <inkml:trace contextRef="#ctx0" brushRef="#br0">1 1 13293,'0'0'1441,"20"55"-1377,-18-26 64,-1 5-32,0 3 0,-1 3-64,0-1 0,2-2 0,1-3-32,2-4-32,0-7-64,1-8-672,0-11-2820,-3-4-480</inkml:trace>
</inkml:ink>
</file>

<file path=ppt/ink/ink3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19.984"/>
    </inkml:context>
    <inkml:brush xml:id="br0">
      <inkml:brushProperty name="width" value="0.025" units="cm"/>
      <inkml:brushProperty name="height" value="0.025" units="cm"/>
    </inkml:brush>
  </inkml:definitions>
  <inkml:trace contextRef="#ctx0" brushRef="#br0">0 0 16848,'0'0'160</inkml:trace>
</inkml:ink>
</file>

<file path=ppt/ink/ink3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5:45.531"/>
    </inkml:context>
    <inkml:brush xml:id="br0">
      <inkml:brushProperty name="width" value="0.025" units="cm"/>
      <inkml:brushProperty name="height" value="0.025" units="cm"/>
    </inkml:brush>
  </inkml:definitions>
  <inkml:trace contextRef="#ctx0" brushRef="#br0">0 1 13869,'0'0'6374</inkml:trace>
</inkml:ink>
</file>

<file path=ppt/ink/ink3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03.414"/>
    </inkml:context>
    <inkml:brush xml:id="br0">
      <inkml:brushProperty name="width" value="0.025" units="cm"/>
      <inkml:brushProperty name="height" value="0.025" units="cm"/>
    </inkml:brush>
  </inkml:definitions>
  <inkml:trace contextRef="#ctx0" brushRef="#br0">0 1 5541,'0'4'-801,"0"-3"769,3 1 0,2-2-96,0 0-737</inkml:trace>
</inkml:ink>
</file>

<file path=ppt/ink/ink3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01.835"/>
    </inkml:context>
    <inkml:brush xml:id="br0">
      <inkml:brushProperty name="width" value="0.025" units="cm"/>
      <inkml:brushProperty name="height" value="0.025" units="cm"/>
    </inkml:brush>
  </inkml:definitions>
  <inkml:trace contextRef="#ctx0" brushRef="#br0">1 12 2050,'0'1'106,"0"-1"0,0 1 0,1-1 0,-1 0 0,0 1 0,0-1 0,1 0 0,-1 1 1,0-1-1,1 0 0,-1 1 0,0-1 0,1 0 0,-1 1 0,1-1 0,-1 0 0,0 0 0,1 0 0,-1 1 0,1-1 0,-1 0 0,1 0 0,-1 0 0,1 0 1,-1 0-1,1 0 0,-1 0 0,1 0 0,-1 0 0,0 0 0,1 0 0,-1 0 0,1 0 0,-1 0 0,1-1 0,-1 1 0,1 0 0,2-18 4736,-3 18-4692,19 4-3140,-15-4-992</inkml:trace>
</inkml:ink>
</file>

<file path=ppt/ink/ink3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04.661"/>
    </inkml:context>
    <inkml:brush xml:id="br0">
      <inkml:brushProperty name="width" value="0.025" units="cm"/>
      <inkml:brushProperty name="height" value="0.025" units="cm"/>
    </inkml:brush>
  </inkml:definitions>
  <inkml:trace contextRef="#ctx0" brushRef="#br0">1 0 3011,'1'0'320,"1"0"-256,0 0 192,0 0-672,1 0 384,-1 1-96,1-1-353,-3 3 1,1-2 352,-1 1 96,0-1 32,0 0 0</inkml:trace>
</inkml:ink>
</file>

<file path=ppt/ink/ink3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14.537"/>
    </inkml:context>
    <inkml:brush xml:id="br0">
      <inkml:brushProperty name="width" value="0.025" units="cm"/>
      <inkml:brushProperty name="height" value="0.025" units="cm"/>
    </inkml:brush>
  </inkml:definitions>
  <inkml:trace contextRef="#ctx0" brushRef="#br0">230 1 6694,'0'0'7196,"-8"0"-6811,5 0-372,1 0 1,-1 0-1,0 1 0,1-1 1,-1 1-1,0 0 1,1 0-1,-1 0 0,1 0 1,-1 0-1,1 0 0,0 0 1,0 1-1,-1 0 1,1-1-1,0 1 0,-2 2 1,-1 3 19,0 0-1,0 0 1,1 1 0,0-1 0,-5 14 0,-74 213 335,35-91-6069,36-110 1414</inkml:trace>
</inkml:ink>
</file>

<file path=ppt/ink/ink3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20.075"/>
    </inkml:context>
    <inkml:brush xml:id="br0">
      <inkml:brushProperty name="width" value="0.025" units="cm"/>
      <inkml:brushProperty name="height" value="0.025" units="cm"/>
    </inkml:brush>
  </inkml:definitions>
  <inkml:trace contextRef="#ctx0" brushRef="#br0">0 1 10634,'0'0'6086,"29"43"-5670,-16-19-288,2 3-96,4 4-32,-2 4 0,-3-1-32,-2-5-2082,-7-15-6502</inkml:trace>
</inkml:ink>
</file>

<file path=ppt/ink/ink3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6:23.177"/>
    </inkml:context>
    <inkml:brush xml:id="br0">
      <inkml:brushProperty name="width" value="0.025" units="cm"/>
      <inkml:brushProperty name="height" value="0.025" units="cm"/>
    </inkml:brush>
  </inkml:definitions>
  <inkml:trace contextRef="#ctx0" brushRef="#br0">94 0 8872,'0'0'5093,"-50"14"-4612,44 5-97,-1 4-32,4 3-95,-1 4-161,0 4-96,0 1 32,2 1-32,-1 0-32,-1-3-64,0-5-2307,1-8-2657</inkml:trace>
</inkml:ink>
</file>

<file path=ppt/ink/ink3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34.424"/>
    </inkml:context>
    <inkml:brush xml:id="br0">
      <inkml:brushProperty name="width" value="0.025" units="cm"/>
      <inkml:brushProperty name="height" value="0.025" units="cm"/>
    </inkml:brush>
  </inkml:definitions>
  <inkml:trace contextRef="#ctx0" brushRef="#br0">118 81 6118,'0'0'7906,"-2"-7"-7602,1 4-284,1 1 0,-1 0 0,1 0 0,-1-1 0,1 1 0,0 0 0,0-1 0,0 1 0,0-1 0,0 1 0,1 0 0,0-3-1,-1 4-9,1 0 0,0 0 0,0 0 0,0 0 0,1 0 0,-1 0 0,0 0-1,0 1 1,0-1 0,1 0 0,-1 1 0,0-1 0,1 1 0,-1-1-1,0 1 1,1-1 0,-1 1 0,1 0 0,-1 0 0,0 0 0,1 0-1,-1 0 1,1 0 0,-1 0 0,1 1 0,-1-1 0,0 0 0,1 1 0,0 0-1,0-1-7,0 1 0,0-1 0,-1 1-1,1 0 1,0-1 0,-1 1 0,1 0-1,-1 0 1,1 0 0,-1 0 0,1 0-1,-1 1 1,0-1 0,1 0 0,-1 1-1,0-1 1,0 1 0,0-1 0,0 1 0,0-1-1,-1 1 1,1 0 0,0-1 0,-1 1-1,1 0 1,-1 0 0,0-1 0,1 1-1,-1 0 1,0 0 0,0 0 0,0 0-1,0-1 1,-1 3 0,1 0-1,-1 0 0,1 0 1,-1 0-1,0 0 0,0 0 0,0 0 1,-1 0-1,1-1 0,-1 1 0,0-1 1,0 1-1,0-1 0,-1 0 0,-3 6 0,-1-4 18,1 0 0,-1-1 0,0 1 0,-1-2 0,1 1 0,0-1-1,-1 0 1,0 0 0,0-1 0,0 0 0,0 0 0,0-1-1,0 0 1,0 0 0,0-1 0,-9-1 0,16 1-14,0 0 1,0 0 0,0 0-1,0 0 1,0 0 0,0 0-1,0-1 1,0 1 0,0 0-1,0-1 1,0 1 0,1-1-1,-1 1 1,0-1 0,0 1-1,0-1 1,1 0 0,-1 1-1,0-1 1,1 0 0,-1 1-1,1-1 1,-1 0 0,1 0-1,-1 0 1,1 1 0,-1-3-1,0 1 6,1 0 1,0-1-1,0 1 0,0 0 0,0-1 0,0 1 0,0 0 0,1-1 0,-1 1 1,1 0-1,1-3 0,0-2 3,1 0 0,0 0 0,1 0 0,0 0 0,0 1 0,6-8-1,-1 6-3,0-1-1,1 1 0,-1 1 0,2 0 1,-1 0-1,1 1 0,0 1 0,0 0 1,0 0-1,1 1 0,23-6 0,-31 9-2,1 1-1,0-1 1,-1 1-1,1-1 1,-1 1-1,1 1 1,0-1-1,-1 1 0,1-1 1,-1 1-1,1 1 1,-1-1-1,1 0 1,-1 1-1,0 0 0,0 0 1,0 1-1,0-1 1,0 1-1,0 0 1,-1 0-1,1 0 1,-1 0-1,0 0 0,0 1 1,0 0-1,0-1 1,-1 1-1,0 0 1,1 0-1,-2 1 1,1-1-1,0 0 0,1 6 1,1 9 76,0-1 0,-1 1 0,-1 0 1,-1 0-1,-1 0 0,0 0 0,-1 0 1,-1-1-1,-1 1 0,-1 0 0,-6 17 1,-2 4 68,-3-2 0,0 0 0,-42 71 0,49-95-106,0-2 1,-1 1 0,-1-1-1,-15 15 1,22-23 12,-1-1 0,1 0 0,-1 0 0,1-1 0,-1 1 0,0-1 0,0 0 1,0 0-1,0 0 0,-1 0 0,1-1 0,0 1 0,-1-1 0,1 0 0,-1-1 0,1 1 0,-1-1 0,1 0 0,-6 0 0,7-1-10,1 0-1,0 0 0,0-1 0,0 1 0,0 0 0,1-1 0,-1 1 1,0-1-1,0 0 0,1 1 0,-1-1 0,1 0 0,0 0 1,0 0-1,-1 0 0,1 0 0,0 0 0,1-1 0,-1 1 1,0 0-1,1 0 0,-1-1 0,1 1 0,0 0 0,-1-1 1,1 1-1,0 0 0,0-1 0,1-3 0,-1-4-29,1 0 0,0 0 0,0 0 0,1 0 0,5-17 0,-5 21-22,0 1 1,1 0-1,-1 0 0,1 0 1,0 0-1,0 0 0,1 1 0,0-1 1,-1 1-1,1 0 0,1 0 0,-1 0 1,0 1-1,1 0 0,0-1 1,0 2-1,0-1 0,0 0 0,0 1 1,1 0-1,-1 0 0,1 1 0,-1 0 1,1 0-1,0 0 0,-1 0 1,1 1-1,0 0 0,0 0 0,-1 1 1,1-1-1,0 1 0,-1 0 0,1 1 1,-1 0-1,1 0 0,-1 0 1,0 0-1,0 1 0,0 0 0,0 0 1,0 0-1,-1 0 0,1 1 0,-1 0 1,7 7-1,2 4-7,-1 1-1,0 1 1,16 31-1,-18-30 22,0-1-1,1 0 1,20 24-1,-29-39-87,0 0 0,0 0 0,1 0 0,-1 0 0,1-1 0,-1 1 0,1-1 0,0 1 1,-1-1-1,1 0 0,0 0 0,0 0 0,0 0 0,0-1 0,0 1 0,0-1 0,0 0 0,0 1 0,0-1 0,0-1 0,0 1 0,0 0 0,0-1 0,0 0 0,-1 1 0,1-1 0,0 0 1,4-3-1,24-21-3164</inkml:trace>
</inkml:ink>
</file>

<file path=ppt/ink/ink3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3.499"/>
    </inkml:context>
    <inkml:brush xml:id="br0">
      <inkml:brushProperty name="width" value="0.025" units="cm"/>
      <inkml:brushProperty name="height" value="0.025" units="cm"/>
    </inkml:brush>
  </inkml:definitions>
  <inkml:trace contextRef="#ctx0" brushRef="#br0">0 162 12716,'0'0'6790,"73"-22"-6373,-20 7 95,16-1-31,6-4-321,4 3-96,-2 0-32,-9 7-32,-8-1 0,-11 4-737,-12 0-1281,-17-2-2017,-15-2-3813</inkml:trace>
</inkml:ink>
</file>

<file path=ppt/ink/ink3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3.685"/>
    </inkml:context>
    <inkml:brush xml:id="br0">
      <inkml:brushProperty name="width" value="0.025" units="cm"/>
      <inkml:brushProperty name="height" value="0.025" units="cm"/>
    </inkml:brush>
  </inkml:definitions>
  <inkml:trace contextRef="#ctx0" brushRef="#br0">0 1 17232,'0'0'3171,"22"43"-2658,-5 0-289,-2 12-160,1 4 0,-1 7-32,-4 0-288,-1-11-2915,-2-12-6022</inkml:trace>
</inkml:ink>
</file>

<file path=ppt/ink/ink3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08.792"/>
    </inkml:context>
    <inkml:brush xml:id="br0">
      <inkml:brushProperty name="width" value="0.025" units="cm"/>
      <inkml:brushProperty name="height" value="0.025" units="cm"/>
    </inkml:brush>
  </inkml:definitions>
  <inkml:trace contextRef="#ctx0" brushRef="#br0">1 1 7976,'0'0'1078,"4"10"-1019,38 108 1999,28 129 0,-28-89-1183,-17-72-588,7 19-111,-4 2 1,24 194 0,-48-273-600,0-17-3201</inkml:trace>
</inkml:ink>
</file>

<file path=ppt/ink/ink3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09.117"/>
    </inkml:context>
    <inkml:brush xml:id="br0">
      <inkml:brushProperty name="width" value="0.025" units="cm"/>
      <inkml:brushProperty name="height" value="0.025" units="cm"/>
    </inkml:brush>
  </inkml:definitions>
  <inkml:trace contextRef="#ctx0" brushRef="#br0">0 183 11403,'0'0'1906,"3"8"-1704,3 4-49,0 0 0,1-1 0,0 0 0,1 0 1,0-1-1,10 11 0,68 62 519,-14-13-611,-56-52-21,-13-14-31,0 1-1,1-1 1,-1 0-1,1 0 1,0-1-1,0 1 1,0-1-1,1 1 0,-1-1 1,7 2-1,-10-5 68,0 0-1,0 0 1,0-1-1,0 1 0,1 0 1,-1-1-1,0 1 1,0-1-1,0 0 1,0 1-1,0-1 0,0 0 1,0 0-1,-1 1 1,1-1-1,0 0 1,0 0-1,-1 0 0,1 0 1,0 0-1,-1 0 1,1 0-1,-1 0 0,1 0 1,-1-1-1,0 1 1,1 0-1,-1 0 1,0 0-1,0 0 0,0-1 1,0-1-1,1 0 100,44-164 1200,23-79-2061,-65 238 15,5-18-506,-10 14-4145,-11 10-4420</inkml:trace>
</inkml:ink>
</file>

<file path=ppt/ink/ink3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09.646"/>
    </inkml:context>
    <inkml:brush xml:id="br0">
      <inkml:brushProperty name="width" value="0.025" units="cm"/>
      <inkml:brushProperty name="height" value="0.025" units="cm"/>
    </inkml:brush>
  </inkml:definitions>
  <inkml:trace contextRef="#ctx0" brushRef="#br0">0 511 12748,'0'0'4938,"3"-7"-3897,8-23-761,-2 0-1,0 0 1,-3-1-1,7-60 0,-8-132-265,-5 157 129,0 66-143,0 0 0,0 0 0,1-1 1,-1 1-1,0 0 0,0 0 1,1-1-1,-1 1 0,0 0 0,1 0 1,-1 0-1,0 0 0,1-1 1,-1 1-1,0 0 0,1 0 0,-1 0 1,0 0-1,1 0 0,-1 0 1,1 0-1,-1 0 0,0 0 0,1 0 1,-1 0-1,0 0 0,1 0 1,-1 0-1,0 1 0,1-1 0,-1 0 1,0 0-1,1 0 0,-1 0 1,0 1-1,1-1 0,-1 0 0,0 0 1,0 1-1,1-1 0,-1 0 1,0 1-1,17 9-39,30 27 52,-3 1 1,-1 3-1,69 83 0,-107-118-11,0 1 0,0 0 1,-1 0-1,0 0 0,0 1 0,-1-1 0,4 12 0,-6-17 1,-1 1 0,1 0-1,-1-1 1,0 1 0,1 0 0,-1-1-1,0 1 1,-1 0 0,1 0 0,0-1-1,-1 1 1,0-1 0,1 1-1,-1 0 1,0-1 0,0 1 0,-1-1-1,1 0 1,0 1 0,-1-1 0,1 0-1,-1 0 1,0 0 0,0 0 0,0 0-1,-2 2 1,-11 6-414,0 0 1,0-1-1,-1-1 0,0 0 1,-1-1-1,0-1 0,0 0 1,0-1-1,0-1 1,-1-1-1,0-1 0,-20 1 1,36-3 277,1 0 1,-1 0-1,1 0 1,-1 0-1,1 0 1,-1-1-1,1 1 1,-1-1-1,1 1 1,-1-1-1,1 1 1,-1-1-1,1 0 0,0 0 1,-1 0-1,1 0 1,0 0-1,0 0 1,0 0-1,0 0 1,0 0-1,0 0 1,0-1-1,0 1 1,0 0-1,1-1 1,-1 1-1,0 0 1,1-1-1,-1 1 1,1-1-1,-1-1 1,0-5-711,0 0 1,1 0-1,0 0 1,0 0-1,2-11 1,6-33-4566</inkml:trace>
</inkml:ink>
</file>

<file path=ppt/ink/ink3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09.848"/>
    </inkml:context>
    <inkml:brush xml:id="br0">
      <inkml:brushProperty name="width" value="0.025" units="cm"/>
      <inkml:brushProperty name="height" value="0.025" units="cm"/>
    </inkml:brush>
  </inkml:definitions>
  <inkml:trace contextRef="#ctx0" brushRef="#br0">1 0 12460,'0'0'2947,"15"59"-1826,-2-26 320,2 7-576,5 0-353,2-1-320,2 3-127,0 0-33,1-1 0,-3-3-32,-3-7-225,-6-3-1120,-4-9-1506,-9-8-1184</inkml:trace>
</inkml:ink>
</file>

<file path=ppt/ink/ink3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09.973"/>
    </inkml:context>
    <inkml:brush xml:id="br0">
      <inkml:brushProperty name="width" value="0.025" units="cm"/>
      <inkml:brushProperty name="height" value="0.025" units="cm"/>
    </inkml:brush>
  </inkml:definitions>
  <inkml:trace contextRef="#ctx0" brushRef="#br0">17 242 8520,'0'0'3107,"-16"-56"-1698,16 36-768,13-1-417,13-1-160,7 1-32,9-2-32,4-1 0,4-3-2306,0-1-2146</inkml:trace>
</inkml:ink>
</file>

<file path=ppt/ink/ink3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10.346"/>
    </inkml:context>
    <inkml:brush xml:id="br0">
      <inkml:brushProperty name="width" value="0.025" units="cm"/>
      <inkml:brushProperty name="height" value="0.025" units="cm"/>
    </inkml:brush>
  </inkml:definitions>
  <inkml:trace contextRef="#ctx0" brushRef="#br0">216 285 8712,'-9'8'2034,"7"-6"-1935,-25 23 1805,1 2-1,-26 35 1,46-54-1664,0 0-1,0 1 0,1-1 1,0 1-1,1 0 1,0 0-1,0 1 0,1-1 1,0 1-1,0 0 0,1 0 1,1 0-1,0 0 1,0 15-1,1-23-235,0 1 0,1-1 0,-1 0 0,1 0 0,-1 1 0,1-1 0,0 0 1,0 0-1,0 0 0,0 0 0,0 0 0,0 0 0,1 0 0,-1 0 0,1 0 0,-1-1 0,1 1 0,0-1 0,-1 1 0,1-1 0,0 1 0,0-1 0,0 0 1,0 0-1,0 0 0,1 0 0,-1 0 0,0-1 0,0 1 0,0-1 0,1 1 0,-1-1 0,0 0 0,1 0 0,-1 0 0,3-1 0,0 1 0,0 0 0,-1-1 0,1 0 0,-1 0-1,0 0 1,1-1 0,-1 0 0,0 0 0,0 0-1,0 0 1,0 0 0,0-1 0,0 0 0,-1 1 0,1-2-1,-1 1 1,6-6 0,-3-3-3,1-1 0,-1 1 0,-1-1 0,0 0 1,-1 0-1,-1 0 0,0-1 0,0 1 0,-1-1 0,-1 0 0,-1 1 0,-1-25 0,-1 14-6,-1 1-1,-1-1 0,-1 0 0,-1 1 0,-1 0 0,-14-32 0,10 33-2,0 1-1,-2 1 0,-15-22 1,22 35 22,1 0 0,-1 0 0,-1 0 0,1 1 0,-1 0 0,0 0 0,-1 1 0,1 0 0,-1 0 0,0 1 0,-11-5 0,18 9 1,1-1 0,-1 1 1,0 0-1,1 0 0,-1-1 1,0 1-1,0 0 1,1 0-1,-1 0 0,0 0 1,1 0-1,-1 0 0,0 0 1,0 0-1,1 0 0,-1 0 1,0 0-1,0 1 0,1-1 1,-1 0-1,0 1 0,1-1 1,-1 0-1,1 1 0,-1-1 1,0 0-1,1 1 1,-1-1-1,0 2 0,-2 20 102,18 28-176,8-7 75,3 0 0,1-2 1,55 65-1,19 27-274,-94-124-418,-1 0-1,-1 0 1,0 1 0,0 0-1,-1 0 1,6 18-1,-6 15-4944</inkml:trace>
</inkml:ink>
</file>

<file path=ppt/ink/ink3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10.810"/>
    </inkml:context>
    <inkml:brush xml:id="br0">
      <inkml:brushProperty name="width" value="0.025" units="cm"/>
      <inkml:brushProperty name="height" value="0.025" units="cm"/>
    </inkml:brush>
  </inkml:definitions>
  <inkml:trace contextRef="#ctx0" brushRef="#br0">38 119 13805,'0'0'166,"-6"-10"383,-1 2-199,4 5-172,1 0 0,-1 0 1,1 0-1,0 0 0,0-1 1,0 1-1,1-1 0,-1 1 0,1-1 1,0 1-1,0-1 0,0 0 0,-1-4 1,3 8-127,-1-1 1,1 0-1,-1 1 1,0-1-1,1 0 1,-1 1-1,1-1 1,0 1-1,-1-1 1,1 1-1,-1-1 1,1 1-1,0-1 1,-1 1-1,1-1 1,0 1-1,0 0 1,-1-1 0,1 1-1,0 0 1,0 0-1,-1 0 1,1 0-1,0 0 1,0-1-1,0 1 1,-1 1-1,1-1 1,0 0-1,0 0 1,0 0-1,-1 0 1,1 0-1,1 1 1,33 6-156,-22-1 125,0 1 0,0 1-1,0 0 1,-1 0 0,-1 2 0,1-1 0,-1 1 0,-1 1 0,0 0 0,0 0 0,-1 1-1,10 17 1,-10-14-13,0 1 0,-2-1 1,0 1-1,0 0 0,-1 1 0,-2-1 0,1 1 0,-2 0 0,0 1 0,0 23 0,-3-41-5,0 1-1,0 0 1,0-1-1,0 1 1,0 0 0,0-1-1,0 1 1,0 0-1,0-1 1,-1 1 0,1-1-1,0 1 1,0 0-1,-1-1 1,1 1 0,-1-1-1,1 1 1,0-1-1,-1 1 1,1-1 0,-1 1-1,1-1 1,-1 0-1,1 1 1,-1-1-1,0 0 1,1 1 0,-1-1-1,1 0 1,-1 0-1,0 1 1,1-1 0,-1 0-1,1 0 1,-1 0-1,0 0 1,1 0 0,-1 0-1,0 0 1,1 0-1,-1 0 1,0 0 0,1 0-1,-1 0 1,0-1-1,1 1 1,-1 0 0,1 0-1,-1-1 1,0 1-1,1 0 1,-1-1-1,1 1 1,-1-1 0,1 1-1,-1-1 1,-35-25 95,26 14-56,1 0-1,0-1 1,1 0-1,0-1 0,1 1 1,0-1-1,1-1 1,1 1-1,1-1 1,0 0-1,0 0 0,2-1 1,0 1-1,0-1 1,2 1-1,0-1 0,3-24 1,-2 35-32,-1 1 0,1-1 1,0 1-1,0 0 0,1-1 0,0 1 1,-1 0-1,1 0 0,1 0 1,-1 0-1,0 0 0,1 1 0,0-1 1,0 1-1,0 0 0,0 0 1,1 0-1,5-4 0,-4 4-4,0 1-1,0 0 0,0 0 1,0 1-1,1-1 0,-1 1 1,1 0-1,-1 0 0,1 1 1,-1 0-1,1 0 0,0 0 1,5 1-1,5 2 5,-1 1 1,0 0-1,0 0 0,0 2 1,-1 0-1,1 1 0,-1 0 1,-1 1-1,20 15 0,-31-22-71,72 62-106,-31-17-5480,-35-33 446</inkml:trace>
</inkml:ink>
</file>

<file path=ppt/ink/ink3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11.390"/>
    </inkml:context>
    <inkml:brush xml:id="br0">
      <inkml:brushProperty name="width" value="0.025" units="cm"/>
      <inkml:brushProperty name="height" value="0.025" units="cm"/>
    </inkml:brush>
  </inkml:definitions>
  <inkml:trace contextRef="#ctx0" brushRef="#br0">2 329 11883,'0'0'4340,"0"11"-3192,-1-3-1037,1 0 1,0 0-1,1 0 1,0 0-1,0 0 0,0 0 1,1 0-1,1 0 0,-1-1 1,1 1-1,1-1 1,-1 1-1,1-1 0,0 0 1,1-1-1,0 1 1,0-1-1,0 0 0,1 0 1,0 0-1,12 8 0,-15-12-104,0 0-1,0-1 1,0 1-1,0-1 1,0 0-1,0 1 1,1-2-1,-1 1 0,0 0 1,1-1-1,-1 1 1,1-1-1,-1 0 1,1 0-1,-1 0 1,0-1-1,1 1 0,-1-1 1,0 0-1,1 0 1,-1 0-1,0 0 1,0-1-1,0 1 1,0-1-1,0 0 0,0 0 1,0 0-1,0 0 1,-1 0-1,1-1 1,-1 1-1,0-1 1,0 0-1,0 1 0,0-1 1,2-5-1,0 3 2,-1-1-1,0 1 0,-1-1 0,1 0 0,-1 1 0,0-1 0,-1-1 1,1 1-1,-1 0 0,0 0 0,-1 0 0,1-1 0,-1 1 0,-1 0 1,1 0-1,-1-1 0,0 1 0,0 0 0,-1 0 0,-3-7 0,3 9-6,0 1 0,-1 0 0,1 0 0,-1 0 0,0 0 0,0 0 0,-1 0-1,1 1 1,0-1 0,-1 1 0,1 0 0,-1 0 0,0 0 0,0 1-1,0-1 1,0 1 0,0 0 0,0 0 0,-7-1 0,-9 1-77,1-1 0,-38 4 0,46-2 4,-13 0 22,53-6 223,-2 0-142,3 0 19,1 1 0,0 1 0,37 0 0,-60 4-49,0 0 0,1 0 1,-1 1-1,0 0 0,1 0 0,-1 1 0,0 0 0,0 0 0,0 1 0,0 0 1,-1 1-1,1 0 0,-1 0 0,0 0 0,0 1 0,12 11 0,-19-16 4,0 0 0,-1 0 0,1 0 1,0 0-1,0 0 0,0 0 0,0 0 0,0 0 0,-1 0 0,1 0 0,0 0 0,0 1 0,0-1 0,0 0 0,0 0 1,0 0-1,0 0 0,-1 0 0,1 1 0,0-1 0,0 0 0,0 0 0,0 0 0,0 0 0,0 0 0,0 1 0,0-1 1,0 0-1,0 0 0,0 0 0,0 0 0,0 1 0,0-1 0,0 0 0,0 0 0,0 0 0,0 1 0,-16-13 107,10 5-24,1-1 1,0-1-1,0 1 1,1-1-1,0 1 1,1-1-1,0 0 1,0-1-1,1 1 1,0 0-1,1-1 1,0 1-1,0-1 1,1 1-1,0-1 1,2-10-1,-1 13-185,0 0-1,0 0 0,1 0 0,-1 0 1,2 1-1,-1-1 0,1 1 1,0-1-1,0 1 0,1 0 1,0 1-1,0-1 0,0 0 1,1 1-1,-1 0 0,1 0 1,1 1-1,-1-1 0,1 1 1,-1 0-1,1 0 0,9-3 0,7-1-3473,-4 2-1997</inkml:trace>
</inkml:ink>
</file>

<file path=ppt/ink/ink3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11.934"/>
    </inkml:context>
    <inkml:brush xml:id="br0">
      <inkml:brushProperty name="width" value="0.025" units="cm"/>
      <inkml:brushProperty name="height" value="0.025" units="cm"/>
    </inkml:brush>
  </inkml:definitions>
  <inkml:trace contextRef="#ctx0" brushRef="#br0">0 92 13100,'0'0'1933,"7"8"-1170,181 189 2424,-192-203-3020,1 0-1,-1 0 0,1 0 0,0 0 1,0-1-1,1 1 0,-2-9 1,-3-4-99,0 3 133,1-1 1,0 1 0,1-1-1,1-1 1,0 1-1,2-1 1,-2-26-1,5 44-200,-1-1 1,0 1-1,1 0 0,-1-1 0,1 1 1,-1-1-1,0 1 0,1-1 0,-1 1 1,1 0-1,-1-1 0,1 1 0,-1 0 1,1 0-1,-1-1 0,1 1 0,0 0 1,-1 0-1,1 0 0,-1 0 0,1 0 0,0 0 1,-1 0-1,1 0 0,-1 0 0,1 0 1,-1 0-1,1 0 0,0 0 0,-1 0 1,1 0-1,-1 1 0,1-1 0,-1 0 1,1 0-1,-1 1 0,1-1 0,-1 0 1,1 1-1,-1-1 0,1 0 0,0 1 1,23 13-13,-12-2-55,0 0 0,-1 1 0,0 0 0,-1 1 0,11 18 0,13 19-99,-33-51 133,-2-7 56,0-1 0,-1 1 0,1-1 0,-2 1 0,-4-13 0,-7-27 35,13 39 20,0-1-1,0 0 1,1 0-1,0 0 1,1 0 0,2-16-1,-2 23-78,0 0 0,0 0 0,-1 0 0,1 1 0,0-1 0,1 0 0,-1 0 0,0 1 0,0-1 0,1 1 0,-1-1 0,1 1 0,-1 0 0,1-1 0,0 1 0,0 0 0,-1 0 0,1 0 0,0 1 0,0-1 0,0 0 0,0 0 0,0 1 0,0 0 0,0-1 0,0 1 0,0 0 0,0 0 0,0 0 0,0 0 0,0 0 0,0 0 0,0 1 0,3 0 0,1 1-63,-1 1 1,0-1-1,1 1 0,-1 0 0,0 1 1,-1-1-1,1 1 0,-1 0 1,1 0-1,-1 0 0,0 1 1,-1-1-1,1 1 0,-1 0 0,5 9 1,25 28-6718,-27-36 2167</inkml:trace>
</inkml:ink>
</file>

<file path=ppt/ink/ink3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12.590"/>
    </inkml:context>
    <inkml:brush xml:id="br0">
      <inkml:brushProperty name="width" value="0.025" units="cm"/>
      <inkml:brushProperty name="height" value="0.025" units="cm"/>
    </inkml:brush>
  </inkml:definitions>
  <inkml:trace contextRef="#ctx0" brushRef="#br0">172 563 11563,'0'0'4062,"-8"0"-2946,1 1-929,0-1-1,1 1 0,-1 0 1,1 1-1,0 0 0,-1 0 1,1 0-1,0 0 0,0 1 1,0 0-1,1 1 0,-1-1 1,1 1-1,0 0 0,0 1 1,0-1-1,0 1 0,1 0 1,0 0-1,-4 6 0,1-1-101,2 0 0,-1 0 0,2 1-1,-1 0 1,-3 16 0,6-23-80,1 1 0,0 0 1,0-1-1,0 1 0,1 0 0,0 0 1,0-1-1,0 1 0,0 0 0,1 0 1,-1 0-1,1-1 0,1 1 0,-1-1 1,4 9-1,-4-12-14,0 1 1,0 0 0,0-1-1,0 1 1,0-1 0,0 0-1,1 1 1,-1-1 0,0 0-1,1 0 1,-1 0 0,1 0-1,-1 0 1,1 0 0,0 0-1,-1-1 1,1 1-1,0-1 1,0 1 0,-1-1-1,1 1 1,0-1 0,0 0-1,0 0 1,-1 0 0,1 0-1,0 0 1,0 0 0,0-1-1,-1 1 1,1-1 0,0 1-1,0-1 1,-1 1 0,1-1-1,0 0 1,2-2 0,1 0-74,0-1 1,0 1-1,0-1 1,-1-1-1,1 1 1,-1-1-1,0 1 1,0-1-1,5-10 1,-4 8 168,-1-1 1,0 0-1,0 0 0,-1 0 1,0 0-1,0-1 1,-1 1-1,0-1 0,0 0 1,0-12-1,1 25-79,0 0 0,0 0 1,0 0-1,1 0 0,0-1 0,0 1 1,0-1-1,0 0 0,0 0 0,9 4 1,-9-5-8,-1-1 0,1 1 0,0 0 1,0-1-1,0 0 0,0 0 0,0 0 0,0 0 1,0-1-1,0 0 0,0 1 0,0-1 0,0-1 1,1 1-1,-1-1 0,0 1 0,0-1 0,0 0 1,7-4-1,-6 2 1,0 0 0,0-1 0,0 1 0,0-2 0,-1 1 0,1 0 0,-1-1 0,0 0 0,0 1 0,-1-2-1,6-10 1,0-2 2,-1-2 0,-1 1 0,0-1 0,-2 0 0,0-1 0,3-38-1,-6 21-40,-1 1 0,-2-1-1,-1 1 1,-12-55-1,11 77-15,0 0 0,-1 0 0,-1 0 0,-1 1 0,0 0 0,0 0 0,-2 0 0,0 1 0,0 0 0,-1 0 0,-1 1 1,0 0-1,-17-15 0,26 26 60,0 0 0,-1 0 0,1 0 0,0 0 0,-1 0 0,1 0 0,-1 0 1,1 0-1,-1 0 0,1 1 0,-1-1 0,0 0 0,1 1 0,-1 0 0,0-1 0,0 1 1,1 0-1,-1 0 0,0 0 0,-3 0 0,4 1 5,0 0 0,0-1 0,0 1 0,0 0 0,0 0 0,0 0 0,0 0 0,0 0 0,0 0 0,0 0 0,1 0 0,-1 0 1,0 0-1,1 1 0,-1-1 0,1 0 0,-1 0 0,1 1 0,0-1 0,-1 2 0,0 8 12,0-1 1,0 1 0,1-1-1,0 1 1,3 13-1,-1-9 20,2 1-1,0 0 0,0-1 0,2 0 1,0 0-1,1 0 0,0-1 0,1 0 0,0 0 1,2-1-1,-1 0 0,17 16 0,-16-19-271,0-1 0,0 0 0,1 0 0,0-2 1,0 1-1,1-1 0,0-1 0,0 0 0,0-1 0,1 0 0,0-1 0,0 0 0,0-1 0,0 0 0,15 0 0,7-2-5196,-3-1-4783</inkml:trace>
</inkml:ink>
</file>

<file path=ppt/ink/ink3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13.057"/>
    </inkml:context>
    <inkml:brush xml:id="br0">
      <inkml:brushProperty name="width" value="0.025" units="cm"/>
      <inkml:brushProperty name="height" value="0.025" units="cm"/>
    </inkml:brush>
  </inkml:definitions>
  <inkml:trace contextRef="#ctx0" brushRef="#br0">0 257 3171,'0'0'11664,"10"4"-11247,21 12 469,-2 1 1,30 22 0,-22-14-490,52 27 0,-87-51-394,-1 0 1,1-1 0,-1 1-1,1 0 1,-1-1-1,1 1 1,0-1 0,0 1-1,-1-1 1,1 0-1,0 0 1,0 0 0,-1 0-1,1 0 1,0 0 0,3-1-1,-4 0 6,0 1 1,0-1-1,0 0 0,0 1 0,-1-1 0,1 0 0,0 0 1,0 0-1,0 1 0,-1-1 0,1 0 0,0 0 1,-1 0-1,1 0 0,-1 0 0,0 0 0,1 0 0,-1-1 1,1-1-1,0-6 32,0 0 1,-1 0-1,0 0 1,0-1-1,-3-10 1,2 13-56,-13-86 103,8 65-135,1-1-1,2 0 0,1 0 1,1-39-1,2 66-92,-1 0-1,0 0 1,1 0 0,-1 0 0,1 0-1,0 0 1,0 0 0,-1 1-1,1-1 1,0 0 0,1 0-1,-1 1 1,0-1 0,0 0 0,1 1-1,-1-1 1,1 1 0,-1 0-1,1 0 1,0-1 0,-1 1 0,1 0-1,0 0 1,0 1 0,0-1-1,0 0 1,0 0 0,0 1-1,4-1 1,3 0-1254,1 0-1,0 0 1,0 1-1,19 3 0,4 2-1568</inkml:trace>
</inkml:ink>
</file>

<file path=ppt/ink/ink3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13.824"/>
    </inkml:context>
    <inkml:brush xml:id="br0">
      <inkml:brushProperty name="width" value="0.025" units="cm"/>
      <inkml:brushProperty name="height" value="0.025" units="cm"/>
    </inkml:brush>
  </inkml:definitions>
  <inkml:trace contextRef="#ctx0" brushRef="#br0">171 55 6374,'0'0'8760,"-9"-3"-7350,1 1-952,-1 0 1,0 0-1,1 0 1,-1 1 0,-17 1-1,23 0-376,-1 0 0,0 1 0,0 0-1,1 0 1,-1 0 0,1 0 0,-1 0 0,1 1 0,-1 0-1,1-1 1,0 1 0,0 0 0,0 1 0,0-1 0,0 1-1,0-1 1,1 1 0,-1 0 0,-3 5 0,2 0-70,0 0 1,1 0-1,0 1 1,0-1 0,1 1-1,0-1 1,1 1-1,0 0 1,0 0-1,1 0 1,0-1 0,2 14-1,-2-16-23,1-1 1,0 0-1,1 0 1,-1 0-1,1 0 0,0 0 1,0 0-1,0-1 0,1 1 1,3 4-1,-5-7-19,1 0 1,0 0-1,0 0 0,0 0 0,0 0 0,1 0 1,-1-1-1,0 1 0,1-1 0,-1 0 0,1 0 0,-1 0 1,1 0-1,0 0 0,-1 0 0,1-1 0,0 1 1,0-1-1,4 0 0,-5-1 7,1 1-1,-1-1 1,0 0 0,0 0 0,0 0-1,0 0 1,0-1 0,0 1 0,0-1-1,0 1 1,0-1 0,0 0 0,-1 1-1,1-1 1,-1 0 0,1 0 0,-1 0-1,0 0 1,0 0 0,0-1-1,0 1 1,0 0 0,-1 0 0,1-1-1,0 1 1,-1 0 0,0-3 0,4-10 24,-2 0 1,2-29 0,-3 31 30,0-26-47,-1 38 29,0-1 1,0 1 0,-1 0-1,1-1 1,0 1 0,-1 0-1,1 0 1,0-1 0,-1 1-1,1 0 1,-1 0 0,0 0-1,1 0 1,-1-1-1,0 1 1,0 0 0,0 0-1,0 0 1,0 1 0,0-1-1,0 0 1,0 0 0,-1 0-1,0 5 13,1 1 0,0-1-1,1 1 1,-1 0 0,1-1 0,0 1-1,0 0 1,2 8 0,1-5-16,0 0 1,1 0 0,0 0 0,0 0 0,1-1-1,0 1 1,0-1 0,1-1 0,0 1 0,0-1-1,7 6 1,-9-8-11,0-1-1,0 0 1,0 1 0,0-2-1,0 1 1,1 0 0,-1-1-1,1 0 1,0 0-1,0 0 1,-1-1 0,1 0-1,0 0 1,0 0 0,0 0-1,0-1 1,1 0 0,-1 0-1,0 0 1,8-2-1,-10 1-1,-1-1-1,1 0 0,-1 1 0,0-1 1,0 0-1,0-1 0,0 1 0,0 0 1,0-1-1,0 1 0,0-1 0,-1 1 1,0-1-1,1 0 0,-1 1 0,0-1 1,0 0-1,-1 0 0,2-6 0,9-65 8,-10 63-9,1-33 0,4-24 129,-6 68-121,0 0 0,0-1-1,0 1 1,1-1 0,-1 1 0,0 0 0,0-1-1,0 1 1,1 0 0,-1-1 0,0 1-1,0 0 1,1-1 0,-1 1 0,0 0-1,1-1 1,-1 1 0,0 0 0,1 0-1,-1 0 1,0-1 0,1 1 0,-1 0 0,1 0-1,-1 0 1,0 0 0,1 0 0,-1 0-1,1 0 1,-1 0 0,0-1 0,1 2-1,-1-1 1,1 0 0,-1 0 0,0 0-1,1 0 1,-1 0 0,1 0 0,-1 0 0,0 0-1,1 1 1,-1-1 0,0 0 0,1 0-1,-1 0 1,1 1 0,-1-1 0,0 0-1,0 1 1,1-1 0,-1 0 0,0 1-1,0-1 1,1 0 0,-1 1 0,0-1 0,0 0-1,1 1 1,19 24-46,-17-22 63,17 26 5,-13-17-20,2-1 0,-1 1 1,18 15-1,-24-24-6,1-1 0,0 1 0,0-1 0,0 0 0,0 0 0,1 0 0,-1-1 0,0 1 0,1-1 0,-1 0 0,1 0 0,0 0 0,-1 0 0,1-1 0,0 1 0,-1-1 0,1 0 0,6-1 0,-8 1-8,0-1 0,-1 0 0,1 1 0,0-1 0,-1 0 0,1 0 0,0 0 0,-1 0 0,0 0 0,1-1 0,-1 1 0,0 0 0,1-1 0,-1 1 0,0 0 0,0-1 0,0 0 0,0 1 0,-1-1 0,1 0 0,0 1 0,-1-1 0,1 0 0,-1 0 0,1 1 0,-1-1 0,0-3 0,3-59-15,-4 50 0,-3-23 673,5 42-703,1 0 0,0-1-1,0 1 1,1-1 0,-1 1 0,1-1 0,0 0 0,0 0 0,0 0 0,0 0-1,1-1 1,0 1 0,0-1 0,0 0 0,0 0 0,0-1 0,0 1 0,1-1-1,-1 0 1,1 0 0,0 0 0,0 0 0,0-1 0,-1 0 0,1 0 0,0-1-1,0 1 1,0-1 0,1 0 0,-1 0 0,0-1 0,0 1 0,5-3 0,6-7-3226,-4-6-1644</inkml:trace>
</inkml:ink>
</file>

<file path=ppt/ink/ink3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13.979"/>
    </inkml:context>
    <inkml:brush xml:id="br0">
      <inkml:brushProperty name="width" value="0.025" units="cm"/>
      <inkml:brushProperty name="height" value="0.025" units="cm"/>
    </inkml:brush>
  </inkml:definitions>
  <inkml:trace contextRef="#ctx0" brushRef="#br0">0 1 12460,'0'0'288</inkml:trace>
</inkml:ink>
</file>

<file path=ppt/ink/ink3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14.320"/>
    </inkml:context>
    <inkml:brush xml:id="br0">
      <inkml:brushProperty name="width" value="0.025" units="cm"/>
      <inkml:brushProperty name="height" value="0.025" units="cm"/>
    </inkml:brush>
  </inkml:definitions>
  <inkml:trace contextRef="#ctx0" brushRef="#br0">80 1 12107,'0'0'929,"-7"8"-37,6-5-840,-13 14 850,2 1 1,-12 23-1,20-35-756,1 0 0,0 0-1,1 1 1,0-1 0,0 1-1,0-1 1,1 1 0,0 0 0,0-1-1,1 1 1,-1 0 0,1 0-1,2 8 1,-2-14-151,0 0 0,0-1 0,0 1 0,0 0 0,0 0 0,0-1 0,0 1 0,1 0 0,-1-1 0,0 1 0,0 0 0,1-1 0,-1 1 0,0 0 0,1-1 0,-1 1 0,1-1 0,-1 1 0,1-1 0,-1 1 0,1-1 0,-1 1 0,1-1 0,-1 1 0,1-1 0,0 0 0,-1 1 0,1-1 0,0 0 0,-1 1 0,1-1 0,0 0 0,0 0 0,-1 0 0,1 0 0,0 0 0,-1 0 0,1 0 0,0 0 0,0 0 0,-1 0 0,1 0 0,0 0 0,-1 0 0,1-1 0,0 1 0,-1 0 0,1 0 0,0-1 0,0 0 0,2 0-20,-1-1 0,0 1 0,0-1 0,0 0-1,0 0 1,0 0 0,0 0 0,-1 0 0,1 0 0,0 0-1,-1-1 1,2-2 0,-1-3 221,1-1 0,-2 1 0,1-1 0,-1 0 0,0 1 0,-1-14 0,23 39 466,-17-12-637,0 0-1,1 0 1,-1-1-1,1 0 1,0 0-1,0-1 1,0 1-1,1-2 1,-1 1-1,1-1 1,12 2-1,-17-3-156,1-1-1,-1 0 0,0 0 1,0-1-1,1 1 1,-1-1-1,0 1 0,0-1 1,0 0-1,1 0 0,-1 0 1,5-3-1,-5 2-312,-1-1 0,1 1 0,0 0 0,-1-1 0,1 0 0,-1 1 0,0-1 0,1 0 0,-2 0 0,1 0 0,0 0 0,0-1 0,1-5 0,7-25-6533</inkml:trace>
</inkml:ink>
</file>

<file path=ppt/ink/ink3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14.724"/>
    </inkml:context>
    <inkml:brush xml:id="br0">
      <inkml:brushProperty name="width" value="0.025" units="cm"/>
      <inkml:brushProperty name="height" value="0.025" units="cm"/>
    </inkml:brush>
  </inkml:definitions>
  <inkml:trace contextRef="#ctx0" brushRef="#br0">8 1 14798,'0'0'1981,"-3"8"-1656,2-5-229,0 1 1,0-1-1,1 1 0,-1-1 0,1 1 0,0-1 0,0 1 1,0-1-1,0 1 0,1 0 0,1 5 0,24 48 1334,48 64-843,30 56-10,-104-178-576,0 1 0,0 0 0,1 0 0,-1-1 0,0 1 0,0 0 0,0 0 0,0 0 0,0-1 0,0 1 0,0 0 0,1 0 0,-1 0 0,0 0 0,0-1 0,0 1 0,0 0 0,1 0 0,-1 0 0,0 0 0,0 0 0,0 0 0,1-1 0,-1 1 0,0 0 0,0 0 0,0 0 0,1 0 0,-1 0 0,0 0 0,0 0 0,1 0 0,-1 0 0,0 0 0,0 0 0,1 0 0,-1 0 0,0 0 0,0 0 1,0 0-1,1 1 0,-1-1 0,0 0 0,0 0 0,0 0 0,1 0 0,-1 0 0,0 0 0,0 1 0,0-1 0,0 0 0,1 0 0,-1 0 0,0 0 0,0 1 0,0-1 0,5-40 122,-4 29-95,0 0 0,0 0-1,1 1 1,5-14 0,-7 22-27,1 0 0,-1 0 0,1 1 0,0-1 0,0 0 0,0 1 0,0-1 0,0 1-1,0-1 1,0 1 0,0-1 0,1 1 0,-1 0 0,0 0 0,1 0 0,-1 0 0,1 0 0,0 0 0,-1 0 0,1 0 0,0 0 0,-1 1 0,1-1 0,0 1 0,0-1-1,0 1 1,0 0 0,-1-1 0,1 1 0,0 0 0,0 0 0,0 1 0,0-1 0,0 0 0,-1 1 0,3 0 0,-1 0-1,0 1 0,0 0-1,0 0 1,-1 0 0,1 0 0,-1 1 0,1-1 0,-1 1 0,0-1-1,0 1 1,0 0 0,0 0 0,-1 0 0,1 0 0,-1 0 0,1 0-1,-1 0 1,0 0 0,0 5 0,1 0 15,-1 1-1,-1-1 1,1 1 0,-1-1-1,-1 1 1,1-1 0,-2 1-1,1-1 1,-1 0 0,-3 11-1,4-16-155,-1 0-1,1 0 0,0 0 1,-1 0-1,1 0 0,-1 0 1,0-1-1,0 1 0,0-1 1,0 1-1,0-1 0,-1 0 0,1 0 1,-1 0-1,0 0 0,1 0 1,-1 0-1,0-1 0,0 1 1,0-1-1,0 0 0,0 0 1,-1 0-1,1 0 0,0-1 1,0 1-1,0-1 0,-1 0 1,-4 0-1,7 0-75,0 0-1,0-1 1,0 1 0,0 0 0,0 0-1,0-1 1,0 1 0,0-1 0,0 1 0,0-1-1,0 1 1,0-1 0,0 0 0,0 1-1,1-1 1,-1 0 0,0 0 0,1 1-1,-1-1 1,0 0 0,1 0 0,-1 0 0,1 0-1,-1 0 1,1-1 0,-8-21-5004</inkml:trace>
</inkml:ink>
</file>

<file path=ppt/ink/ink3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15.238"/>
    </inkml:context>
    <inkml:brush xml:id="br0">
      <inkml:brushProperty name="width" value="0.025" units="cm"/>
      <inkml:brushProperty name="height" value="0.025" units="cm"/>
    </inkml:brush>
  </inkml:definitions>
  <inkml:trace contextRef="#ctx0" brushRef="#br0">2 97 12780,'0'0'1473,"9"-6"-1158,0 2-270,0 1 131,-1-1 0,0 0 0,-1 0 0,1-1 0,-1 0-1,14-11 1,-21 15-174,1 0 0,0 0 0,-1 0-1,1 0 1,-1 0 0,1 0 0,-1 0-1,1 0 1,-1 0 0,0 0 0,0 0-1,1 0 1,-1 0 0,0 0 0,0 0-1,0 0 1,0-1 0,0 1-1,0 0 1,-1 0 0,1 0 0,0 0-1,0 0 1,-1 0 0,1 0 0,-1 0-1,1 0 1,-1 0 0,1 0 0,-1 0-1,0 0 1,1 0 0,-1 1 0,0-1-1,0 0 1,0 0 0,1 1 0,-1-1-1,0 1 1,0-1 0,0 0 0,0 1-1,0 0 1,0-1 0,0 1 0,0 0-1,0-1 1,-1 1 0,-1 0 0,1-1 17,0 0 1,0 1-1,0-1 1,0 1-1,0 0 1,-1-1 0,1 1-1,0 0 1,0 0-1,-1 1 1,1-1-1,0 0 1,0 1 0,0-1-1,0 1 1,0 0-1,-1-1 1,1 1-1,1 0 1,-1 0 0,0 1-1,0-1 1,0 0-1,-2 3 1,1 1 4,1 0-1,0 0 1,0 0 0,1 0-1,-1 0 1,1 1 0,0-1 0,1 0-1,-1 1 1,1-1 0,0 0 0,0 1-1,1-1 1,0 0 0,0 1-1,0-1 1,0 0 0,1 0 0,0 0-1,0 0 1,0 0 0,1 0 0,0 0-1,-1-1 1,2 1 0,-1-1-1,0 0 1,1 0 0,0 0 0,0-1-1,0 1 1,0-1 0,1 0 0,-1 0-1,1-1 1,0 1 0,0-1-1,0 0 1,0 0 0,0-1 0,0 1-1,1-1 1,-1 0 0,6 0 0,47-2-2859,-30-9-1153</inkml:trace>
</inkml:ink>
</file>

<file path=ppt/ink/ink3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25.571"/>
    </inkml:context>
    <inkml:brush xml:id="br0">
      <inkml:brushProperty name="width" value="0.025" units="cm"/>
      <inkml:brushProperty name="height" value="0.025" units="cm"/>
    </inkml:brush>
  </inkml:definitions>
  <inkml:trace contextRef="#ctx0" brushRef="#br0">3 990 4901,'0'0'10313,"-1"5"-9496,0-5-807,1 0 0,0 0 0,0 1 0,0-1 0,0 0 0,0 1 0,-1-1-1,1 0 1,0 0 0,0 1 0,0-1 0,0 0 0,0 0 0,0 1 0,0-1 0,0 0 0,0 1 0,0-1 0,0 0-1,0 0 1,0 1 0,1-1 0,-1 0 0,0 1 0,0-1 0,0 0 0,0 0 0,0 0 0,0 1 0,1-1 0,-1 0-1,0 0 1,0 1 0,0-1 0,1 0 0,-1 0 0,0 0 0,0 0 0,1 1 0,-1-1 0,0 0 0,0 0 0,1 0-1,-1 0 1,0 0 0,1 0 0,-1 0 0,0 0 0,0 0 0,1 0 0,-1 0 0,0 0 0,0 0 0,1 0-1,27-9 190,49-34-163,-53 29 92,563-309 1005,499-291 1604,-1082 613-2970,-6 2-427,-13 10-1723,-26 14-5066,6-10-2635</inkml:trace>
</inkml:ink>
</file>

<file path=ppt/ink/ink3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25.981"/>
    </inkml:context>
    <inkml:brush xml:id="br0">
      <inkml:brushProperty name="width" value="0.025" units="cm"/>
      <inkml:brushProperty name="height" value="0.025" units="cm"/>
    </inkml:brush>
  </inkml:definitions>
  <inkml:trace contextRef="#ctx0" brushRef="#br0">1 1080 12172,'0'0'1767,"8"-4"-1709,737-421 4973,181-111-2946,-910 526-2123,126-85-260,-141 94 163,4-5-1595,-8 4-3227,-14 2-4578</inkml:trace>
</inkml:ink>
</file>

<file path=ppt/ink/ink3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0:43.668"/>
    </inkml:context>
    <inkml:brush xml:id="br0">
      <inkml:brushProperty name="width" value="0.025" units="cm"/>
      <inkml:brushProperty name="height" value="0.025" units="cm"/>
    </inkml:brush>
  </inkml:definitions>
  <inkml:trace contextRef="#ctx0" brushRef="#br0">0 1 2306,'0'0'4677,"12"28"-2579,13 45-453,-3 0 0,24 148 1,-33-148-1159,237 1713 4969,-164-709-4257,30 261-129,-104-1241-960,13 89 121,-1 225-1,-31-357-164,7-52-60,-1 0-1,1 0 0,0-1 1,-1 1-1,1 0 1,-1-1-1,0 1 1,0-1-1,1 1 1,-1-1-1,0 1 1,0-1-1,-1 0 1,1 1-1,0-1 0,0 0 1,-1 0-1,1 0 1,0 0-1,-1 0 1,1 0-1,-1 0 1,1 0-1,-1-1 1,0 1-1,1-1 1,-1 1-1,-2 0 0,7 41-138,-3-40 133,1 0-1,-1 0 1,1 0-1,0 0 1,0 0-1,0 0 1,0 0 0,0 0-1,0 0 1,0-1-1,1 1 1,-1 0 0,1-1-1,-1 1 1,1-1-1,0 1 1,-1-1 0,1 0-1,3 2 1,0-1-2,0 0 0,0 0 0,0 0 0,0-1-1,0 0 1,0 0 0,1 0 0,4-1 0,4 0-2,0 0-1,-1-1 1,1-1 0,-1 0-1,24-7 1,296-116 21,-29 10-2,359-94 111,19 66 73,37 68 222,5 34-113,-292 19 68,-162 7-303,1354-103 442,-494-87-425,-1107 200-101,-7 0-46,0 2 0,1 0-1,25-1 1,-85 21-4000,7-15-748,-9-2-3960</inkml:trace>
</inkml:ink>
</file>

<file path=ppt/ink/ink3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0:46.738"/>
    </inkml:context>
    <inkml:brush xml:id="br0">
      <inkml:brushProperty name="width" value="0.025" units="cm"/>
      <inkml:brushProperty name="height" value="0.025" units="cm"/>
    </inkml:brush>
  </inkml:definitions>
  <inkml:trace contextRef="#ctx0" brushRef="#br0">1 4902 4356,'0'0'12599,"0"-2"-12465,0 1 0,0-1 0,1 1 1,-1 0-1,0-1 0,1 1 0,-1 0 0,1 0 1,0-1-1,-1 1 0,1 0 0,0 0 1,1-2-1,67-25 388,-2-2 0,104-65 0,-131 68-363,0-2 0,-2-1 0,-1-2 0,-2-2 0,32-40 0,3-12 66,-4-4 0,78-141 0,-108 162-6,-4-1 1,-2-1-1,-3-2 0,23-105 1,2-66-22,83-330 1296,21-77-761,-79 304-500,-39 162 91,20-78-2,94-233-201,41 15-82,-178 450-41,1 2-1,1 0 1,2 1-1,1 0 1,1 2-1,1 1 1,2 0-1,39-32 1,-45 43 1,1 1 0,0 1 0,1 0 0,1 2 0,0 0 0,0 1-1,1 1 1,0 1 0,0 2 0,0 0 0,1 1 0,0 1 0,32 0 0,-45 2-1,0 1-1,1 0 0,-1 1 1,0 1-1,1-1 1,-1 1-1,0 1 1,0 0-1,0 1 1,-1-1-1,1 2 0,-1 0 1,0 0-1,0 0 1,-1 1-1,0 0 1,0 1-1,0 0 1,0 0-1,-1 1 1,-1 0-1,12 17 0,66 98 38,88 140 17,-134-198-29,-3 2 0,31 83-1,198 759 966,-71-136-529,-162-661-270,54 132-1,-59-185-139,2 0-1,3-2 1,67 93-1,-94-144-44,238 297 192,-197-254-78,2-2 1,1-2-1,101 70 0,-78-71 80,2-3 1,102 41 0,162 44 262,-322-122-363,-1-1 1,1-1-1,0 0 0,0 0 1,24-2-1,40 5-1809,-51 8-5106,-22-7-43</inkml:trace>
</inkml:ink>
</file>

<file path=ppt/ink/ink3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00.499"/>
    </inkml:context>
    <inkml:brush xml:id="br0">
      <inkml:brushProperty name="width" value="0.025" units="cm"/>
      <inkml:brushProperty name="height" value="0.025" units="cm"/>
    </inkml:brush>
  </inkml:definitions>
  <inkml:trace contextRef="#ctx0" brushRef="#br0">198 95 15631,'-16'145'-204,"0"4"402,39 553 1180,-16-575-1362,-29-167 1617,-89-302-1293,92 264-293,3 0 0,-8-120 0,23 186-55,0 2 148,0 0-1,1 1 0,0-1 1,1 0-1,0 1 0,2-12 1,-2 19-121,0 1 0,0-1 0,-1 0 0,1 0 0,0 1 0,0-1 0,1 1 0,-1-1 0,0 1 1,0-1-1,1 1 0,-1 0 0,1-1 0,-1 1 0,1 0 0,0 0 0,-1 0 0,1 0 0,0 1 0,0-1 0,-1 0 1,1 1-1,0-1 0,0 1 0,0-1 0,0 1 0,0 0 0,0 0 0,0 0 0,0 0 0,0 0 0,-1 1 0,1-1 1,0 1-1,4 0 0,7 3-8,1 0 0,-1 1 1,1 1-1,-1 0 1,-1 1-1,1 0 1,-1 1-1,-1 0 0,12 11 1,96 94 189,-103-96-169,32 36 53,-28-29-56,1-1 0,1-1 0,1-1 0,0-1 0,2-1 0,27 16 0,-49-33-26,-1 0-1,1-1 1,1 0 0,-1 0-1,0 0 1,0 0-1,0 0 1,1 0 0,-1-1-1,0 0 1,6 1 0,-8-2 27,0 1 1,0-1-1,1 1 1,-1-1-1,0 1 1,0-1-1,0 1 1,0-1 0,0 0-1,0 0 1,0 0-1,0 1 1,0-1-1,-1 0 1,1 0-1,0 0 1,0 0-1,-1-1 1,1 1-1,-1 0 1,1 0 0,-1 0-1,1 0 1,-1 0-1,0-1 1,0 1-1,1 0 1,-1 0-1,0-1 1,0 1-1,-1-3 1,0-45 300,-2 0 1,-2 0-1,-2 1 0,-23-82 1,1 6-78,14 45-1399,-9-124 0,23 196 418,2-11-341,4 12-3746,5 5-1758</inkml:trace>
</inkml:ink>
</file>

<file path=ppt/ink/ink3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01.066"/>
    </inkml:context>
    <inkml:brush xml:id="br0">
      <inkml:brushProperty name="width" value="0.025" units="cm"/>
      <inkml:brushProperty name="height" value="0.025" units="cm"/>
    </inkml:brush>
  </inkml:definitions>
  <inkml:trace contextRef="#ctx0" brushRef="#br0">180 371 15278,'0'8'412,"1"10"-227,-2-4 363,2-1 0,0 1 1,0 0-1,1-1 0,7 22 0,-8-32-461,-1-1 0,1 0-1,1 1 1,-1-1 0,0 0 0,0 0 0,1 0 0,-1 0-1,1 0 1,0-1 0,-1 1 0,1 0 0,0-1 0,0 1 0,0-1-1,4 2 1,-3-2-83,-1 0 0,1-1 0,0 1 0,0-1 0,0 0 0,0 0 1,0 0-1,0 0 0,0 0 0,0-1 0,0 1 0,0-1 0,0 0 0,0 0 0,-1 0 0,1 0 0,3-2 0,4-3 5,0 0 1,0 0-1,-1-1 1,0 0-1,-1-1 1,1 0-1,-1 0 1,-1-1-1,0 1 1,0-2-1,-1 1 0,0-1 1,0 0-1,-1 0 1,0-1-1,-1 0 1,-1 1-1,1-1 1,-2 0-1,1-1 1,0-16-1,-3 26-6,0 0 0,-1 0 0,1 0-1,0-1 1,-1 1 0,1 0 0,-1 0 0,0 0 0,0 0-1,0 0 1,0 0 0,0 1 0,0-1 0,0 0-1,-1 0 1,1 1 0,-1-1 0,1 1 0,-1-1 0,0 1-1,-3-2 1,0 0-2,1 1 0,-1 0 0,0 1 0,0-1-1,0 1 1,0 0 0,0 0 0,0 0 0,-6 1 0,-4 0 0,0 1 1,0 0-1,0 1 1,0 1 0,-25 7-1,-51 32-25,70-30 16,0-2 1,0-1 0,-45 13 0,63-24 3,7-6-4,9-8-7,1 2 17,0 1 0,2 1 0,0 0 0,0 1 0,1 1 0,0 0 0,1 1 0,0 1 0,0 1 0,26-7 1,-32 11 23,0 0 0,0 1 1,1 1-1,-1 0 0,1 1 1,-1 0-1,0 0 0,1 2 1,-1-1-1,0 2 0,0-1 1,0 2-1,0 0 0,0 0 1,-1 1-1,0 0 0,16 11 1,-15-9-10,-2 2 0,1-1 1,-1 1-1,0 0 1,-1 1-1,0 0 1,-1 1-1,0 0 1,0 0-1,-1 1 0,-1-1 1,0 2-1,0-1 1,5 20-1,-52-132 405,34 72-431,1-1 0,2 1 0,-3-50 0,7 69-8,-1 1 1,2 0-1,-1-1 0,1 1 0,0 0 1,1 0-1,0-1 0,0 1 1,0 1-1,1-1 0,1 0 1,-1 1-1,1-1 0,1 1 1,-1 0-1,1 0 0,8-9 1,-10 14-197,0 0-1,0 0 1,0 0 0,0 0 0,0 1 0,0-1 0,1 1 0,-1 0 0,1 0 0,4-1 0,20 0-5163,-11 2-1590</inkml:trace>
</inkml:ink>
</file>

<file path=ppt/ink/ink3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01.624"/>
    </inkml:context>
    <inkml:brush xml:id="br0">
      <inkml:brushProperty name="width" value="0.025" units="cm"/>
      <inkml:brushProperty name="height" value="0.025" units="cm"/>
    </inkml:brush>
  </inkml:definitions>
  <inkml:trace contextRef="#ctx0" brushRef="#br0">0 179 14894,'0'0'1255,"7"9"-834,5 8-224,-1 0-1,-1 1 0,0 1 0,-1-1 0,-1 1 0,-1 1 1,0-1-1,-2 1 0,0 0 0,-1 1 0,1 24 1,-23-60 96,11 3-226,1 0 0,0-1-1,1 1 1,0-1 0,1 0 0,1 0-1,0 0 1,1-1 0,0 1-1,1-1 1,0 1 0,2-1 0,2-26-1,-3 38-64,1 1 0,-1-1 1,0 1-1,1 0 0,-1-1 0,1 1 0,0-1 0,-1 1 0,1 0 0,0 0 0,0-1 0,0 1 0,0 0 0,0 0 0,0 0 0,0 0 0,0 0 0,0 0 0,0 0 0,0 0 0,1 1 0,-1-1 1,0 0-1,1 1 0,-1-1 0,1 1 0,-1-1 0,0 1 0,1 0 0,-1 0 0,1 0 0,-1-1 0,1 1 0,-1 1 0,1-1 0,-1 0 0,1 0 0,-1 0 0,1 1 0,-1-1 0,2 2 0,2-1 1,0 2 0,0-1 0,-1 0 0,1 1 0,-1 0 0,0 0-1,0 0 1,0 1 0,0-1 0,5 7 0,0 4 0,0 1 1,0 0-1,8 24 1,21 34-7,-38-74 3,0 1 0,0 0 0,0-1 0,0 1 0,0 0 0,0-1 0,1 1 0,-1 0 1,0 0-1,0-1 0,0 1 0,0 0 0,1 0 0,-1-1 0,0 1 0,0 0 1,0 0-1,1-1 0,-1 1 0,0 0 0,0 0 0,1 0 0,-1 0 0,0-1 1,0 1-1,1 0 0,-1 0 0,0 0 0,1 0 0,-1 0 0,0 0 0,1 0 1,-1 0-1,0 0 0,0 0 0,1 0 0,-1 0 0,0 0 0,1 0 0,-1 0 0,0 0 1,1 0-1,-1 0 0,0 1 0,0-1 0,1 0 0,-1 0 0,0 0 0,0 0 1,1 1-1,-1-1 0,0 0 0,0 0 0,1 0 0,-1 1 0,0-1 0,0 0 1,0 0-1,1 1 0,-1-35 40,0 28-34,-6-99 19,3 71 321,1 0 0,2 0 0,5-44 0,-5 75-321,0 0 0,1 0 0,-1 0 0,1 0-1,0 0 1,0 1 0,0-1 0,0 0 0,1 0 0,-1 1-1,1-1 1,0 0 0,0 1 0,0 0 0,3-4 0,-4 5-20,1 0 0,-1 1 0,1-1 0,0 0 0,-1 0 0,1 1 0,0-1 0,0 1 0,-1-1 0,1 1 0,0 0 0,0 0 0,0 0 0,-1 0 0,1 0 1,0 0-1,0 0 0,0 1 0,1 0 0,5 1-4,-1 1 1,0 1 0,0-1 0,-1 1 0,1 0-1,-1 1 1,0 0 0,0 0 0,0 0-1,6 7 1,-3-2-143,54 54-269,-57-59-608,1 0-1,0 0 1,1-1 0,13 7-1,4-3-4901</inkml:trace>
</inkml:ink>
</file>

<file path=ppt/ink/ink3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03.028"/>
    </inkml:context>
    <inkml:brush xml:id="br0">
      <inkml:brushProperty name="width" value="0.025" units="cm"/>
      <inkml:brushProperty name="height" value="0.025" units="cm"/>
    </inkml:brush>
  </inkml:definitions>
  <inkml:trace contextRef="#ctx0" brushRef="#br0">185 590 12812,'0'0'1084,"-9"-5"48,8 4-1084,-2-1 53,1 1 0,-1-1 0,1 1 0,-1 0 1,0-1-1,0 1 0,1 0 0,-1 1 0,0-1 1,-5 0-1,6 1-68,0 1 0,0-1 1,1 1-1,-1 0 0,0 0 0,0-1 1,1 1-1,-1 0 0,0 0 0,1 1 1,-1-1-1,1 0 0,-1 0 0,1 1 1,0-1-1,-1 1 0,1-1 0,0 1 1,0 0-1,0-1 0,0 1 0,1 0 0,-2 2 1,-17 39 303,2 0-1,3 1 1,0 1 0,3 0 0,2 0 0,2 1 0,2 0 0,2 1-1,4 72 1,0-109-323,1-1 0,-1 1 0,2-1 0,-1 0 0,1 1 0,1-1 1,4 9-1,-7-17-12,-1 1 0,1-1 0,0 0 0,0 1 1,0-1-1,0 0 0,0 0 0,0 1 0,0-1 1,0 0-1,0 0 0,1 0 0,-1-1 0,0 1 0,1 0 1,-1 0-1,1-1 0,-1 1 0,1-1 0,1 1 1,-1-1-1,0 0 1,0-1-1,-1 1 1,1-1-1,0 0 1,0 0-1,0 1 1,-1-1-1,1 0 1,-1 0-1,1-1 1,-1 1-1,1 0 1,-1 0-1,1-1 1,-1 1-1,0-1 1,0 1-1,0-1 1,0 0-1,2-2 1,7-14 19,-1 1 0,-1-2 0,0 1 1,-1-1-1,8-38 0,11-105 32,-16 73-26,-4-1 1,-8-133 0,-2 174-24,-1 0 0,-3 1 1,-2 0-1,-2 0 0,-3 1 0,-23-53 0,35 94 7,-28-53-25,30 56 30,-1 0 0,1 1 0,-1-1 1,0 0-1,0 1 0,-1 0 0,1 0 0,0-1 0,-1 1 0,1 1 0,-1-1 0,0 0 0,0 1 0,1-1 0,-1 1 0,-6-2 0,9 3-7,-1 0 0,0 0-1,1 0 1,-1 0 0,1 0 0,-1 0 0,0 0 0,1 0 0,-1 1 0,1-1 0,-1 0 0,1 0 0,-1 1 0,1-1-1,-1 0 1,1 1 0,-1-1 0,1 0 0,-1 1 0,1-1 0,-1 1 0,1-1 0,0 1 0,-1-1 0,1 1 0,0-1-1,-1 1 1,1-1 0,0 1 0,0-1 0,0 1 0,-1-1 0,1 2 0,-2 23-1,1-19 2,2 13 0,0 0-1,1 0 1,1 0-1,1 0 1,1-1-1,0 0 1,1 0-1,11 22 1,3 3 32,3-2 0,32 47 1,-36-61-28,0-1 0,2-1 1,1 0-1,41 34 0,-54-51-41,1 0-1,1-1 1,-1 0 0,1-1-1,0 0 1,0-1-1,1 0 1,0-1-1,0 0 1,0-1-1,0 0 1,0-1-1,1 0 1,-1-1-1,14-1 1,-20 0-14,-1-1 0,0 0 1,1-1-1,-1 1 0,0-1 1,0 0-1,0 0 0,0 0 0,0-1 1,0 0-1,-1 0 0,1 0 1,-1 0-1,0-1 0,0 0 0,0 0 1,0 0-1,-1 0 0,0 0 1,0-1-1,0 0 0,0 1 0,-1-1 1,0 0-1,3-9 0,0-1 38,0-1 0,-2 1 0,0-1 0,0 0 1,-2 0-1,0 0 0,-2-26 0,1 41 29,0-1 1,0 0 0,0 1 0,-1-1-1,1 1 1,0-1 0,-1 0 0,0 1 0,1-1-1,-1 1 1,0 0 0,1-1 0,-1 1-1,0-1 1,0 1 0,0 0 0,0 0 0,-1 0-1,1 0 1,0-1 0,0 1 0,-3-1-1,3 2 0,0 0-1,0 0 0,1 0 0,-1 0 0,0 0 1,0 0-1,0 0 0,0 0 0,0 0 1,0 1-1,0-1 0,1 0 0,-1 1 0,0-1 1,0 0-1,0 1 0,1-1 0,-1 1 1,0-1-1,1 1 0,-1 0 0,0-1 0,1 1 1,-1 0-1,1-1 0,-1 1 0,1 0 1,-1 0-1,1-1 0,-1 1 0,1 0 0,0 0 1,-1 0-1,1 0 0,0-1 0,0 1 0,0 0 1,0 0-1,0 0 0,0 1 0,-2 5 7,1-1-1,0 1 0,0 0 1,1 0-1,0 0 0,0-1 0,1 1 1,0 0-1,0 0 0,1-1 1,-1 1-1,1-1 0,1 1 1,-1-1-1,1 0 0,0 0 0,5 6 1,-6-8-99,1 0 0,0-1 0,0 0 0,0 1 0,1-1 0,-1-1 0,1 1 0,0 0 1,0-1-1,0 0 0,0 0 0,0 0 0,0 0 0,0-1 0,1 1 0,-1-1 0,1 0 0,-1 0 1,1-1-1,-1 0 0,1 1 0,-1-2 0,1 1 0,-1 0 0,1-1 0,7-2 0,-9 2-321,-1 0-1,1-1 1,-1 1-1,1-1 1,-1 1-1,0-1 0,0 0 1,1 0-1,-1 0 1,-1 0-1,1-1 1,0 1-1,0 0 1,-1-1-1,0 1 1,1-1-1,-1 1 1,0-1-1,0 0 0,0 0 1,-1 1-1,1-1 1,-1 0-1,1 0 1,-1 0-1,0-4 1,1-33-6976</inkml:trace>
</inkml:ink>
</file>

<file path=ppt/ink/ink3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03.120"/>
    </inkml:context>
    <inkml:brush xml:id="br0">
      <inkml:brushProperty name="width" value="0.025" units="cm"/>
      <inkml:brushProperty name="height" value="0.025" units="cm"/>
    </inkml:brush>
  </inkml:definitions>
  <inkml:trace contextRef="#ctx0" brushRef="#br0">1 0 7399,'0'0'-2210</inkml:trace>
</inkml:ink>
</file>

<file path=ppt/ink/ink3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03.446"/>
    </inkml:context>
    <inkml:brush xml:id="br0">
      <inkml:brushProperty name="width" value="0.025" units="cm"/>
      <inkml:brushProperty name="height" value="0.025" units="cm"/>
    </inkml:brush>
  </inkml:definitions>
  <inkml:trace contextRef="#ctx0" brushRef="#br0">193 0 11627,'-8'10'1201,"-35"32"814,16-18-559,1 2-1,1 1 0,-29 43 1,53-69-1454,0 0 1,0 0-1,0 0 0,0 0 1,1 0-1,-1 1 0,1-1 1,-1 0-1,0 1 0,1-1 1,0 0-1,-1 1 0,1-1 1,0 0-1,0 1 1,0-1-1,0 0 0,0 1 1,0-1-1,0 1 0,0-1 1,0 0-1,1 1 0,-1-1 1,1 0-1,-1 1 0,1-1 1,-1 0-1,1 0 1,0 1-1,0-1 0,-1 0 1,1 0-1,0 0 0,0 0 1,0 0-1,0 0 0,0 0 1,0 0-1,1-1 0,-1 1 1,0 0-1,0-1 0,1 1 1,-1-1-1,0 1 1,1-1-1,-1 0 0,2 1 1,9 2 1,0-1 0,1-1 0,-1 0 0,19 0 0,-19-1 7,10 0-6,-1-1-2,1 2 0,-1 0 0,0 2 0,33 7 1,-49-9-3,-1 1 0,0-1 0,0 1 0,0-1 1,1 1-1,-2 1 0,1-1 0,0 0 0,0 1 0,-1 0 1,1 0-1,-1 0 0,0 0 0,0 1 0,0-1 1,0 1-1,-1-1 0,0 1 0,1 0 0,-1 0 0,-1 0 1,1 1-1,-1-1 0,1 0 0,-1 1 0,0-1 1,0 8-1,-1-2 4,0-1 1,-1 1 0,0-1-1,-1 1 1,0-1 0,-1 1-1,0-1 1,0 0 0,-1 0-1,0-1 1,0 1 0,-1-1 0,-11 15-1,11-16-54,0 0 0,-1-1 0,0 0 0,0 0 0,0 0 0,-1 0 0,0-1 0,0-1 0,0 1 0,0-1 0,-1 0 0,0 0 0,1-1 0,-1 0 0,-17 3 0,22-6-206,0 0-1,0 0 1,1 0 0,-1-1-1,0 1 1,0-1-1,0 1 1,1-1 0,-1 0-1,1 0 1,-1 0 0,0-1-1,1 1 1,0-1-1,-1 1 1,1-1 0,0 0-1,0 0 1,0 1-1,0-2 1,0 1 0,0 0-1,1 0 1,-1-1 0,1 1-1,-1-1 1,1 1-1,0-1 1,0 1 0,-1-6-1,-17-40-8691</inkml:trace>
</inkml:ink>
</file>

<file path=ppt/ink/ink3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03.803"/>
    </inkml:context>
    <inkml:brush xml:id="br0">
      <inkml:brushProperty name="width" value="0.025" units="cm"/>
      <inkml:brushProperty name="height" value="0.025" units="cm"/>
    </inkml:brush>
  </inkml:definitions>
  <inkml:trace contextRef="#ctx0" brushRef="#br0">0 1 17969,'0'0'192,"4"11"102,18 52 504,2-1 1,3-2 0,3 0-1,51 75 1,-51-87-790,34 46-920,-64-144 211,-2 40 703,-2-9 28,0-1 0,1 0-1,2 0 1,0 0 0,1 0 0,3-27 0,-3 45-10,1 0 0,-1 0 0,1 0 0,0 0-1,-1 0 1,1 0 0,0 1 0,0-1 0,1 0 0,-1 0-1,0 1 1,0-1 0,1 1 0,-1-1 0,1 1-1,-1 0 1,1-1 0,0 1 0,0 0 0,-1 0 0,1 0-1,0 0 1,0 0 0,0 1 0,0-1 0,0 1 0,0-1-1,0 1 1,0 0 0,0-1 0,0 1 0,0 0 0,0 1-1,0-1 1,0 0 0,0 0 0,0 1 0,0-1-1,0 1 1,4 1 0,3 1 11,0 1-1,1 0 0,-1 0 1,-1 0-1,1 1 1,-1 1-1,10 7 0,-1 3-37,0 1 0,-1 1-1,25 37 1,-17-22-422,-12-21-1087,-1-8-2432,-1-3-3500</inkml:trace>
</inkml:ink>
</file>

<file path=ppt/ink/ink3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0:32.766"/>
    </inkml:context>
    <inkml:brush xml:id="br0">
      <inkml:brushProperty name="width" value="0.025" units="cm"/>
      <inkml:brushProperty name="height" value="0.025" units="cm"/>
    </inkml:brush>
  </inkml:definitions>
  <inkml:trace contextRef="#ctx0" brushRef="#br0">235 0 6342,'0'0'5397,"-4"8"-4879,-151 285 2754,80-128-2407,122-260-17,13-34-1078,-54 114 491,0-2 0,-2 1 0,0 0 0,-1-1 0,0 0 0,-1-23 0,3 36 339,7 10-443,12 13-225,-22-17 137,42 33 305,50 28 1,-62-43-819,0 1 1,-2 1 0,-1 1-1,44 46 1,-63-55-3112,-6-3-1602</inkml:trace>
</inkml:ink>
</file>

<file path=ppt/ink/ink3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46.142"/>
    </inkml:context>
    <inkml:brush xml:id="br0">
      <inkml:brushProperty name="width" value="0.025" units="cm"/>
      <inkml:brushProperty name="height" value="0.025" units="cm"/>
    </inkml:brush>
  </inkml:definitions>
  <inkml:trace contextRef="#ctx0" brushRef="#br0">105 14 8968,'-1'-1'178,"0"0"-1,0 0 0,0 0 0,0 0 0,-1 0 0,1 0 0,0 0 0,-1 0 0,1 0 0,0 1 0,-1-1 0,1 0 0,-1 1 1,1 0-1,-1-1 0,0 1 0,1 0 0,-1 0 0,1 0 0,-1 0 0,0 0 0,1 0 0,-1 0 0,1 0 0,-1 1 0,1-1 0,-1 0 1,1 1-1,-1 0 0,1-1 0,-1 1 0,1 0 0,0 0 0,-1 0 0,1 0 0,-2 1 0,-1 1 50,0 1 1,0 0-1,0 0 0,0 0 1,1 0-1,0 1 0,0-1 0,0 1 1,-3 6-1,4-5-137,0-1-1,0 1 1,0 0 0,1 0 0,0 0-1,0 0 1,0 0 0,1 0 0,0 0-1,0 0 1,1 0 0,-1 0 0,1 0-1,0 0 1,1 0 0,0-1 0,0 1-1,0 0 1,1-1 0,4 8 0,5 5 93,1 0 0,1-1 1,1-1-1,22 21 1,6 5 174,4 8-239,-2 3 0,-2 2-1,46 78 1,-73-104-106,0 1-1,-3 0 0,0 1 0,-2 0 1,-1 1-1,-1 0 0,-2 1 0,-2 0 1,2 34-1,-6-50 6,-1-1 1,0 1-1,-1-1 1,-7 33-1,7-45-180,-1 1 1,1 0-1,-1-1 0,0 0 0,0 1 1,-1-1-1,0 0 0,1 0 0,-6 5 1,6-7-206,-1 1 0,0-1 0,0 0-1,0 0 1,0 0 0,0 0 0,0-1 0,0 1 0,-1-1 0,1 0 0,-1 0 0,1 0 0,-1 0 0,-3 0 0,-29 0-6145</inkml:trace>
</inkml:ink>
</file>

<file path=ppt/ink/ink3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46.299"/>
    </inkml:context>
    <inkml:brush xml:id="br0">
      <inkml:brushProperty name="width" value="0.025" units="cm"/>
      <inkml:brushProperty name="height" value="0.025" units="cm"/>
    </inkml:brush>
  </inkml:definitions>
  <inkml:trace contextRef="#ctx0" brushRef="#br0">0 553 14382,'0'0'64,"36"-76"32,-12 33 576,7-6 514,4-1-258,-1 0-287,0 1-513,-1 1-96,-3 3-32,-3 1-865,-6-3-1889,-7-4-3845</inkml:trace>
</inkml:ink>
</file>

<file path=ppt/ink/ink3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46.516"/>
    </inkml:context>
    <inkml:brush xml:id="br0">
      <inkml:brushProperty name="width" value="0.025" units="cm"/>
      <inkml:brushProperty name="height" value="0.025" units="cm"/>
    </inkml:brush>
  </inkml:definitions>
  <inkml:trace contextRef="#ctx0" brushRef="#br0">32 1 12876,'0'0'2659,"-6"11"-1453,2-3-1045,0 1 1,0-1-1,1 1 0,0 0 1,1 0-1,0 0 0,1 1 1,-1-1-1,2 0 0,-1 1 0,1-1 1,1 0-1,1 11 0,4 4 234,1-1-1,1-1 0,1 0 0,1 0 1,1 0-1,23 32 0,-2-9-170,67 73 1,-79-97-151,0-1 0,1-1 0,39 27 0,-52-41-314,0 0-1,0 0 0,1-1 0,-1 0 1,1 0-1,0-1 0,0 0 0,1-1 0,-1 0 1,0 0-1,1-1 0,-1 0 0,1-1 0,15-1 1,3-9-4640,-7-12-3752</inkml:trace>
</inkml:ink>
</file>

<file path=ppt/ink/ink3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47.075"/>
    </inkml:context>
    <inkml:brush xml:id="br0">
      <inkml:brushProperty name="width" value="0.025" units="cm"/>
      <inkml:brushProperty name="height" value="0.025" units="cm"/>
    </inkml:brush>
  </inkml:definitions>
  <inkml:trace contextRef="#ctx0" brushRef="#br0">62 174 13581,'0'0'331,"-7"-8"1025,0-1-852,0 1 0,1-1 0,0 0 0,0-1 0,1 1 0,-6-15 0,10 21-467,0 1 0,0 0 0,0 0-1,1-1 1,-1 1 0,1 0-1,-1-1 1,1 1 0,0-1 0,0 1-1,0 0 1,0-1 0,0 1 0,1-1-1,-1 1 1,1 0 0,-1-1 0,1 1-1,0 0 1,0 0 0,0 0 0,0-1-1,1 1 1,-1 0 0,0 0-1,1 1 1,0-1 0,-1 0 0,1 0-1,0 1 1,0-1 0,0 1 0,0 0-1,0-1 1,0 1 0,0 0 0,0 0-1,0 0 1,1 0 0,-1 1 0,4-1-1,-2-1-39,0 1 0,0 0-1,-1 0 1,1 0 0,0 0 0,0 1-1,0-1 1,0 1 0,0 0 0,0 0-1,0 1 1,0-1 0,0 1 0,-1 0-1,1 0 1,0 0 0,0 1-1,-1-1 1,1 1 0,-1 0 0,1 0-1,-1 0 1,0 0 0,0 0 0,0 1-1,0 0 1,0 0 0,0-1 0,-1 2-1,1-1 1,-1 0 0,0 0 0,0 1-1,0-1 1,-1 1 0,1-1-1,1 7 1,3 13-223,-1-1-1,-1 2 1,-1-1-1,-1 0 1,-1 28-1,1-14-500,-2-36 724,0 0 0,0 0 0,0 0 1,0 0-1,1-1 0,-1 1 0,1 0 0,-1 0 0,0 0 0,1 0 0,0 0 0,-1 0 0,1-1 1,-1 1-1,1 0 0,0 0 0,0-1 0,-1 1 0,1 0 0,0-1 0,0 1 0,0-1 0,0 1 1,0-1-1,-1 0 0,1 1 0,0-1 0,0 0 0,0 0 0,0 1 0,2-1 0,37 1 78,-24-2-19,3 1 9,-1 1 1,1 0-1,-1 2 1,1 0-1,23 7 1,-33-6-46,0 0 0,0 0 0,0 0 1,-1 1-1,1 1 0,-1-1 0,-1 1 0,1 1 0,-1 0 0,0 0 1,12 15-1,-10-9 38,0 1 0,-1-1 0,-1 2 0,0-1 0,-1 1 0,-1 0 0,0 0-1,-1 1 1,0-1 0,-2 1 0,0 0 0,0 0 0,-2 16 0,1-28 6,-1-1 0,-1 1 0,1-1-1,0 0 1,-1 1 0,0-1 0,0 0-1,0 0 1,0 0 0,0 1 0,-1-1-1,1 0 1,-1 0 0,0-1 0,0 1 0,0 0-1,0-1 1,0 1 0,-1-1 0,1 0-1,-1 1 1,1-1 0,-1 0 0,0-1-1,0 1 1,0 0 0,0-1 0,0 0 0,0 0-1,-1 0 1,1 0 0,0 0 0,-1-1-1,1 1 1,0-1 0,-1 0 0,1 0-1,0 0 1,-1 0 0,1-1 0,0 1 0,-1-1-1,1 0 1,0 0 0,0 0 0,0-1-1,-1 1 1,1-1 0,1 1 0,-1-1-1,0 0 1,0 0 0,1 0 0,-4-4 0,0-2-49,0-1 1,1 1 0,0-1 0,0 0-1,1 0 1,0-1 0,0 1 0,1-1 0,1 0-1,-3-20 1,1-7-344,3-62 0,1 58-327,9-171-6898,-9 142 2124</inkml:trace>
</inkml:ink>
</file>

<file path=ppt/ink/ink3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47.293"/>
    </inkml:context>
    <inkml:brush xml:id="br0">
      <inkml:brushProperty name="width" value="0.025" units="cm"/>
      <inkml:brushProperty name="height" value="0.025" units="cm"/>
    </inkml:brush>
  </inkml:definitions>
  <inkml:trace contextRef="#ctx0" brushRef="#br0">1 35 16496,'0'0'2882,"63"-35"-2433,-7 43 896,10 22-384,10 14-128,2 21-257,1 14-31,-6 18-321,-7 19-192,-10 10 0,-13 10-96,-13 4 128,-14 0-1185,-14-13-1634,-20-21-4419</inkml:trace>
</inkml:ink>
</file>

<file path=ppt/ink/ink3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49.935"/>
    </inkml:context>
    <inkml:brush xml:id="br0">
      <inkml:brushProperty name="width" value="0.025" units="cm"/>
      <inkml:brushProperty name="height" value="0.025" units="cm"/>
    </inkml:brush>
  </inkml:definitions>
  <inkml:trace contextRef="#ctx0" brushRef="#br0">87 51 4644,'0'0'6129,"-7"4"-5259,0 0-934,1 0 513,0 0 0,1-1 0,-1 1 0,0-2 0,-1 1 0,1-1 0,0 0 0,-1 0 0,-10 1 0,18-20 1382,2 13-1781,1 0 1,-1 1-1,1 0 1,0 0-1,-1 0 0,1 0 1,1 0-1,-1 1 1,0 0-1,9-4 1,51-15 563,-61 20-561,48-12 331</inkml:trace>
</inkml:ink>
</file>

<file path=ppt/ink/ink3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51.220"/>
    </inkml:context>
    <inkml:brush xml:id="br0">
      <inkml:brushProperty name="width" value="0.025" units="cm"/>
      <inkml:brushProperty name="height" value="0.025" units="cm"/>
    </inkml:brush>
  </inkml:definitions>
  <inkml:trace contextRef="#ctx0" brushRef="#br0">15 158 4068,'-1'0'176,"1"0"0,-1 0 0,0 0 0,1 0 0,-1 0-1,1-1 1,-1 1 0,1 0 0,-1 0 0,0 0 0,1-1 0,-1 1 0,1 0 0,-1-1 0,1 1 0,-1 0 0,1-1 0,-1 1 0,1-1 0,0 1-1,-1-1 1,1 1 0,0 0 0,-1-1 0,1 0 0,0 1 0,-1-1 0,1 1 0,0-1 0,0 0 0,0-25 1800,17-23-598,-14 44-1292,0 0 0,0 0 0,1 0 0,0 1 0,0-1 0,0 1 0,1 0 0,0 0 0,-1 0 0,1 1 0,1-1 0,-1 1 0,0 1 0,1-1 0,-1 1 0,1 0 0,0 0 0,0 0 0,0 1 0,0 0 0,0 0 0,0 1 0,0 0 0,0 0 0,0 0 0,0 0 0,0 1 0,0 0 0,0 1 0,0-1 0,-1 1 0,1 0 0,0 0 0,-1 1 0,1 0 0,-1 0 0,0 0 0,0 1 0,0-1 0,-1 1 0,1 0 0,-1 1 0,0-1 0,0 1 1,0 0-1,-1 0 0,0 0 0,0 0 0,0 0 0,0 1 0,-1 0 0,0-1 0,2 11 0,-2-6-56,0 1 0,-1-1 0,-1 0 0,0 0 0,0 1 0,-1-1 0,0 0 0,-1 0 0,0 0 0,-1 0 0,0 0 0,0 0 0,-1 0 0,-7 10 0,4-6-2,-1-2 0,-1 1 0,0-1 1,-1-1-1,0 1 0,-1-2 0,0 1 0,0-2 0,-16 11 0,11-12 16,12-12 106,5 2-140,0 0 1,0 0-1,0 0 1,0 0-1,1 0 1,-1 0 0,1 0-1,-1 0 1,1 0-1,0 1 1,2-2-1,10-9-5,0 2 0,1 0 0,1 1 0,0 0 0,0 2 1,0 0-1,1 0 0,0 1 0,20-3 0,-29 7 4,0 1 0,0 0 0,0 0 0,0 0-1,0 1 1,0 0 0,0 1 0,0 0 0,0 0 0,0 1 0,0 0 0,0 0 0,0 1 0,-1 0 0,1 1 0,-1-1 0,0 1 0,0 1 0,0-1 0,-1 1 0,1 0 0,6 7-1,18 31 238,-2 5 90</inkml:trace>
</inkml:ink>
</file>

<file path=ppt/ink/ink3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52.343"/>
    </inkml:context>
    <inkml:brush xml:id="br0">
      <inkml:brushProperty name="width" value="0.025" units="cm"/>
      <inkml:brushProperty name="height" value="0.025" units="cm"/>
    </inkml:brush>
  </inkml:definitions>
  <inkml:trace contextRef="#ctx0" brushRef="#br0">0 69 4740,'0'0'6353,"9"-1"-5659,23-6-140,48-15 0,45-11 247,-113 31-778,0 0-1,0 1 1,0 0 0,0 1 0,0 1 0,0-1 0,0 2-1,14 3 1,-19-3-17,-1 1 0,1 0 1,-1 0-1,1 0 0,-1 1 0,0 0 0,0 0 0,-1 1 0,1-1 1,-1 1-1,0 0 0,0 1 0,4 6 0,-2-1 62,0-1 0,-1 1 0,0 0-1,-1 1 1,0 0 0,5 21 0,0 13 268</inkml:trace>
</inkml:ink>
</file>

<file path=ppt/ink/ink3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53.469"/>
    </inkml:context>
    <inkml:brush xml:id="br0">
      <inkml:brushProperty name="width" value="0.025" units="cm"/>
      <inkml:brushProperty name="height" value="0.025" units="cm"/>
    </inkml:brush>
  </inkml:definitions>
  <inkml:trace contextRef="#ctx0" brushRef="#br0">43 1 1345,'0'0'577,"-43"21"-1282</inkml:trace>
</inkml:ink>
</file>

<file path=ppt/ink/ink3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54.062"/>
    </inkml:context>
    <inkml:brush xml:id="br0">
      <inkml:brushProperty name="width" value="0.025" units="cm"/>
      <inkml:brushProperty name="height" value="0.025" units="cm"/>
    </inkml:brush>
  </inkml:definitions>
  <inkml:trace contextRef="#ctx0" brushRef="#br0">30 148 1409,'0'0'5349,"-4"2"-4681,-21 10 4163,28-13-4634,0 0 0,0 0 0,0 0 0,0 0 0,-1-1 0,1 1-1,0-1 1,0 0 0,-1 1 0,1-1 0,-1-1 0,3-1 0,3-3 110,3 1-219,-1 0 0,1 0 1,0 1-1,1 0 0,-1 1 1,1 0-1,0 1 0,0 0 1,0 1-1,0 1 0,19-1 1,-23 2-42,1 1 1,0 0-1,0 0 1,0 1-1,-1 0 1,1 0 0,-1 1-1,0 1 1,0-1-1,0 1 1,0 0-1,0 1 1,-1 0-1,0 0 1,0 1 0,9 9-1,-2 1 43,0 1 0,-1 0 0,-1 1 0,-1 0 0,0 1 0,-1 0 1,-2 1-1,0 0 0,-1 1 0,0-1 0,4 35 0,-2 11 354,-3 0 0,-4 95 0,-3-141-380,0 0-1,-2-1 1,0 1-1,-10 31 1,10-40-41,-2 1 0,1-1-1,-1 0 1,-1 0 0,0-1 0,0 0 0,-1 0-1,-14 16 1,19-24-16,1-1-1,0 0 1,0 1-1,-1-1 1,1 0 0,-1 1-1,1-1 1,-1 0-1,1 0 1,-1 0-1,0 0 1,1-1 0,-1 1-1,0 0 1,0-1-1,0 1 1,1-1-1,-1 0 1,0 1 0,0-1-1,0 0 1,0 0-1,0 0 1,-3-1-1,3 0 3,0 0 0,0-1 0,0 1-1,1-1 1,-1 1 0,0-1-1,1 0 1,-1 1 0,1-1-1,-1 0 1,1 0 0,0 0 0,0 0-1,0 0 1,0-1 0,-1-2-1,-3-10 17,1 1 1,1-1-1,1 0 0,-2-27 0,5 15-26,0 0 1,2-1-1,1 1 1,1 0-1,1 1 1,1-1-1,2 1 1,1 1-1,0 0 1,2 0-1,28-43 1,3 7-99,3 2 1,3 1-1,60-55 1,-45 45-2040,-27 19-2680,-4-12-7135</inkml:trace>
</inkml:ink>
</file>

<file path=ppt/ink/ink3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58.283"/>
    </inkml:context>
    <inkml:brush xml:id="br0">
      <inkml:brushProperty name="width" value="0.025" units="cm"/>
      <inkml:brushProperty name="height" value="0.025" units="cm"/>
    </inkml:brush>
  </inkml:definitions>
  <inkml:trace contextRef="#ctx0" brushRef="#br0">1 266 8712,'0'0'175,"0"-1"-1,0 1 1,0-1 0,0 1-1,0-1 1,0 1-1,0-1 1,0 1-1,0-1 1,0 1 0,0-1-1,0 1 1,1-1-1,-1 1 1,0-1 0,0 1-1,1-1 1,-1 1-1,0 0 1,0-1-1,1 1 1,-1-1 0,0 1-1,1 0 1,-1-1-1,1 1 1,-1 0 0,0 0-1,1-1 1,-1 1-1,1 0 1,0-1-1,19-18 259,-18 17-141,35-35 308,3 2 0,1 2 0,1 1 1,82-45-1,-120 74-581,0 1 0,0 0 1,0 0-1,0 0 1,1 1-1,-1 0 1,1 0-1,-1 0 1,1 0-1,0 1 0,-1-1 1,1 1-1,5 1 1,-9 2 29,0 0 1,0 0-1,0 0 1,0 0-1,-1 0 1,1 0-1,-1 0 0,0 1 1,0-1-1,0 0 1,0 0-1,-2 7 1,2-3 54,-3 30 337,-13 59 0,1-7-20,-4 349 743,22-434-712,5-11-164,10-18-59,-13 17-216,19-20-31,1 1 1,1 1-1,1 1 1,1 1-1,1 1 1,1 2-1,1 1 1,1 1 0,0 2-1,57-21 1,-86 37-301,-1 1 12,-1-1 0,0 1 0,1-1 1,-1 1-1,0-1 0,0 0 0,1 1 1,-1-1-1,0 0 0,0 0 0,0 0 0,0 0 1,0 0-1,0 0 0,1-2 0,1-9-6324</inkml:trace>
</inkml:ink>
</file>

<file path=ppt/ink/ink3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0:50.802"/>
    </inkml:context>
    <inkml:brush xml:id="br0">
      <inkml:brushProperty name="width" value="0.025" units="cm"/>
      <inkml:brushProperty name="height" value="0.025" units="cm"/>
    </inkml:brush>
  </inkml:definitions>
  <inkml:trace contextRef="#ctx0" brushRef="#br0">0 37 2883,'6'-15'1843,"5"-6"3027,-11 21-4802,1 0 0,0 0 0,0 0 0,0 0 0,0 0 0,-1 0 0,1 0 0,0 0 0,0 0-1,0 0 1,0 1 0,-1-1 0,1 0 0,0 1 0,0-1 0,-1 0 0,1 1 0,0-1 0,-1 1 0,1-1 0,0 1-1,-1-1 1,1 1 0,-1 0 0,1-1 0,-1 1 0,1 0 0,-1-1 0,1 1 0,0 1 0,0 1 329,0 1 0,1-1 0,-1 1 0,0 0 0,-1-1 0,1 1 0,-1 0 0,1-1 1,-1 1-1,0 0 0,0 0 0,-1-1 0,1 1 0,-1 0 0,0 0 0,0-1 0,0 1 0,-1-1 1,-2 6-1,-4 21-673,-7 103 1376,6-1 0,8 136 1,2-133-922,8 1070 1156,-9-1205-1438,0 1 0,0-1 0,0 1 1,1-1-1,-1 1 0,0-1 0,1 1 0,-1-1 0,0 1 1,1-1-1,-1 1 0,1-1 0,-1 0 0,0 1 0,1-1 1,-1 0-1,1 1 0,-1-1 0,1 0 0,-1 0 0,1 1 1,0-1-1,-1 0 0,1 0 0,-1 0 0,1 0 0,-1 0 1,1 0-1,0 0 0,-1 0 0,1 0 0,-1 0 1,1 0-1,-1 0 0,1 0 0,0 0 0,-1-1 0,1 1 1,-1 0-1,1 0 0,-1-1 0,1 1 0,-1 0 0,1-1 1,-1 1-1,0 0 0,1-1 0,-1 1 0,1-1 0,-1 1 1,0-1-1,1 1 0,-1-1 0,0 1 0,0-1 0,1 1 1,-1-1-1,0 1 0,0-1 0,0 0 0,3-19-5187</inkml:trace>
</inkml:ink>
</file>

<file path=ppt/ink/ink3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0:51.190"/>
    </inkml:context>
    <inkml:brush xml:id="br0">
      <inkml:brushProperty name="width" value="0.025" units="cm"/>
      <inkml:brushProperty name="height" value="0.025" units="cm"/>
    </inkml:brush>
  </inkml:definitions>
  <inkml:trace contextRef="#ctx0" brushRef="#br0">505 1 7623,'0'0'4938,"-10"8"-3571,-46 46 939,-89 106-1,9-5-2069,27-33-733,67-67-5679,36-45-1410</inkml:trace>
</inkml:ink>
</file>

<file path=ppt/ink/ink3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0:51.438"/>
    </inkml:context>
    <inkml:brush xml:id="br0">
      <inkml:brushProperty name="width" value="0.025" units="cm"/>
      <inkml:brushProperty name="height" value="0.025" units="cm"/>
    </inkml:brush>
  </inkml:definitions>
  <inkml:trace contextRef="#ctx0" brushRef="#br0">454 0 14029,'0'0'3972,"-46"59"-2563,11-20-608,-5 8-417,-6 7-255,-1 4-97,-2 1 0,3-2-32,0-5-64,9-6-737,7-11-544,9-7-833,11-10-481,10-13-3779</inkml:trace>
</inkml:ink>
</file>

<file path=ppt/ink/ink3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0:51.675"/>
    </inkml:context>
    <inkml:brush xml:id="br0">
      <inkml:brushProperty name="width" value="0.025" units="cm"/>
      <inkml:brushProperty name="height" value="0.025" units="cm"/>
    </inkml:brush>
  </inkml:definitions>
  <inkml:trace contextRef="#ctx0" brushRef="#br0">451 0 7911,'0'0'6940,"1"12"-4911,0-7-1857,0 1-1,-1-1 1,1 0 0,-1 1-1,-1-1 1,1 0 0,-1 1-1,0-1 1,0 0 0,0 0-1,-1 0 1,0 0 0,0 0-1,0 0 1,0 0 0,-1-1-1,0 1 1,-5 6 0,-382 445 938,387-452-1155,-2 2-173,0 0 1,0 1-1,0-1 1,1 1-1,-4 8 0,9-6-2456,9-12-1143,14-13-3539</inkml:trace>
</inkml:ink>
</file>

<file path=ppt/ink/ink3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0:51.877"/>
    </inkml:context>
    <inkml:brush xml:id="br0">
      <inkml:brushProperty name="width" value="0.025" units="cm"/>
      <inkml:brushProperty name="height" value="0.025" units="cm"/>
    </inkml:brush>
  </inkml:definitions>
  <inkml:trace contextRef="#ctx0" brushRef="#br0">308 1 13389,'0'0'3907,"-20"67"-2017,-7-28-641,-8 8-832,-3 3 63,-6 3-352,4-1-96,0-3-32,9-8 0,9-10-128,11-9-865,11-14-1025,3-8-2178,18-21-6374</inkml:trace>
</inkml:ink>
</file>

<file path=ppt/ink/ink3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0:52.344"/>
    </inkml:context>
    <inkml:brush xml:id="br0">
      <inkml:brushProperty name="width" value="0.025" units="cm"/>
      <inkml:brushProperty name="height" value="0.025" units="cm"/>
    </inkml:brush>
  </inkml:definitions>
  <inkml:trace contextRef="#ctx0" brushRef="#br0">0 1 15086,'0'0'353,"24"57"-225,-3-12 512,7 10 706,2 9-514,1 7-319,0 3-193,-4 0-256,-2-3 0,-3-7 0,-5-10-32,-4-11-64,-3-8-32,-6-10-993,-4-9-1825,0-10-1603</inkml:trace>
</inkml:ink>
</file>

<file path=ppt/ink/ink3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0:52.594"/>
    </inkml:context>
    <inkml:brush xml:id="br0">
      <inkml:brushProperty name="width" value="0.025" units="cm"/>
      <inkml:brushProperty name="height" value="0.025" units="cm"/>
    </inkml:brush>
  </inkml:definitions>
  <inkml:trace contextRef="#ctx0" brushRef="#br0">4 126 12043,'-1'-11'214,"0"0"-317,0 2 405,0 0-1,1 1 1,0-1-1,2-13 1,-2 19-222,1 1-1,-1 0 1,1 0 0,-1 0-1,1 0 1,0 0 0,0 0-1,0 0 1,0 0-1,0 1 1,0-1 0,0 0-1,1 0 1,-1 1 0,0-1-1,1 1 1,0-1 0,-1 1-1,1 0 1,0 0-1,0-1 1,0 1 0,0 1-1,-1-1 1,1 0 0,4-1-1,1 1-33,1 0 0,0 1 0,0 0 0,-1 0 0,1 1 0,0 0 0,0 0 0,-1 1 0,1 0 0,-1 0 0,1 0 0,-1 1 0,0 0 0,0 1 0,0 0 0,-1 0 0,1 0 0,-1 1 0,0 0 0,0 0 0,-1 1 0,1-1 0,5 10 0,-5-9-40,-1 1 0,1 1 0,-2-1 0,1 1 0,-1-1 0,-1 1 0,1 0 0,-1 1-1,0-1 1,-1 1 0,0-1 0,-1 1 0,0 0 0,0-1 0,0 1 0,-1 0 0,-1 0-1,1-1 1,-2 1 0,-3 16 0,3-19-65,-1-1 0,0 1 1,0-1-1,-1 1 0,1-1 0,-1 0 0,0 0 0,-1 0 0,1-1 1,-1 1-1,0-1 0,0 0 0,-8 4 0,7-4-477,0-1 0,0 0-1,-1 0 1,1-1 0,-1 0-1,0 0 1,-9 2 0,-14-3-3959</inkml:trace>
</inkml:ink>
</file>

<file path=ppt/ink/ink3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0:52.864"/>
    </inkml:context>
    <inkml:brush xml:id="br0">
      <inkml:brushProperty name="width" value="0.025" units="cm"/>
      <inkml:brushProperty name="height" value="0.025" units="cm"/>
    </inkml:brush>
  </inkml:definitions>
  <inkml:trace contextRef="#ctx0" brushRef="#br0">217 1 12684,'-12'4'224,"0"2"151,-1-1 0,1 2-1,0-1 1,0 2-1,1-1 1,0 2 0,1 0-1,0 0 1,0 0 0,-15 20-1,16-16-65,1 1 0,0 0-1,1 0 1,1 1-1,0-1 1,1 1 0,0 1-1,2-1 1,0 1-1,0-1 1,0 26 0,3-21-157,1 0 0,1 0 0,1 0 0,1 0 0,0 0 0,2-1 0,0 0 0,13 28 0,-8-24-223,1-1 1,1 0-1,1-1 0,1-1 0,0 0 1,2-1-1,0-1 0,1-1 0,1 0 1,1-1-1,0-1 0,1-1 0,0-1 1,1-1-1,28 11 0,-38-18-940,0-1-1,1-1 0,0 0 1,0-1-1,23 1 0,2-3-6616</inkml:trace>
</inkml:ink>
</file>

<file path=ppt/ink/ink3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0:53.783"/>
    </inkml:context>
    <inkml:brush xml:id="br0">
      <inkml:brushProperty name="width" value="0.025" units="cm"/>
      <inkml:brushProperty name="height" value="0.025" units="cm"/>
    </inkml:brush>
  </inkml:definitions>
  <inkml:trace contextRef="#ctx0" brushRef="#br0">0 5 14958,'0'0'2189,"10"1"-1751,38 2 268,82-7 1,-16 0-492,-112 4-178,-1 0-1,1 0 1,0 0 0,-1 0-1,1 1 1,-1-1 0,1 0-1,-1 1 1,1-1 0,-1 1-1,1 0 1,-1-1 0,0 1-1,1 0 1,-1 0 0,0 0-1,0 0 1,1 0 0,-1 0-1,0 0 1,0 1 0,0-1-1,0 0 1,-1 0 0,1 1-1,0-1 1,0 1 0,-1-1-1,1 1 1,-1-1 0,0 1-1,1-1 1,-1 1 0,0-1-1,0 1 1,0-1 0,0 1-1,0 0 1,0-1 0,0 1 0,0-1-1,-1 1 1,1-1 0,-2 3-1,0 9 225,-1-1-1,-1-1 0,0 1 1,-9 16-1,-48 83 408,39-76-706,2 1-1,2 0 0,1 2 1,-14 46-1,31-82-322,-4 18 87,4-11-1962,6-7-4224,7-7-3326</inkml:trace>
</inkml:ink>
</file>

<file path=ppt/ink/ink3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0:54.951"/>
    </inkml:context>
    <inkml:brush xml:id="br0">
      <inkml:brushProperty name="width" value="0.025" units="cm"/>
      <inkml:brushProperty name="height" value="0.025" units="cm"/>
    </inkml:brush>
  </inkml:definitions>
  <inkml:trace contextRef="#ctx0" brushRef="#br0">0 1 14542,'0'0'3107,"61"1"-2082,-26 33 64,5 12-96,-3 14-257,-4 11-223,-8 6-129,-10 7-128,-10 5-159,-5 7-97,-11-1 32,-14-1-97,-8-2-1280,-9-10-1954,-9-15-6790</inkml:trace>
</inkml:ink>
</file>

<file path=ppt/ink/ink3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0:55.509"/>
    </inkml:context>
    <inkml:brush xml:id="br0">
      <inkml:brushProperty name="width" value="0.025" units="cm"/>
      <inkml:brushProperty name="height" value="0.025" units="cm"/>
    </inkml:brush>
  </inkml:definitions>
  <inkml:trace contextRef="#ctx0" brushRef="#br0">1 185 12364,'0'0'3555,"48"-50"-2274,-17 31-192,8-2-320,2-1-449,3-1-192,-3 4-63,-3 4-65,-9 3 32,-3 8-225,-11 4-1632,-10 0-1282,-5 7-2691</inkml:trace>
</inkml:ink>
</file>

<file path=ppt/ink/ink3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0:55.681"/>
    </inkml:context>
    <inkml:brush xml:id="br0">
      <inkml:brushProperty name="width" value="0.025" units="cm"/>
      <inkml:brushProperty name="height" value="0.025" units="cm"/>
    </inkml:brush>
  </inkml:definitions>
  <inkml:trace contextRef="#ctx0" brushRef="#br0">0 288 11659,'0'0'448,"47"-9"1090,-5-17 288,8-9-321,7-8-576,4-1-609,-2 3-224,-5 5-64,-12 7-160,-12 5-4068</inkml:trace>
</inkml:ink>
</file>

<file path=ppt/ink/ink3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0:56.571"/>
    </inkml:context>
    <inkml:brush xml:id="br0">
      <inkml:brushProperty name="width" value="0.025" units="cm"/>
      <inkml:brushProperty name="height" value="0.025" units="cm"/>
    </inkml:brush>
  </inkml:definitions>
  <inkml:trace contextRef="#ctx0" brushRef="#br0">0 278 3395,'0'0'12364,"10"-4"-11809,224-87 2963,-134 56-3152,176-38-1,93 0-236,-362 72-2149,-17 1-5708,3 0 3158</inkml:trace>
</inkml:ink>
</file>

<file path=ppt/ink/ink3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0:56.899"/>
    </inkml:context>
    <inkml:brush xml:id="br0">
      <inkml:brushProperty name="width" value="0.025" units="cm"/>
      <inkml:brushProperty name="height" value="0.025" units="cm"/>
    </inkml:brush>
  </inkml:definitions>
  <inkml:trace contextRef="#ctx0" brushRef="#br0">0 3 6438,'0'0'11349,"13"-3"-9950,11 8-1123,0 1-1,-1 1 1,1 1-1,23 12 1,-36-16-218,-2 0-34,1 0 0,-1 0-1,-1 1 1,1 0 0,-1 1-1,0 0 1,11 10 0,-17-14-20,0 0 1,0 0-1,0 1 1,-1-1-1,1 1 1,-1-1-1,1 1 1,-1-1-1,0 1 1,0 0 0,0 0-1,-1-1 1,1 1-1,0 0 1,-1 0-1,0 0 1,0 0-1,0 0 1,0 0-1,0 0 1,0-1-1,-1 1 1,0 0 0,1 0-1,-1 0 1,0-1-1,0 1 1,-1 0-1,-2 4 1,-14 19-78,0-2 0,-2 0 1,-1-1-1,-31 26 0,12-10-1971,19-20-1255,5-7-1180</inkml:trace>
</inkml:ink>
</file>

<file path=ppt/ink/ink3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0:57.416"/>
    </inkml:context>
    <inkml:brush xml:id="br0">
      <inkml:brushProperty name="width" value="0.025" units="cm"/>
      <inkml:brushProperty name="height" value="0.025" units="cm"/>
    </inkml:brush>
  </inkml:definitions>
  <inkml:trace contextRef="#ctx0" brushRef="#br0">465 1 10602,'0'0'3283,"-2"12"-1644,-8 27-738,-2 1-1,-2-1 1,-1-1-1,-2 0 1,-34 56-1,41-77-896,-1-1 0,-1 0 0,0-1 0,-1 0-1,0-1 1,-2-1 0,1 0 0,-2-1 0,1 0 0,-2-1 0,1-1 0,-2-1-1,1 0 1,-31 9 0,43-16-2,0-1 1,0 1-1,0-2 0,0 1 0,-1 0 0,1-1 1,0 0-1,0 0 0,-1-1 0,1 1 0,-9-3 0,12 2-1,0 0 0,1 0-1,-1 0 1,0 0-1,1 0 1,0-1 0,-1 1-1,1 0 1,0-1-1,-1 1 1,1 0 0,0-1-1,0 0 1,0 1-1,0-1 1,1 0-1,-1 1 1,0-1 0,1 0-1,-1 0 1,1 1-1,0-1 1,-1 0 0,1 0-1,0 0 1,0 0-1,0 0 1,0 1 0,1-1-1,-1 0 1,0 0-1,1 0 1,0 0-1,-1 1 1,1-1 0,1-1-1,0-4 1,1 1-1,0 1 1,0-1-1,0 0 1,1 1-1,0 0 1,0 0-1,1 0 1,-1 0-1,1 1 1,0-1-1,0 1 1,1 0-1,-1 1 1,1 0-1,0 0 1,0 0-1,0 0 0,0 1 1,0 0-1,7-2 1,0 1-1,0 0 0,1 1 0,-1 0 0,0 1 0,1 0 0,-1 1 0,0 1 0,1 0 0,21 4 0,-19 1 59,1 1 0,-1 0 0,29 18 0,34 14-695,-73-37-12,1 1 0,-1-2 1,1 1-1,0-1 0,13 1 0,-5-2-3937</inkml:trace>
</inkml:ink>
</file>

<file path=ppt/ink/ink3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0:58.349"/>
    </inkml:context>
    <inkml:brush xml:id="br0">
      <inkml:brushProperty name="width" value="0.025" units="cm"/>
      <inkml:brushProperty name="height" value="0.025" units="cm"/>
    </inkml:brush>
  </inkml:definitions>
  <inkml:trace contextRef="#ctx0" brushRef="#br0">438 1 10794,'0'0'2926,"-2"7"-2387,-64 188 4569,23-97-4397,-54 92-1,92-183-708,-12 25 26,-43 55 0,56-81-26,-1 0 1,0 0-1,0 0 0,-1-1 1,0 0-1,1 0 1,-2-1-1,1 1 0,0-1 1,-1-1-1,0 1 0,0-1 1,0 0-1,0-1 0,-14 3 1,20-5-2,-1 0 0,1 0 0,-1 0-1,0-1 1,1 1 0,-1-1 0,1 1 0,-1-1 0,1 0 0,-1 0 0,1 0 0,0 1 0,-1-1 0,1 0-1,0-1 1,0 1 0,0 0 0,0 0 0,0 0 0,0-1 0,0 1 0,0 0 0,0-1 0,0 1 0,1-1 0,-1 1-1,1-1 1,-1 1 0,1-1 0,0 0 0,-1 1 0,1-1 0,0 1 0,0-4 0,-1-5 5,1 1 1,0-1-1,0 0 0,3-18 1,-1 18-6,0 1 0,1 0 1,0 0-1,1 0 0,-1 0 1,2 0-1,-1 1 0,1 0 1,1 0-1,-1 0 0,1 0 1,1 1-1,-1 0 0,1 1 1,0-1-1,1 1 0,0 0 1,0 1-1,0 0 0,0 0 1,1 1-1,0 0 0,12-3 1,-6 2 3,1 2 0,-1 0 0,1 0 0,0 2 0,0 0 0,0 0 0,0 2-1,0 0 1,-1 1 0,1 0 0,0 1 0,-1 1 0,22 8 0,-16-3-58,-7-3-567,1-1-1,-1 0 0,30 6 1,-16-10-4217</inkml:trace>
</inkml:ink>
</file>

<file path=ppt/ink/ink3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01.522"/>
    </inkml:context>
    <inkml:brush xml:id="br0">
      <inkml:brushProperty name="width" value="0.025" units="cm"/>
      <inkml:brushProperty name="height" value="0.025" units="cm"/>
    </inkml:brush>
  </inkml:definitions>
  <inkml:trace contextRef="#ctx0" brushRef="#br0">0 303 3972,'0'0'3197,"1"-9"-2075,0-13-539,0 1 1741,1 0 1,6-31-1,7 15-2444,-11 29 197,7-11-25,0 0 1,1 1-1,15-17 0,-24 31-28,0 1-1,0 0 0,0-1 1,0 1-1,1 1 1,-1-1-1,1 0 0,0 1 1,-1 0-1,1 0 0,0 0 1,1 0-1,-1 0 1,0 1-1,0 0 0,1 0 1,-1 0-1,1 1 0,-1-1 1,1 1-1,5 0 1,-6 2 6,-1-1 1,1 0 0,-1 1-1,0 0 1,0 0 0,0 0 0,0 0-1,0 0 1,0 0 0,-1 1-1,1 0 1,-1-1 0,0 1 0,1 0-1,-1 0 1,-1 0 0,1 0-1,0 1 1,-1-1 0,1 0-1,0 6 1,3 5 110,-1 1 0,0-1-1,2 29 1,-3-17-35,-2 1 0,-1-1 0,-1 0 0,-7 42 0,5-56-83,0 1 0,0-1 0,-2 1 0,1-1 0,-1 0 0,-1-1 0,0 1 0,-1-1 0,0 0 0,-1-1 0,-11 13 0,19-22-19,0 0 0,-1-1 0,1 1 0,-1 0 0,1-1 0,-1 1 0,1 0 0,-1-1-1,0 1 1,1-1 0,-1 1 0,1-1 0,-1 1 0,0-1 0,0 0 0,1 1 0,-1-1 0,0 0 0,0 1-1,1-1 1,-1 0 0,0 0 0,0 0 0,0 0 0,1 0 0,-1 0 0,0 0 0,0 0 0,0 0 0,1 0-1,-2-1 1,1 0 10,0 0 0,1 0 0,-1-1 0,0 1 0,1 0 0,0-1 0,-1 1 0,1-1 0,0 1 0,0 0 0,-1-1 0,1 1 0,0-1 0,0 1 0,1-3 0,0-3 30,0-1 0,0 0 0,0 1 0,1-1 0,1 1 0,2-8 0,-3 12-45,-1 0-1,1 1 1,0-1 0,0 0-1,0 1 1,0 0 0,0-1 0,1 1-1,-1 0 1,1 0 0,-1 0-1,1 1 1,0-1 0,0 1 0,0-1-1,0 1 1,0 0 0,0 0-1,0 0 1,0 0 0,0 1 0,0-1-1,0 1 1,1 0 0,-1 0-1,0 0 1,0 0 0,4 1-1,-2 1 0,0 0 0,0 1-1,1-1 1,-2 1 0,1 0-1,0 0 1,-1 1 0,1-1-1,-1 1 1,0 0 0,0 0-1,0 1 1,-1-1 0,1 1-1,2 5 1,9 18 30,-1 1-1,-2 0 0,-1 1 1,-1 1-1,-1 0 1,-2 0-1,-1 0 1,-2 1-1,0 0 1,-3 0-1,0 0 1,-3 0-1,-4 35 0,4-56 117,0-1 0,-1 0 0,0 0 0,0 0-1,-9 18 1,10-25-89,1 0-1,-1-1 0,1 1 1,-1 0-1,0-1 0,0 0 1,0 1-1,-1-1 0,1 0 1,0 0-1,-1 0 1,1 0-1,-1 0 0,0-1 1,0 1-1,0-1 0,1 0 1,-1 0-1,0 0 0,0 0 1,-1 0-1,1-1 0,-4 1 1,6-1-42,-1 0 1,1-1 0,-1 1-1,0-1 1,1 1-1,-1-1 1,1 0 0,-1 1-1,1-1 1,0 0-1,-1 0 1,1 0-1,0 0 1,-1 0 0,1 0-1,0-1 1,0 1-1,0 0 1,0-1 0,0 1-1,0 0 1,1-1-1,-1 1 1,0-1 0,1 1-1,-1-1 1,1 0-1,0 1 1,-1-4-1,-5-54 148,6 55-153,0-9 4,0 0-1,1 0 1,1 0-1,0 0 1,0 0-1,2 1 0,0-1 1,0 1-1,1-1 1,0 1-1,1 1 0,1-1 1,0 1-1,16-20 1,-4 11-117,1 0 1,0 1-1,2 1 1,0 2-1,1 0 0,25-14 1,8-4-3702,-5 1-4949</inkml:trace>
</inkml:ink>
</file>

<file path=ppt/ink/ink3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06.317"/>
    </inkml:context>
    <inkml:brush xml:id="br0">
      <inkml:brushProperty name="width" value="0.025" units="cm"/>
      <inkml:brushProperty name="height" value="0.025" units="cm"/>
    </inkml:brush>
  </inkml:definitions>
  <inkml:trace contextRef="#ctx0" brushRef="#br0">31 45 288,'0'0'5029,"-22"-45"-4965,19 45-64,2 0-64,-4 3-1121</inkml:trace>
</inkml:ink>
</file>

<file path=ppt/ink/ink3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29.274"/>
    </inkml:context>
    <inkml:brush xml:id="br0">
      <inkml:brushProperty name="width" value="0.025" units="cm"/>
      <inkml:brushProperty name="height" value="0.025" units="cm"/>
    </inkml:brush>
  </inkml:definitions>
  <inkml:trace contextRef="#ctx0" brushRef="#br0">1 0 8104,'0'0'-385,"26"46"738,-8-18 351,10 10 866,6 10-769,6 7-321,2 6-320,-1 1 64,0-1-160,-4-6 0,1-9-31,-7-9-1,-6-13-64,-5-11-993,-6-11-2018,-4-4-2338</inkml:trace>
</inkml:ink>
</file>

<file path=ppt/ink/ink3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29.490"/>
    </inkml:context>
    <inkml:brush xml:id="br0">
      <inkml:brushProperty name="width" value="0.025" units="cm"/>
      <inkml:brushProperty name="height" value="0.025" units="cm"/>
    </inkml:brush>
  </inkml:definitions>
  <inkml:trace contextRef="#ctx0" brushRef="#br0">423 0 15791,'0'0'416,"-59"70"-288,34-28 385,-2 9 320,-3 7-321,-8 5-352,-2 3-128,-3 2 0,0 1-32,3-4 0,7-9-128,9-6-897,9-16-1569,10-13-2723</inkml:trace>
</inkml:ink>
</file>

<file path=ppt/ink/ink3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29.723"/>
    </inkml:context>
    <inkml:brush xml:id="br0">
      <inkml:brushProperty name="width" value="0.025" units="cm"/>
      <inkml:brushProperty name="height" value="0.025" units="cm"/>
    </inkml:brush>
  </inkml:definitions>
  <inkml:trace contextRef="#ctx0" brushRef="#br0">0 0 15086,'0'0'2499,"19"49"-1987,-19-18-128,0 7-95,0 8-161,0 3-96,0 1 0,-1-3-64,1-4 32,0-7-705,0-12-1857,1-9-1762,4-12-1826</inkml:trace>
</inkml:ink>
</file>

<file path=ppt/ink/ink3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29.974"/>
    </inkml:context>
    <inkml:brush xml:id="br0">
      <inkml:brushProperty name="width" value="0.025" units="cm"/>
      <inkml:brushProperty name="height" value="0.025" units="cm"/>
    </inkml:brush>
  </inkml:definitions>
  <inkml:trace contextRef="#ctx0" brushRef="#br0">1 207 16207,'0'0'3716,"61"-31"-3620,-23 19 64,9 0-32,8-3-96,3-2-32,0-2-32,-1 0 0,-2-4-1377,-4-4-2147,-7-5-3266</inkml:trace>
</inkml:ink>
</file>

<file path=ppt/ink/ink3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0.564"/>
    </inkml:context>
    <inkml:brush xml:id="br0">
      <inkml:brushProperty name="width" value="0.025" units="cm"/>
      <inkml:brushProperty name="height" value="0.025" units="cm"/>
    </inkml:brush>
  </inkml:definitions>
  <inkml:trace contextRef="#ctx0" brushRef="#br0">19 0 15951,'0'0'1522,"0"10"-999,1 297 2862,0 18-3183,-13-378-111,4-294-416,9 236 709,-1 119-299,0 0 1,1 0 0,0 1-1,1-1 1,0 0 0,0 0 0,4 9-1,-4-14-89,-1 1-1,1-1 1,0 1 0,0-1-1,0 0 1,1 1-1,-1-1 1,1 0-1,0-1 1,0 1-1,0 0 1,0-1 0,0 0-1,1 1 1,-1-1-1,1-1 1,-1 1-1,1 0 1,0-1 0,7 2-1,-8-2-9,1-1-1,-1 0 0,1 1 1,-1-1-1,1-1 1,-1 1-1,0 0 1,1-1-1,-1 0 0,0 0 1,1 0-1,-1 0 1,0 0-1,0-1 1,0 1-1,0-1 0,0 0 1,0 0-1,0 0 1,-1 0-1,1 0 1,-1-1-1,1 1 0,-1-1 1,0 0-1,0 1 1,0-1-1,-1 0 1,1 0-1,1-4 0,1-3 82,0 0 0,0-1 0,-1 0 0,0 1-1,-1-1 1,0 0 0,-1 0 0,0-14 0,-2 32 21,0 0 1,0 0-1,0 1 0,1-1 1,0 0-1,1 7 1,3-1-40,1 0 1,0-1 0,1 0-1,0 0 1,1-1-1,0 0 1,1 0-1,16 18 1,-14-19-325,0 0 0,1 0 0,15 10 0,-20-15-507,1-1-1,0 0 0,0-1 0,1 1 0,-1-1 0,11 2 0,9-1-5127</inkml:trace>
</inkml:ink>
</file>

<file path=ppt/ink/ink3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0.735"/>
    </inkml:context>
    <inkml:brush xml:id="br0">
      <inkml:brushProperty name="width" value="0.025" units="cm"/>
      <inkml:brushProperty name="height" value="0.025" units="cm"/>
    </inkml:brush>
  </inkml:definitions>
  <inkml:trace contextRef="#ctx0" brushRef="#br0">8 1 17969,'0'0'1409,"-7"62"-1120,7-39 63,5 4-160,3 3-128,2 2-32,-4 0-96,1-6-2402,-4-5-3428</inkml:trace>
</inkml:ink>
</file>

<file path=ppt/ink/ink3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0.999"/>
    </inkml:context>
    <inkml:brush xml:id="br0">
      <inkml:brushProperty name="width" value="0.025" units="cm"/>
      <inkml:brushProperty name="height" value="0.025" units="cm"/>
    </inkml:brush>
  </inkml:definitions>
  <inkml:trace contextRef="#ctx0" brushRef="#br0">206 29 10858,'0'0'8841,"59"-29"-8713,-27 41-160,8 23 96,1 17 64,-2 17 288,-9 13 353,-11 12-385,-15 14 1,-6 6-129,-25 4-192,-13 5 0,-17-1-32,-10 0-256,-13-12-1346,-10-15-2017,-17-18-4933</inkml:trace>
</inkml:ink>
</file>

<file path=ppt/ink/ink3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1.293"/>
    </inkml:context>
    <inkml:brush xml:id="br0">
      <inkml:brushProperty name="width" value="0.025" units="cm"/>
      <inkml:brushProperty name="height" value="0.025" units="cm"/>
    </inkml:brush>
  </inkml:definitions>
  <inkml:trace contextRef="#ctx0" brushRef="#br0">224 1 17969,'0'0'224,"-67"26"609,34 17-481,-1 17 1,2 15 287,5 13 1,6 9-385,11 3-192,10 5-64,11 0 32,19-2-64,14-13 32,13-16-993,17-24-1153,12-29-1986,14-21-2274</inkml:trace>
</inkml:ink>
</file>

<file path=ppt/ink/ink3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1.669"/>
    </inkml:context>
    <inkml:brush xml:id="br0">
      <inkml:brushProperty name="width" value="0.025" units="cm"/>
      <inkml:brushProperty name="height" value="0.025" units="cm"/>
    </inkml:brush>
  </inkml:definitions>
  <inkml:trace contextRef="#ctx0" brushRef="#br0">8 58 16528,'0'0'416,"-2"-9"977,-3-24-90,5 32-1288,0 0 1,0 1-1,0-1 0,0 0 0,0 1 1,0-1-1,0 0 0,0 1 1,1-1-1,-1 1 0,0-1 1,1 1-1,-1-1 0,0 0 1,1 1-1,-1-1 0,0 1 1,1-1-1,-1 1 0,1 0 1,-1-1-1,1 1 0,-1-1 0,1 1 1,0 0-1,-1-1 0,1 1 1,-1 0-1,1 0 0,0 0 1,-1-1-1,1 1 0,0 0 1,-1 0-1,1 0 0,-1 0 1,1 0-1,0 0 0,0 0 0,23 3 126,-19-2-144,-1 1 0,0 0 0,0 0 0,0 0 1,0 0-1,0 1 0,0 0 0,-1 0 1,1 0-1,-1 0 0,0 0 0,0 0 0,0 1 1,0 0-1,-1 0 0,0 0 0,1 0 1,-1 0-1,-1 0 0,1 0 0,0 0 0,1 9 1,1 7-22,0-1 0,-1 1-1,1 37 1,-11 170-3744,7-227 3763,0 0 1,0 1 0,0-1-1,0 0 1,0 1 0,0-1-1,0 0 1,0 1 0,0-1 0,1 0-1,-1 1 1,0-1 0,0 0-1,0 1 1,0-1 0,1 0-1,-1 0 1,0 1 0,0-1-1,1 0 1,-1 0 0,0 1 0,0-1-1,1 0 1,-1 0 0,0 0-1,1 1 1,-1-1 0,0 0-1,1 0 1,-1 0 0,0 0 0,1 0-1,-1 0 1,0 0 0,1 0-1,18-3 26,17-13 198,-35 16-214,223-97 679,-126 65-4486,-59 20-6298</inkml:trace>
</inkml:ink>
</file>

<file path=ppt/ink/ink3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2.132"/>
    </inkml:context>
    <inkml:brush xml:id="br0">
      <inkml:brushProperty name="width" value="0.025" units="cm"/>
      <inkml:brushProperty name="height" value="0.025" units="cm"/>
    </inkml:brush>
  </inkml:definitions>
  <inkml:trace contextRef="#ctx0" brushRef="#br0">0 747 2466,'0'0'9962,"9"1"-8756,15 0-344,0 0 1,0-1-1,0-2 0,43-8 0,104-32 1272,-104 24-1564,1522-457 1641,-1119 327-2164,-334 104-3586,-116 34-1768</inkml:trace>
</inkml:ink>
</file>

<file path=ppt/ink/ink3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2.628"/>
    </inkml:context>
    <inkml:brush xml:id="br0">
      <inkml:brushProperty name="width" value="0.025" units="cm"/>
      <inkml:brushProperty name="height" value="0.025" units="cm"/>
    </inkml:brush>
  </inkml:definitions>
  <inkml:trace contextRef="#ctx0" brushRef="#br0">383 182 15375,'0'0'4836,"5"11"-4756,9 24 24,36 99 74,-45-118-171,-1 1 0,-1-1 0,0 1 0,-1 0 0,-1 0 0,-2 29 0,1-43-4,-1 0 1,0 1-1,0-1 0,0 0 1,0 1-1,0-1 0,-1 0 0,0 0 1,1 0-1,-1 0 0,0-1 1,-1 1-1,1 0 0,0-1 0,-1 0 1,1 1-1,-1-1 0,0 0 1,0 0-1,0 0 0,0-1 0,0 1 1,0-1-1,0 0 0,-1 0 1,1 0-1,0 0 0,-1 0 0,-4 0 1,-11 1 3,0 0 0,0-1-1,-38-3 1,49 1-5,-11-1-5,1 0 0,0-2-1,0 0 1,0-1 0,0-1-1,1 0 1,0-2 0,-26-14 0,36 17 4,-1 0 1,1 0-1,0-1 1,0 0-1,1 0 1,0-1-1,0 1 1,-9-16-1,12 17 5,1 0 0,-1 0-1,1 0 1,0 0 0,1-1-1,-1 1 1,1-1 0,0 1-1,0-1 1,1 1 0,0-1-1,0 0 1,0 1 0,1-1-1,1-6 1,1 3-3,0 1 0,0 0 0,1-1 1,1 2-1,-1-1 0,1 0 0,0 1 0,1 0 0,0 0 0,0 1 0,0 0 1,1 0-1,0 0 0,0 1 0,12-8 0,16-7-2,0 0 0,40-14 0,7 2-32,0 3-1,2 4 0,92-15 0,12 10-6764,-132 22-1650</inkml:trace>
</inkml:ink>
</file>

<file path=ppt/ink/ink3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2.830"/>
    </inkml:context>
    <inkml:brush xml:id="br0">
      <inkml:brushProperty name="width" value="0.025" units="cm"/>
      <inkml:brushProperty name="height" value="0.025" units="cm"/>
    </inkml:brush>
  </inkml:definitions>
  <inkml:trace contextRef="#ctx0" brushRef="#br0">3 0 15855,'0'0'2274,"-3"46"-2114,3-20 321,0 4 159,4 5-319,3 1-193,-1-1-96,-2-1-32,-2-2-32,1-6-321,-1-9-2081,1-10-833,2-7-3235</inkml:trace>
</inkml:ink>
</file>

<file path=ppt/ink/ink3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2.970"/>
    </inkml:context>
    <inkml:brush xml:id="br0">
      <inkml:brushProperty name="width" value="0.025" units="cm"/>
      <inkml:brushProperty name="height" value="0.025" units="cm"/>
    </inkml:brush>
  </inkml:definitions>
  <inkml:trace contextRef="#ctx0" brushRef="#br0">0 1 17040,'0'0'1634,"11"62"-1602,-5-28 288,1 5-32,0 1-160,1 0-96,0-2 0,-3-8-1857,-1-8-2724</inkml:trace>
</inkml:ink>
</file>

<file path=ppt/ink/ink3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09.040"/>
    </inkml:context>
    <inkml:brush xml:id="br0">
      <inkml:brushProperty name="width" value="0.025" units="cm"/>
      <inkml:brushProperty name="height" value="0.025" units="cm"/>
    </inkml:brush>
  </inkml:definitions>
  <inkml:trace contextRef="#ctx0" brushRef="#br0">1 1 128,'0'0'3043,"5"1"-3171,-5 6 96,0-1-705,0-3-1537</inkml:trace>
</inkml:ink>
</file>

<file path=ppt/ink/ink3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10.391"/>
    </inkml:context>
    <inkml:brush xml:id="br0">
      <inkml:brushProperty name="width" value="0.025" units="cm"/>
      <inkml:brushProperty name="height" value="0.025" units="cm"/>
    </inkml:brush>
  </inkml:definitions>
  <inkml:trace contextRef="#ctx0" brushRef="#br0">0 211 3651,'0'0'1842,"2"-8"-1399,2 1-369,-1 0 0,1 0 0,1 0 0,-1 0 0,1 1 0,1 0 0,-1 0 0,1 0 1,0 1-1,0-1 0,0 1 0,1 1 0,0-1 0,7-2 0,-2-1 129,27-17 812,47-22 0,-75 41-925,1 1 0,0 1 0,0 0 0,1 0 0,-1 2 0,1-1 0,-1 1 0,1 1 0,14 0 0,-27 2-89,1-1 0,0 1 0,-1-1 0,1 1-1,0-1 1,-1 1 0,1-1 0,-1 1 0,1 0 0,-1-1-1,0 1 1,1 0 0,-1 0 0,1-1 0,-1 1-1,0 0 1,0 0 0,1-1 0,-1 1 0,0 0 0,0 0-1,0 0 1,0-1 0,0 1 0,0 0 0,0 0 0,0 0-1,0-1 1,-1 1 0,1 0 0,0 0 0,0-1-1,-1 1 1,1 0 0,-1 0 0,1-1 0,-1 2 0,-13 33 21,-11 11 301,-36 96 1,53-118-245,2 0 0,0 1 0,1 0 0,2 0 0,0 0 1,2 32-1,1-53-63,0 0 0,0 1 0,0-1 0,1 1 0,-1-1 0,1 0 0,1 0 0,2 8-1,-3-10 5,0-1-1,1 1 0,-1-1 0,1 1 0,-1-1 1,1 0-1,-1 0 0,1 0 0,0 0 0,0 0 1,0 0-1,-1 0 0,1 0 0,0-1 0,0 1 1,0-1-1,0 0 0,0 1 0,0-1 0,0 0 0,4 0 1,10-1 246,0 0 0,0-1 0,0 0 0,0-1 0,-1-1-1,1-1 1,-1 0 0,27-13 0,116-73-541,-118 66 276,57-38-6386,-80 49 2462</inkml:trace>
</inkml:ink>
</file>

<file path=ppt/ink/ink3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10.624"/>
    </inkml:context>
    <inkml:brush xml:id="br0">
      <inkml:brushProperty name="width" value="0.025" units="cm"/>
      <inkml:brushProperty name="height" value="0.025" units="cm"/>
    </inkml:brush>
  </inkml:definitions>
  <inkml:trace contextRef="#ctx0" brushRef="#br0">0 1 11243,'0'0'993,"25"64"-225,-16-27 1,2 6-609,0 2-32,-2-1-64,0-2-64,1-3 32,-3-7-32,0-5-32,-2-5-352,-3-10-2307,-2-8-1601</inkml:trace>
</inkml:ink>
</file>

<file path=ppt/ink/ink3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11.040"/>
    </inkml:context>
    <inkml:brush xml:id="br0">
      <inkml:brushProperty name="width" value="0.025" units="cm"/>
      <inkml:brushProperty name="height" value="0.025" units="cm"/>
    </inkml:brush>
  </inkml:definitions>
  <inkml:trace contextRef="#ctx0" brushRef="#br0">5 92 9321,'0'0'304,"-1"-10"753,-2-31 288,3 39-1308,0 0 0,0 0 0,1 1 0,-1-1 0,1 0 0,-1 0 0,1 1 0,0-1 0,-1 0 0,1 1 0,0-1 0,0 1 0,0-1-1,0 1 1,1-1 0,-1 1 0,0 0 0,1 0 0,-1-1 0,0 1 0,1 0 0,-1 0 0,1 1 0,0-1 0,-1 0 0,1 0 0,0 1 0,-1-1 0,1 1-1,0-1 1,0 1 0,0 0 0,-1 0 0,1 0 0,0 0 0,0 0 0,0 0 0,2 1 0,2-1-46,0 0 1,0 0 0,0 1-1,0 0 1,0 0-1,-1 1 1,1 0-1,0 0 1,8 4-1,-9-2 8,-1-1-1,1 1 0,-1 0 0,-1 0 0,1 1 1,0-1-1,-1 1 0,0 0 0,0 0 0,0 0 1,-1 0-1,0 0 0,0 1 0,0-1 0,-1 1 1,1-1-1,0 11 0,-1-6 9,-1 0-1,0 0 0,-1 0 1,0 0-1,-1 1 1,0-2-1,0 1 1,-1 0-1,-4 10 0,7-20-4,-1 1 1,1-1-1,0 1 0,0-1 0,-1 0 0,1 1 0,0-1 0,0 1 0,0-1 1,0 1-1,0-1 0,0 1 0,0-1 0,0 1 0,0-1 0,0 1 0,0-1 1,0 1-1,0 0 0,0-1 0,0 0 0,0 1 0,1-1 0,-1 1 0,0-1 0,0 1 1,1-1-1,-1 1 0,0-1 0,0 1 0,1-1 0,-1 0 0,1 1 0,19 0 82,31-16 55,-47 14-129,254-90-2023,-186 61-2551</inkml:trace>
</inkml:ink>
</file>

<file path=ppt/ink/ink3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26.476"/>
    </inkml:context>
    <inkml:brush xml:id="br0">
      <inkml:brushProperty name="width" value="0.025" units="cm"/>
      <inkml:brushProperty name="height" value="0.025" units="cm"/>
    </inkml:brush>
  </inkml:definitions>
  <inkml:trace contextRef="#ctx0" brushRef="#br0">0 58 14157,'0'0'2862,"9"-3"-2713,42-9 20,0 3 0,63-4-1,-26 3 47,-70 7-352,3 0-293,1 0 1,0 2-1,0 0 1,29 3-1,-42 2-2869,-7 1-1287</inkml:trace>
</inkml:ink>
</file>

<file path=ppt/ink/ink3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26.960"/>
    </inkml:context>
    <inkml:brush xml:id="br0">
      <inkml:brushProperty name="width" value="0.025" units="cm"/>
      <inkml:brushProperty name="height" value="0.025" units="cm"/>
    </inkml:brush>
  </inkml:definitions>
  <inkml:trace contextRef="#ctx0" brushRef="#br0">88 19 7911,'0'0'3951,"-9"6"-2734,-69 53 2258,120-56-1574,5-6-748,-1-2 1,85-20 0,-43 7-462,-30 6-483,-23 4-869,1 2-1,51-3 1</inkml:trace>
</inkml:ink>
</file>

<file path=ppt/ink/ink3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27.895"/>
    </inkml:context>
    <inkml:brush xml:id="br0">
      <inkml:brushProperty name="width" value="0.025" units="cm"/>
      <inkml:brushProperty name="height" value="0.025" units="cm"/>
    </inkml:brush>
  </inkml:definitions>
  <inkml:trace contextRef="#ctx0" brushRef="#br0">23 183 14414,'0'0'267,"-4"-10"587,0-2-536,0 0 0,1-1 0,1 0 0,0 0 0,-1-13 0,3 23-273,0-1-1,0 1 1,0 0-1,0 0 1,0 0-1,1 0 1,-1 0-1,1-1 1,0 1-1,0 0 1,0 0-1,1 1 1,-1-1-1,0 0 1,1 0-1,0 1 1,0-1-1,0 1 1,0-1-1,0 1 1,0 0 0,1 0-1,-1 0 1,1 0-1,-1 0 1,1 0-1,0 1 1,0-1-1,0 1 1,5-2-1,-4 2-46,-1 0 1,1 1-1,0-1 0,0 1 0,0 0 1,0 0-1,0 0 0,0 0 0,0 0 1,0 1-1,-1 0 0,1 0 0,0 0 0,0 0 1,-1 1-1,1-1 0,4 4 0,-2-1-5,0 1 1,-1-1-1,0 1 0,0 0 0,0 0 0,-1 0 0,0 1 0,0-1 0,4 9 0,1 3-8,-1 0 1,-2 1-1,1 0 1,-2 0-1,0 0 1,3 30-1,-6-17 18,0 0-1,-3 0 0,0 0 1,-2-1-1,-1 1 1,-1-1-1,-2 0 0,-21 58 1,23-75 124,1 1 1,0 0-1,1 0 1,-3 24 0,11 7-1444,-3-40 395,-1 0 0,1 0 0,1 0 0,-1 0 1,1-1-1,-1 1 0,5 4 0,7 9-6761</inkml:trace>
</inkml:ink>
</file>

<file path=ppt/ink/ink3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28.225"/>
    </inkml:context>
    <inkml:brush xml:id="br0">
      <inkml:brushProperty name="width" value="0.025" units="cm"/>
      <inkml:brushProperty name="height" value="0.025" units="cm"/>
    </inkml:brush>
  </inkml:definitions>
  <inkml:trace contextRef="#ctx0" brushRef="#br0">14 71 7976,'0'0'11573,"3"-4"-11204,-2 2-352,1 1 1,0-1 0,-1 1-1,1 0 1,0-1 0,0 1-1,0 0 1,0 0 0,0 0 0,0 0-1,0 0 1,1 1 0,-1-1-1,2 0 1,-3 1-17,0 0-1,0 0 1,0 1-1,0-1 1,0 0-1,0 0 1,0 0-1,0 1 1,0-1-1,0 1 1,0-1 0,-1 0-1,1 1 1,0 0-1,0-1 1,0 1-1,-1-1 1,1 1-1,0 0 1,-1 0-1,1-1 1,-1 1-1,1 0 1,-1 0 0,1 0-1,-1-1 1,1 1-1,-1 0 1,0 0-1,1 0 1,-1 0-1,0 0 1,0 0-1,0 0 1,0 0 0,0 0-1,0 0 1,0 0-1,0 0 1,0 0-1,-1 1 1,1 0 3,0 0 0,0 0 1,-1-1-1,1 1 0,-1 0 0,1-1 1,-1 1-1,1-1 0,-1 1 0,0-1 1,0 1-1,0-1 0,0 1 1,0-1-1,0 0 0,0 1 0,-1-1 1,1 0-1,0 0 0,-1 0 0,1 0 1,0 0-1,-1 0 0,0-1 1,1 1-1,-1 0 0,1-1 0,-1 1 1,0-1-1,1 1 0,-1-1 0,0 0 1,1 0-1,-1 0 0,0 0 1,0 0-1,1 0 0,-1 0 0,0-1 1,1 1-1,-1-1 0,0 1 0,1-1 1,-3-1-1,3 2-3,0-1-1,1 1 1,-1-1 0,0 1-1,0-1 1,1 0-1,-1 1 1,0-1 0,1 0-1,-1 0 1,1 0 0,-1 1-1,1-1 1,-1 0 0,1 0-1,-1 0 1,1 0 0,0 0-1,0 0 1,-1 0 0,1 0-1,0 0 1,0 0-1,0 1 1,0-1 0,0 0-1,0 0 1,1 0 0,-1 0-1,0 0 1,0 0 0,1 0-1,-1 0 1,0 0 0,1 0-1,-1 0 1,1 0 0,22-33-1008,2 12-1492,1-2-2759</inkml:trace>
</inkml:ink>
</file>

<file path=ppt/ink/ink3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28.835"/>
    </inkml:context>
    <inkml:brush xml:id="br0">
      <inkml:brushProperty name="width" value="0.025" units="cm"/>
      <inkml:brushProperty name="height" value="0.025" units="cm"/>
    </inkml:brush>
  </inkml:definitions>
  <inkml:trace contextRef="#ctx0" brushRef="#br0">1 91 16624,'0'0'1409,"9"9"-1115,7 8-39,4 5-180,1-1 1,42 33 0,-58-50 1,0 0 0,1 0 0,-1-1 1,1 0-1,-1 0 0,1 0 0,0-1 0,0 0 1,0 0-1,0 0 0,0-1 0,0 0 0,1 0 1,-1 0-1,0-1 0,1 0 0,-1 0 0,1-1 1,-1 0-1,9-2 0,-9 0 19,0 0 0,0-1 0,0 1 0,0-1 0,-1-1 0,0 1 0,0-1 0,0 0 0,7-9 0,39-59 149,-24 31-201,-21 34-37,0 0-1,0 0 0,0 0 1,1 1-1,0 0 1,1 1-1,0-1 0,9-5 1,-14 11-4,0 0 0,0-1 0,1 1-1,-1 0 1,1 0 0,-1 1 0,1-1 0,-1 1 0,1 0 0,-1 0 0,1 0 0,-1 0 0,1 0 0,0 1 0,-1 0-1,0 0 1,1 0 0,-1 0 0,1 0 0,-1 1 0,0-1 0,0 1 0,0 0 0,0 0 0,5 4 0,38 31 63,-26-21-29,41 27-1,-52-39-30,0 1 0,0-1 0,1 0 0,-1-1-1,1 0 1,0-1 0,-1 0 0,15 1 0,-1-1-86,0-2 1,0 0 0,33-6-1,-42 4-1258,0-1 0,0-1 0,23-10 0,0-4-5836</inkml:trace>
</inkml:ink>
</file>

<file path=ppt/ink/ink3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29.369"/>
    </inkml:context>
    <inkml:brush xml:id="br0">
      <inkml:brushProperty name="width" value="0.025" units="cm"/>
      <inkml:brushProperty name="height" value="0.025" units="cm"/>
    </inkml:brush>
  </inkml:definitions>
  <inkml:trace contextRef="#ctx0" brushRef="#br0">1 19 5830,'9'-3'2268,"-6"1"-2278,1 0 371,1 0-1,-1 0 1,1 1 0,-1-1 0,1 1 0,0 0-1,-1 0 1,1 0 0,0 1 0,0 0-1,-1 0 1,1 0 0,0 0 0,0 1 0,-1-1-1,1 1 1,0 1 0,-1-1 0,1 1-1,-1 0 1,1 0 0,-1 0 0,4 3 0,28 29 279,-1 2 1,-2 1 0,45 67 0,-50-64-638,2-1-1,1-1 0,57 52 1,-75-80 9,0 0 0,0 0 0,1-2 0,0 1 0,1-2 0,0 0 0,0-1 0,0 0 0,1-1 1,-1-1-1,1-1 0,0 0 0,1-1 0,30 0 0,-40-2-40,1 0 0,0-1 0,0 0 0,-1-1 1,1 0-1,-1 0 0,1 0 0,-1-1 0,0 0 0,0-1 0,0 1 0,10-9 0,-13 9-264,1-1 0,-1 0-1,0 0 1,0 0 0,-1-1-1,1 1 1,4-9 0,-6 8-388,0 0-1,1 0 1,-2-1-1,1 1 1,-1-1 0,1 1-1,-2-1 1,2-8 0,-2-16-4424</inkml:trace>
</inkml:ink>
</file>

<file path=ppt/ink/ink3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29.662"/>
    </inkml:context>
    <inkml:brush xml:id="br0">
      <inkml:brushProperty name="width" value="0.025" units="cm"/>
      <inkml:brushProperty name="height" value="0.025" units="cm"/>
    </inkml:brush>
  </inkml:definitions>
  <inkml:trace contextRef="#ctx0" brushRef="#br0">434 51 14926,'0'0'614,"-8"-9"1089,-24-24-561,32 33-1110,-1-1-1,0 0 1,1 1-1,-1-1 0,0 0 1,0 1-1,1-1 0,-1 1 1,0-1-1,0 1 1,0-1-1,0 1 0,0 0 1,0-1-1,0 1 1,0 0-1,0 0 0,1 0 1,-1 0-1,0 0 0,0 0 1,0 0-1,0 0 1,0 0-1,0 0 0,0 0 1,0 1-1,0-1 0,0 0 1,0 1-1,0-1 1,0 1-1,1-1 0,-1 1 1,0-1-1,0 1 1,0 0-1,1-1 0,-1 1 1,0 0-1,0 1 0,-18 35-111,18-32 129,-23 68 118,-23 128 0,-8 30-6,46-203-153,-1 0-1,-1-1 0,-2 0 1,-1-1-1,-31 46 0,37-62-347,0-1 0,0 0 0,-15 14 0,19-20-381,0 0-1,-1 0 0,1-1 1,0 1-1,-1-1 0,-8 3 1,-10-2-5456</inkml:trace>
</inkml:ink>
</file>

<file path=ppt/ink/ink3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30.800"/>
    </inkml:context>
    <inkml:brush xml:id="br0">
      <inkml:brushProperty name="width" value="0.025" units="cm"/>
      <inkml:brushProperty name="height" value="0.025" units="cm"/>
    </inkml:brush>
  </inkml:definitions>
  <inkml:trace contextRef="#ctx0" brushRef="#br0">9 82 14286,'0'0'288,"-2"-8"400,1 1-531,-1 4 13,1-1 0,1 0 1,-1 1-1,0-1 0,1 0 1,0 1-1,0-1 0,0 0 1,1-6-1,0 9-140,-1-1-1,1 1 1,0-1-1,0 1 1,0 0 0,0-1-1,1 1 1,-1 0-1,0-1 1,1 1-1,-1 0 1,0 0 0,1 0-1,-1 0 1,1 1-1,0-1 1,-1 0-1,1 1 1,-1-1 0,1 1-1,0-1 1,0 1-1,-1 0 1,1 0-1,0 0 1,0 0 0,-1 0-1,3 0 1,2 0-28,-1 0 0,1 0 1,0 0-1,-1 1 0,1-1 0,-1 2 1,1-1-1,-1 0 0,1 1 1,-1 0-1,0 0 0,0 1 0,0 0 1,0 0-1,0 0 0,-1 0 1,9 7-1,-9-4-3,0-1-1,0 0 1,0 1 0,-1 0-1,1 0 1,-1 0 0,-1 0-1,1 0 1,-1 1 0,0-1-1,-1 1 1,1 0 0,-1-1-1,0 14 1,-1-10-3,0 1 0,-1-1 0,0 0 1,0 0-1,-1 1 0,-1-1 0,0-1 0,0 1 0,-1 0 1,0-1-1,-9 16 0,-3-2-18,0-1 0,-1-1 0,-23 21 1,40-42 29,0 1 0,0-1 0,0 0 0,0 0 0,0 0 0,-1 0 0,1 0 0,0 1 0,0-1 0,0 0 0,0 0 0,0 0 0,0 0 0,0 1 0,0-1 0,0 0 0,0 0 0,0 0 0,0 0 0,0 1 0,1-1 0,-1 0 0,0 0 0,0 0 0,0 0 0,0 1 0,0-1 0,0 0 0,0 0 0,0 0 0,0 0 0,1 0 0,-1 0 0,0 1 0,0-1 0,0 0 0,0 0 0,0 0 0,1 0 0,-1 0 0,0 0 0,0 0 0,0 0 0,0 0 0,0 0 0,1 0 0,-1 0 0,0 0 0,0 0 0,0 0 0,1 0 0,-1 0 0,0 0 1,0 0-1,0 0 0,0 0 0,1 0 0,-1 0 0,0 0 0,0 0 0,0 0 0,0 0 0,0 0 0,1 0 0,-1 0 0,0-1 0,17 0 442,198-50 750,-143 32-1183,33-13-876,-3-8-2755</inkml:trace>
</inkml:ink>
</file>

<file path=ppt/ink/ink3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38.584"/>
    </inkml:context>
    <inkml:brush xml:id="br0">
      <inkml:brushProperty name="width" value="0.025" units="cm"/>
      <inkml:brushProperty name="height" value="0.025" units="cm"/>
    </inkml:brush>
  </inkml:definitions>
  <inkml:trace contextRef="#ctx0" brushRef="#br0">0 0 2626,'0'0'5958,"10"12"1009,15-14-12188,-20-4 240</inkml:trace>
</inkml:ink>
</file>

<file path=ppt/ink/ink3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41.126"/>
    </inkml:context>
    <inkml:brush xml:id="br0">
      <inkml:brushProperty name="width" value="0.025" units="cm"/>
      <inkml:brushProperty name="height" value="0.025" units="cm"/>
    </inkml:brush>
  </inkml:definitions>
  <inkml:trace contextRef="#ctx0" brushRef="#br0">433 796 7944,'0'0'2514,"-4"-8"1440,-7-11-2260,4 9-1286,-1 1 1,0 0-1,-1 1 1,1 0-1,-2 0 1,1 1-1,-1 0 0,0 0 1,0 1-1,-1 1 1,0 0-1,0 0 1,-17-4-1,20 7-383,0 0 0,0 1 0,0 0 1,0 0-1,0 1 0,0 0 0,0 1 0,0-1 0,0 2 0,0-1 1,0 1-1,0 0 0,0 1 0,1 0 0,-1 0 0,1 0 0,0 1 0,0 0 1,0 1-1,-9 7 0,6-3-28,1 1 0,1 0-1,0 0 1,0 1 0,1 0 0,0 0 0,1 1 0,0 0-1,1 0 1,0 0 0,1 1 0,0 0 0,1-1 0,1 1-1,0 1 1,1-1 0,0 0 0,1 0 0,0 0 0,1 0 0,4 17-1,-4-23 8,1 0 1,1-1-1,-1 1 0,1-1 0,1 1 0,-1-1 0,1 0 0,0 0 0,0-1 0,0 1 0,1-1 0,0 0 0,0 0 0,1 0 1,-1-1-1,1 0 0,0 0 0,12 6 0,-10-6 2,0-1-1,0 1 1,0-2 0,0 1 0,0-1 0,1 0 0,0 0 0,-1-1-1,1-1 1,0 1 0,-1-1 0,1-1 0,0 0 0,-1 0-1,11-3 1,-15 2 3,1 0 0,-1 0-1,1-1 1,-1 1-1,0-1 1,0 0 0,0-1-1,0 1 1,-1-1 0,1 1-1,-1-1 1,0 0 0,0 0-1,0-1 1,-1 1 0,1-1-1,-1 1 1,0-1 0,-1 0-1,1 1 1,-1-1-1,1-6 1,3-15 50,-1 0 1,-1 0-1,-1-28 0,-2 29-46,2-327-135,-3 187 84,1 127 37,-2 0 1,-8-43 0,7 65 15,-1 0 0,0 0 1,-2 0-1,1 0 1,-2 1-1,0 0 1,-12-18-1,16 27-15,-1 1 0,0-1 0,0 1 0,-1 0 0,1 0 0,-1 0 0,-7-5 0,12 51-160,3 10 141,2-1-1,17 75 0,-1-13 79,-8-8 10,-7-47-44,2 0 1,3-1 0,2 0 0,25 68 0,-35-118-32,0 0 0,0-1 1,1 1-1,0-1 1,0 0-1,0 0 0,0 0 1,1 0-1,0-1 1,0 1-1,0-1 0,1-1 1,-1 1-1,1-1 1,0 0-1,-1 0 0,2-1 1,-1 1-1,0-1 1,0-1-1,1 1 0,-1-1 1,1 0-1,-1-1 1,1 0-1,-1 0 0,1 0 1,7-2-1,-6 1-572,0 0-1,-1-1 1,1 0-1,-1-1 1,1 1 0,-1-1-1,0-1 1,0 1-1,6-6 1,8-7-4141</inkml:trace>
</inkml:ink>
</file>

<file path=ppt/ink/ink3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42"/>
    </inkml:context>
    <inkml:brush xml:id="br0">
      <inkml:brushProperty name="width" value="0.025" units="cm"/>
      <inkml:brushProperty name="height" value="0.025" units="cm"/>
    </inkml:brush>
  </inkml:definitions>
  <inkml:trace contextRef="#ctx0" brushRef="#br0">18 138 7431,'-10'-46'11222,"9"42"-10952,-1 0 1,1 0-1,0 0 0,0 0 0,0 0 0,1 0 0,-1 0 0,1-7 0,1 9-271,0 0-1,-1 0 0,1 0 0,0 0 0,0 0 0,0 0 0,1 0 1,-1 0-1,0 1 0,1-1 0,-1 1 0,1-1 0,-1 1 1,1-1-1,0 1 0,0 0 0,-1 0 0,1 0 0,0 0 1,0 0-1,4-1 0,-2 0-2,1 0 0,-1 0-1,1 0 1,0 1 0,-1 0 0,1 0-1,0 0 1,0 0 0,-1 1 0,1 0 0,0 0-1,0 0 1,0 1 0,0-1 0,-1 1 0,1 0-1,0 1 1,-1-1 0,1 1 0,-1 0 0,1 0-1,-1 0 1,0 1 0,0-1 0,0 1 0,0 0-1,-1 0 1,1 1 0,-1-1 0,1 1 0,-1-1-1,0 1 1,-1 0 0,1 0 0,-1 1 0,0-1-1,0 0 1,0 1 0,0-1 0,-1 1 0,0 0-1,0 0 1,0-1 0,0 1 0,-1 0 0,0 5-1,0 2 5,0 0 0,-1 0 0,0 0-1,-1 0 1,0-1 0,-1 1-1,-6 15 1,-4 1 59,-25 42 0,33-60-46,5-10-9,-1 1 0,1-1 1,0 0-1,0 0 1,0 1-1,0-1 1,0 0-1,0 0 1,0 1-1,0-1 0,0 0 1,0 1-1,0-1 1,0 0-1,0 0 1,0 1-1,0-1 1,0 0-1,0 1 0,0-1 1,0 0-1,0 0 1,0 1-1,0-1 1,0 0-1,1 0 1,-1 1-1,0-1 0,0 0 1,0 0-1,0 0 1,1 1-1,-1-1 1,0 0-1,0 0 1,1 0-1,-1 0 0,0 1 1,0-1-1,1 0 1,-1 0-1,0 0 1,0 0-1,1 0 1,-1 0-1,0 0 0,0 0 1,1 0-1,24 2 256,23-8 341,13-6 259,-40 8-447,0 0 0,0-1 0,-1 0 0,38-18 0,-54 19 268</inkml:trace>
</inkml:ink>
</file>

<file path=ppt/ink/ink3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45.197"/>
    </inkml:context>
    <inkml:brush xml:id="br0">
      <inkml:brushProperty name="width" value="0.025" units="cm"/>
      <inkml:brushProperty name="height" value="0.025" units="cm"/>
    </inkml:brush>
  </inkml:definitions>
  <inkml:trace contextRef="#ctx0" brushRef="#br0">30 899 545,'-12'5'5442,"-5"2"-934,16-4-2698,11-2-144,-6-2-1482,1 0 0,-1 0 0,1 0 0,-1 0 0,0-1 1,0 1-1,0-1 0,0 0 0,0-1 0,0 1 0,0-1 0,5-4 1,45-45 367,-39 37-408,35-38 50,-2-3-1,-3-1 1,66-109-1,-60 74-158,77-192 0,-123 273-21,-1 0 1,0 0-1,-1 0 1,0-1-1,-1 1 1,1-19-1,-3 29-11,0 0-1,0 1 1,0-1-1,0 1 0,0-1 1,0 0-1,0 1 1,0-1-1,0 1 0,-1-1 1,1 1-1,0-1 0,0 1 1,-1-1-1,1 0 1,0 1-1,-1-1 0,1 1 1,0 0-1,-1-1 1,1 1-1,-1-1 0,1 1 1,-1 0-1,1-1 1,-1 1-1,1 0 0,-1-1 1,1 1-1,-1 0 1,0-1-1,-24 4-39,19-1 21,0 0 1,1 1-1,-1-1 1,0 2-1,-9 6 1,8-3 0,-1 0-1,1 1 1,1 0-1,0 1 1,0 0-1,0 0 1,1 0-1,1 0 1,-1 1-1,2-1 1,-1 1 0,1 0-1,-1 11 1,2-13 11,1 0 1,0 0 0,1 0 0,0 0 0,1 0 0,-1 0 0,1 0 0,1 0 0,0 0 0,0 0-1,0-1 1,1 1 0,0-1 0,1 0 0,-1 1 0,1-2 0,8 12 0,4-2 3,0 0 1,36 28-1,-40-35 4,1 0-1,-2 1 0,1 0 1,-2 1-1,1 0 1,-2 1-1,1 0 0,13 23 1,-22-31 2,0 0-1,1-1 1,-2 1 0,1 0 0,0 0 0,-1 0 0,0 0 0,0 0-1,0 0 1,0 0 0,0 0 0,-1 0 0,0 0 0,0 0 0,0-1-1,0 1 1,-1 0 0,1 0 0,-1-1 0,0 1 0,0-1-1,0 0 1,-1 0 0,1 0 0,-1 0 0,0 0 0,0 0 0,0 0-1,-3 2 1,-13 9 19,0 0 1,-1-1-1,-38 18 0,32-18-45,-5 5-4,23-12-11,-1 0 1,0-1 0,-1 0-1,1 0 1,-1-1-1,0-1 1,0 1-1,0-2 1,-17 4 0,26-6-49,0-1 0,0 1 0,0 0 0,0 0 0,0 0 0,1 0 0,-1-1 0,0 1 0,0 0 0,0-1 0,1 1 0,-1-1 0,0 1 0,1-1 0,-1 1 0,0-1 0,1 0 0,-1 1 0,0-1 0,1 0 0,-1 1 0,1-1 0,0 0 0,-1 0 0,1 1 0,-1-1 0,1-1 0,-5-32-2732,11-33-3180,-6 67 5987,8-40-6131</inkml:trace>
</inkml:ink>
</file>

<file path=ppt/ink/ink3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45.478"/>
    </inkml:context>
    <inkml:brush xml:id="br0">
      <inkml:brushProperty name="width" value="0.025" units="cm"/>
      <inkml:brushProperty name="height" value="0.025" units="cm"/>
    </inkml:brush>
  </inkml:definitions>
  <inkml:trace contextRef="#ctx0" brushRef="#br0">6 1 10154,'0'0'4521,"-1"12"-3864,-3 55 310,3-1-1,10 74 1,32 142-1919,-36-240-3527,-5-32-90</inkml:trace>
</inkml:ink>
</file>

<file path=ppt/ink/ink3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45.680"/>
    </inkml:context>
    <inkml:brush xml:id="br0">
      <inkml:brushProperty name="width" value="0.025" units="cm"/>
      <inkml:brushProperty name="height" value="0.025" units="cm"/>
    </inkml:brush>
  </inkml:definitions>
  <inkml:trace contextRef="#ctx0" brushRef="#br0">1 250 5830,'0'0'7655,"46"-59"-7239,-13 40 129,7-2-161,2-1-288,4 1-64,1-1 0,1 0-640,-1 0-2019,-4 0-1088,-4 3-2884</inkml:trace>
</inkml:ink>
</file>

<file path=ppt/ink/ink3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46.083"/>
    </inkml:context>
    <inkml:brush xml:id="br0">
      <inkml:brushProperty name="width" value="0.025" units="cm"/>
      <inkml:brushProperty name="height" value="0.025" units="cm"/>
    </inkml:brush>
  </inkml:definitions>
  <inkml:trace contextRef="#ctx0" brushRef="#br0">202 1 6854,'0'0'2296,"-7"1"-1047,-10 1-175,1 1 1,0 1-1,0 0 0,0 2 0,-29 13 0,40-17-1012,0 1-1,1 1 1,-1-1-1,1 1 0,0 0 1,0 0-1,0 0 1,0 0-1,1 1 1,-1-1-1,1 1 0,0 0 1,1 0-1,-1 0 1,1 0-1,0 1 1,1-1-1,-1 0 1,1 1-1,0 0 0,0-1 1,0 9-1,1-4-38,-1 1 1,2-1-1,2 20 0,-3-28-33,0 0-1,0-1 0,1 1 1,-1-1-1,0 1 1,1-1-1,-1 1 0,1-1 1,-1 0-1,1 1 1,0-1-1,0 1 1,0-1-1,0 0 0,0 0 1,0 0-1,0 1 1,0-1-1,0 0 0,0 0 1,1-1-1,-1 1 1,0 0-1,1 0 0,-1-1 1,0 1-1,1 0 1,-1-1-1,1 0 0,-1 1 1,1-1-1,-1 0 1,1 0-1,-1 1 1,1-1-1,1-1 0,0 0-1,-1 0-1,1 0 0,-1-1 0,0 1 0,1-1 1,-1 0-1,0 1 0,0-1 0,0 0 0,0-1 1,0 1-1,-1 0 0,1 0 0,-1-1 1,1 1-1,-1-1 0,0 1 0,1-5 0,18-50-85,-18 50 241,0 0 0,0 0 0,-1 0-1,0 0 1,-1 0 0,1-1 0,-1 1 0,-2-12 0,4 52 15,-3-28-151,1 0 0,0-1-1,0 1 1,0-1 0,0 1 0,1-1 0,0 1-1,1 5 1,1-4-251,1 0 0,-1 0 0,1-1-1,0 1 1,0-1 0,0 0 0,1 0 0,0-1 0,0 1 0,0-1-1,1 0 1,-1 0 0,1-1 0,0 0 0,7 3 0,-10-4 44,0-1 0,1 0 1,-1 1-1,0-2 1,1 1-1,-1 0 0,1-1 1,-1 1-1,1-1 0,-1 0 1,1 0-1,-1 0 1,1-1-1,-1 1 0,1-1 1,-1 0-1,0 0 0,1 0 1,-1-1-1,0 1 1,0-1-1,0 1 0,0-1 1,0 0-1,0 0 0,0-1 1,-1 1-1,1 0 0,-1-1 1,3-3-1,13-22-4823</inkml:trace>
</inkml:ink>
</file>

<file path=ppt/ink/ink3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46.581"/>
    </inkml:context>
    <inkml:brush xml:id="br0">
      <inkml:brushProperty name="width" value="0.025" units="cm"/>
      <inkml:brushProperty name="height" value="0.025" units="cm"/>
    </inkml:brush>
  </inkml:definitions>
  <inkml:trace contextRef="#ctx0" brushRef="#br0">1 0 15791,'0'0'101,"-1"12"-101,3 52 330,10 70-1,2 47-117,-15-141 325,4-64 1867,-3 20-2389,1 1 0,-1 0 0,1-1-1,0 1 1,0 0 0,1-1 0,-1 1 0,1 0 0,0 0 0,-1 0-1,1 0 1,1 1 0,-1-1 0,0 0 0,1 1 0,-1-1 0,1 1 0,0 0-1,0 0 1,-1 0 0,1 1 0,1-1 0,-1 0 0,0 1 0,0 0-1,1 0 1,-1 0 0,7-1 0,-5 1 1,1 1 1,-1-1-1,0 1 1,1 0-1,-1 0 0,0 1 1,1-1-1,-1 1 0,0 0 1,0 1-1,0 0 0,0-1 1,0 1-1,0 1 1,0-1-1,0 1 0,-1 0 1,5 4-1,-4-3-936,-1 1 0,1 0 0,-2 0 0,1 0 0,5 10 0,-8-14 778,-1-1 0,1 1 0,-1 0 0,1-1 0,-1 1-1,0 0 1,1-1 0,-1 1 0,0 0 0,0 0 0,1-1 0,-1 1 0,0 0 0,0 0-1,0-1 1,0 1 0,0 0 0,0 0 0,0-1 0,0 1 0,-1 0 0,1 0 0,0-1-1,0 1 1,0 0 0,-1-1 0,1 1 0,0 0 0,-1-1 0,1 1 0,-1 0 0,1-1-1,-1 1 1,1-1 0,-1 1 0,1-1 0,-1 1 0,0-1 0,1 1 0,-1-1 0,0 0-1,1 1 1,-1-1 0,0 0 0,1 1 0,-1-1 0,0 0 0,0 0 0,1 0 0,-1 0-1,0 0 1,0 0 0,1 0 0,-1 0 0,0 0 0,0 0 0,-1 0 0,-12 0-5901</inkml:trace>
</inkml:ink>
</file>

<file path=ppt/ink/ink3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46.722"/>
    </inkml:context>
    <inkml:brush xml:id="br0">
      <inkml:brushProperty name="width" value="0.025" units="cm"/>
      <inkml:brushProperty name="height" value="0.025" units="cm"/>
    </inkml:brush>
  </inkml:definitions>
  <inkml:trace contextRef="#ctx0" brushRef="#br0">0 22 9353,'0'0'160,"42"-21"-4772</inkml:trace>
</inkml:ink>
</file>

<file path=ppt/ink/ink3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47.018"/>
    </inkml:context>
    <inkml:brush xml:id="br0">
      <inkml:brushProperty name="width" value="0.025" units="cm"/>
      <inkml:brushProperty name="height" value="0.025" units="cm"/>
    </inkml:brush>
  </inkml:definitions>
  <inkml:trace contextRef="#ctx0" brushRef="#br0">0 191 5958,'0'0'9673,"8"-8"-8125,12-13-411,25-39 0,4-4-379,-46 61-745,-1 0 0,1 0-1,0 0 1,0 0 0,0 0-1,0 1 1,1-1 0,-1 1 0,1 0-1,-1 0 1,1 1 0,0-1-1,0 1 1,0-1 0,-1 1 0,1 1-1,8-2 1,-10 2-12,0 0-1,-1 0 1,1 1-1,0-1 1,-1 1-1,1-1 1,-1 1-1,1-1 1,-1 1-1,1 0 1,-1 0-1,1-1 1,-1 1 0,0 0-1,1 0 1,-1 1-1,2 1 1,-1 0 0,0-1 1,-1 1 0,1 0 0,-1 0 0,0 0-1,0 0 1,0 0 0,0 0 0,0 0-1,-1 0 1,1 1 0,-1 3 0,0-1-110,-1 54 167,1-58-256,0-1-1,0 1 1,0 0-1,-1 0 1,1 0-1,-1-1 1,1 1-1,-1 0 1,0-1-1,0 1 1,0 0-1,1-1 1,-2 1-1,1-1 1,0 1-1,0-1 1,0 0-1,-1 1 1,1-1-1,0 0 1,-1 0-1,1 0 1,-1 0-1,0 0 1,1 0-1,-1-1 1,0 1-1,-2 0 1,4-1-4,-1 0 1,0 0 0,1 0-1,-1 0 1,0 0 0,1 0-1,-1 0 1,1 0-1,-1 0 1,0 0 0,1-1-1,-1 1 1,1 0 0,-1 0-1,1-1 1,-1 1 0,1 0-1,-1-1 1,1 1 0,-1-1-1,1 1 1,-1-1 0,1 1-1,0 0 1,-1-1 0,1 0-1,0 1 1,-1-1 0,1 1-1,0-1 1,0 1-1,0-1 1,-1 0 0,-7-19-7012</inkml:trace>
</inkml:ink>
</file>

<file path=ppt/ink/ink3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47.394"/>
    </inkml:context>
    <inkml:brush xml:id="br0">
      <inkml:brushProperty name="width" value="0.025" units="cm"/>
      <inkml:brushProperty name="height" value="0.025" units="cm"/>
    </inkml:brush>
  </inkml:definitions>
  <inkml:trace contextRef="#ctx0" brushRef="#br0">0 0 16592,'0'0'58,"6"11"-191,10 28 338,-2 0 1,-1 0 0,14 83-1,5 139 617,-31-255-724,-1-15 155,0-4-34,1 0 0,-1-1 0,2 1 0,0 0 1,1 0-1,7-23 0,-8 33-197,0-1-1,0 1 1,0 0 0,1 0 0,-1 0 0,1 1 0,-1-1 0,1 0-1,0 1 1,0 0 0,0 0 0,1 0 0,-1 0 0,0 0 0,1 1 0,-1-1-1,1 1 1,-1 0 0,1 0 0,0 0 0,0 1 0,-1-1 0,8 1-1,-6 1-23,1 0 0,-1 0-1,1 1 1,-1-1-1,0 1 1,0 0-1,0 1 1,0-1 0,0 1-1,0 0 1,-1 0-1,1 1 1,-1-1-1,0 1 1,5 6-1,16 21 76,-6-8-2080,-6-8-3041,-9-13-718</inkml:trace>
</inkml:ink>
</file>

<file path=ppt/ink/ink3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47.552"/>
    </inkml:context>
    <inkml:brush xml:id="br0">
      <inkml:brushProperty name="width" value="0.025" units="cm"/>
      <inkml:brushProperty name="height" value="0.025" units="cm"/>
    </inkml:brush>
  </inkml:definitions>
  <inkml:trace contextRef="#ctx0" brushRef="#br0">1 23 14510,'0'0'544,"56"-22"-5156,-32 26-193</inkml:trace>
</inkml:ink>
</file>

<file path=ppt/ink/ink3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47.801"/>
    </inkml:context>
    <inkml:brush xml:id="br0">
      <inkml:brushProperty name="width" value="0.025" units="cm"/>
      <inkml:brushProperty name="height" value="0.025" units="cm"/>
    </inkml:brush>
  </inkml:definitions>
  <inkml:trace contextRef="#ctx0" brushRef="#br0">132 1 14542,'0'0'1724,"-8"2"-742,1-1-785,0 1 0,1 1 0,0-1 0,-1 1 0,1 0 1,0 1-1,1 0 0,-1-1 0,0 2 0,1-1 0,0 1 0,0 0 0,1 0 0,-1 0 0,1 0 0,0 1 0,0 0 0,1 0 0,0 0 0,0 0 0,-3 8 0,4-8-188,0 0-1,0 1 1,1-1-1,0 1 1,0-1 0,0 1-1,1-1 1,0 1-1,0-1 1,0 1 0,1-1-1,2 9 1,-2-12-32,0 0 0,1-1 1,-1 1-1,1-1 1,0 1-1,-1-1 0,1 0 1,0 1-1,0-1 0,1 0 1,-1 0-1,0 0 1,1-1-1,-1 1 0,1-1 1,0 1-1,-1-1 0,1 0 1,0 0-1,0 0 1,0 0-1,0 0 0,0-1 1,0 1-1,0-1 0,0 0 1,0 0-1,4-1 1,2 1-330,0 0 1,0-1-1,-1-1 1,1 0-1,0 0 1,-1 0-1,1-1 1,9-5-1,62-39-7060,-28 9-713</inkml:trace>
</inkml:ink>
</file>

<file path=ppt/ink/ink3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48.374"/>
    </inkml:context>
    <inkml:brush xml:id="br0">
      <inkml:brushProperty name="width" value="0.025" units="cm"/>
      <inkml:brushProperty name="height" value="0.025" units="cm"/>
    </inkml:brush>
  </inkml:definitions>
  <inkml:trace contextRef="#ctx0" brushRef="#br0">238 447 15663,'-11'2'635,"-6"0"-147,0 2 1,0 0-1,0 0 1,0 2-1,1 0 0,0 1 1,-19 11-1,29-15-443,1 0 0,0 0 1,0 1-1,0 0 0,1 0 0,-1 0 0,1 1 0,0-1 0,1 1 0,-1 0 0,1 0 0,-1 0 1,2 1-1,-1-1 0,1 1 0,-1 0 0,1-1 0,1 1 0,-1 0 0,1 0 0,0 0 0,1 0 1,-1 0-1,1 1 0,1-1 0,0 7 0,-1-11-80,1-1 0,-1 1-1,1 0 1,-1-1 0,1 1 0,0-1 0,-1 1-1,1-1 1,0 1 0,0-1 0,0 0 0,0 1-1,1-1 1,-1 0 0,0 0 0,0 0 0,1 0-1,-1 0 1,0 0 0,1 0 0,-1 0 0,1-1-1,0 1 1,-1 0 0,1-1 0,-1 0 0,1 1-1,0-1 1,-1 0 0,1 0 0,0 0 0,-1 0-1,1 0 1,0 0 0,-1 0 0,1 0 0,0-1-1,3 0 1,1-1-265,1 1-1,0-1 0,0-1 1,-1 1-1,0-1 0,1 0 1,-1 0-1,6-5 0,0-2-192,-1 1 0,-1-1 0,18-22 0,-6-7 1011,-20 35 31,-1-1-1,1 1 1,-1-1 0,0 0-1,-1 1 1,1-10 0,-13 33 59,11-15-606,1 0-1,-1-1 0,1 1 1,0 0-1,0 0 1,0-1-1,1 1 0,-1 0 1,1-1-1,0 1 1,0-1-1,0 1 0,1-1 1,-1 1-1,1-1 1,0 0-1,-1 0 0,2 0 1,-1 0-1,0 0 0,1 0 1,4 4-1,-3-4 1,0-1 0,1 1 0,-1-1 0,1 0 0,0 0 0,0 0-1,0-1 1,0 0 0,0 0 0,0 0 0,0-1 0,0 1 0,0-1 0,0 0 0,0-1-1,7-1 1,-4 0 3,0 0-1,-1 0 1,0-1 0,1-1-1,-1 1 1,-1-1-1,1 0 1,0-1 0,-1 0-1,0 0 1,0 0-1,0 0 1,-1-1 0,0 0-1,5-8 1,7-9 22,-2 0 0,25-51 0,-28 47-47,-1 0 0,-1 0 0,-2-1 0,0 0 0,-2-1 0,-1 0 0,-2 0 0,0 0 0,-2 0 0,-1 0 0,-5-31 0,4 56 37,0-1 0,0 1 0,-1 0 0,1 0-1,-1 0 1,0 0 0,-1 0 0,1 0 0,-6-7 0,7 10-7,1 0 1,-1 1-1,0-1 0,0 0 1,1 0-1,-1 1 1,0-1-1,0 0 0,0 1 1,0-1-1,0 1 0,0-1 1,0 1-1,0-1 0,0 1 1,0 0-1,-1-1 0,1 1 1,0 0-1,0 0 1,0 0-1,0 0 0,0 0 1,0 0-1,-1 0 0,1 0 1,0 1-1,0-1 0,0 0 1,0 1-1,0-1 0,0 1 1,0-1-1,0 1 1,0-1-1,0 1 0,0 0 1,0 0-1,0-1 0,1 1 1,-1 0-1,0 0 0,1 0 1,-2 1-1,-4 7-10,1 0 0,0 0-1,0 0 1,1 1 0,0-1 0,1 1-1,0 0 1,-2 17 0,-1 9 84,-1 43 0,6-57-41,1 0 0,0-1 0,2 1 1,1 0-1,0-1 0,13 42 0,-12-52-146,0-1 0,1 1-1,0-1 1,1 0 0,0-1-1,1 1 1,0-1 0,0-1-1,1 1 1,0-1 0,0 0-1,1-1 1,0 0 0,0-1-1,12 7 1,5-2-3863,-7-10-3348</inkml:trace>
</inkml:ink>
</file>

<file path=ppt/ink/ink3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49.309"/>
    </inkml:context>
    <inkml:brush xml:id="br0">
      <inkml:brushProperty name="width" value="0.025" units="cm"/>
      <inkml:brushProperty name="height" value="0.025" units="cm"/>
    </inkml:brush>
  </inkml:definitions>
  <inkml:trace contextRef="#ctx0" brushRef="#br0">311 448 12300,'-7'-2'614,"0"0"-456,1 1 1,-1 0 0,0 0 0,1 0-1,-1 1 1,0 0 0,1 0 0,-1 1-1,0 0 1,1 0 0,-1 0 0,0 1-1,1 0 1,0 0 0,0 1 0,-1 0-1,1 0 1,-7 6 0,-3 2 71,2 2 1,-1 0-1,2 0 0,0 2 1,0-1-1,1 2 0,-18 31 1,22-34-211,2 1 0,0-1 1,0 1-1,1 0 0,1 1 0,1-1 1,0 1-1,0-1 0,2 1 0,-1 28 1,2-42-21,0-1 0,0 1 0,0-1 0,0 1 0,0-1 1,0 1-1,0 0 0,0-1 0,0 1 0,1-1 0,-1 1 0,0-1 0,0 1 1,0-1-1,1 1 0,-1-1 0,0 1 0,0-1 0,1 1 0,-1-1 1,0 0-1,1 1 0,-1-1 0,1 0 0,-1 1 0,1-1 0,-1 0 1,0 1-1,1-1 0,-1 0 0,1 0 0,-1 1 0,1-1 0,0 0 1,20-8 13,15-27 9,-6-15-33,-3-1 1,-1-1-1,-3-1 0,-3-1 0,-2-1 0,17-84 0,-28 110 79,-1 0 1,-1-1-1,-2 0 1,-1 0-1,-1 0 0,-2 0 1,-4-36-1,4 63 75,0 0 0,0 0 0,0 0 0,0 0 0,-1 1-1,1-1 1,0 1 0,-1-1 0,0 1 0,0-1 0,-3-2 0,-8 2 738,4 21-720,5 10-141,1 1-1,1-1 1,1 1 0,2 0-1,1-1 1,1 1 0,13 50-1,-7-41-11,2 0 1,1-1-1,2 0 0,1-1 0,2-1 0,25 39 0,-41-71-13,1 0 0,0 0 0,0-1 0,0 1 0,0-1 0,0 1 0,0-1 0,1 0 0,-1 0 0,1 0 0,-1 0-1,1-1 1,0 1 0,0-1 0,0 1 0,0-1 0,0 0 0,0 0 0,0 0 0,0-1 0,0 1 0,0-1 0,4 0 0,-3 0-5,0-2 1,0 1 0,-1 0 0,1-1 0,0 0 0,0 0 0,-1 0 0,1 0 0,-1-1 0,0 1 0,0-1 0,0 0 0,0 0 0,0 0 0,-1 0 0,5-7-1,4-9 98,-1 0 0,-1 0-1,0-1 1,5-22 0,-15 47-75,1 1 1,-1 0 0,1-1 0,0 1-1,0 0 1,1-1 0,0 1-1,0 0 1,0-1 0,0 1 0,1-1-1,0 1 1,5 8 0,-5-11-36,-1-1 0,1 0 1,0 0-1,0 0 0,0 0 0,0 0 1,1 0-1,-1-1 0,0 1 0,1-1 1,-1 1-1,1-1 0,0 0 0,-1 0 1,1 0-1,0-1 0,0 1 0,0-1 0,-1 1 1,1-1-1,0 0 0,0 0 0,0 0 1,0 0-1,-1-1 0,1 1 0,0-1 1,0 0-1,5-1 0,-5 0-176,0 0 0,1 1 0,-1-1-1,0 0 1,0-1 0,0 1 0,0 0 0,-1-1-1,1 0 1,-1 0 0,0 0 0,1 0 0,-1 0 0,0 0-1,-1 0 1,1 0 0,0-1 0,-1 1 0,0-1-1,0 1 1,0-1 0,0 0 0,0-4 0,2-13-1814,-1 0 0,-1-37 0,-1 47 1000,0-38-2539</inkml:trace>
</inkml:ink>
</file>

<file path=ppt/ink/ink3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49.417"/>
    </inkml:context>
    <inkml:brush xml:id="br0">
      <inkml:brushProperty name="width" value="0.025" units="cm"/>
      <inkml:brushProperty name="height" value="0.025" units="cm"/>
    </inkml:brush>
  </inkml:definitions>
  <inkml:trace contextRef="#ctx0" brushRef="#br0">39 62 5189,'0'0'1922,"-38"-48"-1730,38 40-160,0 2-2146</inkml:trace>
</inkml:ink>
</file>

<file path=ppt/ink/ink3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49.711"/>
    </inkml:context>
    <inkml:brush xml:id="br0">
      <inkml:brushProperty name="width" value="0.025" units="cm"/>
      <inkml:brushProperty name="height" value="0.025" units="cm"/>
    </inkml:brush>
  </inkml:definitions>
  <inkml:trace contextRef="#ctx0" brushRef="#br0">1 245 6054,'0'0'3197,"7"2"-762,-5-1-2289,1 0 1,-1 0 0,0 0-1,1 0 1,-1-1 0,1 1-1,-1-1 1,0 0 0,1 0-1,-1 0 1,1 0 0,-1 0-1,1 0 1,-1 0 0,1-1-1,-1 0 1,0 1 0,1-1-1,-1 0 1,0 0 0,0 0-1,1 0 1,-1-1 0,0 1-1,0 0 1,0-1 0,-1 0-1,1 1 1,0-1 0,0 0-1,-1 0 1,1 0 0,-1 0-1,0 0 1,0 0 0,0-1-1,2-3 1,28-62 1493,-27 55-1502,0 1-1,1 0 1,1 1-1,0-1 1,0 1 0,1 0-1,1 1 1,0 0 0,17-18-1,-23 27-131,0-1 1,-1 1-1,1-1 0,0 1 1,0 0-1,0 0 0,0 0 0,0 0 1,0 0-1,1 0 0,-1 0 0,0 1 1,0-1-1,0 1 0,1 0 0,-1 0 1,0 0-1,1 0 0,-1 0 1,0 0-1,0 0 0,1 1 0,-1-1 1,0 1-1,0 0 0,1 0 0,-1-1 1,0 1-1,0 1 0,0-1 1,0 0-1,-1 0 0,1 1 0,0-1 1,2 4-1,-2-3-9,0 1 0,0 0 0,-1-1 1,1 1-1,-1 0 0,0 0 0,1 0 0,-1 0 0,-1 0 1,1 0-1,0 0 0,-1 0 0,0 0 0,0 0 1,0 0-1,0 1 0,0-1 0,0 0 0,-1 0 0,0 0 1,1 0-1,-1 0 0,0 0 0,-1 0 0,1 0 0,-2 2 1,-1 2-251,0-1 1,-1 0 0,0 0 0,0 0 0,-1-1-1,1 1 1,-1-2 0,-10 8 0,11-9-233,1 0 1,-1-1-1,0 1 1,0-1-1,0 0 0,0-1 1,0 1-1,0-1 1,0 0-1,-1 0 0,1-1 1,0 0-1,-8 0 1,-2-5-2767,2-10-737</inkml:trace>
</inkml:ink>
</file>

<file path=ppt/ink/ink3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49.945"/>
    </inkml:context>
    <inkml:brush xml:id="br0">
      <inkml:brushProperty name="width" value="0.025" units="cm"/>
      <inkml:brushProperty name="height" value="0.025" units="cm"/>
    </inkml:brush>
  </inkml:definitions>
  <inkml:trace contextRef="#ctx0" brushRef="#br0">0 1 15567,'0'0'993,"28"60"-513,-20-23 449,0 8-352,1 3-289,-2 3-96,2 3-128,-3-2-32,1-3-32,-5-7-288,1-9-1122,-3-7-768,0-10-800,-13-10-2147</inkml:trace>
</inkml:ink>
</file>

<file path=ppt/ink/ink3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50.758"/>
    </inkml:context>
    <inkml:brush xml:id="br0">
      <inkml:brushProperty name="width" value="0.025" units="cm"/>
      <inkml:brushProperty name="height" value="0.025" units="cm"/>
    </inkml:brush>
  </inkml:definitions>
  <inkml:trace contextRef="#ctx0" brushRef="#br0">1 232 11179,'0'0'2258,"6"-9"-1249,3-1-864,0 0 0,1 1 0,1 0 0,-1 1 1,1 0-1,0 1 0,1 0 0,0 1 1,17-7-1,40-18 824,-13 5-419,0 3 1,64-17 0,-153 71 20,2-7-36,16-14-425,0 2 1,0 0-1,1 0 1,0 2-1,1 0 0,-11 15 1,23-28-111,1-1 0,-1 1 0,1-1-1,-1 1 1,1-1 0,-1 1 0,1 0 0,0-1 0,-1 1-1,1-1 1,0 1 0,-1 0 0,1-1 0,0 1 0,0 0 0,-1-1-1,1 1 1,0 0 0,0 0 0,0-1 0,0 1 0,0 0 0,0-1-1,0 1 1,0 0 0,0-1 0,1 1 0,-1 0 0,0 0 0,0-1-1,1 1 1,-1 0 0,0-1 0,1 1 0,-1-1 0,0 1 0,1 0-1,-1-1 1,1 1 0,-1-1 0,1 1 0,-1-1 0,1 0 0,0 1-1,-1-1 1,1 1 0,-1-1 0,1 0 0,0 0 0,-1 1-1,1-1 1,0 0 0,0 0 0,-1 0 0,1 0 0,0 0 0,-1 0-1,1 0 1,0 0 0,0 0 0,-1 0 0,1 0 0,1 0 0,3-1-3,0 1 1,0-1 0,0 0 0,1 0 0,-1 0 0,0-1-1,7-3 1,2-3 14,-1-1 0,0 0 0,0-1 0,14-15 0,-23 21 0,1-1 0,-1 1 0,-1-1 0,1 1 0,-1-1 0,0 0 0,0-1 0,0 1 0,0 0 0,-1-1 0,0 1 0,-1-1 0,1 0 0,1-11 0,-3 16 25,0 1-1,0-1 0,0 0 0,0 1 1,-1-1-1,1 1 0,0-1 0,0 1 0,0-1 1,-1 1-1,1-1 0,0 1 0,-1-1 0,1 1 1,0 0-1,-1-1 0,1 1 0,-1-1 0,1 1 1,0 0-1,-1-1 0,1 1 0,-1 0 0,1 0 1,-1-1-1,1 1 0,-1 0 0,1 0 0,-1 0 1,0 0-1,1-1 0,-1 1 0,1 0 0,-1 0 1,1 0-1,-1 0 0,1 0 0,-1 0 1,0 1-1,0-1 8,0 0-1,0 0 1,0 0 0,0 1 0,0-1 0,0 0-1,0 0 1,0 1 0,0-1 0,0 1 0,0-1-1,0 1 1,0-1 0,1 1 0,-1 0 0,0-1-1,0 1 1,1 0 0,-1 0 0,1 0 0,-1-1-1,0 3 1,0 0-18,0 0-1,1 1 1,-1-1-1,1 0 1,0 1-1,0-1 0,0 1 1,0-1-1,1 0 1,-1 1-1,1-1 1,0 0-1,0 1 1,0-1-1,1 0 1,-1 0-1,1 0 1,-1 0-1,1 0 1,0 0-1,0-1 1,0 1-1,1-1 1,-1 1-1,1-1 1,-1 0-1,1 0 0,0 0 1,0 0-1,4 2 1,-1-1-121,-1 0 1,1 0 0,0 0-1,0-1 1,0 0-1,1 0 1,-1-1 0,0 0-1,1 0 1,-1 0-1,1-1 1,-1 0 0,1 0-1,-1-1 1,11-1-1,-15 1 49,1 0 0,-1 0-1,1 0 1,-1 0 0,0 0 0,0-1-1,0 1 1,0-1 0,0 1-1,0-1 1,0 0 0,0 0-1,0 0 1,-1 0 0,1 0-1,-1 0 1,2-4 0,12-42-177,-1 2 735,-13 45-506,-1 1 0,1 0 0,-1 0 0,0 0 0,1-1-1,-1 1 1,1 0 0,-1 0 0,1 0 0,-1 0 0,1 0 0,-1 0 0,0 0 0,1 0 0,-1 0 0,1 0 0,-1 0 0,1 0 0,-1 0-1,1 0 1,-1 0 0,1 1 0,-1-1 0,0 0 0,1 0 0,-1 0 0,1 1 0,-1-1 0,0 0 0,1 1 0,-1-1 0,0 0-1,1 1 1,-1-1 0,0 0 0,0 1 0,1-1 0,-1 0 0,0 1 0,0-1 0,0 1 0,1-1 0,-1 1 0,0-1 0,0 1-1,13 21 12,-13-22-12,17 39 46,-4-13 63,-12-29-109,0 1 0,0 0-1,0-1 1,-1 1-1,1-1 1,-1 1-1,1-1 1,-1 1-1,0-1 1,0 1-1,0 0 1,0-1 0,-1-3-1,0 1-5,1 0 0,0 0 0,1-1 0,-1 1 0,1 0 1,0 0-1,0 0 0,1 0 0,3-8 0,-4 11 0,1 0 0,-1 0 1,1 0-1,0 1 0,0-1 0,0 0 1,0 1-1,0-1 0,0 1 0,0 0 0,1-1 1,-1 1-1,0 0 0,1 1 0,-1-1 1,1 0-1,-1 1 0,1-1 0,-1 1 1,1 0-1,-1 0 0,4 0 0,2 0 29,0 1-1,-1 0 1,1 0-1,0 1 0,0 0 1,0 0-1,-1 1 0,1 0 1,-1 0-1,0 1 0,0 0 1,0 0-1,6 6 0,26 13-1628,4-7-3854,-27-15-48</inkml:trace>
</inkml:ink>
</file>

<file path=ppt/ink/ink3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51.180"/>
    </inkml:context>
    <inkml:brush xml:id="br0">
      <inkml:brushProperty name="width" value="0.025" units="cm"/>
      <inkml:brushProperty name="height" value="0.025" units="cm"/>
    </inkml:brush>
  </inkml:definitions>
  <inkml:trace contextRef="#ctx0" brushRef="#br0">133 18 13100,'0'0'5355,"-7"-3"-3957,-26-11-688,30 14-661,1-1 0,0 1 0,-1 0 0,1 0-1,0 0 1,-1 1 0,1-1 0,0 0-1,0 1 1,-1 0 0,1-1 0,0 1-1,0 0 1,0 0 0,0 0 0,0 1-1,0-1 1,0 0 0,0 1 0,0-1-1,1 1 1,-1 0 0,1-1 0,-1 1 0,1 0-1,0 0 1,-1 0 0,-1 4 0,-2 3 7,0 1 1,0-1 0,1 1-1,-4 16 1,6-21-55,1-1 1,-1 1-1,2 0 0,-1 0 1,0 0-1,1 0 1,0 0-1,0-1 0,1 1 1,-1 0-1,1 0 0,0 0 1,0 0-1,0-1 0,1 1 1,2 4-1,-2-6-1,1 0 0,-1 0 0,1 0 0,-1-1 1,1 1-1,0-1 0,0 0 0,0 0 0,1 0 0,-1 0 0,0 0 0,1-1 0,-1 0 0,1 1 0,-1-1 1,1-1-1,0 1 0,-1 0 0,1-1 0,0 0 0,4 0 0,7 0-33,0-1 0,0-1 0,0-1 0,0 0 0,0 0 0,-1-2 0,0 0 0,0 0 0,0-1 0,-1-1 0,0-1 0,0 1 0,0-2 0,-1 0 0,-1-1 0,1 0 0,14-17 0,-23 23 33,0 1 1,0 0 0,0-1-1,-1 0 1,1 0 0,-1 0-1,3-7 1,-5 10-1,0 0 0,0 1 0,1-1 0,-1 0 0,0 0 0,0 1 0,0-1 0,0 0 0,0 0 0,-1 0 0,1 1 0,0-1 0,0 0 0,0 0 0,-1 1 0,1-1 0,0 0 0,-1 1 0,1-1 0,0 0 0,-1 1 0,1-1 0,-1 0 0,1 1 0,-1-1 0,1 1 0,-1-1 0,0 1 0,1-1 0,-1 1 0,0 0 1,1-1-1,-1 1 0,0 0 0,0-1 0,1 1 0,-1 0 0,0 0 0,0 0 0,1-1 0,-1 1 0,0 0 0,0 0 0,1 0 0,-1 0 0,0 1 0,0-1 0,0 0 0,0 0 0,-6 1-6,1-1-1,-1 1 1,0 0 0,1 0 0,-1 1 0,1-1 0,0 1 0,0 1 0,0 0-1,0-1 1,0 2 0,0-1 0,-7 7 0,9-8 8,1 1 0,0 0 0,0 0 0,0 0 1,0 1-1,1-1 0,-1 1 0,1-1 0,0 1 0,0 0 0,0 0 0,0 0 0,1 0 1,0 0-1,0 0 0,0 0 0,0 0 0,0 1 0,1-1 0,0 0 0,0 0 1,1 5-1,-1-7-2,1 0 1,0-1 0,0 1 0,0 0-1,0-1 1,0 1 0,0-1 0,0 1-1,1-1 1,-1 1 0,0-1 0,1 0-1,-1 0 1,1 0 0,0 0-1,-1 0 1,1 0 0,0 0 0,0 0-1,-1-1 1,1 1 0,0-1 0,0 1-1,0-1 1,0 0 0,0 0 0,0 1-1,2-2 1,61 1 22,-65 0-24,16-2-197,-1-1-1,0 0 0,1-1 1,-1-1-1,24-11 0,34-21-4552,2-9-4347</inkml:trace>
</inkml:ink>
</file>

<file path=ppt/ink/ink3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57.387"/>
    </inkml:context>
    <inkml:brush xml:id="br0">
      <inkml:brushProperty name="width" value="0.025" units="cm"/>
      <inkml:brushProperty name="height" value="0.025" units="cm"/>
    </inkml:brush>
  </inkml:definitions>
  <inkml:trace contextRef="#ctx0" brushRef="#br0">7 241 8712,'0'0'5451,"-3"9"-5312,2-6-113,0 0 0,1 1 0,-1-1 0,1 0 0,-1 0 0,1 1 0,0-1 0,0 0 0,0 0 0,1 1 1,-1-1-1,1 0 0,1 4 0,0-3 46,0 0 0,1 0 1,-1 0-1,1 0 0,0-1 1,0 0-1,0 1 0,0-1 1,1 0-1,-1 0 0,8 4 1,-5-3 4,0 0 0,0-1 0,0 0 1,0 0-1,1 0 0,-1-1 0,1 1 0,0-2 1,-1 1-1,1-1 0,0 0 0,0 0 1,0-1-1,0 0 0,0 0 0,0-1 0,0 0 1,0 0-1,0-1 0,-1 1 0,1-1 1,0-1-1,-1 0 0,0 1 0,1-2 0,-1 1 1,-1-1-1,1 0 0,7-7 0,13-12 88,-1-1-1,-1-2 0,-1 0 0,32-51 1,-23 33-207,-20 27 67,-3 5-8,-1 1 0,1-1-1,1 1 1,0 1 0,20-17 0,-27 26-17,-1-1 1,1 0-1,0 1 0,0-1 1,0 1-1,0 0 1,0 0-1,0 0 0,0 1 1,0-1-1,1 1 1,-1 0-1,0-1 0,0 1 1,0 1-1,1-1 1,-1 0-1,0 1 0,0 0 1,0-1-1,0 1 1,0 1-1,0-1 0,0 0 1,0 1-1,0-1 1,-1 1-1,1 0 1,0 0-1,-1 0 0,4 4 1,37 35 62,-27-25-21,0 0-1,29 20 1,-38-32-34,-1 0 0,1 0 0,0 0 0,1-1 0,-1-1-1,0 1 1,1-1 0,0 0 0,-1-1 0,1 1 0,10-1 0,-5 0-491,0-1 1,-1-1-1,1 0 1,0-1-1,-1 0 1,1-1-1,19-7 1,12-9-4429</inkml:trace>
</inkml:ink>
</file>

<file path=ppt/ink/ink3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54.503"/>
    </inkml:context>
    <inkml:brush xml:id="br0">
      <inkml:brushProperty name="width" value="0.025" units="cm"/>
      <inkml:brushProperty name="height" value="0.025" units="cm"/>
    </inkml:brush>
  </inkml:definitions>
  <inkml:trace contextRef="#ctx0" brushRef="#br0">263 82 4292,'2'-4'587,"-1"0"0,0 0 1,0-1-1,0 1 0,0-1 0,-1 1 1,0 0-1,0-1 0,0 1 0,0-1 0,-1 1 1,-2-8-1,3 11-380,-1 0 0,1 0 1,-1 0-1,1 0 0,-1 0 0,0 0 1,1 0-1,-1 0 0,0 0 0,0 1 1,0-1-1,0 0 0,0 0 1,0 1-1,0-1 0,0 0 0,0 1 1,0-1-1,-2 0 0,1 1-126,-1 0 0,1-1 0,-1 1 1,1 0-1,-1 0 0,1 1 0,-1-1 0,1 0 0,-1 1 0,1 0 0,-1-1 0,-3 3 1,-4 2-7,0 0 0,1 1 1,0 0-1,0 0 1,1 1-1,0 0 1,0 1-1,1 0 1,-13 17-1,4-3 47,1 1 1,-21 44-1,27-47-109,1 0 1,1 0-1,1 1 1,1 0-1,1 0 1,1 0-1,0 0 1,2 1 0,0-1-1,2 1 1,0-1-1,5 25 1,-5-41-40,0 0 1,0 0 0,0 0-1,1-1 1,0 1-1,0 0 1,0-1-1,0 0 1,1 1 0,-1-1-1,1 0 1,0-1-1,1 1 1,-1 0-1,1-1 1,-1 1 0,1-1-1,0 0 1,0-1-1,0 1 1,1-1 0,-1 0-1,1 0 1,-1 0-1,1 0 1,0-1-1,0 0 1,-1 0 0,1 0-1,0 0 1,8-1-1,-3 0-388,-1-1 0,0-1-1,1 0 1,-1 0 0,0-1 0,0 0-1,0 0 1,-1-1 0,1 0 0,-1-1-1,0 0 1,0 0 0,0-1 0,-1 1-1,12-14 1,19-26-4866</inkml:trace>
</inkml:ink>
</file>

<file path=ppt/ink/ink3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55.128"/>
    </inkml:context>
    <inkml:brush xml:id="br0">
      <inkml:brushProperty name="width" value="0.025" units="cm"/>
      <inkml:brushProperty name="height" value="0.025" units="cm"/>
    </inkml:brush>
  </inkml:definitions>
  <inkml:trace contextRef="#ctx0" brushRef="#br0">38 0 13261,'0'0'2498,"-7"11"-2386,4-6-91,-1 0 10,1-1-1,0 1 0,0 0 1,1 0-1,0 0 1,0 1-1,0-1 0,0 0 1,1 1-1,0-1 0,0 1 1,0 0-1,1-1 0,0 1 1,1 9-1,30 160 1076,-13-81-920,-3 1 1,3 127 0,-18-222-174,0 0 0,0 0 0,0-1 0,0 1 0,0 0 1,0 0-1,0 0 0,0 0 0,0 0 0,0 0 0,0-1 0,0 1 1,0 0-1,0 0 0,0 0 0,0 0 0,0 0 0,0 0 1,0 0-1,0-1 0,-1 1 0,1 0 0,0 0 0,0 0 0,0 0 1,0 0-1,0 0 0,0 0 0,0 0 0,0 0 0,-1 0 0,1 0 1,0 0-1,0 0 0,0 0 0,0-1 0,0 1 0,0 0 0,-1 0 1,1 0-1,0 0 0,0 0 0,0 0 0,0 0 0,0 0 0,0 1 1,-1-1-1,1 0 0,0 0 0,0 0 0,0 0 0,0 0 0,0 0 1,0 0-1,0 0 0,-1 0 0,1 0 0,0 0 0,0 0 1,0 0-1,0 1 0,0-1 0,0 0 0,0 0 0,0 0 0,0 0 1,0 0-1,0 0 0,0 1 0,-7-12 834,3-1-795,1-1 1,1-1 0,0 1 0,0 0-1,2 0 1,0-1 0,0 1-1,1 0 1,4-20 0,-4 25-54,1 1 1,0 0 0,0-1 0,1 1 0,-1 0-1,2 0 1,-1 1 0,1-1 0,0 1 0,0-1 0,1 1-1,0 1 1,0-1 0,0 1 0,1-1 0,-1 2-1,1-1 1,8-4 0,-12 8-3,0-1 0,1 1 1,0 0-1,-1-1 0,1 1 0,0 1 0,0-1 1,-1 0-1,1 1 0,0-1 0,0 1 1,0 0-1,0 0 0,0 0 0,-1 0 1,1 1-1,0-1 0,0 1 0,0 0 0,0-1 1,-1 1-1,1 1 0,0-1 0,-1 0 1,1 1-1,-1-1 0,0 1 0,1 0 0,-1-1 1,0 1-1,3 4 0,4 5 8,-1 1-1,0 0 1,-1 1 0,0 0-1,6 17 1,12 21-3,-21-44-68,0-1-1,0 0 0,1-1 1,0 1-1,0-1 0,0 0 1,1 0-1,-1 0 0,9 4 1,-13-8 15,1 0 0,0-1 1,-1 1-1,1-1 1,0 1-1,0-1 0,0 1 1,0-1-1,-1 0 1,1 0-1,0 0 0,0 0 1,0 0-1,0 0 1,0-1-1,-1 1 0,1-1 1,0 1-1,0-1 1,-1 0-1,1 1 0,0-1 1,-1 0-1,1 0 1,0 0-1,-1 0 0,0-1 1,1 1-1,-1 0 1,0-1-1,1 1 0,-1-1 1,0 1-1,0-1 1,0 1-1,0-1 0,-1 0 1,1 1-1,1-5 1,3-4 28,-1 0 0,0-1 0,0 0 1,-1 0-1,-1 0 0,2-17 1,-1-15 2762,-3 52-2624,2-1-1,-1 0 1,1 0 0,0 0 0,1 0-1,0 0 1,0-1 0,1 1 0,0-1 0,0 0-1,1 0 1,-1 0 0,2 0 0,-1-1 0,1 0-1,10 9 1,-10-11-344,-1 1 0,1-1 0,1 1 0,-1-2 0,1 1 0,-1-1 0,1 0 0,0 0 0,0-1 0,0 0 0,1 0 0,9 1 0,0-4-3099,-3-7-1762</inkml:trace>
</inkml:ink>
</file>

<file path=ppt/ink/ink3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55.284"/>
    </inkml:context>
    <inkml:brush xml:id="br0">
      <inkml:brushProperty name="width" value="0.025" units="cm"/>
      <inkml:brushProperty name="height" value="0.025" units="cm"/>
    </inkml:brush>
  </inkml:definitions>
  <inkml:trace contextRef="#ctx0" brushRef="#br0">1 0 15503,'0'0'160,"35"43"-14125</inkml:trace>
</inkml:ink>
</file>

<file path=ppt/ink/ink3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58.826"/>
    </inkml:context>
    <inkml:brush xml:id="br0">
      <inkml:brushProperty name="width" value="0.025" units="cm"/>
      <inkml:brushProperty name="height" value="0.025" units="cm"/>
    </inkml:brush>
  </inkml:definitions>
  <inkml:trace contextRef="#ctx0" brushRef="#br0">3 495 5701,'-1'21'4282,"-1"-28"1760,3-20-1397,3 8-5931,27-50 1778,49-80 1,-47 90-473,53-124 0,-86 180-67,-6 14 7,-6 24-12,11-27 42,2 0 1,-1 0-1,1 0 0,0-1 1,0 1-1,1 0 0,0-1 0,1 1 1,5 10-1,39 67 31,-9-21-4,-32-51-12,0 0 0,0 1-1,-1-1 1,-1 1 0,0 0 0,-1 0-1,-1 1 1,1 19 0,-3-33 1,0 1-1,-1 0 1,1-1 0,-1 1 0,1-1 0,-1 1 0,0-1-1,0 1 1,1-1 0,-1 0 0,0 1 0,0-1-1,-1 0 1,1 0 0,0 1 0,0-1 0,0 0-1,-1 0 1,1 0 0,-1-1 0,1 1 0,0 0 0,-1 0-1,0-1 1,1 1 0,-1-1 0,1 0 0,-1 1-1,0-1 1,1 0 0,-1 0 0,-1 0 0,-67 2 33,51-3-110,0 1-313,-42-2-2230,58 1 2100,0 1 1,0-1-1,0 0 0,0 0 0,0 0 0,0 0 1,1-1-1,-1 1 0,-4-4 0,2-3-3415,5-4-672</inkml:trace>
</inkml:ink>
</file>

<file path=ppt/ink/ink3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8:59.717"/>
    </inkml:context>
    <inkml:brush xml:id="br0">
      <inkml:brushProperty name="width" value="0.025" units="cm"/>
      <inkml:brushProperty name="height" value="0.025" units="cm"/>
    </inkml:brush>
  </inkml:definitions>
  <inkml:trace contextRef="#ctx0" brushRef="#br0">259 95 7976,'0'0'1195,"0"-8"1010,1-1-1871,0-35 3048,-1 43-3236,0-1 1,-1 1 0,1-1-1,0 1 1,-1-1-1,1 1 1,-1 0 0,1-1-1,-1 1 1,0 0 0,0-1-1,1 1 1,-1 0-1,0 0 1,0 0 0,0 0-1,0 0 1,0 0 0,-1 0-1,1 0 1,0 0-1,0 1 1,-1-1 0,1 0-1,0 1 1,-1-1 0,1 1-1,-1-1 1,-2 1-1,-5-1-13,-1 0-1,0 1 1,0 0-1,0 1 0,0 0 1,0 0-1,1 1 1,-1 1-1,1-1 0,-1 1 1,1 1-1,0 0 0,0 0 1,0 1-1,-14 11 1,17-12-127,1 1 0,0 0 0,0 0 0,0 0 0,1 1 0,-1-1 0,2 1 0,-1 0 0,0 0 0,1 1 0,0-1 0,1 1 0,0-1 0,0 1 0,0 0 0,0 0 1,1 0-1,1 0 0,-1 0 0,1 0 0,0 0 0,0 0 0,2 8 0,-2-14-12,0 0 1,0 1 0,0-1-1,1 0 1,-1 1-1,0-1 1,1 1-1,-1-1 1,1 0 0,-1 0-1,1 1 1,-1-1-1,1 0 1,0 0-1,0 0 1,0 1-1,-1-1 1,1 0 0,0 0-1,0-1 1,0 1-1,1 0 1,-1 0-1,0 0 1,0-1 0,0 1-1,1 0 1,-1-1-1,0 1 1,1-1-1,-1 0 1,0 1-1,1-1 1,-1 0 0,0 0-1,1 0 1,-1 0-1,1 0 1,1 0-1,0-1-7,1 0-1,0 0 0,-1-1 0,0 1 0,1-1 0,-1 0 1,0 0-1,1 0 0,-1 0 0,0 0 0,-1-1 0,1 1 1,3-5-1,13-18 34,-2-1 1,20-39 0,-14 23 18,-20 44 81,0 13-118,1 21-22,-4-33 36,5 76 104,-4-36-81,2 0 0,1-1 0,3 1 0,22 75 0,-27-113-39,0-1 1,0 1 0,0 0-1,1 0 1,0-1-1,0 0 1,0 1 0,0-1-1,1-1 1,7 8-1,-10-10 6,1 0 0,-1-1-1,1 1 1,-1 0-1,1-1 1,0 1-1,-1-1 1,1 1 0,-1-1-1,1 0 1,0 1-1,-1-1 1,1 0 0,0 0-1,-1 0 1,1 0-1,0-1 1,-1 1-1,1 0 1,0-1 0,-1 1-1,1-1 1,-1 0-1,1 1 1,-1-1 0,1 0-1,-1 0 1,1 0-1,-1 0 1,0 0-1,0 0 1,1 0 0,-1-1-1,0 1 1,0 0-1,0-1 1,1-1 0,12-17 22,-1-1 1,0-1 0,-2 0 0,0 0-1,-2-1 1,12-40 0,23-147-28,-39 167 39,-5 38-23,0 19-44,0-4 3,0 10 46,0 10 13,1 1 0,6 39 0,-6-62-32,0-1 1,1 1-1,0-1 0,1 0 0,-1 0 1,1 0-1,1 0 0,-1 0 0,1 0 1,1-1-1,-1 0 0,1 0 0,0 0 1,10 8-1,-14-12 2,1-1 0,-1 0 0,0 0 0,1 0 0,0 0 0,-1 0 0,1 0 0,0 0 0,-1-1 0,1 1 0,0-1 0,0 1 0,-1-1 0,1 1 0,0-1 1,0 0-1,0 0 0,0 0 0,-1 0 0,1 0 0,0-1 0,0 1 0,0 0 0,-1-1 0,4-1 0,-2 0 3,0 0 0,0 0 0,0 0 0,-1-1 0,1 0 0,-1 1 0,1-1 0,-1 0 0,0 0 1,0 0-1,0-1 0,1-2 0,5-12 13,-1 0 0,-1 0 0,6-33 0,0-71-112,-11 133 100,0-1-1,1 1 0,0-1 0,1 0 0,0 0 0,0 0 1,1 0-1,0 0 0,1-1 0,0 0 0,0 0 0,1 0 0,8 9 1,-9-12-99,1 0 0,0 0 0,0 0 0,0-1 0,1 0 0,0 0 0,0 0 0,0-1 0,0 0 0,1 0 0,-1-1 0,1 0 0,0-1 0,0 1 0,0-2 0,0 1 0,9 0 0,-10-1-692,1-1 1,-1 0-1,0 0 1,0-1-1,0 0 0,0 0 1,0 0-1,0-1 0,-1 0 1,1-1-1,9-4 1,15-11-5279</inkml:trace>
</inkml:ink>
</file>

<file path=ppt/ink/ink3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00.496"/>
    </inkml:context>
    <inkml:brush xml:id="br0">
      <inkml:brushProperty name="width" value="0.025" units="cm"/>
      <inkml:brushProperty name="height" value="0.025" units="cm"/>
    </inkml:brush>
  </inkml:definitions>
  <inkml:trace contextRef="#ctx0" brushRef="#br0">233 172 9513,'0'0'3481,"-7"-8"-1346,3 5-1908,1-1 4,0 0 0,0 1 0,0-1 0,-1 1-1,1 0 1,-1 0 0,0 1 0,0-1 0,0 1 0,0 0 0,-1 0 0,1 0-1,0 1 1,-1-1 0,0 1 0,1 0 0,-7 0 0,5 0-43,-1 1 1,0 1-1,0-1 1,0 1 0,1 1-1,-1-1 1,1 1-1,-1 0 1,1 0-1,-1 1 1,1 0-1,0 0 1,-7 6-1,9-6-185,0 1-1,0-1 1,0 1 0,1 0-1,0 1 1,0-1-1,0 0 1,0 1-1,1 0 1,-1-1-1,1 1 1,1 0-1,-1 0 1,1 1-1,-1-1 1,1 0-1,0 10 1,1-12-7,0 1-1,-1-1 1,2 1 0,-1-1-1,0 1 1,1-1 0,0 1-1,-1-1 1,1 1 0,1-1-1,-1 0 1,0 0 0,1 0-1,0 0 1,-1 0 0,1 0-1,0 0 1,1 0 0,-1-1-1,3 3 1,-3-3-19,0-1 0,0 0 0,1 0 0,-1 0-1,0 0 1,0 0 0,1 0 0,-1-1 0,1 1 0,-1-1 0,1 0 0,-1 1-1,0-1 1,1 0 0,-1-1 0,1 1 0,-1 0 0,1-1 0,-1 1 0,0-1-1,1 0 1,-1 0 0,0 0 0,1 0 0,-1 0 0,0 0 0,0-1 0,0 1-1,3-4 1,2 0 20,0-1 0,0-1-1,-1 1 1,0-1-1,0 0 1,-1-1 0,1 1-1,-2-1 1,1 0 0,-1 0-1,0-1 1,-1 1-1,0-1 1,0 0 0,-1 0-1,0 0 1,-1 0 0,1-15-1,-2 23 16,0 0 0,0 0 1,0 1-1,0-1 0,0 0 0,-1 1 0,1-1 0,0 0 0,0 0 0,-1 1 1,1-1-1,0 0 0,-1 1 0,1-1 0,0 1 0,-1-1 0,1 0 1,-1 1-1,1-1 0,-1 1 0,0-1 0,1 1 0,-1 0 0,1-1 0,-1 1 1,0-1-1,1 1 0,-1 0 0,0 0 0,0-1 0,1 1 0,-1 0 0,0 0 1,0 0-1,1 0 0,-1 0 0,0 0 0,0 0 0,1 0 0,-1 0 0,0 0 1,1 0-1,-1 1 0,0-1 0,0 0 0,0 1 0,-1-1 9,0 1 0,0 0 0,1-1 0,-1 1 0,0 0-1,0 0 1,1 0 0,-1 0 0,1 0 0,-1 1 0,1-1-1,-1 0 1,1 1 0,0-1 0,0 1 0,0-1 0,0 1 0,-1 2-1,0 1-14,1 0 0,0 0-1,0 0 1,0 1 0,1-1-1,0 0 1,0 1 0,0-1-1,1 1 1,0-1 0,0 0-1,0 0 1,0 0 0,1 1-1,0-1 1,0-1 0,0 1-1,1 0 1,0 0 0,0-1-1,0 0 1,0 1 0,7 5-1,-5-5-1,-1-1-1,1 0 1,0 0-1,1 0 0,-1-1 1,1 0-1,-1 0 0,1 0 1,0-1-1,0 1 0,0-1 1,0-1-1,0 1 0,1-1 1,-1 0-1,0-1 0,1 0 1,-1 0-1,10-1 0,-11 0-5,0-1 0,-1 0 0,1 0 0,-1 0 0,0-1 0,0 1 0,0-1 0,0 0 0,0 0 0,-1-1 0,1 1 0,-1-1 0,0 1 0,0-1 0,0 0 0,-1 0 0,1 0 0,-1-1 0,0 1 0,3-8 0,2-8-3,0 1-1,-2-1 1,5-29-1,-9 23 3,3-13 134,16 81-200,-10-14 76,28 70 31,-33-87-35,0-1 1,1 0-1,0 0 1,0 0-1,1-1 1,14 15-1,-21-24-1,1 1-1,-1 0 1,1-1-1,-1 1 0,1-1 1,0 1-1,-1-1 1,1 1-1,-1-1 1,1 1-1,0-1 0,-1 1 1,1-1-1,0 0 1,0 1-1,-1-1 0,1 0 1,0 0-1,0 0 1,-1 0-1,1 1 0,0-1 1,0 0-1,0 0 1,-1 0-1,1-1 1,0 1-1,0 0 0,0 0 1,-1 0-1,1 0 1,0-1-1,0 1 0,-1 0 1,1-1-1,0 1 1,-1-1-1,1 1 1,0-1-1,-1 1 0,1-1 1,-1 1-1,1-1 1,-1 0-1,1 1 0,-1-1 1,1 0-1,-1 1 1,0-1-1,1 0 0,-1 1 1,0-1-1,0 0 1,1 0-1,-1-1 1,9-52 103,-8 45-97,1-4-7,2-18-2,1 0-1,9-32 1,-12 55 3,0 1 0,1 0 0,0 0 0,0 0 0,0 1 0,1-1 0,0 1 0,0 0 0,1 0 0,0 0-1,0 0 1,0 1 0,0 0 0,10-6 0,-12 9-6,0 1-1,1-1 0,-1 1 0,1 0 1,-1 0-1,1 0 0,-1 1 1,1-1-1,0 1 0,-1 0 0,1 0 1,0 0-1,-1 0 0,7 2 1,57 19-10,-9-4-94,-10-13-3591,-29-4-1341</inkml:trace>
</inkml:ink>
</file>

<file path=ppt/ink/ink3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00.889"/>
    </inkml:context>
    <inkml:brush xml:id="br0">
      <inkml:brushProperty name="width" value="0.025" units="cm"/>
      <inkml:brushProperty name="height" value="0.025" units="cm"/>
    </inkml:brush>
  </inkml:definitions>
  <inkml:trace contextRef="#ctx0" brushRef="#br0">39 176 15759,'0'0'6326,"10"-8"-6129,9-5-146,1 0 0,0 0 0,30-12-1,-40 21 10,53-26-75,-60 28 48,0 1 0,-1 0 0,0-1 1,1 0-1,-1 1 0,0-1 0,0 0 0,0 0 1,0 0-1,0 0 0,0-1 0,-1 1 1,1 0-1,-1-1 0,1 1 0,-1-1 0,0 0 1,0 1-1,0-1 0,0-3 0,-1 5 6,-1 0 0,1 0 1,0 0-1,-1 0 0,1 0 0,-1 0 0,1 0 0,-1 0 0,1 0 0,-1 1 0,0-1 0,1 0 0,-1 0 0,0 0 0,0 1 1,0-1-1,0 1 0,1-1 0,-1 0 0,0 1 0,0 0 0,0-1 0,0 1 0,0-1 0,0 1 0,0 0 0,0 0 1,0 0-1,-1 0 0,0 0 0,-40-2-117,35 2 156,0 0-73,-1 1 0,1 0 0,0 1 0,-1-1-1,1 1 1,0 1 0,0 0 0,0 0 0,0 0 0,1 0 0,-1 1-1,1 0 1,0 1 0,0 0 0,0-1 0,1 2 0,0-1 0,0 1-1,0 0 1,0 0 0,1 0 0,0 0 0,1 1 0,-5 9 0,1 0 2,0 2 0,1-1 0,0 1 1,2 0-1,0 0 0,1 0 0,1 0 1,0 37-1,2-50-8,0 0 0,1-1 1,-1 1-1,1 0 0,1-1 0,-1 1 1,0-1-1,1 1 0,0-1 0,0 0 1,0 0-1,1 0 0,-1 0 0,1 0 0,0 0 1,0-1-1,0 1 0,7 4 0,-3-3 17,0-1-1,0 0 0,1 0 0,-1-1 0,1 0 0,0 0 0,0 0 0,0-1 1,0-1-1,9 2 0,4-2-71,0 0-1,0-1 1,-1-1-1,1-1 1,0-1 0,0 0-1,37-13 1,-3-10-1967,-6-11-2376</inkml:trace>
</inkml:ink>
</file>

<file path=ppt/ink/ink3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16.147"/>
    </inkml:context>
    <inkml:brush xml:id="br0">
      <inkml:brushProperty name="width" value="0.025" units="cm"/>
      <inkml:brushProperty name="height" value="0.025" units="cm"/>
    </inkml:brush>
  </inkml:definitions>
  <inkml:trace contextRef="#ctx0" brushRef="#br0">1 0 10282,'0'0'5135,"1"10"-5039,12 91 687,5-1 0,60 191 0,-49-226-372,-15-36-1378,-3-1-3655</inkml:trace>
</inkml:ink>
</file>

<file path=ppt/ink/ink3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16.491"/>
    </inkml:context>
    <inkml:brush xml:id="br0">
      <inkml:brushProperty name="width" value="0.025" units="cm"/>
      <inkml:brushProperty name="height" value="0.025" units="cm"/>
    </inkml:brush>
  </inkml:definitions>
  <inkml:trace contextRef="#ctx0" brushRef="#br0">1 224 13485,'0'0'1185,"1"7"-859,1 3-118,2-1 0,-1 0 0,1 0 0,1 0 0,-1-1 0,1 0 0,1 0 0,0 0 0,0 0 0,0-1 0,1 0 0,0 0 0,0-1 0,1 0 0,14 9 0,-14-10-182,0 0 0,1 0-1,0-1 1,0 0 0,1 0 0,-1-1-1,15 3 1,-19-5-13,0 0 1,0-1-1,0 0 0,0 0 1,0 0-1,1 0 0,-1-1 1,0 0-1,0 0 0,0 0 0,-1-1 1,1 1-1,0-1 0,0 0 1,4-3-1,5-6 211,0 0 1,-1 0-1,0-1 0,-1-1 1,0 0-1,-1-1 0,12-20 1,4-8 87,26-60-1,-52 101-307,5-9 7,-1-1 1,0 0-1,-1 0 1,0 0-1,-1 0 1,0 0-1,-1-1 1,2-18-1,-4 30-19,0 0 0,0-1-1,-1 1 1,1 0 0,0 0 0,0-1-1,0 1 1,0 0 0,-1 0 0,1 0-1,0-1 1,0 1 0,-1 0-1,1 0 1,0 0 0,0 0 0,-1-1-1,1 1 1,0 0 0,-1 0 0,1 0-1,0 0 1,0 0 0,-1 0 0,1 0-1,0 0 1,-1 0 0,1 0 0,0 0-1,-1 0 1,1 0 0,0 0-1,0 0 1,-1 0 0,1 0 0,0 1-1,-1-1 1,1 0 0,0 0 0,0 0-1,-1 0 1,1 0 0,0 1 0,0-1-1,-1 0 1,1 0 0,0 1 0,0-1-1,-14 10-1107,-18 28-4378,18-20-848</inkml:trace>
</inkml:ink>
</file>

<file path=ppt/ink/ink3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17.321"/>
    </inkml:context>
    <inkml:brush xml:id="br0">
      <inkml:brushProperty name="width" value="0.025" units="cm"/>
      <inkml:brushProperty name="height" value="0.025" units="cm"/>
    </inkml:brush>
  </inkml:definitions>
  <inkml:trace contextRef="#ctx0" brushRef="#br0">60 444 14318,'0'0'5365,"-8"-6"-4816,5 3-522,-1 0-1,0 0 0,1-1 0,0 0 0,-1 1 0,2-1 1,-1 0-1,0 0 0,1 0 0,-1-1 0,1 1 0,1-1 1,-1 1-1,1-1 0,-1 0 0,1 1 0,0-1 0,1 0 0,-1-7 1,0-8 6,-3-18 25,3 1 0,3-52 0,-1 80-47,0 0-1,1 0 1,-1 0 0,2 0 0,-1 0-1,1 1 1,1-1 0,-1 1 0,2 0-1,-1 0 1,1 0 0,0 0-1,0 1 1,1 0 0,9-9 0,-13 14-9,1 0 0,-1-1 0,1 2 0,0-1 0,-1 0 1,1 0-1,0 1 0,0-1 0,0 1 0,1 0 0,-1 0 1,0 0-1,0 1 0,0-1 0,1 1 0,-1-1 0,0 1 1,1 0-1,-1 0 0,6 2 0,-5-1-2,1 1 0,-1 0-1,0 0 1,0 0 0,0 1 0,0-1 0,-1 1-1,1 0 1,0 0 0,-1 0 0,0 0 0,0 1-1,3 4 1,3 5-1,-1 0 0,-1 0 0,0 0 0,-1 1-1,-1 0 1,0 0 0,0 1 0,1 15 0,-3-11-52,0-1 0,-2 1 0,-1 30 0,-1-45-185,1 0-1,-1 0 1,0 0 0,0 0 0,0 0 0,0 0 0,-1 0-1,1-1 1,-1 1 0,-3 4 0,4-6-61,-1-1-1,1 1 1,0-1 0,-1 0 0,1 0-1,-1 0 1,1 0 0,-1 0-1,0 0 1,1 0 0,-1-1-1,0 1 1,1 0 0,-1-1 0,0 1-1,0-1 1,0 0 0,0 0-1,1 0 1,-1 0 0,0 0-1,0 0 1,-3-1 0,-8-5-3347,2-12-1650</inkml:trace>
</inkml:ink>
</file>

<file path=ppt/ink/ink3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17.525"/>
    </inkml:context>
    <inkml:brush xml:id="br0">
      <inkml:brushProperty name="width" value="0.025" units="cm"/>
      <inkml:brushProperty name="height" value="0.025" units="cm"/>
    </inkml:brush>
  </inkml:definitions>
  <inkml:trace contextRef="#ctx0" brushRef="#br0">3 1 10762,'0'0'7431,"-3"49"-6310,3-17-224,8 7-545,4 4-159,2 3-129,4 0-64,-1 0 32,1-4-32,-1-4-128,-4-6-2467,-2-9-512,-8-7-3843</inkml:trace>
</inkml:ink>
</file>

<file path=ppt/ink/ink3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17.992"/>
    </inkml:context>
    <inkml:brush xml:id="br0">
      <inkml:brushProperty name="width" value="0.025" units="cm"/>
      <inkml:brushProperty name="height" value="0.025" units="cm"/>
    </inkml:brush>
  </inkml:definitions>
  <inkml:trace contextRef="#ctx0" brushRef="#br0">0 530 12460,'0'0'736,"4"-10"-212,-1 4-512,-1 0 0,1 0-1,1 0 1,-1 0 0,1 0 0,0 1 0,0 0 0,0 0 0,1 0 0,0 0 0,0 1 0,0 0 0,1 0 0,-1 0 0,1 1 0,9-5 0,48-20-2524,-38 18 495,0-1 0,38-24 0,-76 37 8666,-13 11-4442,20-9-2007,0 0 0,0 1 0,1-1-1,-1 1 1,1 0 0,1 0 0,-1 0 0,1 1-1,0 0 1,0 0 0,0 0 0,1 0 0,0 1-1,0-1 1,1 1 0,0 0 0,0-1 0,0 1-1,1 0 1,-1 11 0,2-17-199,0 0-1,1 0 1,-1-1 0,0 1-1,0 0 1,0 0-1,1-1 1,-1 1 0,0 0-1,1-1 1,-1 1 0,0 0-1,1-1 1,-1 1-1,1 0 1,-1-1 0,1 1-1,-1-1 1,1 1 0,0-1-1,-1 1 1,1-1 0,0 1-1,-1-1 1,1 0-1,0 1 1,0-1 0,-1 0-1,1 0 1,0 0 0,0 0-1,-1 1 1,1-1-1,0 0 1,0 0 0,0 0-1,-1 0 1,1-1 0,1 1-1,0 0 1,0 0 0,0-1-1,0 1 1,-1-1 0,1 1 0,0-1 0,0 0-1,0 1 1,0-1 0,-1 0 0,1 0-1,0-1 1,-1 1 0,1 0 0,2-3-1,0-4-3,1 1 0,-1-1 0,0-1 0,-1 1 0,0 0 0,0-1 0,-1 1 0,0-1 0,1-12 0,1-86-17,-4 90 12,1 15 9,-1-41-9,-6-47-1,5 78 34,-1-1-1,-1 1 0,0 0 0,0 1 1,-1-1-1,-1 0 0,0 1 0,-12-19 1,17 29 28,0 0 1,-1 0-1,1 0 1,-1 0-1,1 0 1,-1 0-1,0 1 1,1-1-1,-1 0 1,0 0-1,0 0 1,1 1-1,-1-1 1,0 0-1,0 1 1,0-1-1,0 1 1,0-1-1,0 1 1,0-1-1,0 1 1,0 0-1,0 0 1,0-1-1,0 1 1,-2 0-1,2 1-16,0 0-1,0 0 0,0-1 0,0 1 0,1 0 0,-1 1 0,0-1 0,1 0 0,-1 0 0,1 0 0,-1 0 0,1 0 0,-1 1 0,1-1 1,0 0-1,-1 0 0,1 1 0,0 0 0,-2 63 145,5-47-235,1 1 0,1-1 0,0 0 0,1 0 0,1-1 0,1 0 0,0 0 1,2-1-1,0 0 0,0 0 0,2-1 0,-1-1 0,2 0 0,0 0 0,1-2 0,0 1 0,1-2 0,21 14 0,-7-13-3386,-11-8-2318,-3-4-3226</inkml:trace>
</inkml:ink>
</file>

<file path=ppt/ink/ink3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19.197"/>
    </inkml:context>
    <inkml:brush xml:id="br0">
      <inkml:brushProperty name="width" value="0.025" units="cm"/>
      <inkml:brushProperty name="height" value="0.025" units="cm"/>
    </inkml:brush>
  </inkml:definitions>
  <inkml:trace contextRef="#ctx0" brushRef="#br0">16 395 11179,'-2'-8'2487,"-1"-1"-1902,-8-52 3144,11 60-3711,0 1 1,1-1 0,-1 1 0,0 0-1,0-1 1,0 1 0,1 0-1,-1-1 1,0 1 0,0 0 0,1-1-1,-1 1 1,0 0 0,1 0-1,-1-1 1,0 1 0,1 0 0,-1 0-1,0 0 1,1-1 0,-1 1-1,0 0 1,1 0 0,-1 0 0,1 0-1,-1 0 1,0 0 0,1 0 0,-1 0-1,1 0 1,-1 0 0,0 0-1,1 0 1,-1 0 0,1 0 0,-1 0-1,0 0 1,1 1 0,-1-1-1,1 0 1,-1 0 0,0 0 0,1 1-1,-1-1 1,0 0 0,0 0-1,1 1 1,-1-1 0,0 0 0,1 1-1,-1-1 1,0 1 0,21 14-88,-8-2 79,-1 1 0,-1 1 0,0 0 0,-1 0 0,0 1 0,-1 0 0,-1 1 0,-1 0 0,0 1 0,-1-1 0,-1 1 0,-1 0 0,0 0 0,1 25 0,-5-43-9,0 0 1,0 1-1,0-1 1,0 1-1,0-1 1,0 0-1,-1 1 1,1-1-1,0 1 1,0-1-1,0 0 0,0 1 1,0-1-1,-1 1 1,1-1-1,0 0 1,0 1-1,-1-1 1,1 0-1,0 0 1,-1 1-1,1-1 1,0 0-1,-1 0 1,1 1-1,0-1 1,-1 0-1,1 0 1,0 0-1,-1 1 1,1-1-1,-1 0 1,1 0-1,0 0 1,-2 0-1,-19-4-59,-16-13 1029,36 17-924,1 0 0,-1 0-1,1 0 1,0 0 0,-1 0 0,1 0 0,-1 0 0,1 0-1,-1 0 1,1 0 0,-1 0 0,1 0 0,-1 0 0,1 1-1,-1-1 1,1 0 0,-1 0 0,1 0 0,0 1 0,-1-1-1,1 0 1,0 1 0,-1-1 0,1 0 0,0 1 0,-1 0-1,0-1-19,1 1-1,0-1 0,0 1 0,-1-1 0,1 0 0,0 1 0,-1-1 0,1 0 0,-1 1 1,1-1-1,0 0 0,-1 1 0,1-1 0,-1 0 0,1 0 0,-1 0 0,1 1 1,-1-1-1,1 0 0,-1 0 0,1 0 0,-1 0 0,1 0 0,-1 0 0,1 0 1,-1 0-1,1 0 0,-1 0 0,1 0 0,-1 0 0,1 0 0,-1-1 0,1 1 1,-1 0-1,1 0 0,0 0 0,-1-1 0,1 1 0,-1 0 0,1-1 0,-1 1 1,1 0-1,0-1 0,-1 1 0,1 0 0,0-1 0,-1 1 0,1-1 0,0 1 1,0 0-1,0-1 0,-1 1 0,1-1 0,0 0 0,-7-14 61,1-1 0,1 1 0,1-1 0,0 0-1,1 0 1,-2-25 0,2-103-117,3 99 55,0 42-26,0 0 1,0 0-1,0 1 0,0-1 0,0 0 0,1 0 0,-1 1 0,1-1 0,-1 0 0,1 1 0,0-1 0,0 0 1,0 1-1,1 0 0,-1-1 0,1 1 0,-1 0 0,3-3 0,-2 4-2,0 0 1,1 0-1,-1 1 0,0-1 0,1 0 1,-1 1-1,0 0 0,1-1 1,-1 1-1,0 0 0,1 0 0,-1 1 1,0-1-1,1 0 0,-1 1 0,0 0 1,1-1-1,-1 1 0,0 0 0,0 0 1,0 0-1,3 2 0,12 5-6,0 1-1,-1 1 0,0 1 1,0 0-1,23 23 1,63 77 16,-32-33 1,-70-78-7,0 1 1,0-1 0,1 0 0,-1 0 0,0 1 0,0-1 0,0 0-1,0 0 1,0 1 0,0-1 0,1 0 0,-1 0 0,0 0 0,0 1 0,0-1-1,1 0 1,-1 0 0,0 0 0,0 0 0,1 1 0,-1-1 0,0 0-1,0 0 1,1 0 0,-1 0 0,0 0 0,0 0 0,1 0 0,-1 0-1,0 0 1,0 0 0,1 0 0,-1 0 0,0 0 0,0 0 0,1 0-1,-1 0 1,0 0 0,1 0 0,-1 0 0,0 0 0,0 0 0,1-1-1,-1 1 1,0 0 0,0 0 0,0 0 0,1 0 0,-1-1 0,0 1-1,0 0 1,0 0 0,1 0 0,-1-1 0,0 1 0,0 0 0,0 0-1,0-1 1,1-24 29,-12-32 5,8 41-35,0-1 0,2 0-1,0 0 1,0 0 0,2 0 0,2-17 0,0-26-2,-3 43-44,-1 0 0,0 0 1,-1 0-1,-1 1 0,-1-1 0,0 0 0,-2 1 0,1 0 1,-15-27-1,13 26-978,7 13-2639,9 3-9814</inkml:trace>
</inkml:ink>
</file>

<file path=ppt/ink/ink3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19.788"/>
    </inkml:context>
    <inkml:brush xml:id="br0">
      <inkml:brushProperty name="width" value="0.025" units="cm"/>
      <inkml:brushProperty name="height" value="0.025" units="cm"/>
    </inkml:brush>
  </inkml:definitions>
  <inkml:trace contextRef="#ctx0" brushRef="#br0">95 147 14061,'0'0'1992,"-10"9"-850,2-3-799,1 1 0,0 0 0,0 0 0,1 1 0,-1 0 0,2 0 0,-1 0 1,1 1-1,0-1 0,1 1 0,0 1 0,1-1 0,-1 0 0,-1 13 0,4-16-332,1-1-1,0 1 0,0-1 1,0 1-1,0-1 1,1 1-1,0-1 1,0 1-1,1-1 1,3 9-1,-4-12-9,0 0 0,0 0 0,1 0-1,-1 0 1,1-1 0,-1 1 0,1 0 0,0-1-1,-1 1 1,1-1 0,0 0 0,0 1 0,0-1 0,0 0-1,0 0 1,1 0 0,-1-1 0,0 1 0,0 0 0,0-1-1,1 0 1,-1 1 0,0-1 0,1 0 0,-1 0-1,0 0 1,1 0 0,1-1 0,-1 0-28,-1 0 1,1 0-1,-1 0 0,1-1 1,-1 1-1,0-1 0,1 1 1,-1-1-1,0 0 1,0 0-1,0 0 0,0 0 1,-1 0-1,1 0 0,0 0 1,-1-1-1,0 1 0,1 0 1,-1-1-1,0 1 1,0-1-1,0-3 0,18-67-355,-17 62 315,4-40 39,-5 39 53,0 1 0,0-1-1,1 0 1,6-18 0,-8 30-22,1-1 0,-1 1 1,0-1-1,0 1 0,1-1 1,-1 1-1,0-1 1,1 1-1,-1-1 0,1 1 1,-1 0-1,0-1 0,1 1 1,-1-1-1,1 1 0,-1 0 1,1 0-1,0-1 1,-1 1-1,1 0 0,-1 0 1,1 0-1,-1-1 0,1 1 1,0 0-1,-1 0 0,1 0 1,-1 0-1,1 0 1,0 0-1,-1 0 0,1 0 1,-1 1-1,1-1 0,-1 0 1,1 0-1,0 0 0,-1 1 1,1-1-1,-1 0 1,1 1-1,-1-1 0,1 0 1,-1 1-1,1-1 0,-1 0 1,0 1-1,1-1 0,-1 1 1,0-1-1,1 1 0,0 0 1,22 28 135,-21-26-136,23 37-13,28 60 0,-40-75 9,-15-99 123,0 48-119,-1-4 12,3-53 0,0 77-15,1 0 0,-1 0 0,1 0 0,1 0 0,-1 0 0,1 1 0,0-1 0,0 0 0,0 1 0,1-1 0,0 1 0,0 0 0,0 0 0,1 0-1,5-5 1,-7 8-136,1 0 0,0 0 0,0 0-1,0 1 1,0-1 0,1 1-1,-1 0 1,0 0 0,0 0-1,1 0 1,5 0 0,39 1-7024,-41 0 5151,8 1-2716</inkml:trace>
</inkml:ink>
</file>

<file path=ppt/ink/ink3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20.304"/>
    </inkml:context>
    <inkml:brush xml:id="br0">
      <inkml:brushProperty name="width" value="0.025" units="cm"/>
      <inkml:brushProperty name="height" value="0.025" units="cm"/>
    </inkml:brush>
  </inkml:definitions>
  <inkml:trace contextRef="#ctx0" brushRef="#br0">20 49 6983,'0'0'11520,"-4"7"-10613,2-4-835,0 1 0,0-1 0,0 1-1,1-1 1,-1 1 0,1 0-1,0-1 1,0 1 0,1 0 0,-1 0-1,1 0 1,0 0 0,0-1-1,0 1 1,0 0 0,1 0 0,-1 0-1,1 0 1,0-1 0,0 1-1,1 0 1,2 5 0,13 38 71,-3-8-83,-14-39-59,0 0-1,0 0 1,0 0-1,1 0 0,-1 0 1,0 0-1,0 0 1,0 0-1,0 0 0,0 0 1,0 0-1,0 0 0,1 0 1,-1 0-1,0 0 1,0 0-1,0 0 0,0 0 1,0 0-1,0 0 1,0 0-1,1 0 0,-1 0 1,0 0-1,0 0 1,0 0-1,0 0 0,0 0 1,0 0-1,1 0 1,-1 0-1,0 0 0,0 0 1,0 0-1,0 0 1,0 0-1,0 0 0,0 0 1,0-1-1,0 1 0,1 0 1,-1 0-1,0 0 1,0 0-1,0 0 0,0 0 1,0 0-1,0 0 1,0-1-1,0 1 0,0 0 1,0 0-1,0 0 1,0 0-1,0 0 0,0 0 1,0-1-1,0 1 1,0 0-1,0 0 0,0 0 1,0 0-1,0 0 1,0 0-1,0-1 0,0 1 1,0 0-1,0 0 0,1-29 42,-2-7-37,0 24-1,0 0-1,1 0 0,0 0 1,1 0-1,1 0 0,0 0 1,4-14-1,-6 25-3,0 1-1,0 0 0,0-1 1,1 1-1,-1-1 0,0 1 0,0 0 1,1-1-1,-1 1 0,0-1 1,1 1-1,-1 0 0,0-1 1,1 1-1,-1 0 0,0 0 1,1-1-1,-1 1 0,1 0 1,-1 0-1,1 0 0,-1 0 1,1-1-1,-1 1 0,0 0 1,1 0-1,-1 0 0,1 0 1,-1 0-1,1 0 0,-1 0 0,1 0 1,-1 0-1,1 0 0,-1 0 1,1 1-1,-1-1 0,0 0 1,1 0-1,-1 0 0,1 1 1,-1-1-1,0 0 0,1 0 1,-1 1-1,1-1 0,-1 0 1,0 1-1,1-1 0,-1 0 1,0 1-1,0-1 0,1 1 1,-1-1-1,0 1 0,17 23-31,-17-24 33,49 105 4,-45-175 33,-5 45-17,0 18-16,0 0 1,1-1-1,0 1 0,0 0 1,1 0-1,0 0 0,0 0 1,4-11-1,-4 17-2,-1 0 1,1 1-1,-1-1 0,1 0 1,0 0-1,0 0 0,-1 1 1,1-1-1,0 0 1,0 1-1,0-1 0,0 1 1,0-1-1,0 1 0,0 0 1,0-1-1,0 1 0,0 0 1,0 0-1,0-1 0,0 1 1,0 0-1,0 0 1,0 0-1,0 0 0,0 0 1,0 1-1,0-1 0,0 0 1,0 0-1,0 1 0,0-1 1,2 1-1,36 20-50,-27-14 65,-4-3-145,0-1 0,0 0 0,0 0 0,1-1 0,-1 0 0,15 1-1,27-6-5585,-23-7-720</inkml:trace>
</inkml:ink>
</file>

<file path=ppt/ink/ink3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20.879"/>
    </inkml:context>
    <inkml:brush xml:id="br0">
      <inkml:brushProperty name="width" value="0.025" units="cm"/>
      <inkml:brushProperty name="height" value="0.025" units="cm"/>
    </inkml:brush>
  </inkml:definitions>
  <inkml:trace contextRef="#ctx0" brushRef="#br0">170 534 14926,'-9'0'1538,"-1"0"-1132,-3 0 273,0 0-1,0 1 0,0 0 1,0 1-1,-15 4 0,25-5-621,-1 0 0,1 0-1,0 0 1,0 0 0,1 1-1,-1-1 1,0 1 0,0 0-1,1 0 1,-1 0 0,1 0-1,0 0 1,-1 0-1,1 1 1,0-1 0,0 1-1,1 0 1,-1-1 0,0 1-1,1 0 1,0 0 0,0 0-1,0 0 1,0 0 0,0 0-1,0 1 1,1-1 0,-1 0-1,1 6 1,1-6-64,-1 0 0,0 0 0,1 0 0,0 0 0,0 0 0,0 0 0,0 0 0,0 0 0,1-1 0,-1 1 0,1 0 0,0-1 0,0 1 0,0-1 0,0 1 0,0-1 0,0 0 0,1 0 0,-1 0 0,1 0 0,4 2 0,-5-3-54,0 0-1,0 0 1,0 0-1,0 0 1,0 0-1,1 0 1,-1-1-1,0 0 1,0 1-1,0-1 1,1 0-1,-1 0 1,0 0-1,0 0 1,1 0-1,-1-1 1,0 1-1,0-1 1,0 1-1,1-1 1,-1 0-1,0 0 1,0 0-1,0 0 1,0 0-1,0 0 1,-1-1-1,1 1 0,0 0 1,2-4-1,4-4 87,-1-1 0,-1 0-1,0 0 1,0 0 0,-1-1-1,0 0 1,-1 1 0,-1-2-1,1 1 1,-2 0-1,1-1 1,0-15 0,-3 26 108,3 21-79,-1-16-52,-1 0 1,1-1 0,0 1 0,0 0 0,0 0 0,1-1 0,0 0-1,-1 1 1,1-1 0,0 0 0,0 0 0,1-1 0,-1 1 0,1 0 0,-1-1-1,1 0 1,0 0 0,0 0 0,-1-1 0,2 1 0,3 0 0,-5-1-2,1-1 1,0 0 0,-1 1 0,1-2 0,-1 1 0,1 0 0,-1-1 0,1 1 0,-1-1-1,1 0 1,-1 0 0,1 0 0,-1-1 0,0 1 0,0-1 0,1 0 0,-1 0 0,-1 0-1,1 0 1,0-1 0,0 1 0,-1-1 0,0 1 0,1-1 0,2-4 0,2-6 5,1-1 0,-1 1-1,-1-1 1,-1-1 0,0 1 0,0-1 0,-2 0 0,0 0 0,-1 0 0,1-17 0,-1 6-25,-2 0 0,-1 0 0,-1-1 0,-1 1 0,-7-27 0,5 34-19,-1 0 1,-1 1 0,-1 0 0,-14-27-1,18 39 45,1 0-1,-1 1 0,0-1 0,0 1 1,0-1-1,-1 1 0,0 1 0,0-1 0,0 1 1,-1-1-1,1 2 0,-1-1 0,0 0 0,0 1 1,0 0-1,-10-2 0,14 4 14,1 1 0,-1 0 0,0 0-1,0 0 1,0 0 0,0 0 0,1 0 0,-1 1 0,0-1-1,0 0 1,0 1 0,1 0 0,-1-1 0,0 1 0,1 0 0,-1 0-1,1 0 1,-1 0 0,1 0 0,-1 0 0,1 0 0,-1 1 0,1-1-1,0 0 1,0 1 0,0-1 0,0 1 0,0 0 0,0-1-1,0 1 1,1 0 0,-1-1 0,0 1 0,1 0 0,-1 3 0,-2 7-18,1 0 0,0 1 0,1-1 1,0 14-1,1-24-1,-1 17 31,2 0 1,0 0 0,2 0-1,0 0 1,1 0 0,0-1-1,2 1 1,0-1 0,13 25-1,-7-21-31,1-1-1,0-1 0,2 0 1,0-1-1,1-1 0,1 0 0,20 15 1,-26-23-204,18 15-1367,-12-7-2490,-4-1-5801</inkml:trace>
</inkml:ink>
</file>

<file path=ppt/ink/ink3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21.550"/>
    </inkml:context>
    <inkml:brush xml:id="br0">
      <inkml:brushProperty name="width" value="0.025" units="cm"/>
      <inkml:brushProperty name="height" value="0.025" units="cm"/>
    </inkml:brush>
  </inkml:definitions>
  <inkml:trace contextRef="#ctx0" brushRef="#br0">1 329 10890,'0'0'2627,"-1"11"-1538,1-2-890,1-1 0,0 0 1,0 1-1,0-1 0,1 1 1,0-1-1,1 0 0,0 0 1,0 0-1,1-1 0,0 1 0,0-1 1,1 0-1,0 0 0,0 0 1,0-1-1,13 12 0,1 0 182,1-1 0,32 21 0,-46-33-360,1-1 0,0 0 0,1 0-1,-1-1 1,0 0 0,1 0 0,0 0 0,0-1 0,0-1 0,0 1 0,0-1 0,9 0 0,-16-1-13,0-1 0,1 1 0,-1 0 0,0-1 0,0 1 0,0-1 0,0 1 0,0-1 0,0 0 0,0 1 0,0-1 0,-1 0 0,1 0 0,0 0 0,0 0 0,0 0 0,-1 1 0,1-1 0,-1-1 0,1 1 0,0 0 0,-1 0 0,0 0 0,1 0 0,-1 0 0,1-2 0,4-34 398,-4 31-291,2-56 81,-2 1 1,-3-1-1,-3 1 1,-3-1 0,-29-116-1,36 174-128,-4-27-593,5 31 414,0-1 0,1 0 0,-1 1 0,0-1 0,1 1 0,-1-1 0,0 0 0,1 1 0,-1-1 0,0 1 1,1-1-1,-1 1 0,1-1 0,-1 1 0,1-1 0,-1 1 0,1 0 0,0-1 0,-1 1 0,1 0 0,0-1 1,-1 1-1,1 0 0,-1 0 0,1 0 0,0-1 0,-1 1 0,1 0 0,0 0 0,0 0 0,-1 0 0,1 0 1,0 0-1,-1 1 0,1-1 0,0 0 0,-1 0 0,2 1 0,22 4-3642,1 4-1067</inkml:trace>
</inkml:ink>
</file>

<file path=ppt/ink/ink3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22.348"/>
    </inkml:context>
    <inkml:brush xml:id="br0">
      <inkml:brushProperty name="width" value="0.025" units="cm"/>
      <inkml:brushProperty name="height" value="0.025" units="cm"/>
    </inkml:brush>
  </inkml:definitions>
  <inkml:trace contextRef="#ctx0" brushRef="#br0">251 175 12492,'0'0'422,"-8"4"576,1-1-472,-22 9 1232,1 2 0,0 1-1,-42 29 1,64-40-1694,0 1 0,0 0 0,0 0 0,0 1-1,1-1 1,0 1 0,0 1 0,0-1 0,1 1 0,0-1 0,0 1 0,1 0 0,0 1 0,0-1 0,1 1-1,0-1 1,0 1 0,1 0 0,0-1 0,-1 16 0,3-20-63,-1-1 1,1 1-1,-1-1 0,1 0 1,0 1-1,0-1 1,0 0-1,1 1 0,-1-1 1,0 0-1,1 0 1,-1 0-1,1 0 0,0 0 1,-1-1-1,1 1 1,0 0-1,0-1 0,0 0 1,1 1-1,-1-1 1,0 0-1,0 0 0,1 0 1,-1 0-1,0 0 0,1-1 1,-1 1-1,1-1 1,-1 0-1,6 1 0,-3-1-20,0 0-1,1 1 0,-1-2 1,0 1-1,0-1 0,1 1 1,-1-1-1,0-1 0,0 1 0,0-1 1,0 0-1,0 0 0,-1 0 1,9-6-1,-5 0-15,-1 0 1,0-1-1,0 1 1,-1-1-1,0-1 1,-1 1-1,0-1 1,0 0-1,-1 0 0,0-1 1,-1 1-1,0-1 1,-1 0-1,0 1 1,-1-1-1,0 0 1,-1 0-1,-1-22 0,1 32 38,0 0 0,0 0 0,0 0 0,0 0-1,0 0 1,0 0 0,0 0 0,0-1 0,0 1 0,-1 0-1,1 0 1,0 0 0,-1 0 0,1 0 0,0 1-1,-1-1 1,1 0 0,-1 0 0,0 0 0,1 0 0,-1 0-1,0 1 1,1-1 0,-1 0 0,0 1 0,0-1-1,0 0 1,0 1 0,0-1 0,0 1 0,0-1 0,0 1-1,0 0 1,0-1 0,0 1 0,0 0 0,0 0-1,0 0 1,0-1 0,0 1 0,0 0 0,-1 1 0,0-1 23,0 1 1,0-1-1,1 1 1,-1 0-1,0 0 1,1 0-1,-1 0 1,1 0-1,-1 0 1,1 0-1,-1 1 1,1-1 0,0 0-1,-1 1 1,1-1-1,0 1 1,0 0-1,0-1 1,0 1-1,1 0 1,-1-1-1,0 1 1,0 2-1,0 0-7,0 0-1,0 0 1,0 0-1,1 0 1,-1 0-1,1 0 1,0 0-1,0 0 1,1 0-1,-1 0 0,1 0 1,0 0-1,0 0 1,0 0-1,0-1 1,1 1-1,0 0 1,-1-1-1,1 1 1,1-1-1,-1 0 0,0 1 1,1-1-1,0 0 1,0 0-1,-1-1 1,2 1-1,2 2 1,2-1 11,0 0 1,1 0-1,0 0 1,-1-1 0,1 0-1,0-1 1,0 0-1,0-1 1,1 1-1,-1-2 1,11 0 0,-18 0-35,1 0 0,-1-1 0,0 1 0,0-1 0,0 1-1,0-1 1,-1 0 0,1 0 0,0 0 0,0 0 0,0 0 0,-1-1 0,1 1 0,-1 0 0,1-1 0,-1 1 0,1-1 0,-1 0 0,0 1 0,0-1 0,0 0 0,0 0 0,0 0 0,0 1 0,0-1 0,0 0 0,0-4 0,3-8-34,-1 0 0,-1 0-1,2-15 1,-3 13 26,1-10 17,-2 19-2,0 0-1,0 0 1,1 1-1,0-1 0,0 0 1,0 0-1,1 1 1,0-1-1,1 1 1,3-9-1,-5 15-2,0-1 1,0 0-1,-1 1 0,1-1 1,0 1-1,0 0 0,0-1 1,0 1-1,0 0 0,-1-1 0,1 1 1,0 0-1,0 0 0,0 0 1,0 0-1,0 0 0,0 0 1,0 0-1,0 0 0,0 0 1,0 1-1,0-1 0,0 0 1,-1 1-1,1-1 0,0 0 0,0 1 1,0-1-1,0 1 0,-1-1 1,2 2-1,28 23 19,-19-16-11,-6-4-5,0-1-1,1-1 0,0 1 0,0-1 0,0 0 1,0 0-1,0-1 0,0 0 0,1 0 0,0 0 0,-1-1 1,1 0-1,-1 0 0,1-1 0,7 0 0,-9-1-3,-1 1-1,1-1 1,0-1-1,-1 1 0,1-1 1,-1 0-1,1 0 1,-1 0-1,0 0 0,0-1 1,0 0-1,0 0 1,-1 0-1,1 0 1,-1-1-1,1 1 0,-1-1 1,0 0-1,-1 0 1,1 0-1,3-7 0,-1-2 8,0 0 0,0 0 0,-2-1 0,0 1 0,0-1 0,-1 1 0,-1-1-1,0 0 1,-1-15 0,0 29 53,32 40-11,25 10-2074,-52-47 1701,-1 0 0,0 0 0,1 0 0,0-1 0,0 0 0,0 0 0,0 0 0,0 0 0,0-1 0,0 0 0,11 1 0,-16-2 123,0 0 1,1 0-1,-1 0 0,0 0 0,1 0 0,-1 0 0,0 0 1,1 0-1,-1 0 0,0 0 0,1 0 0,-1 0 0,0 0 1,1 0-1,-1 0 0,0 0 0,0-1 0,1 1 0,-1 0 1,0 0-1,1 0 0,-1 0 0,0-1 0,0 1 0,0 0 1,1 0-1,-1-1 0,0 1 0,0 0 0,0-1 0,1 1 1,-1 0-1,0 0 0,0-1 0,0 1 0,0 0 0,0-1 1,0 1-1,0 0 0,0-1 0,0 1 0,0 0 0,0-1 1,0 1-1,0 0 0,0-1 0,0-13-5793</inkml:trace>
</inkml:ink>
</file>

<file path=ppt/ink/ink3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22.455"/>
    </inkml:context>
    <inkml:brush xml:id="br0">
      <inkml:brushProperty name="width" value="0.025" units="cm"/>
      <inkml:brushProperty name="height" value="0.025" units="cm"/>
    </inkml:brush>
  </inkml:definitions>
  <inkml:trace contextRef="#ctx0" brushRef="#br0">49 86 7111,'0'0'2274,"-48"-51"-1409,47 40-769,1 4-96,14 2-64,9-2-1826,7 3-1601</inkml:trace>
</inkml:ink>
</file>

<file path=ppt/ink/ink3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22.849"/>
    </inkml:context>
    <inkml:brush xml:id="br0">
      <inkml:brushProperty name="width" value="0.025" units="cm"/>
      <inkml:brushProperty name="height" value="0.025" units="cm"/>
    </inkml:brush>
  </inkml:definitions>
  <inkml:trace contextRef="#ctx0" brushRef="#br0">148 0 10378,'0'0'5178,"-11"7"-3608,-2 1-1194,-5 3 808,0 0 1,-26 24-1,40-32-1113,0 0 1,1 0-1,0 1 0,0-1 0,0 1 1,0 0-1,0 0 0,1 0 0,-1 0 1,1 0-1,0 0 0,1 1 0,-1-1 1,1 1-1,0-1 0,0 1 0,0-1 0,0 1 1,1 7-1,0-11-71,0 0 1,1 0-1,-1 1 0,1-1 1,-1 0-1,1 0 0,-1 0 1,1 1-1,0-1 0,-1 0 1,1 0-1,0 0 1,0 0-1,0 0 0,0-1 1,0 1-1,0 0 0,0 0 1,0-1-1,0 1 0,0 0 1,0-1-1,0 1 0,1-1 1,-1 1-1,0-1 0,0 0 1,1 0-1,-1 0 1,0 1-1,0-1 0,1 0 1,-1 0-1,0-1 0,1 1 1,-1 0-1,2-1 0,1 1-19,0-1 0,0 0-1,-1 0 1,1 0 0,0 0-1,-1-1 1,1 1 0,-1-1-1,1 0 1,-1 0-1,4-3 1,-2 0-21,1-1 1,-1 1-1,0-1 0,0 0 1,-1-1-1,0 1 0,0-1 0,-1 0 1,1 0-1,-1 0 0,-1 0 1,0 0-1,0-1 0,0 1 1,0-10-1,-1 17 41,-1 0 1,0-1 0,0 1-1,0 0 1,0-1 0,-1 1 0,1 0-1,0-1 1,0 1 0,0 0-1,0 0 1,0-1 0,0 1-1,0 0 1,0-1 0,-1 1-1,1 0 1,0 0 0,0-1-1,0 1 1,-1 0 0,1 0-1,0 0 1,0-1 0,-1 1-1,1 0 1,0 0 0,0 0-1,-1 0 1,1-1 0,0 1-1,0 0 1,-1 0 0,1 0-1,0 0 1,-1 0 0,1 0-1,0 0 1,-1 0 0,1 0-1,0 0 1,-1 0 0,1 0-1,0 0 1,0 0 0,-1 0-1,1 0 1,0 1 0,-1-1-1,1 0 1,0 0 0,0 0 0,-1 0-1,1 0 1,0 1 0,0-1-1,-1 0 1,1 0 0,0 1-1,0-1 1,-1 0 0,-14 16 54,14-14-53,-1 0 1,1 0-1,1 0 0,-1 0 1,0 0-1,0 0 1,1 0-1,-1 0 0,1 0 1,0 1-1,0-1 0,-1 0 1,1 0-1,1 0 0,-1 1 1,0-1-1,0 0 1,1 0-1,0 0 0,-1 0 1,1 0-1,0 0 0,2 4 1,-1-4 15,1 1 1,-1-1 0,1 0-1,-1 0 1,1 0 0,0 0-1,0-1 1,0 1 0,0-1-1,0 1 1,0-1-1,0 0 1,0-1 0,4 2-1,8 0-316,-1-1 1,1 0-1,0-1 0,-1 0 0,1-1 0,16-3 0,-25 2-293,0 1 0,-1-1 1,1 0-1,-1-1 0,1 1 0,5-5 1,-6 4-554,0 0 0,-1-1 0,0 1 0,0-1 0,0 0 0,7-8 0,5-17-6811</inkml:trace>
</inkml:ink>
</file>

<file path=ppt/ink/ink3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23.251"/>
    </inkml:context>
    <inkml:brush xml:id="br0">
      <inkml:brushProperty name="width" value="0.025" units="cm"/>
      <inkml:brushProperty name="height" value="0.025" units="cm"/>
    </inkml:brush>
  </inkml:definitions>
  <inkml:trace contextRef="#ctx0" brushRef="#br0">22 0 11179,'0'0'6625,"-6"9"-5697,4-5-837,0 0 0,0-1 0,0 1 0,1 0 0,-1 0 0,1 0 0,0 0 0,0 0 0,0 0 0,1 0 0,-1 0 0,1 0 0,0 1 0,0-1 0,1 0 0,-1 0 0,1 0 0,0 0 0,0 0 0,0 0 0,1 0-1,-1 0 1,1 0 0,0-1 0,4 8 0,24 42 135,2-1 0,47 59 0,-78-110-223,-1 0-1,0-1 0,1 1 1,-1 0-1,1 0 0,-1-1 1,1 1-1,0 0 0,-1-1 1,1 1-1,0 0 0,0-1 1,-1 1-1,1-1 0,0 1 1,0-1-1,0 0 1,-1 1-1,1-1 0,0 0 1,0 0-1,0 1 0,0-1 1,0 0-1,0 0 0,1 0 1,-1-1 0,0 0 0,0 1 0,-1-1 0,1 0 1,0 0-1,0 0 0,-1 0 0,1 0 0,0 0 0,-1 0 1,1 0-1,-1 0 0,0 0 0,1 0 0,-1 0 0,0-1 1,1-1-1,3-69 71,-4 56-66,1 1 4,0 0 1,1 0-1,9-29 0,-11 42-11,0 0 0,1 0 0,0-1 0,-1 1 0,1 0 0,0 0-1,0 0 1,0 1 0,0-1 0,0 0 0,0 0 0,1 0 0,-1 1 0,1-1 0,-1 1 0,1-1 0,0 1 0,-1 0 0,1-1 0,0 1 0,0 0 0,0 0 0,0 0-1,0 1 1,0-1 0,0 0 0,0 1 0,0-1 0,0 1 0,1 0 0,-1 0 0,0-1 0,0 2 0,0-1 0,0 0 0,1 0 0,-1 1 0,2 0 0,-1 0-2,0 1 0,0 0 0,0 0 1,-1 1-1,1-1 0,-1 1 0,1-1 1,-1 1-1,0 0 0,0-1 0,0 1 0,0 0 1,-1 1-1,1-1 0,-1 0 0,0 0 1,0 1-1,0-1 0,0 0 0,0 1 1,-1-1-1,1 5 0,0 2 0,0 0 0,0 0-1,-1 0 1,-1 1 0,0-1-1,-3 17 1,2-22-176,0 0 0,0-1 0,-1 1 0,1-1 0,-1 0 0,0 0 0,-1 0 0,1 0 0,0 0 0,-1 0 0,0-1 0,0 0 0,-4 3 0,6-5 103,1 0 1,0 0-1,0 0 1,-1 0-1,1-1 1,-1 1 0,1 0-1,-1-1 1,1 1-1,-1-1 1,1 0 0,-1 1-1,1-1 1,-1 0-1,0 0 1,1 0 0,-1 0-1,1 0 1,-1 0-1,0-1 1,1 1 0,-1 0-1,1-1 1,-1 1-1,1-1 1,-1 0 0,1 1-1,0-1 1,-1 0-1,1 0 1,0 0 0,-1 0-1,1 0 1,0 0-1,0 0 1,0-1 0,0 1-1,0 0 1,0-1-1,0 1 1,1 0 0,-1-1-1,0 1 1,0-3-1,-2-4-783,1-1 0,0 0 0,0-1 0,0 1 0,1 0 0,1 0 0,0-12 0,0 15 362,-1-37-2804</inkml:trace>
</inkml:ink>
</file>

<file path=ppt/ink/ink3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23.452"/>
    </inkml:context>
    <inkml:brush xml:id="br0">
      <inkml:brushProperty name="width" value="0.025" units="cm"/>
      <inkml:brushProperty name="height" value="0.025" units="cm"/>
    </inkml:brush>
  </inkml:definitions>
  <inkml:trace contextRef="#ctx0" brushRef="#br0">1 0 9833,'0'0'10106,"4"12"-8969,62 146 305,-51-129-1985,0 0-1,2 0 1,33 40 0,-37-55-2830,-3-8-2383,-2-5-3058</inkml:trace>
</inkml:ink>
</file>

<file path=ppt/ink/ink3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23.796"/>
    </inkml:context>
    <inkml:brush xml:id="br0">
      <inkml:brushProperty name="width" value="0.025" units="cm"/>
      <inkml:brushProperty name="height" value="0.025" units="cm"/>
    </inkml:brush>
  </inkml:definitions>
  <inkml:trace contextRef="#ctx0" brushRef="#br0">24 207 15727,'0'0'1719,"8"-8"-710,18-16 33,-9 9-426,-1 0 0,18-22 0,-31 32-599,1 0 0,0 1 0,-1-2 0,0 1 0,0 0 0,-1 0 0,0-1 0,0 0 0,0 1 0,0-1 0,-1 0 0,0 0 0,1-11 0,-3 16-12,1 0 0,0-1 0,-1 1 0,1 0 0,-1 0 0,1 0 0,-1 0 0,0 0 0,1 0 0,-1 0 0,0 1 0,0-1 0,1 0 0,-1 0 0,0 1 0,0-1 0,0 0 0,0 1-1,0-1 1,0 1 0,0-1 0,0 1 0,-1-1 0,1 1 0,0 0 0,0 0 0,0-1 0,0 1 0,0 0 0,-1 0 0,1 0 0,0 0 0,0 1 0,0-1 0,0 0 0,-2 1 0,-3-1 43,1 1 1,0 0-1,-1 0 1,1 0-1,0 1 0,0 0 1,-5 2-1,4 0 34,0 0 0,1 0-1,-1 1 1,1-1 0,0 1-1,1 1 1,-1-1 0,1 1-1,0-1 1,0 1 0,1 0-1,0 0 1,0 1 0,0-1 0,1 1-1,0-1 1,0 1 0,1 0-1,-2 11 1,3-13-64,0-1-1,0 0 1,0 1-1,0-1 1,1 0 0,0 0-1,0 1 1,0-1 0,0 0-1,0 0 1,1 0 0,0 0-1,0 0 1,0-1-1,0 1 1,1-1 0,-1 1-1,1-1 1,0 0 0,0 0-1,0 0 1,1 0-1,-1 0 1,1-1 0,-1 1-1,1-1 1,0 0 0,0 0-1,0-1 1,0 1-1,0-1 1,7 1 0,5 1-17,1 0 1,-1-2-1,1 0 0,-1-1 1,1 0-1,0-1 1,-1-1-1,1-1 0,-1-1 1,18-5-1,-5-1-1130,0-2-1,0 0 1,-2-2-1,42-27 1,8-15-6815</inkml:trace>
</inkml:ink>
</file>

<file path=ppt/ink/ink3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27.042"/>
    </inkml:context>
    <inkml:brush xml:id="br0">
      <inkml:brushProperty name="width" value="0.025" units="cm"/>
      <inkml:brushProperty name="height" value="0.025" units="cm"/>
    </inkml:brush>
  </inkml:definitions>
  <inkml:trace contextRef="#ctx0" brushRef="#br0">1 781 8136,'0'0'112,"9"-2"32,46-14 719,0-2-1,-1-3 1,96-52 0,-70 33-433,959-570 3179,-1122 677-8958,40-38 1767</inkml:trace>
</inkml:ink>
</file>

<file path=ppt/ink/ink3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27.402"/>
    </inkml:context>
    <inkml:brush xml:id="br0">
      <inkml:brushProperty name="width" value="0.025" units="cm"/>
      <inkml:brushProperty name="height" value="0.025" units="cm"/>
    </inkml:brush>
  </inkml:definitions>
  <inkml:trace contextRef="#ctx0" brushRef="#br0">1 726 6662,'0'0'6369,"10"-10"-5429,24-21-383,2 1 1,1 2-1,45-27 1,140-70 620,-122 71-935,436-260 40,-527 308-373,-3 3-304,0-1-1,-1 1 1,1-1-1,-1 0 0,0-1 1,0 1-1,-1-1 0,1 0 1,5-8-1,-7-9-5755</inkml:trace>
</inkml:ink>
</file>

<file path=ppt/ink/ink3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38.300"/>
    </inkml:context>
    <inkml:brush xml:id="br0">
      <inkml:brushProperty name="width" value="0.025" units="cm"/>
      <inkml:brushProperty name="height" value="0.025" units="cm"/>
    </inkml:brush>
  </inkml:definitions>
  <inkml:trace contextRef="#ctx0" brushRef="#br0">34 80 7719,'0'0'7837,"-4"1"-7143,3-1-621,0 1 0,0-1 0,0 0-1,0 0 1,0 0 0,0 1 0,0-1 0,0 0 0,0 0-1,0 0 1,0 0 0,0-1 0,0 1 0,0 0 0,0 0-1,0-1 1,0 1 0,0 0 0,0-1 0,0 1 0,0-1-1,0 1 1,-1-2 0,2 1-31,-1-1 1,0 1-1,1-1 0,-1 1 1,1-1-1,-1 1 0,1-1 1,0 1-1,0-1 0,0 1 1,0-1-1,0 0 0,0 1 1,0-1-1,0 1 1,0-1-1,1 1 0,-1-1 1,1 1-1,0-3 0,0 2-38,0 0-1,1-1 1,-1 1 0,1 0-1,-1 0 1,1 0 0,0 0-1,0 0 1,0 0 0,0 0-1,0 1 1,0-1 0,1 1-1,-1 0 1,0-1 0,1 1-1,-1 0 1,1 0-1,-1 1 1,1-1 0,4 0-1,59-6 45,-51 7-47,0 0 0,0 1 1,0 1-1,0 0 0,0 1 0,0 1 0,-1 0 0,1 1 0,-1 1 0,-1 0 0,1 1 0,-1 0 0,0 1 0,0 1 0,-1 0 0,0 0 0,-1 1 1,0 1-1,13 16 0,3 9 12,-2 0 0,-1 2 0,30 67 0,-34-65-178,1 0 0,2-2-1,40 53 1,-59-86-47,0-1 1,0 0-1,0-1 0,0 1 1,1-1-1,-1 0 0,1 0 1,0 0-1,0 0 1,0-1-1,8 3 0,-10-5-268,1 1 0,-1 0 0,1-1 0,-1 1 0,1-1-1,-1 0 1,1 0 0,-1-1 0,1 1 0,-1-1 0,1 0 0,3-1-1,15-11-5225</inkml:trace>
</inkml:ink>
</file>

<file path=ppt/ink/ink3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38.811"/>
    </inkml:context>
    <inkml:brush xml:id="br0">
      <inkml:brushProperty name="width" value="0.025" units="cm"/>
      <inkml:brushProperty name="height" value="0.025" units="cm"/>
    </inkml:brush>
  </inkml:definitions>
  <inkml:trace contextRef="#ctx0" brushRef="#br0">494 0 9641,'0'0'3806,"-7"2"-3298,1 1-402,0-1 0,1 1 0,-1 0 1,1 1-1,0-1 0,0 1 1,0 0-1,0 0 0,1 1 1,-1 0-1,-5 7 0,-44 71 1085,36-52-732,-202 349 1930,161-273-4717,-1-2-3611,52-90-3429</inkml:trace>
</inkml:ink>
</file>

<file path=ppt/ink/ink3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39.892"/>
    </inkml:context>
    <inkml:brush xml:id="br0">
      <inkml:brushProperty name="width" value="0.025" units="cm"/>
      <inkml:brushProperty name="height" value="0.025" units="cm"/>
    </inkml:brush>
  </inkml:definitions>
  <inkml:trace contextRef="#ctx0" brushRef="#br0">96 126 6406,'0'0'8333,"-4"-1"-8028,2-1-231,0 1 0,1-1 0,-1 1 0,0-1 0,1 1 0,-1-1 0,1 0 0,0 0 0,-1 0 0,1 0 0,0 0 0,0 0 0,0 0 0,0 0 0,1 0 0,-1 0 0,0 0 0,1-1 0,0 1 0,-1 0 0,1-1 0,0 1 0,0 0 0,1 0 0,-1-1 0,0 1 0,1 0 0,-1 0 0,2-5 0,0 4-60,-1-1-1,0 1 0,1 0 0,0 0 0,-1-1 1,1 1-1,0 0 0,1 1 0,-1-1 0,1 0 1,-1 1-1,1-1 0,0 1 0,0 0 0,0 0 1,0 0-1,0 0 0,0 0 0,0 1 0,1-1 1,-1 1-1,1 0 0,-1 0 0,1 0 0,-1 1 1,1-1-1,0 1 0,-1 0 0,1 0 0,0 0 1,-1 0-1,1 1 0,-1 0 0,1-1 0,0 1 1,-1 1-1,0-1 0,1 0 0,-1 1 0,0 0 1,0-1-1,0 1 0,0 1 0,0-1 0,0 0 1,0 1-1,-1-1 0,1 1 0,-1 0 0,0 0 1,0 0-1,0 0 0,0 0 0,1 4 0,0 1-12,0 1 0,-1-1-1,-1 1 1,1 0-1,-2-1 1,1 1 0,-1 0-1,0 0 1,-1-1-1,0 1 1,0 0 0,-1-1-1,0 1 1,0-1-1,-1 1 1,-1-1 0,1 0-1,-1 0 1,0-1 0,-1 1-1,0-1 1,-8 10-1,-4 2 23,-2-1-1,0-1 1,-1 0-1,0-2 0,-1 0 1,-31 15-1,30-11-56,22-19 32,0 0 1,0 1-1,0-1 1,0 0 0,0 1-1,0-1 1,0 0 0,0 1-1,0-1 1,0 0 0,0 1-1,0-1 1,0 0 0,0 1-1,1-1 1,-1 0-1,0 0 1,0 1 0,0-1-1,0 0 1,1 1 0,-1-1-1,0 0 1,0 0 0,1 0-1,-1 1 1,0-1 0,0 0-1,1 0 1,-1 0-1,0 1 1,1-1 0,-1 0-1,0 0 1,0 0 0,1 0-1,-1 0 1,0 0 0,1 0-1,52 4 44,-52-4-38,83-1-180,133-19 0,-197 15-2162,-8-3-2072</inkml:trace>
</inkml:ink>
</file>

<file path=ppt/ink/ink3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41.002"/>
    </inkml:context>
    <inkml:brush xml:id="br0">
      <inkml:brushProperty name="width" value="0.025" units="cm"/>
      <inkml:brushProperty name="height" value="0.025" units="cm"/>
    </inkml:brush>
  </inkml:definitions>
  <inkml:trace contextRef="#ctx0" brushRef="#br0">27 138 7303,'-6'-7'6929,"3"-10"-3942,3-26-1958,0 33-11,0 7-1001,0 1 0,0 0-1,0-1 1,0 1 0,0 0 0,0 0-1,1-1 1,-1 1 0,1 0 0,0 0-1,-1-1 1,1 1 0,0 0 0,0 0-1,0 0 1,1 0 0,-1 0 0,0 1-1,1-1 1,-1 0 0,1 1 0,0-1-1,0 1 1,-1-1 0,1 1 0,0 0-1,0-1 1,0 1 0,0 0 0,0 1-1,1-1 1,-1 0 0,0 0 0,0 1-1,1 0 1,-1-1 0,0 1 0,0 0-1,1 0 1,-1 0 0,0 0 0,1 1-1,-1-1 1,0 1 0,0-1 0,1 1-1,-1 0 1,0 0 0,0 0 0,2 1-1,0 0-20,0 0 0,0 1 0,0-1 0,0 1 0,0 0 0,-1 0 0,1 0 0,-1 1 0,0-1 0,0 1 0,0 0 0,-1-1 0,1 1 0,-1 1 0,0-1 0,0 0 0,0 0 0,-1 1 0,1-1 0,-1 1 0,0-1 0,-1 1 0,1 0 0,-1 8 0,1-5-3,-1 1 0,-1 0 0,0 0 0,0-1 0,-1 1 0,0-1-1,0 1 1,-1-1 0,0 0 0,0 0 0,-1 0 0,-6 10 0,-4 0 3,-1-1 0,0-1 0,-26 21 0,-2 3 84,73-39-213,6-2 167,67-14-1,-67 9-34,69-4-1,-101 10-619,26 0 1504,-23 0-3338</inkml:trace>
</inkml:ink>
</file>

<file path=ppt/ink/ink3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41.888"/>
    </inkml:context>
    <inkml:brush xml:id="br0">
      <inkml:brushProperty name="width" value="0.025" units="cm"/>
      <inkml:brushProperty name="height" value="0.025" units="cm"/>
    </inkml:brush>
  </inkml:definitions>
  <inkml:trace contextRef="#ctx0" brushRef="#br0">259 23 4324,'0'0'270,"0"-1"-1,0 0 0,0 0 1,0 0-1,-1 0 1,1 0-1,0 0 0,0 1 1,-1-1-1,1 0 1,0 0-1,-1 0 0,1 1 1,-1-1-1,1 0 1,-1 0-1,1 1 1,-1-1-1,1 0 0,-1 1 1,0-1-1,1 1 1,-1-1-1,0 1 0,0-1 1,-1 0-1,-28-1 1850,25 3-2042,-1 0 0,0 0 0,1 1 1,0 0-1,-1 0 0,1 0 0,0 1 0,0-1 0,-6 6 0,-1 3 151,1 2-1,1-1 1,0 1-1,1 0 1,0 1-1,1 0 1,1 1-1,0 0 1,-8 26-1,-1 13 536,-14 78 0,18-57-571</inkml:trace>
</inkml:ink>
</file>

<file path=ppt/ink/ink3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42.978"/>
    </inkml:context>
    <inkml:brush xml:id="br0">
      <inkml:brushProperty name="width" value="0.025" units="cm"/>
      <inkml:brushProperty name="height" value="0.025" units="cm"/>
    </inkml:brush>
  </inkml:definitions>
  <inkml:trace contextRef="#ctx0" brushRef="#br0">184 6 2915,'0'0'10847,"-7"-2"-10510,5 1-321,0 1 1,0-1-1,0 1 1,0-1 0,0 1-1,0 0 1,-1 0-1,1 0 1,0 0-1,0 0 1,0 1-1,0-1 1,0 1 0,0-1-1,0 1 1,-3 1-1,1 1 18,1-1 0,1 1 1,-1 0-1,0 0 0,1 1 0,-1-1 0,1 0 0,0 1 0,0-1 0,-2 7 0,-16 35 355,2 1-1,2 0 1,2 1-1,2 0 1,2 1-1,2 1 1,2-1-1,2 88 1,4-123-365,1 1 0,0-1-1,1 0 1,1 1 0,0-1 0,1 0-1,0 0 1,1-1 0,0 1 0,1-1 0,1-1-1,7 12 1,-8-15-15,1-1-1,-1 1 1,1-2 0,0 1-1,1-1 1,0 0 0,0 0-1,0-1 1,0 0-1,1-1 1,0 0 0,0 0-1,0-1 1,0 0 0,1-1-1,-1 0 1,13 1-1,1 0-238,1-2 0,41-2-1,-54 0-1255,0-1-1,-1 0 0,1-1 0,17-6 0,7-8-9008</inkml:trace>
</inkml:ink>
</file>

<file path=ppt/ink/ink3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43.700"/>
    </inkml:context>
    <inkml:brush xml:id="br0">
      <inkml:brushProperty name="width" value="0.025" units="cm"/>
      <inkml:brushProperty name="height" value="0.025" units="cm"/>
    </inkml:brush>
  </inkml:definitions>
  <inkml:trace contextRef="#ctx0" brushRef="#br0">391 45 2723,'0'0'7036,"3"-7"-5995,9-23 74,-9 22-255,-9 26 47,-5 7-171,-67 149 2663,61-143-3232,0 0 1,-2-1-1,-30 36 1,46-62-138,0 0 0,0-1 0,-1 1 1,1-1-1,-1 0 0,0 0 0,0 0 1,0-1-1,0 1 0,0-1 0,-1 0 0,1 0 1,-1-1-1,0 1 0,1-1 0,-1 0 1,0 0-1,1-1 0,-1 1 0,0-1 0,0 0 1,0 0-1,0-1 0,1 1 0,-1-1 1,0 0-1,0-1 0,-5-2 0,4 2-22,1-1 0,0 0 0,0 0 0,0-1 0,0 1-1,1-1 1,-1 0 0,1-1 0,0 1 0,0-1 0,1 1-1,-1-1 1,1 0 0,0-1 0,0 1 0,1 0 0,0-1 0,0 0-1,0 1 1,0-1 0,1 0 0,-1-9 0,2 14-9,0 0 1,1 1-1,-1-1 1,0 0 0,0 0-1,1 0 1,-1 1-1,0-1 1,1 0-1,-1 0 1,1 1-1,-1-1 1,1 0 0,-1 1-1,1-1 1,-1 1-1,1-1 1,0 1-1,-1-1 1,1 1-1,0-1 1,0 1 0,-1-1-1,1 1 1,0 0-1,0 0 1,0-1-1,-1 1 1,1 0-1,0 0 1,0 0 0,0 0-1,0 0 1,-1 0-1,1 0 1,0 0-1,0 0 1,0 0-1,0 0 1,-1 1-1,3 0 1,38 8-19,92 47-126,11 4 648,-70-40-3145,3-12-3652,-55-8 1035</inkml:trace>
</inkml:ink>
</file>

<file path=ppt/ink/ink3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44.092"/>
    </inkml:context>
    <inkml:brush xml:id="br0">
      <inkml:brushProperty name="width" value="0.025" units="cm"/>
      <inkml:brushProperty name="height" value="0.025" units="cm"/>
    </inkml:brush>
  </inkml:definitions>
  <inkml:trace contextRef="#ctx0" brushRef="#br0">156 0 11755,'0'0'283,"8"0"422,1 1-460,-1 1 0,0 0 0,0 0 0,0 1 0,0 0 0,0 0 0,-1 1 0,1 0-1,-1 0 1,0 1 0,0 0 0,0 0 0,-1 0 0,0 1 0,0 0 0,0 1 0,6 8 0,-1 0-46,0 1 1,-1 0-1,0 1 0,-1 0 0,-1 0 0,-1 1 0,0 0 0,-2 0 1,0 1-1,3 24 0,-5-17-89,-1-1 0,-2 0-1,0 1 1,-2-1 0,-1 0 0,-1 0 0,-8 30 0,0-18-351,-1 0 0,-2 0 1,-1-2-1,-2 0 0,-1-1 0,-2 0 1,-2-2-1,0-1 0,-2 0 1,-30 27-1,-11-2-4350,-3-10-5093</inkml:trace>
</inkml:ink>
</file>

<file path=ppt/ink/ink3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45.760"/>
    </inkml:context>
    <inkml:brush xml:id="br0">
      <inkml:brushProperty name="width" value="0.025" units="cm"/>
      <inkml:brushProperty name="height" value="0.025" units="cm"/>
    </inkml:brush>
  </inkml:definitions>
  <inkml:trace contextRef="#ctx0" brushRef="#br0">690 0 3940,'0'0'971,"-4"8"972,-66 163 6770,46-105-7549,-43 84-1,56-131-1131,0 0 1,0-1-1,-2 0 0,0-1 0,-1-1 0,-1 0 0,-23 19 0,27-27-15,0 0 1,-1-1-1,0-1 0,0 1 0,-1-2 0,0 0 1,0 0-1,0-1 0,0-1 0,0 0 0,-1-1 1,-24 1-1,18-2-8,0-1 0,0-1 0,0-1 0,-25-5 0,41 6-9,-1 0 0,1 0 0,0 0 0,0 0 0,0-1 0,0 0 0,0 0 1,0 0-1,0 0 0,0-1 0,1 1 0,-1-1 0,1 0 0,0 0 0,0 0 1,0-1-1,0 1 0,1-1 0,-1 1 0,1-1 0,0 0 0,0 0 0,0 0 1,1 0-1,-3-9 0,4 11 2,0 0 1,-1 1 0,1-1 0,1 0-1,-1 0 1,0 0 0,0 0 0,1 0-1,-1 0 1,1 0 0,-1 0 0,1 0-1,0 1 1,0-1 0,0 0-1,0 0 1,0 1 0,0-1 0,0 1-1,1-1 1,-1 1 0,1 0 0,-1-1-1,1 1 1,-1 0 0,1 0-1,0 0 1,-1 0 0,1 0 0,0 0-1,0 1 1,0-1 0,0 1 0,-1-1-1,1 1 1,3-1 0,9-1 17,0 0 1,0 1-1,27 1 1,-33 0-17,10 1 30,1 1 0,-1 1 1,1 1-1,-1 0 0,0 1 1,0 1-1,23 12 0,115 70-301,-73-39-2468,-67-40-330,0-3-1712</inkml:trace>
</inkml:ink>
</file>

<file path=ppt/ink/ink3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46.010"/>
    </inkml:context>
    <inkml:brush xml:id="br0">
      <inkml:brushProperty name="width" value="0.025" units="cm"/>
      <inkml:brushProperty name="height" value="0.025" units="cm"/>
    </inkml:brush>
  </inkml:definitions>
  <inkml:trace contextRef="#ctx0" brushRef="#br0">0 39 8840,'0'0'5413,"56"-29"-4740,-30 25-32,-1 0-257,1 3-192,2 1-96,-5 0-64,2 0-32,-8 1-640,-3 3-1923,-8 0-3554</inkml:trace>
</inkml:ink>
</file>

<file path=ppt/ink/ink3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46.181"/>
    </inkml:context>
    <inkml:brush xml:id="br0">
      <inkml:brushProperty name="width" value="0.025" units="cm"/>
      <inkml:brushProperty name="height" value="0.025" units="cm"/>
    </inkml:brush>
  </inkml:definitions>
  <inkml:trace contextRef="#ctx0" brushRef="#br0">0 53 11787,'0'0'2851,"46"8"-2018,-8-11-353,7-5-192,9-1-256,1 0 32,-2-5-384,0-4-4132</inkml:trace>
</inkml:ink>
</file>

<file path=ppt/ink/ink3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46.758"/>
    </inkml:context>
    <inkml:brush xml:id="br0">
      <inkml:brushProperty name="width" value="0.025" units="cm"/>
      <inkml:brushProperty name="height" value="0.025" units="cm"/>
    </inkml:brush>
  </inkml:definitions>
  <inkml:trace contextRef="#ctx0" brushRef="#br0">284 14 11659,'0'0'1255,"-11"-3"42,9 2-1252,-2-1 96,0 1-1,0-1 1,-1 1-1,1 0 1,-1 0 0,1 0-1,-1 1 1,0 0 0,1-1-1,-1 2 1,1-1-1,-1 0 1,1 1 0,-1 0-1,1 0 1,-1 1 0,1-1-1,0 1 1,-1 0-1,1 0 1,-4 3 0,-7 6 275,2 0 0,-1 1 0,1 1 1,1 0-1,0 1 0,1 0 0,-10 18 0,12-19-365,1 1-1,1 1 1,1-1-1,0 1 1,1 0-1,0 1 0,1-1 1,1 1-1,0 0 1,2 0-1,0 0 1,0 0-1,3 24 1,-1-35-48,0 0 0,0 0 1,0 0-1,1-1 1,-1 1-1,1-1 1,1 1-1,-1-1 0,0 1 1,1-1-1,0 0 1,0 0-1,0-1 0,0 1 1,1-1-1,0 1 1,-1-1-1,1 0 1,0-1-1,1 1 0,-1 0 1,0-1-1,1 0 1,-1 0-1,1-1 0,0 1 1,-1-1-1,1 0 1,0 0-1,0-1 1,8 1-1,-2-1 4,1 1 0,0-2 1,-1 0-1,1 0 0,0-1 0,-1-1 0,1 0 0,-1 0 1,0-1-1,0-1 0,-1 1 0,14-10 0,-18 10-19,0 0 0,0 0 0,-1-1 0,0 0-1,0 0 1,0 0 0,0-1 0,-1 1 0,0-1-1,0 0 1,-1 0 0,1-1 0,-1 1 0,-1-1-1,1 1 1,-1-1 0,0 0 0,-1 0 0,0 0-1,1-10 1,-2 7-13,-1 0-1,0 0 0,0 0 1,-1 0-1,0 1 0,-1-1 1,0 1-1,-1-1 1,0 1-1,0 0 0,-1 1 1,0-1-1,0 1 0,-8-10 1,2 5-34,0 1 0,-1 0 1,0 1-1,-1 0 0,-14-9 0,21 16-165,0 0 0,0 0 0,-1 1-1,1 0 1,-1 0 0,0 0 0,0 1 0,0 0-1,0 1 1,0-1 0,0 1 0,0 1 0,0-1-1,-9 2 1,16-1 100,0 0 0,0 0 0,0 0 1,-1 0-1,1 0 0,0 0 0,0 0 0,0 0 0,0 0 0,0 0 0,0 0 0,-1 0 0,1 0 0,0 0 0,0 1 0,0-1 0,0 0 0,0 0 0,0 0 0,0 0 0,0 0 0,-1 0 0,1 0 0,0 1 1,0-1-1,0 0 0,0 0 0,0 0 0,0 0 0,0 0 0,0 1 0,0-1 0,0 0 0,0 0 0,0 0 0,0 0 0,0 0 0,0 1 0,0-1 0,0 0 0,0 0 0,0 0 0,0 0 0,0 0 1,0 0-1,0 1 0,1-1 0,-1 0 0,0 0 0,0 0 0,0 0 0,0 0 0,0 0 0,0 0 0,0 1 0,0-1 0,1 0 0,-1 0 0,0 0 0,0 0 0,0 0 0,0 0 0,0 0 0,13 3-6004</inkml:trace>
</inkml:ink>
</file>

<file path=ppt/ink/ink3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46.960"/>
    </inkml:context>
    <inkml:brush xml:id="br0">
      <inkml:brushProperty name="width" value="0.025" units="cm"/>
      <inkml:brushProperty name="height" value="0.025" units="cm"/>
    </inkml:brush>
  </inkml:definitions>
  <inkml:trace contextRef="#ctx0" brushRef="#br0">1 1 17681,'0'0'865</inkml:trace>
</inkml:ink>
</file>

<file path=ppt/ink/ink3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47.365"/>
    </inkml:context>
    <inkml:brush xml:id="br0">
      <inkml:brushProperty name="width" value="0.025" units="cm"/>
      <inkml:brushProperty name="height" value="0.025" units="cm"/>
    </inkml:brush>
  </inkml:definitions>
  <inkml:trace contextRef="#ctx0" brushRef="#br0">204 7 12492,'-7'1'3374,"-2"0"-3119,0 0 1,0 0-1,0 1 1,0 1-1,0-1 1,0 1-1,1 1 1,0 0-1,0 0 0,0 0 1,0 1-1,1 0 1,-1 1-1,1 0 1,0 0-1,1 0 1,0 1-1,0 0 1,0 0-1,1 1 1,0-1-1,1 1 1,-1 0-1,1 1 1,1-1-1,0 1 1,-4 12-1,6-12-237,-1-1 0,1 0-1,1 0 1,0 1 0,0-1-1,0 0 1,1 1 0,0-1-1,1 0 1,0 0 0,0 0 0,1 0-1,5 11 1,-5-13-13,0-1 0,1 0 0,-1-1 0,1 1 0,0-1 0,1 1 0,-1-1 0,1 0 0,0-1 0,0 1-1,0-1 1,0 0 0,0 0 0,1-1 0,-1 1 0,1-1 0,0-1 0,0 1 0,8 0 0,-1 0-4,1 0 0,0-1 0,-1-1 0,1 0 0,0-1 1,-1-1-1,1 0 0,-1-1 0,1 0 0,-1-1 0,0-1 0,19-8 0,-27 10-10,1 0-1,-1 0 1,0-1 0,0 1-1,0-1 1,0 0 0,0 0-1,-1-1 1,0 0-1,0 1 1,0-1 0,-1 0-1,1-1 1,-1 1 0,0-1-1,-1 1 1,1-1 0,-1 0-1,0 0 1,-1 0-1,0 0 1,0 0 0,0-1-1,0 1 1,-1 0 0,0 0-1,0-1 1,-1 1 0,-2-9-1,1 6 11,-1 1-1,0 0 1,-1 0-1,0 0 1,0 0-1,0 1 1,-1 0-1,0-1 1,-1 2-1,0-1 1,0 1-1,0 0 1,-1 0-1,0 0 1,0 1 0,0 0-1,-12-6 1,5 4-216,0 0 0,-1 1 0,-25-8 0,26 11-834,1 0 1,-1 1-1,-27-2 0,39 4 250,-2 1-501</inkml:trace>
</inkml:ink>
</file>

<file path=ppt/ink/ink3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47.974"/>
    </inkml:context>
    <inkml:brush xml:id="br0">
      <inkml:brushProperty name="width" value="0.025" units="cm"/>
      <inkml:brushProperty name="height" value="0.025" units="cm"/>
    </inkml:brush>
  </inkml:definitions>
  <inkml:trace contextRef="#ctx0" brushRef="#br0">408 1 13196,'0'0'3139,"-11"0"-2808,-60 3 62,-136 22-1,204-24-390,1 0-1,-1 0 1,0 0-1,1 0 0,-1 0 1,1 1-1,0-1 1,-1 1-1,1-1 1,0 1-1,0 0 1,0 0-1,0 0 0,0 0 1,1 0-1,-1 0 1,-2 5-1,1-1 8,1-1 0,0 1 0,0-1-1,1 1 1,-1 0 0,1 0-1,0 0 1,1 6 0,0 5 58,0-1 0,2 1 0,0 0 0,1-1 0,6 20 0,-8-33-50,0 1 0,0-1 0,0 1 0,0-1-1,1 1 1,-1-1 0,1 0 0,0 0 0,0 1 0,1-1-1,-1-1 1,6 6 0,-6-7 1,0 0 1,0 0-1,0 0 1,1 0-1,-1-1 1,0 1-1,0-1 1,1 0-1,-1 0 1,0 0-1,1 0 0,-1 0 1,1 0-1,-1 0 1,0-1-1,0 1 1,1-1-1,-1 0 1,0 1-1,0-1 0,4-2 1,5-2 12,0 1 0,1 0 1,-1 1-1,1 0 0,0 1 0,0 1 0,0 0 1,0 0-1,16 2 0,-24-1-18,0 1-1,1 0 0,-1 0 1,0 0-1,1 0 1,-1 1-1,0 0 1,0 0-1,0 0 0,0 0 1,-1 0-1,1 1 1,-1 0-1,1 0 1,-1 0-1,0 0 0,0 0 1,0 1-1,0-1 1,-1 1-1,0 0 1,1 0-1,-1 0 0,-1 0 1,1 0-1,0 0 1,-1 0-1,1 6 1,0-4-4,-1 1 0,0-1 0,0 1 0,-1-1 1,0 1-1,0 0 0,0-1 0,-1 1 0,0-1 1,0 1-1,0-1 0,-1 1 0,0-1 0,-1 0 1,1 0-1,-5 7 0,2-5 71,-1 0 1,0-1-1,0 1 1,-1-2-1,0 1 1,0-1-1,-1 0 0,1 0 1,-1-1-1,-11 6 1,0-2-162,0-1 0,0 0 1,0-2-1,-26 6 0,20-7-1154,-1-1-1,-40 1 0,21-4-3771</inkml:trace>
</inkml:ink>
</file>

<file path=ppt/ink/ink3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9:48.711"/>
    </inkml:context>
    <inkml:brush xml:id="br0">
      <inkml:brushProperty name="width" value="0.025" units="cm"/>
      <inkml:brushProperty name="height" value="0.025" units="cm"/>
    </inkml:brush>
  </inkml:definitions>
  <inkml:trace contextRef="#ctx0" brushRef="#br0">7 29 6887,'0'0'8867,"8"-3"-8777,26-10-42,-33 12-44,0 1 0,0 0-1,0 0 1,1-1-1,-1 1 1,0 0-1,0 0 1,0 0 0,0 1-1,0-1 1,0 0-1,1 0 1,-1 1 0,0-1-1,0 0 1,0 1-1,0-1 1,0 1-1,0-1 1,0 1 0,0 0-1,0-1 1,-1 1-1,1 0 1,0 0-1,0 0 1,-1-1 0,1 1-1,0 0 1,-1 0-1,1 0 1,0 2 0,0-2 35,-1 0 0,1-1 1,-1 1-1,0 0 0,1-1 1,-1 1-1,0 0 0,0 0 1,1 0-1,-1-1 0,0 1 1,0 0-1,0 0 0,0 0 0,0-1 1,0 1-1,0 0 0,0 0 1,0 0-1,-1-1 0,1 1 1,0 0-1,0 0 0,-1-1 1,1 1-1,0 0 0,-1 0 1,1-1-1,-1 1 0,1 0 1,-1-1-1,1 1 0,-1-1 1,-1 2-1,-48 1 1039,27-11-544,22 8-508,1-1 1,-1 0-1,1 1 0,0-1 1,-1 1-1,1-1 0,0 1 1,0-1-1,0 0 1,-1 1-1,1-1 0,0 0 1,0 1-1,0-1 1,0 0-1,0 1 0,0-1 1,0 0-1,0 1 0,0-1 1,1 0-1,-1 1 1,0-1-1,0 1 0,0-1 1,1 0-1,-1 1 1,0-1-1,1 1 0,-1-1 1,0 1-1,2-2 0,1-1 4,0 0-1,1 1 1,-1-1-1,1 1 0,0 0 1,-1 0-1,1 0 0,0 0 1,0 0-1,1 1 0,-1 0 1,0 0-1,0 0 1,1 0-1,-1 1 0,0 0 1,1 0-1,-1 0 0,8 1 1,-12-1-24,1 0 0,0 1 0,-1-1 0,1 0 1,-1 1-1,1-1 0,0 1 0,-1-1 0,1 1 1,-1-1-1,1 1 0,-1-1 0,1 1 0,-1-1 1,0 1-1,1 0 0,-1-1 0,0 1 0,1 0 0,-1-1 1,0 1-1,0 0 0,0-1 0,1 1 0,-1 0 1,0-1-1,0 1 0,0 0 0,0 0 0,0-1 1,0 1-1,-1 0 0,1-1 0,0 1 0,0 0 1,0-1-1,-1 1 0,1 0 0,0-1 0,-1 1 0,1 0 1,0-1-1,-1 1 0,0 1-68,0 0-1,0 0 1,0 0-1,0 0 1,0 0 0,0 0-1,-1-1 1,1 1-1,-1-1 1,1 1 0,-1-1-1,1 1 1,-1-1-1,0 0 1,-2 1 0,-11 0-3462</inkml:trace>
</inkml:ink>
</file>

<file path=ppt/ink/ink3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15.170"/>
    </inkml:context>
    <inkml:brush xml:id="br0">
      <inkml:brushProperty name="width" value="0.025" units="cm"/>
      <inkml:brushProperty name="height" value="0.025" units="cm"/>
    </inkml:brush>
  </inkml:definitions>
  <inkml:trace contextRef="#ctx0" brushRef="#br0">1 85 13901,'0'0'1281,"37"-51"-992,-15 38 351,6 3-159,-1 3-225,2 3-128,-2 4-128,0 0 32,-5 7 0,-2 4-1057,-5 2-1986,-4-1-2370</inkml:trace>
</inkml:ink>
</file>

<file path=ppt/ink/ink3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15.293"/>
    </inkml:context>
    <inkml:brush xml:id="br0">
      <inkml:brushProperty name="width" value="0.025" units="cm"/>
      <inkml:brushProperty name="height" value="0.025" units="cm"/>
    </inkml:brush>
  </inkml:definitions>
  <inkml:trace contextRef="#ctx0" brushRef="#br0">1 1 7079,'0'0'512</inkml:trace>
</inkml:ink>
</file>

<file path=ppt/ink/ink3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16.151"/>
    </inkml:context>
    <inkml:brush xml:id="br0">
      <inkml:brushProperty name="width" value="0.025" units="cm"/>
      <inkml:brushProperty name="height" value="0.025" units="cm"/>
    </inkml:brush>
  </inkml:definitions>
  <inkml:trace contextRef="#ctx0" brushRef="#br0">647 94 6118,'9'-11'1804,"-3"2"-1357,30-41 545,-34 48-648,1-1 1,-1 1 0,1-1-1,0 1 1,0 0-1,0 0 1,0 0 0,0 0-1,5-1 1,-7 3-294,0 0 1,-1 0 0,1 1 0,-1-1-1,0 0 1,1 1 0,-1-1-1,1 0 1,-1 1 0,1-1-1,-1 1 1,0-1 0,1 1-1,-1-1 1,0 1 0,1-1-1,-1 1 1,0-1 0,0 1-1,0-1 1,0 1 0,1 0-1,-1-1 1,0 1 0,0-1-1,0 1 1,0-1 0,0 1 0,0 0-1,0-1 1,0 1 0,-1-1-1,1 1 1,0-1 0,0 2-1,-3 25 699,-2-6-352,-2-1 0,0 0 0,-1 0 0,-1 0 1,-18 28-1,-66 87 80,62-95-365,-1-2 0,-3-2-1,0 0 1,-52 38 0,69-61-112,0 0 0,-1-1 0,-1-1 0,0 0 0,0-2 0,-1 0 0,0-2 0,0 0 0,-1-1 0,0-2 0,-43 5 1,62-9-12,1 0 1,-1 0-1,0 0 1,0 0 0,0 0-1,1 0 1,-1-1 0,0 0-1,0 1 1,1-1 0,-1 0-1,1 0 1,-1-1 0,1 1-1,-1 0 1,1-1 0,0 0-1,0 1 1,-1-1 0,1 0-1,1 0 1,-1 0-1,0 0 1,0-1 0,1 1-1,-1 0 1,1-1 0,0 1-1,0-1 1,0 1 0,0-1-1,0 0 1,0 1 0,0-6-1,0 3-15,1 0 0,0 0-1,0 0 1,1 0 0,0 0 0,-1 0-1,1 0 1,1 0 0,-1 0 0,1 1-1,0-1 1,0 1 0,0-1-1,1 1 1,0-1 0,-1 1 0,1 0-1,1 0 1,3-3 0,2-1 17,1 0 1,0 1 0,0 0-1,1 1 1,0 0 0,0 1-1,1 0 1,-1 0 0,1 2-1,0-1 1,0 1-1,1 1 1,-1 0 0,25 0-1,-15 3 63,0 0-1,0 1 1,0 2-1,0 0 1,-1 1-1,1 1 1,32 14-1,-7 1 258,95 26 0,-77-35-2654,3-8-3547,-41-4 1517</inkml:trace>
</inkml:ink>
</file>

<file path=ppt/ink/ink3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16.446"/>
    </inkml:context>
    <inkml:brush xml:id="br0">
      <inkml:brushProperty name="width" value="0.025" units="cm"/>
      <inkml:brushProperty name="height" value="0.025" units="cm"/>
    </inkml:brush>
  </inkml:definitions>
  <inkml:trace contextRef="#ctx0" brushRef="#br0">0 19 12588,'0'0'3203,"54"-18"-3011,-30 18-64,6 0-32,-3 0-32,3 0 0,1 0-288,3 0-2306,-3 0-2595</inkml:trace>
</inkml:ink>
</file>

<file path=ppt/ink/ink3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16.854"/>
    </inkml:context>
    <inkml:brush xml:id="br0">
      <inkml:brushProperty name="width" value="0.025" units="cm"/>
      <inkml:brushProperty name="height" value="0.025" units="cm"/>
    </inkml:brush>
  </inkml:definitions>
  <inkml:trace contextRef="#ctx0" brushRef="#br0">204 1 14157,'-11'2'443,"0"1"-212,0 0 0,1 0 0,-1 1-1,1 0 1,-1 1 0,1 0 0,1 1-1,-1 0 1,1 0 0,0 1 0,0 0-1,1 1 1,0 0 0,0 0 0,1 1-1,0 0 1,-7 12 0,11-14-185,-1 0 0,2 0 0,-1 0 0,1 0 0,0 0 0,0 0 0,1 1 0,0-1 0,0 1 0,1-1 0,0 1 0,1-1 0,-1 0 0,1 1 0,1-1 0,-1 0 0,1 1 0,0-1 0,5 9 0,-4-10-24,0-1 0,1 1 0,0-1-1,0 0 1,0 0 0,0-1-1,1 1 1,0-1 0,0 0 0,0 0-1,0 0 1,1-1 0,-1 0-1,1 0 1,0-1 0,0 1-1,0-1 1,0 0 0,0-1 0,1 0-1,-1 0 1,10 1 0,-3-2-10,-1 0 1,0 0 0,0-1 0,0-1-1,0 0 1,0-1 0,0 0-1,0-1 1,-1 0 0,0 0 0,1-2-1,13-8 1,-20 11-22,1-1 0,-2 0 0,1 1 0,0-2 1,-1 1-1,0 0 0,0-1 0,0 0 0,-1 0 0,0 0 0,1 0 0,-2-1 0,1 1 1,-1-1-1,0 0 0,0 0 0,0 0 0,-1 0 0,0 0 0,0 0 0,-1 0 0,1 0 1,-1 0-1,-1 0 0,1 0 0,-3-10 0,1 9-33,0 0-1,0 1 1,-1-1 0,0 1-1,0 0 1,-1 0-1,0 0 1,0 0 0,0 1-1,-1-1 1,0 1 0,0 0-1,0 1 1,0-1 0,-1 1-1,0 0 1,0 1 0,0-1-1,0 1 1,-8-3-1,2 1-30,1 1 0,-1 0-1,0 1 1,0 0-1,0 1 1,0 1-1,-1 0 1,1 0-1,0 1 1,-22 3-1,32-2-65,-1 0-1,0 0 1,0 0-1,0 0 0,1 1 1,-1-1-1,0 1 0,1-1 1,0 1-1,-3 3 1,4-5-73,0 1 1,1-1-1,-1 1 0,0 0 1,1-1-1,-1 1 1,0 0-1,1 0 1,-1-1-1,1 1 0,-1 0 1,1 0-1,0 0 1,-1 0-1,1-1 1,0 1-1,0 0 1,-1 0-1,1 0 0,0 0 1,0 0-1,0 0 1,0 0-1,0 0 1,0 0-1,0 0 0,1-1 1,-1 1-1,0 0 1,0 0-1,1 0 1,-1 0-1,1 0 1,-1-1-1,1 1 0,0 1 1,14 6-7482</inkml:trace>
</inkml:ink>
</file>

<file path=ppt/ink/ink3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17.024"/>
    </inkml:context>
    <inkml:brush xml:id="br0">
      <inkml:brushProperty name="width" value="0.025" units="cm"/>
      <inkml:brushProperty name="height" value="0.025" units="cm"/>
    </inkml:brush>
  </inkml:definitions>
  <inkml:trace contextRef="#ctx0" brushRef="#br0">1 1 18321,'0'0'96</inkml:trace>
</inkml:ink>
</file>

<file path=ppt/ink/ink3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17.443"/>
    </inkml:context>
    <inkml:brush xml:id="br0">
      <inkml:brushProperty name="width" value="0.025" units="cm"/>
      <inkml:brushProperty name="height" value="0.025" units="cm"/>
    </inkml:brush>
  </inkml:definitions>
  <inkml:trace contextRef="#ctx0" brushRef="#br0">230 0 17969,'-10'1'91,"1"-1"0,0 1 0,0 1 0,0 0 0,0 0 0,0 1 0,0 0 0,0 0 0,1 1 0,-1 0 0,1 0 0,0 1 0,1 0 0,-1 1 0,1 0 0,0 0 0,0 0 0,1 1 0,0 0 0,-7 10 0,6-5 24,0 1 0,0 0-1,1 0 1,1 1 0,0 0 0,1 0-1,0 0 1,1 0 0,1 1-1,0-1 1,1 22 0,1-29-104,0 1 0,1-1 1,0 0-1,0 1 0,1-1 1,-1 0-1,2 1 0,-1-1 1,1 0-1,7 11 0,-8-15 3,1 1 0,0-1 0,0 1 0,0-1-1,0 0 1,1 0 0,-1 0 0,1-1 0,0 1 0,-1-1-1,1 0 1,0 0 0,1 0 0,-1-1 0,0 1 0,0-1-1,1 0 1,-1 0 0,5 0 0,0-1 0,0 1 0,0-2 1,0 1-1,0-1 0,0 0 1,0-1-1,0 0 0,0-1 1,-1 0-1,1 0 0,-1 0 0,0-1 1,0-1-1,0 1 0,-1-1 1,0-1-1,0 1 0,0-1 1,0 0-1,-1-1 0,8-9 1,-7 7-28,-1 0 1,0-1 0,0 0 0,-1 0-1,0 0 1,-1 0 0,0-1 0,0 0-1,-1 0 1,-1 0 0,0 0 0,0 0 0,-1-1-1,-1 1 1,0 0 0,-2-21 0,1 27-3,0 0 0,-1 0 0,0 0 0,0 1 0,0-1 0,0 0 0,-1 1 0,0 0 0,1-1 0,-2 1 0,1 0 0,0 1 0,-1-1 0,0 0 0,0 1 0,0 0 0,0 0 0,0 0 0,-1 1 0,1-1 0,-1 1 0,0 0 0,0 0 0,-5-1 0,-1 0-165,0 0 1,0 1-1,0 1 1,-1-1-1,1 2 1,0 0 0,-1 0-1,1 1 1,0 0-1,-12 3 1,18-2-160,0-1 1,0 1 0,0 0-1,0 0 1,0 1-1,1 0 1,-1 0 0,-6 5-1,9-6-168,1 0-1,-1-1 0,0 1 0,1 0 1,-1 0-1,1 0 0,0 0 0,0 0 1,0 0-1,0 0 0,0 0 1,0 0-1,0 3 0,0 3-6640</inkml:trace>
</inkml:ink>
</file>

<file path=ppt/ink/ink3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18.045"/>
    </inkml:context>
    <inkml:brush xml:id="br0">
      <inkml:brushProperty name="width" value="0.025" units="cm"/>
      <inkml:brushProperty name="height" value="0.025" units="cm"/>
    </inkml:brush>
  </inkml:definitions>
  <inkml:trace contextRef="#ctx0" brushRef="#br0">5 249 12107,'0'0'7207,"-5"-55"-6310,29 38-288,13 0-1,13-2-384,13-2-95,7 0-33,5 3-32,-2 1-32,-7 1-545,-9 1-1184,-16 2-2051,-14-6-2690</inkml:trace>
</inkml:ink>
</file>

<file path=ppt/ink/ink3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19.261"/>
    </inkml:context>
    <inkml:brush xml:id="br0">
      <inkml:brushProperty name="width" value="0.025" units="cm"/>
      <inkml:brushProperty name="height" value="0.025" units="cm"/>
    </inkml:brush>
  </inkml:definitions>
  <inkml:trace contextRef="#ctx0" brushRef="#br0">110 40 3651,'0'0'8136,"0"-8"-7319,-3-20-32,-1 24 293,-3 14-791,-3 11-67,-2 9 250,1 1 0,2-1 0,1 2-1,1-1 1,-3 58 0,10-89-462,0 0 0,0 1 1,0-1-1,0 0 0,0 0 0,0 1 1,0-1-1,0 0 0,0 1 1,0-1-1,1 0 0,-1 0 0,0 1 1,0-1-1,0 0 0,1 0 0,-1 1 1,0-1-1,0 0 0,1 0 1,-1 0-1,0 1 0,0-1 0,1 0 1,-1 0-1,0 0 0,1 0 0,-1 0 1,0 0-1,0 0 0,1 1 1,-1-1-1,0 0 0,1 0 0,-1 0 1,0 0-1,1 0 0,-1 0 0,1-1 1,20-4 142,18-13-41,-39 18-110,48-24 66,71-27 0,-100 45 21,0 0-1,1 1 0,0 1 0,0 1 1,0 0-1,0 2 0,21 0 1,-40 1-82,1 1 0,0-1 0,-1 0 0,1 1 0,0-1 0,-1 1 0,1-1 0,-1 1 0,1 0 1,0-1-1,-1 1 0,0 0 0,1 0 0,-1 0 0,0 0 0,1 0 0,-1 1 0,0-1 0,0 0 1,0 1-1,0-1 0,1 3 0,0-1 39,-1 1 0,1 0 0,-1 0 0,0 0 0,0 1 0,0-1 0,-1 0 0,1 0 0,-1 5 0,0 0 79,-1 1 1,0-1-1,0 1 0,-1-1 0,0 0 0,-1 0 0,-7 17 0,2-14-104,0 0-1,-1-1 0,0 1 0,-1-2 0,0 1 1,-1-1-1,0-1 0,-1 0 0,0-1 0,0 0 1,0-1-1,-1 0 0,-23 8 0,-17 4-2455,0-2 0,-64 11 0,108-26 1849,-52 10-4062</inkml:trace>
</inkml:ink>
</file>

<file path=ppt/ink/ink3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20.274"/>
    </inkml:context>
    <inkml:brush xml:id="br0">
      <inkml:brushProperty name="width" value="0.025" units="cm"/>
      <inkml:brushProperty name="height" value="0.025" units="cm"/>
    </inkml:brush>
  </inkml:definitions>
  <inkml:trace contextRef="#ctx0" brushRef="#br0">153 52 2370,'0'0'5904,"-7"-2"-5087,-23-6-187,30 8-561,-1 0 0,0 0 1,0 0-1,0-1 0,0 1 0,0 0 0,1-1 0,-1 1 0,0-1 1,0 1-1,0-1 0,1 1 0,-1-1 0,0 1 0,1-1 1,-1 0-1,1 0 0,-1 1 0,1-1 0,-1 0 0,1 0 0,-1 1 1,1-1-1,0 0 0,-1 0 0,1 0 0,0 0 0,0 0 0,0 1 1,-1-1-1,1 0 0,0 0 0,0 0 0,0 0 0,1 0 0,-1 0 1,0 0-1,0 0 0,0 1 0,1-1 0,-1 0 0,0 0 0,1 0 1,-1 0-1,1 1 0,-1-1 0,1 0 0,-1 1 0,1-1 0,0 0 1,-1 1-1,1-1 0,0 0 0,-1 1 0,1-1 0,0 1 0,0-1 1,-1 1-1,1 0 0,0-1 0,0 1 0,1 0 0,0-1-17,-1 1-1,1 0 0,0-1 0,0 1 1,-1 0-1,1 0 0,0 0 0,0 1 0,0-1 1,-1 0-1,1 1 0,0-1 0,0 1 1,-1-1-1,3 2 0,-3-1-32,-1-1 0,1 1 0,0 0 0,-1-1 0,1 1 0,-1 0 0,1-1 0,-1 1 0,1 0 0,-1-1 0,0 1 0,1 0 0,-1 0 0,0 0 1,0-1-1,1 1 0,-1 0 0,0 0 0,0 0 0,0 0 0,0-1 0,0 3 0,-1 0 5,0-1 0,1 1 0,-1 0 0,0-1 0,0 1 0,-1-1 0,1 1 0,0-1 0,-1 0 0,0 1 0,1-1 0,-1 0 0,0 0 0,0 0 0,0 0 0,0-1 0,-1 1 0,-2 1 0,-1 1 14,-1 0-1,0-1 1,0 0 0,0 0 0,0 0-1,0-1 1,-1 0 0,1-1 0,-1 0-1,1 0 1,-1 0 0,1-1 0,-13-1-1,20 1-33,-1 0-1,1-1 0,-1 1 1,1 0-1,-1 0 0,1-1 1,0 1-1,-1 0 0,1-1 1,0 1-1,-1 0 0,1-1 1,0 1-1,0-1 0,-1 1 1,1 0-1,0-1 1,0 1-1,-1-1 0,1 1 1,0-1-1,0 1 0,0-1 1,0 1-1,0-1 0,0 1 1,0 0-1,0-1 0,0 1 1,0-1-1,0 1 0,0-1 1,0 1-1,0-1 0,1 1 1,-1-1-1,0 1 0,0-1 1,0 1-1,1 0 0,-1-1 1,0 1-1,0-1 0,1 1 1,0-1-1,13-17 126,-9 14-137,0 0 0,1 0 0,-1 1 0,1 0 0,0 0-1,0 0 1,0 1 0,0 0 0,0 0 0,1 0 0,-1 1-1,1 0 1,-1 0 0,1 1 0,-1 0 0,7 0 0,-12 1 11,-1-1 0,1 0 0,-1 1 0,1-1 0,-1 0 0,0 1 0,1-1 0,-1 0 0,1 1 0,-1-1 0,0 1 0,1-1 1,-1 1-1,0-1 0,0 1 0,0-1 0,1 1 0,-1-1 0,0 1 0,0 0 0,0-1 0,0 1 0,0-1 0,0 1 0,0-1 1,0 1-1,0-1 0,0 1 0,0 0 0,0-1 0,0 1 0,-1-1 0,1 1 0,0-1 0,0 1 0,-1-1 0,1 2 0,-12 17 286,7-14-204,-1-1 0,1 0-1,-1 0 1,1 0 0,-1-1 0,-1 0-1,1 0 1,0-1 0,-1 1-1,1-1 1,-1-1 0,1 1-1,-1-1 1,-9 0 0,22-12-2327,7-6-3534</inkml:trace>
</inkml:ink>
</file>

<file path=ppt/ink/ink3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5.558"/>
    </inkml:context>
    <inkml:brush xml:id="br0">
      <inkml:brushProperty name="width" value="0.025" units="cm"/>
      <inkml:brushProperty name="height" value="0.025" units="cm"/>
    </inkml:brush>
  </inkml:definitions>
  <inkml:trace contextRef="#ctx0" brushRef="#br0">0 2 11755,'1'-1'84,"-1"1"0,1 0 0,-1 0 1,1 0-1,-1 0 0,1 0 0,-1 0 0,1 0 0,-1 0 0,1 0 1,-1 0-1,1 0 0,-1 0 0,1 0 0,-1 1 0,1-1 0,-1 0 0,1 0 1,-1 0-1,1 1 0,-1-1 0,0 0 0,1 1 0,-1-1 0,1 0 0,-1 1 1,0-1-1,1 0 0,-1 1 0,0-1 0,1 1 0,16 14-203,66 63 1255,141 142 315,-91-60-5591,-119-141 152,-5-10-2076</inkml:trace>
</inkml:ink>
</file>

<file path=ppt/ink/ink3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5.794"/>
    </inkml:context>
    <inkml:brush xml:id="br0">
      <inkml:brushProperty name="width" value="0.025" units="cm"/>
      <inkml:brushProperty name="height" value="0.025" units="cm"/>
    </inkml:brush>
  </inkml:definitions>
  <inkml:trace contextRef="#ctx0" brushRef="#br0">260 0 15278,'0'0'2114,"-52"51"-1761,37-12 544,-2 8-65,-1 7-575,-1 4-193,1 5-32,-3 4-32,1 1 0,-2 2-32,0-6-1314,4-11-2817,1-11-3781</inkml:trace>
</inkml:ink>
</file>

<file path=ppt/ink/ink3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6.087"/>
    </inkml:context>
    <inkml:brush xml:id="br0">
      <inkml:brushProperty name="width" value="0.025" units="cm"/>
      <inkml:brushProperty name="height" value="0.025" units="cm"/>
    </inkml:brush>
  </inkml:definitions>
  <inkml:trace contextRef="#ctx0" brushRef="#br0">1 66 16303,'4'-7'1255,"-3"5"-1172,3-5 218,1-1 0,0 1 1,0 1-1,11-11 1,-15 16-283,0 0 0,0 0 0,0 0 0,-1 0 0,1 0 0,0 1 0,0-1 0,0 0 1,0 1-1,1-1 0,-1 1 0,0-1 0,0 1 0,0-1 0,0 1 0,1 0 0,-1 0 0,0-1 0,0 1 0,0 0 1,1 0-1,-1 0 0,0 1 0,0-1 0,1 0 0,-1 0 0,0 1 0,0-1 0,0 0 0,0 1 0,0-1 1,1 1-1,-1 0 0,0-1 0,0 1 0,0 0 0,-1 0 0,1-1 0,0 1 0,0 0 0,0 0 0,0 0 0,-1 0 1,1 0-1,-1 0 0,1 0 0,0 0 0,0 3 0,3 5-102,0 0 0,-1 0-1,0 0 1,0 0 0,-1 1 0,0-1-1,-1 1 1,0 0 0,0-1 0,-1 1 0,-1 13-1,-4 7-538,0-1 0,-13 38 0,-1 6-202,19-72 800,0 0-1,-1 0 0,1-1 0,0 1 1,0 0-1,0 0 0,0 0 1,0-1-1,0 1 0,0 0 1,0 0-1,0 0 0,0-1 1,0 1-1,1 0 0,-1 0 1,0-1-1,0 1 0,1 0 1,-1 0-1,1-1 0,-1 1 1,0 0-1,1-1 0,-1 1 1,1-1-1,0 1 0,0 0 1,1 0-33,-1-1 0,1 1 0,-1-1-1,1 1 1,0-1 0,-1 0 0,1 0 0,-1 0 0,1 0 0,0 0 0,-1 0 0,1 0 0,2-1 0,53-21-919,-55 22 973,49-25-3090,49-31-1,-45 19-2602</inkml:trace>
</inkml:ink>
</file>

<file path=ppt/ink/ink3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6.305"/>
    </inkml:context>
    <inkml:brush xml:id="br0">
      <inkml:brushProperty name="width" value="0.025" units="cm"/>
      <inkml:brushProperty name="height" value="0.025" units="cm"/>
    </inkml:brush>
  </inkml:definitions>
  <inkml:trace contextRef="#ctx0" brushRef="#br0">0 208 16143,'0'0'833,"63"-27"-641,-11 14 64,15-6 33,9-3-225,4 0 32,-1 0-96,-7-3-705,-9-1-2177,-13-6-3460</inkml:trace>
</inkml:ink>
</file>

<file path=ppt/ink/ink3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6.911"/>
    </inkml:context>
    <inkml:brush xml:id="br0">
      <inkml:brushProperty name="width" value="0.025" units="cm"/>
      <inkml:brushProperty name="height" value="0.025" units="cm"/>
    </inkml:brush>
  </inkml:definitions>
  <inkml:trace contextRef="#ctx0" brushRef="#br0">55 1 18898,'0'0'331,"1"10"-304,20 130 1821,0-15-987,6 195 1,-27-280-851,2-25-4,-2 0 0,0 1 0,0-1 0,-2 1 1,0-1-1,-1 0 0,0 0 0,-7 18 0,10-32-4,0 0 1,-1 0 0,1 1 0,-1-1 0,0 0-1,1 0 1,-1 0 0,0 0 0,0 0 0,1 0-1,-1 0 1,0 0 0,0 0 0,0 0 0,0-1-1,0 1 1,-1 0 0,1-1 0,0 1 0,0 0-1,-3 0 1,3-1 4,0 0 0,0-1 0,0 1 0,0 0 0,-1-1-1,1 1 1,0 0 0,0-1 0,0 1 0,0-1 0,0 0 0,0 1 0,0-1 0,0 0 0,1 0-1,-1 1 1,0-1 0,0 0 0,0-1 0,-4-5 10,0-1 1,1 1-1,0-1 1,0 0-1,-3-10 1,-3-13-19,2-2 0,2 1 0,0-1 0,-1-61 0,13-134 0,5 128-1,-5 59 65,0-48 1,-5 103-73,1 1 1,1 0-1,0-1 0,1 0 0,0 0 0,2 0 0,-1-1 1,2 1-1,0-1 0,0-1 0,1 1 0,18 20 1,-24-30 4,1 0 1,-1-1 0,1 1-1,-1-1 1,1 0 0,0 0-1,0 0 1,0 0 0,0 0-1,0 0 1,0-1 0,0 0-1,1 0 1,-1 1-1,0-2 1,1 1 0,-1 0-1,1-1 1,-1 0 0,1 0-1,-1 0 1,1 0 0,-1 0-1,1-1 1,-1 1 0,1-1-1,-1 0 1,1 0 0,-1 0-1,4-3 1,0 0-29,-1 0-1,0-1 1,0 0-1,0 0 1,0-1 0,-1 1-1,0-1 1,0-1 0,-1 1-1,1 0 1,-1-1 0,4-11-1,19-73-277,-27 99 287,1 1 1,0 0 0,1-1 0,0 1-1,0-1 1,1 1 0,0-1 0,1 0 0,0 0-1,0 0 1,0-1 0,1 0 0,0 1-1,1-2 1,0 1 0,0-1 0,0 1 0,1-2-1,-1 1 1,15 8 0,-13-9-1090,0 0 0,1-1 1,0 0-1,0-1 0,0 0 0,19 4 1,4-4-7330</inkml:trace>
</inkml:ink>
</file>

<file path=ppt/ink/ink3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7.206"/>
    </inkml:context>
    <inkml:brush xml:id="br0">
      <inkml:brushProperty name="width" value="0.025" units="cm"/>
      <inkml:brushProperty name="height" value="0.025" units="cm"/>
    </inkml:brush>
  </inkml:definitions>
  <inkml:trace contextRef="#ctx0" brushRef="#br0">0 76 18129,'0'0'347,"4"-9"657,-4 8-999,22-44 1264,-22 44-1222,1 0 0,0-1 0,-1 1 0,1 0 0,0 0 0,0 0 0,0-1 0,0 1 0,0 0 0,0 0 0,0 1 0,0-1 0,1 0 0,-1 0 0,0 1 0,0-1 0,1 0 0,-1 1 0,0-1 0,1 1 0,-1 0 0,1-1 0,-1 1 0,1 0 0,-1 0 0,1 0 0,-1 0 0,0 0 0,1 0 0,-1 0 0,1 1 0,-1-1 0,1 1 0,-1-1 0,0 1 0,1-1 0,-1 1 0,2 1 0,-1 0-49,-1-1 1,1 1-1,-1 0 1,1 0-1,-1 0 1,0 0-1,0 0 1,0 0-1,0 0 1,0 0-1,0 0 1,-1 0-1,1 1 1,-1-1-1,0 0 1,1 4-1,0 43-49,-2-33 58,0 0-20,-1 0 0,0 0 0,-1 0 0,-8 24 0,5-24-664,2 1 1,0 0 0,-2 26 0,7-43 641,-1 1 0,0 0 0,0-1 0,0 1 0,1-1-1,-1 1 1,0-1 0,1 1 0,-1-1 0,0 1 0,1-1 0,-1 1 0,1-1 0,-1 0 0,1 1 0,-1-1 0,1 0 0,-1 1 0,1-1 0,-1 0 0,1 0 0,-1 1 0,1-1 0,0 0 0,-1 0 0,1 0 0,-1 0 0,1 0 0,0 0 0,-1 0 0,1 0 0,-1 0 0,1 0 0,0 0-1,-1 0 1,1 0 0,-1 0 0,1-1 0,-1 1 0,1 0 0,0 0 0,0-1 0,28-9 143,10-9-599,-1-2-1,36-26 1,-46 26-2221,34-31 1,-26 15-3263</inkml:trace>
</inkml:ink>
</file>

<file path=ppt/ink/ink3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7.455"/>
    </inkml:context>
    <inkml:brush xml:id="br0">
      <inkml:brushProperty name="width" value="0.025" units="cm"/>
      <inkml:brushProperty name="height" value="0.025" units="cm"/>
    </inkml:brush>
  </inkml:definitions>
  <inkml:trace contextRef="#ctx0" brushRef="#br0">33 0 20147,'0'0'352,"65"43"-448,-29 8 160,8 12 64,0 15 737,-7 9-384,-8 14-33,-16 8-256,-13 8-192,-24 11 64,-23 0-32,-17-3-1281,-13-16-3203,-11-17-4324</inkml:trace>
</inkml:ink>
</file>

<file path=ppt/ink/ink3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7.753"/>
    </inkml:context>
    <inkml:brush xml:id="br0">
      <inkml:brushProperty name="width" value="0.025" units="cm"/>
      <inkml:brushProperty name="height" value="0.025" units="cm"/>
    </inkml:brush>
  </inkml:definitions>
  <inkml:trace contextRef="#ctx0" brushRef="#br0">137 1 17489,'0'0'192,"-66"17"1185,35 27-993,9 23-127,9 26 127,9 18 481,5 12-417,30 8-256,20 5-95,18-3-33,22-8 0,15-12-32,13-20-128,9-25-1474,8-32-1825,-1-32-4292</inkml:trace>
</inkml:ink>
</file>

<file path=ppt/ink/ink3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8.209"/>
    </inkml:context>
    <inkml:brush xml:id="br0">
      <inkml:brushProperty name="width" value="0.025" units="cm"/>
      <inkml:brushProperty name="height" value="0.025" units="cm"/>
    </inkml:brush>
  </inkml:definitions>
  <inkml:trace contextRef="#ctx0" brushRef="#br0">1 56 16207,'8'-6'203,"0"-1"-99,0 2-1,1-1 1,0 1-1,0 1 1,1-1-1,-1 2 1,1-1-1,19-3 1,-24 6-68,1 0-1,-1 0 1,0 1 0,1-1 0,-1 1-1,0 1 1,1-1 0,-1 1 0,0 0 0,0 0-1,0 0 1,1 1 0,-1-1 0,0 2 0,-1-1-1,1 0 1,0 1 0,-1 0 0,1 0 0,-1 0-1,6 6 1,-5-4-37,-2 1 0,1-1-1,0 1 1,-1-1 0,0 1 0,0 0 0,-1 0-1,0 0 1,0 1 0,0-1 0,-1 0-1,0 1 1,0-1 0,0 1 0,-1-1-1,0 1 1,0-1 0,-1 1 0,0-1 0,0 1-1,0-1 1,-1 1 0,0-1 0,-3 6-1,-4 10-4,-1-1 0,-1 1-1,-1-2 1,0 0-1,-20 23 1,31-42 6,0-1 1,1 1 0,-1-1-1,0 1 1,0 0 0,1 0 0,-1 0-1,0-1 1,1 1 0,-1 0-1,1 0 1,-1 0 0,1 0-1,-1 0 1,1 0 0,0 0-1,-1 0 1,1 0 0,0 0-1,0 0 1,0 0 0,0 0-1,0 1 1,0-1 0,0 0-1,0 1 1,31 2 80,-24-4-73,69-4 104,116-21 0,-75 8-417,-30 6-1894,-11 2-3598</inkml:trace>
</inkml:ink>
</file>

<file path=ppt/ink/ink3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8.661"/>
    </inkml:context>
    <inkml:brush xml:id="br0">
      <inkml:brushProperty name="width" value="0.025" units="cm"/>
      <inkml:brushProperty name="height" value="0.025" units="cm"/>
    </inkml:brush>
  </inkml:definitions>
  <inkml:trace contextRef="#ctx0" brushRef="#br0">1 676 8072,'0'0'7057,"10"-2"-6502,649-126 3195,-333 58-2695,242-42-380,946-200-138,-1281 262-2940,-230 49 251,-10 1-1483,-36 2-8563</inkml:trace>
</inkml:ink>
</file>

<file path=ppt/ink/ink3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9.069"/>
    </inkml:context>
    <inkml:brush xml:id="br0">
      <inkml:brushProperty name="width" value="0.025" units="cm"/>
      <inkml:brushProperty name="height" value="0.025" units="cm"/>
    </inkml:brush>
  </inkml:definitions>
  <inkml:trace contextRef="#ctx0" brushRef="#br0">286 208 16111,'10'-3'1153,"-6"1"-1065,1 0-27,1 0 0,-1 0 0,1 1 0,-1-1 0,1 1 0,0 1 0,0-1 0,-1 1 0,1 0 0,0 0 0,0 0 0,0 1 0,-1 0 0,1 0 0,0 1 0,-1-1 0,1 1 0,-1 0 0,9 5 0,-5 1-37,-1 1 0,1-1-1,-1 1 1,-1 1 0,0-1-1,0 1 1,-1 1 0,0-1 0,-1 1-1,0 0 1,-1 0 0,0 1-1,-1-1 1,0 1 0,-1 0 0,0 0-1,0 0 1,-2 0 0,1 0-1,-2 0 1,0 0 0,-3 18-1,2-19-1,0 0 0,-1 0-1,-1 0 1,1 0-1,-2-1 1,0 1 0,0-1-1,0-1 1,-1 1-1,-13 15 1,13-18-7,0-2 0,0 1 0,0-1 0,-1 0 1,0 0-1,0-1 0,0 1 0,0-2 0,-1 1 0,1-1 0,-1 0 1,0-1-1,0 0 0,0 0 0,-14 1 0,7-2 2,0 0 0,0-1 1,0-1-1,0 0 0,0-1 0,0-1 0,1-1 0,-1 0 0,1 0 1,0-1-1,-23-12 0,28 11-15,0 0 0,0 0 0,1 0 0,0-1-1,0 0 1,1-1 0,-1 0 0,2 0 0,-1 0 0,1-1 0,0 0 0,1 0 0,0-1 0,1 0 0,0 1 0,0-1 0,-2-14-1,3 15 11,1 0-1,1-1 0,0 0 0,1 1 1,-1-1-1,2 1 0,-1-1 0,1 0 0,1 1 1,0-1-1,0 1 0,1 0 0,8-18 0,-5 15 56,2 0-1,-1 0 0,2 1 0,-1 0 1,2 0-1,-1 1 0,1 0 0,20-14 1,6 0 76,1 1 0,1 2 0,1 2 0,1 1 0,52-14 1,-39 15 26,2 3-1,0 3 1,85-8 0,13 11-1365,3 7-5373,-105 1-2641</inkml:trace>
</inkml:ink>
</file>

<file path=ppt/ink/ink3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9.425"/>
    </inkml:context>
    <inkml:brush xml:id="br0">
      <inkml:brushProperty name="width" value="0.025" units="cm"/>
      <inkml:brushProperty name="height" value="0.025" units="cm"/>
    </inkml:brush>
  </inkml:definitions>
  <inkml:trace contextRef="#ctx0" brushRef="#br0">1 4 19026,'0'0'2397,"7"-2"-2013,-5 2-374,1-1-1,-1 1 0,1-1 1,-1 1-1,1 0 0,0 0 1,-1 0-1,1 1 0,-1-1 1,1 1-1,0-1 0,-1 1 1,1 0-1,-1 0 0,0 0 1,1 0-1,-1 0 0,0 1 1,0-1-1,1 1 0,-1-1 1,0 1-1,-1 0 0,1 0 1,0-1-1,0 2 1,-1-1-1,1 0 0,-1 0 1,0 0-1,0 1 0,0-1 1,0 0-1,0 1 0,1 2 1,1 6-12,1 0 1,-2 0 0,0 0-1,0 0 1,-1 1 0,0-1-1,-1 0 1,0 1 0,-2 13-1,-3 9-12,-16 56-1,21-90 16,1 1 1,-1-1 0,1 0-1,-1 0 1,1 0-1,-1 1 1,1-1-1,-1 0 1,1 0-1,0 0 1,-1 0 0,1 0-1,-1 0 1,1 0-1,-1 0 1,1-1-1,-1 1 1,1 0-1,0 0 1,-1 0 0,1-1-1,-1 1 1,1-1-1,115-64 123,-22 10-88,-28 26 102,-7 4-1866,-24 5-3846,-17 7-2353</inkml:trace>
</inkml:ink>
</file>

<file path=ppt/ink/ink3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47:39.719"/>
    </inkml:context>
    <inkml:brush xml:id="br0">
      <inkml:brushProperty name="width" value="0.025" units="cm"/>
      <inkml:brushProperty name="height" value="0.025" units="cm"/>
    </inkml:brush>
  </inkml:definitions>
  <inkml:trace contextRef="#ctx0" brushRef="#br0">0 44 13965,'0'0'2061,"11"-7"-929,-3 1-920,-1 2 0,1-1 0,1 1 0,-1 1 0,1-1 0,0 1 0,-1 1 0,13-3 0,-18 5-170,1-1-1,-1 1 1,0 0-1,1 0 1,-1 0 0,0 1-1,1-1 1,-1 1 0,0-1-1,0 1 1,0 0-1,1 1 1,-1-1 0,0 0-1,0 1 1,-1 0 0,1-1-1,0 1 1,0 0-1,-1 1 1,0-1 0,1 0-1,-1 1 1,0-1 0,0 1-1,0 0 1,0-1-1,-1 1 1,1 0 0,-1 0-1,2 6 1,0-2-38,-1 1 1,0 0 0,-1 0-1,0 0 1,0 0-1,-1 0 1,1 0-1,-2 0 1,1 0-1,-1 0 1,-1 0-1,1 0 1,-1 0-1,-1-1 1,1 1-1,-1-1 1,-1 1 0,-6 11-1,-8 8 11,0-1-1,-2 0 1,-31 31 0,17-20 0,34-37-14,0 0 0,0 0 0,0 0 0,0 0-1,-1 0 1,1 0 0,0 0 0,0 0 0,0 0 0,0 1 0,0-1-1,-1 0 1,1 0 0,0 0 0,0 0 0,0 0 0,0 1 0,0-1-1,0 0 1,0 0 0,0 0 0,0 0 0,-1 1 0,1-1 0,0 0-1,0 0 1,0 0 0,0 0 0,0 1 0,0-1 0,0 0-1,0 0 1,0 0 0,0 1 0,1-1 0,-1 0 0,0 0 0,0 0-1,0 0 1,0 1 0,0-1 0,0 0 0,0 0 0,0 0 0,0 0-1,1 1 1,-1-1 0,0 0 0,0 0 0,0 0 0,0 0 0,0 0-1,1 0 1,-1 0 0,0 0 0,0 1 0,0-1 0,0 0 0,1 0-1,-1 0 1,0 0 0,0 0 0,0 0 0,1 0 0,-1 0 0,22-2 62,29-13 63,454-192 557,-429 175-1601,-14 2-3219</inkml:trace>
</inkml:ink>
</file>

<file path=ppt/ink/ink3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12.162"/>
    </inkml:context>
    <inkml:brush xml:id="br0">
      <inkml:brushProperty name="width" value="0.025" units="cm"/>
      <inkml:brushProperty name="height" value="0.025" units="cm"/>
    </inkml:brush>
  </inkml:definitions>
  <inkml:trace contextRef="#ctx0" brushRef="#br0">0 113 3107,'0'0'3411,"10"-4"-2914,43-15 221,127-41 907,-150 52-1461,1 1 1,0 2-1,1 0 1,33 1-1,-64 4-162,0 0-1,0 0 0,0 0 1,1 0-1,-1 0 1,0 0-1,0 0 0,0 1 1,0-1-1,1 0 0,-1 1 1,0-1-1,0 1 1,0-1-1,0 1 0,0 0 1,0-1-1,0 1 0,0 0 1,0 0-1,0-1 1,-1 1-1,1 0 0,0 0 1,1 2-1,-1 0 2,-1-1-1,1 0 1,-1 1-1,0-1 1,1 0 0,-1 1-1,0-1 1,0 0-1,-1 1 1,1-1-1,0 0 1,-2 4 0,-2 8 72,-1 0 0,0-1 0,-11 18 0,14-26-18,-47 85 294,13-26 81,3 1-1,2 2 1,-23 75-1,54-141-421,-1 1 1,1-1-1,0 0 0,-1 0 1,1 0-1,0 1 0,0-1 1,0 0-1,0 0 0,0 1 1,0-1-1,0 0 0,0 0 0,0 1 1,1-1-1,-1 0 0,0 0 1,1 0-1,-1 0 0,2 2 1,-2-2 14,1-1-1,0 1 1,0-1 0,0 1 0,-1-1 0,1 1-1,0-1 1,0 0 0,0 0 0,0 1 0,0-1-1,0 0 1,0 0 0,0 0 0,0 0 0,0 0 0,0 0-1,0 0 1,0 0 0,1-1 0,9-1 270,0-2 0,-1 1-1,20-11 1,-11 6-50,-13 5-208,167-59 510,-145 54-550,0 1-1,0 2 0,0 1 1,44-1-1,-43 10-952,-12 5-3389,-10-5 928</inkml:trace>
</inkml:ink>
</file>

<file path=ppt/ink/ink3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12.536"/>
    </inkml:context>
    <inkml:brush xml:id="br0">
      <inkml:brushProperty name="width" value="0.025" units="cm"/>
      <inkml:brushProperty name="height" value="0.025" units="cm"/>
    </inkml:brush>
  </inkml:definitions>
  <inkml:trace contextRef="#ctx0" brushRef="#br0">1 70 9385,'0'0'1906,"4"-8"-695,-3 7-1196,2-6 263,2 1 0,-1-1 0,1 1 1,0 0-1,9-9 0,-13 14-261,0 0 1,1 0-1,0-1 1,-1 1-1,1 0 1,-1 0-1,1 0 1,0 1-1,0-1 1,0 0-1,-1 1 1,1-1-1,0 1 1,0-1-1,0 1 1,0 0-1,0 0 1,0 0-1,0 0 1,0 0-1,0 1 1,-1-1-1,1 0 1,0 1-1,0-1 1,0 1-1,0 0 1,-1 0-1,1 0 1,0-1-1,-1 2 1,1-1-1,-1 0 1,3 2-1,0 0-28,-1 0-1,1 1 1,-1-1 0,0 1 0,0 0-1,0 0 1,0 0 0,-1 1 0,1-1-1,-1 1 1,0-1 0,-1 1 0,1 0-1,-1-1 1,0 1 0,0 0 0,0 0-1,-1 0 1,0 0 0,0 6 0,-2 5-28,-1 0 1,0 0 0,-1 0 0,-11 26 0,-8 37 81,22-78-41,1-1-1,0 1 1,0-1 0,0 1 0,0-1 0,0 1 0,0-1 0,0 1 0,0-1-1,0 1 1,0-1 0,0 1 0,0-1 0,0 1 0,0 0 0,0-1 0,1 1-1,-1-1 1,0 0 0,0 1 0,1-1 0,-1 1 0,0-1 0,0 1 0,1-1-1,-1 1 1,1-1 0,-1 0 0,0 1 0,1-1 0,-1 0 0,1 1 0,-1-1-1,1 0 1,-1 0 0,1 0 0,-1 1 0,1-1 0,-1 0 0,1 0 0,0 0-1,31-7 27,28-24-273,-41 20-700,-1 0 0,0-2 0,-1 0 0,17-18 0,-6-2-2327</inkml:trace>
</inkml:ink>
</file>

<file path=ppt/ink/ink3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12.943"/>
    </inkml:context>
    <inkml:brush xml:id="br0">
      <inkml:brushProperty name="width" value="0.025" units="cm"/>
      <inkml:brushProperty name="height" value="0.025" units="cm"/>
    </inkml:brush>
  </inkml:definitions>
  <inkml:trace contextRef="#ctx0" brushRef="#br0">1 90 9929,'0'-8'70,"0"1"-42,0 2 55,-1 0 0,2 0 0,-1 0 0,0 1 0,1-1 0,0 0 0,0 0 0,3-6 0,-3 10-60,0-1 0,0 0 0,1 0 0,-1 1-1,1-1 1,-1 1 0,1-1 0,-1 1 0,1-1 0,0 1 0,0 0 0,0 0 0,0 0 0,0 0 0,0 0 0,0 1 0,0-1 0,0 1 0,0-1 0,0 1 0,0-1 0,0 1 0,1 0 0,-1 0 0,3 1 0,-2-1-20,1 0 1,-1 0-1,0 0 1,0 1-1,0-1 0,0 1 1,0 0-1,0 0 1,0 0-1,0 0 1,0 0-1,0 1 0,-1-1 1,1 1-1,0 0 1,-1 0-1,1 0 1,-1 0-1,0 0 0,0 1 1,0-1-1,0 1 1,0-1-1,0 1 1,-1 0-1,1-1 1,-1 1-1,0 0 0,0 0 1,0 0-1,0 0 1,0 0-1,-1 0 1,1 1-1,-1-1 0,0 0 1,0 0-1,0 0 1,-1 4-1,1 0 18,-1-1 1,0 1-1,0 0 0,0-1 0,-1 1 0,0-1 0,-1 1 0,1-1 1,-1 0-1,0 0 0,-1 0 0,1 0 0,-1-1 0,0 0 0,-1 1 1,1-1-1,-1-1 0,-6 5 0,80-27 2210,68-18-1737,31-11-4313,-124 28-6869</inkml:trace>
</inkml:ink>
</file>

<file path=ppt/ink/ink3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15.687"/>
    </inkml:context>
    <inkml:brush xml:id="br0">
      <inkml:brushProperty name="width" value="0.025" units="cm"/>
      <inkml:brushProperty name="height" value="0.025" units="cm"/>
    </inkml:brush>
  </inkml:definitions>
  <inkml:trace contextRef="#ctx0" brushRef="#br0">1 61 5573,'0'0'4100,"41"-47"-4036,-12 43-32,3 0-32,2 1-32,0 1-32,-3 2-64,-4 0 32,-8 0 32,-5 4-192,-6 2-1954,-8 0-1218</inkml:trace>
</inkml:ink>
</file>

<file path=ppt/ink/ink3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15.873"/>
    </inkml:context>
    <inkml:brush xml:id="br0">
      <inkml:brushProperty name="width" value="0.025" units="cm"/>
      <inkml:brushProperty name="height" value="0.025" units="cm"/>
    </inkml:brush>
  </inkml:definitions>
  <inkml:trace contextRef="#ctx0" brushRef="#br0">8 47 6951,'0'0'32,"-8"44"64,21-40 0,9-4 705,9 0 191,11-4-639,9-8-225,5 0-64,5-3-64,-1 0-64,0-2-865,-7-2-1922</inkml:trace>
</inkml:ink>
</file>

<file path=ppt/ink/ink3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16.446"/>
    </inkml:context>
    <inkml:brush xml:id="br0">
      <inkml:brushProperty name="width" value="0.025" units="cm"/>
      <inkml:brushProperty name="height" value="0.025" units="cm"/>
    </inkml:brush>
  </inkml:definitions>
  <inkml:trace contextRef="#ctx0" brushRef="#br0">304 491 7175,'0'0'91,"5"-9"261,-3 5-499,1-1 493,0-1 1,-1 0 0,1 0-1,-1 0 1,0 0 0,1-10-1,-3 14-200,1 0 0,-1 0 1,0 0-1,-1 0 0,1 0 0,0 0 0,0 0 1,-1 0-1,0 0 0,1 0 0,-1 0 0,0 0 0,0 0 1,0 0-1,0 0 0,0 1 0,0-1 0,0 0 0,-1 1 1,1-1-1,-1 1 0,1-1 0,-1 1 0,0 0 0,1 0 1,-1 0-1,0 0 0,-3-2 0,-3 0-68,0 0 0,0 0 0,0 0 1,0 1-1,0 1 0,0-1 0,-1 1 0,1 1 0,-1 0 0,1 0 0,-1 0 0,1 1 1,0 0-1,-1 1 0,1 0 0,0 0 0,0 1 0,0 0 0,0 0 0,1 1 1,-1 0-1,-6 5 0,5-4-89,1 1 1,1 1-1,-1-1 1,1 1-1,0 0 0,1 1 1,0 0-1,0 0 1,0 0-1,1 1 1,0-1-1,1 1 1,0 0-1,1 1 0,-1-1 1,2 1-1,-1-1 1,-1 15-1,3-12 5,1-1 0,0 0 0,0 0 0,1 0 0,0 0 0,6 20 1,-6-28 5,-1-1 0,1 0 0,0 1 0,0-1 0,0 0 0,0 0 0,1 0 0,-1 0 1,0 0-1,1 0 0,-1 0 0,1 0 0,0 0 0,0-1 0,0 1 0,0-1 0,0 1 1,0-1-1,0 0 0,0 0 0,0 0 0,1 0 0,-1 0 0,0-1 0,1 1 0,-1 0 1,1-1-1,-1 0 0,0 0 0,1 0 0,-1 0 0,1 0 0,-1 0 0,1 0 1,-1-1-1,0 0 0,5-1 0,0-1 9,1 0 1,-1-1-1,0 0 0,-1 0 1,1-1-1,-1 0 0,0 0 1,0 0-1,0-1 1,-1 0-1,0 0 0,0 0 1,4-8-1,7-10-5,-1-1 1,14-34-1,-19 33-112,0 0 0,-2-1-1,-1 0 1,-1-1 0,-1 0 0,-1 0 0,-1-37-1,-2 47 91,-2 0 0,0 1-1,-1-1 1,-1 0-1,0 1 1,-2-1-1,0 1 1,0 0 0,-2 0-1,0 1 1,-1 0-1,-16-24 1,24 39 22,-1 1 1,1-1-1,0 0 1,-1 1-1,1-1 0,-1 0 1,1 1-1,-1-1 1,1 1-1,-1-1 0,0 1 1,1-1-1,-1 1 1,0-1-1,1 1 0,-1 0 1,0-1-1,0 1 0,1 0 1,-1 0-1,0-1 1,0 1-1,0 0 0,-7 13-160,5 33-214,4-41 385,-1 14 27,1-1-1,1 0 0,1 0 0,1 0 1,1-1-1,0 1 0,14 31 1,5-3 48,41 62 1,-24-43-192,-8-9-3593,-22-40-112</inkml:trace>
</inkml:ink>
</file>

<file path=ppt/ink/ink3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16.880"/>
    </inkml:context>
    <inkml:brush xml:id="br0">
      <inkml:brushProperty name="width" value="0.025" units="cm"/>
      <inkml:brushProperty name="height" value="0.025" units="cm"/>
    </inkml:brush>
  </inkml:definitions>
  <inkml:trace contextRef="#ctx0" brushRef="#br0">19 92 7591,'0'0'395,"-3"-7"1057,2 5-1394,-2-4 556,1-1 0,0 0 0,0 0 0,0 0-1,-1-13 1,3 19-524,0 0-1,0 0 1,0 0-1,0-1 0,0 1 1,1 0-1,-1 0 1,0 0-1,1-1 0,-1 1 1,0 0-1,1 0 1,0 0-1,-1 0 0,1 0 1,0 0-1,-1 0 1,3-1-1,-2 1-97,1 0 0,-1 0 0,1 1 0,-1-1 0,1 0 0,0 1 0,-1 0 0,1-1 0,0 1 0,-1 0 0,1 0 0,0 0 0,0 0 0,-1 0 0,1 0 0,0 0 0,3 2 0,-3-2 2,1 1 0,-1 0 0,1 0-1,-1 0 1,1 0 0,-1 0 0,0 0 0,1 1 0,-1-1 0,0 1-1,0 0 1,0 0 0,0-1 0,0 1 0,0 1 0,-1-1 0,1 0-1,1 3 1,0 1-4,-1-1 1,0 1-1,0 0 0,0 0 0,0 0 0,-1 0 0,1 11 0,-1-6 1,-1 0-1,0 0 0,-1 0 1,0 0-1,-1 0 0,0 0 0,0-1 1,-8 18-1,-23 32-1,62-58 49,11-4-695,80-12 0,-75 4-2994</inkml:trace>
</inkml:ink>
</file>

<file path=ppt/ink/ink3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18.239"/>
    </inkml:context>
    <inkml:brush xml:id="br0">
      <inkml:brushProperty name="width" value="0.025" units="cm"/>
      <inkml:brushProperty name="height" value="0.025" units="cm"/>
    </inkml:brush>
  </inkml:definitions>
  <inkml:trace contextRef="#ctx0" brushRef="#br0">1 146 3651,'0'0'6369,"5"-3"-6305,2 0-52,1 1 0,0 0 0,-1 1 0,1-1 0,0 2 0,0-1 0,0 1 0,0 0 0,0 1 0,0 0 0,10 2 0,37 2 148,-41-6-32,0 0-1,0 0 0,0-2 0,0 0 0,0 0 0,-1-1 0,0-1 0,0 0 0,19-10 0,-5-1 10,-1-2 1,0 0-1,26-25 1,-51 42-162,0 0 0,0 1-1,1-1 1,-1 1 0,0-1 0,0 1 0,1-1-1,-1 1 1,1 0 0,-1 0 0,0 0 0,1 0 0,-1 0-1,0 0 1,1 0 0,-1 0 0,1 0 0,-1 1 0,0-1-1,1 0 1,-1 1 0,0-1 0,0 1 0,1 0 0,-1-1-1,1 2 1,36 25-209,-27-18 201,4 1 78,1-1 1,0 0 0,0-1 0,1-1 0,0 0-1,1-2 1,-1 0 0,1-1 0,0 0 0,0-1-1,0-2 1,27 1 0,-29-3-649,1-1 0,-1 0 0,0-1 0,30-9-1,-12-1-3737</inkml:trace>
</inkml:ink>
</file>

<file path=ppt/ink/ink3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19.069"/>
    </inkml:context>
    <inkml:brush xml:id="br0">
      <inkml:brushProperty name="width" value="0.025" units="cm"/>
      <inkml:brushProperty name="height" value="0.025" units="cm"/>
    </inkml:brush>
  </inkml:definitions>
  <inkml:trace contextRef="#ctx0" brushRef="#br0">1 1 6470,'0'0'3561,"8"0"-3508,1 0-46,-1 1 0,1 0 0,-1 0 0,1 1 0,-1 0 0,0 0 1,0 1-1,0 0 0,0 1 0,13 7 0,84 60 72,-71-47-70,15 13-24,-32-23-5,1-1 0,0 0 0,0-1 1,1-1-1,39 16 0,-30-21-294,-27-6 213,0 0 1,-1 0 0,1 0 0,0 0-1,0 0 1,0 0 0,0 0 0,0 0-1,0 0 1,0-1 0,0 1 0,-1 0-1,1 0 1,0-1 0,0 1 0,0-1-1,0 1 1,-1-1 0,1 1 0,0-1-1,-1 1 1,1-1 0,0 0-1,-1 1 1,1-1 0,0-1 0,3-13-2959</inkml:trace>
</inkml:ink>
</file>

<file path=ppt/ink/ink3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19.397"/>
    </inkml:context>
    <inkml:brush xml:id="br0">
      <inkml:brushProperty name="width" value="0.025" units="cm"/>
      <inkml:brushProperty name="height" value="0.025" units="cm"/>
    </inkml:brush>
  </inkml:definitions>
  <inkml:trace contextRef="#ctx0" brushRef="#br0">379 1 5830,'0'0'3843,"-9"1"-3581,3 1-228,-1 1-1,1-1 1,0 1 0,0 0 0,0 1 0,0-1-1,1 1 1,-1 0 0,1 1 0,0-1 0,0 1-1,1 0 1,-1 0 0,-6 11 0,-259 344 681,262-349-3202,5-10-2179</inkml:trace>
</inkml:ink>
</file>

<file path=ppt/ink/ink3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20.258"/>
    </inkml:context>
    <inkml:brush xml:id="br0">
      <inkml:brushProperty name="width" value="0.025" units="cm"/>
      <inkml:brushProperty name="height" value="0.025" units="cm"/>
    </inkml:brush>
  </inkml:definitions>
  <inkml:trace contextRef="#ctx0" brushRef="#br0">0 1 993,'0'0'1666,"81"57"-1,-43-29-352,-2 2-31,-2-5-65,0-2-449,-3-3-351,3-9-321,-1-3 0,2-7-96,-2-1 0,1 0 0,-3-8-128,-5-4-128,-5-5-1762,-6-4-3075</inkml:trace>
</inkml:ink>
</file>

<file path=ppt/ink/ink3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20.662"/>
    </inkml:context>
    <inkml:brush xml:id="br0">
      <inkml:brushProperty name="width" value="0.025" units="cm"/>
      <inkml:brushProperty name="height" value="0.025" units="cm"/>
    </inkml:brush>
  </inkml:definitions>
  <inkml:trace contextRef="#ctx0" brushRef="#br0">255 0 352,'0'0'2018,"-48"80"-32,17-44-673,-3-4-192,-2-3-480,1-5-385,8-7-256,4-6-64,6-11-128,13-3-128</inkml:trace>
</inkml:ink>
</file>

<file path=ppt/ink/ink3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21.457"/>
    </inkml:context>
    <inkml:brush xml:id="br0">
      <inkml:brushProperty name="width" value="0.025" units="cm"/>
      <inkml:brushProperty name="height" value="0.025" units="cm"/>
    </inkml:brush>
  </inkml:definitions>
  <inkml:trace contextRef="#ctx0" brushRef="#br0">0 0 32,'0'0'352</inkml:trace>
</inkml:ink>
</file>

<file path=ppt/ink/ink3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21.736"/>
    </inkml:context>
    <inkml:brush xml:id="br0">
      <inkml:brushProperty name="width" value="0.025" units="cm"/>
      <inkml:brushProperty name="height" value="0.025" units="cm"/>
    </inkml:brush>
  </inkml:definitions>
  <inkml:trace contextRef="#ctx0" brushRef="#br0">1 4 224,'0'0'897,"69"0"96,-19 0 128,8 0-544,0 0 95,-5 0-351,-7-3-514</inkml:trace>
</inkml:ink>
</file>

<file path=ppt/ink/ink3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22.537"/>
    </inkml:context>
    <inkml:brush xml:id="br0">
      <inkml:brushProperty name="width" value="0.025" units="cm"/>
      <inkml:brushProperty name="height" value="0.025" units="cm"/>
    </inkml:brush>
  </inkml:definitions>
  <inkml:trace contextRef="#ctx0" brushRef="#br0">52 39 609,'0'0'2749,"-8"8"-1879,-36 37 395,82-48-715,128-33-898,69-12-430,-206 44-488</inkml:trace>
</inkml:ink>
</file>

<file path=ppt/ink/ink3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22.890"/>
    </inkml:context>
    <inkml:brush xml:id="br0">
      <inkml:brushProperty name="width" value="0.025" units="cm"/>
      <inkml:brushProperty name="height" value="0.025" units="cm"/>
    </inkml:brush>
  </inkml:definitions>
  <inkml:trace contextRef="#ctx0" brushRef="#br0">1 1 7527,'0'0'1682,"0"9"-1533,2 97-62,7 129 345,-5-191-363,2 0 0,3 0 0,18 58 1,-27-100-68,4 7 4,-4-15-540,0-2-248,0-17-3099</inkml:trace>
</inkml:ink>
</file>

<file path=ppt/ink/ink3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23.153"/>
    </inkml:context>
    <inkml:brush xml:id="br0">
      <inkml:brushProperty name="width" value="0.025" units="cm"/>
      <inkml:brushProperty name="height" value="0.025" units="cm"/>
    </inkml:brush>
  </inkml:definitions>
  <inkml:trace contextRef="#ctx0" brushRef="#br0">1 145 4388,'0'-9'945,"1"3"-767,0-1 0,1 1 0,-1 0 0,1-1 0,0 1 0,1 0 0,-1 0 0,1 0 0,0 1 0,1-1 0,0 1 0,-1-1 0,2 1 0,-1 0 0,0 1 0,1-1 0,0 1 0,0 0 0,1 0 1,-1 1-1,1-1 0,6-2 0,-7 4-48,0 0 1,0 0 0,0 0 0,0 1 0,0-1 0,0 1 0,0 1 0,0-1 0,1 1-1,-1 0 1,0 0 0,1 0 0,-1 1 0,0 0 0,0 0 0,0 0 0,0 0 0,10 5-1,-12-4-114,0 0-1,-1 0 0,1 0 1,0 1-1,-1-1 0,0 1 1,1-1-1,-1 1 0,0 0 1,0 0-1,-1 0 0,1 0 1,0 0-1,-1 0 0,0 0 1,0 1-1,0-1 0,0 0 1,0 1-1,-1-1 0,0 1 1,1-1-1,-1 1 0,-1-1 1,1 1-1,0-1 0,-1 1 1,0-1-1,-1 5 0,0-2-6,-1 1 0,0-1 0,0 0 0,-1 0 0,1 0-1,-1 0 1,-1-1 0,1 1 0,-1-1 0,0 0 0,0 0 0,0-1-1,-7 5 1,3-3-122,0 0-1,0 0 1,0-1-1,-1 0 0,1-1 1,-1 0-1,-20 5 1,1-8-2968,5-5-3378</inkml:trace>
</inkml:ink>
</file>

<file path=ppt/ink/ink3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25.338"/>
    </inkml:context>
    <inkml:brush xml:id="br0">
      <inkml:brushProperty name="width" value="0.025" units="cm"/>
      <inkml:brushProperty name="height" value="0.025" units="cm"/>
    </inkml:brush>
  </inkml:definitions>
  <inkml:trace contextRef="#ctx0" brushRef="#br0">237 110 1505,'-1'-1'221,"-1"0"-1,0-1 0,1 1 0,-1-1 1,1 1-1,-1-1 0,1 1 0,0-1 1,0 0-1,-1 1 0,1-1 0,1 0 1,-1 0-1,0 0 0,0 0 0,1 0 1,-1 0-1,1 0 0,-1 0 0,1 0 1,0 0-1,0-3 0,1 2-123,-1 1 0,1 0 0,0 0-1,0 0 1,1 0 0,-1 0 0,0 0 0,1 0 0,-1 0-1,1 0 1,-1 0 0,1 1 0,0-1 0,0 1-1,0-1 1,3-1 0,3-2-72,1 1 1,0-1-1,0 2 1,0-1-1,1 1 0,-1 1 1,1 0-1,13-2 0,-16 4-26,0-1-1,0 1 0,1 1 1,-1-1-1,0 1 0,1 1 1,-1-1-1,0 1 1,0 0-1,0 1 0,-1 0 1,1 0-1,7 4 0,-10-4 14,-1 0-1,1 0 0,-1 1 0,0-1 1,0 1-1,0-1 0,0 1 0,-1 0 0,0 0 1,1 0-1,-1 0 0,-1 1 0,1-1 1,-1 0-1,1 1 0,-1-1 0,-1 1 1,1 0-1,-1-1 0,1 1 0,-2 8 1,1-9 5,-1 0 1,1 0 0,-1 0 0,0 0 0,0 0 0,0-1 0,-1 1 0,1 0 0,-1-1-1,0 1 1,0-1 0,0 0 0,-1 1 0,1-1 0,-4 3 0,0 0 19,-1-1-1,1 1 1,-1-1 0,0-1-1,-1 1 1,-13 5 0,4-3 12,-1-1 0,0 0 0,0-2 0,0 0 0,-35 2 1,42-5-5,0-1 0,0 0 1,0-1-1,1 0 1,-1-1-1,0 0 0,-18-7 1,26 9-15,1-2-1,0 1 1,-1 0 0,1 0-1,0-1 1,0 1 0,0-1 0,0 0-1,0 1 1,1-1 0,-1 0 0,1 0-1,-1 0 1,1 0 0,-1-1-1,0-2 1,1 2-2,0 0 0,1 0 0,-1 0 0,1 0 0,0 0 0,0 0 0,0-1 0,0 1 0,1 0-1,-1 0 1,1 0 0,0 0 0,0 0 0,0 0 0,0 0 0,3-4 0,0 0-20,0 0-1,1 1 1,0-1-1,0 1 1,0 0-1,1 1 1,0-1-1,0 1 1,0 0 0,1 1-1,-1 0 1,1 0-1,0 0 1,1 1-1,-1-1 1,15-2-1,-7 1 6,1 1-1,1 1 0,-1 1 0,0 0 0,1 1 1,-1 1-1,22 2 0,-32-1-8,0-1 0,-1 2 0,1-1 0,0 1 0,0 0-1,-1 0 1,1 1 0,-1-1 0,1 1 0,-1 1 0,0-1 0,0 1 0,-1-1 0,1 1 0,-1 1 0,0-1 0,0 1 0,0-1 0,-1 1-1,1 0 1,-1 1 0,0-1 0,-1 0 0,1 1 0,2 9 0,-3-6 7,0 0 0,0 0 0,-1 1 0,0-1 0,0 1 0,-1-1 0,-1 1 0,1-1 0,-1 0 0,-1 1 0,0-1 0,0 0 0,-1 0 0,0 0 0,-8 15 0,-2-3 12,-1-1-1,0 0 1,-2-1-1,0-1 0,-1-1 1,0 0-1,-2-1 1,-40 26-1,27-21 13,-1-3 0,0 0 0,-1-2 0,-1-2 0,-41 11 0,31-17 124,44-8-136,0 1 1,0-1-1,0 0 1,0 0-1,1-1 1,-1 1-1,0 0 0,0 0 1,0 0-1,1 0 1,-1-1-1,0 1 1,0 0-1,1-1 1,-1 1-1,0 0 1,1-1-1,-1 1 1,0-1-1,1 1 1,-1-1-1,0 0 1,1 1-1,-1-1 1,1 0-1,0 1 1,-1-1-1,1 0 1,-1 1-1,1-1 1,0 0-1,-1 0 1,1 0-1,0 1 1,0-1-1,0 0 0,0 0 1,0 0-1,0 1 1,0-1-1,0 0 1,0 0-1,0 0 1,0 1-1,0-1 1,1 0-1,-1-1 1,2-3 10,1-1 0,-1 1 0,1 0 0,0 0 0,0 0 0,0 0 0,1 1 1,0-1-1,0 1 0,0 0 0,0 0 0,0 1 0,1-1 0,7-3 0,8-6-31,1 1 1,24-10-1,-28 14 50,0 0 0,0 2 0,1 0 0,0 1-1,0 1 1,0 1 0,0 0 0,1 1 0,-1 1 0,1 1 0,-1 1 0,1 0 0,-1 1 0,0 1-1,0 1 1,0 1 0,0 0 0,-1 1 0,1 1 0,19 11 0,-32-14-42,1 0 1,0-1 0,0 0-1,0 0 1,0-1-1,0 0 1,0 0 0,0 0-1,1-1 1,-1 0-1,1 0 1,-1 0 0,1-1-1,0 0 1,-1 0-1,1-1 1,-1 0 0,1 0-1,-1 0 1,0-1-1,1 0 1,-1 0 0,0-1-1,9-5 1,-2 1-207,-1-2 0,0 1 1,-1-1-1,0-1 0,0 0 0,11-15 1,27-37-5039</inkml:trace>
</inkml:ink>
</file>

<file path=ppt/ink/ink3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46.559"/>
    </inkml:context>
    <inkml:brush xml:id="br0">
      <inkml:brushProperty name="width" value="0.025" units="cm"/>
      <inkml:brushProperty name="height" value="0.025" units="cm"/>
    </inkml:brush>
  </inkml:definitions>
  <inkml:trace contextRef="#ctx0" brushRef="#br0">1122 453 2755,'0'0'2060,"2"-8"-1206,2-8 303,0-1-1,-1 1 0,1-32 0,-4 40-724,0 1 1,0-1-1,-1 1 0,0-1 0,0 1 1,-1 0-1,1-1 0,-2 1 1,1 0-1,-1 0 0,0 1 0,-7-12 1,-20-23 160,11 12-411,-2 1 0,-1 1 0,-28-26 0,42 47-182,1-1 0,-1 1 0,0 0 0,-1 1 1,0 0-1,1 0 0,-2 1 0,1 0 0,0 0 1,-1 1-1,1 1 0,-1-1 0,0 2 0,0-1 0,-13 1 1,-20 4-82,0 2 0,0 2 0,1 2 1,0 2-1,1 1 0,0 3 0,-43 21 1,63-25 2,0 0 1,2 1-1,-1 2 1,2-1-1,-1 2 1,2 1-1,0 0 1,-19 25-1,-10 18-107,-47 80 0,77-112 220,2 0 0,1 1 1,1 0-1,2 1 0,1 0 0,1 1 0,-7 50 1,10-28 0,1-1 0,3 0 1,10 92-1,-7-124-18,1-1 1,1 0-1,1-1 0,1 1 1,0-1-1,1 0 0,1 0 0,12 18 1,-2-7 69,2-2 0,0-1 1,42 40-1,-47-50-7,1-1 0,0 0 0,29 18 0,-36-27 17,-1-1 1,1 0 0,0 0-1,0-1 1,0-1 0,1 1-1,-1-1 1,1-1 0,-1 0 0,15 0-1,6-2 155,0-1 0,-1-2 0,1-1 0,-1-1 0,0-2 0,0-1 0,47-21 0,-40 14 3,-1-1 1,-1-2-1,0-1 1,-2-1 0,42-37-1,-52 38-117,0-1 1,-2-1-1,-1-1 0,-1-1 0,0-1 0,-2 0 0,21-45 1,-14 19-109,-1-2 0,-4 0 0,-1-1 1,-3-1-1,-3 0 0,7-76 1,-17 118-19,4-38-133,-3 0 1,-7-91-1,3 126-136,0 1 0,-1-1 0,-1 1 0,-1 0 0,0 1 0,-1-1 0,-1 1 0,0 0 0,0 1 0,-2-1 0,0 1 0,0 1 0,-17-17 1,19 20-258,10 8-1172,12 0-2043,1-8-1792</inkml:trace>
</inkml:ink>
</file>

<file path=ppt/ink/ink3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48.274"/>
    </inkml:context>
    <inkml:brush xml:id="br0">
      <inkml:brushProperty name="width" value="0.025" units="cm"/>
      <inkml:brushProperty name="height" value="0.025" units="cm"/>
    </inkml:brush>
  </inkml:definitions>
  <inkml:trace contextRef="#ctx0" brushRef="#br0">312 53 5509,'0'-3'243,"1"1"-1,-1 0 1,0 0-1,-1 0 1,1-1-1,0 1 0,-1 0 1,1 0-1,-1 0 1,0 0-1,0 0 1,0 0-1,0 0 1,0 0-1,0 0 1,0 0-1,0 0 1,-1 1-1,1-1 1,-3-1-1,2 1-90,-1 1 0,1 0 0,-1 0 0,0 0 0,1 1-1,-1-1 1,0 0 0,1 1 0,-1 0 0,0 0 0,0 0 0,1 0 0,-1 0 0,0 0 0,1 1-1,-1-1 1,-3 2 0,1 0-140,0 0 1,0 0-1,0 1 0,0 0 0,1 0 0,-1 0 0,1 0 0,-1 1 1,1 0-1,0 0 0,1 0 0,-1 0 0,1 0 0,0 1 0,0 0 1,0-1-1,0 1 0,1 0 0,-3 11 0,-2 2 21,1 1-1,1 1 1,1-1-1,-3 25 1,5 14-8,2-1-1,3 1 1,2-1-1,13 57 1,3 43 12,-18-138-62,-1 1 0,-2-1 0,0 0 0,-1 1-1,-5 28 1,5-42-7,0-1-1,-1 0 0,0 0 1,0 0-1,0 0 1,-1 0-1,1 0 0,-1 0 1,0-1-1,-1 1 1,1-1-1,-1 0 0,0 0 1,0-1-1,0 1 0,0-1 1,-1 1-1,1-2 1,-1 1-1,0 0 0,0-1 1,0 0-1,0 0 1,-7 2-1,6-3-628,-1 0 0,0 0-1,1 0 1,-1-1 0,0 1 0,-9-2 0,-12-5-3802</inkml:trace>
</inkml:ink>
</file>

<file path=ppt/ink/ink3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48.693"/>
    </inkml:context>
    <inkml:brush xml:id="br0">
      <inkml:brushProperty name="width" value="0.025" units="cm"/>
      <inkml:brushProperty name="height" value="0.025" units="cm"/>
    </inkml:brush>
  </inkml:definitions>
  <inkml:trace contextRef="#ctx0" brushRef="#br0">0 215 9033,'5'-8'-70,"12"-13"156,1 0-1,0 1 0,1 2 1,1 0-1,1 0 1,1 2-1,0 1 0,1 1 1,0 1-1,31-13 1,-53 25-51,0 1 1,0-1 0,1 0 0,-1 0 0,0 1-1,1-1 1,-1 1 0,0-1 0,1 1-1,-1 0 1,1 0 0,-1-1 0,0 1 0,1 0-1,-1 0 1,1 0 0,-1 1 0,1-1-1,-1 0 1,1 0 0,-1 1 0,0-1 0,1 1-1,-1-1 1,0 1 0,1 0 0,-1-1-1,0 1 1,0 0 0,0 0 0,0 0 0,0 0-1,0 0 1,0 0 0,0 0 0,1 2-1,0 2 255,0 1 0,-1 1 0,1-1 0,-1 0 0,-1 0 0,1 0 0,-1 8 0,0-3 17,1-6-184,-1 12 37,1 1-1,1-1 1,1-1 0,6 23-1,-9-37-156,1 1 0,0 0-1,-1 0 1,1-1 0,1 1-1,-1-1 1,0 1 0,1-1-1,-1 1 1,1-1 0,0 0-1,-1 0 1,1 0 0,0 0-1,1 0 1,-1 0-1,0-1 1,0 1 0,1-1-1,-1 1 1,1-1 0,-1 0-1,1 0 1,0 0 0,-1 0-1,1 0 1,0-1 0,0 1-1,-1-1 1,1 0 0,0 0-1,0 0 1,0 0 0,3-1-1,-2 0 4,-1-1-1,1 0 0,-1 0 0,0 0 0,0 0 0,0 0 0,0 0 0,0-1 1,-1 1-1,1-1 0,-1 0 0,0 0 0,1 0 0,-1 0 0,-1 0 1,1-1-1,0 1 0,-1 0 0,1-1 0,-1 1 0,0-1 0,-1 0 1,2-7-1,-1 6-15,0 0 1,0 0-1,0 0 1,-1-1-1,0 1 1,0 0 0,0-1-1,0 1 1,-1 0-1,0 0 1,0 0-1,-1-1 1,1 1-1,-1 0 1,0 1-1,-4-7 1,2 6-8,-1 1 0,-1 0 0,1 0 0,0 1 0,-1-1 0,0 1 0,1 0 0,-1 1 0,0-1 0,-1 1 0,1 0 0,0 1 0,-1 0 0,1 0 0,-1 0 0,1 1 0,-1 0 0,1 0 0,-1 0 0,-8 2 0,11-1-498,-1 0 0,0 0 0,0 1-1,0-1 1,1 1 0,-1 0 0,1 1-1,-1-1 1,-6 6 0,6-4-2336</inkml:trace>
</inkml:ink>
</file>

<file path=ppt/ink/ink3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48.942"/>
    </inkml:context>
    <inkml:brush xml:id="br0">
      <inkml:brushProperty name="width" value="0.025" units="cm"/>
      <inkml:brushProperty name="height" value="0.025" units="cm"/>
    </inkml:brush>
  </inkml:definitions>
  <inkml:trace contextRef="#ctx0" brushRef="#br0">0 0 15022,'0'0'288,"1"54"-320,7-23 32,4 4 0,-2 4 0,-1 3-32,-3 1 0,-1-1-384,-4-5-1346,1-2-704,-2-6 448,1-10 160,2-9-1537</inkml:trace>
</inkml:ink>
</file>

<file path=ppt/ink/ink3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49.188"/>
    </inkml:context>
    <inkml:brush xml:id="br0">
      <inkml:brushProperty name="width" value="0.025" units="cm"/>
      <inkml:brushProperty name="height" value="0.025" units="cm"/>
    </inkml:brush>
  </inkml:definitions>
  <inkml:trace contextRef="#ctx0" brushRef="#br0">35 0 14382,'0'0'1521,"-5"10"-1510,-2 8-14,2 0 0,0 0 1,2 0-1,0 1 0,0-1 1,2 1-1,2 36 0,-3 11-119,1 46-57,2-100-561,0 1 0,1 0 0,6 18 0,-8-30 454,0 1 0,1 0 0,-1-1 0,1 1-1,0-1 1,-1 1 0,1-1 0,0 1 0,0-1 0,0 1 0,0-1 0,0 0 0,0 1 0,0-1 0,0 0 0,1 0 0,-1 0 0,2 1 0,9 0-3643</inkml:trace>
</inkml:ink>
</file>

<file path=ppt/ink/ink3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50.099"/>
    </inkml:context>
    <inkml:brush xml:id="br0">
      <inkml:brushProperty name="width" value="0.025" units="cm"/>
      <inkml:brushProperty name="height" value="0.025" units="cm"/>
    </inkml:brush>
  </inkml:definitions>
  <inkml:trace contextRef="#ctx0" brushRef="#br0">26 156 9993,'0'0'4640,"-3"2"-4598,0 1-37,1 0-1,0 1 1,0-1 0,0 0-1,0 0 1,0 1-1,1-1 1,-1 1-1,1 0 1,0-1 0,0 1-1,1 0 1,-1 0-1,1-1 1,0 1 0,0 0-1,0 7 1,0-7-11,0-1 1,0 1-1,1-1 1,-1 1-1,1-1 1,-1 1 0,1-1-1,0 1 1,1-1-1,-1 0 1,0 0-1,1 1 1,0-1 0,0 0-1,0 0 1,0-1-1,0 1 1,0 0-1,1-1 1,0 1-1,-1-1 1,4 2 0,-5-3 6,0 0 1,0-1 0,1 1-1,-1-1 1,0 1 0,0-1-1,0 1 1,1-1 0,-1 0-1,0 0 1,1 0 0,-1 0-1,0 0 1,0 0 0,1 0-1,-1 0 1,0 0 0,1 0-1,-1-1 1,0 1 0,0 0 0,1-1-1,-1 0 1,0 1 0,0-1-1,0 1 1,0-1 0,0 0-1,0 0 1,0 0 0,0 0-1,0 0 1,0 0 0,0 0-1,-1 0 1,1 0 0,0 0-1,-1 0 1,1 0 0,-1 0 0,1-1-1,-1 1 1,1 0 0,-1 0-1,0-1 1,0 1 0,0 0-1,0-2 1,2-11 21,-1 1-1,0-1 1,-3-25 0,1 19-31,2-21 168,10 47-134,0-1 0,0-1 0,0 0 0,0-1 0,1 0 0,-1 0 0,1-1 0,-1-1 0,1 0 0,23-1 0,-15 0 14,0 1 0,33 6 0,-52-6-42,0-1 1,0 0 0,0 1-1,0-1 1,0 1-1,0-1 1,0 1 0,0-1-1,0 1 1,0 0-1,-1-1 1,1 1 0,0 0-1,0 0 1,-1 0-1,1 0 1,0 0 0,-1-1-1,1 1 1,-1 0-1,1 0 1,-1 1 0,0-1-1,1 0 1,-1 0-1,0 0 1,0 0 0,1 0-1,-1 0 1,0 0-1,-1 2 1,-7 44-61,2-6 30,6-41 35,1 0 0,-1 1 0,1-1-1,-1 0 1,1 1 0,-1-1 0,1 0 0,-1 1-1,1-1 1,-1 0 0,1 0 0,-1 0 0,1 1-1,-1-1 1,1 0 0,-1 0 0,1 0 0,-1 0 0,1 0-1,0 0 1,-1 0 0,1 0 0,-1 0 0,1 0-1,-1-1 1,1 1 0,-1 0 0,1 0 0,-1 0-1,1-1 1,-1 1 0,1 0 0,-1 0 0,1-1 0,-1 1-1,1-1 1,19-12 213,22-46 1866,-40 58-2069,0 0-1,1 1 1,-1-1 0,1 1-1,-1 0 1,1 0-1,-1 0 1,1 0-1,-1 0 1,0 1-1,1-1 1,-1 1-1,1-1 1,-1 1-1,5 2 1,7 0-21,-10-2 13,0-1 0,0 0 0,0-1 0,0 1 0,0-1 1,0 1-1,0-1 0,0 0 0,0 0 0,-1-1 1,1 1-1,0-1 0,-1 0 0,1 0 0,-1 0 0,0-1 1,0 1-1,0-1 0,0 1 0,0-1 0,0 0 1,-1 0-1,1-1 0,-1 1 0,0 0 0,0-1 1,0 1-1,-1-1 0,1 0 0,-1 1 0,0-1 0,0 0 1,0 0-1,0-5 0,1-3 5,0-1 0,-1 0 0,0-21 1,-2 30-30,1-1 0,0 0 0,-1 1 0,0-1 0,0 1 0,0-1 0,-1 1 0,1-1 0,-1 1 0,0 0 1,0 0-1,-1 0 0,-3-5 0,-3 4-1177,4 7-3993,5 4 459</inkml:trace>
</inkml:ink>
</file>

<file path=ppt/ink/ink3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50.468"/>
    </inkml:context>
    <inkml:brush xml:id="br0">
      <inkml:brushProperty name="width" value="0.025" units="cm"/>
      <inkml:brushProperty name="height" value="0.025" units="cm"/>
    </inkml:brush>
  </inkml:definitions>
  <inkml:trace contextRef="#ctx0" brushRef="#br0">1 277 10186,'0'0'2669,"6"-9"-1527,8-12-675,-1-1 0,0 0-1,-2-1 1,-1 0 0,0-1 0,11-46-1,-20 52-442,7-25 11,-8 43-36,1 0-1,-1-1 1,0 1-1,0 0 1,1 0-1,-1 0 1,0 0-1,1-1 1,-1 1-1,0 0 1,1 0-1,-1 0 1,0 0-1,1 0 1,-1 0-1,1 0 1,-1 0-1,0 0 1,1 0-1,-1 0 1,0 0-1,1 0 1,-1 0-1,0 1 1,1-1 0,-1 0-1,0 0 1,1 0-1,-1 0 1,0 1-1,0-1 1,1 0-1,-1 0 1,0 1-1,0-1 1,1 0-1,-1 0 1,0 1-1,0-1 1,0 0-1,1 1 1,-1-1-1,0 0 1,0 1-1,0-1 1,0 0-1,0 1 1,12 17-25,-12-17 27,1-1-1,15 29 2,18 46-1,-31-67 0,0 0 0,-1 0 0,1 0 0,-1 1 0,-1-1 1,0 1-1,0 0 0,-1-1 0,0 1 0,0-1 0,-3 13 0,2-18-1,-1-1-1,0 1 1,1 0-1,-1 0 1,0-1-1,0 1 1,-1-1-1,1 1 1,0-1-1,-1 0 1,0 0-1,1 0 1,-1 0-1,0-1 1,0 1-1,0-1 1,0 1-1,0-1 1,0 0-1,-1 0 1,1-1-1,-4 1 1,-8 2-1329,-1 0 0,0-1-1,-19-1 1,20-2-2904,4-4-2392</inkml:trace>
</inkml:ink>
</file>

<file path=ppt/ink/ink3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04.535"/>
    </inkml:context>
    <inkml:brush xml:id="br0">
      <inkml:brushProperty name="width" value="0.025" units="cm"/>
      <inkml:brushProperty name="height" value="0.025" units="cm"/>
    </inkml:brush>
  </inkml:definitions>
  <inkml:trace contextRef="#ctx0" brushRef="#br0">4 73 14638,'-1'-8'155,"0"5"-137,0 0 1,1 0-1,0 0 1,-1 0-1,1-1 1,0 1-1,0 0 1,1 0-1,-1 0 1,2-7 0,-1 9-11,0-1 1,0 0 0,1 1-1,-1-1 1,0 1 0,1-1 0,-1 1-1,1 0 1,-1-1 0,1 1-1,0 0 1,0 0 0,-1 0 0,1 1-1,0-1 1,0 0 0,0 1-1,0-1 1,0 1 0,0-1 0,0 1-1,0 0 1,0 0 0,2 0-1,23-1 56,-1 2-1,1 1 1,-1 0 0,0 2-1,1 1 1,-2 2-1,1 0 1,-1 2-1,0 0 1,-1 2-1,0 1 1,38 24-1,-13-3 35,-1 3-1,-1 1 1,-2 3-1,62 70 1,-61-52-85,-3 2 1,-2 2-1,35 72 0,24 37-109,-97-166 58,0 0 0,1 0 0,0 0-1,0-1 1,0 0 0,0 0 0,1 0 0,5 3 0,-9-6-49,0 0 1,0 0-1,1-1 1,-1 1-1,0-1 1,1 1-1,-1-1 1,0 1-1,1-1 1,-1 0-1,1 0 1,-1 0-1,0 1 1,1-1-1,-1-1 1,1 1-1,-1 0 1,0 0-1,1 0 1,-1-1-1,1 1 1,-1-1-1,0 1 1,1-1-1,-1 0 1,0 1-1,0-1 1,0 0-1,1 0 1,-1 0-1,0 0 1,0 0-1,0 0 1,0 0-1,-1 0 1,1 0-1,1-2 1,12-29-3801</inkml:trace>
</inkml:ink>
</file>

<file path=ppt/ink/ink3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04.783"/>
    </inkml:context>
    <inkml:brush xml:id="br0">
      <inkml:brushProperty name="width" value="0.025" units="cm"/>
      <inkml:brushProperty name="height" value="0.025" units="cm"/>
    </inkml:brush>
  </inkml:definitions>
  <inkml:trace contextRef="#ctx0" brushRef="#br0">335 1 13837,'-48'0'96,"-3"0"2178,5 28-864,6 16 63,5 17-480,6 12-192,6 4-193,6 7-287,5 0-161,4 1-128,1-5 0,2-6-32,2-10-32,0-10-128,1-15-993,0-15-1858,-1-20-2755</inkml:trace>
</inkml:ink>
</file>

<file path=ppt/ink/ink3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05.096"/>
    </inkml:context>
    <inkml:brush xml:id="br0">
      <inkml:brushProperty name="width" value="0.025" units="cm"/>
      <inkml:brushProperty name="height" value="0.025" units="cm"/>
    </inkml:brush>
  </inkml:definitions>
  <inkml:trace contextRef="#ctx0" brushRef="#br0">1 0 15310,'0'0'614,"8"10"-560,-6-8-51,3 4 3,-1-1 0,1 1 0,-1 0 0,0 0-1,0 1 1,-1-1 0,0 1 0,0-1 0,0 1 0,-1 0 0,0 0 0,1 10 0,1 18 24,-2-1 0,-2 0 1,-1 1-1,-1-1 0,-10 48 0,12-82-30,0 1 0,0 0 1,0-1-1,0 1 0,0-1 0,-1 1 0,1 0 0,0-1 0,0 1 0,0 0 0,1-1 0,-1 1 0,0-1 0,0 1 0,0 0 0,0-1 0,1 1 0,-1-1 0,0 1 0,0-1 0,1 1 0,-1-1 1,0 1-1,1-1 0,-1 1 0,1-1 0,-1 1 0,1-1 0,-1 1 0,1-1 0,-1 0 0,1 1 0,-1-1 0,1 0 0,-1 0 0,1 1 0,-1-1 0,1 0 0,0 0 0,-1 0 0,1 0 0,-1 0 1,1 1-1,0-1 0,-1-1 0,1 1 0,0 0 0,-1 0 0,1 0 0,-1 0 0,1 0 0,0 0 0,-1-1 0,1 1 0,0-1 0,45-15 22,-39 13-15,37-15-44,155-62-345,-64 38-2775,-63 25-2139</inkml:trace>
</inkml:ink>
</file>

<file path=ppt/ink/ink3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06.277"/>
    </inkml:context>
    <inkml:brush xml:id="br0">
      <inkml:brushProperty name="width" value="0.025" units="cm"/>
      <inkml:brushProperty name="height" value="0.025" units="cm"/>
    </inkml:brush>
  </inkml:definitions>
  <inkml:trace contextRef="#ctx0" brushRef="#br0">299 660 8808,'0'0'4074,"-8"-4"-3706,4 2-328,-2-1 25,0 1 0,0-1 0,0 1 0,0 0 0,0 0 0,0 1 0,-1 0-1,-9-1 1,15-4 837,1 6-883,0 0 0,0-1 0,0 1 1,0 0-1,1-1 0,-1 1 1,0-1-1,0 1 0,0 0 0,0-1 1,0 1-1,0 0 0,0-1 1,0 1-1,0-1 0,-1 1 0,1 0 1,0-1-1,0 1 0,0 0 1,0-1-1,0 1 0,-1 0 1,1-1-1,0 1 0,0 0 0,-1 0 1,1-1-1,0 1 0,0 0 1,-1 0-1,1-1 0,0 1 0,-1 0 1,1 0-1,0 0 0,-1-1 1,1 1-1,0 0 0,-1 0 0,1 0 1,0 0-1,-1 0 0,1 0 1,-1 0-1,-8 1 137,0 0 0,0 1 1,0 0-1,0 0 0,0 1 1,0 1-1,1-1 0,0 1 0,-1 1 1,2-1-1,-1 1 0,0 1 1,1 0-1,0 0 0,0 0 0,1 1 1,0-1-1,0 2 0,-5 7 1,5-6-119,0-1 0,0 1 0,1 1 0,0-1 0,1 1 0,0-1 1,0 1-1,1 0 0,1 0 0,-1 1 0,2-1 0,-1 1 0,2-1 1,-1 1-1,1-1 0,3 19 0,-2-27-33,0 1-1,-1-1 1,2 1-1,-1-1 1,0 1-1,0-1 1,1 0 0,-1 0-1,1 1 1,0-1-1,-1 0 1,1-1-1,0 1 1,0 0 0,1 0-1,-1-1 1,0 1-1,0-1 1,1 0-1,-1 0 1,1 0 0,-1 0-1,1 0 1,-1 0-1,1-1 1,0 1-1,-1-1 1,1 0-1,0 0 1,-1 0 0,1 0-1,0 0 1,-1 0-1,6-2 1,1 0 10,0 1 0,0-2-1,0 1 1,0-1 0,0-1 0,-1 0 0,1 0 0,14-10 0,-1-4 2,-1-2-1,-1 0 1,-1 0 0,-1-2 0,0-1 0,-2 0 0,-1-1-1,-1 0 1,-1-1 0,-1-1 0,-1 0 0,9-35 0,-9 22-9,-1-2 1,-3 1 0,-1-1-1,-2 0 1,-2-1 0,-2 1-1,-9-74 1,8 99 25,-2 0 0,0 0-1,-2 0 1,1 0 0,-2 1 0,0 0 0,-1 0-1,-9-16 1,15 29 24,0 1 0,0-1 0,0 1 0,0 0-1,0-1 1,0 1 0,-1 0 0,1 0 0,0 0 0,-1 0 0,1 0-1,-1 0 1,1 0 0,-3-1 0,3 2-37,1 0 0,-1 0 0,0 0 0,1 0 0,-1 0 0,0 0 1,1 1-1,-1-1 0,0 0 0,1 0 0,-1 0 0,1 1 0,-1-1 0,0 0 0,1 0 0,-1 1 0,1-1 0,-1 1 0,1-1 1,-1 0-1,1 1 0,-1-1 0,1 1 0,-1-1 0,1 2 0,-2 1 2,0 1 0,0 0 0,0 0-1,1 0 1,-1 0 0,1 0 0,0 0 0,1 1 0,-1 7-1,0 22 12,2 0-1,1 0 0,2-1 0,1 1 0,2-1 0,1 0 0,2-1 0,14 35 0,-7-28 13,2 0-1,1-1 1,3-1-1,0-1 1,57 64 0,-73-92-48,1 0 0,-1-1 0,2 0 0,-1 0 0,1-1 0,0 0 0,12 5 0,-20-10 1,1 0 1,0 0 0,0 0-1,0-1 1,0 1-1,0-1 1,0 1 0,0-1-1,0 0 1,0 0 0,0 0-1,1 0 1,-1 0 0,0 0-1,0-1 1,0 1-1,0-1 1,0 1 0,0-1-1,0 0 1,-1 0 0,1 0-1,0 0 1,0 0 0,-1 0-1,1 0 1,0 0-1,-1-1 1,1 1 0,-1-1-1,0 1 1,1-1 0,-1 0-1,0 0 1,0 1 0,0-1-1,0 0 1,0 0-1,-1 0 1,1 0 0,-1 0-1,1 0 1,0-3 0,2-9 3,1-1 0,-2 0 0,0 1 0,-1-1 0,0-23 0,-1 31-1,-1 1 1,1-1-1,-1 0 0,0 1 1,-1-1-1,0 1 0,0 0 1,0-1-1,0 1 0,-1 0 1,0 0-1,-1 1 0,1-1 1,-8-9-1,10 15 3,1 0 0,0-1 0,0 1 1,0 0-1,-1 0 0,1-1 0,0 1 0,0 0 0,-1 0 0,1-1 1,0 1-1,0 0 0,-1 0 0,1 0 0,0-1 0,-1 1 0,1 0 1,0 0-1,-1 0 0,1 0 0,0 0 0,-1 0 0,1 0 0,0 0 1,-1 0-1,1 0 0,-1 0 0,1 0 0,0 0 0,-1 0 0,1 0 1,0 0-1,-1 0 0,1 0 0,0 1 0,-1-1 0,-2 14 138,8 21 207,0-24-319,0-1-1,1 1 1,0-1 0,1 0-1,0 0 1,1-1-1,0 0 1,0 0-1,1-1 1,0 0-1,1-1 1,-1 0 0,2 0-1,-1-1 1,20 9-1,-21-11-520,-1-1 0,1 0 0,1 0-1,-1-1 1,0-1 0,0 1 0,13-1 0,-6-4-3642,-6-11-1650</inkml:trace>
</inkml:ink>
</file>

<file path=ppt/ink/ink3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06.386"/>
    </inkml:context>
    <inkml:brush xml:id="br0">
      <inkml:brushProperty name="width" value="0.025" units="cm"/>
      <inkml:brushProperty name="height" value="0.025" units="cm"/>
    </inkml:brush>
  </inkml:definitions>
  <inkml:trace contextRef="#ctx0" brushRef="#br0">1 1 9673,'0'0'2883</inkml:trace>
</inkml:ink>
</file>

<file path=ppt/ink/ink3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06.777"/>
    </inkml:context>
    <inkml:brush xml:id="br0">
      <inkml:brushProperty name="width" value="0.025" units="cm"/>
      <inkml:brushProperty name="height" value="0.025" units="cm"/>
    </inkml:brush>
  </inkml:definitions>
  <inkml:trace contextRef="#ctx0" brushRef="#br0">272 1 9001,'0'0'4729,"-9"0"-3036,-11 0-626,1 1 1,-1 2 0,1 0-1,-35 10 1,44-10-946,1 0 0,-1 1 0,1 0 0,0 1 0,0 0 0,0 0 0,1 1 0,0 0 0,0 0 0,0 1 0,1 0 0,-7 9-1,12-15-119,1 1 0,0 0 0,-1 0 0,1-1 0,0 1 0,0 0 0,1 0 0,-1 0 0,0 0 0,1 0 0,-1 0 0,1 1-1,-1-1 1,1 0 0,0 0 0,0 0 0,0 0 0,0 0 0,1 1 0,-1-1 0,0 0 0,1 0 0,0 0 0,-1 0-1,1 0 1,0 0 0,0 0 0,0 0 0,0 0 0,0-1 0,1 1 0,-1 0 0,0-1 0,1 1 0,0-1 0,-1 1-1,1-1 1,0 0 0,-1 0 0,1 1 0,2 0 0,11 6-1,-1 0-1,1-1 1,1-1-1,20 6 1,-21-7 12,31 10-17,52 19 8,-90-30-3,0-1 0,-1 1 0,1 1 0,-1-1 0,0 1 0,-1 1 0,1-1 0,-1 1 0,8 9 0,-13-13 0,1 0-1,0 1 0,-1-1 1,1 0-1,-1 1 0,0 0 1,1-1-1,-2 1 0,1 0 1,0-1-1,0 1 1,-1 0-1,1 0 0,-1 0 1,0-1-1,0 1 0,0 0 1,0 0-1,-1 0 0,1 0 1,-2 3-1,1-2 1,-1 0 1,-1 0-1,1 0 1,0 0-1,-1 0 0,0-1 1,0 1-1,0-1 1,0 0-1,-1 0 0,1 0 1,-5 3-1,-4 2 7,-1-1 0,1 0 0,-2-1 1,1 0-1,-1-1 0,0 0 0,-19 3 0,26-7 2,-1 1-1,0-1 1,0-1-1,0 0 1,0 0-1,0 0 1,-13-3-1,18 2-35,1 0-1,-1 0 0,1 0 1,0 0-1,-1 0 1,1 0-1,0-1 1,0 1-1,0-1 1,0 1-1,0-1 0,0 0 1,0 0-1,1 0 1,-1 0-1,1 0 1,-1 0-1,1-1 1,0 1-1,0 0 1,0-1-1,0 1 0,0-1 1,1 1-1,-1-1 1,1 1-1,-1-4 1,0-8-1133,0-1-1,1 0 1,0 1 0,1-1 0,1 0 0,5-22-1,11-20-6100</inkml:trace>
</inkml:ink>
</file>

<file path=ppt/ink/ink3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07.496"/>
    </inkml:context>
    <inkml:brush xml:id="br0">
      <inkml:brushProperty name="width" value="0.025" units="cm"/>
      <inkml:brushProperty name="height" value="0.025" units="cm"/>
    </inkml:brush>
  </inkml:definitions>
  <inkml:trace contextRef="#ctx0" brushRef="#br0">0 0 18802,'0'0'32</inkml:trace>
</inkml:ink>
</file>

<file path=ppt/ink/ink3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09.862"/>
    </inkml:context>
    <inkml:brush xml:id="br0">
      <inkml:brushProperty name="width" value="0.025" units="cm"/>
      <inkml:brushProperty name="height" value="0.025" units="cm"/>
    </inkml:brush>
  </inkml:definitions>
  <inkml:trace contextRef="#ctx0" brushRef="#br0">16 128 6534,'-1'-3'456,"-2"-4"795,0-1 0,1 1 1,0-1-1,0 0 0,1 1 0,-1-11 1,2 16-1118,1 0 1,-1 0-1,0 0 1,1-1 0,-1 1-1,1 0 1,0 0-1,0 0 1,-1 0 0,1 0-1,1 0 1,-1 1-1,0-1 1,0 0-1,1 0 1,-1 1 0,1-1-1,-1 1 1,1 0-1,0-1 1,-1 1 0,1 0-1,0 0 1,0 0-1,0 0 1,0 0 0,4-1-1,2-1-70,1 0 0,-1 1 1,1 0-1,-1 0 0,1 1 0,0 0 0,-1 1 0,1 0 1,0 0-1,0 1 0,-1 0 0,1 0 0,0 1 0,-1 0 1,0 1-1,1-1 0,-1 2 0,0-1 0,0 1 0,-1 1 1,1-1-1,-1 1 0,0 0 0,7 8 0,0 0-36,-1 1 0,-1 0 0,-1 1 0,0 1 0,0-1 0,-2 2 0,0-1 0,-1 1-1,-1 1 1,7 22 0,-2 4-4,17 48-26,-27-85 0,1 0-1,1 0 1,-1 0 0,1-1 0,1 0 0,-1 1 0,1-1 0,0-1-1,11 11 1,-13-14-77,1 0 0,-1 0 0,1 0 0,0 0 0,0 0 0,0-1-1,0 0 1,0 0 0,0 0 0,0 0 0,0 0 0,0-1 0,1 0 0,-1 0 0,0 0-1,0 0 1,0-1 0,1 0 0,-1 0 0,0 0 0,5-2 0,-5 2-599,-1-1 0,1 0 0,0 0 0,0 0 0,-1-1 0,1 1 0,-1-1 0,0 0 0,0 0 0,0 0 0,0 0 0,5-7 0,4-15-7537</inkml:trace>
</inkml:ink>
</file>

<file path=ppt/ink/ink3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10.145"/>
    </inkml:context>
    <inkml:brush xml:id="br0">
      <inkml:brushProperty name="width" value="0.025" units="cm"/>
      <inkml:brushProperty name="height" value="0.025" units="cm"/>
    </inkml:brush>
  </inkml:definitions>
  <inkml:trace contextRef="#ctx0" brushRef="#br0">350 11 11403,'0'0'8189,"-8"-3"-6977,2 1-1065,4 1-113,1 0 0,-1 1-1,0-1 1,1 0-1,-1 1 1,0-1-1,1 1 1,-1 0-1,0 0 1,0 0-1,1-1 1,-1 1-1,0 1 1,0-1 0,1 0-1,-1 0 1,0 1-1,0-1 1,1 1-1,-1-1 1,0 1-1,1 0 1,-1 0-1,1 0 1,-1 0-1,1 0 1,-1 0 0,1 0-1,0 0 1,0 0-1,-1 1 1,-1 2-1,-159 267 2448,60-87-5586,99-178 2923,-5 8-4687,2-7-3667</inkml:trace>
</inkml:ink>
</file>

<file path=ppt/ink/ink3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10.586"/>
    </inkml:context>
    <inkml:brush xml:id="br0">
      <inkml:brushProperty name="width" value="0.025" units="cm"/>
      <inkml:brushProperty name="height" value="0.025" units="cm"/>
    </inkml:brush>
  </inkml:definitions>
  <inkml:trace contextRef="#ctx0" brushRef="#br0">1 109 9641,'0'0'2045,"1"-9"336,0 6-2292,1-7 621,0 1-1,1-1 0,0 1 0,5-10 1,-7 16-597,0 1 0,0 0 0,1-1 0,-1 1 0,1 0 0,-1 0 0,1 0 0,0 0 0,0 0 0,0 0 0,0 0 0,0 0 0,0 1 0,1-1 0,-1 1 0,0 0 0,1 0 0,-1 0 0,1 0 0,0 0 0,-1 0 0,5 0 0,-3 1-111,-1-1 1,0 1-1,0 0 1,0 0-1,0 1 1,0-1-1,0 1 1,0-1-1,0 1 1,0 0-1,0 0 1,0 0-1,0 1 1,-1-1-1,1 1 1,0-1-1,-1 1 1,0 0-1,1 0 1,-1 0-1,0 0 1,0 1-1,0-1 0,0 0 1,0 1-1,0 0 1,-1-1-1,1 1 1,-1 0-1,0 0 1,0-1-1,0 1 1,0 0-1,-1 0 1,1 4-1,0 1 1,0-1-1,-1 1 0,0 0 1,0-1-1,-1 1 1,0-1-1,0 1 0,-1-1 1,0 1-1,0-1 0,-1 0 1,0 0-1,-5 10 1,-18 17-30,21-28 20,0-1 1,0 1-1,1 0 1,0 0-1,0 0 1,1 0-1,-1 1 1,-1 7-1,5-13 6,1 0 0,-1-1 0,1 1 1,-1-1-1,1 1 0,-1 0 0,1-1 0,0 1 0,-1-1 0,1 1 0,0-1 0,-1 1 0,1-1 0,0 0 0,0 1 0,-1-1 1,1 0-1,0 0 0,0 1 0,0-1 0,-1 0 0,1 0 0,0 0 0,0 0 0,0 0 0,0 0 0,-1 0 0,1-1 0,0 1 0,1-1 1,32-1 23,16-9 55,49-19 0,37-7-372,-115 33-772,-1 1 0,33 0-1</inkml:trace>
</inkml:ink>
</file>

<file path=ppt/ink/ink3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13.720"/>
    </inkml:context>
    <inkml:brush xml:id="br0">
      <inkml:brushProperty name="width" value="0.025" units="cm"/>
      <inkml:brushProperty name="height" value="0.025" units="cm"/>
    </inkml:brush>
  </inkml:definitions>
  <inkml:trace contextRef="#ctx0" brushRef="#br0">342 35 6694,'0'0'6364,"-8"-7"-5201,5 4-1080,0 1 0,0-1 0,0 1 0,0 0 0,-1-1 0,1 1-1,-1 1 1,1-1 0,-1 0 0,0 1 0,1 0 0,-1 0-1,0 0 1,0 0 0,0 1 0,0 0 0,0-1 0,0 1-1,0 1 1,0-1 0,0 0 0,0 1 0,0 0 0,1 0 0,-1 0-1,-6 3 1,0 1 83,1 0 0,0 0 0,0 0 0,0 1 0,1 1 0,0-1-1,0 1 1,0 1 0,1-1 0,0 1 0,1 1 0,0-1 0,-8 14 0,8-8 12,0 0 1,1 1-1,1 0 1,0 0-1,0 0 1,2 0-1,0 0 1,0 26-1,5 45 199,4-1 0,26 129-1,-2-21-342,-25-148-24,-2 0-1,-2 57 1,-2-90-9,-1 0 1,-1 0-1,1 0 0,-2-1 1,1 1-1,-2 0 0,0-1 1,0 0-1,-1 0 1,0 0-1,-1-1 0,0 1 1,-13 15-1,17-24-86,0 0 0,0 0 0,0-1 0,0 1 0,0 0 0,0-1 0,0 1 0,-1-1 0,1 0 0,-1 0 0,1 0 0,-1 0 0,1 0 0,-1-1 0,0 1 0,1-1 0,-4 1 0,4-2-165,0 1-1,0 0 0,1 0 1,-1-1-1,0 1 1,0-1-1,0 0 1,1 1-1,-1-1 0,0 0 1,0 0-1,1 0 1,-1 0-1,1-1 1,-1 1-1,1 0 1,0 0-1,-1-1 0,1 1 1,0-1-1,0 0 1,0 1-1,0-1 1,-1-2-1,-13-31-6155</inkml:trace>
</inkml:ink>
</file>

<file path=ppt/ink/ink3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13.984"/>
    </inkml:context>
    <inkml:brush xml:id="br0">
      <inkml:brushProperty name="width" value="0.025" units="cm"/>
      <inkml:brushProperty name="height" value="0.025" units="cm"/>
    </inkml:brush>
  </inkml:definitions>
  <inkml:trace contextRef="#ctx0" brushRef="#br0">0 192 9833,'0'0'9545,"58"-48"-9352,-15 24 31,8-1-64,3 2-160,1 0 64,-8 7-96,-6 4 32,-9 0-1794,-15 4-2754</inkml:trace>
</inkml:ink>
</file>

<file path=ppt/ink/ink3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14.404"/>
    </inkml:context>
    <inkml:brush xml:id="br0">
      <inkml:brushProperty name="width" value="0.025" units="cm"/>
      <inkml:brushProperty name="height" value="0.025" units="cm"/>
    </inkml:brush>
  </inkml:definitions>
  <inkml:trace contextRef="#ctx0" brushRef="#br0">178 0 11755,'0'0'1356,"-7"0"475,3 1-1665,0-1 0,0 1 1,0-1-1,0 1 0,0 0 0,1 0 0,-1 1 0,0-1 0,1 1 0,-1 0 1,1 0-1,-1 0 0,1 0 0,0 1 0,0-1 0,0 1 0,0 0 0,1 0 1,-1 0-1,1 0 0,-1 0 0,1 1 0,0-1 0,-2 6 0,-8 14 440,0 0 0,1 1 0,2 0 0,-14 50 0,15-36-547,2 1 0,2 0 1,1 0-1,4 78 0,0-105-58,1 0 0,0 0 0,1 0 0,0 0 0,1 0 0,0 0 0,1-1 0,1 0 1,-1 0-1,14 19 0,-15-25-218,0 0 1,1-1-1,-1 1 1,1-1-1,0 0 1,0 0-1,0 0 1,1-1 0,10 6-1,-11-8-288,0 1-1,0 0 1,0-1-1,0 0 1,0 0-1,0-1 1,1 0-1,-1 1 1,0-2-1,1 1 1,-1-1-1,0 1 1,6-3-1,22-11-6759</inkml:trace>
</inkml:ink>
</file>

<file path=ppt/ink/ink3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14.951"/>
    </inkml:context>
    <inkml:brush xml:id="br0">
      <inkml:brushProperty name="width" value="0.025" units="cm"/>
      <inkml:brushProperty name="height" value="0.025" units="cm"/>
    </inkml:brush>
  </inkml:definitions>
  <inkml:trace contextRef="#ctx0" brushRef="#br0">1 66 10922,'0'0'2029,"3"-8"-481,-1 4-1318,1-1 0,0 0 0,-1 1-1,2 0 1,-1 0 0,0 0 0,1 0 0,0 0 0,-1 1 0,7-5-1,-8 7-192,-1 0 0,1 0 0,-1 0-1,1 0 1,0 1 0,0-1 0,-1 1 0,1-1-1,0 1 1,0-1 0,-1 1 0,1 0-1,0 0 1,0 0 0,0 0 0,-1 0-1,1 0 1,0 1 0,0-1 0,0 1 0,-1-1-1,1 1 1,0 0 0,-1-1 0,1 1-1,-1 0 1,1 0 0,-1 0 0,1 0-1,-1 0 1,1 1 0,-1-1 0,0 0-1,0 1 1,0-1 0,0 1 0,0-1 0,0 1-1,0-1 1,1 3 0,3 6-34,0 0 0,-1 0 1,0 0-1,-1 0 0,0 1 0,0 0 1,-1 0-1,0-1 0,-1 1 0,-1 0 1,1 0-1,-2 0 0,-1 15 0,0-12 0,-1 1 0,0-1 0,-1 0 0,-1 0 0,0 0 0,-1-1 0,0 1 0,-1-1 0,-12 17 0,25-61 2,10 2-9,24-35 0,-28 48 45,-1 0 0,-1-1 0,0 0 0,-1 0 0,-1-1 0,-1 0 0,7-25 0,-15 43 5,1 1-1,0-1 1,0 0-1,-1 0 1,1 0 0,0 1-1,-1-1 1,1 0-1,0 0 1,-1 0-1,1 0 1,-1 0-1,1 0 1,0 1-1,-1-1 1,1 0 0,0 0-1,-1 0 1,1 0-1,0 0 1,-1 0-1,1-1 1,-1 1-1,1 0 1,0 0 0,-1 0-1,1 0 1,0 0-1,-1 0 1,1-1-1,0 1 1,-1 0-1,1 0 1,0-1-1,0 1 1,-1 0 0,1 0-1,0-1 1,0 1-1,-1 0 1,1-1-1,0 1 1,0 0-1,0-1 1,0 1 0,-1 0-1,1-1 1,0 1-1,0 0 1,0-1-1,0 1 1,0 0-1,0-1 1,0 1-1,0-1 1,0 1 0,0 0-1,0-1 1,0 1-1,0 0 1,0-1-1,1 1 1,-1 0-1,0-1 1,0 1 0,0 0-1,1-1 1,-23 21 769,18-14-739,0-1-1,1 1 1,-1 1-1,1-1 1,1 0-1,-1 1 0,1-1 1,0 1-1,1-1 1,0 1-1,0 0 1,0 0-1,1 0 1,0 0-1,0-1 0,1 1 1,0 0-1,0 0 1,0 0-1,5 10 1,-4-12-91,1 1 0,-1-1 0,2 0 0,-1-1 0,0 1 0,1 0 0,0-1 0,0 0 1,0 0-1,1 0 0,0 0 0,-1-1 0,1 0 0,0 1 0,0-2 0,1 1 0,-1-1 0,1 0 1,-1 0-1,1 0 0,0-1 0,-1 0 0,1 0 0,8 0 0,-3 0-589,1-1-1,-1 1 0,0-2 1,21-3-1,-28 3 61,1 0-1,-1-1 1,0 1 0,0-1-1,0 0 1,0 0 0,0 0-1,0-1 1,5-4-1,13-17-5983</inkml:trace>
</inkml:ink>
</file>

<file path=ppt/ink/ink3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15.153"/>
    </inkml:context>
    <inkml:brush xml:id="br0">
      <inkml:brushProperty name="width" value="0.025" units="cm"/>
      <inkml:brushProperty name="height" value="0.025" units="cm"/>
    </inkml:brush>
  </inkml:definitions>
  <inkml:trace contextRef="#ctx0" brushRef="#br0">0 0 13613,'0'0'3427,"58"16"-2978,-28 14 1152,2 14-352,-4 13-64,-8 10-416,-8 9-481,-8 8-224,-4 6-64,-13-1-352,-19-5-3524,-12-10-11274</inkml:trace>
</inkml:ink>
</file>

<file path=ppt/ink/ink3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21.721"/>
    </inkml:context>
    <inkml:brush xml:id="br0">
      <inkml:brushProperty name="width" value="0.025" units="cm"/>
      <inkml:brushProperty name="height" value="0.025" units="cm"/>
    </inkml:brush>
  </inkml:definitions>
  <inkml:trace contextRef="#ctx0" brushRef="#br0">25 30 1473,'0'0'8147,"-2"-5"-7790,1 2-315,0 1 0,0 0-1,1 0 1,-1 0 0,-1-1-1,1 1 1,0 0 0,-1 0-1,-2-2 1,4 4-28,-1 0 1,0 1-1,1-1 0,-1 1 1,1-1-1,-1 1 1,1-1-1,-1 1 1,1 0-1,-1-1 0,1 1 1,-1 0-1,1-1 1,0 1-1,-1 0 0,1 0 1,0-1-1,0 1 1,-1 0-1,1 0 0,0-1 1,0 1-1,0 0 1,0 0-1,0 0 1,0-1-1,0 1 0,0 0 1,1 0-1,-1 0 1,0-1-1,0 1 0,1 0 1,-1 0-1,0-1 1,1 2-1,10 29 1727,9 6-497,21 58-1,-19-43-741,106 285 833,-63-154-769,-44-136-262,51 86-1,-10-23-136,-12-25 211,3-2 0,4-2 1,83 90-1,-73-91-370,542 582 1765,-456-527-1302,213 143 1,-291-223-364,65 46 245,190 105-1,-36-46-80,310 153 161,-200-114-173,80 35 120,-414-205-322,853 318 397,-236-142-278,315 86-61,436 53 199,-1327-320-286,491 94 263,-531-104-260,-38-6 11,1-2-1,58 3 1912,-125 14-7885,19-23 982</inkml:trace>
</inkml:ink>
</file>

<file path=ppt/ink/ink3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22.994"/>
    </inkml:context>
    <inkml:brush xml:id="br0">
      <inkml:brushProperty name="width" value="0.025" units="cm"/>
      <inkml:brushProperty name="height" value="0.025" units="cm"/>
    </inkml:brush>
  </inkml:definitions>
  <inkml:trace contextRef="#ctx0" brushRef="#br0">1 54 2530,'0'0'5446,"2"-7"-5196,11-39 386,-4 48-1005,-6-1-1430</inkml:trace>
</inkml:ink>
</file>

<file path=ppt/ink/ink3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29.293"/>
    </inkml:context>
    <inkml:brush xml:id="br0">
      <inkml:brushProperty name="width" value="0.025" units="cm"/>
      <inkml:brushProperty name="height" value="0.025" units="cm"/>
    </inkml:brush>
  </inkml:definitions>
  <inkml:trace contextRef="#ctx0" brushRef="#br0">7 1 6278,'0'0'2338,"0"8"-1452,-3 114 2686,-1-48-1704,13 139 1,18 385 871,-11-109-1151,173 766-259,-34-319-258,22 360 392,43-7-696,-186-1099-727,-14-63-8,63 205-1,-77-311-32,1-1 0,1 0 0,1-1 0,1 1 0,1-2 0,0 0 0,2 0 0,23 26 0,-37-47 14,1-1-1,0 0 1,0 1-1,0-1 0,0 0 1,1 1-1,-1-1 0,1 1 1,0-1-1,0 1 0,0-1 1,1 1-1,-1 0 0,1-1 1,3-3-1,6 1-15,0 0 1,0 2-1,1-1 0,0 1 1,0 1-1,0 0 0,0 1 1,0 0-1,1 1 1,13 0-1,19-3 4,1307-106 23,-1080 95-23,1502-209 30,2574-332-38,-3266 459-3,21-1 24,-968 87-92,594-29-2014,-784 32-3167,12-2-673</inkml:trace>
</inkml:ink>
</file>

<file path=ppt/ink/ink3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29.994"/>
    </inkml:context>
    <inkml:brush xml:id="br0">
      <inkml:brushProperty name="width" value="0.025" units="cm"/>
      <inkml:brushProperty name="height" value="0.025" units="cm"/>
    </inkml:brush>
  </inkml:definitions>
  <inkml:trace contextRef="#ctx0" brushRef="#br0">0 24 3043,'1'-2'662,"1"0"-1,-1 0 1,0 0 0,1 0 0,0 1 0,-1-1-1,1 1 1,0-1 0,0 1 0,0 0-1,-1 0 1,1 0 0,1 0 0,2-1 0,-2 2-524,-1 0 0,0 0 1,0 1-1,0-1 0,0 1 1,0-1-1,0 1 0,0 0 1,0 0-1,0 0 0,-1 0 1,1 0-1,0 0 1,-1 1-1,1-1 0,0 0 1,0 3-1,5 0-17,-1 1 0,0-1 0,1 0 1,0 0-1,0-1 0,0 0 0,11 3 0,26 12-22,-34-4 213,-7-5-1940,-6-3-5112,-4-6 2496</inkml:trace>
</inkml:ink>
</file>

<file path=ppt/ink/ink3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30.790"/>
    </inkml:context>
    <inkml:brush xml:id="br0">
      <inkml:brushProperty name="width" value="0.025" units="cm"/>
      <inkml:brushProperty name="height" value="0.025" units="cm"/>
    </inkml:brush>
  </inkml:definitions>
  <inkml:trace contextRef="#ctx0" brushRef="#br0">42 16 1185,'0'0'9663,"-7"-3"-8265,-21-7-122,21 8 475,31 2-790,-2 1-526,-1 1 0,0 2 0,30 8 1,44 6 199,904 20 1025,-354-91-1388,-630 50-99,-21 2-72,-26 0-3466,11 1-1594</inkml:trace>
</inkml:ink>
</file>

<file path=ppt/ink/ink3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31.493"/>
    </inkml:context>
    <inkml:brush xml:id="br0">
      <inkml:brushProperty name="width" value="0.025" units="cm"/>
      <inkml:brushProperty name="height" value="0.025" units="cm"/>
    </inkml:brush>
  </inkml:definitions>
  <inkml:trace contextRef="#ctx0" brushRef="#br0">0 8 4644,'4'-7'4972,"-5"19"-2870,19 351 6759,-7-217-8084,-11 250 0,-5-351-1065,5-79-9519,0 4 1613</inkml:trace>
</inkml:ink>
</file>

<file path=ppt/ink/ink3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31.817"/>
    </inkml:context>
    <inkml:brush xml:id="br0">
      <inkml:brushProperty name="width" value="0.025" units="cm"/>
      <inkml:brushProperty name="height" value="0.025" units="cm"/>
    </inkml:brush>
  </inkml:definitions>
  <inkml:trace contextRef="#ctx0" brushRef="#br0">654 0 6246,'0'0'3801,"-9"1"-2552,-4 3-753,1 0 0,0 1 0,0 0 0,0 1 0,0 0 0,1 1 0,0 1 0,0-1-1,-13 14 1,-31 23 742,-172 144 651,180-145-1924,1 3 0,-60 77 0,80-82-951,18-11-4066,8-24-436</inkml:trace>
</inkml:ink>
</file>

<file path=ppt/ink/ink3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32.084"/>
    </inkml:context>
    <inkml:brush xml:id="br0">
      <inkml:brushProperty name="width" value="0.025" units="cm"/>
      <inkml:brushProperty name="height" value="0.025" units="cm"/>
    </inkml:brush>
  </inkml:definitions>
  <inkml:trace contextRef="#ctx0" brushRef="#br0">691 40 7687,'8'-5'1207,"2"-1"-872,-5 3-31,0 0-1,-1 0 1,0 0 0,1 0-1,-1-1 1,5-5 0,-36 33 5037,-22 11-3257,4-3-1027,-488 417 529,522-439-1817,-2 3 277,-1 0-1,-16 23 1,27-31-600,0-1 0,0 1 0,0 0 0,1 0-1,0 0 1,0 0 0,-2 9 0,6-8-4603,11-5-2130</inkml:trace>
</inkml:ink>
</file>

<file path=ppt/ink/ink3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32.318"/>
    </inkml:context>
    <inkml:brush xml:id="br0">
      <inkml:brushProperty name="width" value="0.025" units="cm"/>
      <inkml:brushProperty name="height" value="0.025" units="cm"/>
    </inkml:brush>
  </inkml:definitions>
  <inkml:trace contextRef="#ctx0" brushRef="#br0">537 1 11531,'0'0'5861,"-49"24"-4099,-3 6-609,-7 9-224,-6 7-577,1 3-127,2 1-161,8 0-32,8-4-64,9-4 32,9-7-64,12-5-673,11-9-1185,5-10-1793,13-10-3652</inkml:trace>
</inkml:ink>
</file>

<file path=ppt/ink/ink3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32.535"/>
    </inkml:context>
    <inkml:brush xml:id="br0">
      <inkml:brushProperty name="width" value="0.025" units="cm"/>
      <inkml:brushProperty name="height" value="0.025" units="cm"/>
    </inkml:brush>
  </inkml:definitions>
  <inkml:trace contextRef="#ctx0" brushRef="#br0">403 1 12556,'0'0'5349,"-45"8"-3523,-1 18-801,-4 7-449,-6 4-223,2 5-321,8-1 0,5 0 0,9-4-96,10-4-97,11-8-1376,11-6-1442,7-12-2306,15-7-3587</inkml:trace>
</inkml:ink>
</file>

<file path=ppt/ink/ink3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32.735"/>
    </inkml:context>
    <inkml:brush xml:id="br0">
      <inkml:brushProperty name="width" value="0.025" units="cm"/>
      <inkml:brushProperty name="height" value="0.025" units="cm"/>
    </inkml:brush>
  </inkml:definitions>
  <inkml:trace contextRef="#ctx0" brushRef="#br0">371 1 16592,'0'0'3235,"-69"66"-2338,25-28-257,-5 3-352,0 1-223,6-1-33,3-2-32,7-3 0,9-5-609,10-6-1409,9-10-1633,5-11-577,18-4-6631</inkml:trace>
</inkml:ink>
</file>

<file path=ppt/ink/ink3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32.922"/>
    </inkml:context>
    <inkml:brush xml:id="br0">
      <inkml:brushProperty name="width" value="0.025" units="cm"/>
      <inkml:brushProperty name="height" value="0.025" units="cm"/>
    </inkml:brush>
  </inkml:definitions>
  <inkml:trace contextRef="#ctx0" brushRef="#br0">276 0 16239,'0'0'225,"-69"55"-161,27-29 224,-1 0 449,3-5-193,5-1-384,9-1-128,10-4-32,12-2-192,4-6-1954,12-6-2082,14-1-1986</inkml:trace>
</inkml:ink>
</file>

<file path=ppt/ink/ink3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33.076"/>
    </inkml:context>
    <inkml:brush xml:id="br0">
      <inkml:brushProperty name="width" value="0.025" units="cm"/>
      <inkml:brushProperty name="height" value="0.025" units="cm"/>
    </inkml:brush>
  </inkml:definitions>
  <inkml:trace contextRef="#ctx0" brushRef="#br0">346 1 14606,'0'0'1954,"-45"23"-1442,6 2 801,-7 1-512,-1 5-545,0 0-192,3-1-64,4-6-448,2-9-5349</inkml:trace>
</inkml:ink>
</file>

<file path=ppt/ink/ink3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34.200"/>
    </inkml:context>
    <inkml:brush xml:id="br0">
      <inkml:brushProperty name="width" value="0.025" units="cm"/>
      <inkml:brushProperty name="height" value="0.025" units="cm"/>
    </inkml:brush>
  </inkml:definitions>
  <inkml:trace contextRef="#ctx0" brushRef="#br0">9 31 4292,'0'0'5723,"7"-31"2679,-8 32-8566,-1 0-1,1 0 0,0 0 1,0 1-1,0-1 0,0 0 0,0 0 1,0 1-1,0-1 0,1 1 0,-1-1 1,0 1-1,1-1 0,-1 1 1,1-1-1,-1 1 0,1 0 0,0-1 1,0 1-1,0 2 0</inkml:trace>
</inkml:ink>
</file>

<file path=ppt/ink/ink3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34.793"/>
    </inkml:context>
    <inkml:brush xml:id="br0">
      <inkml:brushProperty name="width" value="0.025" units="cm"/>
      <inkml:brushProperty name="height" value="0.025" units="cm"/>
    </inkml:brush>
  </inkml:definitions>
  <inkml:trace contextRef="#ctx0" brushRef="#br0">1 937 9353,'0'0'10559,"8"-9"-9934,31-28-361,2 2-1,45-30 1,107-63-194,-107 72-29,935-551 92,-1081 624-9437,26-5 1809</inkml:trace>
</inkml:ink>
</file>

<file path=ppt/ink/ink3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35.089"/>
    </inkml:context>
    <inkml:brush xml:id="br0">
      <inkml:brushProperty name="width" value="0.025" units="cm"/>
      <inkml:brushProperty name="height" value="0.025" units="cm"/>
    </inkml:brush>
  </inkml:definitions>
  <inkml:trace contextRef="#ctx0" brushRef="#br0">0 107 9929,'1'-8'1404,"0"6"-1357,-1-6 794,2 0-1,-1 0 1,1 0 0,1 0-1,4-10 1,-6 15-652,0 1 0,1-1 0,-1 1 0,1 0 0,0-1 0,-1 1 0,1 0 0,0 0 0,0 0 0,1 1 0,-1-1 0,0 0 0,1 1 0,-1-1 0,1 1 0,-1 0 1,1 0-1,-1 0 0,1 0 0,0 0 0,0 1 0,5-1 0,3 0-162,0 1 1,0 1 0,0-1 0,0 2-1,0-1 1,-1 2 0,1 0 0,0 0-1,-1 0 1,0 2 0,0-1 0,0 1-1,13 9 1,-16-10-17,-1 1 0,1 0-1,-1 1 1,0 0 0,0-1 0,-1 2-1,0-1 1,0 1 0,0 0 0,-1 0-1,0 0 1,-1 0 0,1 1-1,-1-1 1,-1 1 0,1 0 0,-2 0-1,3 14 1,-4-7-136,-1 0-1,0 1 1,-1-1-1,0 0 0,-2 0 1,0 0-1,0-1 1,-1 1-1,-1-1 1,-1 0-1,0 0 1,0-1-1,-17 21 1,2-5-533,-1 0 1,-2-2-1,0-1 1,-49 38-1,42-42-3164,5-7-1596</inkml:trace>
</inkml:ink>
</file>

<file path=ppt/ink/ink3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35.651"/>
    </inkml:context>
    <inkml:brush xml:id="br0">
      <inkml:brushProperty name="width" value="0.025" units="cm"/>
      <inkml:brushProperty name="height" value="0.025" units="cm"/>
    </inkml:brush>
  </inkml:definitions>
  <inkml:trace contextRef="#ctx0" brushRef="#br0">517 1 11307,'0'0'208,"3"9"182,-1-1-104,-1 0 1,1 1 0,-2-1 0,1 1 0,-1-1 0,0 0 0,-1 1-1,0-1 1,0 0 0,-1 1 0,0-1 0,-1 0 0,1 0-1,-9 14 1,-17 38 1577,-48 72 0,48-89-1687,-2-2 0,-2 0 0,-2-2 0,-53 48 0,75-77-163,1-1 0,-1-1 0,-26 15 0,34-21-12,0 0 0,0 0 0,0-1 1,0 1-1,0-1 0,0 0 0,-1 0 1,1-1-1,0 1 0,0-1 0,-1 0 0,1 0 1,-1 0-1,1 0 0,0-1 0,0 0 1,-8-2-1,9 1-1,1 0 0,-1 0 0,1 0 1,0 0-1,0 0 0,0-1 0,0 1 0,0-1 0,1 1 1,-1-1-1,1 1 0,-1-1 0,1 0 0,0 0 1,0 0-1,0 0 0,1 0 0,-1 0 0,1 0 1,-1 0-1,1 0 0,0 0 0,0 0 0,1 0 0,-1 0 1,2-5-1,-1-1 3,0 0 0,1 0 0,0-1 0,1 1 0,0 0 0,1 1 0,6-13 0,-4 11-4,1 1 0,0 0 0,0 0 0,1 1 0,1 0 0,-1 1 0,1-1 0,0 2-1,1-1 1,0 1 0,18-8 0,-21 11 1,0 0-1,1 1 0,-1 0 1,0 0-1,1 1 0,-1 0 1,1 0-1,0 0 0,-1 1 0,1 1 1,-1-1-1,1 1 0,-1 0 1,1 1-1,-1 0 0,0 0 1,1 1-1,12 6 0,17 14 141,0 1 0,38 35 0,-6-4-922,3-8-3457,-49-36-780</inkml:trace>
</inkml:ink>
</file>

<file path=ppt/ink/ink3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37.811"/>
    </inkml:context>
    <inkml:brush xml:id="br0">
      <inkml:brushProperty name="width" value="0.025" units="cm"/>
      <inkml:brushProperty name="height" value="0.025" units="cm"/>
    </inkml:brush>
  </inkml:definitions>
  <inkml:trace contextRef="#ctx0" brushRef="#br0">8 114 5445,'-1'-3'10762,"-5"-14"-9016,6 12-1652,0 0 1,0 1-1,1-1 1,0 0-1,0 1 1,0-1-1,0 1 1,1-1-1,0 1 1,-1 0-1,2 0 1,-1 0-1,0 0 1,6-7-1,-5 9-49,-1 0 0,0 0-1,0 0 1,1 0 0,-1 1-1,1-1 1,-1 1 0,1 0-1,0 0 1,0 0 0,-1 0-1,1 0 1,0 1-1,0-1 1,0 1 0,0 0-1,0-1 1,0 1 0,0 1-1,0-1 1,-1 0 0,1 1-1,0-1 1,0 1 0,5 2-1,6 5-21,0 0 0,0 0-1,-1 2 1,0-1 0,-1 2-1,0 0 1,17 20 0,3 1 41,-11-12-49,2 0 0,0-1 0,31 19 0,-44-32-35,1-1 1,1 1-1,-1-2 1,0 1-1,1-2 1,0 0-1,0 0 1,0-1-1,1 0 1,17-1-1,-25 0-206,12-2-1786,-10-5-3266,-6-2-1390</inkml:trace>
</inkml:ink>
</file>

<file path=ppt/ink/ink3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38.107"/>
    </inkml:context>
    <inkml:brush xml:id="br0">
      <inkml:brushProperty name="width" value="0.025" units="cm"/>
      <inkml:brushProperty name="height" value="0.025" units="cm"/>
    </inkml:brush>
  </inkml:definitions>
  <inkml:trace contextRef="#ctx0" brushRef="#br0">209 1 7847,'0'0'9268,"-7"4"-8601,-2 3-482,1 0-1,1 1 0,0 0 1,0 0-1,0 0 1,1 1-1,0 0 0,1 0 1,0 0-1,-8 20 1,-64 126-160,41-92-5431,28-48-56</inkml:trace>
</inkml:ink>
</file>

<file path=ppt/ink/ink3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38.386"/>
    </inkml:context>
    <inkml:brush xml:id="br0">
      <inkml:brushProperty name="width" value="0.025" units="cm"/>
      <inkml:brushProperty name="height" value="0.025" units="cm"/>
    </inkml:brush>
  </inkml:definitions>
  <inkml:trace contextRef="#ctx0" brushRef="#br0">0 1 10346,'0'0'12139,"14"45"-11947,-11-25-127,-2 2-65,2 0 32,-2 0-32,0-3-32,0-1-705,-1-3-1409,0-9-1506</inkml:trace>
</inkml:ink>
</file>

<file path=ppt/ink/ink3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1:38.873"/>
    </inkml:context>
    <inkml:brush xml:id="br0">
      <inkml:brushProperty name="width" value="0.025" units="cm"/>
      <inkml:brushProperty name="height" value="0.025" units="cm"/>
    </inkml:brush>
  </inkml:definitions>
  <inkml:trace contextRef="#ctx0" brushRef="#br0">5 108 9065,'0'0'1041,"-1"-8"1302,0-1-1983,0 1 182,0 1 1,1 0-1,0 0 1,0-1 0,2-9-1,-2 16-453,1-1 0,-1 0-1,1 0 1,-1 0 0,1 1 0,0-1-1,0 1 1,-1-1 0,1 0 0,0 1 0,1-1-1,-1 1 1,0 0 0,0-1 0,1 1-1,-1 0 1,0 0 0,1 0 0,-1 0-1,1 0 1,0 0 0,-1 0 0,1 0-1,0 1 1,-1-1 0,1 1 0,0-1 0,0 1-1,2-1 1,-1 1-81,0 0 0,0 0 0,0 0 0,0 0 0,0 1 0,0-1 0,0 1 0,0 0 0,0 0 0,0 0 0,0 0 0,0 0 0,-1 0 0,1 1-1,0-1 1,-1 1 0,0 0 0,1 0 0,-1 0 0,0 0 0,0 0 0,0 1 0,0-1 0,0 1 0,0-1 0,-1 1 0,0-1 0,1 1 0,-1 0 0,0 0 0,0 0 0,0 0 0,-1 0 0,1 0 0,-1 0 0,1 0 0,-1 4 0,1 1-9,-1 1 1,0-1 0,0 0 0,-1 1-1,0-1 1,0 0 0,-1 0 0,0 0-1,0 0 1,-1 0 0,0 0 0,-1-1-1,-3 8 1,-14 10 0,16-19-8,0-1 0,1 1 0,-1 0 0,1 0 0,0 1 0,1-1 0,-5 11 0,9-16 8,0-1 0,-1 1 0,1 0 0,0-1 0,0 1 0,-1-1 0,1 1 0,0-1 0,0 1 0,0-1 0,0 0 0,0 1 0,0-1 0,0 0 0,0 0 0,0 0 0,0 0 0,0 0 0,0 0 0,0 0 0,0 0 0,-1 0 0,1 0 0,0 0 0,2-1 0,31-2 59,89-28 69,1 0-370,-39 23-2810,-79 8-4667</inkml:trace>
</inkml:ink>
</file>

<file path=ppt/ink/ink3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23.327"/>
    </inkml:context>
    <inkml:brush xml:id="br0">
      <inkml:brushProperty name="width" value="0.025" units="cm"/>
      <inkml:brushProperty name="height" value="0.025" units="cm"/>
    </inkml:brush>
  </inkml:definitions>
  <inkml:trace contextRef="#ctx0" brushRef="#br0">1 246 2819,'14'-20'118,"-10"16"83,0 0-1,-1-1 0,0 1 0,0-1 0,-1 1 0,1-1 0,-1 0 0,0 0 0,0 0 0,-1-1 0,2-6 0,-17 0 3715,0 2-571,14 10-3312,0-1-1,0 0 0,0 1 0,0-1 0,0 1 0,1-1 0,-1 1 1,0-1-1,0 1 0,1-1 0,-1 1 0,0-1 0,1 1 1,-1-1-1,0 1 0,1 0 0,-1-1 0,1 1 0,-1-1 0,0 1 1,1 0-1,-1 0 0,1-1 0,-1 1 0,1 0 0,0 0 0,-1-1 1,1 1-1,-1 0 0,1 0 0,-1 0 0,1 0 0,-1 0 0,2 0 1,369-108 1226,-303 90-1155,-59 17 40,-10 3-207,-20 8-749,-34 13-4021,15-10-1796</inkml:trace>
</inkml:ink>
</file>

<file path=ppt/ink/ink3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23.624"/>
    </inkml:context>
    <inkml:brush xml:id="br0">
      <inkml:brushProperty name="width" value="0.025" units="cm"/>
      <inkml:brushProperty name="height" value="0.025" units="cm"/>
    </inkml:brush>
  </inkml:definitions>
  <inkml:trace contextRef="#ctx0" brushRef="#br0">1 215 5541,'0'0'4490,"8"-6"-4154,12-6-87,2 1-1,-1 2 1,2 0-1,-1 1 1,1 2-1,25-5 0,30-10-65,256-83-124,-309 94-1960,-10 2-3165</inkml:trace>
</inkml:ink>
</file>

<file path=ppt/ink/ink3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25.224"/>
    </inkml:context>
    <inkml:brush xml:id="br0">
      <inkml:brushProperty name="width" value="0.025" units="cm"/>
      <inkml:brushProperty name="height" value="0.025" units="cm"/>
    </inkml:brush>
  </inkml:definitions>
  <inkml:trace contextRef="#ctx0" brushRef="#br0">2447 97 737,'1'-4'209,"0"0"0,-1 0 0,1 0 0,1 0 0,-1 0 0,1 0 0,-1 0 0,1 1 1,0-1-1,1 0 0,2-3 0,-2 4-48,-1 0 0,0-1 0,0 1 0,0 0 0,0-1 0,-1 1 0,1-1 0,-1 0 0,0 0 0,0 1 0,0-5 0,-46 7 4676,-48 19-817,-149 5-2089,-171 23-1674,-322 84-188,2 0-26,670-120-5,-100 3-1,163-13-37,0 1-220,0-1 0,0 1-1,0 0 1,1-1 0,-1 1 0,0-1-1,0 1 1,1 0 0,-1-1 0,1 1-1,-1-1 1,0 1 0,1-1 0,-1 1-1,1-1 1,-1 1 0,1-1 0,-1 1-1,1-1 1,0 0 0,-1 1 0,1-1-1,-1 0 1,1 0 0,0 1-1,0-1 1,4 1-4189</inkml:trace>
</inkml:ink>
</file>

<file path=ppt/ink/ink3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25.738"/>
    </inkml:context>
    <inkml:brush xml:id="br0">
      <inkml:brushProperty name="width" value="0.025" units="cm"/>
      <inkml:brushProperty name="height" value="0.025" units="cm"/>
    </inkml:brush>
  </inkml:definitions>
  <inkml:trace contextRef="#ctx0" brushRef="#br0">586 39 6118,'0'0'1874,"-8"-7"-657,5 4-1122,0 0-4,1 1 1,0 0 0,-1-1 0,1 1-1,-1 0 1,1 0 0,-1 1 0,0-1 0,0 0-1,0 1 1,0 0 0,0 0 0,0 0 0,0 0-1,-1 0 1,1 1 0,0-1 0,0 1-1,-1 0 1,1 0 0,0 0 0,-1 0 0,1 1-1,0-1 1,0 1 0,-6 2 0,-27 17 273,2 2 0,0 2 0,2 1 0,-58 57 0,17-16-231,26-26-89,25-24-20,1 2 0,0 0 0,2 2 1,-32 39-1,50-58-23,1 0 0,-1 0 0,0 0 1,0 0-1,1 0 0,-1 1 0,0-1 0,1 0 0,-1 1 1,1-1-1,0 0 0,-1 1 0,1-1 0,0 1 1,0-1-1,0 0 0,0 1 0,0-1 0,0 1 1,1 1-1,-1-2 3,1-1 1,0 1-1,-1 0 1,1 0-1,0 0 1,0 0-1,0 0 0,0-1 1,-1 1-1,1 0 1,0-1-1,0 1 1,0-1-1,1 1 1,-1-1-1,0 1 1,0-1-1,0 0 1,2 1-1,8 0 43,1 0 0,-1-1 0,1 0 0,13-2 0,-4 1-5,194-16 89,-156 9-279,1 2 0,0 3 0,-1 3 0,75 9-1,-83 2-2996</inkml:trace>
</inkml:ink>
</file>

<file path=ppt/ink/ink3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26.674"/>
    </inkml:context>
    <inkml:brush xml:id="br0">
      <inkml:brushProperty name="width" value="0.025" units="cm"/>
      <inkml:brushProperty name="height" value="0.025" units="cm"/>
    </inkml:brush>
  </inkml:definitions>
  <inkml:trace contextRef="#ctx0" brushRef="#br0">412 113 5605,'-1'-8'225,"0"4"-30,1-1 1,-1 0 0,0 0 0,-1 1 0,1-1 0,-1 0 0,1 1 0,-2 0 0,1-1 0,0 1 0,-1 0 0,0 0 0,0 0 0,0 0 0,0 1 0,0-1-1,-1 1 1,0 0 0,0 0 0,0 0 0,0 1 0,0-1 0,0 1 0,-1 0 0,1 0 0,-7-2 0,-3 2 115,0 1 1,0 0-1,0 1 1,0 0 0,0 1-1,0 1 1,0 0-1,1 0 1,-1 2-1,1 0 1,-1 0-1,1 2 1,-17 8-1,21-10-259,2 0 0,-1 1 0,0 0 0,1 0 0,0 1 0,0 0 0,1 0 0,0 0 0,0 1 0,0 0 0,1 0-1,-1 1 1,2-1 0,-1 1 0,1 0 0,1 0 0,-1 1 0,1-1 0,1 1 0,0-1 0,-3 18 0,5-23-42,0-1 0,0 0 0,0 1 0,0-1-1,1 0 1,-1 0 0,0 1 0,1-1 0,0 0 0,-1 0 0,1 0 0,0 0 0,0 1 0,0-1 0,1 0 0,-1-1 0,0 1 0,1 0 0,-1 0 0,1-1 0,2 3 0,0-2 6,-1 0 1,1 0-1,0 0 1,-1-1-1,1 1 1,0-1 0,0 0-1,0 0 1,0-1-1,0 1 1,6-1-1,3 0 18,0-1-1,1 0 1,-1-1-1,0 0 0,0-1 1,21-9-1,-10 3-79,-1-2 1,-1-1-1,23-16 0,-38 25 17,-1-2-1,0 1 0,-1-1 1,1 1-1,-1-2 1,0 1-1,0 0 0,-1-1 1,0 0-1,0 0 1,0 0-1,0-1 0,-1 1 1,0-1-1,3-10 0,-2 0 94,-3 30 530,3 23-88,6-4-204,-1 1 0,-2 0 0,-1 0-1,-2 0 1,-1 1 0,-2 0 0,-4 44 0,1-65-288,0 0 0,-1 0 0,0 0 0,-1-1 0,0 1 0,-1-1 0,-1 0 0,0 0 0,-10 15-1,9-19-82,0 0-1,0 0 0,0-1 0,-1 1 0,0-2 0,-1 1 0,1-1 0,-1-1 0,0 0 0,-1 0 0,1 0 0,-1-1 0,-12 3 0,-40 5-2544,58-12 2180,0 1-1,-1-1 1,1 0 0,-1-1 0,1 1 0,0-1 0,-1 0-1,1 0 1,0 0 0,0 0 0,0-1 0,-5-2 0,-12-16-3490</inkml:trace>
</inkml:ink>
</file>

<file path=ppt/ink/ink3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27.499"/>
    </inkml:context>
    <inkml:brush xml:id="br0">
      <inkml:brushProperty name="width" value="0.025" units="cm"/>
      <inkml:brushProperty name="height" value="0.025" units="cm"/>
    </inkml:brush>
  </inkml:definitions>
  <inkml:trace contextRef="#ctx0" brushRef="#br0">223 1 64,'-9'0'9278,"1"0"-9006,0 1 0,1 0 0,-1 1 0,0-1 0,1 2 0,0-1 0,-1 1 0,1 0 0,0 0 0,0 1 0,1 0 0,-1 0 0,1 1 0,0 0 0,0 0 0,0 0 0,1 1 0,-8 9 0,4-2-65,1-1 0,1 1 0,1 1 0,-1-1 0,2 1 1,0 0-1,1 0 0,0 1 0,1-1 0,1 1 0,0 0 0,1 0 0,1 0 1,1 16-1,-1-25-184,1 0 1,-1-1-1,1 1 1,0-1-1,1 1 1,-1-1 0,1 1-1,0-1 1,1 0-1,-1 0 1,1 0-1,0 0 1,0 0-1,0-1 1,1 0-1,0 1 1,0-1-1,0 0 1,0-1 0,1 1-1,-1-1 1,1 0-1,0 0 1,0 0-1,0-1 1,0 0-1,0 0 1,1 0-1,-1 0 1,1-1 0,-1 0-1,1 0 1,-1-1-1,1 1 1,0-1-1,-1 0 1,1-1-1,10-1 1,-8 0-17,-1 1 1,0-1-1,1 0 1,-1-1-1,0 0 1,0 0-1,0 0 1,-1-1-1,1 0 1,-1 0-1,0-1 1,0 0-1,0 0 1,-1 0-1,1-1 1,-1 1-1,-1-1 1,1 0-1,-1-1 1,0 1-1,-1-1 1,1 0-1,3-12 1,-4 11-18,0 0 1,-1 0 0,0-1-1,-1 1 1,0 0 0,0-1-1,0 1 1,-1 0-1,-1-1 1,1 1 0,-1-1-1,-1 1 1,0 0-1,0 0 1,0 0 0,-1 0-1,0 0 1,-1 0-1,0 1 1,0-1 0,-6-7-1,1 5-30,0 1 0,0 0 0,-1 0 0,0 1 0,-1 0 0,0 1 0,0 0 0,-1 1 0,0 0 0,0 1 0,0 0 0,0 1 0,-1 0 0,0 1 0,1 1 0,-1 0 0,0 0-1,0 1 1,-1 1 0,1 0 0,-22 4 0,34-4 3,1 0-1,-1 0 1,1 0-1,0 0 1,-1 0-1,1 0 1,-1 0 0,1 0-1,0 0 1,-1 0-1,1 0 1,-1 1-1,1-1 1,0 0-1,-1 0 1,1 0-1,-1 0 1,1 1-1,0-1 1,-1 0-1,1 0 1,0 1-1,0-1 1,-1 0-1,1 1 1,0-1 0,0 0-1,-1 1 1,1-1-1,0 0 1,0 1-1,0-1 1,0 1-1,-1-1 1,1 0-1,0 1 1,0-1-1,0 1 1,0-1-1,0 1 1,0-1-1,0 0 1,0 1-1,0-1 1,0 1-1,0-1 1,1 0 0,-1 1-1,0-1 1,0 1-1,0-1 1,0 0-1,1 1 1,-1-1-1,0 1 1,1 0-195,1 0 1,-1 0-1,0 0 1,0 0 0,1 0-1,-1 0 1,0 0-1,1 0 1,-1-1 0,1 1-1,-1-1 1,1 1-1,1 0 1,25 1-3388,5-1-2136</inkml:trace>
</inkml:ink>
</file>

<file path=ppt/ink/ink3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27.687"/>
    </inkml:context>
    <inkml:brush xml:id="br0">
      <inkml:brushProperty name="width" value="0.025" units="cm"/>
      <inkml:brushProperty name="height" value="0.025" units="cm"/>
    </inkml:brush>
  </inkml:definitions>
  <inkml:trace contextRef="#ctx0" brushRef="#br0">14 24 15535,'0'0'2082,"-14"-24"-13101</inkml:trace>
</inkml:ink>
</file>

<file path=ppt/ink/ink3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28.404"/>
    </inkml:context>
    <inkml:brush xml:id="br0">
      <inkml:brushProperty name="width" value="0.025" units="cm"/>
      <inkml:brushProperty name="height" value="0.025" units="cm"/>
    </inkml:brush>
  </inkml:definitions>
  <inkml:trace contextRef="#ctx0" brushRef="#br0">382 51 8584,'0'0'1543,"0"-8"-155,0-24-123,0 32-1192,0-1 0,0 0 0,0 1 0,0-1 0,-1 1 0,1-1 0,0 1-1,0-1 1,-1 1 0,1-1 0,0 1 0,-1 0 0,1-1 0,0 1 0,-1-1 0,1 1 0,-1 0 0,1-1 0,-1 1 0,1 0 0,0-1-1,-1 1 1,1 0 0,-1 0 0,0 0 0,1 0 0,-1-1 0,1 1 0,-1 0 0,1 0 0,-1 0 0,1 0 0,-2 0 0,-18 2 390,17-2-294,-15 4 9,1 1-1,-1 0 1,1 1-1,0 1 1,0 1-1,-24 15 1,13-8-107,23-13-57,-1 1 0,1 0 0,0 0 1,0 1-1,0-1 0,1 1 0,-1 0 0,1 0 1,0 1-1,0-1 0,0 1 0,-4 8 1,6-9-16,1 0 1,-1 1 0,1-1 0,0 1 0,1-1-1,-1 1 1,1-1 0,0 1 0,0 0 0,0-1-1,1 1 1,-1-1 0,1 1 0,0-1 0,1 1-1,2 7 1,9 25-25,-6-15 58,1 1 0,1-1 0,0-1-1,22 35 1,-30-56-17,-1 1-1,1-1 1,-1 1 0,1-1-1,-1 0 1,1 1 0,-1-1-1,1 0 1,0 1 0,-1-1-1,1 0 1,-1 0 0,1 0-1,0 1 1,-1-1 0,1 0-1,0 0 1,-1 0 0,1 0-1,0 0 1,-1 0 0,1 0-1,-1-1 1,1 1 0,0 0-1,-1 0 1,1 0 0,-1-1-1,1 1 1,0 0 0,-1 0-1,1-1 1,-1 1 0,1-1-1,-1 1 1,1 0 0,-1-1-1,1 1 1,-1-1 0,1 0-1,23-28 122,-15 19-121,-2 2-15,1 2 0,-1-1 0,2 1 0,-1 0 0,1 1 0,0 0 0,0 0 0,0 1 0,1 0 0,14-4 0,-21 8-5,0-1 0,0 1-1,0 0 1,0-1-1,0 1 1,0 0 0,0 1-1,0-1 1,0 0 0,0 1-1,0 0 1,-1 0 0,1 0-1,0 0 1,0 0 0,3 2-1,-3 0 0,-1-1 0,1 1 0,-1-1 0,0 1 0,0 0 0,0 0 0,0 0-1,0 0 1,0 0 0,-1 0 0,0 0 0,1 1 0,-1-1 0,0 0 0,-1 1 0,1-1 0,0 6 0,0-1 28,-1 0 1,0 0 0,0 0-1,0 0 1,-1 0 0,0 0 0,-1 0-1,0 0 1,0 0 0,-1-1-1,-6 15 1,3-10 18,-2 0-1,1-1 1,-2 0-1,1 0 0,-2 0 1,-13 12-1,-12 6 66,-2-2 0,-1-1 0,-48 24-1,71-42-88,-18 12-142,22-12-586,-1 0 0,-1-1 1,1-1-1,-1 0 0,-15 4 0,17-9-3395</inkml:trace>
</inkml:ink>
</file>

<file path=ppt/ink/ink3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29.591"/>
    </inkml:context>
    <inkml:brush xml:id="br0">
      <inkml:brushProperty name="width" value="0.025" units="cm"/>
      <inkml:brushProperty name="height" value="0.025" units="cm"/>
    </inkml:brush>
  </inkml:definitions>
  <inkml:trace contextRef="#ctx0" brushRef="#br0">16 359 256,'0'-2'221,"0"1"-1,-1 0 1,1 0-1,0 0 1,-1-1 0,1 1-1,-1 0 1,0 0-1,1 0 1,-1 0-1,0 0 1,1 0-1,-1 0 1,0 0-1,0 1 1,0-1 0,-2-1-1,1-2 1067,17 6-1643,28 2 62,0-3 1,-1-1-1,1-2 1,-1-2-1,60-13 1,-55 9 153,393-63 95,447-68 217,4 41-85,-813 95-749,-76 3-2146</inkml:trace>
</inkml:ink>
</file>

<file path=ppt/ink/ink3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30.651"/>
    </inkml:context>
    <inkml:brush xml:id="br0">
      <inkml:brushProperty name="width" value="0.025" units="cm"/>
      <inkml:brushProperty name="height" value="0.025" units="cm"/>
    </inkml:brush>
  </inkml:definitions>
  <inkml:trace contextRef="#ctx0" brushRef="#br0">72 141 1794,'0'0'5648,"-6"-1"-5574,-59 3 386,65-2-423,39-3 502,317-10 420,-65 4-146,1141-108 3826,-1431 117-4526,-10 1-112,0-1 1,0 2 0,0-1 0,0 1 0,0 0-1,-16 7 1,2-1-3180,22-8 717,-2 0-998</inkml:trace>
</inkml:ink>
</file>

<file path=ppt/ink/ink3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31.044"/>
    </inkml:context>
    <inkml:brush xml:id="br0">
      <inkml:brushProperty name="width" value="0.025" units="cm"/>
      <inkml:brushProperty name="height" value="0.025" units="cm"/>
    </inkml:brush>
  </inkml:definitions>
  <inkml:trace contextRef="#ctx0" brushRef="#br0">88 11 6342,'0'0'4954,"8"-3"-4249,5 0-534,0 1 1,0 1-1,1 0 1,-1 0 0,1 1-1,-1 1 1,1 1-1,-1 0 1,0 0 0,0 1-1,0 1 1,0 0-1,0 1 1,-1 0 0,0 1-1,0 1 1,0-1-1,-1 2 1,0 0 0,19 18-1,-28-25-157,0 1-1,0 0 1,-1 0-1,1 1 1,-1-1-1,1 0 1,-1 0 0,0 1-1,1-1 1,-1 1-1,0-1 1,-1 1-1,1 0 1,0-1-1,-1 1 1,0 0 0,1-1-1,-1 1 1,0 0-1,0-1 1,-1 1-1,1 0 1,-1-1-1,1 1 1,-1 0-1,0-1 1,0 1 0,0-1-1,0 1 1,0-1-1,0 0 1,-1 1-1,1-1 1,-1 0-1,0 0 1,0 0 0,0 0-1,-2 2 1,-9 6 83,0 0 0,-1 0-1,0-1 1,-1-1 0,-15 7 0,18-9-59,-213 104-1613,183-93-2552</inkml:trace>
</inkml:ink>
</file>

<file path=ppt/ink/ink3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34.079"/>
    </inkml:context>
    <inkml:brush xml:id="br0">
      <inkml:brushProperty name="width" value="0.025" units="cm"/>
      <inkml:brushProperty name="height" value="0.025" units="cm"/>
    </inkml:brush>
  </inkml:definitions>
  <inkml:trace contextRef="#ctx0" brushRef="#br0">204 78 3555,'0'-3'400,"0"-1"-1,-1 1 0,1 0 0,-1-1 0,0 1 0,0-1 1,0 1-1,0 0 0,0 0 0,-1-1 0,0 1 0,1 0 1,-1 1-1,0-1 0,-1 0 0,1 0 0,0 1 0,-1-1 1,1 1-1,-1 0 0,0 0 0,0 0 0,0 0 0,0 0 1,-4-1-1,3 2-222,1 0 0,-1 1 0,0-1 0,0 1 0,0 0 0,1 0 0,-1 0 0,0 0 0,0 1 0,0-1 0,1 1 0,-1 0 0,0 0 0,1 1 0,-1-1 0,1 1 0,-1-1 0,1 1 0,0 0 0,0 1 0,0-1 0,0 0 0,-3 4 1,-1 1-102,1 0 1,0 1 0,0 0 0,0 0-1,1 1 1,1-1 0,-1 1 0,1 0 0,1 0-1,0 1 1,0-1 0,1 1 0,0-1 0,1 1-1,0 0 1,0 0 0,1 0 0,1 12-1,-1-15-56,1-1-1,0 0 0,0 0 1,0 0-1,1 0 1,0 0-1,0 0 0,0 0 1,1 0-1,0-1 0,0 1 1,0-1-1,1 0 0,0 0 1,0 0-1,0 0 0,0-1 1,1 0-1,0 0 0,0 0 1,0 0-1,0-1 0,1 0 1,-1 0-1,1 0 0,0-1 1,0 0-1,0 0 0,7 1 1,-3-1 3,1 0 1,0-1-1,0-1 1,0 1-1,0-2 0,0 0 1,-1 0-1,14-4 1,-21 4-19,1 1 0,-1-2 0,0 1 0,0 0 0,0-1 0,0 1 0,0-1 0,0 0 0,-1 0 0,1 0 1,0 0-1,-1 0 0,0-1 0,1 1 0,-1-1 0,0 0 0,0 0 0,-1 1 0,1-1 0,-1 0 0,1-1 0,-1 1 1,0 0-1,0 0 0,0 0 0,-1-1 0,1 1 0,-1 0 0,1-1 0,-1-3 0,-2-2-11,1-1 0,-1 1 0,-1 0 0,1-1 0,-2 1-1,1 1 1,-1-1 0,0 0 0,-1 1 0,0 0 0,-1 0 0,1 1-1,-1-1 1,-1 1 0,-8-7 0,2 1-119,-1 0-1,-1 1 0,0 1 1,0 0-1,-1 2 1,-32-16-1,43 23-57,1 1 0,-1-1-1,0 1 1,1 0 0,-1 0 0,0 0-1,0 1 1,-8 0 0,13 0 118,0 0-1,-1 0 1,1 0 0,0 0 0,0 0 0,-1 0 0,1 0-1,0 0 1,0 1 0,-1-1 0,1 0 0,0 0 0,0 0 0,0 0-1,-1 0 1,1 0 0,0 1 0,0-1 0,0 0 0,0 0-1,-1 0 1,1 1 0,0-1 0,0 0 0,0 0 0,0 1 0,0-1-1,0 0 1,0 0 0,0 0 0,0 1 0,0-1 0,0 0-1,0 0 1,0 1 0,0-1 0,0 0 0,0 0 0,0 1 0,0-1-1,0 0 1,0 0 0,0 1 0,0-1 0,0 0 0,0 0-1,0 0 1,0 1 0,1-1 0,-1 0 0,9 12-3029,10-3-1855</inkml:trace>
</inkml:ink>
</file>

<file path=ppt/ink/ink3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34.264"/>
    </inkml:context>
    <inkml:brush xml:id="br0">
      <inkml:brushProperty name="width" value="0.025" units="cm"/>
      <inkml:brushProperty name="height" value="0.025" units="cm"/>
    </inkml:brush>
  </inkml:definitions>
  <inkml:trace contextRef="#ctx0" brushRef="#br0">0 71 12588,'0'0'2242,"12"-44"-1505,-9 34-161,0 5-448,1 3-32,1 2-31,-1 0-1283,1-1-2849,2-8-6760</inkml:trace>
</inkml:ink>
</file>

<file path=ppt/ink/ink3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34.666"/>
    </inkml:context>
    <inkml:brush xml:id="br0">
      <inkml:brushProperty name="width" value="0.025" units="cm"/>
      <inkml:brushProperty name="height" value="0.025" units="cm"/>
    </inkml:brush>
  </inkml:definitions>
  <inkml:trace contextRef="#ctx0" brushRef="#br0">146 36 10570,'0'0'336,"-8"-4"1090,3 1-1037,0 0 0,0 0 1,0 1-1,-1-1 0,0 1 1,1 1-1,-12-3 0,14 4-242,0 0 0,1 0 1,-1 0-1,0 0 0,1 0 0,-1 1 0,0-1 0,1 1 1,-1 0-1,1 0 0,-1 0 0,1 0 0,-1 0 0,1 1 1,0-1-1,0 1 0,-1-1 0,1 1 0,0 0 0,1 0 0,-1 0 1,0 0-1,-2 4 0,1-2-113,0 1-1,0-1 1,1 1-1,-1 0 1,1-1 0,0 1-1,1 0 1,-1 0 0,1 0-1,0 0 1,0 1 0,1-1-1,-1 0 1,1 0-1,0 0 1,1 1 0,-1-1-1,1 0 1,0 0 0,1 0-1,-1 0 1,1 0-1,0 0 1,0 0 0,0 0-1,1-1 1,-1 1 0,1-1-1,0 0 1,1 0-1,-1 0 1,1 0 0,5 4-1,-3-2-9,1-1-1,0 1 0,1-1 0,-1 0 1,1-1-1,0 1 0,0-2 1,1 1-1,-1-1 0,1 0 0,-1-1 1,1 0-1,0 0 0,0-1 0,0-1 1,0 1-1,0-1 0,16-2 0,-23 1-20,0 1 0,0-1 0,0 0 0,0 0 0,0 0 0,0 0 0,0 0 0,0 0-1,-1 0 1,1-1 0,0 1 0,-1-1 0,1 1 0,-1-1 0,1 0 0,-1 1-1,0-1 1,0 0 0,0 0 0,0 0 0,0 0 0,0 0 0,-1 0 0,1 0 0,0 0-1,-1 0 1,0 0 0,1-1 0,-1 1 0,0 0 0,0 0 0,-1 0 0,1 0 0,0-1-1,-1-2 1,0-2-7,-1 0-1,0-1 1,0 1-1,0 0 1,-1 0-1,0 0 1,0 0-1,0 0 1,-6-6-1,-2-1-12,-1 0 0,0 1 0,-2 0 0,-16-12 0,24 20-93,-1 0-1,1 1 1,-1 0 0,0 0 0,0 0 0,0 1 0,0 0 0,0 1 0,-1 0 0,0 0 0,1 0 0,-11 0 0,17 5-3517,7 3 1652,12 3-1391,7-8-1583</inkml:trace>
</inkml:ink>
</file>

<file path=ppt/ink/ink3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35.229"/>
    </inkml:context>
    <inkml:brush xml:id="br0">
      <inkml:brushProperty name="width" value="0.025" units="cm"/>
      <inkml:brushProperty name="height" value="0.025" units="cm"/>
    </inkml:brush>
  </inkml:definitions>
  <inkml:trace contextRef="#ctx0" brushRef="#br0">270 13 5830,'0'0'6107,"-9"-4"-5146,5 3-878,0-1 1,0 1 0,0 0 0,0 0 0,0 0 0,0 0 0,0 1 0,0 0 0,0 0-1,-1 0 1,1 0 0,0 1 0,0-1 0,0 1 0,0 0 0,0 0 0,0 1 0,0-1-1,0 1 1,-3 2 0,-38 19 353,27-15-318,0 1 0,0 1 0,-30 23 0,46-31-114,1 0 1,0-1-1,0 1 0,0 0 1,0 0-1,0-1 1,0 1-1,1 0 0,-1 0 1,1 0-1,-1 0 0,1 0 1,0 0-1,-1 0 0,1 0 1,0 0-1,1 0 0,-1 0 1,0 0-1,0 0 0,1 0 1,-1 0-1,1 0 0,1 2 1,22 53 107,-15-40-40,-3-3-45,13 23 232,-18-36-248,0 0 0,0 0 0,0 0 0,0 0 0,0-1 0,0 1-1,1-1 1,-1 1 0,0-1 0,0 1 0,0-1 0,1 1 0,-1-1 0,0 0 0,0 0 0,1 0-1,-1 0 1,0 0 0,0 0 0,1 0 0,-1 0 0,0 0 0,0-1 0,1 1 0,-1 0 0,0-1-1,0 1 1,0-1 0,1 1 0,0-2 0,12-5 69,-4 1-74,0 1 1,1 0 0,0 1-1,22-6 1,-31 9 13,0 1 1,-1-1 0,1 1 0,0 0-1,-1 0 1,1 0 0,0 0-1,-1 0 1,1 0 0,0 1-1,-1-1 1,1 0 0,0 1-1,-1-1 1,1 1 0,-1 0 0,1-1-1,-1 1 1,1 0 0,-1 0-1,0 0 1,1 0 0,-1 0-1,0 1 1,0-1 0,0 0 0,1 0-1,-2 1 1,1-1 0,0 1-1,0-1 1,0 1 0,-1-1-1,1 1 1,0-1 0,-1 1-1,0 0 1,1-1 0,-1 1 0,0 0-1,0-1 1,0 3 0,0 3 51,0 0 0,0-1 0,-1 1 0,0 0 0,-1 0 0,1-1 0,-1 1 0,-1-1 1,1 1-1,-1-1 0,0 0 0,0 0 0,-1 0 0,0-1 0,0 1 0,0-1 0,-1 0 0,1 0 1,-10 7-1,-2 2-79,-1-1-1,-1-1 1,0 0 0,0-1 0,-22 9 0,10-11-2048,10-7-2517,3-2-5972</inkml:trace>
</inkml:ink>
</file>

<file path=ppt/ink/ink3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3:45.771"/>
    </inkml:context>
    <inkml:brush xml:id="br0">
      <inkml:brushProperty name="width" value="0.025" units="cm"/>
      <inkml:brushProperty name="height" value="0.025" units="cm"/>
    </inkml:brush>
  </inkml:definitions>
  <inkml:trace contextRef="#ctx0" brushRef="#br0">0 1 545,'0'0'-513</inkml:trace>
</inkml:ink>
</file>

<file path=ppt/ink/ink3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3:46.648"/>
    </inkml:context>
    <inkml:brush xml:id="br0">
      <inkml:brushProperty name="width" value="0.025" units="cm"/>
      <inkml:brushProperty name="height" value="0.025" units="cm"/>
    </inkml:brush>
  </inkml:definitions>
  <inkml:trace contextRef="#ctx0" brushRef="#br0">76 94 2114,'-33'23'1548,"29"-32"3421,4 8-4647,0 0 0,0-1 0,0 1 0,-1 0 0,1 0 0,0 0 0,-1 0 0,1 0 0,-1-1 0,1 1 0,-1 0 0,1 0 0,-1 0 0,0 0 0,1 1 0,-1-1 0,0 0 0,0 0 0,0 0 0,0 1 0,0-1 0,-1-1 0,1 2-265,0 1 0,0-1 0,0 0 1,0 0-1,0 0 0,0-1 0,0 1 1,1 0-1,-1 0 0,0 0 1,0-1-1,0 1 0,0 0 0,0-1 1,1 1-1,-1-1 0,0 1 1,0-1-1,0 1 0,1-1 0,-1 0 1,0 1-1,1-1 0,-1 0 0,1 1 1,-1-1-1,1 0 0,-1 0 1,1 0-1,-1 1 0,1-2 0,0 0-16,0 0 0,0 1 0,0-1-1,0 1 1,0-1 0,0 1 0,1-1-1,-1 1 1,1-1 0,-1 1 0,1-1-1,0 1 1,-1-1 0,1 1 0,0 0-1,0 0 1,0-1 0,0 1 0,2-1-1,0-2 13,1 0 0,0 1 0,0-1 0,0 1-1,0 0 1,0 0 0,1 1 0,0-1 0,-1 1 0,1 0-1,0 0 1,8-1 0,-10 2-45,0 1 0,1 0 0,-1 0 0,0 0 0,0 0 0,1 0 0,-1 1 0,0 0 0,0-1 0,0 1 0,1 0 0,-1 1 0,0-1 0,0 0 0,-1 1 0,1 0 0,0 0 0,0-1 0,-1 2 0,5 3-1,-3-3-1,0 1 0,0 0-1,-1 0 1,1 0-1,-1 0 1,0 0-1,0 1 1,0 0-1,-1-1 1,0 1-1,0 0 1,0 0-1,0 0 1,-1 1-1,0-1 1,0 0-1,0 1 1,-1-1 0,1 0-1,-1 1 1,-1-1-1,1 0 1,-1 1-1,0-1 1,0 0-1,0 0 1,-4 10-1,-6 8 21,-1 0-1,0 0 0,-18 21 1,30-44-25,0 0 1,1 0 0,-1 0 0,0 0-1,0 0 1,0 0 0,0 0 0,0 0-1,0 0 1,0 0 0,0 0 0,0 0-1,0 0 1,1-1 0,-1 1 0,0 0-1,0 0 1,0 0 0,0 0 0,0 0-1,0 0 1,0 0 0,0 0 0,0 0-1,1 0 1,-1 1 0,0-1 0,0 0-1,0 0 1,0 0 0,0 0 0,0 0-1,0 0 1,0 0 0,0 0 0,0 0-1,1 0 1,-1 0 0,0 0 0,0 0-1,0 0 1,0 0 0,0 0 0,0 1-1,0-1 1,0 0 0,0 0 0,0 0-1,0 0 1,0 0 0,0 0 0,0 0-1,0 0 1,0 0 0,0 1 0,0-1-1,0 0 1,0 0 0,0 0 0,0 0-1,0 0 1,0 0 0,0 0 0,0 0-1,0 0 1,0 1 0,0-1 0,0 0-1,0 0 1,14-4 279,15-7 234,30-19-114,-16 7-165,2 1 0,0 2-1,1 3 1,67-17 0,-129 32-9658,-3 2 1836</inkml:trace>
</inkml:ink>
</file>

<file path=ppt/ink/ink3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3:47.243"/>
    </inkml:context>
    <inkml:brush xml:id="br0">
      <inkml:brushProperty name="width" value="0.025" units="cm"/>
      <inkml:brushProperty name="height" value="0.025" units="cm"/>
    </inkml:brush>
  </inkml:definitions>
  <inkml:trace contextRef="#ctx0" brushRef="#br0">0 119 11627,'0'0'2669,"5"-9"-1505,0 1-964,0 1 0,0-1 1,0 0-1,1 1 0,0 0 0,0 1 0,1-1 0,0 1 1,0 1-1,0-1 0,1 1 0,0 0 0,12-5 1,-13 7-146,-1 1 1,1 0 0,0 0-1,0 0 1,0 1 0,0 0-1,0 0 1,0 1 0,0 0-1,0 0 1,0 1 0,12 2-1,-16-2-50,0 0 0,0 0-1,0 1 1,0-1 0,0 1 0,-1 0-1,1-1 1,0 1 0,-1 1-1,0-1 1,1 0 0,-1 1-1,0-1 1,0 1 0,0-1 0,-1 1-1,1 0 1,0 0 0,-1 0-1,0 0 1,0 0 0,0 0 0,0 0-1,0 1 1,-1-1 0,0 0-1,1 0 1,-1 0 0,0 4-1,-1 8 28,1 0 0,-2-1 1,0 1-1,-1-1 0,0 0 0,-1 0 0,-1 0 0,0 0 0,-1-1 0,0 0 0,-1 0 0,0 0 0,-1-1 0,-10 11 0,11-14 19,-17 29 180,23-37-220,0 0 0,0 1 0,0-1 0,1 1 0,-1-1 0,1 1 0,-1 0 0,1-1 0,-1 1 0,1 0 0,0-1 0,0 1 0,0 0 0,0-1 0,0 1 0,0 0-1,0-1 1,0 1 0,1-1 0,0 4 0,1-4 14,0 0-1,-1 0 0,1 0 1,0-1-1,0 1 1,0 0-1,0-1 0,0 1 1,0-1-1,0 0 0,0 1 1,0-1-1,0 0 0,0 0 1,0-1-1,0 1 0,4-1 1,38-8 567,18-11 292,-2-3 1,82-44 0,6-2-342,-141 63-2344,-11-1-5393,-9-2-5276</inkml:trace>
</inkml:ink>
</file>

<file path=ppt/ink/ink3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3:48.350"/>
    </inkml:context>
    <inkml:brush xml:id="br0">
      <inkml:brushProperty name="width" value="0.025" units="cm"/>
      <inkml:brushProperty name="height" value="0.025" units="cm"/>
    </inkml:brush>
  </inkml:definitions>
  <inkml:trace contextRef="#ctx0" brushRef="#br0">181 495 6887,'0'0'320,"-8"4"64,-13 6 577,0 1 0,1 1 0,1 1 0,-19 16 0,32-24-751,0 1 0,1-1 0,0 1-1,0 0 1,1 0 0,-1 1 0,-5 12-1,8-15-201,1 0 0,0-1-1,0 1 1,0 0 0,0 0 0,1-1-1,-1 1 1,1 0 0,0 0-1,0 0 1,1 0 0,-1 0 0,1-1-1,-1 1 1,1 0 0,3 6-1,-2-6 7,1 0 0,-1 0 0,1-1-1,0 1 1,0-1 0,0 0 0,0 0-1,1 0 1,-1 0 0,1-1 0,0 1-1,0-1 1,0 0 0,0 0 0,0 0-1,0-1 1,1 1 0,7 0-1,-9-1-4,0 0-1,0 0 0,0-1 1,1 1-1,-1-1 0,0 0 1,0 0-1,0 0 0,1 0 1,-1-1-1,0 1 0,0-1 1,0 0-1,0 0 0,0 0 1,0 0-1,0-1 0,0 1 1,0-1-1,0 0 0,-1 0 1,1 0-1,-1 0 0,1 0 1,-1 0-1,3-5 0,2-6 108,-1-1 1,0 0-1,-1-1 0,-1 1 0,0-1 0,-1 0 1,-1 0-1,2-29 0,-9-124 61,1 128-149,-1-1 0,-3 1 1,-12-41-1,13 59 384,0 1-1,-2 0 1,0 0-1,-1 1 1,-1 0 0,-1 0-1,-15-17 1,8 17 395,19 21-794,0-1 0,0 0 0,0 1 0,0-1-1,0 0 1,0 1 0,0-1 0,0 0 0,0 1 0,0-1 0,0 0-1,0 1 1,0-1 0,0 0 0,0 1 0,0-1 0,0 0-1,0 1 1,-1-1 0,1 0 0,0 0 0,0 1 0,0-1 0,0 0-1,-1 1 1,1-1 0,0 0 0,0 0 0,-1 0 0,1 1 0,0-1-1,0 0 1,-1 0 0,1 0 0,0 1 0,-1-1 0,1 0 0,0 0-1,-1 0 1,1 0 0,0 0 0,-1 0 0,1 0 0,0 0 0,-1 0-1,1 0 1,0 0 0,-1 0 0,1 0 0,0 0 0,-1 0 0,1 0-1,0 0 1,-1 0 0,1 0 0,0-1 0,0 1 0,-1 0 0,1 0-1,0 0 1,-1-1 0,1 1 0,0 0 0,0 0 0,-1-1 0,1 1-1,0 0 1,2 12-12,0 0 0,1-1 0,0 1 1,1 0-1,0-1 0,12 21 0,44 68 3,-46-78-5,102 143 579,-95-140-1451,41 38 0,1-16-4718,-44-36-1007</inkml:trace>
</inkml:ink>
</file>

<file path=ppt/ink/ink3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3:48.788"/>
    </inkml:context>
    <inkml:brush xml:id="br0">
      <inkml:brushProperty name="width" value="0.025" units="cm"/>
      <inkml:brushProperty name="height" value="0.025" units="cm"/>
    </inkml:brush>
  </inkml:definitions>
  <inkml:trace contextRef="#ctx0" brushRef="#br0">139 40 13100,'0'0'2050,"-8"-3"-795,6 2-1190,0 0 0,0 0 0,0 0-1,0 0 1,0 1 0,0-1 0,0 0 0,-1 1 0,1 0 0,0 0 0,0-1 0,0 1 0,-1 0 0,1 1 0,0-1-1,0 0 1,0 1 0,-1-1 0,1 1 0,0 0 0,0-1 0,0 1 0,0 0 0,0 0 0,0 1 0,0-1-1,1 0 1,-1 1 0,0-1 0,1 1 0,-1-1 0,1 1 0,-1 0 0,1-1 0,0 1 0,0 0 0,0 0-1,0 0 1,0 0 0,0 0 0,0 0 0,1 1 0,-2 3 0,-2 7-8,1 0-1,-1 0 1,2 0 0,0 1-1,1-1 1,0 1 0,1-1 0,0 1-1,3 17 1,-2-27-56,0 0 0,-1 0 0,1-1 1,0 1-1,1-1 0,-1 1 0,1-1 0,-1 1 0,1-1 0,0 0 0,0 1 1,1-1-1,-1 0 0,1-1 0,-1 1 0,1 0 0,0-1 0,0 1 0,0-1 0,0 0 1,0 0-1,1 0 0,-1-1 0,1 1 0,-1-1 0,1 0 0,0 0 0,-1 0 1,1 0-1,0-1 0,0 1 0,-1-1 0,1 0 0,0 0 0,0 0 0,6-2 0,-5 1 3,-1 0 0,1-1 0,-1 1-1,1-1 1,-1 0 0,0-1-1,0 1 1,0 0 0,0-1 0,0 0-1,-1 0 1,1 0 0,-1-1-1,0 1 1,0-1 0,0 1-1,-1-1 1,1 0 0,-1 0 0,0-1-1,0 1 1,0 0 0,0-1-1,-1 1 1,0-1 0,0 1-1,0-1 1,0 0 0,-1 1 0,0-6-1,1 3-6,0 1 0,-1-1 0,0 0 0,-1 0-1,1 0 1,-1 1 0,0-1 0,-1 0 0,0 1 0,0-1-1,0 1 1,-1 0 0,0 0 0,0 0 0,0 0-1,-1 0 1,0 0 0,0 1 0,-1 0 0,-5-6 0,1 5-1,-1 1 1,1 0-1,-1 0 1,0 1-1,0 1 1,-1 0 0,1 0-1,-1 1 1,1 0-1,-16-1 1,-31 1-3237,73-1-5104,6-7 5077</inkml:trace>
</inkml:ink>
</file>

<file path=ppt/ink/ink3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3:49.069"/>
    </inkml:context>
    <inkml:brush xml:id="br0">
      <inkml:brushProperty name="width" value="0.025" units="cm"/>
      <inkml:brushProperty name="height" value="0.025" units="cm"/>
    </inkml:brush>
  </inkml:definitions>
  <inkml:trace contextRef="#ctx0" brushRef="#br0">259 29 11851,'0'0'2392,"-11"-6"-1143,10 6-1238,-4-3 119,-1 0-1,1 0 0,-1 0 1,0 1-1,0 0 1,-1 0-1,1 1 1,0 0-1,0 0 0,-1 0 1,1 0-1,-1 1 1,1 1-1,0-1 1,-1 1-1,1 0 0,0 0 1,-1 0-1,-7 4 1,7-2 0,0 1 1,0 0-1,0 1 1,0-1-1,1 1 1,-1 1-1,1-1 1,1 1-1,-1 0 1,1 0 0,0 1-1,0-1 1,1 1-1,-4 8 1,3-4-52,1 0 0,1 0 1,0 0-1,0 1 0,1-1 1,0 1-1,1 0 1,1 20-1,4 11-7,2-1 1,1 0-1,3 0 0,17 48 1,-24-81-32,22 64-36,25 95 23,-46-148-27,0 0-1,-1 0 1,-2 0-1,0 0 1,-1 0-1,-3 30 1,2-47-79,1 0 0,-1 0 0,0 0 0,0 0 0,0 0 0,0 0 0,0-1 0,0 1 0,-1 0 1,0-1-1,1 1 0,-1-1 0,-3 4 0,3-5-265,1 0 1,-1 0-1,1 0 0,-1 0 1,0 0-1,1 0 1,-1 0-1,0 0 1,0-1-1,0 1 0,0-1 1,1 0-1,-1 1 1,-3-1-1,-13 0-4734</inkml:trace>
</inkml:ink>
</file>

<file path=ppt/ink/ink3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3:49.271"/>
    </inkml:context>
    <inkml:brush xml:id="br0">
      <inkml:brushProperty name="width" value="0.025" units="cm"/>
      <inkml:brushProperty name="height" value="0.025" units="cm"/>
    </inkml:brush>
  </inkml:definitions>
  <inkml:trace contextRef="#ctx0" brushRef="#br0">0 207 13293,'0'0'4196,"43"-54"-3011,-11 33-224,6-3-385,2 0-416,5-1-128,-2 3 0,-5 6-64,-5 5-993,-8 3-2050,-15 6-2434</inkml:trace>
</inkml:ink>
</file>

<file path=ppt/ink/ink3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3:49.584"/>
    </inkml:context>
    <inkml:brush xml:id="br0">
      <inkml:brushProperty name="width" value="0.025" units="cm"/>
      <inkml:brushProperty name="height" value="0.025" units="cm"/>
    </inkml:brush>
  </inkml:definitions>
  <inkml:trace contextRef="#ctx0" brushRef="#br0">1 70 17521,'0'0'4388,"56"-51"-4068,-32 43-256,1 1-96,0 3 32,2 4-352,-8 0-641,-1 0-833,-5 2-1377,-8 11-288,-5 0-1890</inkml:trace>
</inkml:ink>
</file>

<file path=ppt/ink/ink3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3:49.741"/>
    </inkml:context>
    <inkml:brush xml:id="br0">
      <inkml:brushProperty name="width" value="0.025" units="cm"/>
      <inkml:brushProperty name="height" value="0.025" units="cm"/>
    </inkml:brush>
  </inkml:definitions>
  <inkml:trace contextRef="#ctx0" brushRef="#br0">1 180 9737,'0'0'6374,"58"-24"-6021,-19-2-257,3-1-64,2-5-993,0-3-1954,-3 0-4420</inkml:trace>
</inkml:ink>
</file>

<file path=ppt/ink/ink3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3:50.116"/>
    </inkml:context>
    <inkml:brush xml:id="br0">
      <inkml:brushProperty name="width" value="0.025" units="cm"/>
      <inkml:brushProperty name="height" value="0.025" units="cm"/>
    </inkml:brush>
  </inkml:definitions>
  <inkml:trace contextRef="#ctx0" brushRef="#br0">0 173 9097,'0'0'4927,"0"-9"-3069,1-1-1440,0 0 0,0 0 0,1 0 0,1 0 0,0 0 0,0 0 0,0 1 0,7-12 0,-8 17-285,0 0 0,0 0 0,1 0 0,-1 0 0,1 1 0,0-1 0,0 1 0,0 0 1,0-1-1,1 1 0,-1 1 0,1-1 0,0 0 0,0 1 0,0 0 0,0 0 0,0 0 0,0 0 0,1 1 0,-1 0 0,0 0 0,1 0 1,6 0-1,-9 1-135,0 0 1,0 1 0,0 0 0,0-1 0,0 1-1,0 0 1,0 0 0,0 0 0,0 0 0,0 1-1,-1-1 1,1 0 0,0 1 0,-1-1 0,1 1-1,-1 0 1,0-1 0,0 1 0,1 0 0,-1 0-1,0 0 1,-1 0 0,1 0 0,0 0 0,0 0-1,-1 0 1,1 0 0,-1 0 0,0 0 0,1 4-1,1 11-19,0 1-1,-2 29 1,0-35 11,-2 15-169,-1-1 0,-1 0 0,-1 0 1,-2-1-1,-10 30 0,6-21 134,1-1 1,-5 40-1,15-72 44,0 0 1,-1 0-1,1 0 1,0 0-1,0 0 1,0 0-1,0-1 1,0 1-1,0 0 0,1 0 1,-1 0-1,0 0 1,0 0-1,1 0 1,-1 0-1,0 0 1,1 0-1,-1-1 0,1 1 1,-1 0-1,1 0 1,0-1-1,-1 1 1,1 0-1,0-1 0,-1 1 1,1 0-1,0-1 1,1 2-1,1-2 7,-1 1 0,1 0 0,-1-1-1,1 0 1,0 1 0,-1-1 0,1 0 0,-1 0 0,1-1-1,5 0 1,7-2 76,-1-1 0,28-12 1,243-127-19,-246 117-2637,-11 0-4207</inkml:trace>
</inkml:ink>
</file>

<file path=ppt/ink/ink3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3:55.773"/>
    </inkml:context>
    <inkml:brush xml:id="br0">
      <inkml:brushProperty name="width" value="0.025" units="cm"/>
      <inkml:brushProperty name="height" value="0.025" units="cm"/>
    </inkml:brush>
  </inkml:definitions>
  <inkml:trace contextRef="#ctx0" brushRef="#br0">46 0 2242,'0'0'32,"-4"0"160,-1 1-160,2 3-64,-1 1-32,-1 1 32,-1-1 0,2-1 0,1 2-32,-3-1-224,3 1-225,0-3-95</inkml:trace>
</inkml:ink>
</file>

<file path=ppt/ink/ink3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3:58.567"/>
    </inkml:context>
    <inkml:brush xml:id="br0">
      <inkml:brushProperty name="width" value="0.025" units="cm"/>
      <inkml:brushProperty name="height" value="0.025" units="cm"/>
    </inkml:brush>
  </inkml:definitions>
  <inkml:trace contextRef="#ctx0" brushRef="#br0">8 0 320,'-3'0'32,"1"0"32,0 0 225,1 0-225</inkml:trace>
</inkml:ink>
</file>

<file path=ppt/ink/ink3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03.040"/>
    </inkml:context>
    <inkml:brush xml:id="br0">
      <inkml:brushProperty name="width" value="0.025" units="cm"/>
      <inkml:brushProperty name="height" value="0.025" units="cm"/>
    </inkml:brush>
  </inkml:definitions>
  <inkml:trace contextRef="#ctx0" brushRef="#br0">1 1 3075,'0'0'3368,"0"7"-2161,4 138 6182,5 6-3618,5 140-1147,11 160-1593,-20-384-984,1-21-106,-5-66-11696</inkml:trace>
</inkml:ink>
</file>

<file path=ppt/ink/ink3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03.366"/>
    </inkml:context>
    <inkml:brush xml:id="br0">
      <inkml:brushProperty name="width" value="0.025" units="cm"/>
      <inkml:brushProperty name="height" value="0.025" units="cm"/>
    </inkml:brush>
  </inkml:definitions>
  <inkml:trace contextRef="#ctx0" brushRef="#br0">3 147 10698,'0'-12'566,"-1"4"-227,2 0 0,-1 0 1,1 0-1,0 0 0,1 0 0,3-11 1,-4 16-169,1-1 0,0 1 0,0-1 0,0 1 0,0-1 1,0 1-1,1 0 0,0 0 0,-1 0 0,1 1 0,0-1 1,0 1-1,1-1 0,-1 1 0,0 0 0,1 0 0,-1 1 0,8-4 1,-2 2-85,-1 1 0,1 0 1,0 0-1,0 0 0,0 1 1,0 1-1,0-1 0,0 1 1,0 1-1,0 0 0,0 0 1,0 1-1,0 0 0,0 1 1,-1-1-1,1 2 1,-1-1-1,0 1 0,0 0 1,0 1-1,0 0 0,-1 0 1,12 11-1,-12-8-76,1 0 1,-1 0 0,0 1-1,-1 0 1,0 0-1,0 1 1,-1 0-1,0 0 1,-1 0 0,0 0-1,-1 1 1,0 0-1,0-1 1,-1 1-1,-1 0 1,0 0-1,0 0 1,-1 0 0,-2 14-1,1-18-8,0-1-1,0 0 0,-1 0 1,0 1-1,0-1 1,-1 0-1,0 0 1,0-1-1,0 1 1,0-1-1,-1 1 0,0-1 1,-6 6-1,2-4 45,0 1-1,-1-1 0,0-1 0,0 0 1,-1 0-1,0 0 0,-12 4 0,0-2-683,0-1 0,-1 0-1,1-2 1,-1-1 0,-1-1-1,-39 1 1,40-6-3052,9-9-1537</inkml:trace>
</inkml:ink>
</file>

<file path=ppt/ink/ink3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03.979"/>
    </inkml:context>
    <inkml:brush xml:id="br0">
      <inkml:brushProperty name="width" value="0.025" units="cm"/>
      <inkml:brushProperty name="height" value="0.025" units="cm"/>
    </inkml:brush>
  </inkml:definitions>
  <inkml:trace contextRef="#ctx0" brushRef="#br0">609 4 13261,'0'0'1366,"-11"-3"-811,-12 3-379,-1 0-1,1 1 1,-1 1-1,1 2 0,0 0 1,-37 12-1,-32 7 232,-122 37-179,212-59-226,-1-1-1,1 1 1,-1 0-1,1 0 1,0 0-1,0 1 1,-1-1-1,1 0 1,0 1-1,0 0 1,0-1-1,1 1 1,-1 0-1,0 0 1,1 0-1,-1 0 1,1 0-1,0 1 1,-1-1-1,1 0 1,0 1-1,0-1 1,0 3-1,0 3 48,1 0-1,0-1 0,0 1 1,1 0-1,0 0 0,2 10 1,-2-13 4,18 124 754,-5 0 0,-7 1 0,-9 140 0,-12-80-93,-56 276-1,62-406-382,9-59-323,-1 0 0,0-1 0,1 1 0,-1 0 0,1 0 1,0-1-1,-1 1 0,1 0 0,-1-1 0,1 1 1,0-1-1,0 1 0,-1-1 0,1 1 0,0-1 0,0 0 1,0 1-1,-1-1 0,1 0 0,0 1 0,0-1 1,0 0-1,0 0 0,0 0 0,0 0 0,0 0 0,-1 0 1,2 0-1,36 0 107,-27-1-88,67-3-342,-1-3 0,0-3 0,88-24 0,-158 32-428,0 1-1,-1-1 1,1-1 0,-1 1 0,0-1-1,0 0 1,0 0 0,11-9 0,8-12-6555</inkml:trace>
</inkml:ink>
</file>

<file path=ppt/ink/ink3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04.289"/>
    </inkml:context>
    <inkml:brush xml:id="br0">
      <inkml:brushProperty name="width" value="0.025" units="cm"/>
      <inkml:brushProperty name="height" value="0.025" units="cm"/>
    </inkml:brush>
  </inkml:definitions>
  <inkml:trace contextRef="#ctx0" brushRef="#br0">0 9 13293,'0'0'421,"13"-3"850,-10 2-1164,4 0 77,0 0 0,0-1 0,0 2-1,-1-1 1,1 1 0,0 0 0,0 1-1,0-1 1,0 2 0,-1-1 0,1 0-1,0 1 1,10 5 0,20 13 379,-1 1 1,0 1-1,-2 3 1,-1 0-1,-1 3 1,36 37-1,-13-4-369,-3 3 1,54 85-1,-95-132-243,-3-2-165,1-1-1,1 0 0,0-1 1,0 0-1,2 0 0,-1-1 0,2-1 1,18 14-1,-30-24-132,9 4-651,-5-6-2744</inkml:trace>
</inkml:ink>
</file>

<file path=ppt/ink/ink3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04.555"/>
    </inkml:context>
    <inkml:brush xml:id="br0">
      <inkml:brushProperty name="width" value="0.025" units="cm"/>
      <inkml:brushProperty name="height" value="0.025" units="cm"/>
    </inkml:brush>
  </inkml:definitions>
  <inkml:trace contextRef="#ctx0" brushRef="#br0">464 1 13933,'0'0'2563,"-42"5"-1474,17 26 288,-3 12-96,-5 15-320,-6 8-192,3 4-161,-3 5-223,-1 2-257,3-2-32,1-2 64,5-8-192,3-8-1217,7-11-545,3-13-1185,8-16-3747</inkml:trace>
</inkml:ink>
</file>

<file path=ppt/ink/ink3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05.024"/>
    </inkml:context>
    <inkml:brush xml:id="br0">
      <inkml:brushProperty name="width" value="0.025" units="cm"/>
      <inkml:brushProperty name="height" value="0.025" units="cm"/>
    </inkml:brush>
  </inkml:definitions>
  <inkml:trace contextRef="#ctx0" brushRef="#br0">52 74 12204,'0'0'485,"4"-10"813,13-30 159,-16 39-1394,-1-1 0,1 1 1,0-1-1,0 1 0,0 0 0,0-1 1,0 1-1,1 0 0,-1 0 0,0-1 1,0 1-1,1 0 0,-1 0 0,1 1 1,-1-1-1,1 0 0,-1 0 0,1 1 0,-1-1 1,1 1-1,0-1 0,-1 1 0,1 0 1,0 0-1,0-1 0,-1 1 0,1 0 1,0 1-1,-1-1 0,1 0 0,0 0 1,-1 1-1,1-1 0,0 1 0,-1-1 1,2 2-1,0-1-44,0 1 0,0 0 1,0-1-1,0 1 0,-1 0 0,1 1 1,-1-1-1,0 0 0,1 1 0,-1-1 1,0 1-1,0 0 0,-1-1 0,1 1 1,2 5-1,-2 1-1,0-1 0,-1 1 0,0-1 0,0 1 0,-1-1 0,0 1 0,0-1 0,-1 1 0,0-1 0,-1 1 0,0-1 0,0 0 0,-1 1 1,0-1-1,0-1 0,-1 1 0,0 0 0,-5 7 0,-9 11 80,-1-2 0,-2 0 0,-36 34 0,35-37-6,22-21-87,0 0 0,0 0 0,0 0 0,0 0 0,-1 1-1,1-1 1,0 0 0,0 0 0,0 0 0,0 0 0,0 0 0,-1 0 0,1 1-1,0-1 1,0 0 0,0 0 0,0 0 0,0 0 0,0 1 0,0-1 0,0 0-1,0 0 1,0 0 0,-1 0 0,1 1 0,0-1 0,0 0 0,0 0 0,0 0-1,0 1 1,0-1 0,1 0 0,-1 0 0,0 0 0,0 0 0,0 1 0,0-1-1,0 0 1,0 0 0,0 0 0,0 0 0,0 1 0,0-1 0,0 0 0,1 0-1,-1 0 1,0 0 0,0 0 0,0 1 0,0-1 0,0 0 0,1 0 0,-1 0-1,0 0 1,0 0 0,0 0 0,1 0 0,17 2 97,26-7-65,-30 3-92,115-19-148,-43 5-2886,-23 2-2271</inkml:trace>
</inkml:ink>
</file>

<file path=ppt/ink/ink3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05.691"/>
    </inkml:context>
    <inkml:brush xml:id="br0">
      <inkml:brushProperty name="width" value="0.025" units="cm"/>
      <inkml:brushProperty name="height" value="0.025" units="cm"/>
    </inkml:brush>
  </inkml:definitions>
  <inkml:trace contextRef="#ctx0" brushRef="#br0">231 1 9161,'0'0'6230,"9"3"-5072,38 11-444,1-2 0,60 7 1,-67-13-588,-1 1 1,0 1 0,0 3 0,-1 1 0,44 21-1,-79-31-119,0 0 0,0 0 0,0 1 0,0 0-1,0-1 1,-1 2 0,0-1 0,1 0 0,-1 1-1,5 7 1,-7-10 6,0 1-1,-1 0 0,1-1 1,-1 1-1,1 0 1,-1 0-1,1 0 1,-1 0-1,0-1 0,0 1 1,0 0-1,0 0 1,0 0-1,-1 0 0,1 0 1,0-1-1,-1 1 1,0 0-1,1 0 1,-1-1-1,0 1 0,0 0 1,0-1-1,0 1 1,0-1-1,0 1 1,0-1-1,0 1 0,-1-1 1,-1 2-1,-25 20 323,-1 0 0,-2-2 0,0-1 0,-1-2 0,-36 16 0,-10 6 179,6-1-165,-114 67 66,151-84-374,1 3 0,0 0 0,-29 31 0,59-52-98,-1 1 1,1 0-1,1 0 0,-1 0 1,0 0-1,1 1 0,0 0 1,-4 10-1,7-15-45,0-1 0,0 1 0,0 0 0,-1 0 0,1 0 0,0 0-1,0 0 1,0-1 0,0 1 0,0 0 0,0 0 0,0 0 0,1 0 0,-1 0 0,0-1 0,0 1 0,1 0 0,-1 0 0,0 0 0,1-1 0,-1 1 0,1 0-1,-1-1 1,1 1 0,0 1 0,1-1-243,0-1 0,0 1 0,0 0 0,0-1 0,0 1 0,0-1 0,0 1 0,0-1 0,0 0 1,0 0-1,0 0 0,0 0 0,1 0 0,-1-1 0,4 0 0,35-10-8075</inkml:trace>
</inkml:ink>
</file>

<file path=ppt/ink/ink3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06.050"/>
    </inkml:context>
    <inkml:brush xml:id="br0">
      <inkml:brushProperty name="width" value="0.025" units="cm"/>
      <inkml:brushProperty name="height" value="0.025" units="cm"/>
    </inkml:brush>
  </inkml:definitions>
  <inkml:trace contextRef="#ctx0" brushRef="#br0">0 140 11627,'2'-7'438,"0"-1"89,1 0 1,0 0-1,0 0 1,1 1-1,0-1 1,0 1-1,0 0 1,1 0-1,0 0 1,1 1-1,0 0 1,0 0-1,10-8 1,-11 11-419,0 0 1,0 0-1,0 0 1,0 1-1,0-1 1,1 2-1,-1-1 0,1 0 1,0 1-1,-1 0 1,1 0-1,0 1 1,-1 0-1,1 0 1,0 0-1,0 1 1,-1-1-1,1 1 1,-1 1-1,1-1 1,-1 1-1,10 4 0,-2 1-87,1 0 0,-1 1-1,-1 1 1,1 0-1,-2 1 1,1 1 0,-1-1-1,18 24 1,69 111 103,-73-104-50,-22-37-78,11 20 62,2 0 1,0-2-1,1 1 0,2-2 0,25 23 1,-40-40-168,1 0 1,0 0-1,0 0 1,1-1-1,-1 0 1,1 0-1,-1-1 1,1 1-1,0-1 1,0-1 0,0 1-1,0-1 1,0 0-1,0 0 1,1-1-1,-1 1 1,0-2-1,0 1 1,1-1-1,-1 1 1,0-2-1,0 1 1,0-1-1,0 0 1,0 0-1,0 0 1,-1-1-1,1 0 1,9-7-1,-6 4-836,-1 0-1,0-1 0,0 0 0,-1 0 0,10-12 0,8-16-5189</inkml:trace>
</inkml:ink>
</file>

<file path=ppt/ink/ink3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06.311"/>
    </inkml:context>
    <inkml:brush xml:id="br0">
      <inkml:brushProperty name="width" value="0.025" units="cm"/>
      <inkml:brushProperty name="height" value="0.025" units="cm"/>
    </inkml:brush>
  </inkml:definitions>
  <inkml:trace contextRef="#ctx0" brushRef="#br0">228 0 12684,'0'0'6790,"-45"17"-5669,37 17-64,-4 7-224,1 8-320,-4 7-225,0 4-128,-3 3 32,0-1-31,-2-6-33,0-5-32,5-11-769,1-11-1313,3-10-1089,5-12-3235</inkml:trace>
</inkml:ink>
</file>

<file path=ppt/ink/ink3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06.546"/>
    </inkml:context>
    <inkml:brush xml:id="br0">
      <inkml:brushProperty name="width" value="0.025" units="cm"/>
      <inkml:brushProperty name="height" value="0.025" units="cm"/>
    </inkml:brush>
  </inkml:definitions>
  <inkml:trace contextRef="#ctx0" brushRef="#br0">0 1 17969,'0'0'2979,"3"70"-2146,-3-37-257,0 2-384,0 2 33,0-2-33,3 3-64,1-4 32,1-3-288,-2-5-1410,-3-11-1825</inkml:trace>
</inkml:ink>
</file>

<file path=ppt/ink/ink3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06.950"/>
    </inkml:context>
    <inkml:brush xml:id="br0">
      <inkml:brushProperty name="width" value="0.025" units="cm"/>
      <inkml:brushProperty name="height" value="0.025" units="cm"/>
    </inkml:brush>
  </inkml:definitions>
  <inkml:trace contextRef="#ctx0" brushRef="#br0">10 114 9513,'-2'-10'3465,"2"7"-3490,-2-6 386,0 1 1,1 0-1,1-1 1,0 1-1,0-1 1,1-9-1,-1 16-253,1 0 0,-1 1 0,1-1 0,-1 1 0,1-1 0,0 0-1,-1 1 1,1-1 0,0 1 0,0 0 0,0-1 0,0 1 0,0 0-1,0 0 1,1-1 0,-1 1 0,2-1 0,-1 1-34,1 0-1,-1 0 1,0 1 0,0-1 0,1 1 0,-1 0 0,0-1-1,1 1 1,-1 0 0,0 0 0,1 1 0,-1-1 0,0 0-1,0 1 1,1-1 0,-1 1 0,2 1 0,0-1-58,-1 1 1,0 0-1,0 0 0,0 1 1,0-1-1,-1 1 0,1-1 1,0 1-1,-1 0 1,0 0-1,0 0 0,0 0 1,0 0-1,0 0 1,0 1-1,-1-1 0,0 1 1,0-1-1,0 1 1,0-1-1,0 1 0,-1 0 1,1-1-1,-1 6 1,1 4-4,-1-1 0,0 1 0,-1-1 0,0 1 0,-1-1 0,-3 14 1,0-13 26,0 1 1,-1-1-1,0 0 0,-1-1 1,0 0-1,-1 0 1,-1 0-1,1-1 1,-2 0-1,0-1 1,-12 11-1,56-21 243,189-18-809,-75 0-3992,-71 7-1205</inkml:trace>
</inkml:ink>
</file>

<file path=ppt/ink/ink3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07.715"/>
    </inkml:context>
    <inkml:brush xml:id="br0">
      <inkml:brushProperty name="width" value="0.025" units="cm"/>
      <inkml:brushProperty name="height" value="0.025" units="cm"/>
    </inkml:brush>
  </inkml:definitions>
  <inkml:trace contextRef="#ctx0" brushRef="#br0">121 71 12684,'0'0'4628,"11"-7"-4003,14-4-375,0 1 0,0 2 0,1 0 1,0 2-1,1 0 0,46-2 0,-71 8-248,33-4 39,1 2 0,0 2 0,39 4-1,-72-3-25,0-1-1,0 1 0,0 0 0,0 0 1,-1 0-1,1 0 0,0 0 0,-1 1 0,1-1 1,-1 1-1,0 0 0,1 0 0,-1 0 0,0 0 1,0 0-1,0 0 0,0 1 0,0-1 1,-1 0-1,1 1 0,-1 0 0,0-1 0,0 1 1,0 0-1,0 0 0,0-1 0,0 1 0,0 4 1,1 9 184,-1-1 1,0 1 0,-1-1 0,-3 21 0,1-19-63,-6 110 586,4 1 0,6-1 1,30 204-1,6-154-481,-21-106-145,-2 1 0,-4 1 0,2 85 0,-13-152-89,0-1-1,0 0 1,-1 0-1,0 0 1,0 0 0,0 0-1,-1 0 1,1 0 0,-1-1-1,-1 1 1,1 0 0,-1-1-1,1 1 1,-1-1-1,-7 7 1,4-5 6,-1 0 0,0 0-1,0-1 1,0 0 0,-1-1-1,0 0 1,0 0 0,-13 4 0,-12 2 22,-1-3-1,1 0 1,-62 3 0,79-9-35,-189 11-321,70-13-3850,82-4-352</inkml:trace>
</inkml:ink>
</file>

<file path=ppt/ink/ink3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08.123"/>
    </inkml:context>
    <inkml:brush xml:id="br0">
      <inkml:brushProperty name="width" value="0.025" units="cm"/>
      <inkml:brushProperty name="height" value="0.025" units="cm"/>
    </inkml:brush>
  </inkml:definitions>
  <inkml:trace contextRef="#ctx0" brushRef="#br0">0 62 8008,'0'0'9577,"48"-49"-8232,-17 42-416,4 3-321,4 2-480,1 2-95,-5 2 63,0 8-192,-9 0-1506,-8-1-3651,-9 1-7655</inkml:trace>
</inkml:ink>
</file>

<file path=ppt/ink/ink3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08.264"/>
    </inkml:context>
    <inkml:brush xml:id="br0">
      <inkml:brushProperty name="width" value="0.025" units="cm"/>
      <inkml:brushProperty name="height" value="0.025" units="cm"/>
    </inkml:brush>
  </inkml:definitions>
  <inkml:trace contextRef="#ctx0" brushRef="#br0">1 42 12876,'0'0'2563,"61"7"-1186,-12-7-640,10-7-609,4-3-96,-2-2 0,-5-8-2787</inkml:trace>
</inkml:ink>
</file>

<file path=ppt/ink/ink3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09.338"/>
    </inkml:context>
    <inkml:brush xml:id="br0">
      <inkml:brushProperty name="width" value="0.025" units="cm"/>
      <inkml:brushProperty name="height" value="0.025" units="cm"/>
    </inkml:brush>
  </inkml:definitions>
  <inkml:trace contextRef="#ctx0" brushRef="#br0">763 1 13325,'-9'13'1324,"-2"2"-820,-206 263 5480,172-225-5703,-3-2 0,-2-2 0,-69 51 0,100-86-258,0-2 0,-1 0 0,-29 13 0,44-22-18,0-1 0,-1 0-1,1 0 1,-1 0 0,1-1-1,-1 0 1,0 0 0,0 0 0,1-1-1,-1 0 1,0 0 0,0 0-1,0-1 1,1 0 0,-1 0-1,0 0 1,1-1 0,-11-4 0,13 4-7,-1-1 0,1 0 0,0 0 0,1 0 0,-1 0 1,0 0-1,1 0 0,0-1 0,-1 1 0,1-1 0,1 0 1,-1 0-1,1 0 0,-1 0 0,1 0 0,0 0 0,1 0 1,-1 0-1,1 0 0,-1 0 0,1 0 0,0-1 0,1 1 1,1-7-1,-1 0-20,1 0-1,0 0 1,1 0 0,1 0 0,-1 0 0,2 1-1,-1 0 1,7-10 0,-4 9 7,1 0 0,0 1 0,1 0-1,0 0 1,0 1 0,1 0 0,0 1 0,1 0 0,0 1-1,0 0 1,0 0 0,17-6 0,-18 10 14,-1 0-1,0 0 1,1 1 0,-1 0 0,1 1 0,0 0-1,0 1 1,-1 0 0,1 0 0,0 1 0,0 0-1,-1 1 1,1 0 0,-1 0 0,0 1 0,1 1-1,11 5 1,15 12 118,-1 1 0,47 38 1,-44-30-358,57 33 0,-81-54-688,1-2 0,1 0 1,0-1-1,20 5 0,5-5-9461</inkml:trace>
</inkml:ink>
</file>

<file path=ppt/ink/ink3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4:04.938"/>
    </inkml:context>
    <inkml:brush xml:id="br0">
      <inkml:brushProperty name="width" value="0.025" units="cm"/>
      <inkml:brushProperty name="height" value="0.025" units="cm"/>
    </inkml:brush>
  </inkml:definitions>
  <inkml:trace contextRef="#ctx0" brushRef="#br0">207 55 3523,'0'0'10181,"4"-1"-9946,-1 0-198,-1 1 1,1-1 0,0 1-1,0 0 1,-1 0 0,1 0-1,0 0 1,0 0 0,4 2-1,-6-2-30,0 1 0,0 0 0,0 0 0,0-1-1,0 1 1,0 0 0,0 0 0,-1 0 0,1 0 0,0 0-1,-1 0 1,1 0 0,-1 0 0,1 0 0,-1 1 0,1-1-1,-1 0 1,0 0 0,0 0 0,1 1 0,-1-1 0,0 0 0,0 0-1,0 0 1,0 1 0,-1-1 0,1 0 0,0 0 0,-1 2-1,0 0 4,0 0 0,0 0 0,0 0 0,0 0 0,-1-1 0,0 1 0,1 0-1,-1-1 1,0 1 0,0-1 0,0 0 0,-1 1 0,1-1 0,0 0 0,-1 0 0,0-1-1,1 1 1,-1 0 0,0-1 0,-5 2 0,3-1 27,0 0 1,0 0-1,0 0 1,0-1-1,0 0 1,0 0-1,0 0 0,-1 0 1,1-1-1,0 0 1,-11-1-1,15 0 10,0 0-1,0 0 1,0 0-1,-1 0 1,1 0-1,0 0 1,0 0 0,1 0-1,-1-1 1,0 1-1,0 0 1,0-1-1,1 1 1,-1 0-1,1-1 1,-1 1 0,1-1-1,-1 1 1,1-1-1,0 1 1,0-1-1,0 1 1,0-1 0,0 1-1,0-1 1,0 1-1,1-3 1,9-42 133,-9 42-113,1 0 1,0 0-1,0 0 0,0 1 0,0-1 0,1 1 1,-1-1-1,1 1 0,0 0 0,0 0 0,0 0 1,1 1-1,-1-1 0,1 1 0,-1-1 0,1 1 1,0 0-1,0 1 0,0-1 0,0 1 1,7-2-1,-7 3-33,0 0 1,0 0 0,0 1 0,0-1-1,0 1 1,0 0 0,0 0-1,-1 0 1,1 1 0,0 0-1,-1-1 1,1 1 0,-1 0 0,0 1-1,1-1 1,-1 0 0,0 1-1,0 0 1,-1 0 0,1 0 0,0 0-1,-1 0 1,3 5 0,0-1 38,-1 1 0,1 0 0,-1 0 0,-1 0 0,0 0 0,0 0 0,0 1 0,-1 0 0,0-1 0,-1 1 0,0 0 0,-1 0 0,1-1 0,-2 1 0,1 0 0,-1 0 0,0 0 0,-4 10 0,0-2 29,-1-1-1,0 0 1,-2 0-1,0-1 1,0 0-1,-2 0 1,0-1-1,-15 17 0,-10 11 117,12-13-51,-1-1 0,-1-1-1,-2-1 1,-43 33 0,70-59-163,0 1-1,-1 0 0,1-1 1,-1 1-1,1-1 1,-1 0-1,1 1 0,-1-1 1,0 1-1,1-1 1,-1 0-1,1 0 1,-1 1-1,0-1 0,1 0 1,-1 0-1,0 0 1,0 1-1,1-1 1,-1 0-1,0 0 0,1 0 1,-1 0-1,0 0 1,1-1-1,-1 1 1,0 0-1,1 0 0,-1 0 1,0-1-1,1 1 1,-1 0-1,0 0 0,1-1 1,-1 1-1,1-1 1,-2 0-1,2-1 1,-1 0 0,1 0 0,-1 0 0,1 0 0,0 0 0,-1 0 0,1 0 0,0 0 0,0 0 0,1-1 0,-1 1 0,1-2 0,1-8-2,1 0 1,1 0 0,7-18-1,-7 22-1,0 1-1,1 0 0,-1 0 1,2 0-1,-1 1 0,8-8 1,-12 13-2,0 0 0,1-1 0,-1 1 0,1 0 0,-1 0 0,1 0 0,-1 0 0,1 0 0,0 1 0,0-1 0,-1 1 0,1-1 0,0 1 0,0-1 0,0 1 0,-1 0 0,1 0 0,0 0 0,0 0 0,0 0 0,0 0 0,-1 0 0,1 1 0,0-1 0,0 1 0,-1-1 0,1 1 0,0 0 0,0 0 0,-1-1 0,1 1 0,-1 0 0,1 1 0,1 1 0,12 9 9,1 0 0,0 0-1,0-1 1,1-1 0,31 13 0,-39-20-41,0 0 0,0 0 0,1-1-1,-1 0 1,0 0 0,1-1 0,0-1 0,-1 1 0,1-2 0,-1 1 0,1-1 0,0-1 0,17-4 0,3-9-2297,-28 13 1680,0 0 1,0 0 0,0 0-1,0 0 1,0 0-1,0-1 1,0 1-1,-1 0 1,3-5 0,3-14-6895</inkml:trace>
</inkml:ink>
</file>

<file path=ppt/ink/ink3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4:06.062"/>
    </inkml:context>
    <inkml:brush xml:id="br0">
      <inkml:brushProperty name="width" value="0.025" units="cm"/>
      <inkml:brushProperty name="height" value="0.025" units="cm"/>
    </inkml:brush>
  </inkml:definitions>
  <inkml:trace contextRef="#ctx0" brushRef="#br0">223 124 6534,'0'0'4879,"3"-7"-3224,-1-2-1187,11-21 1296,-8 29-1644,-1 0-1,1 0 1,-1 0 0,1 0-1,0 1 1,0 0 0,-1 0 0,1 0-1,0 1 1,-1-1 0,1 1 0,0 0-1,6 3 1,-8-3-113,-1 0-1,0 0 1,-1 0 0,1 0-1,0 1 1,0-1-1,0 1 1,-1-1 0,1 1-1,-1-1 1,1 1 0,-1 0-1,0 0 1,1 0 0,-1 0-1,0 0 1,0 0-1,-1 0 1,1 0 0,0 0-1,-1 0 1,1 1 0,-1-1-1,0 0 1,1 0-1,-1 1 1,0-1 0,-1 0-1,1 0 1,0 1 0,-1-1-1,1 0 1,-1 0 0,0 3-1,-1-1 9,0-1 0,-1 1 0,1-1 0,-1 1 0,1-1 0,-1 0 0,0 0 0,0 0 0,0 0 0,-1-1 0,1 1 0,-1-1 0,1 0 0,-1 0 0,0 0 0,0 0 0,-5 1 0,4-2 1,-3 3 12,0-2 0,0 1 1,-1-1-1,1-1 0,-1 1 0,1-2 0,-1 1 0,1-1 0,-1 0 0,-13-2 1,20 0-23,0 0 1,0 0 0,0 0 0,0 0 0,1 0 0,-1 0 0,0 0 0,1-1-1,0 1 1,0-1 0,-1 1 0,1-1 0,1 1 0,-1-1 0,0 0 0,1 1 0,-1-1-1,1 0 1,0 1 0,0-1 0,0-4 0,0-1-5,0 0 0,0-1 0,1 1 0,0 0 0,0-1 0,3-7 0,-1 10 27,1 0 1,-1 0-1,1 1 0,0-1 0,0 1 1,1 0-1,-1 0 0,1 0 0,0 1 1,0 0-1,1 0 0,-1 0 1,1 0-1,0 1 0,0 0 0,0 0 1,1 1-1,-1 0 0,1 0 0,-1 0 1,1 1-1,-1 0 0,1 0 1,0 1-1,0 0 0,-1 0 0,1 0 1,0 1-1,-1 0 0,9 2 1,-11-1 13,0 0 1,-1-1 0,1 1 0,-1 1 0,0-1 0,0 0 0,0 1 0,0 0-1,0-1 1,0 1 0,0 0 0,-1 1 0,0-1 0,0 0 0,0 1 0,0-1-1,0 1 1,-1 0 0,1-1 0,-1 1 0,0 0 0,0 0 0,0 5 0,2 12 234,-1 0 1,-1 0 0,-2 25 0,1-23-61,0 1-157,-1 1 1,-2-1-1,0 0 0,-1 0 1,-2-1-1,0 1 1,-1-1-1,-2-1 0,-18 38 1,16-47-14,-1 0 0,0-1-1,-1-1 1,0 1 0,-1-2 0,0 0 0,0-1 0,-1 0 0,-1-1 0,-21 8 0,10-3-32,1 0 1,-31 23-1,56-36-14,0 1 0,1-1 0,-1 1 0,0-1 0,0 1 0,1-1 0,-1 0 0,0 0 0,0 1 0,0-1 0,1 0 0,-1 0 0,0 0 0,0 0 0,0 0 0,0 0 0,1 0 0,-1 0 0,0 0 0,0 0 0,0 0 0,0-1 0,1 1 0,-1 0 0,0-1-1,0 1 1,1 0 0,-1-1 0,0 1 0,1-1 0,-1 1 0,0-1 0,1 0 0,-1 1 0,1-1 0,-1 1 0,1-1 0,-1 0 0,1 0 0,-1 1 0,1-1 0,0 0 0,-1 0 0,1 1 0,0-1 0,0 0 0,-1 0 0,1-1 0,-11-49 22,10 44-22,-2-11-9,1-1 0,0-36 0,3 54 6,-1-1 1,1 1 0,0-1 0,-1 1 0,1 0-1,0-1 1,0 1 0,0 0 0,0 0-1,0 0 1,1 0 0,-1 0 0,0 0 0,0 0-1,1 0 1,-1 0 0,0 0 0,1 1-1,-1-1 1,1 0 0,-1 1 0,1 0 0,-1-1-1,1 1 1,0 0 0,-1 0 0,1 0-1,-1 0 1,3 0 0,54 0 1,-51 0-1,20 4 3,0 1 0,-1 1 0,1 1 1,-1 1-1,-1 1 0,43 22 0,-29-13 2,61 19 0,-92-34-364,-1-2 0,0 1-1,0-1 1,1 0-1,-1 0 1,11-1 0,-16-1 110,0 1 1,0 0 0,0-1 0,0 1-1,0-1 1,0 1 0,0-1-1,0 0 1,0 0 0,0 0 0,0 0-1,-1 0 1,1 0 0,0 0-1,-1-1 1,1 1 0,-1-1 0,1 1-1,-1-1 1,0 1 0,0-1-1,0 0 1,0 0 0,0 0 0,0 0-1,1-3 1,6-26-10680</inkml:trace>
</inkml:ink>
</file>

<file path=ppt/ink/ink3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4:07.454"/>
    </inkml:context>
    <inkml:brush xml:id="br0">
      <inkml:brushProperty name="width" value="0.025" units="cm"/>
      <inkml:brushProperty name="height" value="0.025" units="cm"/>
    </inkml:brush>
  </inkml:definitions>
  <inkml:trace contextRef="#ctx0" brushRef="#br0">0 168 2498,'4'-1'590,"-1"0"0,1 1-1,-1-1 1,0-1 0,0 1-1,1 0 1,-1-1 0,0 0-1,0 1 1,0-1 0,-1 0 0,1-1-1,0 1 1,-1 0 0,1-1-1,-1 0 1,0 1 0,0-1-1,0 0 1,0 0 0,2-6-1,-3 7-448,-1 0-1,1 0 0,-1 0 0,1 0 0,-1 0 0,0 0 1,0 0-1,0 0 0,0 0 0,0 0 0,0-1 0,-1 1 1,1 0-1,-1-2 0,0 2-141,0 1 1,1-1-1,-1 1 0,1-1 0,0 1 1,0-1-1,-1 1 0,1-1 1,0 0-1,0 1 0,0-1 0,1 1 1,-1-1-1,0 1 0,1-1 1,-1 1-1,0-1 0,1 1 0,0-1 1,-1 1-1,1-1 0,0 1 1,1-2-1,31-21-3349,-15 13-1050,-1-1-58</inkml:trace>
</inkml:ink>
</file>

<file path=ppt/ink/ink3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4:08.481"/>
    </inkml:context>
    <inkml:brush xml:id="br0">
      <inkml:brushProperty name="width" value="0.025" units="cm"/>
      <inkml:brushProperty name="height" value="0.025" units="cm"/>
    </inkml:brush>
  </inkml:definitions>
  <inkml:trace contextRef="#ctx0" brushRef="#br0">1508 421 6598,'0'0'4880,"-3"-9"-3994,-2-6-447,-2 1 0,0 1 1,0-1-1,-2 1 0,0 0 1,0 1-1,-1 0 0,0 0 1,-12-10-1,-19-15 205,-1 1 0,-81-53-1,96 74-484,0 1 0,0 1 0,-1 1 0,-1 1-1,0 2 1,-49-10 0,38 13-19,-1 0-1,1 3 1,-1 2 0,-77 7-1,87-2-98,1 2-1,0 1 0,0 1 0,0 2 0,1 1 0,1 1 1,-29 17-1,15-5-17,2 1 0,1 2 0,1 2 0,1 1 0,-47 50 0,70-64 0,0 0-1,2 1 1,-1 0-1,2 1 0,1 0 1,0 1-1,1 0 1,1 0-1,1 1 1,1 0-1,0 1 0,2-1 1,0 1-1,-1 36 1,6-26 93,1 0-1,1 0 1,2 0 0,1 0 0,2-1 0,0 0-1,16 34 1,-15-42-33,2 0-1,0-1 1,1 0-1,1 0 1,1-1-1,1-1 0,0-1 1,2 0-1,34 29 1,-27-31 96,1-1 0,0-1 0,1-1-1,1-2 1,-1 0 0,51 12 0,-1-7-55,100 10 0,-125-21-39,1-2 1,-1-3-1,1-2 1,-1-2-1,100-21 1,-116 16-7,0-1 1,-1-2-1,0-2 1,-1-1-1,0-1 1,-2-2-1,0-1 1,-1-1-1,36-32 1,-54 40-70,1-1 0,-2-1 0,0 0 0,-1-1 0,0 0 0,-1 0 0,-1-1 0,0 0 0,-1 0 0,-1-1 0,-1 0 0,0 0 0,-1 0 0,-1-1 0,0 1 0,-2-1 0,0-33 0,-2 25-5,-1 0 1,-2 1-1,0-1 1,-2 1-1,-1 0 0,0 0 1,-2 1-1,-1 0 1,-1 1-1,-1 0 1,-25-36-1,10 24-220,-2 1 0,-1 1 0,-2 2 0,-1 1 0,-1 1 0,-75-46 0,75 50-3412,17 5-2019,1-13-8586</inkml:trace>
</inkml:ink>
</file>

<file path=ppt/ink/ink3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4:13.265"/>
    </inkml:context>
    <inkml:brush xml:id="br0">
      <inkml:brushProperty name="width" value="0.025" units="cm"/>
      <inkml:brushProperty name="height" value="0.025" units="cm"/>
    </inkml:brush>
  </inkml:definitions>
  <inkml:trace contextRef="#ctx0" brushRef="#br0">1 153 4805,'0'0'2514,"9"-1"-2002,326-67 3605,-208 37-2967,172-18 0,-214 46-1134,-85 3-71,0 0 0,0 0 1,0 0-1,-1 0 0,1 0 0,0 1 0,0-1 0,0 0 1,0 0-1,0 0 0,-1 0 0,1 0 0,0 0 0,0 1 1,0-1-1,0 0 0,0 0 0,0 0 0,-1 0 0,1 1 1,0-1-1,0 0 0,0 0 0,0 0 0,0 0 0,0 1 1,0-1-1,0 0 0,0 0 0,0 0 0,0 1 0,0-1 1,0 0-1,0 0 0,0 0 0,0 1 0,0-1 0,0 0 1,0 0-1,0 0 0,0 1 0,1-1 0,-1 0 0,0 0 0,0 0 1,0 0-1,0 1 0,0-1 0,0 0 0,1 0 0,-1 0 1,0 0-1,0 0 0,0 0 0,0 0 0,1 1 0,-1-1 1,0 0-1,0 0 0,0 0 0,1 0 0,-19 10-3234,-16-5-3357</inkml:trace>
</inkml:ink>
</file>

<file path=ppt/ink/ink3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4:13.514"/>
    </inkml:context>
    <inkml:brush xml:id="br0">
      <inkml:brushProperty name="width" value="0.025" units="cm"/>
      <inkml:brushProperty name="height" value="0.025" units="cm"/>
    </inkml:brush>
  </inkml:definitions>
  <inkml:trace contextRef="#ctx0" brushRef="#br0">1 101 10634,'0'0'192,"44"6"385,1-6 960,14-8-736,12-4-32,11-3 160,5-3-257,1-1-127,-6 5-257,-9 2-192,-10 4-64,-15 8-32,-11 0 0,-8 0-32,-11 1-897,-9-1-2498</inkml:trace>
</inkml:ink>
</file>

<file path=ppt/ink/ink3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4:14.045"/>
    </inkml:context>
    <inkml:brush xml:id="br0">
      <inkml:brushProperty name="width" value="0.025" units="cm"/>
      <inkml:brushProperty name="height" value="0.025" units="cm"/>
    </inkml:brush>
  </inkml:definitions>
  <inkml:trace contextRef="#ctx0" brushRef="#br0">0 67 9865,'0'0'96,"50"-33"289,-18 20 1248,8 1-383,3 6-738,3 3-128,-4 3-191,-3 0-161,-5 3 0,-6 7-32,-7 3-32,-7 1-161,-8-1-1985,-6-5-1697</inkml:trace>
</inkml:ink>
</file>

<file path=ppt/ink/ink3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4:14.201"/>
    </inkml:context>
    <inkml:brush xml:id="br0">
      <inkml:brushProperty name="width" value="0.025" units="cm"/>
      <inkml:brushProperty name="height" value="0.025" units="cm"/>
    </inkml:brush>
  </inkml:definitions>
  <inkml:trace contextRef="#ctx0" brushRef="#br0">0 107 9833,'0'0'96,"57"0"-96,-11-1 96,11-6 65,5-2-129,5 0-32,1-3 32,-2-5-64,1-5-2050,-8-8-6054</inkml:trace>
</inkml:ink>
</file>

<file path=ppt/ink/ink3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4:14.557"/>
    </inkml:context>
    <inkml:brush xml:id="br0">
      <inkml:brushProperty name="width" value="0.025" units="cm"/>
      <inkml:brushProperty name="height" value="0.025" units="cm"/>
    </inkml:brush>
  </inkml:definitions>
  <inkml:trace contextRef="#ctx0" brushRef="#br0">106 31 13549,'-7'4'197,"1"0"-16,-1 0-1,1 1 0,0-1 0,1 1 1,-1 0-1,1 1 0,0-1 0,0 1 1,0 0-1,1 1 0,0-1 0,1 1 1,-1 0-1,1-1 0,0 1 0,-2 12 1,0 1 93,1 0 1,1 1-1,-1 39 1,4-50-228,0 1 0,1-1 0,0 0 0,0 0 0,1 1 1,1-1-1,0 0 0,0-1 0,8 17 0,-9-23-41,0 0-1,0 0 1,0 1 0,1-2-1,-1 1 1,1 0-1,0 0 1,0-1 0,0 0-1,0 1 1,0-1-1,0 0 1,0-1 0,1 1-1,-1-1 1,1 1 0,0-1-1,-1 0 1,1 0-1,0 0 1,-1-1 0,1 0-1,0 1 1,0-1 0,0 0-1,-1-1 1,1 1-1,0-1 1,0 0 0,-1 0-1,6-2 1,-2 1 2,-1-1 0,0 0 0,0 0 0,-1 0 0,1-1 0,-1 0 1,1 0-1,-1 0 0,0-1 0,-1 0 0,1 0 0,-1 0 0,0 0 0,0-1 0,-1 1 0,1-1 1,2-7-1,-3 2-7,0 0 0,-1-1 0,0 1-1,-1-1 1,0 1 0,-1-1 0,0 1 0,-1-1 0,0 1 0,-1-1 0,-1 1 0,1 0 0,-2-1 0,1 2 0,-1-1 0,-1 0 0,0 1 0,-1 0 0,0 0 0,0 0-1,-1 1 1,0 0 0,-1 0 0,0 1 0,0 0 0,-1 0 0,0 1 0,-1 0 0,1 1 0,-1 0 0,0 0 0,-1 1 0,-20-7 0,-4 9-1,34 3-47,0 0-1,1 0 0,-1 1 1,0-1-1,1 0 1,-1 0-1,0 1 1,1-1-1,-1 1 1,0-1-1,1 1 0,-1-1 1,1 1-1,-1-1 1,1 1-1,-1-1 1,1 1-1,0 0 1,-1-1-1,1 1 0,0 0 1,-1-1-1,1 1 1,0 0-1,0-1 1,0 1-1,-1 0 1,1-1-1,0 1 0,0 0 1,0 0-1,0-1 1,0 1-1,1 0 1,-1 0-1,0-1 0,0 1 1,0 0-1,1-1 1,-1 1-1,0 0 1,1 0-1,11 17-2824,13-2-2141</inkml:trace>
</inkml:ink>
</file>

<file path=ppt/ink/ink3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4:14.745"/>
    </inkml:context>
    <inkml:brush xml:id="br0">
      <inkml:brushProperty name="width" value="0.025" units="cm"/>
      <inkml:brushProperty name="height" value="0.025" units="cm"/>
    </inkml:brush>
  </inkml:definitions>
  <inkml:trace contextRef="#ctx0" brushRef="#br0">7 9 14926,'0'0'3171,"-7"-8"-4036,12 10-1921,3-2-3909</inkml:trace>
</inkml:ink>
</file>

<file path=ppt/ink/ink3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4:15.087"/>
    </inkml:context>
    <inkml:brush xml:id="br0">
      <inkml:brushProperty name="width" value="0.025" units="cm"/>
      <inkml:brushProperty name="height" value="0.025" units="cm"/>
    </inkml:brush>
  </inkml:definitions>
  <inkml:trace contextRef="#ctx0" brushRef="#br0">60 29 16015,'0'0'892,"-7"10"-535,0 0-184,1-1 0,0 1-1,1 0 1,0 1-1,0-1 1,1 1 0,1 0-1,0 0 1,0 0-1,1 0 1,-1 16 0,3-18-101,0 0 0,0 0 0,1 0 0,0-1 0,1 1 0,0 0 0,0-1 0,1 1 0,7 14 0,-8-19-67,1-1-1,-1 1 0,1-1 0,-1 0 0,1 0 0,0 0 1,0 0-1,1 0 0,-1-1 0,1 1 0,-1-1 0,1 0 1,0 0-1,0 0 0,0-1 0,0 1 0,0-1 1,0 0-1,0 0 0,0 0 0,0-1 0,8 1 0,-5-1 3,0-1 0,0 1 0,0-1 0,0-1 0,0 1 0,-1-1 0,1 0 0,0-1 0,-1 1 0,1-1 0,-1-1 0,0 1 0,0-1 1,0 0-1,-1-1 0,1 1 0,-1-1 0,0 0 0,0 0 0,-1-1 0,1 1 0,-1-1 0,-1 0 0,1 0 0,-1-1 0,0 1 0,0-1 0,-1 1 0,0-1 0,0 0 0,0 0 0,0-10 0,-1 10-9,0 1 0,0-1 0,-1 1 0,0-1 1,0 1-1,-1-1 0,1 1 0,-1 0 0,-1-1 0,1 1 1,-1 0-1,0 0 0,-1 0 0,1 0 0,-1 0 0,0 0 1,-1 1-1,0-1 0,1 1 0,-2 0 0,1 0 0,0 0 1,-1 1-1,0 0 0,0 0 0,0 0 0,-1 0 0,1 1 1,-1 0-1,0 0 0,0 0 0,0 1 0,0 0 1,-1 0-1,-9-1 0,-40-1-698,54 4 497,0 0 0,1 0 0,-1 0-1,0 0 1,0 0 0,0 1 0,0-1 0,1 1 0,-1-1 0,0 1 0,0 0 0,1-1 0,-1 1 0,0 0 0,1 0 0,-1 0 0,1 0 0,-1 1 0,1-1 0,0 0 0,-1 1 0,1-1 0,0 0 0,0 1 0,0 0 0,-1 2 0,2 5-3155,5-3-245</inkml:trace>
</inkml:ink>
</file>

<file path=ppt/ink/ink3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4:15.463"/>
    </inkml:context>
    <inkml:brush xml:id="br0">
      <inkml:brushProperty name="width" value="0.025" units="cm"/>
      <inkml:brushProperty name="height" value="0.025" units="cm"/>
    </inkml:brush>
  </inkml:definitions>
  <inkml:trace contextRef="#ctx0" brushRef="#br0">223 1 14734,'0'0'1922,"-8"3"-1623,3-1-242,0 0 0,1 0 1,-1 1-1,1 0 0,0-1 0,0 2 1,0-1-1,0 0 0,0 1 1,1 0-1,-1-1 0,1 1 0,0 1 1,0-1-1,1 0 0,-1 1 1,1-1-1,0 1 0,0 0 0,1 0 1,-1 0-1,1 0 0,0 0 1,0 0-1,1 9 0,-1-6-49,2 0 0,-1 1 0,1-1 0,0 0 0,1 1 0,0-1 0,0 0 0,1 0 0,6 13 0,2-1 21,1-1-1,18 22 1,18 28 3,-47-67-42,1 1 0,-1-1 0,1 0 0,-1 1 0,0-1 0,0 1 0,0-1 0,0 1 0,0-1 0,-1 1 0,1 0 1,-1-1-1,0 1 0,0 0 0,0-1 0,0 1 0,0 0 0,0 0 0,-1-1 0,1 1 0,-1 0 0,0-1 0,-2 5 0,1-4-27,0-1 0,-1 1-1,1-1 1,-1 1-1,0-1 1,0 0 0,0 0-1,0 0 1,0-1-1,0 1 1,-1-1-1,1 1 1,-1-1 0,1 0-1,-5 0 1,-12 3-227,0-2 1,1-1-1,-1 0 1,0-2-1,-25-3 0,39 4-360,1-1 1,-1-1-1,1 1 0,-1-1 0,1 0 0,0 0 0,-8-5 0,-6-8-2889</inkml:trace>
</inkml:ink>
</file>

<file path=ppt/ink/ink3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4:15.650"/>
    </inkml:context>
    <inkml:brush xml:id="br0">
      <inkml:brushProperty name="width" value="0.025" units="cm"/>
      <inkml:brushProperty name="height" value="0.025" units="cm"/>
    </inkml:brush>
  </inkml:definitions>
  <inkml:trace contextRef="#ctx0" brushRef="#br0">1 156 11627,'0'0'3491,"56"-59"-1377,-24 42-672,7 0-97,7 2-416,8 1-321,3 4-351,2 3-161,-3 3-96,-3 4 0,-13 0-64,-16 0-1666,-17-13-4324</inkml:trace>
</inkml:ink>
</file>

<file path=ppt/ink/ink3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41.568"/>
    </inkml:context>
    <inkml:brush xml:id="br0">
      <inkml:brushProperty name="width" value="0.025" units="cm"/>
      <inkml:brushProperty name="height" value="0.025" units="cm"/>
    </inkml:brush>
  </inkml:definitions>
  <inkml:trace contextRef="#ctx0" brushRef="#br0">0 72 5221,'0'0'4169,"4"-3"-3640,4-5-328,2 1 0,-1 0 0,1 1 1,0 0-1,0 1 0,1 0 0,-1 0 1,1 1-1,1 0 0,-1 1 0,0 1 0,1 0 1,-1 0-1,13 0 0,-14 1-159,0 1 0,0 0 0,0 1 0,0 0 0,0 0 0,0 1 0,0 0 0,0 1 0,-1 0 0,1 1 0,-1 0 0,0 0-1,0 1 1,0 0 0,-1 1 0,15 11 0,-6 4 107,0 1 0,-1 1 0,-2 0 0,0 1 0,-1 0 0,-2 1 0,12 37 0,34 65 63,-49-112-178,0-1-1,1-1 1,1 1-1,0-1 1,1-1 0,16 15-1,-20-21-47,0-1 0,1 0 0,-1 0 0,1-1 0,0 0 0,1 0 0,-1-1 0,1 0 0,-1-1 0,11 3 0,-11-4-554,1 0-1,-1 0 1,1-1 0,0 0 0,-1-1-1,12-1 1,9-8-4856</inkml:trace>
</inkml:ink>
</file>

<file path=ppt/ink/ink3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42.006"/>
    </inkml:context>
    <inkml:brush xml:id="br0">
      <inkml:brushProperty name="width" value="0.025" units="cm"/>
      <inkml:brushProperty name="height" value="0.025" units="cm"/>
    </inkml:brush>
  </inkml:definitions>
  <inkml:trace contextRef="#ctx0" brushRef="#br0">367 0 10442,'0'0'2893,"-5"9"-2503,-67 148 2245,-27 53-1795,96-205-921,-20 37 100,-2-1 1,-35 43 0,48-70-1402,0 0-1,-23 18 1,15-18-3193</inkml:trace>
</inkml:ink>
</file>

<file path=ppt/ink/ink3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42.362"/>
    </inkml:context>
    <inkml:brush xml:id="br0">
      <inkml:brushProperty name="width" value="0.025" units="cm"/>
      <inkml:brushProperty name="height" value="0.025" units="cm"/>
    </inkml:brush>
  </inkml:definitions>
  <inkml:trace contextRef="#ctx0" brushRef="#br0">38 1 12940,'0'0'4709,"-5"64"-3780,0-32-289,-1 6-159,-1 6-385,1 2 32,1-2-96,2 0 0,3-6 64,0-7-64,0-7-64,0-6-1570,3-13-1857</inkml:trace>
</inkml:ink>
</file>

<file path=ppt/ink/ink3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2:42.875"/>
    </inkml:context>
    <inkml:brush xml:id="br0">
      <inkml:brushProperty name="width" value="0.025" units="cm"/>
      <inkml:brushProperty name="height" value="0.025" units="cm"/>
    </inkml:brush>
  </inkml:definitions>
  <inkml:trace contextRef="#ctx0" brushRef="#br0">1 130 10154,'0'0'448,"2"-9"940,-1 6-1335,1-8 477,2 0 0,-1 0 0,2 0 0,8-17 0,-11 24-454,0 1 0,0 0-1,0 0 1,1 0 0,-1 0-1,1 1 1,0-1-1,0 1 1,0 0 0,0-1-1,0 1 1,0 0-1,0 1 1,1-1 0,-1 1-1,1-1 1,-1 1-1,1 0 1,-1 0 0,1 1-1,6-1 1,-6 0-72,-1 1 0,0 0 0,0 0 0,1 0 0,-1 1 0,0-1 1,0 1-1,1 0 0,-1 0 0,0 0 0,0 0 0,0 0 0,0 1 0,0-1 0,0 1 0,-1 0 1,6 4-1,-6-3-2,1 1-1,-1-1 1,0 1 0,0-1 0,0 1 0,-1 0 0,1 0-1,-1-1 1,0 1 0,0 0 0,-1 0 0,1 0 0,-1 1-1,0 5 1,0-3 5,0 0-1,0 0 0,-1 0 0,0-1 1,-1 1-1,1 0 0,-1-1 0,-1 1 1,1-1-1,-1 0 0,0 1 0,-1-1 1,-4 6-1,-2 1 21,-1 0 1,0-1-1,-1 0 0,-17 11 0,29-22-25,0-1 0,0 0 0,0 0 0,0 1 0,0-1 0,0 0-1,0 0 1,1 0 0,-1 1 0,0-1 0,0 0 0,0 0-1,0 0 1,0 1 0,0-1 0,0 0 0,0 0 0,1 0-1,-1 0 1,0 1 0,0-1 0,0 0 0,0 0 0,1 0 0,-1 0-1,0 0 1,0 1 0,0-1 0,1 0 0,-1 0 0,0 0-1,0 0 1,1 0 0,-1 0 0,0 0 0,0 0 0,0 0 0,1 0-1,-1 0 1,0 0 0,0 0 0,1 0 0,-1 0 0,0 0-1,0 0 1,0 0 0,1 0 0,-1-1 0,0 1 0,0 0 0,18 1 80,248-19 473,-117 5-443,-60 5-503,-33-2-3185,-4-6-8253</inkml:trace>
</inkml:ink>
</file>

<file path=ppt/ink/ink3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3:07.138"/>
    </inkml:context>
    <inkml:brush xml:id="br0">
      <inkml:brushProperty name="width" value="0.025" units="cm"/>
      <inkml:brushProperty name="height" value="0.025" units="cm"/>
    </inkml:brush>
  </inkml:definitions>
  <inkml:trace contextRef="#ctx0" brushRef="#br0">0 44 3267,'2'1'7180,"4"-1"-3955,16 0-3218,-17 0 1085,55-3 267,92-16-1,-92 9-1248,95-2-1,-154 12-674,-9 1-4646,-6 0 551</inkml:trace>
</inkml:ink>
</file>

<file path=ppt/ink/ink3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3:07.634"/>
    </inkml:context>
    <inkml:brush xml:id="br0">
      <inkml:brushProperty name="width" value="0.025" units="cm"/>
      <inkml:brushProperty name="height" value="0.025" units="cm"/>
    </inkml:brush>
  </inkml:definitions>
  <inkml:trace contextRef="#ctx0" brushRef="#br0">54 41 2498,'0'0'6785,"-8"4"-5471,-2 1-772,6-4-197,1 0 1,-1 1-1,1 0 1,-1 0-1,1 0 1,0 0-1,0 1 1,-5 4-1,9-6-174,0 0 0,1 0 1,-1-1-1,1 1 0,-1 0 0,1-1 0,-1 0 0,1 1 0,0-1 0,-1 0 1,1 0-1,-1 0 0,1 0 0,-1 0 0,1 0 0,3-1 0,-3 1 38,52-3 560,0-2 1,86-21 0,-1 0-10,-129 20-975,-10 6 202,1-1 0,-1 1 0,0-1 0,0 1 1,1 0-1,-1-1 0,0 1 0,1 0 0,-1-1 1,1 1-1,-1 0 0,0-1 0,1 1 0,-1 0 0,1 0 1,-1 0-1,1-1 0,-1 1 0,1 0 0,-1 0 1,1 0-1,-1 0 0,1 0 0,-1 0 0,1 0 1,-1 0-1,1 0 0,0 0 0,11 1-1334,16-3-7908,-18-2 2347</inkml:trace>
</inkml:ink>
</file>

<file path=ppt/ink/ink3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4:33.275"/>
    </inkml:context>
    <inkml:brush xml:id="br0">
      <inkml:brushProperty name="width" value="0.025" units="cm"/>
      <inkml:brushProperty name="height" value="0.025" units="cm"/>
    </inkml:brush>
  </inkml:definitions>
  <inkml:trace contextRef="#ctx0" brushRef="#br0">208 9 3940,'0'0'3133,"0"-9"-2289,2 11-835,0 0 1,0 0-1,0 0 0,-1 1 1,1-1-1,-1 0 0,1 1 1,-1-1-1,0 1 0,0 0 1,0-1-1,0 1 0,-1 0 1,1-1-1,-1 1 0,1 4 1,3 47-14,-4-47-5,-1 0 0,1 0 1,-1 0-1,0-1 0,-1 1 0,-3 11 1,4-17 72,1 0 1,-1 1-1,1-1 1,-1 0-1,0 1 1,1-1-1,-1 0 1,0 0-1,0 0 1,0 0-1,0 0 1,0 0-1,0 0 1,0 0-1,0 0 1,-1 0-1,1 0 1,0-1-1,0 1 1,-1 0 0,1-1-1,-1 0 1,1 1-1,0-1 1,-1 0-1,1 1 1,-1-1-1,1 0 1,-1 0-1,1 0 1,0 0-1,-1 0 1,1-1-1,-1 1 1,1 0-1,-1-1 1,1 1-1,0-1 1,-3-1-1,2 1 18,0-1 0,0 0 0,1 0 0,-1 0 0,0-1-1,1 1 1,0 0 0,-1-1 0,1 1 0,0-1 0,0 1 0,1-1-1,-1 1 1,0-1 0,1 1 0,0-1 0,-1 0 0,1-4-1,0 0 9,-1 0 0,1 1 0,0-1-1,1 0 1,0 1 0,2-11 0,-1 14-70,0-1 0,0 1 1,1 0-1,-1 0 0,1 0 0,-1 0 1,1 1-1,0-1 0,0 0 1,1 1-1,-1 0 0,0 0 0,1 0 1,-1 0-1,1 1 0,0-1 1,-1 1-1,8-1 0,-9 1 4,1 0 0,-1 1 0,0-1 0,1 1 0,-1-1 0,0 1 0,1 0 0,-1 0 0,0 0 0,1 1 0,-1-1 0,0 0 0,1 1 0,-1-1 0,0 1 0,0 0 0,1 0 0,-1 0 0,0 0 0,0 0 0,0 1 0,0-1 0,0 0 0,-1 1 0,1-1 0,0 1 0,-1 0 0,1 0 0,-1 0 0,1 0 0,1 3 0,0 7 32,1 1 0,-2 0 0,1 1 0,-2-1 0,0 0 0,-1 0 0,0 1 0,0-1 0,-2 0 0,0 0 0,0 0-1,-1 0 1,-1 0 0,0 0 0,-6 12 0,-7 12 138,0 0 0,-3-1 0,-39 53 0,57-85-194,-61 75 32,59-75-30,0 1 1,-1-1 0,0 1-1,0-1 1,0-1 0,0 1-1,-1-1 1,1 0 0,-1 0-1,0 0 1,0-1 0,0 0-1,-7 2 1,12-4-2,1 0 0,-1 0 0,1 0 0,-1 0 0,0 0 0,1 0 0,-1 0 0,1 0 0,-1 0 0,1-1 0,-1 1 0,0 0 0,1 0 0,-1 0 0,1-1 0,-1 1 0,1 0 0,-1-1 0,1 1 0,-1 0 0,1-1 0,-1 1 0,1-1 0,0 1 0,-1-1 0,1 1 0,-1 0 0,1-1 0,0 0 0,0 1 0,-1-1 0,1 1 0,0-2 0,0-25 63,1 21-53,0 0 0,1 1 0,0-1 0,0 0 0,1 1 1,-1-1-1,4-4 0,-5 8-6,0 0 1,1 1-1,-1 0 1,0-1-1,0 1 1,1 0-1,-1-1 0,0 1 1,1 0-1,-1 0 1,1 0-1,0 1 1,-1-1-1,1 0 1,0 0-1,-1 1 0,1-1 1,0 1-1,0 0 1,-1-1-1,1 1 1,0 0-1,0 0 0,0 0 1,0 0-1,-1 0 1,1 1-1,0-1 1,0 1-1,-1-1 0,1 1 1,0-1-1,0 1 1,-1 0-1,1 0 1,-1 0-1,1 0 0,-1 0 1,1 0-1,-1 0 1,0 1-1,1-1 1,-1 0-1,0 1 1,2 2-1,6 8 83,-1 1-1,0 1 1,-1-1-1,8 22 1,-8-20-13,-3-6 7,0 0-1,0-1 0,1 0 0,0 1 1,0-1-1,1-1 0,0 1 0,10 8 0,-12-13-59,0-1 0,0 1-1,0-1 1,1 0 0,0 0-1,-1 0 1,1 0 0,0-1-1,0 0 1,-1 0 0,1 0-1,0 0 1,0-1 0,0 0-1,0 0 1,0 0 0,10-3-1,-2 1 10,0-2 0,0 0 0,0 0-1,0-1 1,-1-1 0,0 0-1,12-8 1,5-5-1715,41-36-1,-31 19-3482</inkml:trace>
</inkml:ink>
</file>

<file path=ppt/ink/ink3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4:34.260"/>
    </inkml:context>
    <inkml:brush xml:id="br0">
      <inkml:brushProperty name="width" value="0.025" units="cm"/>
      <inkml:brushProperty name="height" value="0.025" units="cm"/>
    </inkml:brush>
  </inkml:definitions>
  <inkml:trace contextRef="#ctx0" brushRef="#br0">255 250 5765,'0'0'294,"-2"-7"0,-1-2-539,1 4 483,0 1-1,0-1 1,1 0 0,0 0 0,0 0 0,0 0 0,1-8 0,0 10-131,0 1 1,1 0 0,0-1-1,0 1 1,-1-1-1,1 1 1,1 0 0,-1 0-1,0 0 1,0 0-1,1 0 1,0 0 0,-1 0-1,1 0 1,0 0-1,0 1 1,0-1-1,0 1 1,0-1 0,0 1-1,2-2 1,-1 2-38,-1-1 0,0 1-1,0-1 1,1 1 0,-1 0 0,0 0 0,1 0 0,0 0 0,-1 0 0,1 0-1,-1 1 1,1 0 0,0-1 0,-1 1 0,1 0 0,0 0 0,0 0 0,-1 1 0,1-1-1,-1 1 1,5 0 0,-6 1-21,1 0 1,0-1-1,0 1 0,-1 0 0,1 0 0,-1 0 1,1 0-1,-1 1 0,0-1 0,0 0 0,0 0 1,0 1-1,0-1 0,-1 1 0,1-1 1,-1 1-1,1-1 0,-1 1 0,0-1 0,0 1 1,0-1-1,-1 3 0,1 4 49,-1-1-1,0 0 1,-1 0-1,1 0 1,-2 0 0,1-1-1,-1 1 1,0 0 0,-1-1-1,-6 11 1,9-16-86,-1 1 1,0 0 0,0-1 0,0 1-1,0-1 1,0 0 0,0 0 0,0 0-1,-1 0 1,1 0 0,-1 0-1,0 0 1,1-1 0,-1 0 0,0 1-1,0-1 1,0 0 0,0 0-1,0-1 1,0 1 0,0 0 0,0-1-1,-1 0 1,1 0 0,0 0-1,0 0 1,0-1 0,0 1 0,0-1-1,-6-1 1,7 0-2,-1 0 1,1 0-1,-1 0 0,1 0 1,0 0-1,0-1 0,0 1 1,0-1-1,0 1 0,0-1 1,1 0-1,0 0 1,-1 1-1,1-1 0,0 0 1,0 0-1,0-1 0,1 1 1,-1 0-1,1 0 0,0 0 1,0-6-1,-1-8-2,1-1 0,3-28 0,-1 32-6,1 1 1,1 0-1,0 0 0,0 0 0,13-23 0,-15 32 3,0 0 0,0-1-1,0 1 1,1 0 0,0 1-1,0-1 1,0 0 0,0 1 0,0-1-1,1 1 1,-1 0 0,1 1-1,0-1 1,0 0 0,0 1 0,0 0-1,1 0 1,-1 0 0,0 1-1,7-2 1,-9 3 14,1 0 1,-1 1-1,1-1 1,-1 1-1,0 0 0,1 0 1,-1 0-1,0 0 0,1 0 1,-1 0-1,0 1 0,0-1 1,0 1-1,0-1 1,0 1-1,0 0 0,-1 0 1,1 0-1,-1 0 0,1 0 1,-1 0-1,1 0 0,-1 0 1,0 1-1,0-1 0,0 0 1,0 4-1,5 9 329,-1 1 0,5 30 0,-9-42-258,2 17 39,0 0 0,-1 0 0,-1 0 0,-1 0-1,-1 0 1,-1 0 0,0 0 0,-2-1 0,0 1-1,-2-1 1,0 0 0,-1 0 0,-1 0 0,-1-1 0,-1-1-1,0 1 1,-1-2 0,-23 28 0,10-13-107,-2-1 0,0-1 0,-2-1 0,-1-2 0,-61 44 1,88-69-19,-1-1 0,1 1 0,0-1 0,0 0 1,0 0-1,-1 0 0,1 0 0,0 0 0,-1 0 1,1-1-1,-1 1 0,1-1 0,-1 0 1,1 1-1,-1-1 0,1-1 0,-4 1 0,5-1 0,0 1 0,0-1 0,0 0 0,0 1 0,1-1-1,-1 0 1,0 0 0,0 0 0,1 1 0,-1-1 0,0 0-1,1 0 1,-1 0 0,1 0 0,-1 0 0,1 0 0,0 0-1,-1 0 1,1-1 0,0 1 0,0 0 0,0 0 0,0 0-1,0 0 1,0 0 0,0-2 0,1-5 5,0 0 0,0-1 0,1 1 0,0 0 0,1 0 0,0 0 0,0 0 0,7-12 1,-4 10-10,0 1 0,0 0 0,0 1 1,1 0-1,1 0 0,-1 0 0,1 1 1,1 0-1,11-8 0,-15 12 2,-1 1 1,1 0-1,-1 0 1,1 0-1,0 1 0,0 0 1,0 0-1,0 0 1,0 0-1,0 1 0,0-1 1,0 1-1,0 1 1,0-1-1,0 1 0,0 0 1,0 0-1,0 0 1,-1 1-1,1-1 0,0 1 1,5 4-1,65 35 569,-41-21-413,1-2-1,41 16 1,-62-29-172,-1-1 0,1 0 0,0-1 0,0-1 0,0 0 0,0-1 0,0-1 0,1 0 0,23-4 0,-30 3-471,0-1 0,-1-1-1,1 1 1,-1-1 0,0 0-1,0-1 1,0 0 0,0 0-1,-1 0 1,10-9 0,23-25-7273</inkml:trace>
</inkml:ink>
</file>

<file path=ppt/ink/ink3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30.476"/>
    </inkml:context>
    <inkml:brush xml:id="br0">
      <inkml:brushProperty name="width" value="0.025" units="cm"/>
      <inkml:brushProperty name="height" value="0.025" units="cm"/>
    </inkml:brush>
  </inkml:definitions>
  <inkml:trace contextRef="#ctx0" brushRef="#br0">83 31 0,'0'0'1281,"-7"-4"-1254,-22-16-16,28 19-22,0 1 0,0-1 0,0 0 0,-1 1 0,1-1 0,0 1 0,0-1 0,0 1 0,0 0 0,-1-1 0,1 1 0,0 0 0,0 0 0,-1 0 0,1 0 0,0 0 0,0 0 0,0 0 0,-1 0 0,1 1 0,0-1 0,0 0 0,0 1 0,-1-1 0,1 1 0,0-1 0,0 1 0,0 0 0,0-1 0,0 1 0,0 0 0,0 0 0,-1 1 0,-5 5-934</inkml:trace>
</inkml:ink>
</file>

<file path=ppt/ink/ink3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30.851"/>
    </inkml:context>
    <inkml:brush xml:id="br0">
      <inkml:brushProperty name="width" value="0.025" units="cm"/>
      <inkml:brushProperty name="height" value="0.025" units="cm"/>
    </inkml:brush>
  </inkml:definitions>
  <inkml:trace contextRef="#ctx0" brushRef="#br0">1 19 769,'0'0'5669,"0"-18"-5220,17 25 383,-13-6-2946</inkml:trace>
</inkml:ink>
</file>

<file path=ppt/ink/ink3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33.156"/>
    </inkml:context>
    <inkml:brush xml:id="br0">
      <inkml:brushProperty name="width" value="0.025" units="cm"/>
      <inkml:brushProperty name="height" value="0.025" units="cm"/>
    </inkml:brush>
  </inkml:definitions>
  <inkml:trace contextRef="#ctx0" brushRef="#br0">3 16 1345,'0'0'1954,"0"-1"-1794,0 0 129,0-1-33,0 1-96,0 0-32,0 0-96,0 0-416,-2-6-1987</inkml:trace>
</inkml:ink>
</file>

<file path=ppt/ink/ink3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5:56.186"/>
    </inkml:context>
    <inkml:brush xml:id="br0">
      <inkml:brushProperty name="width" value="0.025" units="cm"/>
      <inkml:brushProperty name="height" value="0.025" units="cm"/>
    </inkml:brush>
  </inkml:definitions>
  <inkml:trace contextRef="#ctx0" brushRef="#br0">1 17 4388,'2'0'-32,"0"-5"96,-2 1-32,3 0-32,-2 3 32,2-2-32,-2 3 32,0 0-32,0 0 0,2 0 0,-3 0-32,0 4 32,0-2-768</inkml:trace>
</inkml:ink>
</file>

<file path=ppt/ink/ink3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6:15.902"/>
    </inkml:context>
    <inkml:brush xml:id="br0">
      <inkml:brushProperty name="width" value="0.025" units="cm"/>
      <inkml:brushProperty name="height" value="0.025" units="cm"/>
    </inkml:brush>
  </inkml:definitions>
  <inkml:trace contextRef="#ctx0" brushRef="#br0">47 6 897,'11'-3'705,"-5"0"-513,-2 3-160,-5 8-224,-8-2 416,-2 1-160,1 0-32,-2-1-192,-1 1 96,1-1-1314</inkml:trace>
</inkml:ink>
</file>

<file path=ppt/ink/ink3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6:17.059"/>
    </inkml:context>
    <inkml:brush xml:id="br0">
      <inkml:brushProperty name="width" value="0.025" units="cm"/>
      <inkml:brushProperty name="height" value="0.025" units="cm"/>
    </inkml:brush>
  </inkml:definitions>
  <inkml:trace contextRef="#ctx0" brushRef="#br0">2 24 7783,'0'0'4832,"-1"9"-4731,1 3 87,0 1-1,0 0 1,2 0 0,-1 0-1,2 0 1,0-1 0,0 1-1,1-1 1,1 0 0,7 15-1,72 128 839,-66-125-1073,12 20 80,1-1 1,3-2-1,44 49 0,-76-93 0,0-1 1,0 0-1,1 1 0,0-1 0,-1 0 0,1 0 0,0-1 0,0 1 0,0-1 0,0 1 0,3 0 0,-5-2 25,0 0 0,0 0 0,0 0 0,0 0 0,1 0 0,-1 0 0,0 0 0,0-1 0,-1 1 0,1 0 0,0-1 0,0 1 0,0 0 0,0-1-1,0 1 1,0-1 0,0 0 0,-1 1 0,1-1 0,0 0 0,0 1 0,-1-1 0,1 0 0,0 0 0,-1 0 0,1 0 0,-1 0 0,1 1 0,-1-1 0,0 0 0,1 0 0,-1 0 0,0 0 0,0 0 0,1 0-1,-1-2 1,14-69 245,10-134-1,-18 132-786,26-125 0,-15 157-783,-16 40 956,0 1 1,0-1-1,0 1 0,1 0 0,-1-1 0,0 1 1,1 0-1,-1 0 0,1 0 0,0 0 0,-1 0 1,1 0-1,0 0 0,-1 0 0,1 1 0,0-1 1,0 1-1,0-1 0,-1 1 0,5 0 0,9 0-3463</inkml:trace>
</inkml:ink>
</file>

<file path=ppt/ink/ink3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6:17.560"/>
    </inkml:context>
    <inkml:brush xml:id="br0">
      <inkml:brushProperty name="width" value="0.025" units="cm"/>
      <inkml:brushProperty name="height" value="0.025" units="cm"/>
    </inkml:brush>
  </inkml:definitions>
  <inkml:trace contextRef="#ctx0" brushRef="#br0">234 27 9769,'0'0'4052,"-7"-6"-3134,4 4-855,-1-1-1,1 1 1,-1 0 0,1 0-1,-1 0 1,0 1-1,1-1 1,-1 1 0,0 0-1,0 0 1,0 0-1,0 1 1,0-1 0,0 1-1,-1 0 1,1 0-1,0 1 1,0-1-1,0 1 1,0 0 0,0 0-1,0 0 1,0 0-1,1 1 1,-1-1 0,0 1-1,1 0 1,-7 5-1,0-1-28,1 1 0,0 0 0,1 1-1,-1 0 1,2 0 0,-1 0 0,1 1-1,0 1 1,-8 14 0,12-17-21,0-1 0,0 0 0,0 0 0,1 1 0,0 0 0,1-1 0,-1 1 0,1 0 0,1 0 0,-1-1 0,1 1 0,0 0 0,1 0 0,0 0 0,0-1 0,0 1 0,3 8 0,-3-13-11,-1 0 1,1 0-1,0 0 1,-1 0-1,1-1 1,0 1-1,0 0 1,0 0-1,0-1 1,0 1-1,1-1 1,-1 1-1,0-1 1,1 1 0,-1-1-1,1 0 1,-1 0-1,1 0 1,0 0-1,0 0 1,-1 0-1,1 0 1,0 0-1,0-1 1,0 1-1,0-1 1,0 1 0,0-1-1,0 0 1,0 0-1,0 0 1,0 0-1,0 0 1,0 0-1,0 0 1,-1-1-1,1 1 1,0-1-1,3-1 1,1-1 10,1 0 1,-1 0-1,0-1 0,0 0 1,0 0-1,-1 0 0,0-1 1,0 0-1,8-9 0,3-9 477,-1-1 0,-2-1 0,22-52 0,-37 106-485,1-6 37,0 1 1,2-1-1,4 29 0,-4-47-68,0 0 0,0 0-1,0 0 1,0 0-1,1 0 1,0-1 0,0 1-1,1 0 1,-1-1 0,1 0-1,0 1 1,0-1 0,0 0-1,1-1 1,-1 1-1,1 0 1,0-1 0,0 0-1,0 0 1,7 4 0,-8-6-279,0 0 1,0 0 0,0 0 0,0 0 0,0-1 0,0 0 0,0 1 0,0-1 0,0 0-1,0 0 1,0 0 0,0-1 0,0 1 0,0-1 0,0 0 0,0 1 0,-1-1 0,1-1 0,0 1-1,0 0 1,-1-1 0,1 1 0,-1-1 0,1 0 0,-1 0 0,0 0 0,0 0 0,1 0-1,1-4 1,18-24-3523</inkml:trace>
</inkml:ink>
</file>

<file path=ppt/ink/ink3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6:17.830"/>
    </inkml:context>
    <inkml:brush xml:id="br0">
      <inkml:brushProperty name="width" value="0.025" units="cm"/>
      <inkml:brushProperty name="height" value="0.025" units="cm"/>
    </inkml:brush>
  </inkml:definitions>
  <inkml:trace contextRef="#ctx0" brushRef="#br0">30 98 11883,'-2'-9'-96,"1"0"262,-10-41 1132,-4 21 2769,15 67-3400,0 108 11,31 238 0,-29-375-706,-1-1-1,1 0 1,1 0-1,0 1 1,4 7 0,-7-15-116,0 0 1,1 1 0,-1-1-1,1 0 1,0 0 0,-1 0-1,1 0 1,0 0 0,0 0-1,-1 0 1,1 0 0,0-1-1,0 1 1,0 0 0,0 0-1,0-1 1,0 1 0,0-1-1,0 1 1,1-1 0,-1 1-1,0-1 1,0 1 0,0-1-1,1 0 1,-1 0 0,0 0-1,0 0 1,0 0 0,1 0-1,-1 0 1,0 0 0,0 0-1,1 0 1,-1-1 0,0 1-1,0-1 1,0 1 0,0-1-1,0 1 1,0-1 0,0 1-1,0-1 1,0 0 0,2-1-1,15-21-4650</inkml:trace>
</inkml:ink>
</file>

<file path=ppt/ink/ink3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6:18.250"/>
    </inkml:context>
    <inkml:brush xml:id="br0">
      <inkml:brushProperty name="width" value="0.025" units="cm"/>
      <inkml:brushProperty name="height" value="0.025" units="cm"/>
    </inkml:brush>
  </inkml:definitions>
  <inkml:trace contextRef="#ctx0" brushRef="#br0">1 0 15022,'0'0'2253,"0"10"-1767,1 20-351,2 0 0,2 0 1,0 0-1,2-1 0,20 54 0,-27-82-142,0 0 0,0-1 0,1 1 0,-1-1 0,0 1-1,0 0 1,0-1 0,1 1 0,-1-1 0,0 1 0,0-1 0,1 1 0,-1-1-1,1 1 1,-1-1 0,0 1 0,1-1 0,-1 1 0,1-1 0,-1 1 0,1-1-1,-1 0 1,1 0 0,-1 1 0,1-1 0,0 0 0,-1 0 0,1 1 0,-1-1-1,1 0 1,0 0 0,-1 0 0,1 0 0,-1 0 0,1 0 0,0 0-1,-1 0 1,1 0 0,0 0 0,-1 0 0,1 0 0,-1-1 0,1 1 0,0 0-1,-1 0 1,1-1 0,-1 1 0,1 0 0,-1-1 0,1 1 0,-1 0 0,1-1-1,-1 1 1,1-1 0,-1 1 0,0-1 0,1 1 0,-1-1 0,0 1 0,1-2-1,22-36-584,-22 35 530,36-82-719,-10 26 3762,-25 70-2867,0-1 0,1 1 0,0 0 0,1 0 0,0-1 0,1 0 0,0 0 0,0 0 0,1-1 0,0 0 0,1 0 0,0 0 0,1-1 0,14 14 0,-16-18-215,-1 0-1,1-1 1,0 1-1,0-1 1,0-1-1,0 1 1,0-1-1,1 0 1,-1 0-1,14 1 1,-13-3-340,0 1 1,1-2-1,-1 1 1,0-1-1,1 0 0,-1-1 1,0 0-1,0 0 1,0 0-1,-1-1 1,10-5-1,11-7-4043,-5 0-160</inkml:trace>
</inkml:ink>
</file>

<file path=ppt/ink/ink3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30T11:56:18.608"/>
    </inkml:context>
    <inkml:brush xml:id="br0">
      <inkml:brushProperty name="width" value="0.025" units="cm"/>
      <inkml:brushProperty name="height" value="0.025" units="cm"/>
    </inkml:brush>
  </inkml:definitions>
  <inkml:trace contextRef="#ctx0" brushRef="#br0">89 150 7495,'0'0'2728,"2"-7"-763,2-2-1401,1-1 1,0 1-1,0 0 1,1 0 0,0 1-1,0 0 1,1 0 0,0 0-1,1 1 1,0 0 0,0 0-1,12-7 1,-19 13-563,0 1 1,0 0 0,0-1-1,0 1 1,0-1 0,-1 1-1,1-1 1,0 1 0,0-1-1,0 1 1,-1-1-1,1 0 1,0 0 0,-1 1-1,1-1 1,-1 0 0,1 0-1,-1 0 1,1 0-1,-1 0 1,1 0 0,-1 0-1,0 1 1,1-1 0,-1 0-1,0 0 1,0-2 0,-1 2 2,0 0 1,0 1 0,0-1 0,0 0 0,-1 0 0,1 1 0,0-1-1,0 1 1,0-1 0,-1 1 0,1 0 0,0-1 0,-1 1 0,1 0 0,0 0-1,-3 0 1,-65 4 120,63-2-96,0-1-1,0 1 1,1 1 0,-1-1 0,1 1 0,-1 0 0,1 0-1,0 0 1,0 1 0,0 0 0,0 0 0,1 0 0,0 0 0,0 1-1,0 0 1,0 0 0,1 0 0,0 0 0,0 0 0,0 1-1,1 0 1,-1-1 0,1 1 0,-2 10 0,3-12-6,0 1 0,1-1 0,-1 1 0,1-1 0,0 1 0,0-1 0,1 1 0,-1-1 0,1 1 0,0-1 0,0 1 1,0-1-1,1 0 0,-1 0 0,1 1 0,0-1 0,1-1 0,-1 1 0,1 0 0,-1 0 0,1-1 0,0 1 0,0-1 0,1 0 0,-1 0 0,1 0 0,-1-1 1,1 1-1,0-1 0,0 0 0,0 0 0,0 0 0,9 2 0,6 1-147,1-2 1,0 0 0,0-1-1,0-1 1,0 0-1,0-2 1,0 0-1,-1-2 1,1 0-1,0-1 1,-1-1 0,0 0-1,0-2 1,0 0-1,18-11 1,37-27-5441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8293BF-2D60-4F90-B0D3-4F7A1C37D7EA}" type="datetimeFigureOut">
              <a:rPr lang="en-IN" smtClean="0"/>
              <a:t>30-06-2026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D0357C-22B3-4CEE-AA8D-502C960AAA16}" type="slidenum">
              <a:rPr lang="en-IN" smtClean="0"/>
              <a:t>‹#›</a:t>
            </a:fld>
            <a:endParaRPr lang="en-IN" dirty="0"/>
          </a:p>
        </p:txBody>
      </p:sp>
    </p:spTree>
    <p:extLst>
      <p:ext uri="{BB962C8B-B14F-4D97-AF65-F5344CB8AC3E}">
        <p14:creationId xmlns:p14="http://schemas.microsoft.com/office/powerpoint/2010/main" val="25956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0D0357C-22B3-4CEE-AA8D-502C960AAA16}" type="slidenum">
              <a:rPr lang="en-IN" smtClean="0"/>
              <a:t>3</a:t>
            </a:fld>
            <a:endParaRPr lang="en-IN" dirty="0"/>
          </a:p>
        </p:txBody>
      </p:sp>
    </p:spTree>
    <p:extLst>
      <p:ext uri="{BB962C8B-B14F-4D97-AF65-F5344CB8AC3E}">
        <p14:creationId xmlns:p14="http://schemas.microsoft.com/office/powerpoint/2010/main" val="22043567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0D0357C-22B3-4CEE-AA8D-502C960AAA16}" type="slidenum">
              <a:rPr lang="en-IN" smtClean="0"/>
              <a:t>4</a:t>
            </a:fld>
            <a:endParaRPr lang="en-IN" dirty="0"/>
          </a:p>
        </p:txBody>
      </p:sp>
    </p:spTree>
    <p:extLst>
      <p:ext uri="{BB962C8B-B14F-4D97-AF65-F5344CB8AC3E}">
        <p14:creationId xmlns:p14="http://schemas.microsoft.com/office/powerpoint/2010/main" val="25386336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0D0357C-22B3-4CEE-AA8D-502C960AAA16}" type="slidenum">
              <a:rPr lang="en-IN" smtClean="0"/>
              <a:t>5</a:t>
            </a:fld>
            <a:endParaRPr lang="en-IN" dirty="0"/>
          </a:p>
        </p:txBody>
      </p:sp>
    </p:spTree>
    <p:extLst>
      <p:ext uri="{BB962C8B-B14F-4D97-AF65-F5344CB8AC3E}">
        <p14:creationId xmlns:p14="http://schemas.microsoft.com/office/powerpoint/2010/main" val="18438417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0D0357C-22B3-4CEE-AA8D-502C960AAA16}" type="slidenum">
              <a:rPr lang="en-IN" smtClean="0"/>
              <a:t>6</a:t>
            </a:fld>
            <a:endParaRPr lang="en-IN" dirty="0"/>
          </a:p>
        </p:txBody>
      </p:sp>
    </p:spTree>
    <p:extLst>
      <p:ext uri="{BB962C8B-B14F-4D97-AF65-F5344CB8AC3E}">
        <p14:creationId xmlns:p14="http://schemas.microsoft.com/office/powerpoint/2010/main" val="2080601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0D0357C-22B3-4CEE-AA8D-502C960AAA16}" type="slidenum">
              <a:rPr lang="en-IN" smtClean="0"/>
              <a:t>7</a:t>
            </a:fld>
            <a:endParaRPr lang="en-IN" dirty="0"/>
          </a:p>
        </p:txBody>
      </p:sp>
    </p:spTree>
    <p:extLst>
      <p:ext uri="{BB962C8B-B14F-4D97-AF65-F5344CB8AC3E}">
        <p14:creationId xmlns:p14="http://schemas.microsoft.com/office/powerpoint/2010/main" val="2545850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0D0357C-22B3-4CEE-AA8D-502C960AAA16}" type="slidenum">
              <a:rPr lang="en-IN" smtClean="0"/>
              <a:t>8</a:t>
            </a:fld>
            <a:endParaRPr lang="en-IN" dirty="0"/>
          </a:p>
        </p:txBody>
      </p:sp>
    </p:spTree>
    <p:extLst>
      <p:ext uri="{BB962C8B-B14F-4D97-AF65-F5344CB8AC3E}">
        <p14:creationId xmlns:p14="http://schemas.microsoft.com/office/powerpoint/2010/main" val="193158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1C44F-FADE-6D6E-AF0F-04FA90E68A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5BF5C0-67CA-88B7-B5C6-FF9481EE7D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F0FE77-F2E1-4AB6-22FD-5A42AC7893F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5103ADC-EB6B-435C-78EC-247AEF513948}"/>
              </a:ext>
            </a:extLst>
          </p:cNvPr>
          <p:cNvSpPr>
            <a:spLocks noGrp="1"/>
          </p:cNvSpPr>
          <p:nvPr>
            <p:ph type="sldNum" sz="quarter" idx="5"/>
          </p:nvPr>
        </p:nvSpPr>
        <p:spPr/>
        <p:txBody>
          <a:bodyPr/>
          <a:lstStyle/>
          <a:p>
            <a:fld id="{80D0357C-22B3-4CEE-AA8D-502C960AAA16}" type="slidenum">
              <a:rPr lang="en-IN" smtClean="0"/>
              <a:t>9</a:t>
            </a:fld>
            <a:endParaRPr lang="en-IN"/>
          </a:p>
        </p:txBody>
      </p:sp>
    </p:spTree>
    <p:extLst>
      <p:ext uri="{BB962C8B-B14F-4D97-AF65-F5344CB8AC3E}">
        <p14:creationId xmlns:p14="http://schemas.microsoft.com/office/powerpoint/2010/main" val="1053549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311B3-F688-392D-4C0D-292A7D00C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682800-AB46-E5E9-9EB8-3CF18868C3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A6E0A9-A194-4971-C1EA-55BE5276668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7E2EC5C-D8E4-16D6-2854-0405215FE214}"/>
              </a:ext>
            </a:extLst>
          </p:cNvPr>
          <p:cNvSpPr>
            <a:spLocks noGrp="1"/>
          </p:cNvSpPr>
          <p:nvPr>
            <p:ph type="sldNum" sz="quarter" idx="5"/>
          </p:nvPr>
        </p:nvSpPr>
        <p:spPr/>
        <p:txBody>
          <a:bodyPr/>
          <a:lstStyle/>
          <a:p>
            <a:fld id="{80D0357C-22B3-4CEE-AA8D-502C960AAA16}" type="slidenum">
              <a:rPr lang="en-IN" smtClean="0"/>
              <a:t>11</a:t>
            </a:fld>
            <a:endParaRPr lang="en-IN"/>
          </a:p>
        </p:txBody>
      </p:sp>
    </p:spTree>
    <p:extLst>
      <p:ext uri="{BB962C8B-B14F-4D97-AF65-F5344CB8AC3E}">
        <p14:creationId xmlns:p14="http://schemas.microsoft.com/office/powerpoint/2010/main" val="4109060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156DA-392B-F255-1319-938DE1B8F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563A6-E2C6-25B4-D143-62B288551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66B190-B2B8-70AD-7798-DEDAD368F50C}"/>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D4A1BC12-C465-8927-9448-20DC00D91790}"/>
              </a:ext>
            </a:extLst>
          </p:cNvPr>
          <p:cNvSpPr>
            <a:spLocks noGrp="1"/>
          </p:cNvSpPr>
          <p:nvPr>
            <p:ph type="sldNum" sz="quarter" idx="5"/>
          </p:nvPr>
        </p:nvSpPr>
        <p:spPr/>
        <p:txBody>
          <a:bodyPr/>
          <a:lstStyle/>
          <a:p>
            <a:fld id="{80D0357C-22B3-4CEE-AA8D-502C960AAA16}" type="slidenum">
              <a:rPr lang="en-IN" smtClean="0"/>
              <a:t>12</a:t>
            </a:fld>
            <a:endParaRPr lang="en-IN"/>
          </a:p>
        </p:txBody>
      </p:sp>
    </p:spTree>
    <p:extLst>
      <p:ext uri="{BB962C8B-B14F-4D97-AF65-F5344CB8AC3E}">
        <p14:creationId xmlns:p14="http://schemas.microsoft.com/office/powerpoint/2010/main" val="26991955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156DA-392B-F255-1319-938DE1B8F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563A6-E2C6-25B4-D143-62B288551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66B190-B2B8-70AD-7798-DEDAD368F50C}"/>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D4A1BC12-C465-8927-9448-20DC00D91790}"/>
              </a:ext>
            </a:extLst>
          </p:cNvPr>
          <p:cNvSpPr>
            <a:spLocks noGrp="1"/>
          </p:cNvSpPr>
          <p:nvPr>
            <p:ph type="sldNum" sz="quarter" idx="5"/>
          </p:nvPr>
        </p:nvSpPr>
        <p:spPr/>
        <p:txBody>
          <a:bodyPr/>
          <a:lstStyle/>
          <a:p>
            <a:fld id="{80D0357C-22B3-4CEE-AA8D-502C960AAA16}" type="slidenum">
              <a:rPr lang="en-IN" smtClean="0"/>
              <a:t>13</a:t>
            </a:fld>
            <a:endParaRPr lang="en-IN"/>
          </a:p>
        </p:txBody>
      </p:sp>
    </p:spTree>
    <p:extLst>
      <p:ext uri="{BB962C8B-B14F-4D97-AF65-F5344CB8AC3E}">
        <p14:creationId xmlns:p14="http://schemas.microsoft.com/office/powerpoint/2010/main" val="1565732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156DA-392B-F255-1319-938DE1B8F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563A6-E2C6-25B4-D143-62B288551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66B190-B2B8-70AD-7798-DEDAD368F50C}"/>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D4A1BC12-C465-8927-9448-20DC00D91790}"/>
              </a:ext>
            </a:extLst>
          </p:cNvPr>
          <p:cNvSpPr>
            <a:spLocks noGrp="1"/>
          </p:cNvSpPr>
          <p:nvPr>
            <p:ph type="sldNum" sz="quarter" idx="5"/>
          </p:nvPr>
        </p:nvSpPr>
        <p:spPr/>
        <p:txBody>
          <a:bodyPr/>
          <a:lstStyle/>
          <a:p>
            <a:fld id="{80D0357C-22B3-4CEE-AA8D-502C960AAA16}" type="slidenum">
              <a:rPr lang="en-IN" smtClean="0"/>
              <a:t>14</a:t>
            </a:fld>
            <a:endParaRPr lang="en-IN"/>
          </a:p>
        </p:txBody>
      </p:sp>
    </p:spTree>
    <p:extLst>
      <p:ext uri="{BB962C8B-B14F-4D97-AF65-F5344CB8AC3E}">
        <p14:creationId xmlns:p14="http://schemas.microsoft.com/office/powerpoint/2010/main" val="175631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156DA-392B-F255-1319-938DE1B8F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563A6-E2C6-25B4-D143-62B288551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66B190-B2B8-70AD-7798-DEDAD368F50C}"/>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D4A1BC12-C465-8927-9448-20DC00D91790}"/>
              </a:ext>
            </a:extLst>
          </p:cNvPr>
          <p:cNvSpPr>
            <a:spLocks noGrp="1"/>
          </p:cNvSpPr>
          <p:nvPr>
            <p:ph type="sldNum" sz="quarter" idx="5"/>
          </p:nvPr>
        </p:nvSpPr>
        <p:spPr/>
        <p:txBody>
          <a:bodyPr/>
          <a:lstStyle/>
          <a:p>
            <a:fld id="{80D0357C-22B3-4CEE-AA8D-502C960AAA16}" type="slidenum">
              <a:rPr lang="en-IN" smtClean="0"/>
              <a:t>15</a:t>
            </a:fld>
            <a:endParaRPr lang="en-IN"/>
          </a:p>
        </p:txBody>
      </p:sp>
    </p:spTree>
    <p:extLst>
      <p:ext uri="{BB962C8B-B14F-4D97-AF65-F5344CB8AC3E}">
        <p14:creationId xmlns:p14="http://schemas.microsoft.com/office/powerpoint/2010/main" val="37672000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156DA-392B-F255-1319-938DE1B8F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563A6-E2C6-25B4-D143-62B288551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66B190-B2B8-70AD-7798-DEDAD368F50C}"/>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D4A1BC12-C465-8927-9448-20DC00D91790}"/>
              </a:ext>
            </a:extLst>
          </p:cNvPr>
          <p:cNvSpPr>
            <a:spLocks noGrp="1"/>
          </p:cNvSpPr>
          <p:nvPr>
            <p:ph type="sldNum" sz="quarter" idx="5"/>
          </p:nvPr>
        </p:nvSpPr>
        <p:spPr/>
        <p:txBody>
          <a:bodyPr/>
          <a:lstStyle/>
          <a:p>
            <a:fld id="{80D0357C-22B3-4CEE-AA8D-502C960AAA16}" type="slidenum">
              <a:rPr lang="en-IN" smtClean="0"/>
              <a:t>16</a:t>
            </a:fld>
            <a:endParaRPr lang="en-IN"/>
          </a:p>
        </p:txBody>
      </p:sp>
    </p:spTree>
    <p:extLst>
      <p:ext uri="{BB962C8B-B14F-4D97-AF65-F5344CB8AC3E}">
        <p14:creationId xmlns:p14="http://schemas.microsoft.com/office/powerpoint/2010/main" val="9124553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399C1-3C45-9CCA-0696-B92A88B53D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4E80FB-F672-138F-0A00-C0432A15BF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AF4D43-7ADE-B214-1AA3-754D624E7F04}"/>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2563AE93-2F66-C971-7900-FC92D56579D9}"/>
              </a:ext>
            </a:extLst>
          </p:cNvPr>
          <p:cNvSpPr>
            <a:spLocks noGrp="1"/>
          </p:cNvSpPr>
          <p:nvPr>
            <p:ph type="sldNum" sz="quarter" idx="5"/>
          </p:nvPr>
        </p:nvSpPr>
        <p:spPr/>
        <p:txBody>
          <a:bodyPr/>
          <a:lstStyle/>
          <a:p>
            <a:fld id="{80D0357C-22B3-4CEE-AA8D-502C960AAA16}" type="slidenum">
              <a:rPr lang="en-IN" smtClean="0"/>
              <a:t>18</a:t>
            </a:fld>
            <a:endParaRPr lang="en-IN"/>
          </a:p>
        </p:txBody>
      </p:sp>
    </p:spTree>
    <p:extLst>
      <p:ext uri="{BB962C8B-B14F-4D97-AF65-F5344CB8AC3E}">
        <p14:creationId xmlns:p14="http://schemas.microsoft.com/office/powerpoint/2010/main" val="21311252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0F5CC-1517-A928-6F38-796C365306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C5CA96-D3B7-26C2-42AD-E8327E8B1D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6D833C-5317-DDF6-94C7-DAF5690FDA60}"/>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C4DE0F7A-C054-AD6C-FF48-586403C5AC3D}"/>
              </a:ext>
            </a:extLst>
          </p:cNvPr>
          <p:cNvSpPr>
            <a:spLocks noGrp="1"/>
          </p:cNvSpPr>
          <p:nvPr>
            <p:ph type="sldNum" sz="quarter" idx="5"/>
          </p:nvPr>
        </p:nvSpPr>
        <p:spPr/>
        <p:txBody>
          <a:bodyPr/>
          <a:lstStyle/>
          <a:p>
            <a:fld id="{80D0357C-22B3-4CEE-AA8D-502C960AAA16}" type="slidenum">
              <a:rPr lang="en-IN" smtClean="0"/>
              <a:t>19</a:t>
            </a:fld>
            <a:endParaRPr lang="en-IN"/>
          </a:p>
        </p:txBody>
      </p:sp>
    </p:spTree>
    <p:extLst>
      <p:ext uri="{BB962C8B-B14F-4D97-AF65-F5344CB8AC3E}">
        <p14:creationId xmlns:p14="http://schemas.microsoft.com/office/powerpoint/2010/main" val="32378978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9825C-2C65-77E8-D4AB-83E5177729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85567B-D549-DDF4-A8C8-72FE4C9BB8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0E53F9-B4A9-4961-591C-8FB6F1C5D337}"/>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46718836-B3E8-7360-444C-D7F15C86C130}"/>
              </a:ext>
            </a:extLst>
          </p:cNvPr>
          <p:cNvSpPr>
            <a:spLocks noGrp="1"/>
          </p:cNvSpPr>
          <p:nvPr>
            <p:ph type="sldNum" sz="quarter" idx="5"/>
          </p:nvPr>
        </p:nvSpPr>
        <p:spPr/>
        <p:txBody>
          <a:bodyPr/>
          <a:lstStyle/>
          <a:p>
            <a:fld id="{80D0357C-22B3-4CEE-AA8D-502C960AAA16}" type="slidenum">
              <a:rPr lang="en-IN" smtClean="0"/>
              <a:t>20</a:t>
            </a:fld>
            <a:endParaRPr lang="en-IN"/>
          </a:p>
        </p:txBody>
      </p:sp>
    </p:spTree>
    <p:extLst>
      <p:ext uri="{BB962C8B-B14F-4D97-AF65-F5344CB8AC3E}">
        <p14:creationId xmlns:p14="http://schemas.microsoft.com/office/powerpoint/2010/main" val="32038991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69D1F-B6BD-7D5D-5518-8797C5C36F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321CCF-12F3-71E7-191D-449A01EF82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6D243F-EC79-4A8E-7DF1-7BF16317C393}"/>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A5B3F952-BA7B-FD49-398F-93DDB4AF39CE}"/>
              </a:ext>
            </a:extLst>
          </p:cNvPr>
          <p:cNvSpPr>
            <a:spLocks noGrp="1"/>
          </p:cNvSpPr>
          <p:nvPr>
            <p:ph type="sldNum" sz="quarter" idx="5"/>
          </p:nvPr>
        </p:nvSpPr>
        <p:spPr/>
        <p:txBody>
          <a:bodyPr/>
          <a:lstStyle/>
          <a:p>
            <a:fld id="{80D0357C-22B3-4CEE-AA8D-502C960AAA16}" type="slidenum">
              <a:rPr lang="en-IN" smtClean="0"/>
              <a:t>21</a:t>
            </a:fld>
            <a:endParaRPr lang="en-IN"/>
          </a:p>
        </p:txBody>
      </p:sp>
    </p:spTree>
    <p:extLst>
      <p:ext uri="{BB962C8B-B14F-4D97-AF65-F5344CB8AC3E}">
        <p14:creationId xmlns:p14="http://schemas.microsoft.com/office/powerpoint/2010/main" val="3041305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E0FBB-AF70-5571-A132-E29546B773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1C4B78-6327-BF8E-D1E2-EE35D941CB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FCECF2-2C3E-94AD-0E00-E05C6D49527B}"/>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7E218EA5-CD00-766A-0C2F-D95F084F4D0F}"/>
              </a:ext>
            </a:extLst>
          </p:cNvPr>
          <p:cNvSpPr>
            <a:spLocks noGrp="1"/>
          </p:cNvSpPr>
          <p:nvPr>
            <p:ph type="sldNum" sz="quarter" idx="5"/>
          </p:nvPr>
        </p:nvSpPr>
        <p:spPr/>
        <p:txBody>
          <a:bodyPr/>
          <a:lstStyle/>
          <a:p>
            <a:fld id="{80D0357C-22B3-4CEE-AA8D-502C960AAA16}" type="slidenum">
              <a:rPr lang="en-IN" smtClean="0"/>
              <a:t>24</a:t>
            </a:fld>
            <a:endParaRPr lang="en-IN"/>
          </a:p>
        </p:txBody>
      </p:sp>
    </p:spTree>
    <p:extLst>
      <p:ext uri="{BB962C8B-B14F-4D97-AF65-F5344CB8AC3E}">
        <p14:creationId xmlns:p14="http://schemas.microsoft.com/office/powerpoint/2010/main" val="14056293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56BC9-CD77-9A4A-AA03-2EC1FD22DC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685196-2B48-C823-88BE-C6CCDC64BA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7265D3-1E6F-6B56-2231-8EB7694DECB2}"/>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971345C2-D8B0-CB48-416E-BADA2F6EB261}"/>
              </a:ext>
            </a:extLst>
          </p:cNvPr>
          <p:cNvSpPr>
            <a:spLocks noGrp="1"/>
          </p:cNvSpPr>
          <p:nvPr>
            <p:ph type="sldNum" sz="quarter" idx="5"/>
          </p:nvPr>
        </p:nvSpPr>
        <p:spPr/>
        <p:txBody>
          <a:bodyPr/>
          <a:lstStyle/>
          <a:p>
            <a:fld id="{80D0357C-22B3-4CEE-AA8D-502C960AAA16}" type="slidenum">
              <a:rPr lang="en-IN" smtClean="0"/>
              <a:t>26</a:t>
            </a:fld>
            <a:endParaRPr lang="en-IN"/>
          </a:p>
        </p:txBody>
      </p:sp>
    </p:spTree>
    <p:extLst>
      <p:ext uri="{BB962C8B-B14F-4D97-AF65-F5344CB8AC3E}">
        <p14:creationId xmlns:p14="http://schemas.microsoft.com/office/powerpoint/2010/main" val="29942098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1AEEC-5B5C-D026-691B-4C28FE5852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5BF2A-B142-28D9-528C-78B3A140E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347AA8-51A6-49D2-6E14-86D8BC7836BF}"/>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A58F5F2F-2367-E4EF-6152-435028B99194}"/>
              </a:ext>
            </a:extLst>
          </p:cNvPr>
          <p:cNvSpPr>
            <a:spLocks noGrp="1"/>
          </p:cNvSpPr>
          <p:nvPr>
            <p:ph type="sldNum" sz="quarter" idx="5"/>
          </p:nvPr>
        </p:nvSpPr>
        <p:spPr/>
        <p:txBody>
          <a:bodyPr/>
          <a:lstStyle/>
          <a:p>
            <a:fld id="{80D0357C-22B3-4CEE-AA8D-502C960AAA16}" type="slidenum">
              <a:rPr lang="en-IN" smtClean="0"/>
              <a:t>28</a:t>
            </a:fld>
            <a:endParaRPr lang="en-IN"/>
          </a:p>
        </p:txBody>
      </p:sp>
    </p:spTree>
    <p:extLst>
      <p:ext uri="{BB962C8B-B14F-4D97-AF65-F5344CB8AC3E}">
        <p14:creationId xmlns:p14="http://schemas.microsoft.com/office/powerpoint/2010/main" val="5094047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1AEEC-5B5C-D026-691B-4C28FE5852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5BF2A-B142-28D9-528C-78B3A140E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347AA8-51A6-49D2-6E14-86D8BC7836BF}"/>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A58F5F2F-2367-E4EF-6152-435028B99194}"/>
              </a:ext>
            </a:extLst>
          </p:cNvPr>
          <p:cNvSpPr>
            <a:spLocks noGrp="1"/>
          </p:cNvSpPr>
          <p:nvPr>
            <p:ph type="sldNum" sz="quarter" idx="5"/>
          </p:nvPr>
        </p:nvSpPr>
        <p:spPr/>
        <p:txBody>
          <a:bodyPr/>
          <a:lstStyle/>
          <a:p>
            <a:fld id="{80D0357C-22B3-4CEE-AA8D-502C960AAA16}" type="slidenum">
              <a:rPr lang="en-IN" smtClean="0"/>
              <a:t>30</a:t>
            </a:fld>
            <a:endParaRPr lang="en-IN"/>
          </a:p>
        </p:txBody>
      </p:sp>
    </p:spTree>
    <p:extLst>
      <p:ext uri="{BB962C8B-B14F-4D97-AF65-F5344CB8AC3E}">
        <p14:creationId xmlns:p14="http://schemas.microsoft.com/office/powerpoint/2010/main" val="29831673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1AEEC-5B5C-D026-691B-4C28FE5852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5BF2A-B142-28D9-528C-78B3A140E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347AA8-51A6-49D2-6E14-86D8BC7836BF}"/>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A58F5F2F-2367-E4EF-6152-435028B99194}"/>
              </a:ext>
            </a:extLst>
          </p:cNvPr>
          <p:cNvSpPr>
            <a:spLocks noGrp="1"/>
          </p:cNvSpPr>
          <p:nvPr>
            <p:ph type="sldNum" sz="quarter" idx="5"/>
          </p:nvPr>
        </p:nvSpPr>
        <p:spPr/>
        <p:txBody>
          <a:bodyPr/>
          <a:lstStyle/>
          <a:p>
            <a:fld id="{80D0357C-22B3-4CEE-AA8D-502C960AAA16}" type="slidenum">
              <a:rPr lang="en-IN" smtClean="0"/>
              <a:t>32</a:t>
            </a:fld>
            <a:endParaRPr lang="en-IN"/>
          </a:p>
        </p:txBody>
      </p:sp>
    </p:spTree>
    <p:extLst>
      <p:ext uri="{BB962C8B-B14F-4D97-AF65-F5344CB8AC3E}">
        <p14:creationId xmlns:p14="http://schemas.microsoft.com/office/powerpoint/2010/main" val="4105146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1AEEC-5B5C-D026-691B-4C28FE5852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5BF2A-B142-28D9-528C-78B3A140E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347AA8-51A6-49D2-6E14-86D8BC7836BF}"/>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A58F5F2F-2367-E4EF-6152-435028B99194}"/>
              </a:ext>
            </a:extLst>
          </p:cNvPr>
          <p:cNvSpPr>
            <a:spLocks noGrp="1"/>
          </p:cNvSpPr>
          <p:nvPr>
            <p:ph type="sldNum" sz="quarter" idx="5"/>
          </p:nvPr>
        </p:nvSpPr>
        <p:spPr/>
        <p:txBody>
          <a:bodyPr/>
          <a:lstStyle/>
          <a:p>
            <a:fld id="{80D0357C-22B3-4CEE-AA8D-502C960AAA16}" type="slidenum">
              <a:rPr lang="en-IN" smtClean="0"/>
              <a:t>33</a:t>
            </a:fld>
            <a:endParaRPr lang="en-IN"/>
          </a:p>
        </p:txBody>
      </p:sp>
    </p:spTree>
    <p:extLst>
      <p:ext uri="{BB962C8B-B14F-4D97-AF65-F5344CB8AC3E}">
        <p14:creationId xmlns:p14="http://schemas.microsoft.com/office/powerpoint/2010/main" val="22875033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1AEEC-5B5C-D026-691B-4C28FE5852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5BF2A-B142-28D9-528C-78B3A140E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347AA8-51A6-49D2-6E14-86D8BC7836BF}"/>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A58F5F2F-2367-E4EF-6152-435028B99194}"/>
              </a:ext>
            </a:extLst>
          </p:cNvPr>
          <p:cNvSpPr>
            <a:spLocks noGrp="1"/>
          </p:cNvSpPr>
          <p:nvPr>
            <p:ph type="sldNum" sz="quarter" idx="5"/>
          </p:nvPr>
        </p:nvSpPr>
        <p:spPr/>
        <p:txBody>
          <a:bodyPr/>
          <a:lstStyle/>
          <a:p>
            <a:fld id="{80D0357C-22B3-4CEE-AA8D-502C960AAA16}" type="slidenum">
              <a:rPr lang="en-IN" smtClean="0"/>
              <a:t>34</a:t>
            </a:fld>
            <a:endParaRPr lang="en-IN"/>
          </a:p>
        </p:txBody>
      </p:sp>
    </p:spTree>
    <p:extLst>
      <p:ext uri="{BB962C8B-B14F-4D97-AF65-F5344CB8AC3E}">
        <p14:creationId xmlns:p14="http://schemas.microsoft.com/office/powerpoint/2010/main" val="14995734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1AEEC-5B5C-D026-691B-4C28FE5852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5BF2A-B142-28D9-528C-78B3A140E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347AA8-51A6-49D2-6E14-86D8BC7836BF}"/>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A58F5F2F-2367-E4EF-6152-435028B99194}"/>
              </a:ext>
            </a:extLst>
          </p:cNvPr>
          <p:cNvSpPr>
            <a:spLocks noGrp="1"/>
          </p:cNvSpPr>
          <p:nvPr>
            <p:ph type="sldNum" sz="quarter" idx="5"/>
          </p:nvPr>
        </p:nvSpPr>
        <p:spPr/>
        <p:txBody>
          <a:bodyPr/>
          <a:lstStyle/>
          <a:p>
            <a:fld id="{80D0357C-22B3-4CEE-AA8D-502C960AAA16}" type="slidenum">
              <a:rPr lang="en-IN" smtClean="0"/>
              <a:t>35</a:t>
            </a:fld>
            <a:endParaRPr lang="en-IN"/>
          </a:p>
        </p:txBody>
      </p:sp>
    </p:spTree>
    <p:extLst>
      <p:ext uri="{BB962C8B-B14F-4D97-AF65-F5344CB8AC3E}">
        <p14:creationId xmlns:p14="http://schemas.microsoft.com/office/powerpoint/2010/main" val="2986650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1AEEC-5B5C-D026-691B-4C28FE5852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5BF2A-B142-28D9-528C-78B3A140E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347AA8-51A6-49D2-6E14-86D8BC7836BF}"/>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A58F5F2F-2367-E4EF-6152-435028B99194}"/>
              </a:ext>
            </a:extLst>
          </p:cNvPr>
          <p:cNvSpPr>
            <a:spLocks noGrp="1"/>
          </p:cNvSpPr>
          <p:nvPr>
            <p:ph type="sldNum" sz="quarter" idx="5"/>
          </p:nvPr>
        </p:nvSpPr>
        <p:spPr/>
        <p:txBody>
          <a:bodyPr/>
          <a:lstStyle/>
          <a:p>
            <a:fld id="{80D0357C-22B3-4CEE-AA8D-502C960AAA16}" type="slidenum">
              <a:rPr lang="en-IN" smtClean="0"/>
              <a:t>36</a:t>
            </a:fld>
            <a:endParaRPr lang="en-IN"/>
          </a:p>
        </p:txBody>
      </p:sp>
    </p:spTree>
    <p:extLst>
      <p:ext uri="{BB962C8B-B14F-4D97-AF65-F5344CB8AC3E}">
        <p14:creationId xmlns:p14="http://schemas.microsoft.com/office/powerpoint/2010/main" val="14234234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950E8-E447-D0A0-153F-0239A8A979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8C4BDE-D9D8-9A3C-8BB5-E226E33F24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6DC19-9E96-8D50-A74E-FD08495F78B5}"/>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99226D50-9155-3C99-4DEE-5791D02B9DD3}"/>
              </a:ext>
            </a:extLst>
          </p:cNvPr>
          <p:cNvSpPr>
            <a:spLocks noGrp="1"/>
          </p:cNvSpPr>
          <p:nvPr>
            <p:ph type="sldNum" sz="quarter" idx="5"/>
          </p:nvPr>
        </p:nvSpPr>
        <p:spPr/>
        <p:txBody>
          <a:bodyPr/>
          <a:lstStyle/>
          <a:p>
            <a:fld id="{80D0357C-22B3-4CEE-AA8D-502C960AAA16}" type="slidenum">
              <a:rPr lang="en-IN" smtClean="0"/>
              <a:t>37</a:t>
            </a:fld>
            <a:endParaRPr lang="en-IN"/>
          </a:p>
        </p:txBody>
      </p:sp>
    </p:spTree>
    <p:extLst>
      <p:ext uri="{BB962C8B-B14F-4D97-AF65-F5344CB8AC3E}">
        <p14:creationId xmlns:p14="http://schemas.microsoft.com/office/powerpoint/2010/main" val="138380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F5033-67F0-74C0-D49C-3A191D6E71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A13B62-24DE-34E9-3BA8-BDD2A1CCE2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ADBF8A-3C21-88B7-CABA-33EF94938683}"/>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3B0ED3ED-5B35-D34A-D0E9-A2F6AED256ED}"/>
              </a:ext>
            </a:extLst>
          </p:cNvPr>
          <p:cNvSpPr>
            <a:spLocks noGrp="1"/>
          </p:cNvSpPr>
          <p:nvPr>
            <p:ph type="sldNum" sz="quarter" idx="5"/>
          </p:nvPr>
        </p:nvSpPr>
        <p:spPr/>
        <p:txBody>
          <a:bodyPr/>
          <a:lstStyle/>
          <a:p>
            <a:fld id="{80D0357C-22B3-4CEE-AA8D-502C960AAA16}" type="slidenum">
              <a:rPr lang="en-IN" smtClean="0"/>
              <a:t>38</a:t>
            </a:fld>
            <a:endParaRPr lang="en-IN"/>
          </a:p>
        </p:txBody>
      </p:sp>
    </p:spTree>
    <p:extLst>
      <p:ext uri="{BB962C8B-B14F-4D97-AF65-F5344CB8AC3E}">
        <p14:creationId xmlns:p14="http://schemas.microsoft.com/office/powerpoint/2010/main" val="21384409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42682-AED9-EC70-A969-F6312E58E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B7560C-DF74-8243-49E3-B2AFD616BF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2F7883-A9A1-DAEC-435F-C8A7E9BE95CF}"/>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0301E814-5014-1367-C65B-3CFDF44518DB}"/>
              </a:ext>
            </a:extLst>
          </p:cNvPr>
          <p:cNvSpPr>
            <a:spLocks noGrp="1"/>
          </p:cNvSpPr>
          <p:nvPr>
            <p:ph type="sldNum" sz="quarter" idx="5"/>
          </p:nvPr>
        </p:nvSpPr>
        <p:spPr/>
        <p:txBody>
          <a:bodyPr/>
          <a:lstStyle/>
          <a:p>
            <a:fld id="{80D0357C-22B3-4CEE-AA8D-502C960AAA16}" type="slidenum">
              <a:rPr lang="en-IN" smtClean="0"/>
              <a:t>42</a:t>
            </a:fld>
            <a:endParaRPr lang="en-IN"/>
          </a:p>
        </p:txBody>
      </p:sp>
    </p:spTree>
    <p:extLst>
      <p:ext uri="{BB962C8B-B14F-4D97-AF65-F5344CB8AC3E}">
        <p14:creationId xmlns:p14="http://schemas.microsoft.com/office/powerpoint/2010/main" val="1872096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A513B-C3E6-6E54-6618-0E1881BA0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01369C-9FBE-6D3C-4546-D1DD323284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E99C07-A6B9-75F0-0177-DA19F56D9E4C}"/>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D691F3A7-484C-3A9B-6872-4993F34E0A97}"/>
              </a:ext>
            </a:extLst>
          </p:cNvPr>
          <p:cNvSpPr>
            <a:spLocks noGrp="1"/>
          </p:cNvSpPr>
          <p:nvPr>
            <p:ph type="sldNum" sz="quarter" idx="5"/>
          </p:nvPr>
        </p:nvSpPr>
        <p:spPr/>
        <p:txBody>
          <a:bodyPr/>
          <a:lstStyle/>
          <a:p>
            <a:fld id="{80D0357C-22B3-4CEE-AA8D-502C960AAA16}" type="slidenum">
              <a:rPr lang="en-IN" smtClean="0"/>
              <a:t>43</a:t>
            </a:fld>
            <a:endParaRPr lang="en-IN"/>
          </a:p>
        </p:txBody>
      </p:sp>
    </p:spTree>
    <p:extLst>
      <p:ext uri="{BB962C8B-B14F-4D97-AF65-F5344CB8AC3E}">
        <p14:creationId xmlns:p14="http://schemas.microsoft.com/office/powerpoint/2010/main" val="19638960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6B2F2-C7EA-4AC1-59EC-D4F6E0418E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FEC37-4F6E-EE51-B415-A099991108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D94C8A-7D64-990E-BE9F-388AC0944E0F}"/>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94B19562-3C22-21B6-50CC-48CA33924D9C}"/>
              </a:ext>
            </a:extLst>
          </p:cNvPr>
          <p:cNvSpPr>
            <a:spLocks noGrp="1"/>
          </p:cNvSpPr>
          <p:nvPr>
            <p:ph type="sldNum" sz="quarter" idx="5"/>
          </p:nvPr>
        </p:nvSpPr>
        <p:spPr/>
        <p:txBody>
          <a:bodyPr/>
          <a:lstStyle/>
          <a:p>
            <a:fld id="{80D0357C-22B3-4CEE-AA8D-502C960AAA16}" type="slidenum">
              <a:rPr lang="en-IN" smtClean="0"/>
              <a:t>54</a:t>
            </a:fld>
            <a:endParaRPr lang="en-IN"/>
          </a:p>
        </p:txBody>
      </p:sp>
    </p:spTree>
    <p:extLst>
      <p:ext uri="{BB962C8B-B14F-4D97-AF65-F5344CB8AC3E}">
        <p14:creationId xmlns:p14="http://schemas.microsoft.com/office/powerpoint/2010/main" val="32431705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6B2F2-C7EA-4AC1-59EC-D4F6E0418E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FEC37-4F6E-EE51-B415-A099991108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D94C8A-7D64-990E-BE9F-388AC0944E0F}"/>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94B19562-3C22-21B6-50CC-48CA33924D9C}"/>
              </a:ext>
            </a:extLst>
          </p:cNvPr>
          <p:cNvSpPr>
            <a:spLocks noGrp="1"/>
          </p:cNvSpPr>
          <p:nvPr>
            <p:ph type="sldNum" sz="quarter" idx="5"/>
          </p:nvPr>
        </p:nvSpPr>
        <p:spPr/>
        <p:txBody>
          <a:bodyPr/>
          <a:lstStyle/>
          <a:p>
            <a:fld id="{80D0357C-22B3-4CEE-AA8D-502C960AAA16}" type="slidenum">
              <a:rPr lang="en-IN" smtClean="0"/>
              <a:t>55</a:t>
            </a:fld>
            <a:endParaRPr lang="en-IN"/>
          </a:p>
        </p:txBody>
      </p:sp>
    </p:spTree>
    <p:extLst>
      <p:ext uri="{BB962C8B-B14F-4D97-AF65-F5344CB8AC3E}">
        <p14:creationId xmlns:p14="http://schemas.microsoft.com/office/powerpoint/2010/main" val="39167123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6B2F2-C7EA-4AC1-59EC-D4F6E0418E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FEC37-4F6E-EE51-B415-A099991108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D94C8A-7D64-990E-BE9F-388AC0944E0F}"/>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94B19562-3C22-21B6-50CC-48CA33924D9C}"/>
              </a:ext>
            </a:extLst>
          </p:cNvPr>
          <p:cNvSpPr>
            <a:spLocks noGrp="1"/>
          </p:cNvSpPr>
          <p:nvPr>
            <p:ph type="sldNum" sz="quarter" idx="5"/>
          </p:nvPr>
        </p:nvSpPr>
        <p:spPr/>
        <p:txBody>
          <a:bodyPr/>
          <a:lstStyle/>
          <a:p>
            <a:fld id="{80D0357C-22B3-4CEE-AA8D-502C960AAA16}" type="slidenum">
              <a:rPr lang="en-IN" smtClean="0"/>
              <a:t>59</a:t>
            </a:fld>
            <a:endParaRPr lang="en-IN"/>
          </a:p>
        </p:txBody>
      </p:sp>
    </p:spTree>
    <p:extLst>
      <p:ext uri="{BB962C8B-B14F-4D97-AF65-F5344CB8AC3E}">
        <p14:creationId xmlns:p14="http://schemas.microsoft.com/office/powerpoint/2010/main" val="32326223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6B2F2-C7EA-4AC1-59EC-D4F6E0418E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FEC37-4F6E-EE51-B415-A099991108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D94C8A-7D64-990E-BE9F-388AC0944E0F}"/>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94B19562-3C22-21B6-50CC-48CA33924D9C}"/>
              </a:ext>
            </a:extLst>
          </p:cNvPr>
          <p:cNvSpPr>
            <a:spLocks noGrp="1"/>
          </p:cNvSpPr>
          <p:nvPr>
            <p:ph type="sldNum" sz="quarter" idx="5"/>
          </p:nvPr>
        </p:nvSpPr>
        <p:spPr/>
        <p:txBody>
          <a:bodyPr/>
          <a:lstStyle/>
          <a:p>
            <a:fld id="{80D0357C-22B3-4CEE-AA8D-502C960AAA16}" type="slidenum">
              <a:rPr lang="en-IN" smtClean="0"/>
              <a:t>60</a:t>
            </a:fld>
            <a:endParaRPr lang="en-IN"/>
          </a:p>
        </p:txBody>
      </p:sp>
    </p:spTree>
    <p:extLst>
      <p:ext uri="{BB962C8B-B14F-4D97-AF65-F5344CB8AC3E}">
        <p14:creationId xmlns:p14="http://schemas.microsoft.com/office/powerpoint/2010/main" val="31290708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FB12F-8A37-8272-5014-42B73603BD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7BAA5C-59A6-4774-553B-0A20A80DD4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594427-02DF-B55A-AC7F-A9624E19F02B}"/>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77CB44F8-699F-AA10-3220-64AEA6D10E06}"/>
              </a:ext>
            </a:extLst>
          </p:cNvPr>
          <p:cNvSpPr>
            <a:spLocks noGrp="1"/>
          </p:cNvSpPr>
          <p:nvPr>
            <p:ph type="sldNum" sz="quarter" idx="5"/>
          </p:nvPr>
        </p:nvSpPr>
        <p:spPr/>
        <p:txBody>
          <a:bodyPr/>
          <a:lstStyle/>
          <a:p>
            <a:fld id="{80D0357C-22B3-4CEE-AA8D-502C960AAA16}" type="slidenum">
              <a:rPr lang="en-IN" smtClean="0"/>
              <a:t>61</a:t>
            </a:fld>
            <a:endParaRPr lang="en-IN"/>
          </a:p>
        </p:txBody>
      </p:sp>
    </p:spTree>
    <p:extLst>
      <p:ext uri="{BB962C8B-B14F-4D97-AF65-F5344CB8AC3E}">
        <p14:creationId xmlns:p14="http://schemas.microsoft.com/office/powerpoint/2010/main" val="13895818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5B978-F6EE-9144-B27E-718E1B38B9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C6ED36-E922-FF28-2320-09453FA8E6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73B9B2-C298-483F-F986-3BE78A270E1E}"/>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0F30988F-EB5B-A0CE-346D-8524D29FE9D2}"/>
              </a:ext>
            </a:extLst>
          </p:cNvPr>
          <p:cNvSpPr>
            <a:spLocks noGrp="1"/>
          </p:cNvSpPr>
          <p:nvPr>
            <p:ph type="sldNum" sz="quarter" idx="5"/>
          </p:nvPr>
        </p:nvSpPr>
        <p:spPr/>
        <p:txBody>
          <a:bodyPr/>
          <a:lstStyle/>
          <a:p>
            <a:fld id="{80D0357C-22B3-4CEE-AA8D-502C960AAA16}" type="slidenum">
              <a:rPr lang="en-IN" smtClean="0"/>
              <a:t>67</a:t>
            </a:fld>
            <a:endParaRPr lang="en-IN"/>
          </a:p>
        </p:txBody>
      </p:sp>
    </p:spTree>
    <p:extLst>
      <p:ext uri="{BB962C8B-B14F-4D97-AF65-F5344CB8AC3E}">
        <p14:creationId xmlns:p14="http://schemas.microsoft.com/office/powerpoint/2010/main" val="24951313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8BEF9-E107-0A1B-F440-E9E618AFFF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34D6FD-3282-B277-DEB0-9DCCD0E1D9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5E942E-0BB9-8346-EBD4-9E41496609E7}"/>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FD8ABBE9-2143-25A6-B79F-5E26099E12AF}"/>
              </a:ext>
            </a:extLst>
          </p:cNvPr>
          <p:cNvSpPr>
            <a:spLocks noGrp="1"/>
          </p:cNvSpPr>
          <p:nvPr>
            <p:ph type="sldNum" sz="quarter" idx="5"/>
          </p:nvPr>
        </p:nvSpPr>
        <p:spPr/>
        <p:txBody>
          <a:bodyPr/>
          <a:lstStyle/>
          <a:p>
            <a:fld id="{80D0357C-22B3-4CEE-AA8D-502C960AAA16}" type="slidenum">
              <a:rPr lang="en-IN" smtClean="0"/>
              <a:t>68</a:t>
            </a:fld>
            <a:endParaRPr lang="en-IN"/>
          </a:p>
        </p:txBody>
      </p:sp>
    </p:spTree>
    <p:extLst>
      <p:ext uri="{BB962C8B-B14F-4D97-AF65-F5344CB8AC3E}">
        <p14:creationId xmlns:p14="http://schemas.microsoft.com/office/powerpoint/2010/main" val="31252927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765C-E904-C99F-198C-AA1FAA8193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A943C9-EE08-7783-9B0C-664BBA35D9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F11D74-4C2F-0E24-FD1B-A701DAF1CD3B}"/>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82539D31-CCB6-D648-5D2C-4FC734457161}"/>
              </a:ext>
            </a:extLst>
          </p:cNvPr>
          <p:cNvSpPr>
            <a:spLocks noGrp="1"/>
          </p:cNvSpPr>
          <p:nvPr>
            <p:ph type="sldNum" sz="quarter" idx="5"/>
          </p:nvPr>
        </p:nvSpPr>
        <p:spPr/>
        <p:txBody>
          <a:bodyPr/>
          <a:lstStyle/>
          <a:p>
            <a:fld id="{80D0357C-22B3-4CEE-AA8D-502C960AAA16}" type="slidenum">
              <a:rPr lang="en-IN" smtClean="0"/>
              <a:t>69</a:t>
            </a:fld>
            <a:endParaRPr lang="en-IN"/>
          </a:p>
        </p:txBody>
      </p:sp>
    </p:spTree>
    <p:extLst>
      <p:ext uri="{BB962C8B-B14F-4D97-AF65-F5344CB8AC3E}">
        <p14:creationId xmlns:p14="http://schemas.microsoft.com/office/powerpoint/2010/main" val="11033551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AB64A-5375-52DF-4D8E-96D808FE1D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C6E57-2C44-4066-D32F-0657A3DF0C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9764F2-86B8-2BC7-1755-269CC7DCD339}"/>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21213871-903D-D39D-5CF4-48735E4B071A}"/>
              </a:ext>
            </a:extLst>
          </p:cNvPr>
          <p:cNvSpPr>
            <a:spLocks noGrp="1"/>
          </p:cNvSpPr>
          <p:nvPr>
            <p:ph type="sldNum" sz="quarter" idx="5"/>
          </p:nvPr>
        </p:nvSpPr>
        <p:spPr/>
        <p:txBody>
          <a:bodyPr/>
          <a:lstStyle/>
          <a:p>
            <a:fld id="{80D0357C-22B3-4CEE-AA8D-502C960AAA16}" type="slidenum">
              <a:rPr lang="en-IN" smtClean="0"/>
              <a:t>70</a:t>
            </a:fld>
            <a:endParaRPr lang="en-IN"/>
          </a:p>
        </p:txBody>
      </p:sp>
    </p:spTree>
    <p:extLst>
      <p:ext uri="{BB962C8B-B14F-4D97-AF65-F5344CB8AC3E}">
        <p14:creationId xmlns:p14="http://schemas.microsoft.com/office/powerpoint/2010/main" val="16142599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8857B-0487-FE7E-A920-B2D05FDAEF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50A97-B774-0B52-B935-CA195D6ABE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6B2DE-F013-9AF5-7FCC-7124E9E78979}"/>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A429BE76-CC73-DCD7-3703-682039CD70A1}"/>
              </a:ext>
            </a:extLst>
          </p:cNvPr>
          <p:cNvSpPr>
            <a:spLocks noGrp="1"/>
          </p:cNvSpPr>
          <p:nvPr>
            <p:ph type="sldNum" sz="quarter" idx="5"/>
          </p:nvPr>
        </p:nvSpPr>
        <p:spPr/>
        <p:txBody>
          <a:bodyPr/>
          <a:lstStyle/>
          <a:p>
            <a:fld id="{80D0357C-22B3-4CEE-AA8D-502C960AAA16}" type="slidenum">
              <a:rPr lang="en-IN" smtClean="0"/>
              <a:t>71</a:t>
            </a:fld>
            <a:endParaRPr lang="en-IN"/>
          </a:p>
        </p:txBody>
      </p:sp>
    </p:spTree>
    <p:extLst>
      <p:ext uri="{BB962C8B-B14F-4D97-AF65-F5344CB8AC3E}">
        <p14:creationId xmlns:p14="http://schemas.microsoft.com/office/powerpoint/2010/main" val="35838202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8857B-0487-FE7E-A920-B2D05FDAEF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50A97-B774-0B52-B935-CA195D6ABE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6B2DE-F013-9AF5-7FCC-7124E9E78979}"/>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A429BE76-CC73-DCD7-3703-682039CD70A1}"/>
              </a:ext>
            </a:extLst>
          </p:cNvPr>
          <p:cNvSpPr>
            <a:spLocks noGrp="1"/>
          </p:cNvSpPr>
          <p:nvPr>
            <p:ph type="sldNum" sz="quarter" idx="5"/>
          </p:nvPr>
        </p:nvSpPr>
        <p:spPr/>
        <p:txBody>
          <a:bodyPr/>
          <a:lstStyle/>
          <a:p>
            <a:fld id="{80D0357C-22B3-4CEE-AA8D-502C960AAA16}" type="slidenum">
              <a:rPr lang="en-IN" smtClean="0"/>
              <a:t>72</a:t>
            </a:fld>
            <a:endParaRPr lang="en-IN"/>
          </a:p>
        </p:txBody>
      </p:sp>
    </p:spTree>
    <p:extLst>
      <p:ext uri="{BB962C8B-B14F-4D97-AF65-F5344CB8AC3E}">
        <p14:creationId xmlns:p14="http://schemas.microsoft.com/office/powerpoint/2010/main" val="14967914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087B3-A9D9-F649-9D2A-C1FCD77B33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876F97-533E-1A2A-D97A-98883009B8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52F4D-C8A7-DFF4-A3A1-B7756633C1FB}"/>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5B7E3E62-557B-9331-0FB2-CF87B0916983}"/>
              </a:ext>
            </a:extLst>
          </p:cNvPr>
          <p:cNvSpPr>
            <a:spLocks noGrp="1"/>
          </p:cNvSpPr>
          <p:nvPr>
            <p:ph type="sldNum" sz="quarter" idx="5"/>
          </p:nvPr>
        </p:nvSpPr>
        <p:spPr/>
        <p:txBody>
          <a:bodyPr/>
          <a:lstStyle/>
          <a:p>
            <a:fld id="{80D0357C-22B3-4CEE-AA8D-502C960AAA16}" type="slidenum">
              <a:rPr lang="en-IN" smtClean="0"/>
              <a:t>73</a:t>
            </a:fld>
            <a:endParaRPr lang="en-IN"/>
          </a:p>
        </p:txBody>
      </p:sp>
    </p:spTree>
    <p:extLst>
      <p:ext uri="{BB962C8B-B14F-4D97-AF65-F5344CB8AC3E}">
        <p14:creationId xmlns:p14="http://schemas.microsoft.com/office/powerpoint/2010/main" val="11404432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DB89E-02D1-1842-035D-AA5CD9BB08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61C6B6-71B6-E1A9-5247-874B10ACA6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35F121-F6F4-85D8-7A96-7189CB290D39}"/>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68531985-1B70-4F42-FFA7-6C92444A13CD}"/>
              </a:ext>
            </a:extLst>
          </p:cNvPr>
          <p:cNvSpPr>
            <a:spLocks noGrp="1"/>
          </p:cNvSpPr>
          <p:nvPr>
            <p:ph type="sldNum" sz="quarter" idx="5"/>
          </p:nvPr>
        </p:nvSpPr>
        <p:spPr/>
        <p:txBody>
          <a:bodyPr/>
          <a:lstStyle/>
          <a:p>
            <a:fld id="{80D0357C-22B3-4CEE-AA8D-502C960AAA16}" type="slidenum">
              <a:rPr lang="en-IN" smtClean="0"/>
              <a:t>74</a:t>
            </a:fld>
            <a:endParaRPr lang="en-IN"/>
          </a:p>
        </p:txBody>
      </p:sp>
    </p:spTree>
    <p:extLst>
      <p:ext uri="{BB962C8B-B14F-4D97-AF65-F5344CB8AC3E}">
        <p14:creationId xmlns:p14="http://schemas.microsoft.com/office/powerpoint/2010/main" val="12049111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9FAF9-9BA3-489A-BAA6-0A1CF91410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6049D-A091-385E-727A-A5778252C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923FEF-765E-55EC-47B3-1327E638BA99}"/>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4EFCE94E-EFB9-AE5D-D8DF-5EA0086BA65A}"/>
              </a:ext>
            </a:extLst>
          </p:cNvPr>
          <p:cNvSpPr>
            <a:spLocks noGrp="1"/>
          </p:cNvSpPr>
          <p:nvPr>
            <p:ph type="sldNum" sz="quarter" idx="5"/>
          </p:nvPr>
        </p:nvSpPr>
        <p:spPr/>
        <p:txBody>
          <a:bodyPr/>
          <a:lstStyle/>
          <a:p>
            <a:fld id="{80D0357C-22B3-4CEE-AA8D-502C960AAA16}" type="slidenum">
              <a:rPr lang="en-IN" smtClean="0"/>
              <a:t>75</a:t>
            </a:fld>
            <a:endParaRPr lang="en-IN"/>
          </a:p>
        </p:txBody>
      </p:sp>
    </p:spTree>
    <p:extLst>
      <p:ext uri="{BB962C8B-B14F-4D97-AF65-F5344CB8AC3E}">
        <p14:creationId xmlns:p14="http://schemas.microsoft.com/office/powerpoint/2010/main" val="21214077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E1D8F-E761-6188-349E-3BF8789A9E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68682A-063C-C436-11FF-B892C4CEFD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4B1C1-556E-4D54-EC69-F37C94747C8C}"/>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80888E9F-36BC-F8CA-6411-F60A159A7B4C}"/>
              </a:ext>
            </a:extLst>
          </p:cNvPr>
          <p:cNvSpPr>
            <a:spLocks noGrp="1"/>
          </p:cNvSpPr>
          <p:nvPr>
            <p:ph type="sldNum" sz="quarter" idx="5"/>
          </p:nvPr>
        </p:nvSpPr>
        <p:spPr/>
        <p:txBody>
          <a:bodyPr/>
          <a:lstStyle/>
          <a:p>
            <a:fld id="{80D0357C-22B3-4CEE-AA8D-502C960AAA16}" type="slidenum">
              <a:rPr lang="en-IN" smtClean="0"/>
              <a:t>76</a:t>
            </a:fld>
            <a:endParaRPr lang="en-IN"/>
          </a:p>
        </p:txBody>
      </p:sp>
    </p:spTree>
    <p:extLst>
      <p:ext uri="{BB962C8B-B14F-4D97-AF65-F5344CB8AC3E}">
        <p14:creationId xmlns:p14="http://schemas.microsoft.com/office/powerpoint/2010/main" val="14724653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907EC-3FF7-A3D2-BE4E-4EF80652EB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07C4D0-5AF4-4D15-90FF-B26841E220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21D5F6-FC7D-EDBF-FE7F-2525FFC5C92D}"/>
              </a:ext>
            </a:extLst>
          </p:cNvPr>
          <p:cNvSpPr>
            <a:spLocks noGrp="1"/>
          </p:cNvSpPr>
          <p:nvPr>
            <p:ph type="body" idx="1"/>
          </p:nvPr>
        </p:nvSpPr>
        <p:spPr/>
        <p:txBody>
          <a:bodyPr/>
          <a:lstStyle/>
          <a:p>
            <a:r>
              <a:rPr lang="en-US" sz="1800" b="0" i="0" u="none" strike="noStrike" baseline="0" dirty="0">
                <a:solidFill>
                  <a:srgbClr val="000000"/>
                </a:solidFill>
                <a:latin typeface="Times LT Std"/>
              </a:rPr>
              <a:t>Let us now consider four processes A, B, C, and D, each characterized with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Let one observed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data points for each of the four processes and the scatter plots of the </a:t>
            </a:r>
            <a:r>
              <a:rPr lang="en-US" sz="1800" b="0" i="1" u="none" strike="noStrike" baseline="0" dirty="0">
                <a:solidFill>
                  <a:srgbClr val="000000"/>
                </a:solidFill>
                <a:latin typeface="Times LT Std"/>
              </a:rPr>
              <a:t>n </a:t>
            </a:r>
            <a:r>
              <a:rPr lang="en-US" sz="1800" b="0" i="0" u="none" strike="noStrike" baseline="0" dirty="0">
                <a:solidFill>
                  <a:srgbClr val="000000"/>
                </a:solidFill>
                <a:latin typeface="Times LT Std"/>
              </a:rPr>
              <a:t>points are shown in Figure 5.2. What can one interpret about the four processes based on the scatter plots? Every point on the scatter is a bivariate observation and is measured in the two- dimensional statistical system (</a:t>
            </a:r>
            <a:r>
              <a:rPr lang="en-US" sz="1800" b="0" i="1" u="none" strike="noStrike" baseline="0" dirty="0">
                <a:solidFill>
                  <a:srgbClr val="000000"/>
                </a:solidFill>
                <a:latin typeface="Times LT Std"/>
              </a:rPr>
              <a:t>X1</a:t>
            </a:r>
            <a:r>
              <a:rPr lang="en-US" sz="1800" b="0" i="0" u="none" strike="noStrike" baseline="0" dirty="0">
                <a:solidFill>
                  <a:srgbClr val="000000"/>
                </a:solidFill>
                <a:latin typeface="Times LT Std"/>
              </a:rPr>
              <a:t>,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 data for process A (Figure 5.2, top left) exhibit a circular pattern that is indicative of equal spread (variance) for the two variables </a:t>
            </a:r>
            <a:r>
              <a:rPr lang="en-US" sz="1800" b="0" i="1" u="none" strike="noStrike" baseline="0" dirty="0">
                <a:solidFill>
                  <a:srgbClr val="000000"/>
                </a:solidFill>
                <a:latin typeface="Times LT Std"/>
              </a:rPr>
              <a:t>X1 </a:t>
            </a:r>
            <a:r>
              <a:rPr lang="en-US" sz="1800" b="0" i="0" u="none" strike="noStrike" baseline="0" dirty="0">
                <a:solidFill>
                  <a:srgbClr val="000000"/>
                </a:solidFill>
                <a:latin typeface="Times LT Std"/>
              </a:rPr>
              <a:t>and </a:t>
            </a:r>
            <a:r>
              <a:rPr lang="en-US" sz="1800" b="0" i="1" u="none" strike="noStrike" baseline="0" dirty="0">
                <a:solidFill>
                  <a:srgbClr val="000000"/>
                </a:solidFill>
                <a:latin typeface="Times LT Std"/>
              </a:rPr>
              <a:t>X2</a:t>
            </a:r>
            <a:r>
              <a:rPr lang="en-US" sz="1800" b="0" i="0" u="none" strike="noStrike" baseline="0" dirty="0">
                <a:solidFill>
                  <a:srgbClr val="000000"/>
                </a:solidFill>
                <a:latin typeface="Times LT Std"/>
              </a:rPr>
              <a:t>. There is no correlation between </a:t>
            </a:r>
            <a:endParaRPr lang="en-IN" dirty="0"/>
          </a:p>
        </p:txBody>
      </p:sp>
      <p:sp>
        <p:nvSpPr>
          <p:cNvPr id="4" name="Slide Number Placeholder 3">
            <a:extLst>
              <a:ext uri="{FF2B5EF4-FFF2-40B4-BE49-F238E27FC236}">
                <a16:creationId xmlns:a16="http://schemas.microsoft.com/office/drawing/2014/main" id="{D0F9323B-0B7F-3382-72E6-8AB30F13A2B0}"/>
              </a:ext>
            </a:extLst>
          </p:cNvPr>
          <p:cNvSpPr>
            <a:spLocks noGrp="1"/>
          </p:cNvSpPr>
          <p:nvPr>
            <p:ph type="sldNum" sz="quarter" idx="5"/>
          </p:nvPr>
        </p:nvSpPr>
        <p:spPr/>
        <p:txBody>
          <a:bodyPr/>
          <a:lstStyle/>
          <a:p>
            <a:fld id="{80D0357C-22B3-4CEE-AA8D-502C960AAA16}" type="slidenum">
              <a:rPr lang="en-IN" smtClean="0"/>
              <a:t>78</a:t>
            </a:fld>
            <a:endParaRPr lang="en-IN"/>
          </a:p>
        </p:txBody>
      </p:sp>
    </p:spTree>
    <p:extLst>
      <p:ext uri="{BB962C8B-B14F-4D97-AF65-F5344CB8AC3E}">
        <p14:creationId xmlns:p14="http://schemas.microsoft.com/office/powerpoint/2010/main" val="3389787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7466"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60958" indent="0" algn="r">
              <a:buNone/>
              <a:defRPr>
                <a:solidFill>
                  <a:schemeClr val="tx1"/>
                </a:solidFill>
              </a:defRPr>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lstStyle>
          <a:p>
            <a:r>
              <a:rPr lang="en-US"/>
              <a:t>Click to edit Master subtitle style</a:t>
            </a:r>
          </a:p>
        </p:txBody>
      </p:sp>
      <p:sp>
        <p:nvSpPr>
          <p:cNvPr id="4" name="Date Placeholder 29"/>
          <p:cNvSpPr>
            <a:spLocks noGrp="1"/>
          </p:cNvSpPr>
          <p:nvPr>
            <p:ph type="dt" sz="half" idx="10"/>
          </p:nvPr>
        </p:nvSpPr>
        <p:spPr/>
        <p:txBody>
          <a:bodyPr/>
          <a:lstStyle>
            <a:lvl1pPr>
              <a:defRPr smtClean="0">
                <a:solidFill>
                  <a:srgbClr val="EEECE1">
                    <a:shade val="90000"/>
                  </a:srgbClr>
                </a:solidFill>
              </a:defRPr>
            </a:lvl1pPr>
          </a:lstStyle>
          <a:p>
            <a:fld id="{FA7F876A-8D22-4A02-9D2C-4A4EF0784A46}" type="datetimeFigureOut">
              <a:rPr lang="en-IN" smtClean="0"/>
              <a:pPr/>
              <a:t>30-06-2026</a:t>
            </a:fld>
            <a:endParaRPr lang="en-IN" dirty="0"/>
          </a:p>
        </p:txBody>
      </p:sp>
      <p:sp>
        <p:nvSpPr>
          <p:cNvPr id="5" name="Footer Placeholder 18"/>
          <p:cNvSpPr>
            <a:spLocks noGrp="1"/>
          </p:cNvSpPr>
          <p:nvPr>
            <p:ph type="ftr" sz="quarter" idx="11"/>
          </p:nvPr>
        </p:nvSpPr>
        <p:spPr/>
        <p:txBody>
          <a:bodyPr/>
          <a:lstStyle>
            <a:lvl1pPr>
              <a:defRPr>
                <a:solidFill>
                  <a:srgbClr val="EEECE1">
                    <a:shade val="90000"/>
                  </a:srgbClr>
                </a:solidFill>
              </a:defRPr>
            </a:lvl1pPr>
          </a:lstStyle>
          <a:p>
            <a:endParaRPr lang="en-IN" dirty="0"/>
          </a:p>
        </p:txBody>
      </p:sp>
      <p:sp>
        <p:nvSpPr>
          <p:cNvPr id="6" name="Slide Number Placeholder 26"/>
          <p:cNvSpPr>
            <a:spLocks noGrp="1"/>
          </p:cNvSpPr>
          <p:nvPr>
            <p:ph type="sldNum" sz="quarter" idx="12"/>
          </p:nvPr>
        </p:nvSpPr>
        <p:spPr/>
        <p:txBody>
          <a:bodyPr/>
          <a:lstStyle>
            <a:lvl1pPr>
              <a:defRPr smtClean="0">
                <a:solidFill>
                  <a:srgbClr val="EEECE1">
                    <a:shade val="90000"/>
                  </a:srgbClr>
                </a:solidFill>
              </a:defRPr>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3879707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FA7F876A-8D22-4A02-9D2C-4A4EF0784A46}" type="datetimeFigureOut">
              <a:rPr lang="en-IN" smtClean="0"/>
              <a:pPr/>
              <a:t>30-06-2026</a:t>
            </a:fld>
            <a:endParaRPr lang="en-IN" dirty="0"/>
          </a:p>
        </p:txBody>
      </p:sp>
      <p:sp>
        <p:nvSpPr>
          <p:cNvPr id="5" name="Footer Placeholder 21"/>
          <p:cNvSpPr>
            <a:spLocks noGrp="1"/>
          </p:cNvSpPr>
          <p:nvPr>
            <p:ph type="ftr" sz="quarter" idx="11"/>
          </p:nvPr>
        </p:nvSpPr>
        <p:spPr/>
        <p:txBody>
          <a:bodyPr/>
          <a:lstStyle>
            <a:lvl1pPr>
              <a:defRPr/>
            </a:lvl1pPr>
          </a:lstStyle>
          <a:p>
            <a:endParaRPr lang="en-IN" dirty="0"/>
          </a:p>
        </p:txBody>
      </p:sp>
      <p:sp>
        <p:nvSpPr>
          <p:cNvPr id="6"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856400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7466"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707136" y="2704665"/>
            <a:ext cx="10363200" cy="1509712"/>
          </a:xfrm>
        </p:spPr>
        <p:txBody>
          <a:bodyPr lIns="45720" rIns="45720"/>
          <a:lstStyle>
            <a:lvl1pPr marL="0" indent="0">
              <a:buNone/>
              <a:defRPr sz="2933">
                <a:solidFill>
                  <a:schemeClr val="tx1"/>
                </a:solidFill>
              </a:defRPr>
            </a:lvl1pPr>
            <a:lvl2pPr>
              <a:buNone/>
              <a:defRPr sz="2400">
                <a:solidFill>
                  <a:schemeClr val="tx1">
                    <a:tint val="75000"/>
                  </a:schemeClr>
                </a:solidFill>
              </a:defRPr>
            </a:lvl2pPr>
            <a:lvl3pPr>
              <a:buNone/>
              <a:defRPr sz="2133">
                <a:solidFill>
                  <a:schemeClr val="tx1">
                    <a:tint val="75000"/>
                  </a:schemeClr>
                </a:solidFill>
              </a:defRPr>
            </a:lvl3pPr>
            <a:lvl4pPr>
              <a:buNone/>
              <a:defRPr sz="1867">
                <a:solidFill>
                  <a:schemeClr val="tx1">
                    <a:tint val="75000"/>
                  </a:schemeClr>
                </a:solidFill>
              </a:defRPr>
            </a:lvl4pPr>
            <a:lvl5pPr>
              <a:buNone/>
              <a:defRPr sz="1867">
                <a:solidFill>
                  <a:schemeClr val="tx1">
                    <a:tint val="75000"/>
                  </a:schemeClr>
                </a:solidFill>
              </a:defRPr>
            </a:lvl5pPr>
          </a:lstStyle>
          <a:p>
            <a:pPr lvl="0"/>
            <a:r>
              <a:rPr lang="en-US"/>
              <a:t>Click to edit Master text styles</a:t>
            </a:r>
          </a:p>
        </p:txBody>
      </p:sp>
      <p:sp>
        <p:nvSpPr>
          <p:cNvPr id="4" name="Date Placeholder 3"/>
          <p:cNvSpPr>
            <a:spLocks noGrp="1"/>
          </p:cNvSpPr>
          <p:nvPr>
            <p:ph type="dt" sz="half" idx="10"/>
          </p:nvPr>
        </p:nvSpPr>
        <p:spPr/>
        <p:txBody>
          <a:bodyPr/>
          <a:lstStyle>
            <a:lvl1pPr>
              <a:defRPr smtClean="0">
                <a:solidFill>
                  <a:srgbClr val="EEECE1">
                    <a:shade val="90000"/>
                  </a:srgbClr>
                </a:solidFill>
              </a:defRPr>
            </a:lvl1pPr>
          </a:lstStyle>
          <a:p>
            <a:fld id="{FA7F876A-8D22-4A02-9D2C-4A4EF0784A46}" type="datetimeFigureOut">
              <a:rPr lang="en-IN" smtClean="0"/>
              <a:pPr/>
              <a:t>30-06-2026</a:t>
            </a:fld>
            <a:endParaRPr lang="en-IN" dirty="0"/>
          </a:p>
        </p:txBody>
      </p:sp>
      <p:sp>
        <p:nvSpPr>
          <p:cNvPr id="5" name="Footer Placeholder 4"/>
          <p:cNvSpPr>
            <a:spLocks noGrp="1"/>
          </p:cNvSpPr>
          <p:nvPr>
            <p:ph type="ftr" sz="quarter" idx="11"/>
          </p:nvPr>
        </p:nvSpPr>
        <p:spPr/>
        <p:txBody>
          <a:bodyPr/>
          <a:lstStyle>
            <a:lvl1pPr>
              <a:defRPr>
                <a:solidFill>
                  <a:srgbClr val="EEECE1">
                    <a:shade val="90000"/>
                  </a:srgbClr>
                </a:solidFill>
              </a:defRPr>
            </a:lvl1pPr>
          </a:lstStyle>
          <a:p>
            <a:endParaRPr lang="en-IN" dirty="0"/>
          </a:p>
        </p:txBody>
      </p:sp>
      <p:sp>
        <p:nvSpPr>
          <p:cNvPr id="6" name="Slide Number Placeholder 5"/>
          <p:cNvSpPr>
            <a:spLocks noGrp="1"/>
          </p:cNvSpPr>
          <p:nvPr>
            <p:ph type="sldNum" sz="quarter" idx="12"/>
          </p:nvPr>
        </p:nvSpPr>
        <p:spPr/>
        <p:txBody>
          <a:bodyPr/>
          <a:lstStyle>
            <a:lvl1pPr>
              <a:defRPr smtClean="0">
                <a:solidFill>
                  <a:srgbClr val="EEECE1">
                    <a:shade val="90000"/>
                  </a:srgbClr>
                </a:solidFill>
              </a:defRPr>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4213393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3467"/>
            </a:lvl1pPr>
            <a:lvl2pPr>
              <a:defRPr sz="3200"/>
            </a:lvl2pPr>
            <a:lvl3pPr>
              <a:defRPr sz="2667"/>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20085"/>
            <a:ext cx="5384800" cy="4434840"/>
          </a:xfrm>
        </p:spPr>
        <p:txBody>
          <a:bodyPr/>
          <a:lstStyle>
            <a:lvl1pPr>
              <a:defRPr sz="3467"/>
            </a:lvl1pPr>
            <a:lvl2pPr>
              <a:defRPr sz="3200"/>
            </a:lvl2pPr>
            <a:lvl3pPr>
              <a:defRPr sz="2667"/>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fld id="{FA7F876A-8D22-4A02-9D2C-4A4EF0784A46}" type="datetimeFigureOut">
              <a:rPr lang="en-IN" smtClean="0"/>
              <a:pPr/>
              <a:t>30-06-2026</a:t>
            </a:fld>
            <a:endParaRPr lang="en-IN" dirty="0"/>
          </a:p>
        </p:txBody>
      </p:sp>
      <p:sp>
        <p:nvSpPr>
          <p:cNvPr id="6" name="Footer Placeholder 21"/>
          <p:cNvSpPr>
            <a:spLocks noGrp="1"/>
          </p:cNvSpPr>
          <p:nvPr>
            <p:ph type="ftr" sz="quarter" idx="11"/>
          </p:nvPr>
        </p:nvSpPr>
        <p:spPr/>
        <p:txBody>
          <a:bodyPr/>
          <a:lstStyle>
            <a:lvl1pPr>
              <a:defRPr/>
            </a:lvl1pPr>
          </a:lstStyle>
          <a:p>
            <a:endParaRPr lang="en-IN" dirty="0"/>
          </a:p>
        </p:txBody>
      </p:sp>
      <p:sp>
        <p:nvSpPr>
          <p:cNvPr id="7"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9404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3200" b="1" cap="none" baseline="0">
                <a:solidFill>
                  <a:schemeClr val="tx2"/>
                </a:solidFill>
                <a:effectLst/>
              </a:defRPr>
            </a:lvl1pPr>
            <a:lvl2pPr>
              <a:buNone/>
              <a:defRPr sz="2667" b="1"/>
            </a:lvl2pPr>
            <a:lvl3pPr>
              <a:buNone/>
              <a:defRPr sz="2400" b="1"/>
            </a:lvl3pPr>
            <a:lvl4pPr>
              <a:buNone/>
              <a:defRPr sz="2133" b="1"/>
            </a:lvl4pPr>
            <a:lvl5pPr>
              <a:buNone/>
              <a:defRPr sz="2133" b="1"/>
            </a:lvl5pPr>
          </a:lstStyle>
          <a:p>
            <a:pPr lvl="0"/>
            <a:r>
              <a:rPr lang="en-US"/>
              <a:t>Click to edit Master text styles</a:t>
            </a:r>
          </a:p>
        </p:txBody>
      </p:sp>
      <p:sp>
        <p:nvSpPr>
          <p:cNvPr id="4" name="Text Placeholder 3"/>
          <p:cNvSpPr>
            <a:spLocks noGrp="1"/>
          </p:cNvSpPr>
          <p:nvPr>
            <p:ph type="body" sz="half" idx="3"/>
          </p:nvPr>
        </p:nvSpPr>
        <p:spPr>
          <a:xfrm>
            <a:off x="6193378" y="1859757"/>
            <a:ext cx="5389033" cy="654843"/>
          </a:xfrm>
        </p:spPr>
        <p:txBody>
          <a:bodyPr lIns="45720" tIns="0" rIns="45720" bIns="0" anchor="ctr"/>
          <a:lstStyle>
            <a:lvl1pPr marL="0" indent="0">
              <a:buNone/>
              <a:defRPr sz="3200" b="1" cap="none" baseline="0">
                <a:solidFill>
                  <a:schemeClr val="tx2"/>
                </a:solidFill>
                <a:effectLst/>
              </a:defRPr>
            </a:lvl1pPr>
            <a:lvl2pPr>
              <a:buNone/>
              <a:defRPr sz="2667" b="1"/>
            </a:lvl2pPr>
            <a:lvl3pPr>
              <a:buNone/>
              <a:defRPr sz="2400" b="1"/>
            </a:lvl3pPr>
            <a:lvl4pPr>
              <a:buNone/>
              <a:defRPr sz="2133" b="1"/>
            </a:lvl4pPr>
            <a:lvl5pPr>
              <a:buNone/>
              <a:defRPr sz="2133" b="1"/>
            </a:lvl5pPr>
          </a:lstStyle>
          <a:p>
            <a:pPr lvl="0"/>
            <a:r>
              <a:rPr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933"/>
            </a:lvl1pPr>
            <a:lvl2pPr>
              <a:defRPr sz="2667"/>
            </a:lvl2pPr>
            <a:lvl3pPr>
              <a:defRPr sz="2400"/>
            </a:lvl3pPr>
            <a:lvl4pPr>
              <a:defRPr sz="2133"/>
            </a:lvl4pPr>
            <a:lvl5pPr>
              <a:defRPr sz="213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8" y="2514600"/>
            <a:ext cx="5389033" cy="3845720"/>
          </a:xfrm>
        </p:spPr>
        <p:txBody>
          <a:bodyPr tIns="0"/>
          <a:lstStyle>
            <a:lvl1pPr>
              <a:defRPr sz="2933"/>
            </a:lvl1pPr>
            <a:lvl2pPr>
              <a:defRPr sz="2667"/>
            </a:lvl2pPr>
            <a:lvl3pPr>
              <a:defRPr sz="2400"/>
            </a:lvl3pPr>
            <a:lvl4pPr>
              <a:defRPr sz="2133"/>
            </a:lvl4pPr>
            <a:lvl5pPr>
              <a:defRPr sz="213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p:cNvSpPr>
            <a:spLocks noGrp="1"/>
          </p:cNvSpPr>
          <p:nvPr>
            <p:ph type="dt" sz="half" idx="10"/>
          </p:nvPr>
        </p:nvSpPr>
        <p:spPr/>
        <p:txBody>
          <a:bodyPr/>
          <a:lstStyle>
            <a:lvl1pPr>
              <a:defRPr/>
            </a:lvl1pPr>
          </a:lstStyle>
          <a:p>
            <a:fld id="{FA7F876A-8D22-4A02-9D2C-4A4EF0784A46}" type="datetimeFigureOut">
              <a:rPr lang="en-IN" smtClean="0"/>
              <a:pPr/>
              <a:t>30-06-2026</a:t>
            </a:fld>
            <a:endParaRPr lang="en-IN" dirty="0"/>
          </a:p>
        </p:txBody>
      </p:sp>
      <p:sp>
        <p:nvSpPr>
          <p:cNvPr id="8" name="Footer Placeholder 21"/>
          <p:cNvSpPr>
            <a:spLocks noGrp="1"/>
          </p:cNvSpPr>
          <p:nvPr>
            <p:ph type="ftr" sz="quarter" idx="11"/>
          </p:nvPr>
        </p:nvSpPr>
        <p:spPr/>
        <p:txBody>
          <a:bodyPr/>
          <a:lstStyle>
            <a:lvl1pPr>
              <a:defRPr/>
            </a:lvl1pPr>
          </a:lstStyle>
          <a:p>
            <a:endParaRPr lang="en-IN" dirty="0"/>
          </a:p>
        </p:txBody>
      </p:sp>
      <p:sp>
        <p:nvSpPr>
          <p:cNvPr id="9"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2669086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6667" b="0">
                <a:ln>
                  <a:noFill/>
                </a:ln>
                <a:solidFill>
                  <a:schemeClr val="tx2"/>
                </a:solidFill>
                <a:effectLst/>
                <a:latin typeface="+mj-lt"/>
                <a:ea typeface="+mj-ea"/>
                <a:cs typeface="+mj-cs"/>
              </a:defRPr>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fld id="{FA7F876A-8D22-4A02-9D2C-4A4EF0784A46}" type="datetimeFigureOut">
              <a:rPr lang="en-IN" smtClean="0"/>
              <a:pPr/>
              <a:t>30-06-2026</a:t>
            </a:fld>
            <a:endParaRPr lang="en-IN" dirty="0"/>
          </a:p>
        </p:txBody>
      </p:sp>
      <p:sp>
        <p:nvSpPr>
          <p:cNvPr id="4" name="Footer Placeholder 21"/>
          <p:cNvSpPr>
            <a:spLocks noGrp="1"/>
          </p:cNvSpPr>
          <p:nvPr>
            <p:ph type="ftr" sz="quarter" idx="11"/>
          </p:nvPr>
        </p:nvSpPr>
        <p:spPr/>
        <p:txBody>
          <a:bodyPr/>
          <a:lstStyle>
            <a:lvl1pPr>
              <a:defRPr/>
            </a:lvl1pPr>
          </a:lstStyle>
          <a:p>
            <a:endParaRPr lang="en-IN" dirty="0"/>
          </a:p>
        </p:txBody>
      </p:sp>
      <p:sp>
        <p:nvSpPr>
          <p:cNvPr id="5"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4117282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fld id="{FA7F876A-8D22-4A02-9D2C-4A4EF0784A46}" type="datetimeFigureOut">
              <a:rPr lang="en-IN" smtClean="0"/>
              <a:pPr/>
              <a:t>30-06-2026</a:t>
            </a:fld>
            <a:endParaRPr lang="en-IN" dirty="0"/>
          </a:p>
        </p:txBody>
      </p:sp>
      <p:sp>
        <p:nvSpPr>
          <p:cNvPr id="3" name="Footer Placeholder 21"/>
          <p:cNvSpPr>
            <a:spLocks noGrp="1"/>
          </p:cNvSpPr>
          <p:nvPr>
            <p:ph type="ftr" sz="quarter" idx="11"/>
          </p:nvPr>
        </p:nvSpPr>
        <p:spPr/>
        <p:txBody>
          <a:bodyPr/>
          <a:lstStyle>
            <a:lvl1pPr>
              <a:defRPr/>
            </a:lvl1pPr>
          </a:lstStyle>
          <a:p>
            <a:endParaRPr lang="en-IN" dirty="0"/>
          </a:p>
        </p:txBody>
      </p:sp>
      <p:sp>
        <p:nvSpPr>
          <p:cNvPr id="4"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3137641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3"/>
            <a:ext cx="3657600" cy="1162051"/>
          </a:xfrm>
        </p:spPr>
        <p:txBody>
          <a:bodyPr>
            <a:noAutofit/>
          </a:bodyPr>
          <a:lstStyle>
            <a:lvl1pPr algn="l" rtl="0">
              <a:spcBef>
                <a:spcPct val="0"/>
              </a:spcBef>
              <a:buNone/>
              <a:defRPr sz="3467"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867"/>
            </a:lvl1pPr>
            <a:lvl2pPr indent="0" algn="l">
              <a:buNone/>
              <a:defRPr sz="1600"/>
            </a:lvl2pPr>
            <a:lvl3pPr indent="0" algn="l">
              <a:buNone/>
              <a:defRPr sz="1333"/>
            </a:lvl3pPr>
            <a:lvl4pPr indent="0" algn="l">
              <a:buNone/>
              <a:defRPr sz="1200"/>
            </a:lvl4pPr>
            <a:lvl5pPr indent="0" algn="l">
              <a:buNone/>
              <a:defRPr sz="1200"/>
            </a:lvl5pPr>
          </a:lstStyle>
          <a:p>
            <a:pPr lvl="0"/>
            <a:r>
              <a:rPr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3733"/>
            </a:lvl1pPr>
            <a:lvl2pPr>
              <a:defRPr sz="3467"/>
            </a:lvl2pPr>
            <a:lvl3pPr>
              <a:defRPr sz="3200"/>
            </a:lvl3pPr>
            <a:lvl4pPr>
              <a:defRPr sz="2667"/>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fld id="{FA7F876A-8D22-4A02-9D2C-4A4EF0784A46}" type="datetimeFigureOut">
              <a:rPr lang="en-IN" smtClean="0"/>
              <a:pPr/>
              <a:t>30-06-2026</a:t>
            </a:fld>
            <a:endParaRPr lang="en-IN" dirty="0"/>
          </a:p>
        </p:txBody>
      </p:sp>
      <p:sp>
        <p:nvSpPr>
          <p:cNvPr id="6" name="Footer Placeholder 21"/>
          <p:cNvSpPr>
            <a:spLocks noGrp="1"/>
          </p:cNvSpPr>
          <p:nvPr>
            <p:ph type="ftr" sz="quarter" idx="11"/>
          </p:nvPr>
        </p:nvSpPr>
        <p:spPr/>
        <p:txBody>
          <a:bodyPr/>
          <a:lstStyle>
            <a:lvl1pPr>
              <a:defRPr/>
            </a:lvl1pPr>
          </a:lstStyle>
          <a:p>
            <a:endParaRPr lang="en-IN" dirty="0"/>
          </a:p>
        </p:txBody>
      </p:sp>
      <p:sp>
        <p:nvSpPr>
          <p:cNvPr id="7"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1008842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4220633" y="1109133"/>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dirty="0">
              <a:solidFill>
                <a:prstClr val="white"/>
              </a:solidFill>
            </a:endParaRPr>
          </a:p>
        </p:txBody>
      </p:sp>
      <p:sp>
        <p:nvSpPr>
          <p:cNvPr id="6" name="Right Triangle 5"/>
          <p:cNvSpPr/>
          <p:nvPr/>
        </p:nvSpPr>
        <p:spPr>
          <a:xfrm rot="420000" flipV="1">
            <a:off x="10672237" y="5359402"/>
            <a:ext cx="207433" cy="156633"/>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400" dirty="0">
              <a:solidFill>
                <a:prstClr val="white"/>
              </a:solidFill>
            </a:endParaRPr>
          </a:p>
        </p:txBody>
      </p:sp>
      <p:sp>
        <p:nvSpPr>
          <p:cNvPr id="7" name="Freeform 6"/>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sz="2400" dirty="0">
              <a:solidFill>
                <a:prstClr val="black"/>
              </a:solidFill>
              <a:latin typeface="Constantia"/>
              <a:cs typeface="+mn-cs"/>
            </a:endParaRPr>
          </a:p>
        </p:txBody>
      </p:sp>
      <p:sp>
        <p:nvSpPr>
          <p:cNvPr id="8" name="Freeform 7"/>
          <p:cNvSpPr>
            <a:spLocks/>
          </p:cNvSpPr>
          <p:nvPr/>
        </p:nvSpPr>
        <p:spPr bwMode="auto">
          <a:xfrm flipV="1">
            <a:off x="5842000" y="6220886"/>
            <a:ext cx="6350000" cy="63711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sz="2400" dirty="0">
              <a:solidFill>
                <a:prstClr val="black"/>
              </a:solidFill>
              <a:latin typeface="Constantia"/>
              <a:cs typeface="+mn-cs"/>
            </a:endParaRPr>
          </a:p>
        </p:txBody>
      </p:sp>
      <p:sp>
        <p:nvSpPr>
          <p:cNvPr id="2" name="Title 1"/>
          <p:cNvSpPr>
            <a:spLocks noGrp="1"/>
          </p:cNvSpPr>
          <p:nvPr>
            <p:ph type="title"/>
          </p:nvPr>
        </p:nvSpPr>
        <p:spPr>
          <a:xfrm>
            <a:off x="812800" y="1176996"/>
            <a:ext cx="2950464" cy="1582621"/>
          </a:xfrm>
        </p:spPr>
        <p:txBody>
          <a:bodyPr lIns="45720" rIns="45720" bIns="45720"/>
          <a:lstStyle>
            <a:lvl1pPr algn="l">
              <a:buNone/>
              <a:defRPr sz="2667"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812800" y="2828787"/>
            <a:ext cx="2946400" cy="2179320"/>
          </a:xfrm>
        </p:spPr>
        <p:txBody>
          <a:bodyPr lIns="64008" rIns="45720"/>
          <a:lstStyle>
            <a:lvl1pPr marL="0" indent="0" algn="l">
              <a:spcBef>
                <a:spcPts val="333"/>
              </a:spcBef>
              <a:buFontTx/>
              <a:buNone/>
              <a:defRPr sz="1733"/>
            </a:lvl1pPr>
            <a:lvl2pPr>
              <a:defRPr sz="1600"/>
            </a:lvl2pPr>
            <a:lvl3pPr>
              <a:defRPr sz="1333"/>
            </a:lvl3pPr>
            <a:lvl4pPr>
              <a:defRPr sz="1200"/>
            </a:lvl4pPr>
            <a:lvl5pPr>
              <a:defRPr sz="1200"/>
            </a:lvl5pPr>
          </a:lstStyle>
          <a:p>
            <a:pPr lvl="0"/>
            <a:r>
              <a:rPr lang="en-US"/>
              <a:t>Click to edit Master text styles</a:t>
            </a:r>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normAutofit/>
          </a:bodyPr>
          <a:lstStyle>
            <a:lvl1pPr marL="0" indent="0">
              <a:buNone/>
              <a:defRPr sz="4267"/>
            </a:lvl1pPr>
          </a:lstStyle>
          <a:p>
            <a:pPr lvl="0"/>
            <a:r>
              <a:rPr lang="en-US" noProof="0" dirty="0"/>
              <a:t>Click icon to add picture</a:t>
            </a:r>
          </a:p>
        </p:txBody>
      </p:sp>
      <p:sp>
        <p:nvSpPr>
          <p:cNvPr id="9" name="Date Placeholder 4"/>
          <p:cNvSpPr>
            <a:spLocks noGrp="1"/>
          </p:cNvSpPr>
          <p:nvPr>
            <p:ph type="dt" sz="half" idx="10"/>
          </p:nvPr>
        </p:nvSpPr>
        <p:spPr/>
        <p:txBody>
          <a:bodyPr/>
          <a:lstStyle>
            <a:lvl1pPr>
              <a:defRPr smtClean="0"/>
            </a:lvl1pPr>
          </a:lstStyle>
          <a:p>
            <a:fld id="{FA7F876A-8D22-4A02-9D2C-4A4EF0784A46}" type="datetimeFigureOut">
              <a:rPr lang="en-IN" smtClean="0"/>
              <a:pPr/>
              <a:t>30-06-2026</a:t>
            </a:fld>
            <a:endParaRPr lang="en-IN" dirty="0"/>
          </a:p>
        </p:txBody>
      </p:sp>
      <p:sp>
        <p:nvSpPr>
          <p:cNvPr id="10" name="Footer Placeholder 5"/>
          <p:cNvSpPr>
            <a:spLocks noGrp="1"/>
          </p:cNvSpPr>
          <p:nvPr>
            <p:ph type="ftr" sz="quarter" idx="11"/>
          </p:nvPr>
        </p:nvSpPr>
        <p:spPr/>
        <p:txBody>
          <a:bodyPr/>
          <a:lstStyle>
            <a:lvl1pPr>
              <a:defRPr/>
            </a:lvl1pPr>
          </a:lstStyle>
          <a:p>
            <a:endParaRPr lang="en-IN" dirty="0"/>
          </a:p>
        </p:txBody>
      </p:sp>
      <p:sp>
        <p:nvSpPr>
          <p:cNvPr id="11" name="Slide Number Placeholder 6"/>
          <p:cNvSpPr>
            <a:spLocks noGrp="1"/>
          </p:cNvSpPr>
          <p:nvPr>
            <p:ph type="sldNum" sz="quarter" idx="12"/>
          </p:nvPr>
        </p:nvSpPr>
        <p:spPr>
          <a:xfrm>
            <a:off x="10769600" y="6356353"/>
            <a:ext cx="812800" cy="366183"/>
          </a:xfrm>
        </p:spPr>
        <p:txBody>
          <a:bodyPr/>
          <a:lstStyle>
            <a:lvl1pPr>
              <a:defRPr smtClean="0"/>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302921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FA7F876A-8D22-4A02-9D2C-4A4EF0784A46}" type="datetimeFigureOut">
              <a:rPr lang="en-IN" smtClean="0"/>
              <a:pPr/>
              <a:t>30-06-2026</a:t>
            </a:fld>
            <a:endParaRPr lang="en-IN" dirty="0"/>
          </a:p>
        </p:txBody>
      </p:sp>
      <p:sp>
        <p:nvSpPr>
          <p:cNvPr id="5" name="Footer Placeholder 21"/>
          <p:cNvSpPr>
            <a:spLocks noGrp="1"/>
          </p:cNvSpPr>
          <p:nvPr>
            <p:ph type="ftr" sz="quarter" idx="11"/>
          </p:nvPr>
        </p:nvSpPr>
        <p:spPr/>
        <p:txBody>
          <a:bodyPr/>
          <a:lstStyle>
            <a:lvl1pPr>
              <a:defRPr/>
            </a:lvl1pPr>
          </a:lstStyle>
          <a:p>
            <a:endParaRPr lang="en-IN" dirty="0"/>
          </a:p>
        </p:txBody>
      </p:sp>
      <p:sp>
        <p:nvSpPr>
          <p:cNvPr id="6"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3711171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914402"/>
            <a:ext cx="80264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FA7F876A-8D22-4A02-9D2C-4A4EF0784A46}" type="datetimeFigureOut">
              <a:rPr lang="en-IN" smtClean="0"/>
              <a:pPr/>
              <a:t>30-06-2026</a:t>
            </a:fld>
            <a:endParaRPr lang="en-IN" dirty="0"/>
          </a:p>
        </p:txBody>
      </p:sp>
      <p:sp>
        <p:nvSpPr>
          <p:cNvPr id="5" name="Footer Placeholder 21"/>
          <p:cNvSpPr>
            <a:spLocks noGrp="1"/>
          </p:cNvSpPr>
          <p:nvPr>
            <p:ph type="ftr" sz="quarter" idx="11"/>
          </p:nvPr>
        </p:nvSpPr>
        <p:spPr/>
        <p:txBody>
          <a:bodyPr/>
          <a:lstStyle>
            <a:lvl1pPr>
              <a:defRPr/>
            </a:lvl1pPr>
          </a:lstStyle>
          <a:p>
            <a:endParaRPr lang="en-IN" dirty="0"/>
          </a:p>
        </p:txBody>
      </p:sp>
      <p:sp>
        <p:nvSpPr>
          <p:cNvPr id="6"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dirty="0"/>
          </a:p>
        </p:txBody>
      </p:sp>
    </p:spTree>
    <p:extLst>
      <p:ext uri="{BB962C8B-B14F-4D97-AF65-F5344CB8AC3E}">
        <p14:creationId xmlns:p14="http://schemas.microsoft.com/office/powerpoint/2010/main" val="3954768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12700" y="-6349"/>
            <a:ext cx="1221740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sz="2400" dirty="0">
              <a:solidFill>
                <a:prstClr val="black"/>
              </a:solidFill>
              <a:latin typeface="Constantia"/>
              <a:cs typeface="+mn-cs"/>
            </a:endParaRPr>
          </a:p>
        </p:txBody>
      </p:sp>
      <p:sp>
        <p:nvSpPr>
          <p:cNvPr id="8" name="Freeform 7"/>
          <p:cNvSpPr>
            <a:spLocks/>
          </p:cNvSpPr>
          <p:nvPr/>
        </p:nvSpPr>
        <p:spPr bwMode="auto">
          <a:xfrm>
            <a:off x="5842000" y="-6351"/>
            <a:ext cx="6350000" cy="637117"/>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sz="2400" dirty="0">
              <a:solidFill>
                <a:prstClr val="black"/>
              </a:solidFill>
              <a:latin typeface="Constantia"/>
              <a:cs typeface="+mn-cs"/>
            </a:endParaRPr>
          </a:p>
        </p:txBody>
      </p:sp>
      <p:sp>
        <p:nvSpPr>
          <p:cNvPr id="1028" name="Title Placeholder 8"/>
          <p:cNvSpPr>
            <a:spLocks noGrp="1"/>
          </p:cNvSpPr>
          <p:nvPr>
            <p:ph type="title"/>
          </p:nvPr>
        </p:nvSpPr>
        <p:spPr bwMode="auto">
          <a:xfrm>
            <a:off x="609600" y="704851"/>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a:t>Click to edit Master title style</a:t>
            </a:r>
          </a:p>
        </p:txBody>
      </p:sp>
      <p:sp>
        <p:nvSpPr>
          <p:cNvPr id="1029" name="Text Placeholder 29"/>
          <p:cNvSpPr>
            <a:spLocks noGrp="1"/>
          </p:cNvSpPr>
          <p:nvPr>
            <p:ph type="body" idx="1"/>
          </p:nvPr>
        </p:nvSpPr>
        <p:spPr bwMode="auto">
          <a:xfrm>
            <a:off x="609600" y="1934635"/>
            <a:ext cx="10972800" cy="4389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609600" y="6356353"/>
            <a:ext cx="2844800" cy="366183"/>
          </a:xfrm>
          <a:prstGeom prst="rect">
            <a:avLst/>
          </a:prstGeom>
        </p:spPr>
        <p:txBody>
          <a:bodyPr vert="horz" lIns="0" tIns="0" rIns="0" bIns="0" anchor="b"/>
          <a:lstStyle>
            <a:lvl1pPr algn="l" eaLnBrk="1" fontAlgn="auto" latinLnBrk="0" hangingPunct="1">
              <a:spcBef>
                <a:spcPts val="0"/>
              </a:spcBef>
              <a:spcAft>
                <a:spcPts val="0"/>
              </a:spcAft>
              <a:defRPr kumimoji="0" sz="1600" smtClean="0">
                <a:solidFill>
                  <a:srgbClr val="1F497D">
                    <a:shade val="90000"/>
                  </a:srgbClr>
                </a:solidFill>
                <a:latin typeface="+mn-lt"/>
                <a:cs typeface="+mn-cs"/>
              </a:defRPr>
            </a:lvl1pPr>
          </a:lstStyle>
          <a:p>
            <a:fld id="{FA7F876A-8D22-4A02-9D2C-4A4EF0784A46}" type="datetimeFigureOut">
              <a:rPr lang="en-IN" smtClean="0"/>
              <a:pPr/>
              <a:t>30-06-2026</a:t>
            </a:fld>
            <a:endParaRPr lang="en-IN" dirty="0"/>
          </a:p>
        </p:txBody>
      </p:sp>
      <p:sp>
        <p:nvSpPr>
          <p:cNvPr id="22" name="Footer Placeholder 21"/>
          <p:cNvSpPr>
            <a:spLocks noGrp="1"/>
          </p:cNvSpPr>
          <p:nvPr>
            <p:ph type="ftr" sz="quarter" idx="3"/>
          </p:nvPr>
        </p:nvSpPr>
        <p:spPr>
          <a:xfrm>
            <a:off x="3556000" y="6356353"/>
            <a:ext cx="4470400" cy="366183"/>
          </a:xfrm>
          <a:prstGeom prst="rect">
            <a:avLst/>
          </a:prstGeom>
        </p:spPr>
        <p:txBody>
          <a:bodyPr vert="horz" lIns="0" tIns="0" rIns="0" bIns="0" anchor="b"/>
          <a:lstStyle>
            <a:lvl1pPr algn="l" eaLnBrk="1" fontAlgn="auto" latinLnBrk="0" hangingPunct="1">
              <a:spcBef>
                <a:spcPts val="0"/>
              </a:spcBef>
              <a:spcAft>
                <a:spcPts val="0"/>
              </a:spcAft>
              <a:defRPr kumimoji="0" sz="1600">
                <a:solidFill>
                  <a:srgbClr val="1F497D">
                    <a:shade val="90000"/>
                  </a:srgbClr>
                </a:solidFill>
                <a:latin typeface="+mn-lt"/>
                <a:cs typeface="+mn-cs"/>
              </a:defRPr>
            </a:lvl1pPr>
          </a:lstStyle>
          <a:p>
            <a:endParaRPr lang="en-IN" dirty="0"/>
          </a:p>
        </p:txBody>
      </p:sp>
      <p:sp>
        <p:nvSpPr>
          <p:cNvPr id="18" name="Slide Number Placeholder 17"/>
          <p:cNvSpPr>
            <a:spLocks noGrp="1"/>
          </p:cNvSpPr>
          <p:nvPr>
            <p:ph type="sldNum" sz="quarter" idx="4"/>
          </p:nvPr>
        </p:nvSpPr>
        <p:spPr>
          <a:xfrm>
            <a:off x="10566400" y="6356353"/>
            <a:ext cx="1016000" cy="366183"/>
          </a:xfrm>
          <a:prstGeom prst="rect">
            <a:avLst/>
          </a:prstGeom>
        </p:spPr>
        <p:txBody>
          <a:bodyPr vert="horz" lIns="0" tIns="0" rIns="0" bIns="0" anchor="b"/>
          <a:lstStyle>
            <a:lvl1pPr algn="r" eaLnBrk="1" fontAlgn="auto" latinLnBrk="0" hangingPunct="1">
              <a:spcBef>
                <a:spcPts val="0"/>
              </a:spcBef>
              <a:spcAft>
                <a:spcPts val="0"/>
              </a:spcAft>
              <a:defRPr kumimoji="0" sz="1600" smtClean="0">
                <a:solidFill>
                  <a:srgbClr val="1F497D">
                    <a:shade val="90000"/>
                  </a:srgbClr>
                </a:solidFill>
                <a:latin typeface="+mn-lt"/>
                <a:cs typeface="+mn-cs"/>
              </a:defRPr>
            </a:lvl1pPr>
          </a:lstStyle>
          <a:p>
            <a:fld id="{299AB1CD-1EC5-41A8-8F0A-41E0CC9B8AC3}" type="slidenum">
              <a:rPr lang="en-IN" smtClean="0"/>
              <a:pPr/>
              <a:t>‹#›</a:t>
            </a:fld>
            <a:endParaRPr lang="en-IN" dirty="0"/>
          </a:p>
        </p:txBody>
      </p:sp>
      <p:grpSp>
        <p:nvGrpSpPr>
          <p:cNvPr id="1033" name="Group 1"/>
          <p:cNvGrpSpPr>
            <a:grpSpLocks/>
          </p:cNvGrpSpPr>
          <p:nvPr/>
        </p:nvGrpSpPr>
        <p:grpSpPr bwMode="auto">
          <a:xfrm>
            <a:off x="-25399" y="203202"/>
            <a:ext cx="12240684"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sz="2400" dirty="0">
                <a:solidFill>
                  <a:prstClr val="black"/>
                </a:solidFill>
                <a:latin typeface="+mn-lt"/>
                <a:cs typeface="+mn-cs"/>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sz="2400" dirty="0">
                <a:solidFill>
                  <a:prstClr val="black"/>
                </a:solidFill>
                <a:latin typeface="+mn-lt"/>
                <a:cs typeface="+mn-cs"/>
              </a:endParaRPr>
            </a:p>
          </p:txBody>
        </p:sp>
      </p:grpSp>
    </p:spTree>
    <p:extLst>
      <p:ext uri="{BB962C8B-B14F-4D97-AF65-F5344CB8AC3E}">
        <p14:creationId xmlns:p14="http://schemas.microsoft.com/office/powerpoint/2010/main" val="98873669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fontAlgn="base" hangingPunct="1">
        <a:spcBef>
          <a:spcPct val="0"/>
        </a:spcBef>
        <a:spcAft>
          <a:spcPct val="0"/>
        </a:spcAft>
        <a:defRPr sz="6667" kern="1200">
          <a:solidFill>
            <a:schemeClr val="tx2"/>
          </a:solidFill>
          <a:latin typeface="+mj-lt"/>
          <a:ea typeface="+mj-ea"/>
          <a:cs typeface="+mj-cs"/>
        </a:defRPr>
      </a:lvl1pPr>
      <a:lvl2pPr algn="l" rtl="0" eaLnBrk="1" fontAlgn="base" hangingPunct="1">
        <a:spcBef>
          <a:spcPct val="0"/>
        </a:spcBef>
        <a:spcAft>
          <a:spcPct val="0"/>
        </a:spcAft>
        <a:defRPr sz="6667">
          <a:solidFill>
            <a:schemeClr val="tx2"/>
          </a:solidFill>
          <a:latin typeface="Calibri" pitchFamily="34" charset="0"/>
        </a:defRPr>
      </a:lvl2pPr>
      <a:lvl3pPr algn="l" rtl="0" eaLnBrk="1" fontAlgn="base" hangingPunct="1">
        <a:spcBef>
          <a:spcPct val="0"/>
        </a:spcBef>
        <a:spcAft>
          <a:spcPct val="0"/>
        </a:spcAft>
        <a:defRPr sz="6667">
          <a:solidFill>
            <a:schemeClr val="tx2"/>
          </a:solidFill>
          <a:latin typeface="Calibri" pitchFamily="34" charset="0"/>
        </a:defRPr>
      </a:lvl3pPr>
      <a:lvl4pPr algn="l" rtl="0" eaLnBrk="1" fontAlgn="base" hangingPunct="1">
        <a:spcBef>
          <a:spcPct val="0"/>
        </a:spcBef>
        <a:spcAft>
          <a:spcPct val="0"/>
        </a:spcAft>
        <a:defRPr sz="6667">
          <a:solidFill>
            <a:schemeClr val="tx2"/>
          </a:solidFill>
          <a:latin typeface="Calibri" pitchFamily="34" charset="0"/>
        </a:defRPr>
      </a:lvl4pPr>
      <a:lvl5pPr algn="l" rtl="0" eaLnBrk="1" fontAlgn="base" hangingPunct="1">
        <a:spcBef>
          <a:spcPct val="0"/>
        </a:spcBef>
        <a:spcAft>
          <a:spcPct val="0"/>
        </a:spcAft>
        <a:defRPr sz="6667">
          <a:solidFill>
            <a:schemeClr val="tx2"/>
          </a:solidFill>
          <a:latin typeface="Calibri" pitchFamily="34" charset="0"/>
        </a:defRPr>
      </a:lvl5pPr>
      <a:lvl6pPr marL="609585" algn="l" rtl="0" eaLnBrk="1" fontAlgn="base" hangingPunct="1">
        <a:spcBef>
          <a:spcPct val="0"/>
        </a:spcBef>
        <a:spcAft>
          <a:spcPct val="0"/>
        </a:spcAft>
        <a:defRPr sz="6667">
          <a:solidFill>
            <a:schemeClr val="tx2"/>
          </a:solidFill>
          <a:latin typeface="Calibri" pitchFamily="34" charset="0"/>
        </a:defRPr>
      </a:lvl6pPr>
      <a:lvl7pPr marL="1219170" algn="l" rtl="0" eaLnBrk="1" fontAlgn="base" hangingPunct="1">
        <a:spcBef>
          <a:spcPct val="0"/>
        </a:spcBef>
        <a:spcAft>
          <a:spcPct val="0"/>
        </a:spcAft>
        <a:defRPr sz="6667">
          <a:solidFill>
            <a:schemeClr val="tx2"/>
          </a:solidFill>
          <a:latin typeface="Calibri" pitchFamily="34" charset="0"/>
        </a:defRPr>
      </a:lvl7pPr>
      <a:lvl8pPr marL="1828754" algn="l" rtl="0" eaLnBrk="1" fontAlgn="base" hangingPunct="1">
        <a:spcBef>
          <a:spcPct val="0"/>
        </a:spcBef>
        <a:spcAft>
          <a:spcPct val="0"/>
        </a:spcAft>
        <a:defRPr sz="6667">
          <a:solidFill>
            <a:schemeClr val="tx2"/>
          </a:solidFill>
          <a:latin typeface="Calibri" pitchFamily="34" charset="0"/>
        </a:defRPr>
      </a:lvl8pPr>
      <a:lvl9pPr marL="2438339" algn="l" rtl="0" eaLnBrk="1" fontAlgn="base" hangingPunct="1">
        <a:spcBef>
          <a:spcPct val="0"/>
        </a:spcBef>
        <a:spcAft>
          <a:spcPct val="0"/>
        </a:spcAft>
        <a:defRPr sz="6667">
          <a:solidFill>
            <a:schemeClr val="tx2"/>
          </a:solidFill>
          <a:latin typeface="Calibri" pitchFamily="34" charset="0"/>
        </a:defRPr>
      </a:lvl9pPr>
    </p:titleStyle>
    <p:bodyStyle>
      <a:lvl1pPr marL="364058" indent="-364058" algn="l" rtl="0" eaLnBrk="1" fontAlgn="base" hangingPunct="1">
        <a:spcBef>
          <a:spcPct val="20000"/>
        </a:spcBef>
        <a:spcAft>
          <a:spcPct val="0"/>
        </a:spcAft>
        <a:buClr>
          <a:srgbClr val="9BBB59"/>
        </a:buClr>
        <a:buSzPct val="95000"/>
        <a:buFont typeface="Wingdings 2" pitchFamily="18" charset="2"/>
        <a:buChar char=""/>
        <a:defRPr sz="3467" kern="1200">
          <a:solidFill>
            <a:schemeClr val="tx1"/>
          </a:solidFill>
          <a:latin typeface="+mn-lt"/>
          <a:ea typeface="+mn-ea"/>
          <a:cs typeface="+mn-cs"/>
        </a:defRPr>
      </a:lvl1pPr>
      <a:lvl2pPr marL="852996" indent="-328076" algn="l" rtl="0" eaLnBrk="1" fontAlgn="base" hangingPunct="1">
        <a:spcBef>
          <a:spcPct val="20000"/>
        </a:spcBef>
        <a:spcAft>
          <a:spcPct val="0"/>
        </a:spcAft>
        <a:buClr>
          <a:schemeClr val="accent1"/>
        </a:buClr>
        <a:buSzPct val="85000"/>
        <a:buFont typeface="Wingdings 2" pitchFamily="18" charset="2"/>
        <a:buChar char=""/>
        <a:defRPr sz="3200" kern="1200">
          <a:solidFill>
            <a:schemeClr val="tx1"/>
          </a:solidFill>
          <a:latin typeface="+mn-lt"/>
          <a:ea typeface="+mn-ea"/>
          <a:cs typeface="+mn-cs"/>
        </a:defRPr>
      </a:lvl2pPr>
      <a:lvl3pPr marL="1219170" indent="-328076" algn="l" rtl="0" eaLnBrk="1" fontAlgn="base" hangingPunct="1">
        <a:spcBef>
          <a:spcPct val="20000"/>
        </a:spcBef>
        <a:spcAft>
          <a:spcPct val="0"/>
        </a:spcAft>
        <a:buClr>
          <a:schemeClr val="accent2"/>
        </a:buClr>
        <a:buSzPct val="70000"/>
        <a:buFont typeface="Wingdings 2" pitchFamily="18" charset="2"/>
        <a:buChar char=""/>
        <a:defRPr sz="2800" kern="1200">
          <a:solidFill>
            <a:schemeClr val="tx1"/>
          </a:solidFill>
          <a:latin typeface="+mn-lt"/>
          <a:ea typeface="+mn-ea"/>
          <a:cs typeface="+mn-cs"/>
        </a:defRPr>
      </a:lvl3pPr>
      <a:lvl4pPr marL="1583227" indent="-279393" algn="l" rtl="0" eaLnBrk="1" fontAlgn="base" hangingPunct="1">
        <a:spcBef>
          <a:spcPct val="20000"/>
        </a:spcBef>
        <a:spcAft>
          <a:spcPct val="0"/>
        </a:spcAft>
        <a:buClr>
          <a:srgbClr val="9BBB59"/>
        </a:buClr>
        <a:buSzPct val="65000"/>
        <a:buFont typeface="Wingdings 2" pitchFamily="18" charset="2"/>
        <a:buChar char=""/>
        <a:defRPr sz="2667" kern="1200">
          <a:solidFill>
            <a:schemeClr val="tx1"/>
          </a:solidFill>
          <a:latin typeface="+mn-lt"/>
          <a:ea typeface="+mn-ea"/>
          <a:cs typeface="+mn-cs"/>
        </a:defRPr>
      </a:lvl4pPr>
      <a:lvl5pPr marL="1949402" indent="-279393" algn="l" rtl="0" eaLnBrk="1" fontAlgn="base" hangingPunct="1">
        <a:spcBef>
          <a:spcPct val="20000"/>
        </a:spcBef>
        <a:spcAft>
          <a:spcPct val="0"/>
        </a:spcAft>
        <a:buClr>
          <a:srgbClr val="8064A2"/>
        </a:buClr>
        <a:buSzPct val="65000"/>
        <a:buFont typeface="Wingdings 2" pitchFamily="18" charset="2"/>
        <a:buChar char=""/>
        <a:defRPr sz="2667" kern="1200">
          <a:solidFill>
            <a:schemeClr val="tx1"/>
          </a:solidFill>
          <a:latin typeface="+mn-lt"/>
          <a:ea typeface="+mn-ea"/>
          <a:cs typeface="+mn-cs"/>
        </a:defRPr>
      </a:lvl5pPr>
      <a:lvl6pPr marL="2316422" indent="-280409" algn="l" rtl="0" eaLnBrk="1" latinLnBrk="0" hangingPunct="1">
        <a:spcBef>
          <a:spcPct val="20000"/>
        </a:spcBef>
        <a:buClr>
          <a:schemeClr val="accent5"/>
        </a:buClr>
        <a:buSzPct val="80000"/>
        <a:buFont typeface="Wingdings 2"/>
        <a:buChar char=""/>
        <a:defRPr kumimoji="0" sz="2400" kern="1200">
          <a:solidFill>
            <a:schemeClr val="tx1"/>
          </a:solidFill>
          <a:latin typeface="+mn-lt"/>
          <a:ea typeface="+mn-ea"/>
          <a:cs typeface="+mn-cs"/>
        </a:defRPr>
      </a:lvl6pPr>
      <a:lvl7pPr marL="2560256" indent="-243834" algn="l" rtl="0" eaLnBrk="1" latinLnBrk="0" hangingPunct="1">
        <a:spcBef>
          <a:spcPct val="20000"/>
        </a:spcBef>
        <a:buClr>
          <a:schemeClr val="accent6"/>
        </a:buClr>
        <a:buSzPct val="80000"/>
        <a:buFont typeface="Wingdings 2"/>
        <a:buChar char=""/>
        <a:defRPr kumimoji="0" sz="2133" kern="1200" baseline="0">
          <a:solidFill>
            <a:schemeClr val="tx1"/>
          </a:solidFill>
          <a:latin typeface="+mn-lt"/>
          <a:ea typeface="+mn-ea"/>
          <a:cs typeface="+mn-cs"/>
        </a:defRPr>
      </a:lvl7pPr>
      <a:lvl8pPr marL="2926007" indent="-243834" algn="l" rtl="0" eaLnBrk="1" latinLnBrk="0" hangingPunct="1">
        <a:spcBef>
          <a:spcPct val="20000"/>
        </a:spcBef>
        <a:buClr>
          <a:schemeClr val="tx2"/>
        </a:buClr>
        <a:buChar char="•"/>
        <a:defRPr kumimoji="0" sz="2133" kern="1200">
          <a:solidFill>
            <a:schemeClr val="tx1"/>
          </a:solidFill>
          <a:latin typeface="+mn-lt"/>
          <a:ea typeface="+mn-ea"/>
          <a:cs typeface="+mn-cs"/>
        </a:defRPr>
      </a:lvl8pPr>
      <a:lvl9pPr marL="3291758" indent="-243834" algn="l" rtl="0" eaLnBrk="1" latinLnBrk="0" hangingPunct="1">
        <a:spcBef>
          <a:spcPct val="20000"/>
        </a:spcBef>
        <a:buClr>
          <a:schemeClr val="tx2"/>
        </a:buClr>
        <a:buFontTx/>
        <a:buChar char="•"/>
        <a:defRPr kumimoji="0" sz="1867"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609585" algn="l" rtl="0" eaLnBrk="1" latinLnBrk="0" hangingPunct="1">
        <a:defRPr kumimoji="0" kern="1200">
          <a:solidFill>
            <a:schemeClr val="tx1"/>
          </a:solidFill>
          <a:latin typeface="+mn-lt"/>
          <a:ea typeface="+mn-ea"/>
          <a:cs typeface="+mn-cs"/>
        </a:defRPr>
      </a:lvl2pPr>
      <a:lvl3pPr marL="1219170" algn="l" rtl="0" eaLnBrk="1" latinLnBrk="0" hangingPunct="1">
        <a:defRPr kumimoji="0" kern="1200">
          <a:solidFill>
            <a:schemeClr val="tx1"/>
          </a:solidFill>
          <a:latin typeface="+mn-lt"/>
          <a:ea typeface="+mn-ea"/>
          <a:cs typeface="+mn-cs"/>
        </a:defRPr>
      </a:lvl3pPr>
      <a:lvl4pPr marL="1828754" algn="l" rtl="0" eaLnBrk="1" latinLnBrk="0" hangingPunct="1">
        <a:defRPr kumimoji="0" kern="1200">
          <a:solidFill>
            <a:schemeClr val="tx1"/>
          </a:solidFill>
          <a:latin typeface="+mn-lt"/>
          <a:ea typeface="+mn-ea"/>
          <a:cs typeface="+mn-cs"/>
        </a:defRPr>
      </a:lvl4pPr>
      <a:lvl5pPr marL="2438339" algn="l" rtl="0" eaLnBrk="1" latinLnBrk="0" hangingPunct="1">
        <a:defRPr kumimoji="0" kern="1200">
          <a:solidFill>
            <a:schemeClr val="tx1"/>
          </a:solidFill>
          <a:latin typeface="+mn-lt"/>
          <a:ea typeface="+mn-ea"/>
          <a:cs typeface="+mn-cs"/>
        </a:defRPr>
      </a:lvl5pPr>
      <a:lvl6pPr marL="3047924" algn="l" rtl="0" eaLnBrk="1" latinLnBrk="0" hangingPunct="1">
        <a:defRPr kumimoji="0" kern="1200">
          <a:solidFill>
            <a:schemeClr val="tx1"/>
          </a:solidFill>
          <a:latin typeface="+mn-lt"/>
          <a:ea typeface="+mn-ea"/>
          <a:cs typeface="+mn-cs"/>
        </a:defRPr>
      </a:lvl6pPr>
      <a:lvl7pPr marL="3657509" algn="l" rtl="0" eaLnBrk="1" latinLnBrk="0" hangingPunct="1">
        <a:defRPr kumimoji="0" kern="1200">
          <a:solidFill>
            <a:schemeClr val="tx1"/>
          </a:solidFill>
          <a:latin typeface="+mn-lt"/>
          <a:ea typeface="+mn-ea"/>
          <a:cs typeface="+mn-cs"/>
        </a:defRPr>
      </a:lvl7pPr>
      <a:lvl8pPr marL="4267093" algn="l" rtl="0" eaLnBrk="1" latinLnBrk="0" hangingPunct="1">
        <a:defRPr kumimoji="0" kern="1200">
          <a:solidFill>
            <a:schemeClr val="tx1"/>
          </a:solidFill>
          <a:latin typeface="+mn-lt"/>
          <a:ea typeface="+mn-ea"/>
          <a:cs typeface="+mn-cs"/>
        </a:defRPr>
      </a:lvl8pPr>
      <a:lvl9pPr marL="4876678"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0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17" Type="http://schemas.openxmlformats.org/officeDocument/2006/relationships/image" Target="../media/image80.png"/><Relationship Id="rId21" Type="http://schemas.openxmlformats.org/officeDocument/2006/relationships/image" Target="../media/image32.png"/><Relationship Id="rId42" Type="http://schemas.openxmlformats.org/officeDocument/2006/relationships/customXml" Target="../ink/ink20.xml"/><Relationship Id="rId63" Type="http://schemas.openxmlformats.org/officeDocument/2006/relationships/image" Target="../media/image53.png"/><Relationship Id="rId84" Type="http://schemas.openxmlformats.org/officeDocument/2006/relationships/customXml" Target="../ink/ink41.xml"/><Relationship Id="rId16" Type="http://schemas.openxmlformats.org/officeDocument/2006/relationships/customXml" Target="../ink/ink7.xml"/><Relationship Id="rId107" Type="http://schemas.openxmlformats.org/officeDocument/2006/relationships/image" Target="../media/image75.png"/><Relationship Id="rId11" Type="http://schemas.openxmlformats.org/officeDocument/2006/relationships/image" Target="../media/image27.png"/><Relationship Id="rId32" Type="http://schemas.openxmlformats.org/officeDocument/2006/relationships/customXml" Target="../ink/ink15.xml"/><Relationship Id="rId37" Type="http://schemas.openxmlformats.org/officeDocument/2006/relationships/image" Target="../media/image40.png"/><Relationship Id="rId53" Type="http://schemas.openxmlformats.org/officeDocument/2006/relationships/image" Target="../media/image48.png"/><Relationship Id="rId58" Type="http://schemas.openxmlformats.org/officeDocument/2006/relationships/customXml" Target="../ink/ink28.xml"/><Relationship Id="rId74" Type="http://schemas.openxmlformats.org/officeDocument/2006/relationships/customXml" Target="../ink/ink36.xml"/><Relationship Id="rId79" Type="http://schemas.openxmlformats.org/officeDocument/2006/relationships/image" Target="../media/image61.png"/><Relationship Id="rId102" Type="http://schemas.openxmlformats.org/officeDocument/2006/relationships/customXml" Target="../ink/ink50.xml"/><Relationship Id="rId123" Type="http://schemas.openxmlformats.org/officeDocument/2006/relationships/image" Target="../media/image83.png"/><Relationship Id="rId128" Type="http://schemas.openxmlformats.org/officeDocument/2006/relationships/customXml" Target="../ink/ink63.xml"/><Relationship Id="rId5" Type="http://schemas.openxmlformats.org/officeDocument/2006/relationships/image" Target="../media/image22.png"/><Relationship Id="rId90" Type="http://schemas.openxmlformats.org/officeDocument/2006/relationships/customXml" Target="../ink/ink44.xml"/><Relationship Id="rId95" Type="http://schemas.openxmlformats.org/officeDocument/2006/relationships/image" Target="../media/image69.png"/><Relationship Id="rId22" Type="http://schemas.openxmlformats.org/officeDocument/2006/relationships/customXml" Target="../ink/ink10.xml"/><Relationship Id="rId27" Type="http://schemas.openxmlformats.org/officeDocument/2006/relationships/image" Target="../media/image35.png"/><Relationship Id="rId43" Type="http://schemas.openxmlformats.org/officeDocument/2006/relationships/image" Target="../media/image43.png"/><Relationship Id="rId48" Type="http://schemas.openxmlformats.org/officeDocument/2006/relationships/customXml" Target="../ink/ink23.xml"/><Relationship Id="rId64" Type="http://schemas.openxmlformats.org/officeDocument/2006/relationships/customXml" Target="../ink/ink31.xml"/><Relationship Id="rId69" Type="http://schemas.openxmlformats.org/officeDocument/2006/relationships/image" Target="../media/image56.png"/><Relationship Id="rId113" Type="http://schemas.openxmlformats.org/officeDocument/2006/relationships/image" Target="../media/image78.png"/><Relationship Id="rId118" Type="http://schemas.openxmlformats.org/officeDocument/2006/relationships/customXml" Target="../ink/ink58.xml"/><Relationship Id="rId134" Type="http://schemas.openxmlformats.org/officeDocument/2006/relationships/customXml" Target="../ink/ink66.xml"/><Relationship Id="rId80" Type="http://schemas.openxmlformats.org/officeDocument/2006/relationships/customXml" Target="../ink/ink39.xml"/><Relationship Id="rId85" Type="http://schemas.openxmlformats.org/officeDocument/2006/relationships/image" Target="../media/image64.png"/><Relationship Id="rId12" Type="http://schemas.openxmlformats.org/officeDocument/2006/relationships/customXml" Target="../ink/ink5.xml"/><Relationship Id="rId17" Type="http://schemas.openxmlformats.org/officeDocument/2006/relationships/image" Target="../media/image30.png"/><Relationship Id="rId33" Type="http://schemas.openxmlformats.org/officeDocument/2006/relationships/image" Target="../media/image38.png"/><Relationship Id="rId38" Type="http://schemas.openxmlformats.org/officeDocument/2006/relationships/customXml" Target="../ink/ink18.xml"/><Relationship Id="rId59" Type="http://schemas.openxmlformats.org/officeDocument/2006/relationships/image" Target="../media/image51.png"/><Relationship Id="rId103" Type="http://schemas.openxmlformats.org/officeDocument/2006/relationships/image" Target="../media/image73.png"/><Relationship Id="rId108" Type="http://schemas.openxmlformats.org/officeDocument/2006/relationships/customXml" Target="../ink/ink53.xml"/><Relationship Id="rId124" Type="http://schemas.openxmlformats.org/officeDocument/2006/relationships/customXml" Target="../ink/ink61.xml"/><Relationship Id="rId129" Type="http://schemas.openxmlformats.org/officeDocument/2006/relationships/image" Target="../media/image86.png"/><Relationship Id="rId54" Type="http://schemas.openxmlformats.org/officeDocument/2006/relationships/customXml" Target="../ink/ink26.xml"/><Relationship Id="rId70" Type="http://schemas.openxmlformats.org/officeDocument/2006/relationships/customXml" Target="../ink/ink34.xml"/><Relationship Id="rId75" Type="http://schemas.openxmlformats.org/officeDocument/2006/relationships/image" Target="../media/image59.png"/><Relationship Id="rId91" Type="http://schemas.openxmlformats.org/officeDocument/2006/relationships/image" Target="../media/image67.png"/><Relationship Id="rId96" Type="http://schemas.openxmlformats.org/officeDocument/2006/relationships/customXml" Target="../ink/ink47.xml"/><Relationship Id="rId1" Type="http://schemas.openxmlformats.org/officeDocument/2006/relationships/slideLayout" Target="../slideLayouts/slideLayout1.xml"/><Relationship Id="rId6" Type="http://schemas.openxmlformats.org/officeDocument/2006/relationships/customXml" Target="../ink/ink2.xml"/><Relationship Id="rId23" Type="http://schemas.openxmlformats.org/officeDocument/2006/relationships/image" Target="../media/image33.png"/><Relationship Id="rId28" Type="http://schemas.openxmlformats.org/officeDocument/2006/relationships/customXml" Target="../ink/ink13.xml"/><Relationship Id="rId49" Type="http://schemas.openxmlformats.org/officeDocument/2006/relationships/image" Target="../media/image46.png"/><Relationship Id="rId114" Type="http://schemas.openxmlformats.org/officeDocument/2006/relationships/customXml" Target="../ink/ink56.xml"/><Relationship Id="rId119" Type="http://schemas.openxmlformats.org/officeDocument/2006/relationships/image" Target="../media/image81.png"/><Relationship Id="rId44" Type="http://schemas.openxmlformats.org/officeDocument/2006/relationships/customXml" Target="../ink/ink21.xml"/><Relationship Id="rId60" Type="http://schemas.openxmlformats.org/officeDocument/2006/relationships/customXml" Target="../ink/ink29.xml"/><Relationship Id="rId65" Type="http://schemas.openxmlformats.org/officeDocument/2006/relationships/image" Target="../media/image54.png"/><Relationship Id="rId81" Type="http://schemas.openxmlformats.org/officeDocument/2006/relationships/image" Target="../media/image62.png"/><Relationship Id="rId86" Type="http://schemas.openxmlformats.org/officeDocument/2006/relationships/customXml" Target="../ink/ink42.xml"/><Relationship Id="rId130" Type="http://schemas.openxmlformats.org/officeDocument/2006/relationships/customXml" Target="../ink/ink64.xml"/><Relationship Id="rId135" Type="http://schemas.openxmlformats.org/officeDocument/2006/relationships/image" Target="../media/image89.png"/><Relationship Id="rId13" Type="http://schemas.openxmlformats.org/officeDocument/2006/relationships/image" Target="../media/image28.png"/><Relationship Id="rId18" Type="http://schemas.openxmlformats.org/officeDocument/2006/relationships/customXml" Target="../ink/ink8.xml"/><Relationship Id="rId39" Type="http://schemas.openxmlformats.org/officeDocument/2006/relationships/image" Target="../media/image41.png"/><Relationship Id="rId109" Type="http://schemas.openxmlformats.org/officeDocument/2006/relationships/image" Target="../media/image76.png"/><Relationship Id="rId34" Type="http://schemas.openxmlformats.org/officeDocument/2006/relationships/customXml" Target="../ink/ink16.xml"/><Relationship Id="rId50" Type="http://schemas.openxmlformats.org/officeDocument/2006/relationships/customXml" Target="../ink/ink24.xml"/><Relationship Id="rId55" Type="http://schemas.openxmlformats.org/officeDocument/2006/relationships/image" Target="../media/image49.png"/><Relationship Id="rId76" Type="http://schemas.openxmlformats.org/officeDocument/2006/relationships/customXml" Target="../ink/ink37.xml"/><Relationship Id="rId97" Type="http://schemas.openxmlformats.org/officeDocument/2006/relationships/image" Target="../media/image70.png"/><Relationship Id="rId104" Type="http://schemas.openxmlformats.org/officeDocument/2006/relationships/customXml" Target="../ink/ink51.xml"/><Relationship Id="rId120" Type="http://schemas.openxmlformats.org/officeDocument/2006/relationships/customXml" Target="../ink/ink59.xml"/><Relationship Id="rId125" Type="http://schemas.openxmlformats.org/officeDocument/2006/relationships/image" Target="../media/image84.png"/><Relationship Id="rId7" Type="http://schemas.openxmlformats.org/officeDocument/2006/relationships/image" Target="../media/image24.png"/><Relationship Id="rId71" Type="http://schemas.openxmlformats.org/officeDocument/2006/relationships/image" Target="../media/image57.png"/><Relationship Id="rId92" Type="http://schemas.openxmlformats.org/officeDocument/2006/relationships/customXml" Target="../ink/ink45.xml"/><Relationship Id="rId2" Type="http://schemas.openxmlformats.org/officeDocument/2006/relationships/notesSlide" Target="../notesSlides/notesSlide17.xml"/><Relationship Id="rId29" Type="http://schemas.openxmlformats.org/officeDocument/2006/relationships/image" Target="../media/image36.png"/><Relationship Id="rId24" Type="http://schemas.openxmlformats.org/officeDocument/2006/relationships/customXml" Target="../ink/ink11.xml"/><Relationship Id="rId40" Type="http://schemas.openxmlformats.org/officeDocument/2006/relationships/customXml" Target="../ink/ink19.xml"/><Relationship Id="rId45" Type="http://schemas.openxmlformats.org/officeDocument/2006/relationships/image" Target="../media/image44.png"/><Relationship Id="rId66" Type="http://schemas.openxmlformats.org/officeDocument/2006/relationships/customXml" Target="../ink/ink32.xml"/><Relationship Id="rId87" Type="http://schemas.openxmlformats.org/officeDocument/2006/relationships/image" Target="../media/image65.png"/><Relationship Id="rId110" Type="http://schemas.openxmlformats.org/officeDocument/2006/relationships/customXml" Target="../ink/ink54.xml"/><Relationship Id="rId115" Type="http://schemas.openxmlformats.org/officeDocument/2006/relationships/image" Target="../media/image79.png"/><Relationship Id="rId131" Type="http://schemas.openxmlformats.org/officeDocument/2006/relationships/image" Target="../media/image87.png"/><Relationship Id="rId61" Type="http://schemas.openxmlformats.org/officeDocument/2006/relationships/image" Target="../media/image52.png"/><Relationship Id="rId82" Type="http://schemas.openxmlformats.org/officeDocument/2006/relationships/customXml" Target="../ink/ink40.xml"/><Relationship Id="rId19" Type="http://schemas.openxmlformats.org/officeDocument/2006/relationships/image" Target="../media/image31.png"/><Relationship Id="rId14" Type="http://schemas.openxmlformats.org/officeDocument/2006/relationships/customXml" Target="../ink/ink6.xml"/><Relationship Id="rId30" Type="http://schemas.openxmlformats.org/officeDocument/2006/relationships/customXml" Target="../ink/ink14.xml"/><Relationship Id="rId35" Type="http://schemas.openxmlformats.org/officeDocument/2006/relationships/image" Target="../media/image39.png"/><Relationship Id="rId56" Type="http://schemas.openxmlformats.org/officeDocument/2006/relationships/customXml" Target="../ink/ink27.xml"/><Relationship Id="rId77" Type="http://schemas.openxmlformats.org/officeDocument/2006/relationships/image" Target="../media/image60.png"/><Relationship Id="rId100" Type="http://schemas.openxmlformats.org/officeDocument/2006/relationships/customXml" Target="../ink/ink49.xml"/><Relationship Id="rId105" Type="http://schemas.openxmlformats.org/officeDocument/2006/relationships/image" Target="../media/image74.png"/><Relationship Id="rId126" Type="http://schemas.openxmlformats.org/officeDocument/2006/relationships/customXml" Target="../ink/ink62.xml"/><Relationship Id="rId8" Type="http://schemas.openxmlformats.org/officeDocument/2006/relationships/customXml" Target="../ink/ink3.xml"/><Relationship Id="rId51" Type="http://schemas.openxmlformats.org/officeDocument/2006/relationships/image" Target="../media/image47.png"/><Relationship Id="rId72" Type="http://schemas.openxmlformats.org/officeDocument/2006/relationships/customXml" Target="../ink/ink35.xml"/><Relationship Id="rId93" Type="http://schemas.openxmlformats.org/officeDocument/2006/relationships/image" Target="../media/image68.png"/><Relationship Id="rId98" Type="http://schemas.openxmlformats.org/officeDocument/2006/relationships/customXml" Target="../ink/ink48.xml"/><Relationship Id="rId121" Type="http://schemas.openxmlformats.org/officeDocument/2006/relationships/image" Target="../media/image82.png"/><Relationship Id="rId3" Type="http://schemas.openxmlformats.org/officeDocument/2006/relationships/image" Target="../media/image25.png"/><Relationship Id="rId25" Type="http://schemas.openxmlformats.org/officeDocument/2006/relationships/image" Target="../media/image34.png"/><Relationship Id="rId46" Type="http://schemas.openxmlformats.org/officeDocument/2006/relationships/customXml" Target="../ink/ink22.xml"/><Relationship Id="rId67" Type="http://schemas.openxmlformats.org/officeDocument/2006/relationships/image" Target="../media/image55.png"/><Relationship Id="rId116" Type="http://schemas.openxmlformats.org/officeDocument/2006/relationships/customXml" Target="../ink/ink57.xml"/><Relationship Id="rId20" Type="http://schemas.openxmlformats.org/officeDocument/2006/relationships/customXml" Target="../ink/ink9.xml"/><Relationship Id="rId41" Type="http://schemas.openxmlformats.org/officeDocument/2006/relationships/image" Target="../media/image42.png"/><Relationship Id="rId62" Type="http://schemas.openxmlformats.org/officeDocument/2006/relationships/customXml" Target="../ink/ink30.xml"/><Relationship Id="rId83" Type="http://schemas.openxmlformats.org/officeDocument/2006/relationships/image" Target="../media/image63.png"/><Relationship Id="rId88" Type="http://schemas.openxmlformats.org/officeDocument/2006/relationships/customXml" Target="../ink/ink43.xml"/><Relationship Id="rId111" Type="http://schemas.openxmlformats.org/officeDocument/2006/relationships/image" Target="../media/image77.png"/><Relationship Id="rId132" Type="http://schemas.openxmlformats.org/officeDocument/2006/relationships/customXml" Target="../ink/ink65.xml"/><Relationship Id="rId15" Type="http://schemas.openxmlformats.org/officeDocument/2006/relationships/image" Target="../media/image29.png"/><Relationship Id="rId36" Type="http://schemas.openxmlformats.org/officeDocument/2006/relationships/customXml" Target="../ink/ink17.xml"/><Relationship Id="rId57" Type="http://schemas.openxmlformats.org/officeDocument/2006/relationships/image" Target="../media/image50.png"/><Relationship Id="rId106" Type="http://schemas.openxmlformats.org/officeDocument/2006/relationships/customXml" Target="../ink/ink52.xml"/><Relationship Id="rId127" Type="http://schemas.openxmlformats.org/officeDocument/2006/relationships/image" Target="../media/image85.png"/><Relationship Id="rId10" Type="http://schemas.openxmlformats.org/officeDocument/2006/relationships/customXml" Target="../ink/ink4.xml"/><Relationship Id="rId31" Type="http://schemas.openxmlformats.org/officeDocument/2006/relationships/image" Target="../media/image37.png"/><Relationship Id="rId52" Type="http://schemas.openxmlformats.org/officeDocument/2006/relationships/customXml" Target="../ink/ink25.xml"/><Relationship Id="rId73" Type="http://schemas.openxmlformats.org/officeDocument/2006/relationships/image" Target="../media/image58.png"/><Relationship Id="rId78" Type="http://schemas.openxmlformats.org/officeDocument/2006/relationships/customXml" Target="../ink/ink38.xml"/><Relationship Id="rId94" Type="http://schemas.openxmlformats.org/officeDocument/2006/relationships/customXml" Target="../ink/ink46.xml"/><Relationship Id="rId99" Type="http://schemas.openxmlformats.org/officeDocument/2006/relationships/image" Target="../media/image71.png"/><Relationship Id="rId101" Type="http://schemas.openxmlformats.org/officeDocument/2006/relationships/image" Target="../media/image72.png"/><Relationship Id="rId122" Type="http://schemas.openxmlformats.org/officeDocument/2006/relationships/customXml" Target="../ink/ink60.xml"/><Relationship Id="rId4" Type="http://schemas.openxmlformats.org/officeDocument/2006/relationships/customXml" Target="../ink/ink1.xml"/><Relationship Id="rId9" Type="http://schemas.openxmlformats.org/officeDocument/2006/relationships/image" Target="../media/image26.png"/><Relationship Id="rId26" Type="http://schemas.openxmlformats.org/officeDocument/2006/relationships/customXml" Target="../ink/ink12.xml"/><Relationship Id="rId47" Type="http://schemas.openxmlformats.org/officeDocument/2006/relationships/image" Target="../media/image45.png"/><Relationship Id="rId68" Type="http://schemas.openxmlformats.org/officeDocument/2006/relationships/customXml" Target="../ink/ink33.xml"/><Relationship Id="rId89" Type="http://schemas.openxmlformats.org/officeDocument/2006/relationships/image" Target="../media/image66.png"/><Relationship Id="rId112" Type="http://schemas.openxmlformats.org/officeDocument/2006/relationships/customXml" Target="../ink/ink55.xml"/><Relationship Id="rId133" Type="http://schemas.openxmlformats.org/officeDocument/2006/relationships/image" Target="../media/image88.png"/></Relationships>
</file>

<file path=ppt/slides/_rels/slide22.xml.rels><?xml version="1.0" encoding="UTF-8" standalone="yes"?>
<Relationships xmlns="http://schemas.openxmlformats.org/package/2006/relationships"><Relationship Id="rId117" Type="http://schemas.openxmlformats.org/officeDocument/2006/relationships/customXml" Target="../ink/ink121.xml"/><Relationship Id="rId299" Type="http://schemas.openxmlformats.org/officeDocument/2006/relationships/customXml" Target="../ink/ink214.xml"/><Relationship Id="rId21" Type="http://schemas.openxmlformats.org/officeDocument/2006/relationships/image" Target="../media/image98.png"/><Relationship Id="rId63" Type="http://schemas.openxmlformats.org/officeDocument/2006/relationships/image" Target="../media/image119.png"/><Relationship Id="rId159" Type="http://schemas.openxmlformats.org/officeDocument/2006/relationships/image" Target="../media/image166.png"/><Relationship Id="rId324" Type="http://schemas.openxmlformats.org/officeDocument/2006/relationships/image" Target="../media/image247.png"/><Relationship Id="rId366" Type="http://schemas.openxmlformats.org/officeDocument/2006/relationships/image" Target="../media/image268.png"/><Relationship Id="rId170" Type="http://schemas.openxmlformats.org/officeDocument/2006/relationships/customXml" Target="../ink/ink148.xml"/><Relationship Id="rId226" Type="http://schemas.openxmlformats.org/officeDocument/2006/relationships/image" Target="../media/image198.png"/><Relationship Id="rId268" Type="http://schemas.openxmlformats.org/officeDocument/2006/relationships/image" Target="../media/image219.png"/><Relationship Id="rId32" Type="http://schemas.openxmlformats.org/officeDocument/2006/relationships/customXml" Target="../ink/ink78.xml"/><Relationship Id="rId74" Type="http://schemas.openxmlformats.org/officeDocument/2006/relationships/customXml" Target="../ink/ink99.xml"/><Relationship Id="rId128" Type="http://schemas.openxmlformats.org/officeDocument/2006/relationships/image" Target="../media/image151.png"/><Relationship Id="rId335" Type="http://schemas.openxmlformats.org/officeDocument/2006/relationships/customXml" Target="../ink/ink232.xml"/><Relationship Id="rId5" Type="http://schemas.openxmlformats.org/officeDocument/2006/relationships/image" Target="../media/image2910.png"/><Relationship Id="rId181" Type="http://schemas.openxmlformats.org/officeDocument/2006/relationships/image" Target="../media/image177.png"/><Relationship Id="rId237" Type="http://schemas.openxmlformats.org/officeDocument/2006/relationships/customXml" Target="../ink/ink183.xml"/><Relationship Id="rId279" Type="http://schemas.openxmlformats.org/officeDocument/2006/relationships/customXml" Target="../ink/ink204.xml"/><Relationship Id="rId43" Type="http://schemas.openxmlformats.org/officeDocument/2006/relationships/image" Target="../media/image109.png"/><Relationship Id="rId139" Type="http://schemas.openxmlformats.org/officeDocument/2006/relationships/customXml" Target="../ink/ink132.xml"/><Relationship Id="rId290" Type="http://schemas.openxmlformats.org/officeDocument/2006/relationships/image" Target="../media/image230.png"/><Relationship Id="rId304" Type="http://schemas.openxmlformats.org/officeDocument/2006/relationships/image" Target="../media/image237.png"/><Relationship Id="rId346" Type="http://schemas.openxmlformats.org/officeDocument/2006/relationships/image" Target="../media/image258.png"/><Relationship Id="rId85" Type="http://schemas.openxmlformats.org/officeDocument/2006/relationships/customXml" Target="../ink/ink105.xml"/><Relationship Id="rId150" Type="http://schemas.openxmlformats.org/officeDocument/2006/relationships/customXml" Target="../ink/ink138.xml"/><Relationship Id="rId192" Type="http://schemas.openxmlformats.org/officeDocument/2006/relationships/customXml" Target="../ink/ink159.xml"/><Relationship Id="rId206" Type="http://schemas.openxmlformats.org/officeDocument/2006/relationships/customXml" Target="../ink/ink166.xml"/><Relationship Id="rId248" Type="http://schemas.openxmlformats.org/officeDocument/2006/relationships/image" Target="../media/image209.png"/><Relationship Id="rId12" Type="http://schemas.openxmlformats.org/officeDocument/2006/relationships/customXml" Target="../ink/ink68.xml"/><Relationship Id="rId108" Type="http://schemas.openxmlformats.org/officeDocument/2006/relationships/image" Target="../media/image141.png"/><Relationship Id="rId315" Type="http://schemas.openxmlformats.org/officeDocument/2006/relationships/customXml" Target="../ink/ink222.xml"/><Relationship Id="rId357" Type="http://schemas.openxmlformats.org/officeDocument/2006/relationships/customXml" Target="../ink/ink243.xml"/><Relationship Id="rId54" Type="http://schemas.openxmlformats.org/officeDocument/2006/relationships/customXml" Target="../ink/ink89.xml"/><Relationship Id="rId96" Type="http://schemas.openxmlformats.org/officeDocument/2006/relationships/image" Target="../media/image135.png"/><Relationship Id="rId161" Type="http://schemas.openxmlformats.org/officeDocument/2006/relationships/image" Target="../media/image167.png"/><Relationship Id="rId217" Type="http://schemas.openxmlformats.org/officeDocument/2006/relationships/customXml" Target="../ink/ink172.xml"/><Relationship Id="rId259" Type="http://schemas.openxmlformats.org/officeDocument/2006/relationships/customXml" Target="../ink/ink194.xml"/><Relationship Id="rId23" Type="http://schemas.openxmlformats.org/officeDocument/2006/relationships/image" Target="../media/image99.png"/><Relationship Id="rId119" Type="http://schemas.openxmlformats.org/officeDocument/2006/relationships/customXml" Target="../ink/ink122.xml"/><Relationship Id="rId270" Type="http://schemas.openxmlformats.org/officeDocument/2006/relationships/image" Target="../media/image220.png"/><Relationship Id="rId326" Type="http://schemas.openxmlformats.org/officeDocument/2006/relationships/image" Target="../media/image248.png"/><Relationship Id="rId65" Type="http://schemas.openxmlformats.org/officeDocument/2006/relationships/image" Target="../media/image120.png"/><Relationship Id="rId130" Type="http://schemas.openxmlformats.org/officeDocument/2006/relationships/image" Target="../media/image152.png"/><Relationship Id="rId368" Type="http://schemas.openxmlformats.org/officeDocument/2006/relationships/image" Target="../media/image269.png"/><Relationship Id="rId172" Type="http://schemas.openxmlformats.org/officeDocument/2006/relationships/customXml" Target="../ink/ink149.xml"/><Relationship Id="rId228" Type="http://schemas.openxmlformats.org/officeDocument/2006/relationships/image" Target="../media/image199.png"/><Relationship Id="rId281" Type="http://schemas.openxmlformats.org/officeDocument/2006/relationships/customXml" Target="../ink/ink205.xml"/><Relationship Id="rId337" Type="http://schemas.openxmlformats.org/officeDocument/2006/relationships/customXml" Target="../ink/ink233.xml"/><Relationship Id="rId34" Type="http://schemas.openxmlformats.org/officeDocument/2006/relationships/customXml" Target="../ink/ink79.xml"/><Relationship Id="rId76" Type="http://schemas.openxmlformats.org/officeDocument/2006/relationships/image" Target="../media/image125.png"/><Relationship Id="rId141" Type="http://schemas.openxmlformats.org/officeDocument/2006/relationships/customXml" Target="../ink/ink133.xml"/><Relationship Id="rId7" Type="http://schemas.openxmlformats.org/officeDocument/2006/relationships/image" Target="../media/image3010.png"/><Relationship Id="rId183" Type="http://schemas.openxmlformats.org/officeDocument/2006/relationships/image" Target="../media/image178.png"/><Relationship Id="rId239" Type="http://schemas.openxmlformats.org/officeDocument/2006/relationships/customXml" Target="../ink/ink184.xml"/><Relationship Id="rId250" Type="http://schemas.openxmlformats.org/officeDocument/2006/relationships/image" Target="../media/image210.png"/><Relationship Id="rId292" Type="http://schemas.openxmlformats.org/officeDocument/2006/relationships/image" Target="../media/image231.png"/><Relationship Id="rId306" Type="http://schemas.openxmlformats.org/officeDocument/2006/relationships/image" Target="../media/image238.png"/><Relationship Id="rId45" Type="http://schemas.openxmlformats.org/officeDocument/2006/relationships/image" Target="../media/image110.png"/><Relationship Id="rId87" Type="http://schemas.openxmlformats.org/officeDocument/2006/relationships/customXml" Target="../ink/ink106.xml"/><Relationship Id="rId110" Type="http://schemas.openxmlformats.org/officeDocument/2006/relationships/image" Target="../media/image142.png"/><Relationship Id="rId348" Type="http://schemas.openxmlformats.org/officeDocument/2006/relationships/image" Target="../media/image259.png"/><Relationship Id="rId152" Type="http://schemas.openxmlformats.org/officeDocument/2006/relationships/customXml" Target="../ink/ink139.xml"/><Relationship Id="rId194" Type="http://schemas.openxmlformats.org/officeDocument/2006/relationships/customXml" Target="../ink/ink160.xml"/><Relationship Id="rId208" Type="http://schemas.openxmlformats.org/officeDocument/2006/relationships/image" Target="../media/image190.png"/><Relationship Id="rId261" Type="http://schemas.openxmlformats.org/officeDocument/2006/relationships/customXml" Target="../ink/ink195.xml"/><Relationship Id="rId14" Type="http://schemas.openxmlformats.org/officeDocument/2006/relationships/customXml" Target="../ink/ink69.xml"/><Relationship Id="rId56" Type="http://schemas.openxmlformats.org/officeDocument/2006/relationships/customXml" Target="../ink/ink90.xml"/><Relationship Id="rId317" Type="http://schemas.openxmlformats.org/officeDocument/2006/relationships/customXml" Target="../ink/ink223.xml"/><Relationship Id="rId359" Type="http://schemas.openxmlformats.org/officeDocument/2006/relationships/customXml" Target="../ink/ink244.xml"/><Relationship Id="rId98" Type="http://schemas.openxmlformats.org/officeDocument/2006/relationships/image" Target="../media/image136.png"/><Relationship Id="rId121" Type="http://schemas.openxmlformats.org/officeDocument/2006/relationships/customXml" Target="../ink/ink123.xml"/><Relationship Id="rId163" Type="http://schemas.openxmlformats.org/officeDocument/2006/relationships/image" Target="../media/image168.png"/><Relationship Id="rId219" Type="http://schemas.openxmlformats.org/officeDocument/2006/relationships/customXml" Target="../ink/ink173.xml"/><Relationship Id="rId370" Type="http://schemas.openxmlformats.org/officeDocument/2006/relationships/image" Target="../media/image270.png"/><Relationship Id="rId230" Type="http://schemas.openxmlformats.org/officeDocument/2006/relationships/image" Target="../media/image200.png"/><Relationship Id="rId25" Type="http://schemas.openxmlformats.org/officeDocument/2006/relationships/image" Target="../media/image100.png"/><Relationship Id="rId67" Type="http://schemas.openxmlformats.org/officeDocument/2006/relationships/image" Target="../media/image121.png"/><Relationship Id="rId272" Type="http://schemas.openxmlformats.org/officeDocument/2006/relationships/image" Target="../media/image221.png"/><Relationship Id="rId328" Type="http://schemas.openxmlformats.org/officeDocument/2006/relationships/image" Target="../media/image249.png"/><Relationship Id="rId132" Type="http://schemas.openxmlformats.org/officeDocument/2006/relationships/image" Target="../media/image153.png"/><Relationship Id="rId174" Type="http://schemas.openxmlformats.org/officeDocument/2006/relationships/customXml" Target="../ink/ink150.xml"/><Relationship Id="rId241" Type="http://schemas.openxmlformats.org/officeDocument/2006/relationships/customXml" Target="../ink/ink185.xml"/><Relationship Id="rId36" Type="http://schemas.openxmlformats.org/officeDocument/2006/relationships/customXml" Target="../ink/ink80.xml"/><Relationship Id="rId283" Type="http://schemas.openxmlformats.org/officeDocument/2006/relationships/customXml" Target="../ink/ink206.xml"/><Relationship Id="rId339" Type="http://schemas.openxmlformats.org/officeDocument/2006/relationships/customXml" Target="../ink/ink234.xml"/><Relationship Id="rId78" Type="http://schemas.openxmlformats.org/officeDocument/2006/relationships/image" Target="../media/image126.png"/><Relationship Id="rId99" Type="http://schemas.openxmlformats.org/officeDocument/2006/relationships/customXml" Target="../ink/ink112.xml"/><Relationship Id="rId101" Type="http://schemas.openxmlformats.org/officeDocument/2006/relationships/customXml" Target="../ink/ink113.xml"/><Relationship Id="rId122" Type="http://schemas.openxmlformats.org/officeDocument/2006/relationships/image" Target="../media/image148.png"/><Relationship Id="rId143" Type="http://schemas.openxmlformats.org/officeDocument/2006/relationships/customXml" Target="../ink/ink134.xml"/><Relationship Id="rId164" Type="http://schemas.openxmlformats.org/officeDocument/2006/relationships/customXml" Target="../ink/ink145.xml"/><Relationship Id="rId185" Type="http://schemas.openxmlformats.org/officeDocument/2006/relationships/image" Target="../media/image179.png"/><Relationship Id="rId350" Type="http://schemas.openxmlformats.org/officeDocument/2006/relationships/image" Target="../media/image260.png"/><Relationship Id="rId371" Type="http://schemas.openxmlformats.org/officeDocument/2006/relationships/customXml" Target="../ink/ink250.xml"/><Relationship Id="rId9" Type="http://schemas.openxmlformats.org/officeDocument/2006/relationships/image" Target="../media/image3210.png"/><Relationship Id="rId210" Type="http://schemas.openxmlformats.org/officeDocument/2006/relationships/image" Target="../media/image191.png"/><Relationship Id="rId26" Type="http://schemas.openxmlformats.org/officeDocument/2006/relationships/customXml" Target="../ink/ink75.xml"/><Relationship Id="rId231" Type="http://schemas.openxmlformats.org/officeDocument/2006/relationships/customXml" Target="../ink/ink180.xml"/><Relationship Id="rId252" Type="http://schemas.openxmlformats.org/officeDocument/2006/relationships/image" Target="../media/image211.png"/><Relationship Id="rId273" Type="http://schemas.openxmlformats.org/officeDocument/2006/relationships/customXml" Target="../ink/ink201.xml"/><Relationship Id="rId294" Type="http://schemas.openxmlformats.org/officeDocument/2006/relationships/image" Target="../media/image232.png"/><Relationship Id="rId308" Type="http://schemas.openxmlformats.org/officeDocument/2006/relationships/image" Target="../media/image239.png"/><Relationship Id="rId329" Type="http://schemas.openxmlformats.org/officeDocument/2006/relationships/customXml" Target="../ink/ink229.xml"/><Relationship Id="rId47" Type="http://schemas.openxmlformats.org/officeDocument/2006/relationships/image" Target="../media/image111.png"/><Relationship Id="rId68" Type="http://schemas.openxmlformats.org/officeDocument/2006/relationships/customXml" Target="../ink/ink96.xml"/><Relationship Id="rId89" Type="http://schemas.openxmlformats.org/officeDocument/2006/relationships/customXml" Target="../ink/ink107.xml"/><Relationship Id="rId112" Type="http://schemas.openxmlformats.org/officeDocument/2006/relationships/image" Target="../media/image143.png"/><Relationship Id="rId133" Type="http://schemas.openxmlformats.org/officeDocument/2006/relationships/customXml" Target="../ink/ink129.xml"/><Relationship Id="rId154" Type="http://schemas.openxmlformats.org/officeDocument/2006/relationships/customXml" Target="../ink/ink140.xml"/><Relationship Id="rId175" Type="http://schemas.openxmlformats.org/officeDocument/2006/relationships/image" Target="../media/image174.png"/><Relationship Id="rId340" Type="http://schemas.openxmlformats.org/officeDocument/2006/relationships/image" Target="../media/image255.png"/><Relationship Id="rId361" Type="http://schemas.openxmlformats.org/officeDocument/2006/relationships/customXml" Target="../ink/ink245.xml"/><Relationship Id="rId196" Type="http://schemas.openxmlformats.org/officeDocument/2006/relationships/customXml" Target="../ink/ink161.xml"/><Relationship Id="rId200" Type="http://schemas.openxmlformats.org/officeDocument/2006/relationships/customXml" Target="../ink/ink163.xml"/><Relationship Id="rId16" Type="http://schemas.openxmlformats.org/officeDocument/2006/relationships/customXml" Target="../ink/ink70.xml"/><Relationship Id="rId221" Type="http://schemas.openxmlformats.org/officeDocument/2006/relationships/customXml" Target="../ink/ink174.xml"/><Relationship Id="rId242" Type="http://schemas.openxmlformats.org/officeDocument/2006/relationships/image" Target="../media/image206.png"/><Relationship Id="rId263" Type="http://schemas.openxmlformats.org/officeDocument/2006/relationships/customXml" Target="../ink/ink196.xml"/><Relationship Id="rId284" Type="http://schemas.openxmlformats.org/officeDocument/2006/relationships/image" Target="../media/image227.png"/><Relationship Id="rId319" Type="http://schemas.openxmlformats.org/officeDocument/2006/relationships/customXml" Target="../ink/ink224.xml"/><Relationship Id="rId37" Type="http://schemas.openxmlformats.org/officeDocument/2006/relationships/image" Target="../media/image106.png"/><Relationship Id="rId58" Type="http://schemas.openxmlformats.org/officeDocument/2006/relationships/customXml" Target="../ink/ink91.xml"/><Relationship Id="rId79" Type="http://schemas.openxmlformats.org/officeDocument/2006/relationships/customXml" Target="../ink/ink102.xml"/><Relationship Id="rId102" Type="http://schemas.openxmlformats.org/officeDocument/2006/relationships/image" Target="../media/image138.png"/><Relationship Id="rId123" Type="http://schemas.openxmlformats.org/officeDocument/2006/relationships/customXml" Target="../ink/ink124.xml"/><Relationship Id="rId144" Type="http://schemas.openxmlformats.org/officeDocument/2006/relationships/image" Target="../media/image159.png"/><Relationship Id="rId330" Type="http://schemas.openxmlformats.org/officeDocument/2006/relationships/image" Target="../media/image250.png"/><Relationship Id="rId90" Type="http://schemas.openxmlformats.org/officeDocument/2006/relationships/image" Target="../media/image132.png"/><Relationship Id="rId165" Type="http://schemas.openxmlformats.org/officeDocument/2006/relationships/image" Target="../media/image169.png"/><Relationship Id="rId186" Type="http://schemas.openxmlformats.org/officeDocument/2006/relationships/customXml" Target="../ink/ink156.xml"/><Relationship Id="rId351" Type="http://schemas.openxmlformats.org/officeDocument/2006/relationships/customXml" Target="../ink/ink240.xml"/><Relationship Id="rId372" Type="http://schemas.openxmlformats.org/officeDocument/2006/relationships/image" Target="../media/image271.png"/><Relationship Id="rId211" Type="http://schemas.openxmlformats.org/officeDocument/2006/relationships/customXml" Target="../ink/ink169.xml"/><Relationship Id="rId232" Type="http://schemas.openxmlformats.org/officeDocument/2006/relationships/image" Target="../media/image201.png"/><Relationship Id="rId253" Type="http://schemas.openxmlformats.org/officeDocument/2006/relationships/customXml" Target="../ink/ink191.xml"/><Relationship Id="rId274" Type="http://schemas.openxmlformats.org/officeDocument/2006/relationships/image" Target="../media/image222.png"/><Relationship Id="rId295" Type="http://schemas.openxmlformats.org/officeDocument/2006/relationships/customXml" Target="../ink/ink212.xml"/><Relationship Id="rId309" Type="http://schemas.openxmlformats.org/officeDocument/2006/relationships/customXml" Target="../ink/ink219.xml"/><Relationship Id="rId27" Type="http://schemas.openxmlformats.org/officeDocument/2006/relationships/image" Target="../media/image101.png"/><Relationship Id="rId48" Type="http://schemas.openxmlformats.org/officeDocument/2006/relationships/customXml" Target="../ink/ink86.xml"/><Relationship Id="rId69" Type="http://schemas.openxmlformats.org/officeDocument/2006/relationships/image" Target="../media/image122.png"/><Relationship Id="rId113" Type="http://schemas.openxmlformats.org/officeDocument/2006/relationships/customXml" Target="../ink/ink119.xml"/><Relationship Id="rId134" Type="http://schemas.openxmlformats.org/officeDocument/2006/relationships/image" Target="../media/image154.png"/><Relationship Id="rId320" Type="http://schemas.openxmlformats.org/officeDocument/2006/relationships/image" Target="../media/image245.png"/><Relationship Id="rId80" Type="http://schemas.openxmlformats.org/officeDocument/2006/relationships/image" Target="../media/image127.png"/><Relationship Id="rId155" Type="http://schemas.openxmlformats.org/officeDocument/2006/relationships/image" Target="../media/image164.png"/><Relationship Id="rId176" Type="http://schemas.openxmlformats.org/officeDocument/2006/relationships/customXml" Target="../ink/ink151.xml"/><Relationship Id="rId197" Type="http://schemas.openxmlformats.org/officeDocument/2006/relationships/image" Target="../media/image185.png"/><Relationship Id="rId341" Type="http://schemas.openxmlformats.org/officeDocument/2006/relationships/customXml" Target="../ink/ink235.xml"/><Relationship Id="rId362" Type="http://schemas.openxmlformats.org/officeDocument/2006/relationships/image" Target="../media/image266.png"/><Relationship Id="rId201" Type="http://schemas.openxmlformats.org/officeDocument/2006/relationships/image" Target="../media/image187.png"/><Relationship Id="rId222" Type="http://schemas.openxmlformats.org/officeDocument/2006/relationships/customXml" Target="../ink/ink175.xml"/><Relationship Id="rId243" Type="http://schemas.openxmlformats.org/officeDocument/2006/relationships/customXml" Target="../ink/ink186.xml"/><Relationship Id="rId264" Type="http://schemas.openxmlformats.org/officeDocument/2006/relationships/image" Target="../media/image217.png"/><Relationship Id="rId285" Type="http://schemas.openxmlformats.org/officeDocument/2006/relationships/customXml" Target="../ink/ink207.xml"/><Relationship Id="rId17" Type="http://schemas.openxmlformats.org/officeDocument/2006/relationships/image" Target="../media/image96.png"/><Relationship Id="rId38" Type="http://schemas.openxmlformats.org/officeDocument/2006/relationships/customXml" Target="../ink/ink81.xml"/><Relationship Id="rId59" Type="http://schemas.openxmlformats.org/officeDocument/2006/relationships/image" Target="../media/image117.png"/><Relationship Id="rId103" Type="http://schemas.openxmlformats.org/officeDocument/2006/relationships/customXml" Target="../ink/ink114.xml"/><Relationship Id="rId124" Type="http://schemas.openxmlformats.org/officeDocument/2006/relationships/image" Target="../media/image149.png"/><Relationship Id="rId310" Type="http://schemas.openxmlformats.org/officeDocument/2006/relationships/image" Target="../media/image240.png"/><Relationship Id="rId70" Type="http://schemas.openxmlformats.org/officeDocument/2006/relationships/customXml" Target="../ink/ink97.xml"/><Relationship Id="rId91" Type="http://schemas.openxmlformats.org/officeDocument/2006/relationships/customXml" Target="../ink/ink108.xml"/><Relationship Id="rId145" Type="http://schemas.openxmlformats.org/officeDocument/2006/relationships/customXml" Target="../ink/ink135.xml"/><Relationship Id="rId166" Type="http://schemas.openxmlformats.org/officeDocument/2006/relationships/customXml" Target="../ink/ink146.xml"/><Relationship Id="rId187" Type="http://schemas.openxmlformats.org/officeDocument/2006/relationships/image" Target="../media/image180.png"/><Relationship Id="rId331" Type="http://schemas.openxmlformats.org/officeDocument/2006/relationships/customXml" Target="../ink/ink230.xml"/><Relationship Id="rId352" Type="http://schemas.openxmlformats.org/officeDocument/2006/relationships/image" Target="../media/image261.png"/><Relationship Id="rId373" Type="http://schemas.openxmlformats.org/officeDocument/2006/relationships/customXml" Target="../ink/ink251.xml"/><Relationship Id="rId1" Type="http://schemas.openxmlformats.org/officeDocument/2006/relationships/slideLayout" Target="../slideLayouts/slideLayout2.xml"/><Relationship Id="rId212" Type="http://schemas.openxmlformats.org/officeDocument/2006/relationships/image" Target="../media/image192.png"/><Relationship Id="rId233" Type="http://schemas.openxmlformats.org/officeDocument/2006/relationships/customXml" Target="../ink/ink181.xml"/><Relationship Id="rId254" Type="http://schemas.openxmlformats.org/officeDocument/2006/relationships/image" Target="../media/image212.png"/><Relationship Id="rId28" Type="http://schemas.openxmlformats.org/officeDocument/2006/relationships/customXml" Target="../ink/ink76.xml"/><Relationship Id="rId49" Type="http://schemas.openxmlformats.org/officeDocument/2006/relationships/image" Target="../media/image112.png"/><Relationship Id="rId114" Type="http://schemas.openxmlformats.org/officeDocument/2006/relationships/image" Target="../media/image144.png"/><Relationship Id="rId275" Type="http://schemas.openxmlformats.org/officeDocument/2006/relationships/customXml" Target="../ink/ink202.xml"/><Relationship Id="rId296" Type="http://schemas.openxmlformats.org/officeDocument/2006/relationships/image" Target="../media/image233.png"/><Relationship Id="rId300" Type="http://schemas.openxmlformats.org/officeDocument/2006/relationships/image" Target="../media/image235.png"/><Relationship Id="rId60" Type="http://schemas.openxmlformats.org/officeDocument/2006/relationships/customXml" Target="../ink/ink92.xml"/><Relationship Id="rId81" Type="http://schemas.openxmlformats.org/officeDocument/2006/relationships/customXml" Target="../ink/ink103.xml"/><Relationship Id="rId135" Type="http://schemas.openxmlformats.org/officeDocument/2006/relationships/customXml" Target="../ink/ink130.xml"/><Relationship Id="rId156" Type="http://schemas.openxmlformats.org/officeDocument/2006/relationships/customXml" Target="../ink/ink141.xml"/><Relationship Id="rId177" Type="http://schemas.openxmlformats.org/officeDocument/2006/relationships/image" Target="../media/image175.png"/><Relationship Id="rId198" Type="http://schemas.openxmlformats.org/officeDocument/2006/relationships/customXml" Target="../ink/ink162.xml"/><Relationship Id="rId321" Type="http://schemas.openxmlformats.org/officeDocument/2006/relationships/customXml" Target="../ink/ink225.xml"/><Relationship Id="rId342" Type="http://schemas.openxmlformats.org/officeDocument/2006/relationships/image" Target="../media/image256.png"/><Relationship Id="rId363" Type="http://schemas.openxmlformats.org/officeDocument/2006/relationships/customXml" Target="../ink/ink246.xml"/><Relationship Id="rId202" Type="http://schemas.openxmlformats.org/officeDocument/2006/relationships/customXml" Target="../ink/ink164.xml"/><Relationship Id="rId223" Type="http://schemas.openxmlformats.org/officeDocument/2006/relationships/customXml" Target="../ink/ink176.xml"/><Relationship Id="rId244" Type="http://schemas.openxmlformats.org/officeDocument/2006/relationships/image" Target="../media/image207.png"/><Relationship Id="rId18" Type="http://schemas.openxmlformats.org/officeDocument/2006/relationships/customXml" Target="../ink/ink71.xml"/><Relationship Id="rId39" Type="http://schemas.openxmlformats.org/officeDocument/2006/relationships/image" Target="../media/image107.png"/><Relationship Id="rId265" Type="http://schemas.openxmlformats.org/officeDocument/2006/relationships/customXml" Target="../ink/ink197.xml"/><Relationship Id="rId286" Type="http://schemas.openxmlformats.org/officeDocument/2006/relationships/image" Target="../media/image228.png"/><Relationship Id="rId50" Type="http://schemas.openxmlformats.org/officeDocument/2006/relationships/customXml" Target="../ink/ink87.xml"/><Relationship Id="rId104" Type="http://schemas.openxmlformats.org/officeDocument/2006/relationships/image" Target="../media/image139.png"/><Relationship Id="rId125" Type="http://schemas.openxmlformats.org/officeDocument/2006/relationships/customXml" Target="../ink/ink125.xml"/><Relationship Id="rId146" Type="http://schemas.openxmlformats.org/officeDocument/2006/relationships/customXml" Target="../ink/ink136.xml"/><Relationship Id="rId167" Type="http://schemas.openxmlformats.org/officeDocument/2006/relationships/image" Target="../media/image170.png"/><Relationship Id="rId188" Type="http://schemas.openxmlformats.org/officeDocument/2006/relationships/customXml" Target="../ink/ink157.xml"/><Relationship Id="rId311" Type="http://schemas.openxmlformats.org/officeDocument/2006/relationships/customXml" Target="../ink/ink220.xml"/><Relationship Id="rId332" Type="http://schemas.openxmlformats.org/officeDocument/2006/relationships/image" Target="../media/image251.png"/><Relationship Id="rId353" Type="http://schemas.openxmlformats.org/officeDocument/2006/relationships/customXml" Target="../ink/ink241.xml"/><Relationship Id="rId374" Type="http://schemas.openxmlformats.org/officeDocument/2006/relationships/image" Target="../media/image272.png"/><Relationship Id="rId71" Type="http://schemas.openxmlformats.org/officeDocument/2006/relationships/image" Target="../media/image123.png"/><Relationship Id="rId92" Type="http://schemas.openxmlformats.org/officeDocument/2006/relationships/image" Target="../media/image133.png"/><Relationship Id="rId213" Type="http://schemas.openxmlformats.org/officeDocument/2006/relationships/customXml" Target="../ink/ink170.xml"/><Relationship Id="rId234" Type="http://schemas.openxmlformats.org/officeDocument/2006/relationships/image" Target="../media/image202.png"/><Relationship Id="rId2" Type="http://schemas.openxmlformats.org/officeDocument/2006/relationships/image" Target="../media/image90.png"/><Relationship Id="rId29" Type="http://schemas.openxmlformats.org/officeDocument/2006/relationships/image" Target="../media/image102.png"/><Relationship Id="rId255" Type="http://schemas.openxmlformats.org/officeDocument/2006/relationships/customXml" Target="../ink/ink192.xml"/><Relationship Id="rId276" Type="http://schemas.openxmlformats.org/officeDocument/2006/relationships/image" Target="../media/image223.png"/><Relationship Id="rId297" Type="http://schemas.openxmlformats.org/officeDocument/2006/relationships/customXml" Target="../ink/ink213.xml"/><Relationship Id="rId40" Type="http://schemas.openxmlformats.org/officeDocument/2006/relationships/customXml" Target="../ink/ink82.xml"/><Relationship Id="rId115" Type="http://schemas.openxmlformats.org/officeDocument/2006/relationships/customXml" Target="../ink/ink120.xml"/><Relationship Id="rId136" Type="http://schemas.openxmlformats.org/officeDocument/2006/relationships/image" Target="../media/image155.png"/><Relationship Id="rId157" Type="http://schemas.openxmlformats.org/officeDocument/2006/relationships/image" Target="../media/image165.png"/><Relationship Id="rId178" Type="http://schemas.openxmlformats.org/officeDocument/2006/relationships/customXml" Target="../ink/ink152.xml"/><Relationship Id="rId301" Type="http://schemas.openxmlformats.org/officeDocument/2006/relationships/customXml" Target="../ink/ink215.xml"/><Relationship Id="rId322" Type="http://schemas.openxmlformats.org/officeDocument/2006/relationships/image" Target="../media/image246.png"/><Relationship Id="rId343" Type="http://schemas.openxmlformats.org/officeDocument/2006/relationships/customXml" Target="../ink/ink236.xml"/><Relationship Id="rId364" Type="http://schemas.openxmlformats.org/officeDocument/2006/relationships/image" Target="../media/image267.png"/><Relationship Id="rId61" Type="http://schemas.openxmlformats.org/officeDocument/2006/relationships/image" Target="../media/image118.png"/><Relationship Id="rId82" Type="http://schemas.openxmlformats.org/officeDocument/2006/relationships/image" Target="../media/image128.png"/><Relationship Id="rId199" Type="http://schemas.openxmlformats.org/officeDocument/2006/relationships/image" Target="../media/image186.png"/><Relationship Id="rId203" Type="http://schemas.openxmlformats.org/officeDocument/2006/relationships/image" Target="../media/image188.png"/><Relationship Id="rId19" Type="http://schemas.openxmlformats.org/officeDocument/2006/relationships/image" Target="../media/image97.png"/><Relationship Id="rId224" Type="http://schemas.openxmlformats.org/officeDocument/2006/relationships/image" Target="../media/image197.png"/><Relationship Id="rId245" Type="http://schemas.openxmlformats.org/officeDocument/2006/relationships/customXml" Target="../ink/ink187.xml"/><Relationship Id="rId266" Type="http://schemas.openxmlformats.org/officeDocument/2006/relationships/image" Target="../media/image218.png"/><Relationship Id="rId287" Type="http://schemas.openxmlformats.org/officeDocument/2006/relationships/customXml" Target="../ink/ink208.xml"/><Relationship Id="rId30" Type="http://schemas.openxmlformats.org/officeDocument/2006/relationships/customXml" Target="../ink/ink77.xml"/><Relationship Id="rId105" Type="http://schemas.openxmlformats.org/officeDocument/2006/relationships/customXml" Target="../ink/ink115.xml"/><Relationship Id="rId126" Type="http://schemas.openxmlformats.org/officeDocument/2006/relationships/image" Target="../media/image150.png"/><Relationship Id="rId147" Type="http://schemas.openxmlformats.org/officeDocument/2006/relationships/image" Target="../media/image160.png"/><Relationship Id="rId168" Type="http://schemas.openxmlformats.org/officeDocument/2006/relationships/customXml" Target="../ink/ink147.xml"/><Relationship Id="rId312" Type="http://schemas.openxmlformats.org/officeDocument/2006/relationships/image" Target="../media/image241.png"/><Relationship Id="rId333" Type="http://schemas.openxmlformats.org/officeDocument/2006/relationships/customXml" Target="../ink/ink231.xml"/><Relationship Id="rId354" Type="http://schemas.openxmlformats.org/officeDocument/2006/relationships/image" Target="../media/image262.png"/><Relationship Id="rId51" Type="http://schemas.openxmlformats.org/officeDocument/2006/relationships/image" Target="../media/image113.png"/><Relationship Id="rId72" Type="http://schemas.openxmlformats.org/officeDocument/2006/relationships/customXml" Target="../ink/ink98.xml"/><Relationship Id="rId93" Type="http://schemas.openxmlformats.org/officeDocument/2006/relationships/customXml" Target="../ink/ink109.xml"/><Relationship Id="rId189" Type="http://schemas.openxmlformats.org/officeDocument/2006/relationships/image" Target="../media/image181.png"/><Relationship Id="rId3" Type="http://schemas.openxmlformats.org/officeDocument/2006/relationships/image" Target="../media/image91.png"/><Relationship Id="rId214" Type="http://schemas.openxmlformats.org/officeDocument/2006/relationships/image" Target="../media/image193.png"/><Relationship Id="rId235" Type="http://schemas.openxmlformats.org/officeDocument/2006/relationships/customXml" Target="../ink/ink182.xml"/><Relationship Id="rId256" Type="http://schemas.openxmlformats.org/officeDocument/2006/relationships/image" Target="../media/image213.png"/><Relationship Id="rId277" Type="http://schemas.openxmlformats.org/officeDocument/2006/relationships/customXml" Target="../ink/ink203.xml"/><Relationship Id="rId298" Type="http://schemas.openxmlformats.org/officeDocument/2006/relationships/image" Target="../media/image234.png"/><Relationship Id="rId116" Type="http://schemas.openxmlformats.org/officeDocument/2006/relationships/image" Target="../media/image145.png"/><Relationship Id="rId137" Type="http://schemas.openxmlformats.org/officeDocument/2006/relationships/customXml" Target="../ink/ink131.xml"/><Relationship Id="rId158" Type="http://schemas.openxmlformats.org/officeDocument/2006/relationships/customXml" Target="../ink/ink142.xml"/><Relationship Id="rId302" Type="http://schemas.openxmlformats.org/officeDocument/2006/relationships/image" Target="../media/image236.png"/><Relationship Id="rId323" Type="http://schemas.openxmlformats.org/officeDocument/2006/relationships/customXml" Target="../ink/ink226.xml"/><Relationship Id="rId344" Type="http://schemas.openxmlformats.org/officeDocument/2006/relationships/image" Target="../media/image257.png"/><Relationship Id="rId20" Type="http://schemas.openxmlformats.org/officeDocument/2006/relationships/customXml" Target="../ink/ink72.xml"/><Relationship Id="rId41" Type="http://schemas.openxmlformats.org/officeDocument/2006/relationships/image" Target="../media/image108.png"/><Relationship Id="rId62" Type="http://schemas.openxmlformats.org/officeDocument/2006/relationships/customXml" Target="../ink/ink93.xml"/><Relationship Id="rId83" Type="http://schemas.openxmlformats.org/officeDocument/2006/relationships/customXml" Target="../ink/ink104.xml"/><Relationship Id="rId179" Type="http://schemas.openxmlformats.org/officeDocument/2006/relationships/image" Target="../media/image176.png"/><Relationship Id="rId365" Type="http://schemas.openxmlformats.org/officeDocument/2006/relationships/customXml" Target="../ink/ink247.xml"/><Relationship Id="rId190" Type="http://schemas.openxmlformats.org/officeDocument/2006/relationships/customXml" Target="../ink/ink158.xml"/><Relationship Id="rId204" Type="http://schemas.openxmlformats.org/officeDocument/2006/relationships/customXml" Target="../ink/ink165.xml"/><Relationship Id="rId225" Type="http://schemas.openxmlformats.org/officeDocument/2006/relationships/customXml" Target="../ink/ink177.xml"/><Relationship Id="rId246" Type="http://schemas.openxmlformats.org/officeDocument/2006/relationships/image" Target="../media/image208.png"/><Relationship Id="rId267" Type="http://schemas.openxmlformats.org/officeDocument/2006/relationships/customXml" Target="../ink/ink198.xml"/><Relationship Id="rId288" Type="http://schemas.openxmlformats.org/officeDocument/2006/relationships/image" Target="../media/image229.png"/><Relationship Id="rId106" Type="http://schemas.openxmlformats.org/officeDocument/2006/relationships/image" Target="../media/image140.png"/><Relationship Id="rId127" Type="http://schemas.openxmlformats.org/officeDocument/2006/relationships/customXml" Target="../ink/ink126.xml"/><Relationship Id="rId313" Type="http://schemas.openxmlformats.org/officeDocument/2006/relationships/customXml" Target="../ink/ink221.xml"/><Relationship Id="rId10" Type="http://schemas.openxmlformats.org/officeDocument/2006/relationships/customXml" Target="../ink/ink67.xml"/><Relationship Id="rId31" Type="http://schemas.openxmlformats.org/officeDocument/2006/relationships/image" Target="../media/image103.png"/><Relationship Id="rId52" Type="http://schemas.openxmlformats.org/officeDocument/2006/relationships/customXml" Target="../ink/ink88.xml"/><Relationship Id="rId73" Type="http://schemas.openxmlformats.org/officeDocument/2006/relationships/image" Target="../media/image124.png"/><Relationship Id="rId94" Type="http://schemas.openxmlformats.org/officeDocument/2006/relationships/image" Target="../media/image134.png"/><Relationship Id="rId148" Type="http://schemas.openxmlformats.org/officeDocument/2006/relationships/customXml" Target="../ink/ink137.xml"/><Relationship Id="rId169" Type="http://schemas.openxmlformats.org/officeDocument/2006/relationships/image" Target="../media/image171.png"/><Relationship Id="rId334" Type="http://schemas.openxmlformats.org/officeDocument/2006/relationships/image" Target="../media/image252.png"/><Relationship Id="rId355" Type="http://schemas.openxmlformats.org/officeDocument/2006/relationships/customXml" Target="../ink/ink242.xml"/><Relationship Id="rId4" Type="http://schemas.openxmlformats.org/officeDocument/2006/relationships/image" Target="../media/image2410.png"/><Relationship Id="rId180" Type="http://schemas.openxmlformats.org/officeDocument/2006/relationships/customXml" Target="../ink/ink153.xml"/><Relationship Id="rId215" Type="http://schemas.openxmlformats.org/officeDocument/2006/relationships/customXml" Target="../ink/ink171.xml"/><Relationship Id="rId236" Type="http://schemas.openxmlformats.org/officeDocument/2006/relationships/image" Target="../media/image203.png"/><Relationship Id="rId257" Type="http://schemas.openxmlformats.org/officeDocument/2006/relationships/customXml" Target="../ink/ink193.xml"/><Relationship Id="rId278" Type="http://schemas.openxmlformats.org/officeDocument/2006/relationships/image" Target="../media/image224.png"/><Relationship Id="rId303" Type="http://schemas.openxmlformats.org/officeDocument/2006/relationships/customXml" Target="../ink/ink216.xml"/><Relationship Id="rId42" Type="http://schemas.openxmlformats.org/officeDocument/2006/relationships/customXml" Target="../ink/ink83.xml"/><Relationship Id="rId84" Type="http://schemas.openxmlformats.org/officeDocument/2006/relationships/image" Target="../media/image129.png"/><Relationship Id="rId138" Type="http://schemas.openxmlformats.org/officeDocument/2006/relationships/image" Target="../media/image156.png"/><Relationship Id="rId345" Type="http://schemas.openxmlformats.org/officeDocument/2006/relationships/customXml" Target="../ink/ink237.xml"/><Relationship Id="rId191" Type="http://schemas.openxmlformats.org/officeDocument/2006/relationships/image" Target="../media/image182.png"/><Relationship Id="rId205" Type="http://schemas.openxmlformats.org/officeDocument/2006/relationships/image" Target="../media/image189.png"/><Relationship Id="rId247" Type="http://schemas.openxmlformats.org/officeDocument/2006/relationships/customXml" Target="../ink/ink188.xml"/><Relationship Id="rId107" Type="http://schemas.openxmlformats.org/officeDocument/2006/relationships/customXml" Target="../ink/ink116.xml"/><Relationship Id="rId289" Type="http://schemas.openxmlformats.org/officeDocument/2006/relationships/customXml" Target="../ink/ink209.xml"/><Relationship Id="rId11" Type="http://schemas.openxmlformats.org/officeDocument/2006/relationships/image" Target="../media/image93.png"/><Relationship Id="rId53" Type="http://schemas.openxmlformats.org/officeDocument/2006/relationships/image" Target="../media/image114.png"/><Relationship Id="rId149" Type="http://schemas.openxmlformats.org/officeDocument/2006/relationships/image" Target="../media/image161.png"/><Relationship Id="rId314" Type="http://schemas.openxmlformats.org/officeDocument/2006/relationships/image" Target="../media/image242.png"/><Relationship Id="rId356" Type="http://schemas.openxmlformats.org/officeDocument/2006/relationships/image" Target="../media/image263.png"/><Relationship Id="rId95" Type="http://schemas.openxmlformats.org/officeDocument/2006/relationships/customXml" Target="../ink/ink110.xml"/><Relationship Id="rId160" Type="http://schemas.openxmlformats.org/officeDocument/2006/relationships/customXml" Target="../ink/ink143.xml"/><Relationship Id="rId216" Type="http://schemas.openxmlformats.org/officeDocument/2006/relationships/image" Target="../media/image194.png"/><Relationship Id="rId258" Type="http://schemas.openxmlformats.org/officeDocument/2006/relationships/image" Target="../media/image214.png"/><Relationship Id="rId22" Type="http://schemas.openxmlformats.org/officeDocument/2006/relationships/customXml" Target="../ink/ink73.xml"/><Relationship Id="rId64" Type="http://schemas.openxmlformats.org/officeDocument/2006/relationships/customXml" Target="../ink/ink94.xml"/><Relationship Id="rId118" Type="http://schemas.openxmlformats.org/officeDocument/2006/relationships/image" Target="../media/image146.png"/><Relationship Id="rId325" Type="http://schemas.openxmlformats.org/officeDocument/2006/relationships/customXml" Target="../ink/ink227.xml"/><Relationship Id="rId367" Type="http://schemas.openxmlformats.org/officeDocument/2006/relationships/customXml" Target="../ink/ink248.xml"/><Relationship Id="rId171" Type="http://schemas.openxmlformats.org/officeDocument/2006/relationships/image" Target="../media/image172.png"/><Relationship Id="rId227" Type="http://schemas.openxmlformats.org/officeDocument/2006/relationships/customXml" Target="../ink/ink178.xml"/><Relationship Id="rId269" Type="http://schemas.openxmlformats.org/officeDocument/2006/relationships/customXml" Target="../ink/ink199.xml"/><Relationship Id="rId33" Type="http://schemas.openxmlformats.org/officeDocument/2006/relationships/image" Target="../media/image104.png"/><Relationship Id="rId129" Type="http://schemas.openxmlformats.org/officeDocument/2006/relationships/customXml" Target="../ink/ink127.xml"/><Relationship Id="rId280" Type="http://schemas.openxmlformats.org/officeDocument/2006/relationships/image" Target="../media/image225.png"/><Relationship Id="rId336" Type="http://schemas.openxmlformats.org/officeDocument/2006/relationships/image" Target="../media/image253.png"/><Relationship Id="rId75" Type="http://schemas.openxmlformats.org/officeDocument/2006/relationships/customXml" Target="../ink/ink100.xml"/><Relationship Id="rId140" Type="http://schemas.openxmlformats.org/officeDocument/2006/relationships/image" Target="../media/image157.png"/><Relationship Id="rId182" Type="http://schemas.openxmlformats.org/officeDocument/2006/relationships/customXml" Target="../ink/ink154.xml"/><Relationship Id="rId6" Type="http://schemas.openxmlformats.org/officeDocument/2006/relationships/image" Target="../media/image12.png"/><Relationship Id="rId238" Type="http://schemas.openxmlformats.org/officeDocument/2006/relationships/image" Target="../media/image204.png"/><Relationship Id="rId291" Type="http://schemas.openxmlformats.org/officeDocument/2006/relationships/customXml" Target="../ink/ink210.xml"/><Relationship Id="rId305" Type="http://schemas.openxmlformats.org/officeDocument/2006/relationships/customXml" Target="../ink/ink217.xml"/><Relationship Id="rId347" Type="http://schemas.openxmlformats.org/officeDocument/2006/relationships/customXml" Target="../ink/ink238.xml"/><Relationship Id="rId44" Type="http://schemas.openxmlformats.org/officeDocument/2006/relationships/customXml" Target="../ink/ink84.xml"/><Relationship Id="rId86" Type="http://schemas.openxmlformats.org/officeDocument/2006/relationships/image" Target="../media/image130.png"/><Relationship Id="rId151" Type="http://schemas.openxmlformats.org/officeDocument/2006/relationships/image" Target="../media/image162.png"/><Relationship Id="rId193" Type="http://schemas.openxmlformats.org/officeDocument/2006/relationships/image" Target="../media/image183.png"/><Relationship Id="rId207" Type="http://schemas.openxmlformats.org/officeDocument/2006/relationships/customXml" Target="../ink/ink167.xml"/><Relationship Id="rId249" Type="http://schemas.openxmlformats.org/officeDocument/2006/relationships/customXml" Target="../ink/ink189.xml"/><Relationship Id="rId13" Type="http://schemas.openxmlformats.org/officeDocument/2006/relationships/image" Target="../media/image94.png"/><Relationship Id="rId109" Type="http://schemas.openxmlformats.org/officeDocument/2006/relationships/customXml" Target="../ink/ink117.xml"/><Relationship Id="rId260" Type="http://schemas.openxmlformats.org/officeDocument/2006/relationships/image" Target="../media/image215.png"/><Relationship Id="rId316" Type="http://schemas.openxmlformats.org/officeDocument/2006/relationships/image" Target="../media/image243.png"/><Relationship Id="rId55" Type="http://schemas.openxmlformats.org/officeDocument/2006/relationships/image" Target="../media/image115.png"/><Relationship Id="rId97" Type="http://schemas.openxmlformats.org/officeDocument/2006/relationships/customXml" Target="../ink/ink111.xml"/><Relationship Id="rId120" Type="http://schemas.openxmlformats.org/officeDocument/2006/relationships/image" Target="../media/image147.png"/><Relationship Id="rId358" Type="http://schemas.openxmlformats.org/officeDocument/2006/relationships/image" Target="../media/image264.png"/><Relationship Id="rId162" Type="http://schemas.openxmlformats.org/officeDocument/2006/relationships/customXml" Target="../ink/ink144.xml"/><Relationship Id="rId218" Type="http://schemas.openxmlformats.org/officeDocument/2006/relationships/image" Target="../media/image195.png"/><Relationship Id="rId271" Type="http://schemas.openxmlformats.org/officeDocument/2006/relationships/customXml" Target="../ink/ink200.xml"/><Relationship Id="rId24" Type="http://schemas.openxmlformats.org/officeDocument/2006/relationships/customXml" Target="../ink/ink74.xml"/><Relationship Id="rId66" Type="http://schemas.openxmlformats.org/officeDocument/2006/relationships/customXml" Target="../ink/ink95.xml"/><Relationship Id="rId131" Type="http://schemas.openxmlformats.org/officeDocument/2006/relationships/customXml" Target="../ink/ink128.xml"/><Relationship Id="rId327" Type="http://schemas.openxmlformats.org/officeDocument/2006/relationships/customXml" Target="../ink/ink228.xml"/><Relationship Id="rId369" Type="http://schemas.openxmlformats.org/officeDocument/2006/relationships/customXml" Target="../ink/ink249.xml"/><Relationship Id="rId173" Type="http://schemas.openxmlformats.org/officeDocument/2006/relationships/image" Target="../media/image173.png"/><Relationship Id="rId229" Type="http://schemas.openxmlformats.org/officeDocument/2006/relationships/customXml" Target="../ink/ink179.xml"/><Relationship Id="rId240" Type="http://schemas.openxmlformats.org/officeDocument/2006/relationships/image" Target="../media/image205.png"/><Relationship Id="rId35" Type="http://schemas.openxmlformats.org/officeDocument/2006/relationships/image" Target="../media/image105.png"/><Relationship Id="rId77" Type="http://schemas.openxmlformats.org/officeDocument/2006/relationships/customXml" Target="../ink/ink101.xml"/><Relationship Id="rId100" Type="http://schemas.openxmlformats.org/officeDocument/2006/relationships/image" Target="../media/image137.png"/><Relationship Id="rId282" Type="http://schemas.openxmlformats.org/officeDocument/2006/relationships/image" Target="../media/image226.png"/><Relationship Id="rId338" Type="http://schemas.openxmlformats.org/officeDocument/2006/relationships/image" Target="../media/image254.png"/><Relationship Id="rId8" Type="http://schemas.openxmlformats.org/officeDocument/2006/relationships/image" Target="../media/image92.png"/><Relationship Id="rId142" Type="http://schemas.openxmlformats.org/officeDocument/2006/relationships/image" Target="../media/image158.png"/><Relationship Id="rId184" Type="http://schemas.openxmlformats.org/officeDocument/2006/relationships/customXml" Target="../ink/ink155.xml"/><Relationship Id="rId251" Type="http://schemas.openxmlformats.org/officeDocument/2006/relationships/customXml" Target="../ink/ink190.xml"/><Relationship Id="rId46" Type="http://schemas.openxmlformats.org/officeDocument/2006/relationships/customXml" Target="../ink/ink85.xml"/><Relationship Id="rId293" Type="http://schemas.openxmlformats.org/officeDocument/2006/relationships/customXml" Target="../ink/ink211.xml"/><Relationship Id="rId307" Type="http://schemas.openxmlformats.org/officeDocument/2006/relationships/customXml" Target="../ink/ink218.xml"/><Relationship Id="rId349" Type="http://schemas.openxmlformats.org/officeDocument/2006/relationships/customXml" Target="../ink/ink239.xml"/><Relationship Id="rId88" Type="http://schemas.openxmlformats.org/officeDocument/2006/relationships/image" Target="../media/image131.png"/><Relationship Id="rId111" Type="http://schemas.openxmlformats.org/officeDocument/2006/relationships/customXml" Target="../ink/ink118.xml"/><Relationship Id="rId153" Type="http://schemas.openxmlformats.org/officeDocument/2006/relationships/image" Target="../media/image163.png"/><Relationship Id="rId195" Type="http://schemas.openxmlformats.org/officeDocument/2006/relationships/image" Target="../media/image184.png"/><Relationship Id="rId209" Type="http://schemas.openxmlformats.org/officeDocument/2006/relationships/customXml" Target="../ink/ink168.xml"/><Relationship Id="rId360" Type="http://schemas.openxmlformats.org/officeDocument/2006/relationships/image" Target="../media/image265.png"/><Relationship Id="rId220" Type="http://schemas.openxmlformats.org/officeDocument/2006/relationships/image" Target="../media/image196.png"/><Relationship Id="rId15" Type="http://schemas.openxmlformats.org/officeDocument/2006/relationships/image" Target="../media/image95.png"/><Relationship Id="rId57" Type="http://schemas.openxmlformats.org/officeDocument/2006/relationships/image" Target="../media/image116.png"/><Relationship Id="rId262" Type="http://schemas.openxmlformats.org/officeDocument/2006/relationships/image" Target="../media/image216.png"/><Relationship Id="rId318" Type="http://schemas.openxmlformats.org/officeDocument/2006/relationships/image" Target="../media/image244.png"/></Relationships>
</file>

<file path=ppt/slides/_rels/slide23.xml.rels><?xml version="1.0" encoding="UTF-8" standalone="yes"?>
<Relationships xmlns="http://schemas.openxmlformats.org/package/2006/relationships"><Relationship Id="rId26" Type="http://schemas.openxmlformats.org/officeDocument/2006/relationships/customXml" Target="../ink/ink264.xml"/><Relationship Id="rId117" Type="http://schemas.openxmlformats.org/officeDocument/2006/relationships/image" Target="../media/image329.png"/><Relationship Id="rId21" Type="http://schemas.openxmlformats.org/officeDocument/2006/relationships/image" Target="../media/image282.png"/><Relationship Id="rId42" Type="http://schemas.openxmlformats.org/officeDocument/2006/relationships/customXml" Target="../ink/ink272.xml"/><Relationship Id="rId47" Type="http://schemas.openxmlformats.org/officeDocument/2006/relationships/image" Target="../media/image295.png"/><Relationship Id="rId63" Type="http://schemas.openxmlformats.org/officeDocument/2006/relationships/image" Target="../media/image303.png"/><Relationship Id="rId68" Type="http://schemas.openxmlformats.org/officeDocument/2006/relationships/customXml" Target="../ink/ink285.xml"/><Relationship Id="rId84" Type="http://schemas.openxmlformats.org/officeDocument/2006/relationships/customXml" Target="../ink/ink293.xml"/><Relationship Id="rId89" Type="http://schemas.openxmlformats.org/officeDocument/2006/relationships/image" Target="../media/image315.png"/><Relationship Id="rId112" Type="http://schemas.openxmlformats.org/officeDocument/2006/relationships/customXml" Target="../ink/ink307.xml"/><Relationship Id="rId16" Type="http://schemas.openxmlformats.org/officeDocument/2006/relationships/customXml" Target="../ink/ink259.xml"/><Relationship Id="rId107" Type="http://schemas.openxmlformats.org/officeDocument/2006/relationships/image" Target="../media/image324.png"/><Relationship Id="rId11" Type="http://schemas.openxmlformats.org/officeDocument/2006/relationships/image" Target="../media/image277.png"/><Relationship Id="rId32" Type="http://schemas.openxmlformats.org/officeDocument/2006/relationships/customXml" Target="../ink/ink267.xml"/><Relationship Id="rId37" Type="http://schemas.openxmlformats.org/officeDocument/2006/relationships/image" Target="../media/image290.png"/><Relationship Id="rId53" Type="http://schemas.openxmlformats.org/officeDocument/2006/relationships/image" Target="../media/image298.png"/><Relationship Id="rId58" Type="http://schemas.openxmlformats.org/officeDocument/2006/relationships/customXml" Target="../ink/ink280.xml"/><Relationship Id="rId74" Type="http://schemas.openxmlformats.org/officeDocument/2006/relationships/customXml" Target="../ink/ink288.xml"/><Relationship Id="rId79" Type="http://schemas.openxmlformats.org/officeDocument/2006/relationships/image" Target="../media/image310.png"/><Relationship Id="rId102" Type="http://schemas.openxmlformats.org/officeDocument/2006/relationships/customXml" Target="../ink/ink302.xml"/><Relationship Id="rId123" Type="http://schemas.openxmlformats.org/officeDocument/2006/relationships/image" Target="../media/image332.png"/><Relationship Id="rId5" Type="http://schemas.openxmlformats.org/officeDocument/2006/relationships/image" Target="../media/image274.png"/><Relationship Id="rId90" Type="http://schemas.openxmlformats.org/officeDocument/2006/relationships/customXml" Target="../ink/ink296.xml"/><Relationship Id="rId95" Type="http://schemas.openxmlformats.org/officeDocument/2006/relationships/image" Target="../media/image318.png"/><Relationship Id="rId22" Type="http://schemas.openxmlformats.org/officeDocument/2006/relationships/customXml" Target="../ink/ink262.xml"/><Relationship Id="rId27" Type="http://schemas.openxmlformats.org/officeDocument/2006/relationships/image" Target="../media/image285.png"/><Relationship Id="rId43" Type="http://schemas.openxmlformats.org/officeDocument/2006/relationships/image" Target="../media/image293.png"/><Relationship Id="rId48" Type="http://schemas.openxmlformats.org/officeDocument/2006/relationships/customXml" Target="../ink/ink275.xml"/><Relationship Id="rId64" Type="http://schemas.openxmlformats.org/officeDocument/2006/relationships/customXml" Target="../ink/ink283.xml"/><Relationship Id="rId69" Type="http://schemas.openxmlformats.org/officeDocument/2006/relationships/image" Target="../media/image109.png"/><Relationship Id="rId113" Type="http://schemas.openxmlformats.org/officeDocument/2006/relationships/image" Target="../media/image327.png"/><Relationship Id="rId118" Type="http://schemas.openxmlformats.org/officeDocument/2006/relationships/customXml" Target="../ink/ink310.xml"/><Relationship Id="rId80" Type="http://schemas.openxmlformats.org/officeDocument/2006/relationships/customXml" Target="../ink/ink291.xml"/><Relationship Id="rId85" Type="http://schemas.openxmlformats.org/officeDocument/2006/relationships/image" Target="../media/image313.png"/><Relationship Id="rId12" Type="http://schemas.openxmlformats.org/officeDocument/2006/relationships/customXml" Target="../ink/ink257.xml"/><Relationship Id="rId17" Type="http://schemas.openxmlformats.org/officeDocument/2006/relationships/image" Target="../media/image280.png"/><Relationship Id="rId33" Type="http://schemas.openxmlformats.org/officeDocument/2006/relationships/image" Target="../media/image288.png"/><Relationship Id="rId38" Type="http://schemas.openxmlformats.org/officeDocument/2006/relationships/customXml" Target="../ink/ink270.xml"/><Relationship Id="rId59" Type="http://schemas.openxmlformats.org/officeDocument/2006/relationships/image" Target="../media/image301.png"/><Relationship Id="rId103" Type="http://schemas.openxmlformats.org/officeDocument/2006/relationships/image" Target="../media/image322.png"/><Relationship Id="rId108" Type="http://schemas.openxmlformats.org/officeDocument/2006/relationships/customXml" Target="../ink/ink305.xml"/><Relationship Id="rId124" Type="http://schemas.openxmlformats.org/officeDocument/2006/relationships/customXml" Target="../ink/ink313.xml"/><Relationship Id="rId54" Type="http://schemas.openxmlformats.org/officeDocument/2006/relationships/customXml" Target="../ink/ink278.xml"/><Relationship Id="rId70" Type="http://schemas.openxmlformats.org/officeDocument/2006/relationships/customXml" Target="../ink/ink286.xml"/><Relationship Id="rId75" Type="http://schemas.openxmlformats.org/officeDocument/2006/relationships/image" Target="../media/image308.png"/><Relationship Id="rId91" Type="http://schemas.openxmlformats.org/officeDocument/2006/relationships/image" Target="../media/image316.png"/><Relationship Id="rId96" Type="http://schemas.openxmlformats.org/officeDocument/2006/relationships/customXml" Target="../ink/ink299.xml"/><Relationship Id="rId1" Type="http://schemas.openxmlformats.org/officeDocument/2006/relationships/slideLayout" Target="../slideLayouts/slideLayout2.xml"/><Relationship Id="rId6" Type="http://schemas.openxmlformats.org/officeDocument/2006/relationships/customXml" Target="../ink/ink254.xml"/><Relationship Id="rId23" Type="http://schemas.openxmlformats.org/officeDocument/2006/relationships/image" Target="../media/image283.png"/><Relationship Id="rId28" Type="http://schemas.openxmlformats.org/officeDocument/2006/relationships/customXml" Target="../ink/ink265.xml"/><Relationship Id="rId49" Type="http://schemas.openxmlformats.org/officeDocument/2006/relationships/image" Target="../media/image296.png"/><Relationship Id="rId114" Type="http://schemas.openxmlformats.org/officeDocument/2006/relationships/customXml" Target="../ink/ink308.xml"/><Relationship Id="rId119" Type="http://schemas.openxmlformats.org/officeDocument/2006/relationships/image" Target="../media/image330.png"/><Relationship Id="rId44" Type="http://schemas.openxmlformats.org/officeDocument/2006/relationships/customXml" Target="../ink/ink273.xml"/><Relationship Id="rId60" Type="http://schemas.openxmlformats.org/officeDocument/2006/relationships/customXml" Target="../ink/ink281.xml"/><Relationship Id="rId65" Type="http://schemas.openxmlformats.org/officeDocument/2006/relationships/image" Target="../media/image304.png"/><Relationship Id="rId81" Type="http://schemas.openxmlformats.org/officeDocument/2006/relationships/image" Target="../media/image311.png"/><Relationship Id="rId86" Type="http://schemas.openxmlformats.org/officeDocument/2006/relationships/customXml" Target="../ink/ink294.xml"/><Relationship Id="rId13" Type="http://schemas.openxmlformats.org/officeDocument/2006/relationships/image" Target="../media/image278.png"/><Relationship Id="rId18" Type="http://schemas.openxmlformats.org/officeDocument/2006/relationships/customXml" Target="../ink/ink260.xml"/><Relationship Id="rId39" Type="http://schemas.openxmlformats.org/officeDocument/2006/relationships/image" Target="../media/image291.png"/><Relationship Id="rId109" Type="http://schemas.openxmlformats.org/officeDocument/2006/relationships/image" Target="../media/image325.png"/><Relationship Id="rId34" Type="http://schemas.openxmlformats.org/officeDocument/2006/relationships/customXml" Target="../ink/ink268.xml"/><Relationship Id="rId50" Type="http://schemas.openxmlformats.org/officeDocument/2006/relationships/customXml" Target="../ink/ink276.xml"/><Relationship Id="rId55" Type="http://schemas.openxmlformats.org/officeDocument/2006/relationships/image" Target="../media/image299.png"/><Relationship Id="rId76" Type="http://schemas.openxmlformats.org/officeDocument/2006/relationships/customXml" Target="../ink/ink289.xml"/><Relationship Id="rId97" Type="http://schemas.openxmlformats.org/officeDocument/2006/relationships/image" Target="../media/image319.png"/><Relationship Id="rId104" Type="http://schemas.openxmlformats.org/officeDocument/2006/relationships/customXml" Target="../ink/ink303.xml"/><Relationship Id="rId120" Type="http://schemas.openxmlformats.org/officeDocument/2006/relationships/customXml" Target="../ink/ink311.xml"/><Relationship Id="rId125" Type="http://schemas.openxmlformats.org/officeDocument/2006/relationships/image" Target="../media/image333.png"/><Relationship Id="rId7" Type="http://schemas.openxmlformats.org/officeDocument/2006/relationships/image" Target="../media/image275.png"/><Relationship Id="rId71" Type="http://schemas.openxmlformats.org/officeDocument/2006/relationships/image" Target="../media/image306.png"/><Relationship Id="rId92" Type="http://schemas.openxmlformats.org/officeDocument/2006/relationships/customXml" Target="../ink/ink297.xml"/><Relationship Id="rId2" Type="http://schemas.openxmlformats.org/officeDocument/2006/relationships/customXml" Target="../ink/ink252.xml"/><Relationship Id="rId29" Type="http://schemas.openxmlformats.org/officeDocument/2006/relationships/image" Target="../media/image286.png"/><Relationship Id="rId24" Type="http://schemas.openxmlformats.org/officeDocument/2006/relationships/customXml" Target="../ink/ink263.xml"/><Relationship Id="rId40" Type="http://schemas.openxmlformats.org/officeDocument/2006/relationships/customXml" Target="../ink/ink271.xml"/><Relationship Id="rId45" Type="http://schemas.openxmlformats.org/officeDocument/2006/relationships/image" Target="../media/image294.png"/><Relationship Id="rId66" Type="http://schemas.openxmlformats.org/officeDocument/2006/relationships/customXml" Target="../ink/ink284.xml"/><Relationship Id="rId87" Type="http://schemas.openxmlformats.org/officeDocument/2006/relationships/image" Target="../media/image314.png"/><Relationship Id="rId110" Type="http://schemas.openxmlformats.org/officeDocument/2006/relationships/customXml" Target="../ink/ink306.xml"/><Relationship Id="rId115" Type="http://schemas.openxmlformats.org/officeDocument/2006/relationships/image" Target="../media/image328.png"/><Relationship Id="rId61" Type="http://schemas.openxmlformats.org/officeDocument/2006/relationships/image" Target="../media/image302.png"/><Relationship Id="rId82" Type="http://schemas.openxmlformats.org/officeDocument/2006/relationships/customXml" Target="../ink/ink292.xml"/><Relationship Id="rId19" Type="http://schemas.openxmlformats.org/officeDocument/2006/relationships/image" Target="../media/image281.png"/><Relationship Id="rId14" Type="http://schemas.openxmlformats.org/officeDocument/2006/relationships/customXml" Target="../ink/ink258.xml"/><Relationship Id="rId30" Type="http://schemas.openxmlformats.org/officeDocument/2006/relationships/customXml" Target="../ink/ink266.xml"/><Relationship Id="rId35" Type="http://schemas.openxmlformats.org/officeDocument/2006/relationships/image" Target="../media/image289.png"/><Relationship Id="rId56" Type="http://schemas.openxmlformats.org/officeDocument/2006/relationships/customXml" Target="../ink/ink279.xml"/><Relationship Id="rId77" Type="http://schemas.openxmlformats.org/officeDocument/2006/relationships/image" Target="../media/image309.png"/><Relationship Id="rId100" Type="http://schemas.openxmlformats.org/officeDocument/2006/relationships/customXml" Target="../ink/ink301.xml"/><Relationship Id="rId105" Type="http://schemas.openxmlformats.org/officeDocument/2006/relationships/image" Target="../media/image323.png"/><Relationship Id="rId8" Type="http://schemas.openxmlformats.org/officeDocument/2006/relationships/customXml" Target="../ink/ink255.xml"/><Relationship Id="rId51" Type="http://schemas.openxmlformats.org/officeDocument/2006/relationships/image" Target="../media/image297.png"/><Relationship Id="rId72" Type="http://schemas.openxmlformats.org/officeDocument/2006/relationships/customXml" Target="../ink/ink287.xml"/><Relationship Id="rId93" Type="http://schemas.openxmlformats.org/officeDocument/2006/relationships/image" Target="../media/image317.png"/><Relationship Id="rId98" Type="http://schemas.openxmlformats.org/officeDocument/2006/relationships/customXml" Target="../ink/ink300.xml"/><Relationship Id="rId121" Type="http://schemas.openxmlformats.org/officeDocument/2006/relationships/image" Target="../media/image331.png"/><Relationship Id="rId3" Type="http://schemas.openxmlformats.org/officeDocument/2006/relationships/image" Target="../media/image273.png"/><Relationship Id="rId25" Type="http://schemas.openxmlformats.org/officeDocument/2006/relationships/image" Target="../media/image284.png"/><Relationship Id="rId46" Type="http://schemas.openxmlformats.org/officeDocument/2006/relationships/customXml" Target="../ink/ink274.xml"/><Relationship Id="rId67" Type="http://schemas.openxmlformats.org/officeDocument/2006/relationships/image" Target="../media/image305.png"/><Relationship Id="rId116" Type="http://schemas.openxmlformats.org/officeDocument/2006/relationships/customXml" Target="../ink/ink309.xml"/><Relationship Id="rId20" Type="http://schemas.openxmlformats.org/officeDocument/2006/relationships/customXml" Target="../ink/ink261.xml"/><Relationship Id="rId41" Type="http://schemas.openxmlformats.org/officeDocument/2006/relationships/image" Target="../media/image292.png"/><Relationship Id="rId62" Type="http://schemas.openxmlformats.org/officeDocument/2006/relationships/customXml" Target="../ink/ink282.xml"/><Relationship Id="rId83" Type="http://schemas.openxmlformats.org/officeDocument/2006/relationships/image" Target="../media/image312.png"/><Relationship Id="rId88" Type="http://schemas.openxmlformats.org/officeDocument/2006/relationships/customXml" Target="../ink/ink295.xml"/><Relationship Id="rId111" Type="http://schemas.openxmlformats.org/officeDocument/2006/relationships/image" Target="../media/image326.png"/><Relationship Id="rId15" Type="http://schemas.openxmlformats.org/officeDocument/2006/relationships/image" Target="../media/image279.png"/><Relationship Id="rId36" Type="http://schemas.openxmlformats.org/officeDocument/2006/relationships/customXml" Target="../ink/ink269.xml"/><Relationship Id="rId57" Type="http://schemas.openxmlformats.org/officeDocument/2006/relationships/image" Target="../media/image300.png"/><Relationship Id="rId106" Type="http://schemas.openxmlformats.org/officeDocument/2006/relationships/customXml" Target="../ink/ink304.xml"/><Relationship Id="rId10" Type="http://schemas.openxmlformats.org/officeDocument/2006/relationships/customXml" Target="../ink/ink256.xml"/><Relationship Id="rId31" Type="http://schemas.openxmlformats.org/officeDocument/2006/relationships/image" Target="../media/image287.png"/><Relationship Id="rId52" Type="http://schemas.openxmlformats.org/officeDocument/2006/relationships/customXml" Target="../ink/ink277.xml"/><Relationship Id="rId73" Type="http://schemas.openxmlformats.org/officeDocument/2006/relationships/image" Target="../media/image307.png"/><Relationship Id="rId78" Type="http://schemas.openxmlformats.org/officeDocument/2006/relationships/customXml" Target="../ink/ink290.xml"/><Relationship Id="rId94" Type="http://schemas.openxmlformats.org/officeDocument/2006/relationships/customXml" Target="../ink/ink298.xml"/><Relationship Id="rId99" Type="http://schemas.openxmlformats.org/officeDocument/2006/relationships/image" Target="../media/image320.png"/><Relationship Id="rId101" Type="http://schemas.openxmlformats.org/officeDocument/2006/relationships/image" Target="../media/image321.png"/><Relationship Id="rId122" Type="http://schemas.openxmlformats.org/officeDocument/2006/relationships/customXml" Target="../ink/ink312.xml"/><Relationship Id="rId4" Type="http://schemas.openxmlformats.org/officeDocument/2006/relationships/customXml" Target="../ink/ink253.xml"/><Relationship Id="rId9" Type="http://schemas.openxmlformats.org/officeDocument/2006/relationships/image" Target="../media/image276.png"/></Relationships>
</file>

<file path=ppt/slides/_rels/slide24.xml.rels><?xml version="1.0" encoding="UTF-8" standalone="yes"?>
<Relationships xmlns="http://schemas.openxmlformats.org/package/2006/relationships"><Relationship Id="rId117" Type="http://schemas.openxmlformats.org/officeDocument/2006/relationships/image" Target="../media/image387.png"/><Relationship Id="rId21" Type="http://schemas.openxmlformats.org/officeDocument/2006/relationships/image" Target="../media/image340.png"/><Relationship Id="rId42" Type="http://schemas.openxmlformats.org/officeDocument/2006/relationships/customXml" Target="../ink/ink328.xml"/><Relationship Id="rId63" Type="http://schemas.openxmlformats.org/officeDocument/2006/relationships/image" Target="../media/image360.png"/><Relationship Id="rId84" Type="http://schemas.openxmlformats.org/officeDocument/2006/relationships/customXml" Target="../ink/ink349.xml"/><Relationship Id="rId138" Type="http://schemas.openxmlformats.org/officeDocument/2006/relationships/customXml" Target="../ink/ink376.xml"/><Relationship Id="rId159" Type="http://schemas.openxmlformats.org/officeDocument/2006/relationships/image" Target="../media/image407.png"/><Relationship Id="rId170" Type="http://schemas.openxmlformats.org/officeDocument/2006/relationships/customXml" Target="../ink/ink393.xml"/><Relationship Id="rId191" Type="http://schemas.openxmlformats.org/officeDocument/2006/relationships/image" Target="../media/image423.png"/><Relationship Id="rId205" Type="http://schemas.openxmlformats.org/officeDocument/2006/relationships/image" Target="../media/image430.png"/><Relationship Id="rId226" Type="http://schemas.openxmlformats.org/officeDocument/2006/relationships/customXml" Target="../ink/ink421.xml"/><Relationship Id="rId107" Type="http://schemas.openxmlformats.org/officeDocument/2006/relationships/image" Target="../media/image382.png"/><Relationship Id="rId11" Type="http://schemas.openxmlformats.org/officeDocument/2006/relationships/image" Target="../media/image3810.png"/><Relationship Id="rId32" Type="http://schemas.openxmlformats.org/officeDocument/2006/relationships/customXml" Target="../ink/ink323.xml"/><Relationship Id="rId53" Type="http://schemas.openxmlformats.org/officeDocument/2006/relationships/image" Target="../media/image355.png"/><Relationship Id="rId74" Type="http://schemas.openxmlformats.org/officeDocument/2006/relationships/customXml" Target="../ink/ink344.xml"/><Relationship Id="rId128" Type="http://schemas.openxmlformats.org/officeDocument/2006/relationships/customXml" Target="../ink/ink371.xml"/><Relationship Id="rId149" Type="http://schemas.openxmlformats.org/officeDocument/2006/relationships/customXml" Target="../ink/ink382.xml"/><Relationship Id="rId5" Type="http://schemas.openxmlformats.org/officeDocument/2006/relationships/image" Target="../media/image334.png"/><Relationship Id="rId95" Type="http://schemas.openxmlformats.org/officeDocument/2006/relationships/image" Target="../media/image376.png"/><Relationship Id="rId160" Type="http://schemas.openxmlformats.org/officeDocument/2006/relationships/customXml" Target="../ink/ink388.xml"/><Relationship Id="rId181" Type="http://schemas.openxmlformats.org/officeDocument/2006/relationships/image" Target="../media/image418.png"/><Relationship Id="rId216" Type="http://schemas.openxmlformats.org/officeDocument/2006/relationships/customXml" Target="../ink/ink416.xml"/><Relationship Id="rId237" Type="http://schemas.openxmlformats.org/officeDocument/2006/relationships/image" Target="../media/image446.png"/><Relationship Id="rId22" Type="http://schemas.openxmlformats.org/officeDocument/2006/relationships/customXml" Target="../ink/ink318.xml"/><Relationship Id="rId43" Type="http://schemas.openxmlformats.org/officeDocument/2006/relationships/image" Target="../media/image351.png"/><Relationship Id="rId64" Type="http://schemas.openxmlformats.org/officeDocument/2006/relationships/customXml" Target="../ink/ink339.xml"/><Relationship Id="rId118" Type="http://schemas.openxmlformats.org/officeDocument/2006/relationships/customXml" Target="../ink/ink366.xml"/><Relationship Id="rId139" Type="http://schemas.openxmlformats.org/officeDocument/2006/relationships/image" Target="../media/image398.png"/><Relationship Id="rId85" Type="http://schemas.openxmlformats.org/officeDocument/2006/relationships/image" Target="../media/image371.png"/><Relationship Id="rId150" Type="http://schemas.openxmlformats.org/officeDocument/2006/relationships/customXml" Target="../ink/ink383.xml"/><Relationship Id="rId171" Type="http://schemas.openxmlformats.org/officeDocument/2006/relationships/image" Target="../media/image413.png"/><Relationship Id="rId192" Type="http://schemas.openxmlformats.org/officeDocument/2006/relationships/customXml" Target="../ink/ink404.xml"/><Relationship Id="rId206" Type="http://schemas.openxmlformats.org/officeDocument/2006/relationships/customXml" Target="../ink/ink411.xml"/><Relationship Id="rId227" Type="http://schemas.openxmlformats.org/officeDocument/2006/relationships/image" Target="../media/image441.png"/><Relationship Id="rId12" Type="http://schemas.openxmlformats.org/officeDocument/2006/relationships/image" Target="../media/image92.png"/><Relationship Id="rId33" Type="http://schemas.openxmlformats.org/officeDocument/2006/relationships/image" Target="../media/image346.png"/><Relationship Id="rId108" Type="http://schemas.openxmlformats.org/officeDocument/2006/relationships/customXml" Target="../ink/ink361.xml"/><Relationship Id="rId129" Type="http://schemas.openxmlformats.org/officeDocument/2006/relationships/image" Target="../media/image393.png"/><Relationship Id="rId54" Type="http://schemas.openxmlformats.org/officeDocument/2006/relationships/customXml" Target="../ink/ink334.xml"/><Relationship Id="rId75" Type="http://schemas.openxmlformats.org/officeDocument/2006/relationships/image" Target="../media/image366.png"/><Relationship Id="rId96" Type="http://schemas.openxmlformats.org/officeDocument/2006/relationships/customXml" Target="../ink/ink355.xml"/><Relationship Id="rId140" Type="http://schemas.openxmlformats.org/officeDocument/2006/relationships/customXml" Target="../ink/ink377.xml"/><Relationship Id="rId161" Type="http://schemas.openxmlformats.org/officeDocument/2006/relationships/image" Target="../media/image408.png"/><Relationship Id="rId182" Type="http://schemas.openxmlformats.org/officeDocument/2006/relationships/customXml" Target="../ink/ink399.xml"/><Relationship Id="rId217" Type="http://schemas.openxmlformats.org/officeDocument/2006/relationships/image" Target="../media/image436.png"/><Relationship Id="rId6" Type="http://schemas.openxmlformats.org/officeDocument/2006/relationships/image" Target="../media/image335.png"/><Relationship Id="rId238" Type="http://schemas.openxmlformats.org/officeDocument/2006/relationships/customXml" Target="../ink/ink427.xml"/><Relationship Id="rId23" Type="http://schemas.openxmlformats.org/officeDocument/2006/relationships/image" Target="../media/image341.png"/><Relationship Id="rId119" Type="http://schemas.openxmlformats.org/officeDocument/2006/relationships/image" Target="../media/image388.png"/><Relationship Id="rId44" Type="http://schemas.openxmlformats.org/officeDocument/2006/relationships/customXml" Target="../ink/ink329.xml"/><Relationship Id="rId65" Type="http://schemas.openxmlformats.org/officeDocument/2006/relationships/image" Target="../media/image361.png"/><Relationship Id="rId86" Type="http://schemas.openxmlformats.org/officeDocument/2006/relationships/customXml" Target="../ink/ink350.xml"/><Relationship Id="rId130" Type="http://schemas.openxmlformats.org/officeDocument/2006/relationships/customXml" Target="../ink/ink372.xml"/><Relationship Id="rId151" Type="http://schemas.openxmlformats.org/officeDocument/2006/relationships/image" Target="../media/image403.png"/><Relationship Id="rId172" Type="http://schemas.openxmlformats.org/officeDocument/2006/relationships/customXml" Target="../ink/ink394.xml"/><Relationship Id="rId193" Type="http://schemas.openxmlformats.org/officeDocument/2006/relationships/image" Target="../media/image424.png"/><Relationship Id="rId207" Type="http://schemas.openxmlformats.org/officeDocument/2006/relationships/image" Target="../media/image431.png"/><Relationship Id="rId228" Type="http://schemas.openxmlformats.org/officeDocument/2006/relationships/customXml" Target="../ink/ink422.xml"/><Relationship Id="rId13" Type="http://schemas.openxmlformats.org/officeDocument/2006/relationships/image" Target="../media/image4010.png"/><Relationship Id="rId109" Type="http://schemas.openxmlformats.org/officeDocument/2006/relationships/image" Target="../media/image383.png"/><Relationship Id="rId34" Type="http://schemas.openxmlformats.org/officeDocument/2006/relationships/customXml" Target="../ink/ink324.xml"/><Relationship Id="rId55" Type="http://schemas.openxmlformats.org/officeDocument/2006/relationships/image" Target="../media/image356.png"/><Relationship Id="rId76" Type="http://schemas.openxmlformats.org/officeDocument/2006/relationships/customXml" Target="../ink/ink345.xml"/><Relationship Id="rId97" Type="http://schemas.openxmlformats.org/officeDocument/2006/relationships/image" Target="../media/image377.png"/><Relationship Id="rId120" Type="http://schemas.openxmlformats.org/officeDocument/2006/relationships/customXml" Target="../ink/ink367.xml"/><Relationship Id="rId141" Type="http://schemas.openxmlformats.org/officeDocument/2006/relationships/customXml" Target="../ink/ink378.xml"/><Relationship Id="rId7" Type="http://schemas.openxmlformats.org/officeDocument/2006/relationships/image" Target="../media/image3610.png"/><Relationship Id="rId162" Type="http://schemas.openxmlformats.org/officeDocument/2006/relationships/customXml" Target="../ink/ink389.xml"/><Relationship Id="rId183" Type="http://schemas.openxmlformats.org/officeDocument/2006/relationships/image" Target="../media/image419.png"/><Relationship Id="rId218" Type="http://schemas.openxmlformats.org/officeDocument/2006/relationships/customXml" Target="../ink/ink417.xml"/><Relationship Id="rId239" Type="http://schemas.openxmlformats.org/officeDocument/2006/relationships/image" Target="../media/image447.png"/><Relationship Id="rId24" Type="http://schemas.openxmlformats.org/officeDocument/2006/relationships/customXml" Target="../ink/ink319.xml"/><Relationship Id="rId45" Type="http://schemas.openxmlformats.org/officeDocument/2006/relationships/image" Target="../media/image352.png"/><Relationship Id="rId66" Type="http://schemas.openxmlformats.org/officeDocument/2006/relationships/customXml" Target="../ink/ink340.xml"/><Relationship Id="rId87" Type="http://schemas.openxmlformats.org/officeDocument/2006/relationships/image" Target="../media/image372.png"/><Relationship Id="rId110" Type="http://schemas.openxmlformats.org/officeDocument/2006/relationships/customXml" Target="../ink/ink362.xml"/><Relationship Id="rId131" Type="http://schemas.openxmlformats.org/officeDocument/2006/relationships/image" Target="../media/image394.png"/><Relationship Id="rId152" Type="http://schemas.openxmlformats.org/officeDocument/2006/relationships/customXml" Target="../ink/ink384.xml"/><Relationship Id="rId173" Type="http://schemas.openxmlformats.org/officeDocument/2006/relationships/image" Target="../media/image414.png"/><Relationship Id="rId194" Type="http://schemas.openxmlformats.org/officeDocument/2006/relationships/customXml" Target="../ink/ink405.xml"/><Relationship Id="rId208" Type="http://schemas.openxmlformats.org/officeDocument/2006/relationships/customXml" Target="../ink/ink412.xml"/><Relationship Id="rId229" Type="http://schemas.openxmlformats.org/officeDocument/2006/relationships/image" Target="../media/image442.png"/><Relationship Id="rId240" Type="http://schemas.openxmlformats.org/officeDocument/2006/relationships/customXml" Target="../ink/ink428.xml"/><Relationship Id="rId14" Type="http://schemas.openxmlformats.org/officeDocument/2006/relationships/customXml" Target="../ink/ink314.xml"/><Relationship Id="rId35" Type="http://schemas.openxmlformats.org/officeDocument/2006/relationships/image" Target="../media/image347.png"/><Relationship Id="rId56" Type="http://schemas.openxmlformats.org/officeDocument/2006/relationships/customXml" Target="../ink/ink335.xml"/><Relationship Id="rId77" Type="http://schemas.openxmlformats.org/officeDocument/2006/relationships/image" Target="../media/image367.png"/><Relationship Id="rId100" Type="http://schemas.openxmlformats.org/officeDocument/2006/relationships/customXml" Target="../ink/ink357.xml"/><Relationship Id="rId8" Type="http://schemas.openxmlformats.org/officeDocument/2006/relationships/image" Target="../media/image3710.png"/><Relationship Id="rId98" Type="http://schemas.openxmlformats.org/officeDocument/2006/relationships/customXml" Target="../ink/ink356.xml"/><Relationship Id="rId121" Type="http://schemas.openxmlformats.org/officeDocument/2006/relationships/image" Target="../media/image389.png"/><Relationship Id="rId142" Type="http://schemas.openxmlformats.org/officeDocument/2006/relationships/image" Target="../media/image399.png"/><Relationship Id="rId163" Type="http://schemas.openxmlformats.org/officeDocument/2006/relationships/image" Target="../media/image409.png"/><Relationship Id="rId184" Type="http://schemas.openxmlformats.org/officeDocument/2006/relationships/customXml" Target="../ink/ink400.xml"/><Relationship Id="rId219" Type="http://schemas.openxmlformats.org/officeDocument/2006/relationships/image" Target="../media/image437.png"/><Relationship Id="rId230" Type="http://schemas.openxmlformats.org/officeDocument/2006/relationships/customXml" Target="../ink/ink423.xml"/><Relationship Id="rId25" Type="http://schemas.openxmlformats.org/officeDocument/2006/relationships/image" Target="../media/image342.png"/><Relationship Id="rId46" Type="http://schemas.openxmlformats.org/officeDocument/2006/relationships/customXml" Target="../ink/ink330.xml"/><Relationship Id="rId67" Type="http://schemas.openxmlformats.org/officeDocument/2006/relationships/image" Target="../media/image362.png"/><Relationship Id="rId88" Type="http://schemas.openxmlformats.org/officeDocument/2006/relationships/customXml" Target="../ink/ink351.xml"/><Relationship Id="rId111" Type="http://schemas.openxmlformats.org/officeDocument/2006/relationships/image" Target="../media/image384.png"/><Relationship Id="rId132" Type="http://schemas.openxmlformats.org/officeDocument/2006/relationships/customXml" Target="../ink/ink373.xml"/><Relationship Id="rId153" Type="http://schemas.openxmlformats.org/officeDocument/2006/relationships/image" Target="../media/image404.png"/><Relationship Id="rId174" Type="http://schemas.openxmlformats.org/officeDocument/2006/relationships/customXml" Target="../ink/ink395.xml"/><Relationship Id="rId195" Type="http://schemas.openxmlformats.org/officeDocument/2006/relationships/image" Target="../media/image425.png"/><Relationship Id="rId209" Type="http://schemas.openxmlformats.org/officeDocument/2006/relationships/image" Target="../media/image432.png"/><Relationship Id="rId220" Type="http://schemas.openxmlformats.org/officeDocument/2006/relationships/customXml" Target="../ink/ink418.xml"/><Relationship Id="rId241" Type="http://schemas.openxmlformats.org/officeDocument/2006/relationships/image" Target="../media/image448.png"/><Relationship Id="rId15" Type="http://schemas.openxmlformats.org/officeDocument/2006/relationships/image" Target="../media/image337.png"/><Relationship Id="rId36" Type="http://schemas.openxmlformats.org/officeDocument/2006/relationships/customXml" Target="../ink/ink325.xml"/><Relationship Id="rId57" Type="http://schemas.openxmlformats.org/officeDocument/2006/relationships/image" Target="../media/image357.png"/><Relationship Id="rId106" Type="http://schemas.openxmlformats.org/officeDocument/2006/relationships/customXml" Target="../ink/ink360.xml"/><Relationship Id="rId127" Type="http://schemas.openxmlformats.org/officeDocument/2006/relationships/image" Target="../media/image392.png"/><Relationship Id="rId31" Type="http://schemas.openxmlformats.org/officeDocument/2006/relationships/image" Target="../media/image345.png"/><Relationship Id="rId52" Type="http://schemas.openxmlformats.org/officeDocument/2006/relationships/customXml" Target="../ink/ink333.xml"/><Relationship Id="rId73" Type="http://schemas.openxmlformats.org/officeDocument/2006/relationships/image" Target="../media/image365.png"/><Relationship Id="rId78" Type="http://schemas.openxmlformats.org/officeDocument/2006/relationships/customXml" Target="../ink/ink346.xml"/><Relationship Id="rId94" Type="http://schemas.openxmlformats.org/officeDocument/2006/relationships/customXml" Target="../ink/ink354.xml"/><Relationship Id="rId99" Type="http://schemas.openxmlformats.org/officeDocument/2006/relationships/image" Target="../media/image378.png"/><Relationship Id="rId101" Type="http://schemas.openxmlformats.org/officeDocument/2006/relationships/image" Target="../media/image379.png"/><Relationship Id="rId122" Type="http://schemas.openxmlformats.org/officeDocument/2006/relationships/customXml" Target="../ink/ink368.xml"/><Relationship Id="rId143" Type="http://schemas.openxmlformats.org/officeDocument/2006/relationships/customXml" Target="../ink/ink379.xml"/><Relationship Id="rId148" Type="http://schemas.openxmlformats.org/officeDocument/2006/relationships/image" Target="../media/image402.png"/><Relationship Id="rId164" Type="http://schemas.openxmlformats.org/officeDocument/2006/relationships/customXml" Target="../ink/ink390.xml"/><Relationship Id="rId169" Type="http://schemas.openxmlformats.org/officeDocument/2006/relationships/image" Target="../media/image412.png"/><Relationship Id="rId185" Type="http://schemas.openxmlformats.org/officeDocument/2006/relationships/image" Target="../media/image420.png"/><Relationship Id="rId4" Type="http://schemas.openxmlformats.org/officeDocument/2006/relationships/image" Target="../media/image3310.png"/><Relationship Id="rId9" Type="http://schemas.openxmlformats.org/officeDocument/2006/relationships/image" Target="../media/image336.png"/><Relationship Id="rId180" Type="http://schemas.openxmlformats.org/officeDocument/2006/relationships/customXml" Target="../ink/ink398.xml"/><Relationship Id="rId210" Type="http://schemas.openxmlformats.org/officeDocument/2006/relationships/customXml" Target="../ink/ink413.xml"/><Relationship Id="rId215" Type="http://schemas.openxmlformats.org/officeDocument/2006/relationships/image" Target="../media/image435.png"/><Relationship Id="rId236" Type="http://schemas.openxmlformats.org/officeDocument/2006/relationships/customXml" Target="../ink/ink426.xml"/><Relationship Id="rId26" Type="http://schemas.openxmlformats.org/officeDocument/2006/relationships/customXml" Target="../ink/ink320.xml"/><Relationship Id="rId231" Type="http://schemas.openxmlformats.org/officeDocument/2006/relationships/image" Target="../media/image443.png"/><Relationship Id="rId47" Type="http://schemas.openxmlformats.org/officeDocument/2006/relationships/image" Target="../media/image353.png"/><Relationship Id="rId68" Type="http://schemas.openxmlformats.org/officeDocument/2006/relationships/customXml" Target="../ink/ink341.xml"/><Relationship Id="rId89" Type="http://schemas.openxmlformats.org/officeDocument/2006/relationships/image" Target="../media/image373.png"/><Relationship Id="rId112" Type="http://schemas.openxmlformats.org/officeDocument/2006/relationships/customXml" Target="../ink/ink363.xml"/><Relationship Id="rId133" Type="http://schemas.openxmlformats.org/officeDocument/2006/relationships/image" Target="../media/image395.png"/><Relationship Id="rId154" Type="http://schemas.openxmlformats.org/officeDocument/2006/relationships/customXml" Target="../ink/ink385.xml"/><Relationship Id="rId175" Type="http://schemas.openxmlformats.org/officeDocument/2006/relationships/image" Target="../media/image415.png"/><Relationship Id="rId196" Type="http://schemas.openxmlformats.org/officeDocument/2006/relationships/customXml" Target="../ink/ink406.xml"/><Relationship Id="rId200" Type="http://schemas.openxmlformats.org/officeDocument/2006/relationships/customXml" Target="../ink/ink408.xml"/><Relationship Id="rId16" Type="http://schemas.openxmlformats.org/officeDocument/2006/relationships/customXml" Target="../ink/ink315.xml"/><Relationship Id="rId221" Type="http://schemas.openxmlformats.org/officeDocument/2006/relationships/image" Target="../media/image438.png"/><Relationship Id="rId242" Type="http://schemas.openxmlformats.org/officeDocument/2006/relationships/customXml" Target="../ink/ink429.xml"/><Relationship Id="rId37" Type="http://schemas.openxmlformats.org/officeDocument/2006/relationships/image" Target="../media/image348.png"/><Relationship Id="rId58" Type="http://schemas.openxmlformats.org/officeDocument/2006/relationships/customXml" Target="../ink/ink336.xml"/><Relationship Id="rId79" Type="http://schemas.openxmlformats.org/officeDocument/2006/relationships/image" Target="../media/image368.png"/><Relationship Id="rId102" Type="http://schemas.openxmlformats.org/officeDocument/2006/relationships/customXml" Target="../ink/ink358.xml"/><Relationship Id="rId123" Type="http://schemas.openxmlformats.org/officeDocument/2006/relationships/image" Target="../media/image390.png"/><Relationship Id="rId144" Type="http://schemas.openxmlformats.org/officeDocument/2006/relationships/image" Target="../media/image400.png"/><Relationship Id="rId90" Type="http://schemas.openxmlformats.org/officeDocument/2006/relationships/customXml" Target="../ink/ink352.xml"/><Relationship Id="rId165" Type="http://schemas.openxmlformats.org/officeDocument/2006/relationships/image" Target="../media/image410.png"/><Relationship Id="rId186" Type="http://schemas.openxmlformats.org/officeDocument/2006/relationships/customXml" Target="../ink/ink401.xml"/><Relationship Id="rId211" Type="http://schemas.openxmlformats.org/officeDocument/2006/relationships/image" Target="../media/image433.png"/><Relationship Id="rId232" Type="http://schemas.openxmlformats.org/officeDocument/2006/relationships/customXml" Target="../ink/ink424.xml"/><Relationship Id="rId27" Type="http://schemas.openxmlformats.org/officeDocument/2006/relationships/image" Target="../media/image343.png"/><Relationship Id="rId48" Type="http://schemas.openxmlformats.org/officeDocument/2006/relationships/customXml" Target="../ink/ink331.xml"/><Relationship Id="rId69" Type="http://schemas.openxmlformats.org/officeDocument/2006/relationships/image" Target="../media/image363.png"/><Relationship Id="rId113" Type="http://schemas.openxmlformats.org/officeDocument/2006/relationships/image" Target="../media/image385.png"/><Relationship Id="rId134" Type="http://schemas.openxmlformats.org/officeDocument/2006/relationships/customXml" Target="../ink/ink374.xml"/><Relationship Id="rId80" Type="http://schemas.openxmlformats.org/officeDocument/2006/relationships/customXml" Target="../ink/ink347.xml"/><Relationship Id="rId155" Type="http://schemas.openxmlformats.org/officeDocument/2006/relationships/image" Target="../media/image405.png"/><Relationship Id="rId176" Type="http://schemas.openxmlformats.org/officeDocument/2006/relationships/customXml" Target="../ink/ink396.xml"/><Relationship Id="rId197" Type="http://schemas.openxmlformats.org/officeDocument/2006/relationships/image" Target="../media/image426.png"/><Relationship Id="rId201" Type="http://schemas.openxmlformats.org/officeDocument/2006/relationships/image" Target="../media/image428.png"/><Relationship Id="rId222" Type="http://schemas.openxmlformats.org/officeDocument/2006/relationships/customXml" Target="../ink/ink419.xml"/><Relationship Id="rId243" Type="http://schemas.openxmlformats.org/officeDocument/2006/relationships/image" Target="../media/image449.png"/><Relationship Id="rId17" Type="http://schemas.openxmlformats.org/officeDocument/2006/relationships/image" Target="../media/image338.png"/><Relationship Id="rId38" Type="http://schemas.openxmlformats.org/officeDocument/2006/relationships/customXml" Target="../ink/ink326.xml"/><Relationship Id="rId59" Type="http://schemas.openxmlformats.org/officeDocument/2006/relationships/image" Target="../media/image358.png"/><Relationship Id="rId103" Type="http://schemas.openxmlformats.org/officeDocument/2006/relationships/image" Target="../media/image380.png"/><Relationship Id="rId124" Type="http://schemas.openxmlformats.org/officeDocument/2006/relationships/customXml" Target="../ink/ink369.xml"/><Relationship Id="rId70" Type="http://schemas.openxmlformats.org/officeDocument/2006/relationships/customXml" Target="../ink/ink342.xml"/><Relationship Id="rId91" Type="http://schemas.openxmlformats.org/officeDocument/2006/relationships/image" Target="../media/image374.png"/><Relationship Id="rId145" Type="http://schemas.openxmlformats.org/officeDocument/2006/relationships/customXml" Target="../ink/ink380.xml"/><Relationship Id="rId166" Type="http://schemas.openxmlformats.org/officeDocument/2006/relationships/customXml" Target="../ink/ink391.xml"/><Relationship Id="rId187" Type="http://schemas.openxmlformats.org/officeDocument/2006/relationships/image" Target="../media/image421.png"/><Relationship Id="rId1" Type="http://schemas.openxmlformats.org/officeDocument/2006/relationships/slideLayout" Target="../slideLayouts/slideLayout1.xml"/><Relationship Id="rId212" Type="http://schemas.openxmlformats.org/officeDocument/2006/relationships/customXml" Target="../ink/ink414.xml"/><Relationship Id="rId233" Type="http://schemas.openxmlformats.org/officeDocument/2006/relationships/image" Target="../media/image444.png"/><Relationship Id="rId28" Type="http://schemas.openxmlformats.org/officeDocument/2006/relationships/customXml" Target="../ink/ink321.xml"/><Relationship Id="rId49" Type="http://schemas.openxmlformats.org/officeDocument/2006/relationships/image" Target="../media/image109.png"/><Relationship Id="rId114" Type="http://schemas.openxmlformats.org/officeDocument/2006/relationships/customXml" Target="../ink/ink364.xml"/><Relationship Id="rId60" Type="http://schemas.openxmlformats.org/officeDocument/2006/relationships/customXml" Target="../ink/ink337.xml"/><Relationship Id="rId81" Type="http://schemas.openxmlformats.org/officeDocument/2006/relationships/image" Target="../media/image369.png"/><Relationship Id="rId135" Type="http://schemas.openxmlformats.org/officeDocument/2006/relationships/image" Target="../media/image396.png"/><Relationship Id="rId156" Type="http://schemas.openxmlformats.org/officeDocument/2006/relationships/customXml" Target="../ink/ink386.xml"/><Relationship Id="rId177" Type="http://schemas.openxmlformats.org/officeDocument/2006/relationships/image" Target="../media/image416.png"/><Relationship Id="rId198" Type="http://schemas.openxmlformats.org/officeDocument/2006/relationships/customXml" Target="../ink/ink407.xml"/><Relationship Id="rId202" Type="http://schemas.openxmlformats.org/officeDocument/2006/relationships/customXml" Target="../ink/ink409.xml"/><Relationship Id="rId223" Type="http://schemas.openxmlformats.org/officeDocument/2006/relationships/image" Target="../media/image439.png"/><Relationship Id="rId18" Type="http://schemas.openxmlformats.org/officeDocument/2006/relationships/customXml" Target="../ink/ink316.xml"/><Relationship Id="rId39" Type="http://schemas.openxmlformats.org/officeDocument/2006/relationships/image" Target="../media/image349.png"/><Relationship Id="rId50" Type="http://schemas.openxmlformats.org/officeDocument/2006/relationships/customXml" Target="../ink/ink332.xml"/><Relationship Id="rId104" Type="http://schemas.openxmlformats.org/officeDocument/2006/relationships/customXml" Target="../ink/ink359.xml"/><Relationship Id="rId125" Type="http://schemas.openxmlformats.org/officeDocument/2006/relationships/image" Target="../media/image391.png"/><Relationship Id="rId146" Type="http://schemas.openxmlformats.org/officeDocument/2006/relationships/image" Target="../media/image401.png"/><Relationship Id="rId167" Type="http://schemas.openxmlformats.org/officeDocument/2006/relationships/image" Target="../media/image411.png"/><Relationship Id="rId188" Type="http://schemas.openxmlformats.org/officeDocument/2006/relationships/customXml" Target="../ink/ink402.xml"/><Relationship Id="rId71" Type="http://schemas.openxmlformats.org/officeDocument/2006/relationships/image" Target="../media/image364.png"/><Relationship Id="rId92" Type="http://schemas.openxmlformats.org/officeDocument/2006/relationships/customXml" Target="../ink/ink353.xml"/><Relationship Id="rId213" Type="http://schemas.openxmlformats.org/officeDocument/2006/relationships/image" Target="../media/image434.png"/><Relationship Id="rId234" Type="http://schemas.openxmlformats.org/officeDocument/2006/relationships/customXml" Target="../ink/ink425.xml"/><Relationship Id="rId2" Type="http://schemas.openxmlformats.org/officeDocument/2006/relationships/notesSlide" Target="../notesSlides/notesSlide18.xml"/><Relationship Id="rId29" Type="http://schemas.openxmlformats.org/officeDocument/2006/relationships/image" Target="../media/image344.png"/><Relationship Id="rId40" Type="http://schemas.openxmlformats.org/officeDocument/2006/relationships/customXml" Target="../ink/ink327.xml"/><Relationship Id="rId115" Type="http://schemas.openxmlformats.org/officeDocument/2006/relationships/image" Target="../media/image386.png"/><Relationship Id="rId136" Type="http://schemas.openxmlformats.org/officeDocument/2006/relationships/customXml" Target="../ink/ink375.xml"/><Relationship Id="rId157" Type="http://schemas.openxmlformats.org/officeDocument/2006/relationships/image" Target="../media/image406.png"/><Relationship Id="rId178" Type="http://schemas.openxmlformats.org/officeDocument/2006/relationships/customXml" Target="../ink/ink397.xml"/><Relationship Id="rId61" Type="http://schemas.openxmlformats.org/officeDocument/2006/relationships/image" Target="../media/image359.png"/><Relationship Id="rId82" Type="http://schemas.openxmlformats.org/officeDocument/2006/relationships/customXml" Target="../ink/ink348.xml"/><Relationship Id="rId199" Type="http://schemas.openxmlformats.org/officeDocument/2006/relationships/image" Target="../media/image427.png"/><Relationship Id="rId203" Type="http://schemas.openxmlformats.org/officeDocument/2006/relationships/image" Target="../media/image429.png"/><Relationship Id="rId19" Type="http://schemas.openxmlformats.org/officeDocument/2006/relationships/image" Target="../media/image339.png"/><Relationship Id="rId224" Type="http://schemas.openxmlformats.org/officeDocument/2006/relationships/customXml" Target="../ink/ink420.xml"/><Relationship Id="rId30" Type="http://schemas.openxmlformats.org/officeDocument/2006/relationships/customXml" Target="../ink/ink322.xml"/><Relationship Id="rId105" Type="http://schemas.openxmlformats.org/officeDocument/2006/relationships/image" Target="../media/image381.png"/><Relationship Id="rId126" Type="http://schemas.openxmlformats.org/officeDocument/2006/relationships/customXml" Target="../ink/ink370.xml"/><Relationship Id="rId147" Type="http://schemas.openxmlformats.org/officeDocument/2006/relationships/customXml" Target="../ink/ink381.xml"/><Relationship Id="rId168" Type="http://schemas.openxmlformats.org/officeDocument/2006/relationships/customXml" Target="../ink/ink392.xml"/><Relationship Id="rId51" Type="http://schemas.openxmlformats.org/officeDocument/2006/relationships/image" Target="../media/image354.png"/><Relationship Id="rId72" Type="http://schemas.openxmlformats.org/officeDocument/2006/relationships/customXml" Target="../ink/ink343.xml"/><Relationship Id="rId93" Type="http://schemas.openxmlformats.org/officeDocument/2006/relationships/image" Target="../media/image375.png"/><Relationship Id="rId189" Type="http://schemas.openxmlformats.org/officeDocument/2006/relationships/image" Target="../media/image422.png"/><Relationship Id="rId3" Type="http://schemas.openxmlformats.org/officeDocument/2006/relationships/image" Target="../media/image3200.png"/><Relationship Id="rId214" Type="http://schemas.openxmlformats.org/officeDocument/2006/relationships/customXml" Target="../ink/ink415.xml"/><Relationship Id="rId235" Type="http://schemas.openxmlformats.org/officeDocument/2006/relationships/image" Target="../media/image445.png"/><Relationship Id="rId116" Type="http://schemas.openxmlformats.org/officeDocument/2006/relationships/customXml" Target="../ink/ink365.xml"/><Relationship Id="rId137" Type="http://schemas.openxmlformats.org/officeDocument/2006/relationships/image" Target="../media/image397.png"/><Relationship Id="rId158" Type="http://schemas.openxmlformats.org/officeDocument/2006/relationships/customXml" Target="../ink/ink387.xml"/><Relationship Id="rId20" Type="http://schemas.openxmlformats.org/officeDocument/2006/relationships/customXml" Target="../ink/ink317.xml"/><Relationship Id="rId41" Type="http://schemas.openxmlformats.org/officeDocument/2006/relationships/image" Target="../media/image350.png"/><Relationship Id="rId62" Type="http://schemas.openxmlformats.org/officeDocument/2006/relationships/customXml" Target="../ink/ink338.xml"/><Relationship Id="rId83" Type="http://schemas.openxmlformats.org/officeDocument/2006/relationships/image" Target="../media/image370.png"/><Relationship Id="rId179" Type="http://schemas.openxmlformats.org/officeDocument/2006/relationships/image" Target="../media/image417.png"/><Relationship Id="rId190" Type="http://schemas.openxmlformats.org/officeDocument/2006/relationships/customXml" Target="../ink/ink403.xml"/><Relationship Id="rId204" Type="http://schemas.openxmlformats.org/officeDocument/2006/relationships/customXml" Target="../ink/ink410.xml"/><Relationship Id="rId225" Type="http://schemas.openxmlformats.org/officeDocument/2006/relationships/image" Target="../media/image440.png"/></Relationships>
</file>

<file path=ppt/slides/_rels/slide25.xml.rels><?xml version="1.0" encoding="UTF-8" standalone="yes"?>
<Relationships xmlns="http://schemas.openxmlformats.org/package/2006/relationships"><Relationship Id="rId117" Type="http://schemas.openxmlformats.org/officeDocument/2006/relationships/image" Target="../media/image507.png"/><Relationship Id="rId299" Type="http://schemas.openxmlformats.org/officeDocument/2006/relationships/image" Target="../media/image597.png"/><Relationship Id="rId21" Type="http://schemas.openxmlformats.org/officeDocument/2006/relationships/image" Target="../media/image459.png"/><Relationship Id="rId63" Type="http://schemas.openxmlformats.org/officeDocument/2006/relationships/image" Target="../media/image480.png"/><Relationship Id="rId159" Type="http://schemas.openxmlformats.org/officeDocument/2006/relationships/image" Target="../media/image528.png"/><Relationship Id="rId324" Type="http://schemas.openxmlformats.org/officeDocument/2006/relationships/customXml" Target="../ink/ink591.xml"/><Relationship Id="rId170" Type="http://schemas.openxmlformats.org/officeDocument/2006/relationships/customXml" Target="../ink/ink514.xml"/><Relationship Id="rId226" Type="http://schemas.openxmlformats.org/officeDocument/2006/relationships/customXml" Target="../ink/ink542.xml"/><Relationship Id="rId268" Type="http://schemas.openxmlformats.org/officeDocument/2006/relationships/customXml" Target="../ink/ink563.xml"/><Relationship Id="rId32" Type="http://schemas.openxmlformats.org/officeDocument/2006/relationships/customXml" Target="../ink/ink445.xml"/><Relationship Id="rId74" Type="http://schemas.openxmlformats.org/officeDocument/2006/relationships/customXml" Target="../ink/ink466.xml"/><Relationship Id="rId128" Type="http://schemas.openxmlformats.org/officeDocument/2006/relationships/customXml" Target="../ink/ink493.xml"/><Relationship Id="rId335" Type="http://schemas.openxmlformats.org/officeDocument/2006/relationships/image" Target="../media/image614.png"/><Relationship Id="rId5" Type="http://schemas.openxmlformats.org/officeDocument/2006/relationships/image" Target="../media/image451.png"/><Relationship Id="rId181" Type="http://schemas.openxmlformats.org/officeDocument/2006/relationships/image" Target="../media/image539.png"/><Relationship Id="rId237" Type="http://schemas.openxmlformats.org/officeDocument/2006/relationships/image" Target="../media/image567.png"/><Relationship Id="rId279" Type="http://schemas.openxmlformats.org/officeDocument/2006/relationships/image" Target="../media/image587.png"/><Relationship Id="rId43" Type="http://schemas.openxmlformats.org/officeDocument/2006/relationships/image" Target="../media/image470.png"/><Relationship Id="rId139" Type="http://schemas.openxmlformats.org/officeDocument/2006/relationships/image" Target="../media/image518.png"/><Relationship Id="rId290" Type="http://schemas.openxmlformats.org/officeDocument/2006/relationships/customXml" Target="../ink/ink574.xml"/><Relationship Id="rId304" Type="http://schemas.openxmlformats.org/officeDocument/2006/relationships/customXml" Target="../ink/ink581.xml"/><Relationship Id="rId346" Type="http://schemas.openxmlformats.org/officeDocument/2006/relationships/customXml" Target="../ink/ink602.xml"/><Relationship Id="rId85" Type="http://schemas.openxmlformats.org/officeDocument/2006/relationships/image" Target="../media/image491.png"/><Relationship Id="rId150" Type="http://schemas.openxmlformats.org/officeDocument/2006/relationships/customXml" Target="../ink/ink504.xml"/><Relationship Id="rId192" Type="http://schemas.openxmlformats.org/officeDocument/2006/relationships/customXml" Target="../ink/ink525.xml"/><Relationship Id="rId206" Type="http://schemas.openxmlformats.org/officeDocument/2006/relationships/customXml" Target="../ink/ink532.xml"/><Relationship Id="rId248" Type="http://schemas.openxmlformats.org/officeDocument/2006/relationships/customXml" Target="../ink/ink553.xml"/><Relationship Id="rId12" Type="http://schemas.openxmlformats.org/officeDocument/2006/relationships/customXml" Target="../ink/ink435.xml"/><Relationship Id="rId108" Type="http://schemas.openxmlformats.org/officeDocument/2006/relationships/customXml" Target="../ink/ink483.xml"/><Relationship Id="rId315" Type="http://schemas.openxmlformats.org/officeDocument/2006/relationships/image" Target="../media/image604.png"/><Relationship Id="rId357" Type="http://schemas.openxmlformats.org/officeDocument/2006/relationships/image" Target="../media/image625.png"/><Relationship Id="rId54" Type="http://schemas.openxmlformats.org/officeDocument/2006/relationships/customXml" Target="../ink/ink456.xml"/><Relationship Id="rId96" Type="http://schemas.openxmlformats.org/officeDocument/2006/relationships/customXml" Target="../ink/ink477.xml"/><Relationship Id="rId161" Type="http://schemas.openxmlformats.org/officeDocument/2006/relationships/image" Target="../media/image529.png"/><Relationship Id="rId217" Type="http://schemas.openxmlformats.org/officeDocument/2006/relationships/image" Target="../media/image557.png"/><Relationship Id="rId259" Type="http://schemas.openxmlformats.org/officeDocument/2006/relationships/image" Target="../media/image577.png"/><Relationship Id="rId23" Type="http://schemas.openxmlformats.org/officeDocument/2006/relationships/image" Target="../media/image460.png"/><Relationship Id="rId119" Type="http://schemas.openxmlformats.org/officeDocument/2006/relationships/image" Target="../media/image508.png"/><Relationship Id="rId270" Type="http://schemas.openxmlformats.org/officeDocument/2006/relationships/customXml" Target="../ink/ink564.xml"/><Relationship Id="rId326" Type="http://schemas.openxmlformats.org/officeDocument/2006/relationships/customXml" Target="../ink/ink592.xml"/><Relationship Id="rId65" Type="http://schemas.openxmlformats.org/officeDocument/2006/relationships/image" Target="../media/image481.png"/><Relationship Id="rId130" Type="http://schemas.openxmlformats.org/officeDocument/2006/relationships/customXml" Target="../ink/ink494.xml"/><Relationship Id="rId172" Type="http://schemas.openxmlformats.org/officeDocument/2006/relationships/customXml" Target="../ink/ink515.xml"/><Relationship Id="rId228" Type="http://schemas.openxmlformats.org/officeDocument/2006/relationships/customXml" Target="../ink/ink543.xml"/><Relationship Id="rId281" Type="http://schemas.openxmlformats.org/officeDocument/2006/relationships/image" Target="../media/image588.png"/><Relationship Id="rId337" Type="http://schemas.openxmlformats.org/officeDocument/2006/relationships/image" Target="../media/image615.png"/><Relationship Id="rId34" Type="http://schemas.openxmlformats.org/officeDocument/2006/relationships/customXml" Target="../ink/ink446.xml"/><Relationship Id="rId76" Type="http://schemas.openxmlformats.org/officeDocument/2006/relationships/customXml" Target="../ink/ink467.xml"/><Relationship Id="rId141" Type="http://schemas.openxmlformats.org/officeDocument/2006/relationships/image" Target="../media/image519.png"/><Relationship Id="rId7" Type="http://schemas.openxmlformats.org/officeDocument/2006/relationships/image" Target="../media/image452.png"/><Relationship Id="rId183" Type="http://schemas.openxmlformats.org/officeDocument/2006/relationships/image" Target="../media/image540.png"/><Relationship Id="rId239" Type="http://schemas.openxmlformats.org/officeDocument/2006/relationships/image" Target="../media/image109.png"/><Relationship Id="rId250" Type="http://schemas.openxmlformats.org/officeDocument/2006/relationships/customXml" Target="../ink/ink554.xml"/><Relationship Id="rId292" Type="http://schemas.openxmlformats.org/officeDocument/2006/relationships/customXml" Target="../ink/ink575.xml"/><Relationship Id="rId306" Type="http://schemas.openxmlformats.org/officeDocument/2006/relationships/customXml" Target="../ink/ink582.xml"/><Relationship Id="rId45" Type="http://schemas.openxmlformats.org/officeDocument/2006/relationships/image" Target="../media/image471.png"/><Relationship Id="rId87" Type="http://schemas.openxmlformats.org/officeDocument/2006/relationships/image" Target="../media/image492.png"/><Relationship Id="rId110" Type="http://schemas.openxmlformats.org/officeDocument/2006/relationships/customXml" Target="../ink/ink484.xml"/><Relationship Id="rId348" Type="http://schemas.openxmlformats.org/officeDocument/2006/relationships/customXml" Target="../ink/ink603.xml"/><Relationship Id="rId152" Type="http://schemas.openxmlformats.org/officeDocument/2006/relationships/customXml" Target="../ink/ink505.xml"/><Relationship Id="rId194" Type="http://schemas.openxmlformats.org/officeDocument/2006/relationships/customXml" Target="../ink/ink526.xml"/><Relationship Id="rId208" Type="http://schemas.openxmlformats.org/officeDocument/2006/relationships/customXml" Target="../ink/ink533.xml"/><Relationship Id="rId261" Type="http://schemas.openxmlformats.org/officeDocument/2006/relationships/image" Target="../media/image578.png"/><Relationship Id="rId14" Type="http://schemas.openxmlformats.org/officeDocument/2006/relationships/customXml" Target="../ink/ink436.xml"/><Relationship Id="rId56" Type="http://schemas.openxmlformats.org/officeDocument/2006/relationships/customXml" Target="../ink/ink457.xml"/><Relationship Id="rId317" Type="http://schemas.openxmlformats.org/officeDocument/2006/relationships/image" Target="../media/image605.png"/><Relationship Id="rId359" Type="http://schemas.openxmlformats.org/officeDocument/2006/relationships/image" Target="../media/image626.png"/><Relationship Id="rId98" Type="http://schemas.openxmlformats.org/officeDocument/2006/relationships/customXml" Target="../ink/ink478.xml"/><Relationship Id="rId121" Type="http://schemas.openxmlformats.org/officeDocument/2006/relationships/image" Target="../media/image509.png"/><Relationship Id="rId163" Type="http://schemas.openxmlformats.org/officeDocument/2006/relationships/image" Target="../media/image530.png"/><Relationship Id="rId219" Type="http://schemas.openxmlformats.org/officeDocument/2006/relationships/image" Target="../media/image558.png"/><Relationship Id="rId230" Type="http://schemas.openxmlformats.org/officeDocument/2006/relationships/customXml" Target="../ink/ink544.xml"/><Relationship Id="rId25" Type="http://schemas.openxmlformats.org/officeDocument/2006/relationships/image" Target="../media/image461.png"/><Relationship Id="rId67" Type="http://schemas.openxmlformats.org/officeDocument/2006/relationships/image" Target="../media/image482.png"/><Relationship Id="rId272" Type="http://schemas.openxmlformats.org/officeDocument/2006/relationships/customXml" Target="../ink/ink565.xml"/><Relationship Id="rId328" Type="http://schemas.openxmlformats.org/officeDocument/2006/relationships/customXml" Target="../ink/ink593.xml"/><Relationship Id="rId88" Type="http://schemas.openxmlformats.org/officeDocument/2006/relationships/customXml" Target="../ink/ink473.xml"/><Relationship Id="rId111" Type="http://schemas.openxmlformats.org/officeDocument/2006/relationships/image" Target="../media/image504.png"/><Relationship Id="rId132" Type="http://schemas.openxmlformats.org/officeDocument/2006/relationships/customXml" Target="../ink/ink495.xml"/><Relationship Id="rId153" Type="http://schemas.openxmlformats.org/officeDocument/2006/relationships/image" Target="../media/image525.png"/><Relationship Id="rId174" Type="http://schemas.openxmlformats.org/officeDocument/2006/relationships/customXml" Target="../ink/ink516.xml"/><Relationship Id="rId195" Type="http://schemas.openxmlformats.org/officeDocument/2006/relationships/image" Target="../media/image546.png"/><Relationship Id="rId209" Type="http://schemas.openxmlformats.org/officeDocument/2006/relationships/image" Target="../media/image553.png"/><Relationship Id="rId360" Type="http://schemas.openxmlformats.org/officeDocument/2006/relationships/customXml" Target="../ink/ink609.xml"/><Relationship Id="rId220" Type="http://schemas.openxmlformats.org/officeDocument/2006/relationships/customXml" Target="../ink/ink539.xml"/><Relationship Id="rId241" Type="http://schemas.openxmlformats.org/officeDocument/2006/relationships/image" Target="../media/image568.png"/><Relationship Id="rId15" Type="http://schemas.openxmlformats.org/officeDocument/2006/relationships/image" Target="../media/image456.png"/><Relationship Id="rId36" Type="http://schemas.openxmlformats.org/officeDocument/2006/relationships/customXml" Target="../ink/ink447.xml"/><Relationship Id="rId57" Type="http://schemas.openxmlformats.org/officeDocument/2006/relationships/image" Target="../media/image477.png"/><Relationship Id="rId262" Type="http://schemas.openxmlformats.org/officeDocument/2006/relationships/customXml" Target="../ink/ink560.xml"/><Relationship Id="rId283" Type="http://schemas.openxmlformats.org/officeDocument/2006/relationships/image" Target="../media/image589.png"/><Relationship Id="rId318" Type="http://schemas.openxmlformats.org/officeDocument/2006/relationships/customXml" Target="../ink/ink588.xml"/><Relationship Id="rId339" Type="http://schemas.openxmlformats.org/officeDocument/2006/relationships/image" Target="../media/image616.png"/><Relationship Id="rId78" Type="http://schemas.openxmlformats.org/officeDocument/2006/relationships/customXml" Target="../ink/ink468.xml"/><Relationship Id="rId99" Type="http://schemas.openxmlformats.org/officeDocument/2006/relationships/image" Target="../media/image498.png"/><Relationship Id="rId101" Type="http://schemas.openxmlformats.org/officeDocument/2006/relationships/image" Target="../media/image499.png"/><Relationship Id="rId122" Type="http://schemas.openxmlformats.org/officeDocument/2006/relationships/customXml" Target="../ink/ink490.xml"/><Relationship Id="rId143" Type="http://schemas.openxmlformats.org/officeDocument/2006/relationships/image" Target="../media/image520.png"/><Relationship Id="rId164" Type="http://schemas.openxmlformats.org/officeDocument/2006/relationships/customXml" Target="../ink/ink511.xml"/><Relationship Id="rId185" Type="http://schemas.openxmlformats.org/officeDocument/2006/relationships/image" Target="../media/image541.png"/><Relationship Id="rId350" Type="http://schemas.openxmlformats.org/officeDocument/2006/relationships/customXml" Target="../ink/ink604.xml"/><Relationship Id="rId9" Type="http://schemas.openxmlformats.org/officeDocument/2006/relationships/image" Target="../media/image453.png"/><Relationship Id="rId210" Type="http://schemas.openxmlformats.org/officeDocument/2006/relationships/customXml" Target="../ink/ink534.xml"/><Relationship Id="rId26" Type="http://schemas.openxmlformats.org/officeDocument/2006/relationships/customXml" Target="../ink/ink442.xml"/><Relationship Id="rId231" Type="http://schemas.openxmlformats.org/officeDocument/2006/relationships/image" Target="../media/image564.png"/><Relationship Id="rId252" Type="http://schemas.openxmlformats.org/officeDocument/2006/relationships/customXml" Target="../ink/ink555.xml"/><Relationship Id="rId273" Type="http://schemas.openxmlformats.org/officeDocument/2006/relationships/image" Target="../media/image584.png"/><Relationship Id="rId294" Type="http://schemas.openxmlformats.org/officeDocument/2006/relationships/customXml" Target="../ink/ink576.xml"/><Relationship Id="rId308" Type="http://schemas.openxmlformats.org/officeDocument/2006/relationships/customXml" Target="../ink/ink583.xml"/><Relationship Id="rId329" Type="http://schemas.openxmlformats.org/officeDocument/2006/relationships/image" Target="../media/image611.png"/><Relationship Id="rId47" Type="http://schemas.openxmlformats.org/officeDocument/2006/relationships/image" Target="../media/image472.png"/><Relationship Id="rId68" Type="http://schemas.openxmlformats.org/officeDocument/2006/relationships/customXml" Target="../ink/ink463.xml"/><Relationship Id="rId89" Type="http://schemas.openxmlformats.org/officeDocument/2006/relationships/image" Target="../media/image493.png"/><Relationship Id="rId112" Type="http://schemas.openxmlformats.org/officeDocument/2006/relationships/customXml" Target="../ink/ink485.xml"/><Relationship Id="rId133" Type="http://schemas.openxmlformats.org/officeDocument/2006/relationships/image" Target="../media/image515.png"/><Relationship Id="rId154" Type="http://schemas.openxmlformats.org/officeDocument/2006/relationships/customXml" Target="../ink/ink506.xml"/><Relationship Id="rId175" Type="http://schemas.openxmlformats.org/officeDocument/2006/relationships/image" Target="../media/image536.png"/><Relationship Id="rId340" Type="http://schemas.openxmlformats.org/officeDocument/2006/relationships/customXml" Target="../ink/ink599.xml"/><Relationship Id="rId361" Type="http://schemas.openxmlformats.org/officeDocument/2006/relationships/image" Target="../media/image627.png"/><Relationship Id="rId196" Type="http://schemas.openxmlformats.org/officeDocument/2006/relationships/customXml" Target="../ink/ink527.xml"/><Relationship Id="rId200" Type="http://schemas.openxmlformats.org/officeDocument/2006/relationships/customXml" Target="../ink/ink529.xml"/><Relationship Id="rId16" Type="http://schemas.openxmlformats.org/officeDocument/2006/relationships/customXml" Target="../ink/ink437.xml"/><Relationship Id="rId221" Type="http://schemas.openxmlformats.org/officeDocument/2006/relationships/image" Target="../media/image559.png"/><Relationship Id="rId242" Type="http://schemas.openxmlformats.org/officeDocument/2006/relationships/customXml" Target="../ink/ink550.xml"/><Relationship Id="rId263" Type="http://schemas.openxmlformats.org/officeDocument/2006/relationships/image" Target="../media/image579.png"/><Relationship Id="rId284" Type="http://schemas.openxmlformats.org/officeDocument/2006/relationships/customXml" Target="../ink/ink571.xml"/><Relationship Id="rId319" Type="http://schemas.openxmlformats.org/officeDocument/2006/relationships/image" Target="../media/image606.png"/><Relationship Id="rId37" Type="http://schemas.openxmlformats.org/officeDocument/2006/relationships/image" Target="../media/image467.png"/><Relationship Id="rId58" Type="http://schemas.openxmlformats.org/officeDocument/2006/relationships/customXml" Target="../ink/ink458.xml"/><Relationship Id="rId79" Type="http://schemas.openxmlformats.org/officeDocument/2006/relationships/image" Target="../media/image488.png"/><Relationship Id="rId102" Type="http://schemas.openxmlformats.org/officeDocument/2006/relationships/customXml" Target="../ink/ink480.xml"/><Relationship Id="rId123" Type="http://schemas.openxmlformats.org/officeDocument/2006/relationships/image" Target="../media/image510.png"/><Relationship Id="rId144" Type="http://schemas.openxmlformats.org/officeDocument/2006/relationships/customXml" Target="../ink/ink501.xml"/><Relationship Id="rId330" Type="http://schemas.openxmlformats.org/officeDocument/2006/relationships/customXml" Target="../ink/ink594.xml"/><Relationship Id="rId90" Type="http://schemas.openxmlformats.org/officeDocument/2006/relationships/customXml" Target="../ink/ink474.xml"/><Relationship Id="rId165" Type="http://schemas.openxmlformats.org/officeDocument/2006/relationships/image" Target="../media/image531.png"/><Relationship Id="rId186" Type="http://schemas.openxmlformats.org/officeDocument/2006/relationships/customXml" Target="../ink/ink522.xml"/><Relationship Id="rId351" Type="http://schemas.openxmlformats.org/officeDocument/2006/relationships/image" Target="../media/image622.png"/><Relationship Id="rId211" Type="http://schemas.openxmlformats.org/officeDocument/2006/relationships/image" Target="../media/image554.png"/><Relationship Id="rId232" Type="http://schemas.openxmlformats.org/officeDocument/2006/relationships/customXml" Target="../ink/ink545.xml"/><Relationship Id="rId253" Type="http://schemas.openxmlformats.org/officeDocument/2006/relationships/image" Target="../media/image574.png"/><Relationship Id="rId274" Type="http://schemas.openxmlformats.org/officeDocument/2006/relationships/customXml" Target="../ink/ink566.xml"/><Relationship Id="rId295" Type="http://schemas.openxmlformats.org/officeDocument/2006/relationships/image" Target="../media/image595.png"/><Relationship Id="rId309" Type="http://schemas.openxmlformats.org/officeDocument/2006/relationships/image" Target="../media/image602.png"/><Relationship Id="rId27" Type="http://schemas.openxmlformats.org/officeDocument/2006/relationships/image" Target="../media/image462.png"/><Relationship Id="rId48" Type="http://schemas.openxmlformats.org/officeDocument/2006/relationships/customXml" Target="../ink/ink453.xml"/><Relationship Id="rId69" Type="http://schemas.openxmlformats.org/officeDocument/2006/relationships/image" Target="../media/image483.png"/><Relationship Id="rId113" Type="http://schemas.openxmlformats.org/officeDocument/2006/relationships/image" Target="../media/image505.png"/><Relationship Id="rId134" Type="http://schemas.openxmlformats.org/officeDocument/2006/relationships/customXml" Target="../ink/ink496.xml"/><Relationship Id="rId320" Type="http://schemas.openxmlformats.org/officeDocument/2006/relationships/customXml" Target="../ink/ink589.xml"/><Relationship Id="rId80" Type="http://schemas.openxmlformats.org/officeDocument/2006/relationships/customXml" Target="../ink/ink469.xml"/><Relationship Id="rId155" Type="http://schemas.openxmlformats.org/officeDocument/2006/relationships/image" Target="../media/image526.png"/><Relationship Id="rId176" Type="http://schemas.openxmlformats.org/officeDocument/2006/relationships/customXml" Target="../ink/ink517.xml"/><Relationship Id="rId197" Type="http://schemas.openxmlformats.org/officeDocument/2006/relationships/image" Target="../media/image547.png"/><Relationship Id="rId341" Type="http://schemas.openxmlformats.org/officeDocument/2006/relationships/image" Target="../media/image617.png"/><Relationship Id="rId201" Type="http://schemas.openxmlformats.org/officeDocument/2006/relationships/image" Target="../media/image549.png"/><Relationship Id="rId222" Type="http://schemas.openxmlformats.org/officeDocument/2006/relationships/customXml" Target="../ink/ink540.xml"/><Relationship Id="rId243" Type="http://schemas.openxmlformats.org/officeDocument/2006/relationships/image" Target="../media/image569.png"/><Relationship Id="rId264" Type="http://schemas.openxmlformats.org/officeDocument/2006/relationships/customXml" Target="../ink/ink561.xml"/><Relationship Id="rId285" Type="http://schemas.openxmlformats.org/officeDocument/2006/relationships/image" Target="../media/image590.png"/><Relationship Id="rId17" Type="http://schemas.openxmlformats.org/officeDocument/2006/relationships/image" Target="../media/image457.png"/><Relationship Id="rId38" Type="http://schemas.openxmlformats.org/officeDocument/2006/relationships/customXml" Target="../ink/ink448.xml"/><Relationship Id="rId59" Type="http://schemas.openxmlformats.org/officeDocument/2006/relationships/image" Target="../media/image478.png"/><Relationship Id="rId103" Type="http://schemas.openxmlformats.org/officeDocument/2006/relationships/image" Target="../media/image500.png"/><Relationship Id="rId124" Type="http://schemas.openxmlformats.org/officeDocument/2006/relationships/customXml" Target="../ink/ink491.xml"/><Relationship Id="rId310" Type="http://schemas.openxmlformats.org/officeDocument/2006/relationships/customXml" Target="../ink/ink584.xml"/><Relationship Id="rId70" Type="http://schemas.openxmlformats.org/officeDocument/2006/relationships/customXml" Target="../ink/ink464.xml"/><Relationship Id="rId91" Type="http://schemas.openxmlformats.org/officeDocument/2006/relationships/image" Target="../media/image494.png"/><Relationship Id="rId145" Type="http://schemas.openxmlformats.org/officeDocument/2006/relationships/image" Target="../media/image521.png"/><Relationship Id="rId166" Type="http://schemas.openxmlformats.org/officeDocument/2006/relationships/customXml" Target="../ink/ink512.xml"/><Relationship Id="rId187" Type="http://schemas.openxmlformats.org/officeDocument/2006/relationships/image" Target="../media/image542.png"/><Relationship Id="rId331" Type="http://schemas.openxmlformats.org/officeDocument/2006/relationships/image" Target="../media/image612.png"/><Relationship Id="rId352" Type="http://schemas.openxmlformats.org/officeDocument/2006/relationships/customXml" Target="../ink/ink605.xml"/><Relationship Id="rId1" Type="http://schemas.openxmlformats.org/officeDocument/2006/relationships/slideLayout" Target="../slideLayouts/slideLayout2.xml"/><Relationship Id="rId212" Type="http://schemas.openxmlformats.org/officeDocument/2006/relationships/customXml" Target="../ink/ink535.xml"/><Relationship Id="rId233" Type="http://schemas.openxmlformats.org/officeDocument/2006/relationships/image" Target="../media/image565.png"/><Relationship Id="rId254" Type="http://schemas.openxmlformats.org/officeDocument/2006/relationships/customXml" Target="../ink/ink556.xml"/><Relationship Id="rId28" Type="http://schemas.openxmlformats.org/officeDocument/2006/relationships/customXml" Target="../ink/ink443.xml"/><Relationship Id="rId49" Type="http://schemas.openxmlformats.org/officeDocument/2006/relationships/image" Target="../media/image473.png"/><Relationship Id="rId114" Type="http://schemas.openxmlformats.org/officeDocument/2006/relationships/customXml" Target="../ink/ink486.xml"/><Relationship Id="rId275" Type="http://schemas.openxmlformats.org/officeDocument/2006/relationships/image" Target="../media/image585.png"/><Relationship Id="rId296" Type="http://schemas.openxmlformats.org/officeDocument/2006/relationships/customXml" Target="../ink/ink577.xml"/><Relationship Id="rId300" Type="http://schemas.openxmlformats.org/officeDocument/2006/relationships/customXml" Target="../ink/ink579.xml"/><Relationship Id="rId60" Type="http://schemas.openxmlformats.org/officeDocument/2006/relationships/customXml" Target="../ink/ink459.xml"/><Relationship Id="rId81" Type="http://schemas.openxmlformats.org/officeDocument/2006/relationships/image" Target="../media/image489.png"/><Relationship Id="rId135" Type="http://schemas.openxmlformats.org/officeDocument/2006/relationships/image" Target="../media/image516.png"/><Relationship Id="rId156" Type="http://schemas.openxmlformats.org/officeDocument/2006/relationships/customXml" Target="../ink/ink507.xml"/><Relationship Id="rId177" Type="http://schemas.openxmlformats.org/officeDocument/2006/relationships/image" Target="../media/image537.png"/><Relationship Id="rId198" Type="http://schemas.openxmlformats.org/officeDocument/2006/relationships/customXml" Target="../ink/ink528.xml"/><Relationship Id="rId321" Type="http://schemas.openxmlformats.org/officeDocument/2006/relationships/image" Target="../media/image607.png"/><Relationship Id="rId342" Type="http://schemas.openxmlformats.org/officeDocument/2006/relationships/customXml" Target="../ink/ink600.xml"/><Relationship Id="rId202" Type="http://schemas.openxmlformats.org/officeDocument/2006/relationships/customXml" Target="../ink/ink530.xml"/><Relationship Id="rId223" Type="http://schemas.openxmlformats.org/officeDocument/2006/relationships/image" Target="../media/image560.png"/><Relationship Id="rId244" Type="http://schemas.openxmlformats.org/officeDocument/2006/relationships/customXml" Target="../ink/ink551.xml"/><Relationship Id="rId18" Type="http://schemas.openxmlformats.org/officeDocument/2006/relationships/customXml" Target="../ink/ink438.xml"/><Relationship Id="rId39" Type="http://schemas.openxmlformats.org/officeDocument/2006/relationships/image" Target="../media/image468.png"/><Relationship Id="rId265" Type="http://schemas.openxmlformats.org/officeDocument/2006/relationships/image" Target="../media/image580.png"/><Relationship Id="rId286" Type="http://schemas.openxmlformats.org/officeDocument/2006/relationships/customXml" Target="../ink/ink572.xml"/><Relationship Id="rId50" Type="http://schemas.openxmlformats.org/officeDocument/2006/relationships/customXml" Target="../ink/ink454.xml"/><Relationship Id="rId104" Type="http://schemas.openxmlformats.org/officeDocument/2006/relationships/customXml" Target="../ink/ink481.xml"/><Relationship Id="rId125" Type="http://schemas.openxmlformats.org/officeDocument/2006/relationships/image" Target="../media/image511.png"/><Relationship Id="rId146" Type="http://schemas.openxmlformats.org/officeDocument/2006/relationships/customXml" Target="../ink/ink502.xml"/><Relationship Id="rId167" Type="http://schemas.openxmlformats.org/officeDocument/2006/relationships/image" Target="../media/image532.png"/><Relationship Id="rId188" Type="http://schemas.openxmlformats.org/officeDocument/2006/relationships/customXml" Target="../ink/ink523.xml"/><Relationship Id="rId311" Type="http://schemas.openxmlformats.org/officeDocument/2006/relationships/image" Target="../media/image603.png"/><Relationship Id="rId332" Type="http://schemas.openxmlformats.org/officeDocument/2006/relationships/customXml" Target="../ink/ink595.xml"/><Relationship Id="rId353" Type="http://schemas.openxmlformats.org/officeDocument/2006/relationships/image" Target="../media/image623.png"/><Relationship Id="rId71" Type="http://schemas.openxmlformats.org/officeDocument/2006/relationships/image" Target="../media/image484.png"/><Relationship Id="rId92" Type="http://schemas.openxmlformats.org/officeDocument/2006/relationships/customXml" Target="../ink/ink475.xml"/><Relationship Id="rId213" Type="http://schemas.openxmlformats.org/officeDocument/2006/relationships/image" Target="../media/image555.png"/><Relationship Id="rId234" Type="http://schemas.openxmlformats.org/officeDocument/2006/relationships/customXml" Target="../ink/ink546.xml"/><Relationship Id="rId2" Type="http://schemas.openxmlformats.org/officeDocument/2006/relationships/customXml" Target="../ink/ink430.xml"/><Relationship Id="rId29" Type="http://schemas.openxmlformats.org/officeDocument/2006/relationships/image" Target="../media/image463.png"/><Relationship Id="rId255" Type="http://schemas.openxmlformats.org/officeDocument/2006/relationships/image" Target="../media/image575.png"/><Relationship Id="rId276" Type="http://schemas.openxmlformats.org/officeDocument/2006/relationships/customXml" Target="../ink/ink567.xml"/><Relationship Id="rId297" Type="http://schemas.openxmlformats.org/officeDocument/2006/relationships/image" Target="../media/image596.png"/><Relationship Id="rId40" Type="http://schemas.openxmlformats.org/officeDocument/2006/relationships/customXml" Target="../ink/ink449.xml"/><Relationship Id="rId115" Type="http://schemas.openxmlformats.org/officeDocument/2006/relationships/image" Target="../media/image506.png"/><Relationship Id="rId136" Type="http://schemas.openxmlformats.org/officeDocument/2006/relationships/customXml" Target="../ink/ink497.xml"/><Relationship Id="rId157" Type="http://schemas.openxmlformats.org/officeDocument/2006/relationships/image" Target="../media/image527.png"/><Relationship Id="rId178" Type="http://schemas.openxmlformats.org/officeDocument/2006/relationships/customXml" Target="../ink/ink518.xml"/><Relationship Id="rId301" Type="http://schemas.openxmlformats.org/officeDocument/2006/relationships/image" Target="../media/image598.png"/><Relationship Id="rId322" Type="http://schemas.openxmlformats.org/officeDocument/2006/relationships/customXml" Target="../ink/ink590.xml"/><Relationship Id="rId343" Type="http://schemas.openxmlformats.org/officeDocument/2006/relationships/image" Target="../media/image618.png"/><Relationship Id="rId61" Type="http://schemas.openxmlformats.org/officeDocument/2006/relationships/image" Target="../media/image479.png"/><Relationship Id="rId82" Type="http://schemas.openxmlformats.org/officeDocument/2006/relationships/customXml" Target="../ink/ink470.xml"/><Relationship Id="rId199" Type="http://schemas.openxmlformats.org/officeDocument/2006/relationships/image" Target="../media/image548.png"/><Relationship Id="rId203" Type="http://schemas.openxmlformats.org/officeDocument/2006/relationships/image" Target="../media/image550.png"/><Relationship Id="rId19" Type="http://schemas.openxmlformats.org/officeDocument/2006/relationships/image" Target="../media/image458.png"/><Relationship Id="rId224" Type="http://schemas.openxmlformats.org/officeDocument/2006/relationships/customXml" Target="../ink/ink541.xml"/><Relationship Id="rId245" Type="http://schemas.openxmlformats.org/officeDocument/2006/relationships/image" Target="../media/image570.png"/><Relationship Id="rId266" Type="http://schemas.openxmlformats.org/officeDocument/2006/relationships/customXml" Target="../ink/ink562.xml"/><Relationship Id="rId287" Type="http://schemas.openxmlformats.org/officeDocument/2006/relationships/image" Target="../media/image591.png"/><Relationship Id="rId30" Type="http://schemas.openxmlformats.org/officeDocument/2006/relationships/customXml" Target="../ink/ink444.xml"/><Relationship Id="rId105" Type="http://schemas.openxmlformats.org/officeDocument/2006/relationships/image" Target="../media/image501.png"/><Relationship Id="rId126" Type="http://schemas.openxmlformats.org/officeDocument/2006/relationships/customXml" Target="../ink/ink492.xml"/><Relationship Id="rId147" Type="http://schemas.openxmlformats.org/officeDocument/2006/relationships/image" Target="../media/image522.png"/><Relationship Id="rId168" Type="http://schemas.openxmlformats.org/officeDocument/2006/relationships/customXml" Target="../ink/ink513.xml"/><Relationship Id="rId312" Type="http://schemas.openxmlformats.org/officeDocument/2006/relationships/customXml" Target="../ink/ink585.xml"/><Relationship Id="rId333" Type="http://schemas.openxmlformats.org/officeDocument/2006/relationships/image" Target="../media/image613.png"/><Relationship Id="rId354" Type="http://schemas.openxmlformats.org/officeDocument/2006/relationships/customXml" Target="../ink/ink606.xml"/><Relationship Id="rId51" Type="http://schemas.openxmlformats.org/officeDocument/2006/relationships/image" Target="../media/image474.png"/><Relationship Id="rId72" Type="http://schemas.openxmlformats.org/officeDocument/2006/relationships/customXml" Target="../ink/ink465.xml"/><Relationship Id="rId93" Type="http://schemas.openxmlformats.org/officeDocument/2006/relationships/image" Target="../media/image495.png"/><Relationship Id="rId189" Type="http://schemas.openxmlformats.org/officeDocument/2006/relationships/image" Target="../media/image543.png"/><Relationship Id="rId3" Type="http://schemas.openxmlformats.org/officeDocument/2006/relationships/image" Target="../media/image450.png"/><Relationship Id="rId214" Type="http://schemas.openxmlformats.org/officeDocument/2006/relationships/customXml" Target="../ink/ink536.xml"/><Relationship Id="rId235" Type="http://schemas.openxmlformats.org/officeDocument/2006/relationships/image" Target="../media/image566.png"/><Relationship Id="rId256" Type="http://schemas.openxmlformats.org/officeDocument/2006/relationships/customXml" Target="../ink/ink557.xml"/><Relationship Id="rId277" Type="http://schemas.openxmlformats.org/officeDocument/2006/relationships/image" Target="../media/image586.png"/><Relationship Id="rId298" Type="http://schemas.openxmlformats.org/officeDocument/2006/relationships/customXml" Target="../ink/ink578.xml"/><Relationship Id="rId116" Type="http://schemas.openxmlformats.org/officeDocument/2006/relationships/customXml" Target="../ink/ink487.xml"/><Relationship Id="rId137" Type="http://schemas.openxmlformats.org/officeDocument/2006/relationships/image" Target="../media/image517.png"/><Relationship Id="rId158" Type="http://schemas.openxmlformats.org/officeDocument/2006/relationships/customXml" Target="../ink/ink508.xml"/><Relationship Id="rId302" Type="http://schemas.openxmlformats.org/officeDocument/2006/relationships/customXml" Target="../ink/ink580.xml"/><Relationship Id="rId323" Type="http://schemas.openxmlformats.org/officeDocument/2006/relationships/image" Target="../media/image608.png"/><Relationship Id="rId344" Type="http://schemas.openxmlformats.org/officeDocument/2006/relationships/customXml" Target="../ink/ink601.xml"/><Relationship Id="rId20" Type="http://schemas.openxmlformats.org/officeDocument/2006/relationships/customXml" Target="../ink/ink439.xml"/><Relationship Id="rId41" Type="http://schemas.openxmlformats.org/officeDocument/2006/relationships/image" Target="../media/image469.png"/><Relationship Id="rId62" Type="http://schemas.openxmlformats.org/officeDocument/2006/relationships/customXml" Target="../ink/ink460.xml"/><Relationship Id="rId83" Type="http://schemas.openxmlformats.org/officeDocument/2006/relationships/image" Target="../media/image490.png"/><Relationship Id="rId179" Type="http://schemas.openxmlformats.org/officeDocument/2006/relationships/image" Target="../media/image538.png"/><Relationship Id="rId190" Type="http://schemas.openxmlformats.org/officeDocument/2006/relationships/customXml" Target="../ink/ink524.xml"/><Relationship Id="rId204" Type="http://schemas.openxmlformats.org/officeDocument/2006/relationships/customXml" Target="../ink/ink531.xml"/><Relationship Id="rId225" Type="http://schemas.openxmlformats.org/officeDocument/2006/relationships/image" Target="../media/image561.png"/><Relationship Id="rId246" Type="http://schemas.openxmlformats.org/officeDocument/2006/relationships/customXml" Target="../ink/ink552.xml"/><Relationship Id="rId267" Type="http://schemas.openxmlformats.org/officeDocument/2006/relationships/image" Target="../media/image581.png"/><Relationship Id="rId288" Type="http://schemas.openxmlformats.org/officeDocument/2006/relationships/customXml" Target="../ink/ink573.xml"/><Relationship Id="rId106" Type="http://schemas.openxmlformats.org/officeDocument/2006/relationships/customXml" Target="../ink/ink482.xml"/><Relationship Id="rId127" Type="http://schemas.openxmlformats.org/officeDocument/2006/relationships/image" Target="../media/image512.png"/><Relationship Id="rId313" Type="http://schemas.openxmlformats.org/officeDocument/2006/relationships/image" Target="../media/image357.png"/><Relationship Id="rId10" Type="http://schemas.openxmlformats.org/officeDocument/2006/relationships/customXml" Target="../ink/ink434.xml"/><Relationship Id="rId31" Type="http://schemas.openxmlformats.org/officeDocument/2006/relationships/image" Target="../media/image464.png"/><Relationship Id="rId52" Type="http://schemas.openxmlformats.org/officeDocument/2006/relationships/customXml" Target="../ink/ink455.xml"/><Relationship Id="rId73" Type="http://schemas.openxmlformats.org/officeDocument/2006/relationships/image" Target="../media/image485.png"/><Relationship Id="rId94" Type="http://schemas.openxmlformats.org/officeDocument/2006/relationships/customXml" Target="../ink/ink476.xml"/><Relationship Id="rId148" Type="http://schemas.openxmlformats.org/officeDocument/2006/relationships/customXml" Target="../ink/ink503.xml"/><Relationship Id="rId169" Type="http://schemas.openxmlformats.org/officeDocument/2006/relationships/image" Target="../media/image533.png"/><Relationship Id="rId334" Type="http://schemas.openxmlformats.org/officeDocument/2006/relationships/customXml" Target="../ink/ink596.xml"/><Relationship Id="rId355" Type="http://schemas.openxmlformats.org/officeDocument/2006/relationships/image" Target="../media/image624.png"/><Relationship Id="rId4" Type="http://schemas.openxmlformats.org/officeDocument/2006/relationships/customXml" Target="../ink/ink431.xml"/><Relationship Id="rId180" Type="http://schemas.openxmlformats.org/officeDocument/2006/relationships/customXml" Target="../ink/ink519.xml"/><Relationship Id="rId215" Type="http://schemas.openxmlformats.org/officeDocument/2006/relationships/image" Target="../media/image556.png"/><Relationship Id="rId236" Type="http://schemas.openxmlformats.org/officeDocument/2006/relationships/customXml" Target="../ink/ink547.xml"/><Relationship Id="rId257" Type="http://schemas.openxmlformats.org/officeDocument/2006/relationships/image" Target="../media/image576.png"/><Relationship Id="rId278" Type="http://schemas.openxmlformats.org/officeDocument/2006/relationships/customXml" Target="../ink/ink568.xml"/><Relationship Id="rId303" Type="http://schemas.openxmlformats.org/officeDocument/2006/relationships/image" Target="../media/image599.png"/><Relationship Id="rId42" Type="http://schemas.openxmlformats.org/officeDocument/2006/relationships/customXml" Target="../ink/ink450.xml"/><Relationship Id="rId84" Type="http://schemas.openxmlformats.org/officeDocument/2006/relationships/customXml" Target="../ink/ink471.xml"/><Relationship Id="rId138" Type="http://schemas.openxmlformats.org/officeDocument/2006/relationships/customXml" Target="../ink/ink498.xml"/><Relationship Id="rId345" Type="http://schemas.openxmlformats.org/officeDocument/2006/relationships/image" Target="../media/image619.png"/><Relationship Id="rId191" Type="http://schemas.openxmlformats.org/officeDocument/2006/relationships/image" Target="../media/image544.png"/><Relationship Id="rId205" Type="http://schemas.openxmlformats.org/officeDocument/2006/relationships/image" Target="../media/image551.png"/><Relationship Id="rId247" Type="http://schemas.openxmlformats.org/officeDocument/2006/relationships/image" Target="../media/image571.png"/><Relationship Id="rId107" Type="http://schemas.openxmlformats.org/officeDocument/2006/relationships/image" Target="../media/image502.png"/><Relationship Id="rId289" Type="http://schemas.openxmlformats.org/officeDocument/2006/relationships/image" Target="../media/image592.png"/><Relationship Id="rId11" Type="http://schemas.openxmlformats.org/officeDocument/2006/relationships/image" Target="../media/image454.png"/><Relationship Id="rId53" Type="http://schemas.openxmlformats.org/officeDocument/2006/relationships/image" Target="../media/image475.png"/><Relationship Id="rId149" Type="http://schemas.openxmlformats.org/officeDocument/2006/relationships/image" Target="../media/image523.png"/><Relationship Id="rId314" Type="http://schemas.openxmlformats.org/officeDocument/2006/relationships/customXml" Target="../ink/ink586.xml"/><Relationship Id="rId356" Type="http://schemas.openxmlformats.org/officeDocument/2006/relationships/customXml" Target="../ink/ink607.xml"/><Relationship Id="rId95" Type="http://schemas.openxmlformats.org/officeDocument/2006/relationships/image" Target="../media/image496.png"/><Relationship Id="rId160" Type="http://schemas.openxmlformats.org/officeDocument/2006/relationships/customXml" Target="../ink/ink509.xml"/><Relationship Id="rId216" Type="http://schemas.openxmlformats.org/officeDocument/2006/relationships/customXml" Target="../ink/ink537.xml"/><Relationship Id="rId258" Type="http://schemas.openxmlformats.org/officeDocument/2006/relationships/customXml" Target="../ink/ink558.xml"/><Relationship Id="rId22" Type="http://schemas.openxmlformats.org/officeDocument/2006/relationships/customXml" Target="../ink/ink440.xml"/><Relationship Id="rId64" Type="http://schemas.openxmlformats.org/officeDocument/2006/relationships/customXml" Target="../ink/ink461.xml"/><Relationship Id="rId118" Type="http://schemas.openxmlformats.org/officeDocument/2006/relationships/customXml" Target="../ink/ink488.xml"/><Relationship Id="rId325" Type="http://schemas.openxmlformats.org/officeDocument/2006/relationships/image" Target="../media/image609.png"/><Relationship Id="rId171" Type="http://schemas.openxmlformats.org/officeDocument/2006/relationships/image" Target="../media/image534.png"/><Relationship Id="rId227" Type="http://schemas.openxmlformats.org/officeDocument/2006/relationships/image" Target="../media/image562.png"/><Relationship Id="rId269" Type="http://schemas.openxmlformats.org/officeDocument/2006/relationships/image" Target="../media/image582.png"/><Relationship Id="rId33" Type="http://schemas.openxmlformats.org/officeDocument/2006/relationships/image" Target="../media/image465.png"/><Relationship Id="rId129" Type="http://schemas.openxmlformats.org/officeDocument/2006/relationships/image" Target="../media/image513.png"/><Relationship Id="rId280" Type="http://schemas.openxmlformats.org/officeDocument/2006/relationships/customXml" Target="../ink/ink569.xml"/><Relationship Id="rId336" Type="http://schemas.openxmlformats.org/officeDocument/2006/relationships/customXml" Target="../ink/ink597.xml"/><Relationship Id="rId75" Type="http://schemas.openxmlformats.org/officeDocument/2006/relationships/image" Target="../media/image486.png"/><Relationship Id="rId140" Type="http://schemas.openxmlformats.org/officeDocument/2006/relationships/customXml" Target="../ink/ink499.xml"/><Relationship Id="rId182" Type="http://schemas.openxmlformats.org/officeDocument/2006/relationships/customXml" Target="../ink/ink520.xml"/><Relationship Id="rId6" Type="http://schemas.openxmlformats.org/officeDocument/2006/relationships/customXml" Target="../ink/ink432.xml"/><Relationship Id="rId238" Type="http://schemas.openxmlformats.org/officeDocument/2006/relationships/customXml" Target="../ink/ink548.xml"/><Relationship Id="rId291" Type="http://schemas.openxmlformats.org/officeDocument/2006/relationships/image" Target="../media/image593.png"/><Relationship Id="rId305" Type="http://schemas.openxmlformats.org/officeDocument/2006/relationships/image" Target="../media/image600.png"/><Relationship Id="rId347" Type="http://schemas.openxmlformats.org/officeDocument/2006/relationships/image" Target="../media/image620.png"/><Relationship Id="rId44" Type="http://schemas.openxmlformats.org/officeDocument/2006/relationships/customXml" Target="../ink/ink451.xml"/><Relationship Id="rId86" Type="http://schemas.openxmlformats.org/officeDocument/2006/relationships/customXml" Target="../ink/ink472.xml"/><Relationship Id="rId151" Type="http://schemas.openxmlformats.org/officeDocument/2006/relationships/image" Target="../media/image524.png"/><Relationship Id="rId193" Type="http://schemas.openxmlformats.org/officeDocument/2006/relationships/image" Target="../media/image545.png"/><Relationship Id="rId207" Type="http://schemas.openxmlformats.org/officeDocument/2006/relationships/image" Target="../media/image552.png"/><Relationship Id="rId249" Type="http://schemas.openxmlformats.org/officeDocument/2006/relationships/image" Target="../media/image572.png"/><Relationship Id="rId13" Type="http://schemas.openxmlformats.org/officeDocument/2006/relationships/image" Target="../media/image455.png"/><Relationship Id="rId109" Type="http://schemas.openxmlformats.org/officeDocument/2006/relationships/image" Target="../media/image503.png"/><Relationship Id="rId260" Type="http://schemas.openxmlformats.org/officeDocument/2006/relationships/customXml" Target="../ink/ink559.xml"/><Relationship Id="rId316" Type="http://schemas.openxmlformats.org/officeDocument/2006/relationships/customXml" Target="../ink/ink587.xml"/><Relationship Id="rId55" Type="http://schemas.openxmlformats.org/officeDocument/2006/relationships/image" Target="../media/image476.png"/><Relationship Id="rId97" Type="http://schemas.openxmlformats.org/officeDocument/2006/relationships/image" Target="../media/image497.png"/><Relationship Id="rId120" Type="http://schemas.openxmlformats.org/officeDocument/2006/relationships/customXml" Target="../ink/ink489.xml"/><Relationship Id="rId358" Type="http://schemas.openxmlformats.org/officeDocument/2006/relationships/customXml" Target="../ink/ink608.xml"/><Relationship Id="rId162" Type="http://schemas.openxmlformats.org/officeDocument/2006/relationships/customXml" Target="../ink/ink510.xml"/><Relationship Id="rId218" Type="http://schemas.openxmlformats.org/officeDocument/2006/relationships/customXml" Target="../ink/ink538.xml"/><Relationship Id="rId271" Type="http://schemas.openxmlformats.org/officeDocument/2006/relationships/image" Target="../media/image583.png"/><Relationship Id="rId24" Type="http://schemas.openxmlformats.org/officeDocument/2006/relationships/customXml" Target="../ink/ink441.xml"/><Relationship Id="rId66" Type="http://schemas.openxmlformats.org/officeDocument/2006/relationships/customXml" Target="../ink/ink462.xml"/><Relationship Id="rId131" Type="http://schemas.openxmlformats.org/officeDocument/2006/relationships/image" Target="../media/image514.png"/><Relationship Id="rId327" Type="http://schemas.openxmlformats.org/officeDocument/2006/relationships/image" Target="../media/image610.png"/><Relationship Id="rId173" Type="http://schemas.openxmlformats.org/officeDocument/2006/relationships/image" Target="../media/image535.png"/><Relationship Id="rId229" Type="http://schemas.openxmlformats.org/officeDocument/2006/relationships/image" Target="../media/image563.png"/><Relationship Id="rId240" Type="http://schemas.openxmlformats.org/officeDocument/2006/relationships/customXml" Target="../ink/ink549.xml"/><Relationship Id="rId35" Type="http://schemas.openxmlformats.org/officeDocument/2006/relationships/image" Target="../media/image466.png"/><Relationship Id="rId77" Type="http://schemas.openxmlformats.org/officeDocument/2006/relationships/image" Target="../media/image487.png"/><Relationship Id="rId100" Type="http://schemas.openxmlformats.org/officeDocument/2006/relationships/customXml" Target="../ink/ink479.xml"/><Relationship Id="rId282" Type="http://schemas.openxmlformats.org/officeDocument/2006/relationships/customXml" Target="../ink/ink570.xml"/><Relationship Id="rId338" Type="http://schemas.openxmlformats.org/officeDocument/2006/relationships/customXml" Target="../ink/ink598.xml"/><Relationship Id="rId8" Type="http://schemas.openxmlformats.org/officeDocument/2006/relationships/customXml" Target="../ink/ink433.xml"/><Relationship Id="rId142" Type="http://schemas.openxmlformats.org/officeDocument/2006/relationships/customXml" Target="../ink/ink500.xml"/><Relationship Id="rId184" Type="http://schemas.openxmlformats.org/officeDocument/2006/relationships/customXml" Target="../ink/ink521.xml"/><Relationship Id="rId251" Type="http://schemas.openxmlformats.org/officeDocument/2006/relationships/image" Target="../media/image573.png"/><Relationship Id="rId46" Type="http://schemas.openxmlformats.org/officeDocument/2006/relationships/customXml" Target="../ink/ink452.xml"/><Relationship Id="rId293" Type="http://schemas.openxmlformats.org/officeDocument/2006/relationships/image" Target="../media/image594.png"/><Relationship Id="rId307" Type="http://schemas.openxmlformats.org/officeDocument/2006/relationships/image" Target="../media/image601.png"/><Relationship Id="rId349" Type="http://schemas.openxmlformats.org/officeDocument/2006/relationships/image" Target="../media/image621.png"/></Relationships>
</file>

<file path=ppt/slides/_rels/slide26.xml.rels><?xml version="1.0" encoding="UTF-8" standalone="yes"?>
<Relationships xmlns="http://schemas.openxmlformats.org/package/2006/relationships"><Relationship Id="rId26" Type="http://schemas.openxmlformats.org/officeDocument/2006/relationships/customXml" Target="../ink/ink620.xml"/><Relationship Id="rId21" Type="http://schemas.openxmlformats.org/officeDocument/2006/relationships/image" Target="../media/image637.png"/><Relationship Id="rId42" Type="http://schemas.openxmlformats.org/officeDocument/2006/relationships/customXml" Target="../ink/ink628.xml"/><Relationship Id="rId47" Type="http://schemas.openxmlformats.org/officeDocument/2006/relationships/image" Target="../media/image649.png"/><Relationship Id="rId63" Type="http://schemas.openxmlformats.org/officeDocument/2006/relationships/image" Target="../media/image656.png"/><Relationship Id="rId68" Type="http://schemas.openxmlformats.org/officeDocument/2006/relationships/customXml" Target="../ink/ink641.xml"/><Relationship Id="rId84" Type="http://schemas.openxmlformats.org/officeDocument/2006/relationships/customXml" Target="../ink/ink649.xml"/><Relationship Id="rId89" Type="http://schemas.openxmlformats.org/officeDocument/2006/relationships/image" Target="../media/image669.png"/><Relationship Id="rId112" Type="http://schemas.openxmlformats.org/officeDocument/2006/relationships/customXml" Target="../ink/ink663.xml"/><Relationship Id="rId16" Type="http://schemas.openxmlformats.org/officeDocument/2006/relationships/customXml" Target="../ink/ink615.xml"/><Relationship Id="rId107" Type="http://schemas.openxmlformats.org/officeDocument/2006/relationships/image" Target="../media/image678.png"/><Relationship Id="rId11" Type="http://schemas.openxmlformats.org/officeDocument/2006/relationships/image" Target="../media/image632.png"/><Relationship Id="rId32" Type="http://schemas.openxmlformats.org/officeDocument/2006/relationships/customXml" Target="../ink/ink623.xml"/><Relationship Id="rId37" Type="http://schemas.openxmlformats.org/officeDocument/2006/relationships/image" Target="../media/image644.png"/><Relationship Id="rId53" Type="http://schemas.openxmlformats.org/officeDocument/2006/relationships/image" Target="../media/image110.png"/><Relationship Id="rId58" Type="http://schemas.openxmlformats.org/officeDocument/2006/relationships/customXml" Target="../ink/ink636.xml"/><Relationship Id="rId74" Type="http://schemas.openxmlformats.org/officeDocument/2006/relationships/customXml" Target="../ink/ink644.xml"/><Relationship Id="rId79" Type="http://schemas.openxmlformats.org/officeDocument/2006/relationships/image" Target="../media/image664.png"/><Relationship Id="rId102" Type="http://schemas.openxmlformats.org/officeDocument/2006/relationships/customXml" Target="../ink/ink658.xml"/><Relationship Id="rId5" Type="http://schemas.openxmlformats.org/officeDocument/2006/relationships/image" Target="../media/image3100.png"/><Relationship Id="rId90" Type="http://schemas.openxmlformats.org/officeDocument/2006/relationships/customXml" Target="../ink/ink652.xml"/><Relationship Id="rId95" Type="http://schemas.openxmlformats.org/officeDocument/2006/relationships/image" Target="../media/image672.png"/><Relationship Id="rId22" Type="http://schemas.openxmlformats.org/officeDocument/2006/relationships/customXml" Target="../ink/ink618.xml"/><Relationship Id="rId27" Type="http://schemas.openxmlformats.org/officeDocument/2006/relationships/image" Target="../media/image640.png"/><Relationship Id="rId43" Type="http://schemas.openxmlformats.org/officeDocument/2006/relationships/image" Target="../media/image647.png"/><Relationship Id="rId48" Type="http://schemas.openxmlformats.org/officeDocument/2006/relationships/customXml" Target="../ink/ink631.xml"/><Relationship Id="rId64" Type="http://schemas.openxmlformats.org/officeDocument/2006/relationships/customXml" Target="../ink/ink639.xml"/><Relationship Id="rId69" Type="http://schemas.openxmlformats.org/officeDocument/2006/relationships/image" Target="../media/image659.png"/><Relationship Id="rId113" Type="http://schemas.openxmlformats.org/officeDocument/2006/relationships/image" Target="../media/image681.png"/><Relationship Id="rId80" Type="http://schemas.openxmlformats.org/officeDocument/2006/relationships/customXml" Target="../ink/ink647.xml"/><Relationship Id="rId85" Type="http://schemas.openxmlformats.org/officeDocument/2006/relationships/image" Target="../media/image667.png"/><Relationship Id="rId12" Type="http://schemas.openxmlformats.org/officeDocument/2006/relationships/customXml" Target="../ink/ink613.xml"/><Relationship Id="rId17" Type="http://schemas.openxmlformats.org/officeDocument/2006/relationships/image" Target="../media/image635.png"/><Relationship Id="rId33" Type="http://schemas.openxmlformats.org/officeDocument/2006/relationships/image" Target="../media/image642.png"/><Relationship Id="rId38" Type="http://schemas.openxmlformats.org/officeDocument/2006/relationships/customXml" Target="../ink/ink626.xml"/><Relationship Id="rId59" Type="http://schemas.openxmlformats.org/officeDocument/2006/relationships/image" Target="../media/image654.png"/><Relationship Id="rId103" Type="http://schemas.openxmlformats.org/officeDocument/2006/relationships/image" Target="../media/image676.png"/><Relationship Id="rId108" Type="http://schemas.openxmlformats.org/officeDocument/2006/relationships/customXml" Target="../ink/ink661.xml"/><Relationship Id="rId54" Type="http://schemas.openxmlformats.org/officeDocument/2006/relationships/customXml" Target="../ink/ink634.xml"/><Relationship Id="rId70" Type="http://schemas.openxmlformats.org/officeDocument/2006/relationships/customXml" Target="../ink/ink642.xml"/><Relationship Id="rId75" Type="http://schemas.openxmlformats.org/officeDocument/2006/relationships/image" Target="../media/image662.png"/><Relationship Id="rId91" Type="http://schemas.openxmlformats.org/officeDocument/2006/relationships/image" Target="../media/image670.png"/><Relationship Id="rId96" Type="http://schemas.openxmlformats.org/officeDocument/2006/relationships/customXml" Target="../ink/ink655.xml"/><Relationship Id="rId1" Type="http://schemas.openxmlformats.org/officeDocument/2006/relationships/slideLayout" Target="../slideLayouts/slideLayout1.xml"/><Relationship Id="rId6" Type="http://schemas.openxmlformats.org/officeDocument/2006/relationships/customXml" Target="../ink/ink610.xml"/><Relationship Id="rId15" Type="http://schemas.openxmlformats.org/officeDocument/2006/relationships/image" Target="../media/image634.png"/><Relationship Id="rId23" Type="http://schemas.openxmlformats.org/officeDocument/2006/relationships/image" Target="../media/image638.png"/><Relationship Id="rId28" Type="http://schemas.openxmlformats.org/officeDocument/2006/relationships/customXml" Target="../ink/ink621.xml"/><Relationship Id="rId36" Type="http://schemas.openxmlformats.org/officeDocument/2006/relationships/customXml" Target="../ink/ink625.xml"/><Relationship Id="rId49" Type="http://schemas.openxmlformats.org/officeDocument/2006/relationships/image" Target="../media/image650.png"/><Relationship Id="rId57" Type="http://schemas.openxmlformats.org/officeDocument/2006/relationships/image" Target="../media/image653.png"/><Relationship Id="rId106" Type="http://schemas.openxmlformats.org/officeDocument/2006/relationships/customXml" Target="../ink/ink660.xml"/><Relationship Id="rId10" Type="http://schemas.openxmlformats.org/officeDocument/2006/relationships/customXml" Target="../ink/ink612.xml"/><Relationship Id="rId31" Type="http://schemas.openxmlformats.org/officeDocument/2006/relationships/image" Target="../media/image641.png"/><Relationship Id="rId44" Type="http://schemas.openxmlformats.org/officeDocument/2006/relationships/customXml" Target="../ink/ink629.xml"/><Relationship Id="rId52" Type="http://schemas.openxmlformats.org/officeDocument/2006/relationships/customXml" Target="../ink/ink633.xml"/><Relationship Id="rId60" Type="http://schemas.openxmlformats.org/officeDocument/2006/relationships/customXml" Target="../ink/ink637.xml"/><Relationship Id="rId65" Type="http://schemas.openxmlformats.org/officeDocument/2006/relationships/image" Target="../media/image657.png"/><Relationship Id="rId73" Type="http://schemas.openxmlformats.org/officeDocument/2006/relationships/image" Target="../media/image661.png"/><Relationship Id="rId78" Type="http://schemas.openxmlformats.org/officeDocument/2006/relationships/customXml" Target="../ink/ink646.xml"/><Relationship Id="rId81" Type="http://schemas.openxmlformats.org/officeDocument/2006/relationships/image" Target="../media/image665.png"/><Relationship Id="rId86" Type="http://schemas.openxmlformats.org/officeDocument/2006/relationships/customXml" Target="../ink/ink650.xml"/><Relationship Id="rId94" Type="http://schemas.openxmlformats.org/officeDocument/2006/relationships/customXml" Target="../ink/ink654.xml"/><Relationship Id="rId99" Type="http://schemas.openxmlformats.org/officeDocument/2006/relationships/image" Target="../media/image674.png"/><Relationship Id="rId101" Type="http://schemas.openxmlformats.org/officeDocument/2006/relationships/image" Target="../media/image675.png"/><Relationship Id="rId4" Type="http://schemas.openxmlformats.org/officeDocument/2006/relationships/image" Target="../media/image629.png"/><Relationship Id="rId9" Type="http://schemas.openxmlformats.org/officeDocument/2006/relationships/image" Target="../media/image631.png"/><Relationship Id="rId13" Type="http://schemas.openxmlformats.org/officeDocument/2006/relationships/image" Target="../media/image633.png"/><Relationship Id="rId18" Type="http://schemas.openxmlformats.org/officeDocument/2006/relationships/customXml" Target="../ink/ink616.xml"/><Relationship Id="rId39" Type="http://schemas.openxmlformats.org/officeDocument/2006/relationships/image" Target="../media/image645.png"/><Relationship Id="rId109" Type="http://schemas.openxmlformats.org/officeDocument/2006/relationships/image" Target="../media/image679.png"/><Relationship Id="rId34" Type="http://schemas.openxmlformats.org/officeDocument/2006/relationships/customXml" Target="../ink/ink624.xml"/><Relationship Id="rId50" Type="http://schemas.openxmlformats.org/officeDocument/2006/relationships/customXml" Target="../ink/ink632.xml"/><Relationship Id="rId55" Type="http://schemas.openxmlformats.org/officeDocument/2006/relationships/image" Target="../media/image652.png"/><Relationship Id="rId76" Type="http://schemas.openxmlformats.org/officeDocument/2006/relationships/customXml" Target="../ink/ink645.xml"/><Relationship Id="rId97" Type="http://schemas.openxmlformats.org/officeDocument/2006/relationships/image" Target="../media/image673.png"/><Relationship Id="rId104" Type="http://schemas.openxmlformats.org/officeDocument/2006/relationships/customXml" Target="../ink/ink659.xml"/><Relationship Id="rId7" Type="http://schemas.openxmlformats.org/officeDocument/2006/relationships/image" Target="../media/image630.png"/><Relationship Id="rId71" Type="http://schemas.openxmlformats.org/officeDocument/2006/relationships/image" Target="../media/image660.png"/><Relationship Id="rId92" Type="http://schemas.openxmlformats.org/officeDocument/2006/relationships/customXml" Target="../ink/ink653.xml"/><Relationship Id="rId2" Type="http://schemas.openxmlformats.org/officeDocument/2006/relationships/notesSlide" Target="../notesSlides/notesSlide19.xml"/><Relationship Id="rId29" Type="http://schemas.openxmlformats.org/officeDocument/2006/relationships/image" Target="../media/image109.png"/><Relationship Id="rId24" Type="http://schemas.openxmlformats.org/officeDocument/2006/relationships/customXml" Target="../ink/ink619.xml"/><Relationship Id="rId40" Type="http://schemas.openxmlformats.org/officeDocument/2006/relationships/customXml" Target="../ink/ink627.xml"/><Relationship Id="rId45" Type="http://schemas.openxmlformats.org/officeDocument/2006/relationships/image" Target="../media/image648.png"/><Relationship Id="rId66" Type="http://schemas.openxmlformats.org/officeDocument/2006/relationships/customXml" Target="../ink/ink640.xml"/><Relationship Id="rId87" Type="http://schemas.openxmlformats.org/officeDocument/2006/relationships/image" Target="../media/image668.png"/><Relationship Id="rId110" Type="http://schemas.openxmlformats.org/officeDocument/2006/relationships/customXml" Target="../ink/ink662.xml"/><Relationship Id="rId61" Type="http://schemas.openxmlformats.org/officeDocument/2006/relationships/image" Target="../media/image655.png"/><Relationship Id="rId82" Type="http://schemas.openxmlformats.org/officeDocument/2006/relationships/customXml" Target="../ink/ink648.xml"/><Relationship Id="rId19" Type="http://schemas.openxmlformats.org/officeDocument/2006/relationships/image" Target="../media/image636.png"/><Relationship Id="rId14" Type="http://schemas.openxmlformats.org/officeDocument/2006/relationships/customXml" Target="../ink/ink614.xml"/><Relationship Id="rId30" Type="http://schemas.openxmlformats.org/officeDocument/2006/relationships/customXml" Target="../ink/ink622.xml"/><Relationship Id="rId35" Type="http://schemas.openxmlformats.org/officeDocument/2006/relationships/image" Target="../media/image643.png"/><Relationship Id="rId56" Type="http://schemas.openxmlformats.org/officeDocument/2006/relationships/customXml" Target="../ink/ink635.xml"/><Relationship Id="rId77" Type="http://schemas.openxmlformats.org/officeDocument/2006/relationships/image" Target="../media/image663.png"/><Relationship Id="rId100" Type="http://schemas.openxmlformats.org/officeDocument/2006/relationships/customXml" Target="../ink/ink657.xml"/><Relationship Id="rId105" Type="http://schemas.openxmlformats.org/officeDocument/2006/relationships/image" Target="../media/image677.png"/><Relationship Id="rId8" Type="http://schemas.openxmlformats.org/officeDocument/2006/relationships/customXml" Target="../ink/ink611.xml"/><Relationship Id="rId51" Type="http://schemas.openxmlformats.org/officeDocument/2006/relationships/image" Target="../media/image651.png"/><Relationship Id="rId72" Type="http://schemas.openxmlformats.org/officeDocument/2006/relationships/customXml" Target="../ink/ink643.xml"/><Relationship Id="rId93" Type="http://schemas.openxmlformats.org/officeDocument/2006/relationships/image" Target="../media/image671.png"/><Relationship Id="rId98" Type="http://schemas.openxmlformats.org/officeDocument/2006/relationships/customXml" Target="../ink/ink656.xml"/><Relationship Id="rId3" Type="http://schemas.openxmlformats.org/officeDocument/2006/relationships/image" Target="../media/image628.png"/><Relationship Id="rId25" Type="http://schemas.openxmlformats.org/officeDocument/2006/relationships/image" Target="../media/image639.png"/><Relationship Id="rId46" Type="http://schemas.openxmlformats.org/officeDocument/2006/relationships/customXml" Target="../ink/ink630.xml"/><Relationship Id="rId67" Type="http://schemas.openxmlformats.org/officeDocument/2006/relationships/image" Target="../media/image658.png"/><Relationship Id="rId20" Type="http://schemas.openxmlformats.org/officeDocument/2006/relationships/customXml" Target="../ink/ink617.xml"/><Relationship Id="rId41" Type="http://schemas.openxmlformats.org/officeDocument/2006/relationships/image" Target="../media/image646.png"/><Relationship Id="rId62" Type="http://schemas.openxmlformats.org/officeDocument/2006/relationships/customXml" Target="../ink/ink638.xml"/><Relationship Id="rId83" Type="http://schemas.openxmlformats.org/officeDocument/2006/relationships/image" Target="../media/image666.png"/><Relationship Id="rId88" Type="http://schemas.openxmlformats.org/officeDocument/2006/relationships/customXml" Target="../ink/ink651.xml"/><Relationship Id="rId111" Type="http://schemas.openxmlformats.org/officeDocument/2006/relationships/image" Target="../media/image680.png"/></Relationships>
</file>

<file path=ppt/slides/_rels/slide27.xml.rels><?xml version="1.0" encoding="UTF-8" standalone="yes"?>
<Relationships xmlns="http://schemas.openxmlformats.org/package/2006/relationships"><Relationship Id="rId3" Type="http://schemas.openxmlformats.org/officeDocument/2006/relationships/hyperlink" Target="https://byjus.com/maths/foci-of-an-ellipse/" TargetMode="External"/><Relationship Id="rId2" Type="http://schemas.openxmlformats.org/officeDocument/2006/relationships/image" Target="../media/image68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17" Type="http://schemas.openxmlformats.org/officeDocument/2006/relationships/customXml" Target="../ink/ink721.xml"/><Relationship Id="rId21" Type="http://schemas.openxmlformats.org/officeDocument/2006/relationships/image" Target="../media/image693.png"/><Relationship Id="rId42" Type="http://schemas.openxmlformats.org/officeDocument/2006/relationships/customXml" Target="../ink/ink682.xml"/><Relationship Id="rId63" Type="http://schemas.openxmlformats.org/officeDocument/2006/relationships/image" Target="../media/image713.png"/><Relationship Id="rId84" Type="http://schemas.openxmlformats.org/officeDocument/2006/relationships/image" Target="../media/image723.png"/><Relationship Id="rId138" Type="http://schemas.openxmlformats.org/officeDocument/2006/relationships/customXml" Target="../ink/ink732.xml"/><Relationship Id="rId159" Type="http://schemas.openxmlformats.org/officeDocument/2006/relationships/image" Target="../media/image758.png"/><Relationship Id="rId170" Type="http://schemas.openxmlformats.org/officeDocument/2006/relationships/customXml" Target="../ink/ink748.xml"/><Relationship Id="rId107" Type="http://schemas.openxmlformats.org/officeDocument/2006/relationships/customXml" Target="../ink/ink716.xml"/><Relationship Id="rId11" Type="http://schemas.openxmlformats.org/officeDocument/2006/relationships/image" Target="../media/image688.png"/><Relationship Id="rId32" Type="http://schemas.openxmlformats.org/officeDocument/2006/relationships/customXml" Target="../ink/ink677.xml"/><Relationship Id="rId53" Type="http://schemas.openxmlformats.org/officeDocument/2006/relationships/image" Target="../media/image708.png"/><Relationship Id="rId74" Type="http://schemas.openxmlformats.org/officeDocument/2006/relationships/customXml" Target="../ink/ink698.xml"/><Relationship Id="rId128" Type="http://schemas.openxmlformats.org/officeDocument/2006/relationships/customXml" Target="../ink/ink727.xml"/><Relationship Id="rId149" Type="http://schemas.openxmlformats.org/officeDocument/2006/relationships/image" Target="../media/image753.png"/><Relationship Id="rId5" Type="http://schemas.openxmlformats.org/officeDocument/2006/relationships/image" Target="../media/image685.png"/><Relationship Id="rId95" Type="http://schemas.openxmlformats.org/officeDocument/2006/relationships/image" Target="../media/image728.png"/><Relationship Id="rId160" Type="http://schemas.openxmlformats.org/officeDocument/2006/relationships/customXml" Target="../ink/ink743.xml"/><Relationship Id="rId181" Type="http://schemas.openxmlformats.org/officeDocument/2006/relationships/image" Target="../media/image769.png"/><Relationship Id="rId22" Type="http://schemas.openxmlformats.org/officeDocument/2006/relationships/customXml" Target="../ink/ink672.xml"/><Relationship Id="rId43" Type="http://schemas.openxmlformats.org/officeDocument/2006/relationships/image" Target="../media/image704.png"/><Relationship Id="rId64" Type="http://schemas.openxmlformats.org/officeDocument/2006/relationships/customXml" Target="../ink/ink693.xml"/><Relationship Id="rId118" Type="http://schemas.openxmlformats.org/officeDocument/2006/relationships/image" Target="../media/image738.png"/><Relationship Id="rId139" Type="http://schemas.openxmlformats.org/officeDocument/2006/relationships/image" Target="../media/image748.png"/><Relationship Id="rId85" Type="http://schemas.openxmlformats.org/officeDocument/2006/relationships/customXml" Target="../ink/ink704.xml"/><Relationship Id="rId150" Type="http://schemas.openxmlformats.org/officeDocument/2006/relationships/customXml" Target="../ink/ink738.xml"/><Relationship Id="rId171" Type="http://schemas.openxmlformats.org/officeDocument/2006/relationships/image" Target="../media/image764.png"/><Relationship Id="rId12" Type="http://schemas.openxmlformats.org/officeDocument/2006/relationships/customXml" Target="../ink/ink667.xml"/><Relationship Id="rId33" Type="http://schemas.openxmlformats.org/officeDocument/2006/relationships/image" Target="../media/image699.png"/><Relationship Id="rId108" Type="http://schemas.openxmlformats.org/officeDocument/2006/relationships/image" Target="../media/image733.png"/><Relationship Id="rId129" Type="http://schemas.openxmlformats.org/officeDocument/2006/relationships/image" Target="../media/image743.png"/><Relationship Id="rId54" Type="http://schemas.openxmlformats.org/officeDocument/2006/relationships/customXml" Target="../ink/ink688.xml"/><Relationship Id="rId75" Type="http://schemas.openxmlformats.org/officeDocument/2006/relationships/image" Target="../media/image719.png"/><Relationship Id="rId96" Type="http://schemas.openxmlformats.org/officeDocument/2006/relationships/customXml" Target="../ink/ink710.xml"/><Relationship Id="rId140" Type="http://schemas.openxmlformats.org/officeDocument/2006/relationships/customXml" Target="../ink/ink733.xml"/><Relationship Id="rId161" Type="http://schemas.openxmlformats.org/officeDocument/2006/relationships/image" Target="../media/image759.png"/><Relationship Id="rId182" Type="http://schemas.openxmlformats.org/officeDocument/2006/relationships/customXml" Target="../ink/ink754.xml"/><Relationship Id="rId6" Type="http://schemas.openxmlformats.org/officeDocument/2006/relationships/customXml" Target="../ink/ink664.xml"/><Relationship Id="rId23" Type="http://schemas.openxmlformats.org/officeDocument/2006/relationships/image" Target="../media/image694.png"/><Relationship Id="rId119" Type="http://schemas.openxmlformats.org/officeDocument/2006/relationships/customXml" Target="../ink/ink722.xml"/><Relationship Id="rId44" Type="http://schemas.openxmlformats.org/officeDocument/2006/relationships/customXml" Target="../ink/ink683.xml"/><Relationship Id="rId65" Type="http://schemas.openxmlformats.org/officeDocument/2006/relationships/image" Target="../media/image714.png"/><Relationship Id="rId86" Type="http://schemas.openxmlformats.org/officeDocument/2006/relationships/customXml" Target="../ink/ink705.xml"/><Relationship Id="rId130" Type="http://schemas.openxmlformats.org/officeDocument/2006/relationships/customXml" Target="../ink/ink728.xml"/><Relationship Id="rId151" Type="http://schemas.openxmlformats.org/officeDocument/2006/relationships/image" Target="../media/image754.png"/><Relationship Id="rId172" Type="http://schemas.openxmlformats.org/officeDocument/2006/relationships/customXml" Target="../ink/ink749.xml"/><Relationship Id="rId13" Type="http://schemas.openxmlformats.org/officeDocument/2006/relationships/image" Target="../media/image689.png"/><Relationship Id="rId18" Type="http://schemas.openxmlformats.org/officeDocument/2006/relationships/customXml" Target="../ink/ink670.xml"/><Relationship Id="rId39" Type="http://schemas.openxmlformats.org/officeDocument/2006/relationships/image" Target="../media/image702.png"/><Relationship Id="rId109" Type="http://schemas.openxmlformats.org/officeDocument/2006/relationships/customXml" Target="../ink/ink717.xml"/><Relationship Id="rId34" Type="http://schemas.openxmlformats.org/officeDocument/2006/relationships/customXml" Target="../ink/ink678.xml"/><Relationship Id="rId50" Type="http://schemas.openxmlformats.org/officeDocument/2006/relationships/customXml" Target="../ink/ink686.xml"/><Relationship Id="rId55" Type="http://schemas.openxmlformats.org/officeDocument/2006/relationships/image" Target="../media/image709.png"/><Relationship Id="rId76" Type="http://schemas.openxmlformats.org/officeDocument/2006/relationships/customXml" Target="../ink/ink699.xml"/><Relationship Id="rId97" Type="http://schemas.openxmlformats.org/officeDocument/2006/relationships/image" Target="../media/image729.png"/><Relationship Id="rId104" Type="http://schemas.openxmlformats.org/officeDocument/2006/relationships/image" Target="../media/image586.png"/><Relationship Id="rId120" Type="http://schemas.openxmlformats.org/officeDocument/2006/relationships/customXml" Target="../ink/ink723.xml"/><Relationship Id="rId125" Type="http://schemas.openxmlformats.org/officeDocument/2006/relationships/image" Target="../media/image741.png"/><Relationship Id="rId141" Type="http://schemas.openxmlformats.org/officeDocument/2006/relationships/image" Target="../media/image749.png"/><Relationship Id="rId146" Type="http://schemas.openxmlformats.org/officeDocument/2006/relationships/customXml" Target="../ink/ink736.xml"/><Relationship Id="rId167" Type="http://schemas.openxmlformats.org/officeDocument/2006/relationships/image" Target="../media/image762.png"/><Relationship Id="rId7" Type="http://schemas.openxmlformats.org/officeDocument/2006/relationships/image" Target="../media/image686.png"/><Relationship Id="rId71" Type="http://schemas.openxmlformats.org/officeDocument/2006/relationships/image" Target="../media/image717.png"/><Relationship Id="rId92" Type="http://schemas.openxmlformats.org/officeDocument/2006/relationships/customXml" Target="../ink/ink708.xml"/><Relationship Id="rId162" Type="http://schemas.openxmlformats.org/officeDocument/2006/relationships/customXml" Target="../ink/ink744.xml"/><Relationship Id="rId183" Type="http://schemas.openxmlformats.org/officeDocument/2006/relationships/image" Target="../media/image770.png"/><Relationship Id="rId2" Type="http://schemas.openxmlformats.org/officeDocument/2006/relationships/notesSlide" Target="../notesSlides/notesSlide20.xml"/><Relationship Id="rId29" Type="http://schemas.openxmlformats.org/officeDocument/2006/relationships/image" Target="../media/image697.png"/><Relationship Id="rId24" Type="http://schemas.openxmlformats.org/officeDocument/2006/relationships/customXml" Target="../ink/ink673.xml"/><Relationship Id="rId40" Type="http://schemas.openxmlformats.org/officeDocument/2006/relationships/customXml" Target="../ink/ink681.xml"/><Relationship Id="rId45" Type="http://schemas.openxmlformats.org/officeDocument/2006/relationships/image" Target="../media/image705.png"/><Relationship Id="rId66" Type="http://schemas.openxmlformats.org/officeDocument/2006/relationships/customXml" Target="../ink/ink694.xml"/><Relationship Id="rId87" Type="http://schemas.openxmlformats.org/officeDocument/2006/relationships/image" Target="../media/image724.png"/><Relationship Id="rId110" Type="http://schemas.openxmlformats.org/officeDocument/2006/relationships/image" Target="../media/image734.png"/><Relationship Id="rId115" Type="http://schemas.openxmlformats.org/officeDocument/2006/relationships/customXml" Target="../ink/ink720.xml"/><Relationship Id="rId131" Type="http://schemas.openxmlformats.org/officeDocument/2006/relationships/image" Target="../media/image744.png"/><Relationship Id="rId136" Type="http://schemas.openxmlformats.org/officeDocument/2006/relationships/customXml" Target="../ink/ink731.xml"/><Relationship Id="rId157" Type="http://schemas.openxmlformats.org/officeDocument/2006/relationships/image" Target="../media/image757.png"/><Relationship Id="rId178" Type="http://schemas.openxmlformats.org/officeDocument/2006/relationships/customXml" Target="../ink/ink752.xml"/><Relationship Id="rId61" Type="http://schemas.openxmlformats.org/officeDocument/2006/relationships/image" Target="../media/image712.png"/><Relationship Id="rId82" Type="http://schemas.openxmlformats.org/officeDocument/2006/relationships/customXml" Target="../ink/ink702.xml"/><Relationship Id="rId152" Type="http://schemas.openxmlformats.org/officeDocument/2006/relationships/customXml" Target="../ink/ink739.xml"/><Relationship Id="rId173" Type="http://schemas.openxmlformats.org/officeDocument/2006/relationships/image" Target="../media/image765.png"/><Relationship Id="rId19" Type="http://schemas.openxmlformats.org/officeDocument/2006/relationships/image" Target="../media/image692.png"/><Relationship Id="rId14" Type="http://schemas.openxmlformats.org/officeDocument/2006/relationships/customXml" Target="../ink/ink668.xml"/><Relationship Id="rId30" Type="http://schemas.openxmlformats.org/officeDocument/2006/relationships/customXml" Target="../ink/ink676.xml"/><Relationship Id="rId35" Type="http://schemas.openxmlformats.org/officeDocument/2006/relationships/image" Target="../media/image700.png"/><Relationship Id="rId56" Type="http://schemas.openxmlformats.org/officeDocument/2006/relationships/customXml" Target="../ink/ink689.xml"/><Relationship Id="rId77" Type="http://schemas.openxmlformats.org/officeDocument/2006/relationships/image" Target="../media/image720.png"/><Relationship Id="rId100" Type="http://schemas.openxmlformats.org/officeDocument/2006/relationships/customXml" Target="../ink/ink712.xml"/><Relationship Id="rId105" Type="http://schemas.openxmlformats.org/officeDocument/2006/relationships/customXml" Target="../ink/ink715.xml"/><Relationship Id="rId126" Type="http://schemas.openxmlformats.org/officeDocument/2006/relationships/customXml" Target="../ink/ink726.xml"/><Relationship Id="rId147" Type="http://schemas.openxmlformats.org/officeDocument/2006/relationships/image" Target="../media/image752.png"/><Relationship Id="rId168" Type="http://schemas.openxmlformats.org/officeDocument/2006/relationships/customXml" Target="../ink/ink747.xml"/><Relationship Id="rId8" Type="http://schemas.openxmlformats.org/officeDocument/2006/relationships/customXml" Target="../ink/ink665.xml"/><Relationship Id="rId51" Type="http://schemas.openxmlformats.org/officeDocument/2006/relationships/image" Target="../media/image707.png"/><Relationship Id="rId72" Type="http://schemas.openxmlformats.org/officeDocument/2006/relationships/customXml" Target="../ink/ink697.xml"/><Relationship Id="rId93" Type="http://schemas.openxmlformats.org/officeDocument/2006/relationships/image" Target="../media/image727.png"/><Relationship Id="rId98" Type="http://schemas.openxmlformats.org/officeDocument/2006/relationships/customXml" Target="../ink/ink711.xml"/><Relationship Id="rId121" Type="http://schemas.openxmlformats.org/officeDocument/2006/relationships/image" Target="../media/image739.png"/><Relationship Id="rId142" Type="http://schemas.openxmlformats.org/officeDocument/2006/relationships/customXml" Target="../ink/ink734.xml"/><Relationship Id="rId163" Type="http://schemas.openxmlformats.org/officeDocument/2006/relationships/image" Target="../media/image760.png"/><Relationship Id="rId184" Type="http://schemas.openxmlformats.org/officeDocument/2006/relationships/customXml" Target="../ink/ink755.xml"/><Relationship Id="rId3" Type="http://schemas.openxmlformats.org/officeDocument/2006/relationships/image" Target="../media/image683.png"/><Relationship Id="rId25" Type="http://schemas.openxmlformats.org/officeDocument/2006/relationships/image" Target="../media/image695.png"/><Relationship Id="rId46" Type="http://schemas.openxmlformats.org/officeDocument/2006/relationships/customXml" Target="../ink/ink684.xml"/><Relationship Id="rId67" Type="http://schemas.openxmlformats.org/officeDocument/2006/relationships/image" Target="../media/image715.png"/><Relationship Id="rId116" Type="http://schemas.openxmlformats.org/officeDocument/2006/relationships/image" Target="../media/image737.png"/><Relationship Id="rId137" Type="http://schemas.openxmlformats.org/officeDocument/2006/relationships/image" Target="../media/image747.png"/><Relationship Id="rId158" Type="http://schemas.openxmlformats.org/officeDocument/2006/relationships/customXml" Target="../ink/ink742.xml"/><Relationship Id="rId20" Type="http://schemas.openxmlformats.org/officeDocument/2006/relationships/customXml" Target="../ink/ink671.xml"/><Relationship Id="rId41" Type="http://schemas.openxmlformats.org/officeDocument/2006/relationships/image" Target="../media/image703.png"/><Relationship Id="rId62" Type="http://schemas.openxmlformats.org/officeDocument/2006/relationships/customXml" Target="../ink/ink692.xml"/><Relationship Id="rId83" Type="http://schemas.openxmlformats.org/officeDocument/2006/relationships/customXml" Target="../ink/ink703.xml"/><Relationship Id="rId88" Type="http://schemas.openxmlformats.org/officeDocument/2006/relationships/customXml" Target="../ink/ink706.xml"/><Relationship Id="rId111" Type="http://schemas.openxmlformats.org/officeDocument/2006/relationships/customXml" Target="../ink/ink718.xml"/><Relationship Id="rId132" Type="http://schemas.openxmlformats.org/officeDocument/2006/relationships/customXml" Target="../ink/ink729.xml"/><Relationship Id="rId153" Type="http://schemas.openxmlformats.org/officeDocument/2006/relationships/image" Target="../media/image755.png"/><Relationship Id="rId174" Type="http://schemas.openxmlformats.org/officeDocument/2006/relationships/customXml" Target="../ink/ink750.xml"/><Relationship Id="rId179" Type="http://schemas.openxmlformats.org/officeDocument/2006/relationships/image" Target="../media/image768.png"/><Relationship Id="rId15" Type="http://schemas.openxmlformats.org/officeDocument/2006/relationships/image" Target="../media/image690.png"/><Relationship Id="rId36" Type="http://schemas.openxmlformats.org/officeDocument/2006/relationships/customXml" Target="../ink/ink679.xml"/><Relationship Id="rId57" Type="http://schemas.openxmlformats.org/officeDocument/2006/relationships/image" Target="../media/image710.png"/><Relationship Id="rId106" Type="http://schemas.openxmlformats.org/officeDocument/2006/relationships/image" Target="../media/image732.png"/><Relationship Id="rId127" Type="http://schemas.openxmlformats.org/officeDocument/2006/relationships/image" Target="../media/image742.png"/><Relationship Id="rId10" Type="http://schemas.openxmlformats.org/officeDocument/2006/relationships/customXml" Target="../ink/ink666.xml"/><Relationship Id="rId31" Type="http://schemas.openxmlformats.org/officeDocument/2006/relationships/image" Target="../media/image698.png"/><Relationship Id="rId52" Type="http://schemas.openxmlformats.org/officeDocument/2006/relationships/customXml" Target="../ink/ink687.xml"/><Relationship Id="rId73" Type="http://schemas.openxmlformats.org/officeDocument/2006/relationships/image" Target="../media/image718.png"/><Relationship Id="rId78" Type="http://schemas.openxmlformats.org/officeDocument/2006/relationships/customXml" Target="../ink/ink700.xml"/><Relationship Id="rId94" Type="http://schemas.openxmlformats.org/officeDocument/2006/relationships/customXml" Target="../ink/ink709.xml"/><Relationship Id="rId99" Type="http://schemas.openxmlformats.org/officeDocument/2006/relationships/image" Target="../media/image730.png"/><Relationship Id="rId101" Type="http://schemas.openxmlformats.org/officeDocument/2006/relationships/image" Target="../media/image731.png"/><Relationship Id="rId122" Type="http://schemas.openxmlformats.org/officeDocument/2006/relationships/customXml" Target="../ink/ink724.xml"/><Relationship Id="rId143" Type="http://schemas.openxmlformats.org/officeDocument/2006/relationships/image" Target="../media/image750.png"/><Relationship Id="rId148" Type="http://schemas.openxmlformats.org/officeDocument/2006/relationships/customXml" Target="../ink/ink737.xml"/><Relationship Id="rId164" Type="http://schemas.openxmlformats.org/officeDocument/2006/relationships/customXml" Target="../ink/ink745.xml"/><Relationship Id="rId169" Type="http://schemas.openxmlformats.org/officeDocument/2006/relationships/image" Target="../media/image763.png"/><Relationship Id="rId185" Type="http://schemas.openxmlformats.org/officeDocument/2006/relationships/image" Target="../media/image771.png"/><Relationship Id="rId4" Type="http://schemas.openxmlformats.org/officeDocument/2006/relationships/image" Target="../media/image684.png"/><Relationship Id="rId9" Type="http://schemas.openxmlformats.org/officeDocument/2006/relationships/image" Target="../media/image687.png"/><Relationship Id="rId180" Type="http://schemas.openxmlformats.org/officeDocument/2006/relationships/customXml" Target="../ink/ink753.xml"/><Relationship Id="rId26" Type="http://schemas.openxmlformats.org/officeDocument/2006/relationships/customXml" Target="../ink/ink674.xml"/><Relationship Id="rId47" Type="http://schemas.openxmlformats.org/officeDocument/2006/relationships/image" Target="../media/image109.png"/><Relationship Id="rId68" Type="http://schemas.openxmlformats.org/officeDocument/2006/relationships/customXml" Target="../ink/ink695.xml"/><Relationship Id="rId89" Type="http://schemas.openxmlformats.org/officeDocument/2006/relationships/image" Target="../media/image725.png"/><Relationship Id="rId112" Type="http://schemas.openxmlformats.org/officeDocument/2006/relationships/image" Target="../media/image735.png"/><Relationship Id="rId133" Type="http://schemas.openxmlformats.org/officeDocument/2006/relationships/image" Target="../media/image745.png"/><Relationship Id="rId154" Type="http://schemas.openxmlformats.org/officeDocument/2006/relationships/customXml" Target="../ink/ink740.xml"/><Relationship Id="rId175" Type="http://schemas.openxmlformats.org/officeDocument/2006/relationships/image" Target="../media/image766.png"/><Relationship Id="rId16" Type="http://schemas.openxmlformats.org/officeDocument/2006/relationships/customXml" Target="../ink/ink669.xml"/><Relationship Id="rId37" Type="http://schemas.openxmlformats.org/officeDocument/2006/relationships/image" Target="../media/image701.png"/><Relationship Id="rId58" Type="http://schemas.openxmlformats.org/officeDocument/2006/relationships/customXml" Target="../ink/ink690.xml"/><Relationship Id="rId79" Type="http://schemas.openxmlformats.org/officeDocument/2006/relationships/image" Target="../media/image721.png"/><Relationship Id="rId102" Type="http://schemas.openxmlformats.org/officeDocument/2006/relationships/customXml" Target="../ink/ink713.xml"/><Relationship Id="rId123" Type="http://schemas.openxmlformats.org/officeDocument/2006/relationships/image" Target="../media/image740.png"/><Relationship Id="rId144" Type="http://schemas.openxmlformats.org/officeDocument/2006/relationships/customXml" Target="../ink/ink735.xml"/><Relationship Id="rId90" Type="http://schemas.openxmlformats.org/officeDocument/2006/relationships/customXml" Target="../ink/ink707.xml"/><Relationship Id="rId165" Type="http://schemas.openxmlformats.org/officeDocument/2006/relationships/image" Target="../media/image761.png"/><Relationship Id="rId186" Type="http://schemas.openxmlformats.org/officeDocument/2006/relationships/customXml" Target="../ink/ink756.xml"/><Relationship Id="rId27" Type="http://schemas.openxmlformats.org/officeDocument/2006/relationships/image" Target="../media/image696.png"/><Relationship Id="rId48" Type="http://schemas.openxmlformats.org/officeDocument/2006/relationships/customXml" Target="../ink/ink685.xml"/><Relationship Id="rId69" Type="http://schemas.openxmlformats.org/officeDocument/2006/relationships/image" Target="../media/image716.png"/><Relationship Id="rId113" Type="http://schemas.openxmlformats.org/officeDocument/2006/relationships/customXml" Target="../ink/ink719.xml"/><Relationship Id="rId134" Type="http://schemas.openxmlformats.org/officeDocument/2006/relationships/customXml" Target="../ink/ink730.xml"/><Relationship Id="rId80" Type="http://schemas.openxmlformats.org/officeDocument/2006/relationships/customXml" Target="../ink/ink701.xml"/><Relationship Id="rId155" Type="http://schemas.openxmlformats.org/officeDocument/2006/relationships/image" Target="../media/image756.png"/><Relationship Id="rId176" Type="http://schemas.openxmlformats.org/officeDocument/2006/relationships/customXml" Target="../ink/ink751.xml"/><Relationship Id="rId17" Type="http://schemas.openxmlformats.org/officeDocument/2006/relationships/image" Target="../media/image691.png"/><Relationship Id="rId38" Type="http://schemas.openxmlformats.org/officeDocument/2006/relationships/customXml" Target="../ink/ink680.xml"/><Relationship Id="rId59" Type="http://schemas.openxmlformats.org/officeDocument/2006/relationships/image" Target="../media/image711.png"/><Relationship Id="rId103" Type="http://schemas.openxmlformats.org/officeDocument/2006/relationships/customXml" Target="../ink/ink714.xml"/><Relationship Id="rId124" Type="http://schemas.openxmlformats.org/officeDocument/2006/relationships/customXml" Target="../ink/ink725.xml"/><Relationship Id="rId70" Type="http://schemas.openxmlformats.org/officeDocument/2006/relationships/customXml" Target="../ink/ink696.xml"/><Relationship Id="rId91" Type="http://schemas.openxmlformats.org/officeDocument/2006/relationships/image" Target="../media/image726.png"/><Relationship Id="rId145" Type="http://schemas.openxmlformats.org/officeDocument/2006/relationships/image" Target="../media/image751.png"/><Relationship Id="rId166" Type="http://schemas.openxmlformats.org/officeDocument/2006/relationships/customXml" Target="../ink/ink746.xml"/><Relationship Id="rId187" Type="http://schemas.openxmlformats.org/officeDocument/2006/relationships/image" Target="../media/image772.png"/><Relationship Id="rId1" Type="http://schemas.openxmlformats.org/officeDocument/2006/relationships/slideLayout" Target="../slideLayouts/slideLayout1.xml"/><Relationship Id="rId28" Type="http://schemas.openxmlformats.org/officeDocument/2006/relationships/customXml" Target="../ink/ink675.xml"/><Relationship Id="rId49" Type="http://schemas.openxmlformats.org/officeDocument/2006/relationships/image" Target="../media/image706.png"/><Relationship Id="rId114" Type="http://schemas.openxmlformats.org/officeDocument/2006/relationships/image" Target="../media/image736.png"/><Relationship Id="rId60" Type="http://schemas.openxmlformats.org/officeDocument/2006/relationships/customXml" Target="../ink/ink691.xml"/><Relationship Id="rId81" Type="http://schemas.openxmlformats.org/officeDocument/2006/relationships/image" Target="../media/image722.png"/><Relationship Id="rId135" Type="http://schemas.openxmlformats.org/officeDocument/2006/relationships/image" Target="../media/image746.png"/><Relationship Id="rId156" Type="http://schemas.openxmlformats.org/officeDocument/2006/relationships/customXml" Target="../ink/ink741.xml"/><Relationship Id="rId177" Type="http://schemas.openxmlformats.org/officeDocument/2006/relationships/image" Target="../media/image767.png"/></Relationships>
</file>

<file path=ppt/slides/_rels/slide29.xml.rels><?xml version="1.0" encoding="UTF-8" standalone="yes"?>
<Relationships xmlns="http://schemas.openxmlformats.org/package/2006/relationships"><Relationship Id="rId117" Type="http://schemas.openxmlformats.org/officeDocument/2006/relationships/customXml" Target="../ink/ink815.xml"/><Relationship Id="rId299" Type="http://schemas.openxmlformats.org/officeDocument/2006/relationships/customXml" Target="../ink/ink908.xml"/><Relationship Id="rId21" Type="http://schemas.openxmlformats.org/officeDocument/2006/relationships/customXml" Target="../ink/ink766.xml"/><Relationship Id="rId63" Type="http://schemas.openxmlformats.org/officeDocument/2006/relationships/image" Target="../media/image802.png"/><Relationship Id="rId159" Type="http://schemas.openxmlformats.org/officeDocument/2006/relationships/customXml" Target="../ink/ink836.xml"/><Relationship Id="rId170" Type="http://schemas.openxmlformats.org/officeDocument/2006/relationships/image" Target="../media/image854.png"/><Relationship Id="rId226" Type="http://schemas.openxmlformats.org/officeDocument/2006/relationships/customXml" Target="../ink/ink870.xml"/><Relationship Id="rId268" Type="http://schemas.openxmlformats.org/officeDocument/2006/relationships/image" Target="../media/image902.png"/><Relationship Id="rId32" Type="http://schemas.openxmlformats.org/officeDocument/2006/relationships/image" Target="../media/image787.png"/><Relationship Id="rId74" Type="http://schemas.openxmlformats.org/officeDocument/2006/relationships/customXml" Target="../ink/ink793.xml"/><Relationship Id="rId128" Type="http://schemas.openxmlformats.org/officeDocument/2006/relationships/image" Target="../media/image833.png"/><Relationship Id="rId5" Type="http://schemas.openxmlformats.org/officeDocument/2006/relationships/customXml" Target="../ink/ink758.xml"/><Relationship Id="rId181" Type="http://schemas.openxmlformats.org/officeDocument/2006/relationships/customXml" Target="../ink/ink847.xml"/><Relationship Id="rId237" Type="http://schemas.openxmlformats.org/officeDocument/2006/relationships/image" Target="../media/image887.png"/><Relationship Id="rId279" Type="http://schemas.openxmlformats.org/officeDocument/2006/relationships/customXml" Target="../ink/ink897.xml"/><Relationship Id="rId43" Type="http://schemas.openxmlformats.org/officeDocument/2006/relationships/customXml" Target="../ink/ink777.xml"/><Relationship Id="rId139" Type="http://schemas.openxmlformats.org/officeDocument/2006/relationships/customXml" Target="../ink/ink826.xml"/><Relationship Id="rId290" Type="http://schemas.openxmlformats.org/officeDocument/2006/relationships/customXml" Target="../ink/ink903.xml"/><Relationship Id="rId85" Type="http://schemas.openxmlformats.org/officeDocument/2006/relationships/image" Target="../media/image813.png"/><Relationship Id="rId150" Type="http://schemas.openxmlformats.org/officeDocument/2006/relationships/image" Target="../media/image844.png"/><Relationship Id="rId192" Type="http://schemas.openxmlformats.org/officeDocument/2006/relationships/image" Target="../media/image865.png"/><Relationship Id="rId206" Type="http://schemas.openxmlformats.org/officeDocument/2006/relationships/image" Target="../media/image872.png"/><Relationship Id="rId248" Type="http://schemas.openxmlformats.org/officeDocument/2006/relationships/customXml" Target="../ink/ink881.xml"/><Relationship Id="rId12" Type="http://schemas.openxmlformats.org/officeDocument/2006/relationships/image" Target="../media/image778.png"/><Relationship Id="rId108" Type="http://schemas.openxmlformats.org/officeDocument/2006/relationships/image" Target="../media/image823.png"/><Relationship Id="rId54" Type="http://schemas.openxmlformats.org/officeDocument/2006/relationships/customXml" Target="../ink/ink783.xml"/><Relationship Id="rId75" Type="http://schemas.openxmlformats.org/officeDocument/2006/relationships/image" Target="../media/image808.png"/><Relationship Id="rId96" Type="http://schemas.openxmlformats.org/officeDocument/2006/relationships/image" Target="../media/image817.png"/><Relationship Id="rId140" Type="http://schemas.openxmlformats.org/officeDocument/2006/relationships/image" Target="../media/image839.png"/><Relationship Id="rId161" Type="http://schemas.openxmlformats.org/officeDocument/2006/relationships/customXml" Target="../ink/ink837.xml"/><Relationship Id="rId182" Type="http://schemas.openxmlformats.org/officeDocument/2006/relationships/image" Target="../media/image860.png"/><Relationship Id="rId217" Type="http://schemas.openxmlformats.org/officeDocument/2006/relationships/customXml" Target="../ink/ink865.xml"/><Relationship Id="rId6" Type="http://schemas.openxmlformats.org/officeDocument/2006/relationships/image" Target="../media/image775.png"/><Relationship Id="rId238" Type="http://schemas.openxmlformats.org/officeDocument/2006/relationships/customXml" Target="../ink/ink876.xml"/><Relationship Id="rId259" Type="http://schemas.openxmlformats.org/officeDocument/2006/relationships/customXml" Target="../ink/ink887.xml"/><Relationship Id="rId23" Type="http://schemas.openxmlformats.org/officeDocument/2006/relationships/customXml" Target="../ink/ink767.xml"/><Relationship Id="rId119" Type="http://schemas.openxmlformats.org/officeDocument/2006/relationships/customXml" Target="../ink/ink816.xml"/><Relationship Id="rId270" Type="http://schemas.openxmlformats.org/officeDocument/2006/relationships/image" Target="../media/image903.png"/><Relationship Id="rId291" Type="http://schemas.openxmlformats.org/officeDocument/2006/relationships/image" Target="../media/image913.png"/><Relationship Id="rId44" Type="http://schemas.openxmlformats.org/officeDocument/2006/relationships/image" Target="../media/image793.png"/><Relationship Id="rId65" Type="http://schemas.openxmlformats.org/officeDocument/2006/relationships/image" Target="../media/image803.png"/><Relationship Id="rId86" Type="http://schemas.openxmlformats.org/officeDocument/2006/relationships/customXml" Target="../ink/ink799.xml"/><Relationship Id="rId130" Type="http://schemas.openxmlformats.org/officeDocument/2006/relationships/image" Target="../media/image834.png"/><Relationship Id="rId151" Type="http://schemas.openxmlformats.org/officeDocument/2006/relationships/customXml" Target="../ink/ink832.xml"/><Relationship Id="rId172" Type="http://schemas.openxmlformats.org/officeDocument/2006/relationships/image" Target="../media/image855.png"/><Relationship Id="rId193" Type="http://schemas.openxmlformats.org/officeDocument/2006/relationships/customXml" Target="../ink/ink853.xml"/><Relationship Id="rId207" Type="http://schemas.openxmlformats.org/officeDocument/2006/relationships/customXml" Target="../ink/ink860.xml"/><Relationship Id="rId228" Type="http://schemas.openxmlformats.org/officeDocument/2006/relationships/customXml" Target="../ink/ink871.xml"/><Relationship Id="rId249" Type="http://schemas.openxmlformats.org/officeDocument/2006/relationships/image" Target="../media/image893.png"/><Relationship Id="rId13" Type="http://schemas.openxmlformats.org/officeDocument/2006/relationships/customXml" Target="../ink/ink762.xml"/><Relationship Id="rId109" Type="http://schemas.openxmlformats.org/officeDocument/2006/relationships/customXml" Target="../ink/ink811.xml"/><Relationship Id="rId260" Type="http://schemas.openxmlformats.org/officeDocument/2006/relationships/image" Target="../media/image898.png"/><Relationship Id="rId281" Type="http://schemas.openxmlformats.org/officeDocument/2006/relationships/customXml" Target="../ink/ink898.xml"/><Relationship Id="rId34" Type="http://schemas.openxmlformats.org/officeDocument/2006/relationships/image" Target="../media/image788.png"/><Relationship Id="rId55" Type="http://schemas.openxmlformats.org/officeDocument/2006/relationships/image" Target="../media/image798.png"/><Relationship Id="rId76" Type="http://schemas.openxmlformats.org/officeDocument/2006/relationships/customXml" Target="../ink/ink794.xml"/><Relationship Id="rId97" Type="http://schemas.openxmlformats.org/officeDocument/2006/relationships/customXml" Target="../ink/ink805.xml"/><Relationship Id="rId120" Type="http://schemas.openxmlformats.org/officeDocument/2006/relationships/image" Target="../media/image829.png"/><Relationship Id="rId141" Type="http://schemas.openxmlformats.org/officeDocument/2006/relationships/customXml" Target="../ink/ink827.xml"/><Relationship Id="rId7" Type="http://schemas.openxmlformats.org/officeDocument/2006/relationships/customXml" Target="../ink/ink759.xml"/><Relationship Id="rId162" Type="http://schemas.openxmlformats.org/officeDocument/2006/relationships/image" Target="../media/image850.png"/><Relationship Id="rId183" Type="http://schemas.openxmlformats.org/officeDocument/2006/relationships/customXml" Target="../ink/ink848.xml"/><Relationship Id="rId218" Type="http://schemas.openxmlformats.org/officeDocument/2006/relationships/customXml" Target="../ink/ink866.xml"/><Relationship Id="rId239" Type="http://schemas.openxmlformats.org/officeDocument/2006/relationships/image" Target="../media/image888.png"/><Relationship Id="rId250" Type="http://schemas.openxmlformats.org/officeDocument/2006/relationships/customXml" Target="../ink/ink882.xml"/><Relationship Id="rId271" Type="http://schemas.openxmlformats.org/officeDocument/2006/relationships/customXml" Target="../ink/ink893.xml"/><Relationship Id="rId292" Type="http://schemas.openxmlformats.org/officeDocument/2006/relationships/customXml" Target="../ink/ink904.xml"/><Relationship Id="rId24" Type="http://schemas.openxmlformats.org/officeDocument/2006/relationships/image" Target="../media/image783.png"/><Relationship Id="rId45" Type="http://schemas.openxmlformats.org/officeDocument/2006/relationships/customXml" Target="../ink/ink778.xml"/><Relationship Id="rId66" Type="http://schemas.openxmlformats.org/officeDocument/2006/relationships/customXml" Target="../ink/ink789.xml"/><Relationship Id="rId87" Type="http://schemas.openxmlformats.org/officeDocument/2006/relationships/image" Target="../media/image730.png"/><Relationship Id="rId110" Type="http://schemas.openxmlformats.org/officeDocument/2006/relationships/image" Target="../media/image824.png"/><Relationship Id="rId131" Type="http://schemas.openxmlformats.org/officeDocument/2006/relationships/customXml" Target="../ink/ink822.xml"/><Relationship Id="rId152" Type="http://schemas.openxmlformats.org/officeDocument/2006/relationships/image" Target="../media/image845.png"/><Relationship Id="rId173" Type="http://schemas.openxmlformats.org/officeDocument/2006/relationships/customXml" Target="../ink/ink843.xml"/><Relationship Id="rId194" Type="http://schemas.openxmlformats.org/officeDocument/2006/relationships/image" Target="../media/image866.png"/><Relationship Id="rId208" Type="http://schemas.openxmlformats.org/officeDocument/2006/relationships/image" Target="../media/image873.png"/><Relationship Id="rId229" Type="http://schemas.openxmlformats.org/officeDocument/2006/relationships/image" Target="../media/image883.png"/><Relationship Id="rId240" Type="http://schemas.openxmlformats.org/officeDocument/2006/relationships/customXml" Target="../ink/ink877.xml"/><Relationship Id="rId261" Type="http://schemas.openxmlformats.org/officeDocument/2006/relationships/customXml" Target="../ink/ink888.xml"/><Relationship Id="rId14" Type="http://schemas.openxmlformats.org/officeDocument/2006/relationships/image" Target="../media/image779.png"/><Relationship Id="rId35" Type="http://schemas.openxmlformats.org/officeDocument/2006/relationships/customXml" Target="../ink/ink773.xml"/><Relationship Id="rId56" Type="http://schemas.openxmlformats.org/officeDocument/2006/relationships/customXml" Target="../ink/ink784.xml"/><Relationship Id="rId77" Type="http://schemas.openxmlformats.org/officeDocument/2006/relationships/image" Target="../media/image809.png"/><Relationship Id="rId100" Type="http://schemas.openxmlformats.org/officeDocument/2006/relationships/image" Target="../media/image819.png"/><Relationship Id="rId282" Type="http://schemas.openxmlformats.org/officeDocument/2006/relationships/image" Target="../media/image909.png"/><Relationship Id="rId8" Type="http://schemas.openxmlformats.org/officeDocument/2006/relationships/image" Target="../media/image776.png"/><Relationship Id="rId98" Type="http://schemas.openxmlformats.org/officeDocument/2006/relationships/image" Target="../media/image818.png"/><Relationship Id="rId121" Type="http://schemas.openxmlformats.org/officeDocument/2006/relationships/customXml" Target="../ink/ink817.xml"/><Relationship Id="rId142" Type="http://schemas.openxmlformats.org/officeDocument/2006/relationships/image" Target="../media/image840.png"/><Relationship Id="rId163" Type="http://schemas.openxmlformats.org/officeDocument/2006/relationships/customXml" Target="../ink/ink838.xml"/><Relationship Id="rId184" Type="http://schemas.openxmlformats.org/officeDocument/2006/relationships/image" Target="../media/image861.png"/><Relationship Id="rId219" Type="http://schemas.openxmlformats.org/officeDocument/2006/relationships/image" Target="../media/image878.png"/><Relationship Id="rId230" Type="http://schemas.openxmlformats.org/officeDocument/2006/relationships/customXml" Target="../ink/ink872.xml"/><Relationship Id="rId251" Type="http://schemas.openxmlformats.org/officeDocument/2006/relationships/image" Target="../media/image894.png"/><Relationship Id="rId25" Type="http://schemas.openxmlformats.org/officeDocument/2006/relationships/customXml" Target="../ink/ink768.xml"/><Relationship Id="rId46" Type="http://schemas.openxmlformats.org/officeDocument/2006/relationships/customXml" Target="../ink/ink779.xml"/><Relationship Id="rId67" Type="http://schemas.openxmlformats.org/officeDocument/2006/relationships/image" Target="../media/image804.png"/><Relationship Id="rId272" Type="http://schemas.openxmlformats.org/officeDocument/2006/relationships/image" Target="../media/image904.png"/><Relationship Id="rId293" Type="http://schemas.openxmlformats.org/officeDocument/2006/relationships/customXml" Target="../ink/ink905.xml"/><Relationship Id="rId88" Type="http://schemas.openxmlformats.org/officeDocument/2006/relationships/customXml" Target="../ink/ink800.xml"/><Relationship Id="rId111" Type="http://schemas.openxmlformats.org/officeDocument/2006/relationships/customXml" Target="../ink/ink812.xml"/><Relationship Id="rId132" Type="http://schemas.openxmlformats.org/officeDocument/2006/relationships/image" Target="../media/image835.png"/><Relationship Id="rId153" Type="http://schemas.openxmlformats.org/officeDocument/2006/relationships/customXml" Target="../ink/ink833.xml"/><Relationship Id="rId174" Type="http://schemas.openxmlformats.org/officeDocument/2006/relationships/image" Target="../media/image856.png"/><Relationship Id="rId195" Type="http://schemas.openxmlformats.org/officeDocument/2006/relationships/customXml" Target="../ink/ink854.xml"/><Relationship Id="rId209" Type="http://schemas.openxmlformats.org/officeDocument/2006/relationships/customXml" Target="../ink/ink861.xml"/><Relationship Id="rId220" Type="http://schemas.openxmlformats.org/officeDocument/2006/relationships/customXml" Target="../ink/ink867.xml"/><Relationship Id="rId241" Type="http://schemas.openxmlformats.org/officeDocument/2006/relationships/image" Target="../media/image889.png"/><Relationship Id="rId15" Type="http://schemas.openxmlformats.org/officeDocument/2006/relationships/customXml" Target="../ink/ink763.xml"/><Relationship Id="rId36" Type="http://schemas.openxmlformats.org/officeDocument/2006/relationships/image" Target="../media/image789.png"/><Relationship Id="rId57" Type="http://schemas.openxmlformats.org/officeDocument/2006/relationships/image" Target="../media/image799.png"/><Relationship Id="rId262" Type="http://schemas.openxmlformats.org/officeDocument/2006/relationships/image" Target="../media/image899.png"/><Relationship Id="rId283" Type="http://schemas.openxmlformats.org/officeDocument/2006/relationships/customXml" Target="../ink/ink899.xml"/><Relationship Id="rId78" Type="http://schemas.openxmlformats.org/officeDocument/2006/relationships/customXml" Target="../ink/ink795.xml"/><Relationship Id="rId99" Type="http://schemas.openxmlformats.org/officeDocument/2006/relationships/customXml" Target="../ink/ink806.xml"/><Relationship Id="rId101" Type="http://schemas.openxmlformats.org/officeDocument/2006/relationships/customXml" Target="../ink/ink807.xml"/><Relationship Id="rId122" Type="http://schemas.openxmlformats.org/officeDocument/2006/relationships/image" Target="../media/image830.png"/><Relationship Id="rId143" Type="http://schemas.openxmlformats.org/officeDocument/2006/relationships/customXml" Target="../ink/ink828.xml"/><Relationship Id="rId164" Type="http://schemas.openxmlformats.org/officeDocument/2006/relationships/image" Target="../media/image851.png"/><Relationship Id="rId185" Type="http://schemas.openxmlformats.org/officeDocument/2006/relationships/customXml" Target="../ink/ink849.xml"/><Relationship Id="rId9" Type="http://schemas.openxmlformats.org/officeDocument/2006/relationships/customXml" Target="../ink/ink760.xml"/><Relationship Id="rId210" Type="http://schemas.openxmlformats.org/officeDocument/2006/relationships/image" Target="../media/image874.png"/><Relationship Id="rId26" Type="http://schemas.openxmlformats.org/officeDocument/2006/relationships/image" Target="../media/image784.png"/><Relationship Id="rId231" Type="http://schemas.openxmlformats.org/officeDocument/2006/relationships/image" Target="../media/image884.png"/><Relationship Id="rId252" Type="http://schemas.openxmlformats.org/officeDocument/2006/relationships/customXml" Target="../ink/ink883.xml"/><Relationship Id="rId273" Type="http://schemas.openxmlformats.org/officeDocument/2006/relationships/customXml" Target="../ink/ink894.xml"/><Relationship Id="rId294" Type="http://schemas.openxmlformats.org/officeDocument/2006/relationships/image" Target="../media/image914.png"/><Relationship Id="rId47" Type="http://schemas.openxmlformats.org/officeDocument/2006/relationships/image" Target="../media/image794.png"/><Relationship Id="rId68" Type="http://schemas.openxmlformats.org/officeDocument/2006/relationships/customXml" Target="../ink/ink790.xml"/><Relationship Id="rId89" Type="http://schemas.openxmlformats.org/officeDocument/2006/relationships/image" Target="../media/image814.png"/><Relationship Id="rId112" Type="http://schemas.openxmlformats.org/officeDocument/2006/relationships/image" Target="../media/image825.png"/><Relationship Id="rId133" Type="http://schemas.openxmlformats.org/officeDocument/2006/relationships/customXml" Target="../ink/ink823.xml"/><Relationship Id="rId154" Type="http://schemas.openxmlformats.org/officeDocument/2006/relationships/image" Target="../media/image846.png"/><Relationship Id="rId175" Type="http://schemas.openxmlformats.org/officeDocument/2006/relationships/customXml" Target="../ink/ink844.xml"/><Relationship Id="rId196" Type="http://schemas.openxmlformats.org/officeDocument/2006/relationships/image" Target="../media/image867.png"/><Relationship Id="rId200" Type="http://schemas.openxmlformats.org/officeDocument/2006/relationships/image" Target="../media/image869.png"/><Relationship Id="rId16" Type="http://schemas.openxmlformats.org/officeDocument/2006/relationships/image" Target="../media/image109.png"/><Relationship Id="rId221" Type="http://schemas.openxmlformats.org/officeDocument/2006/relationships/image" Target="../media/image879.png"/><Relationship Id="rId242" Type="http://schemas.openxmlformats.org/officeDocument/2006/relationships/customXml" Target="../ink/ink878.xml"/><Relationship Id="rId263" Type="http://schemas.openxmlformats.org/officeDocument/2006/relationships/customXml" Target="../ink/ink889.xml"/><Relationship Id="rId284" Type="http://schemas.openxmlformats.org/officeDocument/2006/relationships/image" Target="../media/image910.png"/><Relationship Id="rId37" Type="http://schemas.openxmlformats.org/officeDocument/2006/relationships/customXml" Target="../ink/ink774.xml"/><Relationship Id="rId58" Type="http://schemas.openxmlformats.org/officeDocument/2006/relationships/customXml" Target="../ink/ink785.xml"/><Relationship Id="rId79" Type="http://schemas.openxmlformats.org/officeDocument/2006/relationships/image" Target="../media/image810.png"/><Relationship Id="rId102" Type="http://schemas.openxmlformats.org/officeDocument/2006/relationships/image" Target="../media/image820.png"/><Relationship Id="rId123" Type="http://schemas.openxmlformats.org/officeDocument/2006/relationships/customXml" Target="../ink/ink818.xml"/><Relationship Id="rId144" Type="http://schemas.openxmlformats.org/officeDocument/2006/relationships/image" Target="../media/image841.png"/><Relationship Id="rId90" Type="http://schemas.openxmlformats.org/officeDocument/2006/relationships/customXml" Target="../ink/ink801.xml"/><Relationship Id="rId165" Type="http://schemas.openxmlformats.org/officeDocument/2006/relationships/customXml" Target="../ink/ink839.xml"/><Relationship Id="rId186" Type="http://schemas.openxmlformats.org/officeDocument/2006/relationships/image" Target="../media/image862.png"/><Relationship Id="rId211" Type="http://schemas.openxmlformats.org/officeDocument/2006/relationships/customXml" Target="../ink/ink862.xml"/><Relationship Id="rId232" Type="http://schemas.openxmlformats.org/officeDocument/2006/relationships/customXml" Target="../ink/ink873.xml"/><Relationship Id="rId253" Type="http://schemas.openxmlformats.org/officeDocument/2006/relationships/customXml" Target="../ink/ink884.xml"/><Relationship Id="rId274" Type="http://schemas.openxmlformats.org/officeDocument/2006/relationships/image" Target="../media/image905.png"/><Relationship Id="rId295" Type="http://schemas.openxmlformats.org/officeDocument/2006/relationships/customXml" Target="../ink/ink906.xml"/><Relationship Id="rId27" Type="http://schemas.openxmlformats.org/officeDocument/2006/relationships/customXml" Target="../ink/ink769.xml"/><Relationship Id="rId48" Type="http://schemas.openxmlformats.org/officeDocument/2006/relationships/customXml" Target="../ink/ink780.xml"/><Relationship Id="rId69" Type="http://schemas.openxmlformats.org/officeDocument/2006/relationships/image" Target="../media/image805.png"/><Relationship Id="rId113" Type="http://schemas.openxmlformats.org/officeDocument/2006/relationships/customXml" Target="../ink/ink813.xml"/><Relationship Id="rId134" Type="http://schemas.openxmlformats.org/officeDocument/2006/relationships/image" Target="../media/image836.png"/><Relationship Id="rId80" Type="http://schemas.openxmlformats.org/officeDocument/2006/relationships/customXml" Target="../ink/ink796.xml"/><Relationship Id="rId155" Type="http://schemas.openxmlformats.org/officeDocument/2006/relationships/customXml" Target="../ink/ink834.xml"/><Relationship Id="rId176" Type="http://schemas.openxmlformats.org/officeDocument/2006/relationships/image" Target="../media/image857.png"/><Relationship Id="rId197" Type="http://schemas.openxmlformats.org/officeDocument/2006/relationships/customXml" Target="../ink/ink855.xml"/><Relationship Id="rId201" Type="http://schemas.openxmlformats.org/officeDocument/2006/relationships/customXml" Target="../ink/ink857.xml"/><Relationship Id="rId222" Type="http://schemas.openxmlformats.org/officeDocument/2006/relationships/customXml" Target="../ink/ink868.xml"/><Relationship Id="rId243" Type="http://schemas.openxmlformats.org/officeDocument/2006/relationships/image" Target="../media/image890.png"/><Relationship Id="rId264" Type="http://schemas.openxmlformats.org/officeDocument/2006/relationships/image" Target="../media/image900.png"/><Relationship Id="rId285" Type="http://schemas.openxmlformats.org/officeDocument/2006/relationships/customXml" Target="../ink/ink900.xml"/><Relationship Id="rId17" Type="http://schemas.openxmlformats.org/officeDocument/2006/relationships/customXml" Target="../ink/ink764.xml"/><Relationship Id="rId38" Type="http://schemas.openxmlformats.org/officeDocument/2006/relationships/image" Target="../media/image790.png"/><Relationship Id="rId59" Type="http://schemas.openxmlformats.org/officeDocument/2006/relationships/image" Target="../media/image800.png"/><Relationship Id="rId103" Type="http://schemas.openxmlformats.org/officeDocument/2006/relationships/customXml" Target="../ink/ink808.xml"/><Relationship Id="rId124" Type="http://schemas.openxmlformats.org/officeDocument/2006/relationships/image" Target="../media/image831.png"/><Relationship Id="rId70" Type="http://schemas.openxmlformats.org/officeDocument/2006/relationships/customXml" Target="../ink/ink791.xml"/><Relationship Id="rId91" Type="http://schemas.openxmlformats.org/officeDocument/2006/relationships/customXml" Target="../ink/ink802.xml"/><Relationship Id="rId145" Type="http://schemas.openxmlformats.org/officeDocument/2006/relationships/customXml" Target="../ink/ink829.xml"/><Relationship Id="rId166" Type="http://schemas.openxmlformats.org/officeDocument/2006/relationships/image" Target="../media/image852.png"/><Relationship Id="rId187" Type="http://schemas.openxmlformats.org/officeDocument/2006/relationships/customXml" Target="../ink/ink850.xml"/><Relationship Id="rId1" Type="http://schemas.openxmlformats.org/officeDocument/2006/relationships/slideLayout" Target="../slideLayouts/slideLayout2.xml"/><Relationship Id="rId212" Type="http://schemas.openxmlformats.org/officeDocument/2006/relationships/image" Target="../media/image875.png"/><Relationship Id="rId233" Type="http://schemas.openxmlformats.org/officeDocument/2006/relationships/image" Target="../media/image885.png"/><Relationship Id="rId254" Type="http://schemas.openxmlformats.org/officeDocument/2006/relationships/image" Target="../media/image895.png"/><Relationship Id="rId28" Type="http://schemas.openxmlformats.org/officeDocument/2006/relationships/image" Target="../media/image785.png"/><Relationship Id="rId49" Type="http://schemas.openxmlformats.org/officeDocument/2006/relationships/image" Target="../media/image795.png"/><Relationship Id="rId114" Type="http://schemas.openxmlformats.org/officeDocument/2006/relationships/image" Target="../media/image826.png"/><Relationship Id="rId275" Type="http://schemas.openxmlformats.org/officeDocument/2006/relationships/customXml" Target="../ink/ink895.xml"/><Relationship Id="rId296" Type="http://schemas.openxmlformats.org/officeDocument/2006/relationships/image" Target="../media/image110.png"/><Relationship Id="rId300" Type="http://schemas.openxmlformats.org/officeDocument/2006/relationships/image" Target="../media/image916.png"/><Relationship Id="rId60" Type="http://schemas.openxmlformats.org/officeDocument/2006/relationships/customXml" Target="../ink/ink786.xml"/><Relationship Id="rId81" Type="http://schemas.openxmlformats.org/officeDocument/2006/relationships/image" Target="../media/image811.png"/><Relationship Id="rId135" Type="http://schemas.openxmlformats.org/officeDocument/2006/relationships/customXml" Target="../ink/ink824.xml"/><Relationship Id="rId156" Type="http://schemas.openxmlformats.org/officeDocument/2006/relationships/image" Target="../media/image847.png"/><Relationship Id="rId177" Type="http://schemas.openxmlformats.org/officeDocument/2006/relationships/customXml" Target="../ink/ink845.xml"/><Relationship Id="rId198" Type="http://schemas.openxmlformats.org/officeDocument/2006/relationships/image" Target="../media/image868.png"/><Relationship Id="rId202" Type="http://schemas.openxmlformats.org/officeDocument/2006/relationships/image" Target="../media/image870.png"/><Relationship Id="rId223" Type="http://schemas.openxmlformats.org/officeDocument/2006/relationships/image" Target="../media/image880.png"/><Relationship Id="rId244" Type="http://schemas.openxmlformats.org/officeDocument/2006/relationships/customXml" Target="../ink/ink879.xml"/><Relationship Id="rId18" Type="http://schemas.openxmlformats.org/officeDocument/2006/relationships/image" Target="../media/image780.png"/><Relationship Id="rId39" Type="http://schemas.openxmlformats.org/officeDocument/2006/relationships/customXml" Target="../ink/ink775.xml"/><Relationship Id="rId265" Type="http://schemas.openxmlformats.org/officeDocument/2006/relationships/customXml" Target="../ink/ink890.xml"/><Relationship Id="rId286" Type="http://schemas.openxmlformats.org/officeDocument/2006/relationships/image" Target="../media/image911.png"/><Relationship Id="rId50" Type="http://schemas.openxmlformats.org/officeDocument/2006/relationships/customXml" Target="../ink/ink781.xml"/><Relationship Id="rId104" Type="http://schemas.openxmlformats.org/officeDocument/2006/relationships/image" Target="../media/image821.png"/><Relationship Id="rId125" Type="http://schemas.openxmlformats.org/officeDocument/2006/relationships/customXml" Target="../ink/ink819.xml"/><Relationship Id="rId146" Type="http://schemas.openxmlformats.org/officeDocument/2006/relationships/image" Target="../media/image842.png"/><Relationship Id="rId167" Type="http://schemas.openxmlformats.org/officeDocument/2006/relationships/customXml" Target="../ink/ink840.xml"/><Relationship Id="rId188" Type="http://schemas.openxmlformats.org/officeDocument/2006/relationships/image" Target="../media/image863.png"/><Relationship Id="rId71" Type="http://schemas.openxmlformats.org/officeDocument/2006/relationships/image" Target="../media/image806.png"/><Relationship Id="rId92" Type="http://schemas.openxmlformats.org/officeDocument/2006/relationships/image" Target="../media/image815.png"/><Relationship Id="rId213" Type="http://schemas.openxmlformats.org/officeDocument/2006/relationships/customXml" Target="../ink/ink863.xml"/><Relationship Id="rId234" Type="http://schemas.openxmlformats.org/officeDocument/2006/relationships/customXml" Target="../ink/ink874.xml"/><Relationship Id="rId2" Type="http://schemas.openxmlformats.org/officeDocument/2006/relationships/image" Target="../media/image773.png"/><Relationship Id="rId29" Type="http://schemas.openxmlformats.org/officeDocument/2006/relationships/customXml" Target="../ink/ink770.xml"/><Relationship Id="rId255" Type="http://schemas.openxmlformats.org/officeDocument/2006/relationships/customXml" Target="../ink/ink885.xml"/><Relationship Id="rId276" Type="http://schemas.openxmlformats.org/officeDocument/2006/relationships/image" Target="../media/image906.png"/><Relationship Id="rId297" Type="http://schemas.openxmlformats.org/officeDocument/2006/relationships/customXml" Target="../ink/ink907.xml"/><Relationship Id="rId40" Type="http://schemas.openxmlformats.org/officeDocument/2006/relationships/image" Target="../media/image791.png"/><Relationship Id="rId115" Type="http://schemas.openxmlformats.org/officeDocument/2006/relationships/customXml" Target="../ink/ink814.xml"/><Relationship Id="rId136" Type="http://schemas.openxmlformats.org/officeDocument/2006/relationships/image" Target="../media/image837.png"/><Relationship Id="rId157" Type="http://schemas.openxmlformats.org/officeDocument/2006/relationships/customXml" Target="../ink/ink835.xml"/><Relationship Id="rId178" Type="http://schemas.openxmlformats.org/officeDocument/2006/relationships/image" Target="../media/image858.png"/><Relationship Id="rId61" Type="http://schemas.openxmlformats.org/officeDocument/2006/relationships/image" Target="../media/image801.png"/><Relationship Id="rId82" Type="http://schemas.openxmlformats.org/officeDocument/2006/relationships/customXml" Target="../ink/ink797.xml"/><Relationship Id="rId199" Type="http://schemas.openxmlformats.org/officeDocument/2006/relationships/customXml" Target="../ink/ink856.xml"/><Relationship Id="rId203" Type="http://schemas.openxmlformats.org/officeDocument/2006/relationships/customXml" Target="../ink/ink858.xml"/><Relationship Id="rId19" Type="http://schemas.openxmlformats.org/officeDocument/2006/relationships/customXml" Target="../ink/ink765.xml"/><Relationship Id="rId224" Type="http://schemas.openxmlformats.org/officeDocument/2006/relationships/customXml" Target="../ink/ink869.xml"/><Relationship Id="rId245" Type="http://schemas.openxmlformats.org/officeDocument/2006/relationships/image" Target="../media/image891.png"/><Relationship Id="rId266" Type="http://schemas.openxmlformats.org/officeDocument/2006/relationships/image" Target="../media/image901.png"/><Relationship Id="rId287" Type="http://schemas.openxmlformats.org/officeDocument/2006/relationships/customXml" Target="../ink/ink901.xml"/><Relationship Id="rId30" Type="http://schemas.openxmlformats.org/officeDocument/2006/relationships/image" Target="../media/image786.png"/><Relationship Id="rId105" Type="http://schemas.openxmlformats.org/officeDocument/2006/relationships/customXml" Target="../ink/ink809.xml"/><Relationship Id="rId126" Type="http://schemas.openxmlformats.org/officeDocument/2006/relationships/image" Target="../media/image832.png"/><Relationship Id="rId147" Type="http://schemas.openxmlformats.org/officeDocument/2006/relationships/customXml" Target="../ink/ink830.xml"/><Relationship Id="rId168" Type="http://schemas.openxmlformats.org/officeDocument/2006/relationships/image" Target="../media/image853.png"/><Relationship Id="rId51" Type="http://schemas.openxmlformats.org/officeDocument/2006/relationships/image" Target="../media/image796.png"/><Relationship Id="rId72" Type="http://schemas.openxmlformats.org/officeDocument/2006/relationships/customXml" Target="../ink/ink792.xml"/><Relationship Id="rId93" Type="http://schemas.openxmlformats.org/officeDocument/2006/relationships/customXml" Target="../ink/ink803.xml"/><Relationship Id="rId189" Type="http://schemas.openxmlformats.org/officeDocument/2006/relationships/customXml" Target="../ink/ink851.xml"/><Relationship Id="rId3" Type="http://schemas.openxmlformats.org/officeDocument/2006/relationships/customXml" Target="../ink/ink757.xml"/><Relationship Id="rId214" Type="http://schemas.openxmlformats.org/officeDocument/2006/relationships/image" Target="../media/image876.png"/><Relationship Id="rId235" Type="http://schemas.openxmlformats.org/officeDocument/2006/relationships/image" Target="../media/image886.png"/><Relationship Id="rId256" Type="http://schemas.openxmlformats.org/officeDocument/2006/relationships/image" Target="../media/image896.png"/><Relationship Id="rId277" Type="http://schemas.openxmlformats.org/officeDocument/2006/relationships/customXml" Target="../ink/ink896.xml"/><Relationship Id="rId298" Type="http://schemas.openxmlformats.org/officeDocument/2006/relationships/image" Target="../media/image915.png"/><Relationship Id="rId116" Type="http://schemas.openxmlformats.org/officeDocument/2006/relationships/image" Target="../media/image827.png"/><Relationship Id="rId137" Type="http://schemas.openxmlformats.org/officeDocument/2006/relationships/customXml" Target="../ink/ink825.xml"/><Relationship Id="rId158" Type="http://schemas.openxmlformats.org/officeDocument/2006/relationships/image" Target="../media/image848.png"/><Relationship Id="rId20" Type="http://schemas.openxmlformats.org/officeDocument/2006/relationships/image" Target="../media/image781.png"/><Relationship Id="rId41" Type="http://schemas.openxmlformats.org/officeDocument/2006/relationships/customXml" Target="../ink/ink776.xml"/><Relationship Id="rId62" Type="http://schemas.openxmlformats.org/officeDocument/2006/relationships/customXml" Target="../ink/ink787.xml"/><Relationship Id="rId83" Type="http://schemas.openxmlformats.org/officeDocument/2006/relationships/image" Target="../media/image812.png"/><Relationship Id="rId179" Type="http://schemas.openxmlformats.org/officeDocument/2006/relationships/customXml" Target="../ink/ink846.xml"/><Relationship Id="rId190" Type="http://schemas.openxmlformats.org/officeDocument/2006/relationships/image" Target="../media/image864.png"/><Relationship Id="rId204" Type="http://schemas.openxmlformats.org/officeDocument/2006/relationships/image" Target="../media/image871.png"/><Relationship Id="rId225" Type="http://schemas.openxmlformats.org/officeDocument/2006/relationships/image" Target="../media/image881.png"/><Relationship Id="rId246" Type="http://schemas.openxmlformats.org/officeDocument/2006/relationships/customXml" Target="../ink/ink880.xml"/><Relationship Id="rId267" Type="http://schemas.openxmlformats.org/officeDocument/2006/relationships/customXml" Target="../ink/ink891.xml"/><Relationship Id="rId288" Type="http://schemas.openxmlformats.org/officeDocument/2006/relationships/customXml" Target="../ink/ink902.xml"/><Relationship Id="rId106" Type="http://schemas.openxmlformats.org/officeDocument/2006/relationships/image" Target="../media/image822.png"/><Relationship Id="rId127" Type="http://schemas.openxmlformats.org/officeDocument/2006/relationships/customXml" Target="../ink/ink820.xml"/><Relationship Id="rId10" Type="http://schemas.openxmlformats.org/officeDocument/2006/relationships/image" Target="../media/image777.png"/><Relationship Id="rId31" Type="http://schemas.openxmlformats.org/officeDocument/2006/relationships/customXml" Target="../ink/ink771.xml"/><Relationship Id="rId52" Type="http://schemas.openxmlformats.org/officeDocument/2006/relationships/customXml" Target="../ink/ink782.xml"/><Relationship Id="rId73" Type="http://schemas.openxmlformats.org/officeDocument/2006/relationships/image" Target="../media/image807.png"/><Relationship Id="rId94" Type="http://schemas.openxmlformats.org/officeDocument/2006/relationships/image" Target="../media/image816.png"/><Relationship Id="rId148" Type="http://schemas.openxmlformats.org/officeDocument/2006/relationships/image" Target="../media/image843.png"/><Relationship Id="rId169" Type="http://schemas.openxmlformats.org/officeDocument/2006/relationships/customXml" Target="../ink/ink841.xml"/><Relationship Id="rId4" Type="http://schemas.openxmlformats.org/officeDocument/2006/relationships/image" Target="../media/image774.png"/><Relationship Id="rId180" Type="http://schemas.openxmlformats.org/officeDocument/2006/relationships/image" Target="../media/image859.png"/><Relationship Id="rId215" Type="http://schemas.openxmlformats.org/officeDocument/2006/relationships/customXml" Target="../ink/ink864.xml"/><Relationship Id="rId236" Type="http://schemas.openxmlformats.org/officeDocument/2006/relationships/customXml" Target="../ink/ink875.xml"/><Relationship Id="rId257" Type="http://schemas.openxmlformats.org/officeDocument/2006/relationships/customXml" Target="../ink/ink886.xml"/><Relationship Id="rId278" Type="http://schemas.openxmlformats.org/officeDocument/2006/relationships/image" Target="../media/image907.png"/><Relationship Id="rId42" Type="http://schemas.openxmlformats.org/officeDocument/2006/relationships/image" Target="../media/image792.png"/><Relationship Id="rId84" Type="http://schemas.openxmlformats.org/officeDocument/2006/relationships/customXml" Target="../ink/ink798.xml"/><Relationship Id="rId138" Type="http://schemas.openxmlformats.org/officeDocument/2006/relationships/image" Target="../media/image838.png"/><Relationship Id="rId191" Type="http://schemas.openxmlformats.org/officeDocument/2006/relationships/customXml" Target="../ink/ink852.xml"/><Relationship Id="rId205" Type="http://schemas.openxmlformats.org/officeDocument/2006/relationships/customXml" Target="../ink/ink859.xml"/><Relationship Id="rId247" Type="http://schemas.openxmlformats.org/officeDocument/2006/relationships/image" Target="../media/image892.png"/><Relationship Id="rId107" Type="http://schemas.openxmlformats.org/officeDocument/2006/relationships/customXml" Target="../ink/ink810.xml"/><Relationship Id="rId289" Type="http://schemas.openxmlformats.org/officeDocument/2006/relationships/image" Target="../media/image912.png"/><Relationship Id="rId11" Type="http://schemas.openxmlformats.org/officeDocument/2006/relationships/customXml" Target="../ink/ink761.xml"/><Relationship Id="rId53" Type="http://schemas.openxmlformats.org/officeDocument/2006/relationships/image" Target="../media/image797.png"/><Relationship Id="rId149" Type="http://schemas.openxmlformats.org/officeDocument/2006/relationships/customXml" Target="../ink/ink831.xml"/><Relationship Id="rId95" Type="http://schemas.openxmlformats.org/officeDocument/2006/relationships/customXml" Target="../ink/ink804.xml"/><Relationship Id="rId160" Type="http://schemas.openxmlformats.org/officeDocument/2006/relationships/image" Target="../media/image849.png"/><Relationship Id="rId216" Type="http://schemas.openxmlformats.org/officeDocument/2006/relationships/image" Target="../media/image877.png"/><Relationship Id="rId258" Type="http://schemas.openxmlformats.org/officeDocument/2006/relationships/image" Target="../media/image897.png"/><Relationship Id="rId22" Type="http://schemas.openxmlformats.org/officeDocument/2006/relationships/image" Target="../media/image782.png"/><Relationship Id="rId64" Type="http://schemas.openxmlformats.org/officeDocument/2006/relationships/customXml" Target="../ink/ink788.xml"/><Relationship Id="rId118" Type="http://schemas.openxmlformats.org/officeDocument/2006/relationships/image" Target="../media/image828.png"/><Relationship Id="rId171" Type="http://schemas.openxmlformats.org/officeDocument/2006/relationships/customXml" Target="../ink/ink842.xml"/><Relationship Id="rId227" Type="http://schemas.openxmlformats.org/officeDocument/2006/relationships/image" Target="../media/image882.png"/><Relationship Id="rId269" Type="http://schemas.openxmlformats.org/officeDocument/2006/relationships/customXml" Target="../ink/ink892.xml"/><Relationship Id="rId33" Type="http://schemas.openxmlformats.org/officeDocument/2006/relationships/customXml" Target="../ink/ink772.xml"/><Relationship Id="rId129" Type="http://schemas.openxmlformats.org/officeDocument/2006/relationships/customXml" Target="../ink/ink821.xml"/><Relationship Id="rId280" Type="http://schemas.openxmlformats.org/officeDocument/2006/relationships/image" Target="../media/image908.png"/></Relationships>
</file>

<file path=ppt/slides/_rels/slide30.xml.rels><?xml version="1.0" encoding="UTF-8" standalone="yes"?>
<Relationships xmlns="http://schemas.openxmlformats.org/package/2006/relationships"><Relationship Id="rId117" Type="http://schemas.openxmlformats.org/officeDocument/2006/relationships/image" Target="../media/image972.png"/><Relationship Id="rId21" Type="http://schemas.openxmlformats.org/officeDocument/2006/relationships/image" Target="../media/image926.png"/><Relationship Id="rId42" Type="http://schemas.openxmlformats.org/officeDocument/2006/relationships/customXml" Target="../ink/ink928.xml"/><Relationship Id="rId63" Type="http://schemas.openxmlformats.org/officeDocument/2006/relationships/image" Target="../media/image946.png"/><Relationship Id="rId84" Type="http://schemas.openxmlformats.org/officeDocument/2006/relationships/customXml" Target="../ink/ink949.xml"/><Relationship Id="rId138" Type="http://schemas.openxmlformats.org/officeDocument/2006/relationships/customXml" Target="../ink/ink976.xml"/><Relationship Id="rId16" Type="http://schemas.openxmlformats.org/officeDocument/2006/relationships/customXml" Target="../ink/ink915.xml"/><Relationship Id="rId107" Type="http://schemas.openxmlformats.org/officeDocument/2006/relationships/image" Target="../media/image967.png"/><Relationship Id="rId11" Type="http://schemas.openxmlformats.org/officeDocument/2006/relationships/image" Target="../media/image921.png"/><Relationship Id="rId32" Type="http://schemas.openxmlformats.org/officeDocument/2006/relationships/customXml" Target="../ink/ink923.xml"/><Relationship Id="rId37" Type="http://schemas.openxmlformats.org/officeDocument/2006/relationships/image" Target="../media/image934.png"/><Relationship Id="rId53" Type="http://schemas.openxmlformats.org/officeDocument/2006/relationships/image" Target="../media/image586.png"/><Relationship Id="rId58" Type="http://schemas.openxmlformats.org/officeDocument/2006/relationships/customXml" Target="../ink/ink936.xml"/><Relationship Id="rId74" Type="http://schemas.openxmlformats.org/officeDocument/2006/relationships/customXml" Target="../ink/ink944.xml"/><Relationship Id="rId79" Type="http://schemas.openxmlformats.org/officeDocument/2006/relationships/image" Target="../media/image953.png"/><Relationship Id="rId102" Type="http://schemas.openxmlformats.org/officeDocument/2006/relationships/customXml" Target="../ink/ink958.xml"/><Relationship Id="rId123" Type="http://schemas.openxmlformats.org/officeDocument/2006/relationships/image" Target="../media/image975.png"/><Relationship Id="rId128" Type="http://schemas.openxmlformats.org/officeDocument/2006/relationships/customXml" Target="../ink/ink971.xml"/><Relationship Id="rId5" Type="http://schemas.openxmlformats.org/officeDocument/2006/relationships/image" Target="../media/image918.png"/><Relationship Id="rId90" Type="http://schemas.openxmlformats.org/officeDocument/2006/relationships/customXml" Target="../ink/ink952.xml"/><Relationship Id="rId95" Type="http://schemas.openxmlformats.org/officeDocument/2006/relationships/image" Target="../media/image961.png"/><Relationship Id="rId22" Type="http://schemas.openxmlformats.org/officeDocument/2006/relationships/customXml" Target="../ink/ink918.xml"/><Relationship Id="rId27" Type="http://schemas.openxmlformats.org/officeDocument/2006/relationships/image" Target="../media/image929.png"/><Relationship Id="rId43" Type="http://schemas.openxmlformats.org/officeDocument/2006/relationships/image" Target="../media/image937.png"/><Relationship Id="rId48" Type="http://schemas.openxmlformats.org/officeDocument/2006/relationships/customXml" Target="../ink/ink931.xml"/><Relationship Id="rId64" Type="http://schemas.openxmlformats.org/officeDocument/2006/relationships/customXml" Target="../ink/ink939.xml"/><Relationship Id="rId69" Type="http://schemas.openxmlformats.org/officeDocument/2006/relationships/image" Target="../media/image948.png"/><Relationship Id="rId113" Type="http://schemas.openxmlformats.org/officeDocument/2006/relationships/image" Target="../media/image970.png"/><Relationship Id="rId118" Type="http://schemas.openxmlformats.org/officeDocument/2006/relationships/customXml" Target="../ink/ink966.xml"/><Relationship Id="rId134" Type="http://schemas.openxmlformats.org/officeDocument/2006/relationships/customXml" Target="../ink/ink974.xml"/><Relationship Id="rId139" Type="http://schemas.openxmlformats.org/officeDocument/2006/relationships/image" Target="../media/image983.png"/><Relationship Id="rId80" Type="http://schemas.openxmlformats.org/officeDocument/2006/relationships/customXml" Target="../ink/ink947.xml"/><Relationship Id="rId85" Type="http://schemas.openxmlformats.org/officeDocument/2006/relationships/image" Target="../media/image956.png"/><Relationship Id="rId12" Type="http://schemas.openxmlformats.org/officeDocument/2006/relationships/customXml" Target="../ink/ink913.xml"/><Relationship Id="rId17" Type="http://schemas.openxmlformats.org/officeDocument/2006/relationships/image" Target="../media/image924.png"/><Relationship Id="rId33" Type="http://schemas.openxmlformats.org/officeDocument/2006/relationships/image" Target="../media/image932.png"/><Relationship Id="rId38" Type="http://schemas.openxmlformats.org/officeDocument/2006/relationships/customXml" Target="../ink/ink926.xml"/><Relationship Id="rId59" Type="http://schemas.openxmlformats.org/officeDocument/2006/relationships/image" Target="../media/image944.png"/><Relationship Id="rId103" Type="http://schemas.openxmlformats.org/officeDocument/2006/relationships/image" Target="../media/image965.png"/><Relationship Id="rId108" Type="http://schemas.openxmlformats.org/officeDocument/2006/relationships/customXml" Target="../ink/ink961.xml"/><Relationship Id="rId124" Type="http://schemas.openxmlformats.org/officeDocument/2006/relationships/customXml" Target="../ink/ink969.xml"/><Relationship Id="rId129" Type="http://schemas.openxmlformats.org/officeDocument/2006/relationships/image" Target="../media/image978.png"/><Relationship Id="rId54" Type="http://schemas.openxmlformats.org/officeDocument/2006/relationships/customXml" Target="../ink/ink934.xml"/><Relationship Id="rId70" Type="http://schemas.openxmlformats.org/officeDocument/2006/relationships/customXml" Target="../ink/ink942.xml"/><Relationship Id="rId75" Type="http://schemas.openxmlformats.org/officeDocument/2006/relationships/image" Target="../media/image951.png"/><Relationship Id="rId91" Type="http://schemas.openxmlformats.org/officeDocument/2006/relationships/image" Target="../media/image959.png"/><Relationship Id="rId96" Type="http://schemas.openxmlformats.org/officeDocument/2006/relationships/customXml" Target="../ink/ink955.xml"/><Relationship Id="rId1" Type="http://schemas.openxmlformats.org/officeDocument/2006/relationships/slideLayout" Target="../slideLayouts/slideLayout1.xml"/><Relationship Id="rId6" Type="http://schemas.openxmlformats.org/officeDocument/2006/relationships/customXml" Target="../ink/ink910.xml"/><Relationship Id="rId23" Type="http://schemas.openxmlformats.org/officeDocument/2006/relationships/image" Target="../media/image927.png"/><Relationship Id="rId28" Type="http://schemas.openxmlformats.org/officeDocument/2006/relationships/customXml" Target="../ink/ink921.xml"/><Relationship Id="rId49" Type="http://schemas.openxmlformats.org/officeDocument/2006/relationships/image" Target="../media/image940.png"/><Relationship Id="rId114" Type="http://schemas.openxmlformats.org/officeDocument/2006/relationships/customXml" Target="../ink/ink964.xml"/><Relationship Id="rId119" Type="http://schemas.openxmlformats.org/officeDocument/2006/relationships/image" Target="../media/image973.png"/><Relationship Id="rId44" Type="http://schemas.openxmlformats.org/officeDocument/2006/relationships/customXml" Target="../ink/ink929.xml"/><Relationship Id="rId60" Type="http://schemas.openxmlformats.org/officeDocument/2006/relationships/customXml" Target="../ink/ink937.xml"/><Relationship Id="rId65" Type="http://schemas.openxmlformats.org/officeDocument/2006/relationships/image" Target="../media/image109.png"/><Relationship Id="rId81" Type="http://schemas.openxmlformats.org/officeDocument/2006/relationships/image" Target="../media/image954.png"/><Relationship Id="rId86" Type="http://schemas.openxmlformats.org/officeDocument/2006/relationships/customXml" Target="../ink/ink950.xml"/><Relationship Id="rId130" Type="http://schemas.openxmlformats.org/officeDocument/2006/relationships/customXml" Target="../ink/ink972.xml"/><Relationship Id="rId135" Type="http://schemas.openxmlformats.org/officeDocument/2006/relationships/image" Target="../media/image981.png"/><Relationship Id="rId13" Type="http://schemas.openxmlformats.org/officeDocument/2006/relationships/image" Target="../media/image922.png"/><Relationship Id="rId18" Type="http://schemas.openxmlformats.org/officeDocument/2006/relationships/customXml" Target="../ink/ink916.xml"/><Relationship Id="rId39" Type="http://schemas.openxmlformats.org/officeDocument/2006/relationships/image" Target="../media/image935.png"/><Relationship Id="rId109" Type="http://schemas.openxmlformats.org/officeDocument/2006/relationships/image" Target="../media/image968.png"/><Relationship Id="rId34" Type="http://schemas.openxmlformats.org/officeDocument/2006/relationships/customXml" Target="../ink/ink924.xml"/><Relationship Id="rId50" Type="http://schemas.openxmlformats.org/officeDocument/2006/relationships/customXml" Target="../ink/ink932.xml"/><Relationship Id="rId55" Type="http://schemas.openxmlformats.org/officeDocument/2006/relationships/image" Target="../media/image942.png"/><Relationship Id="rId76" Type="http://schemas.openxmlformats.org/officeDocument/2006/relationships/customXml" Target="../ink/ink945.xml"/><Relationship Id="rId97" Type="http://schemas.openxmlformats.org/officeDocument/2006/relationships/image" Target="../media/image962.png"/><Relationship Id="rId104" Type="http://schemas.openxmlformats.org/officeDocument/2006/relationships/customXml" Target="../ink/ink959.xml"/><Relationship Id="rId120" Type="http://schemas.openxmlformats.org/officeDocument/2006/relationships/customXml" Target="../ink/ink967.xml"/><Relationship Id="rId125" Type="http://schemas.openxmlformats.org/officeDocument/2006/relationships/image" Target="../media/image976.png"/><Relationship Id="rId7" Type="http://schemas.openxmlformats.org/officeDocument/2006/relationships/image" Target="../media/image919.png"/><Relationship Id="rId71" Type="http://schemas.openxmlformats.org/officeDocument/2006/relationships/image" Target="../media/image949.png"/><Relationship Id="rId92" Type="http://schemas.openxmlformats.org/officeDocument/2006/relationships/customXml" Target="../ink/ink953.xml"/><Relationship Id="rId2" Type="http://schemas.openxmlformats.org/officeDocument/2006/relationships/notesSlide" Target="../notesSlides/notesSlide21.xml"/><Relationship Id="rId29" Type="http://schemas.openxmlformats.org/officeDocument/2006/relationships/image" Target="../media/image930.png"/><Relationship Id="rId24" Type="http://schemas.openxmlformats.org/officeDocument/2006/relationships/customXml" Target="../ink/ink919.xml"/><Relationship Id="rId40" Type="http://schemas.openxmlformats.org/officeDocument/2006/relationships/customXml" Target="../ink/ink927.xml"/><Relationship Id="rId45" Type="http://schemas.openxmlformats.org/officeDocument/2006/relationships/image" Target="../media/image938.png"/><Relationship Id="rId66" Type="http://schemas.openxmlformats.org/officeDocument/2006/relationships/customXml" Target="../ink/ink940.xml"/><Relationship Id="rId87" Type="http://schemas.openxmlformats.org/officeDocument/2006/relationships/image" Target="../media/image957.png"/><Relationship Id="rId110" Type="http://schemas.openxmlformats.org/officeDocument/2006/relationships/customXml" Target="../ink/ink962.xml"/><Relationship Id="rId115" Type="http://schemas.openxmlformats.org/officeDocument/2006/relationships/image" Target="../media/image971.png"/><Relationship Id="rId131" Type="http://schemas.openxmlformats.org/officeDocument/2006/relationships/image" Target="../media/image979.png"/><Relationship Id="rId136" Type="http://schemas.openxmlformats.org/officeDocument/2006/relationships/customXml" Target="../ink/ink975.xml"/><Relationship Id="rId61" Type="http://schemas.openxmlformats.org/officeDocument/2006/relationships/image" Target="../media/image945.png"/><Relationship Id="rId82" Type="http://schemas.openxmlformats.org/officeDocument/2006/relationships/customXml" Target="../ink/ink948.xml"/><Relationship Id="rId19" Type="http://schemas.openxmlformats.org/officeDocument/2006/relationships/image" Target="../media/image925.png"/><Relationship Id="rId14" Type="http://schemas.openxmlformats.org/officeDocument/2006/relationships/customXml" Target="../ink/ink914.xml"/><Relationship Id="rId30" Type="http://schemas.openxmlformats.org/officeDocument/2006/relationships/customXml" Target="../ink/ink922.xml"/><Relationship Id="rId35" Type="http://schemas.openxmlformats.org/officeDocument/2006/relationships/image" Target="../media/image933.png"/><Relationship Id="rId56" Type="http://schemas.openxmlformats.org/officeDocument/2006/relationships/customXml" Target="../ink/ink935.xml"/><Relationship Id="rId77" Type="http://schemas.openxmlformats.org/officeDocument/2006/relationships/image" Target="../media/image952.png"/><Relationship Id="rId100" Type="http://schemas.openxmlformats.org/officeDocument/2006/relationships/customXml" Target="../ink/ink957.xml"/><Relationship Id="rId105" Type="http://schemas.openxmlformats.org/officeDocument/2006/relationships/image" Target="../media/image966.png"/><Relationship Id="rId126" Type="http://schemas.openxmlformats.org/officeDocument/2006/relationships/customXml" Target="../ink/ink970.xml"/><Relationship Id="rId8" Type="http://schemas.openxmlformats.org/officeDocument/2006/relationships/customXml" Target="../ink/ink911.xml"/><Relationship Id="rId51" Type="http://schemas.openxmlformats.org/officeDocument/2006/relationships/image" Target="../media/image941.png"/><Relationship Id="rId72" Type="http://schemas.openxmlformats.org/officeDocument/2006/relationships/customXml" Target="../ink/ink943.xml"/><Relationship Id="rId93" Type="http://schemas.openxmlformats.org/officeDocument/2006/relationships/image" Target="../media/image960.png"/><Relationship Id="rId98" Type="http://schemas.openxmlformats.org/officeDocument/2006/relationships/customXml" Target="../ink/ink956.xml"/><Relationship Id="rId121" Type="http://schemas.openxmlformats.org/officeDocument/2006/relationships/image" Target="../media/image974.png"/><Relationship Id="rId3" Type="http://schemas.openxmlformats.org/officeDocument/2006/relationships/image" Target="../media/image917.png"/><Relationship Id="rId25" Type="http://schemas.openxmlformats.org/officeDocument/2006/relationships/image" Target="../media/image928.png"/><Relationship Id="rId46" Type="http://schemas.openxmlformats.org/officeDocument/2006/relationships/customXml" Target="../ink/ink930.xml"/><Relationship Id="rId67" Type="http://schemas.openxmlformats.org/officeDocument/2006/relationships/image" Target="../media/image947.png"/><Relationship Id="rId116" Type="http://schemas.openxmlformats.org/officeDocument/2006/relationships/customXml" Target="../ink/ink965.xml"/><Relationship Id="rId137" Type="http://schemas.openxmlformats.org/officeDocument/2006/relationships/image" Target="../media/image982.png"/><Relationship Id="rId20" Type="http://schemas.openxmlformats.org/officeDocument/2006/relationships/customXml" Target="../ink/ink917.xml"/><Relationship Id="rId41" Type="http://schemas.openxmlformats.org/officeDocument/2006/relationships/image" Target="../media/image936.png"/><Relationship Id="rId62" Type="http://schemas.openxmlformats.org/officeDocument/2006/relationships/customXml" Target="../ink/ink938.xml"/><Relationship Id="rId83" Type="http://schemas.openxmlformats.org/officeDocument/2006/relationships/image" Target="../media/image955.png"/><Relationship Id="rId88" Type="http://schemas.openxmlformats.org/officeDocument/2006/relationships/customXml" Target="../ink/ink951.xml"/><Relationship Id="rId111" Type="http://schemas.openxmlformats.org/officeDocument/2006/relationships/image" Target="../media/image969.png"/><Relationship Id="rId132" Type="http://schemas.openxmlformats.org/officeDocument/2006/relationships/customXml" Target="../ink/ink973.xml"/><Relationship Id="rId15" Type="http://schemas.openxmlformats.org/officeDocument/2006/relationships/image" Target="../media/image923.png"/><Relationship Id="rId36" Type="http://schemas.openxmlformats.org/officeDocument/2006/relationships/customXml" Target="../ink/ink925.xml"/><Relationship Id="rId57" Type="http://schemas.openxmlformats.org/officeDocument/2006/relationships/image" Target="../media/image943.png"/><Relationship Id="rId106" Type="http://schemas.openxmlformats.org/officeDocument/2006/relationships/customXml" Target="../ink/ink960.xml"/><Relationship Id="rId127" Type="http://schemas.openxmlformats.org/officeDocument/2006/relationships/image" Target="../media/image977.png"/><Relationship Id="rId10" Type="http://schemas.openxmlformats.org/officeDocument/2006/relationships/customXml" Target="../ink/ink912.xml"/><Relationship Id="rId31" Type="http://schemas.openxmlformats.org/officeDocument/2006/relationships/image" Target="../media/image931.png"/><Relationship Id="rId52" Type="http://schemas.openxmlformats.org/officeDocument/2006/relationships/customXml" Target="../ink/ink933.xml"/><Relationship Id="rId73" Type="http://schemas.openxmlformats.org/officeDocument/2006/relationships/image" Target="../media/image950.png"/><Relationship Id="rId78" Type="http://schemas.openxmlformats.org/officeDocument/2006/relationships/customXml" Target="../ink/ink946.xml"/><Relationship Id="rId94" Type="http://schemas.openxmlformats.org/officeDocument/2006/relationships/customXml" Target="../ink/ink954.xml"/><Relationship Id="rId99" Type="http://schemas.openxmlformats.org/officeDocument/2006/relationships/image" Target="../media/image963.png"/><Relationship Id="rId101" Type="http://schemas.openxmlformats.org/officeDocument/2006/relationships/image" Target="../media/image964.png"/><Relationship Id="rId122" Type="http://schemas.openxmlformats.org/officeDocument/2006/relationships/customXml" Target="../ink/ink968.xml"/><Relationship Id="rId4" Type="http://schemas.openxmlformats.org/officeDocument/2006/relationships/customXml" Target="../ink/ink909.xml"/><Relationship Id="rId9" Type="http://schemas.openxmlformats.org/officeDocument/2006/relationships/image" Target="../media/image920.png"/><Relationship Id="rId26" Type="http://schemas.openxmlformats.org/officeDocument/2006/relationships/customXml" Target="../ink/ink920.xml"/><Relationship Id="rId47" Type="http://schemas.openxmlformats.org/officeDocument/2006/relationships/image" Target="../media/image939.png"/><Relationship Id="rId68" Type="http://schemas.openxmlformats.org/officeDocument/2006/relationships/customXml" Target="../ink/ink941.xml"/><Relationship Id="rId89" Type="http://schemas.openxmlformats.org/officeDocument/2006/relationships/image" Target="../media/image958.png"/><Relationship Id="rId112" Type="http://schemas.openxmlformats.org/officeDocument/2006/relationships/customXml" Target="../ink/ink963.xml"/><Relationship Id="rId133" Type="http://schemas.openxmlformats.org/officeDocument/2006/relationships/image" Target="../media/image980.png"/></Relationships>
</file>

<file path=ppt/slides/_rels/slide31.xml.rels><?xml version="1.0" encoding="UTF-8" standalone="yes"?>
<Relationships xmlns="http://schemas.openxmlformats.org/package/2006/relationships"><Relationship Id="rId26" Type="http://schemas.openxmlformats.org/officeDocument/2006/relationships/image" Target="../media/image996.png"/><Relationship Id="rId21" Type="http://schemas.openxmlformats.org/officeDocument/2006/relationships/customXml" Target="../ink/ink985.xml"/><Relationship Id="rId34" Type="http://schemas.openxmlformats.org/officeDocument/2006/relationships/image" Target="../media/image1000.png"/><Relationship Id="rId42" Type="http://schemas.openxmlformats.org/officeDocument/2006/relationships/image" Target="../media/image1004.png"/><Relationship Id="rId47" Type="http://schemas.openxmlformats.org/officeDocument/2006/relationships/customXml" Target="../ink/ink998.xml"/><Relationship Id="rId50" Type="http://schemas.openxmlformats.org/officeDocument/2006/relationships/image" Target="../media/image1008.png"/><Relationship Id="rId55" Type="http://schemas.openxmlformats.org/officeDocument/2006/relationships/customXml" Target="../ink/ink1002.xml"/><Relationship Id="rId63" Type="http://schemas.openxmlformats.org/officeDocument/2006/relationships/customXml" Target="../ink/ink1006.xml"/><Relationship Id="rId7" Type="http://schemas.openxmlformats.org/officeDocument/2006/relationships/customXml" Target="../ink/ink978.xml"/><Relationship Id="rId2" Type="http://schemas.openxmlformats.org/officeDocument/2006/relationships/image" Target="../media/image984.png"/><Relationship Id="rId16" Type="http://schemas.openxmlformats.org/officeDocument/2006/relationships/image" Target="../media/image991.png"/><Relationship Id="rId29" Type="http://schemas.openxmlformats.org/officeDocument/2006/relationships/customXml" Target="../ink/ink989.xml"/><Relationship Id="rId11" Type="http://schemas.openxmlformats.org/officeDocument/2006/relationships/customXml" Target="../ink/ink980.xml"/><Relationship Id="rId24" Type="http://schemas.openxmlformats.org/officeDocument/2006/relationships/image" Target="../media/image995.png"/><Relationship Id="rId32" Type="http://schemas.openxmlformats.org/officeDocument/2006/relationships/image" Target="../media/image999.png"/><Relationship Id="rId37" Type="http://schemas.openxmlformats.org/officeDocument/2006/relationships/customXml" Target="../ink/ink993.xml"/><Relationship Id="rId40" Type="http://schemas.openxmlformats.org/officeDocument/2006/relationships/image" Target="../media/image1003.png"/><Relationship Id="rId45" Type="http://schemas.openxmlformats.org/officeDocument/2006/relationships/customXml" Target="../ink/ink997.xml"/><Relationship Id="rId53" Type="http://schemas.openxmlformats.org/officeDocument/2006/relationships/customXml" Target="../ink/ink1001.xml"/><Relationship Id="rId58" Type="http://schemas.openxmlformats.org/officeDocument/2006/relationships/image" Target="../media/image1012.png"/><Relationship Id="rId66" Type="http://schemas.openxmlformats.org/officeDocument/2006/relationships/image" Target="../media/image1016.png"/><Relationship Id="rId5" Type="http://schemas.openxmlformats.org/officeDocument/2006/relationships/customXml" Target="../ink/ink977.xml"/><Relationship Id="rId61" Type="http://schemas.openxmlformats.org/officeDocument/2006/relationships/customXml" Target="../ink/ink1005.xml"/><Relationship Id="rId19" Type="http://schemas.openxmlformats.org/officeDocument/2006/relationships/customXml" Target="../ink/ink984.xml"/><Relationship Id="rId14" Type="http://schemas.openxmlformats.org/officeDocument/2006/relationships/image" Target="../media/image990.png"/><Relationship Id="rId22" Type="http://schemas.openxmlformats.org/officeDocument/2006/relationships/image" Target="../media/image994.png"/><Relationship Id="rId27" Type="http://schemas.openxmlformats.org/officeDocument/2006/relationships/customXml" Target="../ink/ink988.xml"/><Relationship Id="rId30" Type="http://schemas.openxmlformats.org/officeDocument/2006/relationships/image" Target="../media/image998.png"/><Relationship Id="rId35" Type="http://schemas.openxmlformats.org/officeDocument/2006/relationships/customXml" Target="../ink/ink992.xml"/><Relationship Id="rId43" Type="http://schemas.openxmlformats.org/officeDocument/2006/relationships/customXml" Target="../ink/ink996.xml"/><Relationship Id="rId48" Type="http://schemas.openxmlformats.org/officeDocument/2006/relationships/image" Target="../media/image1007.png"/><Relationship Id="rId56" Type="http://schemas.openxmlformats.org/officeDocument/2006/relationships/image" Target="../media/image1011.png"/><Relationship Id="rId64" Type="http://schemas.openxmlformats.org/officeDocument/2006/relationships/image" Target="../media/image1015.png"/><Relationship Id="rId8" Type="http://schemas.openxmlformats.org/officeDocument/2006/relationships/image" Target="../media/image987.png"/><Relationship Id="rId51" Type="http://schemas.openxmlformats.org/officeDocument/2006/relationships/customXml" Target="../ink/ink1000.xml"/><Relationship Id="rId3" Type="http://schemas.openxmlformats.org/officeDocument/2006/relationships/image" Target="../media/image985.png"/><Relationship Id="rId12" Type="http://schemas.openxmlformats.org/officeDocument/2006/relationships/image" Target="../media/image989.png"/><Relationship Id="rId17" Type="http://schemas.openxmlformats.org/officeDocument/2006/relationships/customXml" Target="../ink/ink983.xml"/><Relationship Id="rId25" Type="http://schemas.openxmlformats.org/officeDocument/2006/relationships/customXml" Target="../ink/ink987.xml"/><Relationship Id="rId33" Type="http://schemas.openxmlformats.org/officeDocument/2006/relationships/customXml" Target="../ink/ink991.xml"/><Relationship Id="rId38" Type="http://schemas.openxmlformats.org/officeDocument/2006/relationships/image" Target="../media/image1002.png"/><Relationship Id="rId46" Type="http://schemas.openxmlformats.org/officeDocument/2006/relationships/image" Target="../media/image1006.png"/><Relationship Id="rId59" Type="http://schemas.openxmlformats.org/officeDocument/2006/relationships/customXml" Target="../ink/ink1004.xml"/><Relationship Id="rId20" Type="http://schemas.openxmlformats.org/officeDocument/2006/relationships/image" Target="../media/image993.png"/><Relationship Id="rId41" Type="http://schemas.openxmlformats.org/officeDocument/2006/relationships/customXml" Target="../ink/ink995.xml"/><Relationship Id="rId54" Type="http://schemas.openxmlformats.org/officeDocument/2006/relationships/image" Target="../media/image1010.png"/><Relationship Id="rId62" Type="http://schemas.openxmlformats.org/officeDocument/2006/relationships/image" Target="../media/image1014.png"/><Relationship Id="rId1" Type="http://schemas.openxmlformats.org/officeDocument/2006/relationships/slideLayout" Target="../slideLayouts/slideLayout2.xml"/><Relationship Id="rId6" Type="http://schemas.openxmlformats.org/officeDocument/2006/relationships/image" Target="../media/image986.png"/><Relationship Id="rId15" Type="http://schemas.openxmlformats.org/officeDocument/2006/relationships/customXml" Target="../ink/ink982.xml"/><Relationship Id="rId23" Type="http://schemas.openxmlformats.org/officeDocument/2006/relationships/customXml" Target="../ink/ink986.xml"/><Relationship Id="rId28" Type="http://schemas.openxmlformats.org/officeDocument/2006/relationships/image" Target="../media/image997.png"/><Relationship Id="rId36" Type="http://schemas.openxmlformats.org/officeDocument/2006/relationships/image" Target="../media/image1001.png"/><Relationship Id="rId49" Type="http://schemas.openxmlformats.org/officeDocument/2006/relationships/customXml" Target="../ink/ink999.xml"/><Relationship Id="rId57" Type="http://schemas.openxmlformats.org/officeDocument/2006/relationships/customXml" Target="../ink/ink1003.xml"/><Relationship Id="rId10" Type="http://schemas.openxmlformats.org/officeDocument/2006/relationships/image" Target="../media/image988.png"/><Relationship Id="rId31" Type="http://schemas.openxmlformats.org/officeDocument/2006/relationships/customXml" Target="../ink/ink990.xml"/><Relationship Id="rId44" Type="http://schemas.openxmlformats.org/officeDocument/2006/relationships/image" Target="../media/image1005.png"/><Relationship Id="rId52" Type="http://schemas.openxmlformats.org/officeDocument/2006/relationships/image" Target="../media/image1009.png"/><Relationship Id="rId60" Type="http://schemas.openxmlformats.org/officeDocument/2006/relationships/image" Target="../media/image1013.png"/><Relationship Id="rId65" Type="http://schemas.openxmlformats.org/officeDocument/2006/relationships/customXml" Target="../ink/ink1007.xml"/><Relationship Id="rId4" Type="http://schemas.openxmlformats.org/officeDocument/2006/relationships/image" Target="../media/image917.png"/><Relationship Id="rId9" Type="http://schemas.openxmlformats.org/officeDocument/2006/relationships/customXml" Target="../ink/ink979.xml"/><Relationship Id="rId13" Type="http://schemas.openxmlformats.org/officeDocument/2006/relationships/customXml" Target="../ink/ink981.xml"/><Relationship Id="rId18" Type="http://schemas.openxmlformats.org/officeDocument/2006/relationships/image" Target="../media/image992.png"/><Relationship Id="rId39" Type="http://schemas.openxmlformats.org/officeDocument/2006/relationships/customXml" Target="../ink/ink99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6" Type="http://schemas.openxmlformats.org/officeDocument/2006/relationships/image" Target="../media/image9960.png"/><Relationship Id="rId21" Type="http://schemas.openxmlformats.org/officeDocument/2006/relationships/customXml" Target="../ink/ink1016.xml"/><Relationship Id="rId42" Type="http://schemas.openxmlformats.org/officeDocument/2006/relationships/image" Target="../media/image10040.png"/><Relationship Id="rId47" Type="http://schemas.openxmlformats.org/officeDocument/2006/relationships/customXml" Target="../ink/ink1029.xml"/><Relationship Id="rId63" Type="http://schemas.openxmlformats.org/officeDocument/2006/relationships/customXml" Target="../ink/ink1037.xml"/><Relationship Id="rId68" Type="http://schemas.openxmlformats.org/officeDocument/2006/relationships/image" Target="../media/image10160.png"/><Relationship Id="rId84" Type="http://schemas.openxmlformats.org/officeDocument/2006/relationships/image" Target="../media/image1024.png"/><Relationship Id="rId89" Type="http://schemas.openxmlformats.org/officeDocument/2006/relationships/customXml" Target="../ink/ink1050.xml"/><Relationship Id="rId16" Type="http://schemas.openxmlformats.org/officeDocument/2006/relationships/image" Target="../media/image9910.png"/><Relationship Id="rId11" Type="http://schemas.openxmlformats.org/officeDocument/2006/relationships/customXml" Target="../ink/ink1011.xml"/><Relationship Id="rId32" Type="http://schemas.openxmlformats.org/officeDocument/2006/relationships/image" Target="../media/image9990.png"/><Relationship Id="rId37" Type="http://schemas.openxmlformats.org/officeDocument/2006/relationships/customXml" Target="../ink/ink1024.xml"/><Relationship Id="rId53" Type="http://schemas.openxmlformats.org/officeDocument/2006/relationships/customXml" Target="../ink/ink1032.xml"/><Relationship Id="rId58" Type="http://schemas.openxmlformats.org/officeDocument/2006/relationships/image" Target="../media/image10110.png"/><Relationship Id="rId74" Type="http://schemas.openxmlformats.org/officeDocument/2006/relationships/image" Target="../media/image1019.png"/><Relationship Id="rId79" Type="http://schemas.openxmlformats.org/officeDocument/2006/relationships/customXml" Target="../ink/ink1045.xml"/><Relationship Id="rId5" Type="http://schemas.openxmlformats.org/officeDocument/2006/relationships/customXml" Target="../ink/ink1008.xml"/><Relationship Id="rId90" Type="http://schemas.openxmlformats.org/officeDocument/2006/relationships/image" Target="../media/image1027.png"/><Relationship Id="rId95" Type="http://schemas.openxmlformats.org/officeDocument/2006/relationships/customXml" Target="../ink/ink1053.xml"/><Relationship Id="rId22" Type="http://schemas.openxmlformats.org/officeDocument/2006/relationships/image" Target="../media/image9940.png"/><Relationship Id="rId27" Type="http://schemas.openxmlformats.org/officeDocument/2006/relationships/customXml" Target="../ink/ink1019.xml"/><Relationship Id="rId43" Type="http://schemas.openxmlformats.org/officeDocument/2006/relationships/customXml" Target="../ink/ink1027.xml"/><Relationship Id="rId48" Type="http://schemas.openxmlformats.org/officeDocument/2006/relationships/image" Target="../media/image10070.png"/><Relationship Id="rId64" Type="http://schemas.openxmlformats.org/officeDocument/2006/relationships/image" Target="../media/image10140.png"/><Relationship Id="rId69" Type="http://schemas.openxmlformats.org/officeDocument/2006/relationships/customXml" Target="../ink/ink1040.xml"/><Relationship Id="rId80" Type="http://schemas.openxmlformats.org/officeDocument/2006/relationships/image" Target="../media/image1022.png"/><Relationship Id="rId85" Type="http://schemas.openxmlformats.org/officeDocument/2006/relationships/customXml" Target="../ink/ink1048.xml"/><Relationship Id="rId3" Type="http://schemas.openxmlformats.org/officeDocument/2006/relationships/image" Target="../media/image1017.png"/><Relationship Id="rId12" Type="http://schemas.openxmlformats.org/officeDocument/2006/relationships/image" Target="../media/image9890.png"/><Relationship Id="rId17" Type="http://schemas.openxmlformats.org/officeDocument/2006/relationships/customXml" Target="../ink/ink1014.xml"/><Relationship Id="rId25" Type="http://schemas.openxmlformats.org/officeDocument/2006/relationships/customXml" Target="../ink/ink1018.xml"/><Relationship Id="rId33" Type="http://schemas.openxmlformats.org/officeDocument/2006/relationships/customXml" Target="../ink/ink1022.xml"/><Relationship Id="rId38" Type="http://schemas.openxmlformats.org/officeDocument/2006/relationships/image" Target="../media/image10020.png"/><Relationship Id="rId46" Type="http://schemas.openxmlformats.org/officeDocument/2006/relationships/image" Target="../media/image10060.png"/><Relationship Id="rId59" Type="http://schemas.openxmlformats.org/officeDocument/2006/relationships/customXml" Target="../ink/ink1035.xml"/><Relationship Id="rId67" Type="http://schemas.openxmlformats.org/officeDocument/2006/relationships/customXml" Target="../ink/ink1039.xml"/><Relationship Id="rId20" Type="http://schemas.openxmlformats.org/officeDocument/2006/relationships/image" Target="../media/image9930.png"/><Relationship Id="rId41" Type="http://schemas.openxmlformats.org/officeDocument/2006/relationships/customXml" Target="../ink/ink1026.xml"/><Relationship Id="rId54" Type="http://schemas.openxmlformats.org/officeDocument/2006/relationships/image" Target="../media/image817.png"/><Relationship Id="rId62" Type="http://schemas.openxmlformats.org/officeDocument/2006/relationships/image" Target="../media/image10130.png"/><Relationship Id="rId70" Type="http://schemas.openxmlformats.org/officeDocument/2006/relationships/image" Target="../media/image10170.png"/><Relationship Id="rId75" Type="http://schemas.openxmlformats.org/officeDocument/2006/relationships/customXml" Target="../ink/ink1043.xml"/><Relationship Id="rId83" Type="http://schemas.openxmlformats.org/officeDocument/2006/relationships/customXml" Target="../ink/ink1047.xml"/><Relationship Id="rId88" Type="http://schemas.openxmlformats.org/officeDocument/2006/relationships/image" Target="../media/image1026.png"/><Relationship Id="rId91" Type="http://schemas.openxmlformats.org/officeDocument/2006/relationships/customXml" Target="../ink/ink1051.xml"/><Relationship Id="rId96" Type="http://schemas.openxmlformats.org/officeDocument/2006/relationships/image" Target="../media/image1030.png"/><Relationship Id="rId1" Type="http://schemas.openxmlformats.org/officeDocument/2006/relationships/slideLayout" Target="../slideLayouts/slideLayout1.xml"/><Relationship Id="rId6" Type="http://schemas.openxmlformats.org/officeDocument/2006/relationships/image" Target="../media/image9860.png"/><Relationship Id="rId15" Type="http://schemas.openxmlformats.org/officeDocument/2006/relationships/customXml" Target="../ink/ink1013.xml"/><Relationship Id="rId23" Type="http://schemas.openxmlformats.org/officeDocument/2006/relationships/customXml" Target="../ink/ink1017.xml"/><Relationship Id="rId28" Type="http://schemas.openxmlformats.org/officeDocument/2006/relationships/image" Target="../media/image9970.png"/><Relationship Id="rId36" Type="http://schemas.openxmlformats.org/officeDocument/2006/relationships/image" Target="../media/image10010.png"/><Relationship Id="rId49" Type="http://schemas.openxmlformats.org/officeDocument/2006/relationships/customXml" Target="../ink/ink1030.xml"/><Relationship Id="rId57" Type="http://schemas.openxmlformats.org/officeDocument/2006/relationships/customXml" Target="../ink/ink1034.xml"/><Relationship Id="rId10" Type="http://schemas.openxmlformats.org/officeDocument/2006/relationships/image" Target="../media/image9880.png"/><Relationship Id="rId31" Type="http://schemas.openxmlformats.org/officeDocument/2006/relationships/customXml" Target="../ink/ink1021.xml"/><Relationship Id="rId44" Type="http://schemas.openxmlformats.org/officeDocument/2006/relationships/image" Target="../media/image10050.png"/><Relationship Id="rId52" Type="http://schemas.openxmlformats.org/officeDocument/2006/relationships/image" Target="../media/image10090.png"/><Relationship Id="rId60" Type="http://schemas.openxmlformats.org/officeDocument/2006/relationships/image" Target="../media/image10120.png"/><Relationship Id="rId65" Type="http://schemas.openxmlformats.org/officeDocument/2006/relationships/customXml" Target="../ink/ink1038.xml"/><Relationship Id="rId73" Type="http://schemas.openxmlformats.org/officeDocument/2006/relationships/customXml" Target="../ink/ink1042.xml"/><Relationship Id="rId78" Type="http://schemas.openxmlformats.org/officeDocument/2006/relationships/image" Target="../media/image1021.png"/><Relationship Id="rId81" Type="http://schemas.openxmlformats.org/officeDocument/2006/relationships/customXml" Target="../ink/ink1046.xml"/><Relationship Id="rId86" Type="http://schemas.openxmlformats.org/officeDocument/2006/relationships/image" Target="../media/image1025.png"/><Relationship Id="rId94" Type="http://schemas.openxmlformats.org/officeDocument/2006/relationships/image" Target="../media/image1029.png"/><Relationship Id="rId99" Type="http://schemas.openxmlformats.org/officeDocument/2006/relationships/customXml" Target="../ink/ink1055.xml"/><Relationship Id="rId4" Type="http://schemas.openxmlformats.org/officeDocument/2006/relationships/image" Target="../media/image9850.png"/><Relationship Id="rId9" Type="http://schemas.openxmlformats.org/officeDocument/2006/relationships/customXml" Target="../ink/ink1010.xml"/><Relationship Id="rId13" Type="http://schemas.openxmlformats.org/officeDocument/2006/relationships/customXml" Target="../ink/ink1012.xml"/><Relationship Id="rId18" Type="http://schemas.openxmlformats.org/officeDocument/2006/relationships/image" Target="../media/image9920.png"/><Relationship Id="rId39" Type="http://schemas.openxmlformats.org/officeDocument/2006/relationships/customXml" Target="../ink/ink1025.xml"/><Relationship Id="rId34" Type="http://schemas.openxmlformats.org/officeDocument/2006/relationships/image" Target="../media/image10000.png"/><Relationship Id="rId50" Type="http://schemas.openxmlformats.org/officeDocument/2006/relationships/image" Target="../media/image10080.png"/><Relationship Id="rId55" Type="http://schemas.openxmlformats.org/officeDocument/2006/relationships/customXml" Target="../ink/ink1033.xml"/><Relationship Id="rId76" Type="http://schemas.openxmlformats.org/officeDocument/2006/relationships/image" Target="../media/image1020.png"/><Relationship Id="rId97" Type="http://schemas.openxmlformats.org/officeDocument/2006/relationships/customXml" Target="../ink/ink1054.xml"/><Relationship Id="rId7" Type="http://schemas.openxmlformats.org/officeDocument/2006/relationships/customXml" Target="../ink/ink1009.xml"/><Relationship Id="rId71" Type="http://schemas.openxmlformats.org/officeDocument/2006/relationships/customXml" Target="../ink/ink1041.xml"/><Relationship Id="rId92" Type="http://schemas.openxmlformats.org/officeDocument/2006/relationships/image" Target="../media/image1028.png"/><Relationship Id="rId2" Type="http://schemas.openxmlformats.org/officeDocument/2006/relationships/notesSlide" Target="../notesSlides/notesSlide24.xml"/><Relationship Id="rId29" Type="http://schemas.openxmlformats.org/officeDocument/2006/relationships/customXml" Target="../ink/ink1020.xml"/><Relationship Id="rId24" Type="http://schemas.openxmlformats.org/officeDocument/2006/relationships/image" Target="../media/image9950.png"/><Relationship Id="rId40" Type="http://schemas.openxmlformats.org/officeDocument/2006/relationships/image" Target="../media/image10030.png"/><Relationship Id="rId45" Type="http://schemas.openxmlformats.org/officeDocument/2006/relationships/customXml" Target="../ink/ink1028.xml"/><Relationship Id="rId66" Type="http://schemas.openxmlformats.org/officeDocument/2006/relationships/image" Target="../media/image10150.png"/><Relationship Id="rId87" Type="http://schemas.openxmlformats.org/officeDocument/2006/relationships/customXml" Target="../ink/ink1049.xml"/><Relationship Id="rId61" Type="http://schemas.openxmlformats.org/officeDocument/2006/relationships/customXml" Target="../ink/ink1036.xml"/><Relationship Id="rId82" Type="http://schemas.openxmlformats.org/officeDocument/2006/relationships/image" Target="../media/image1023.png"/><Relationship Id="rId19" Type="http://schemas.openxmlformats.org/officeDocument/2006/relationships/customXml" Target="../ink/ink1015.xml"/><Relationship Id="rId14" Type="http://schemas.openxmlformats.org/officeDocument/2006/relationships/image" Target="../media/image9900.png"/><Relationship Id="rId30" Type="http://schemas.openxmlformats.org/officeDocument/2006/relationships/image" Target="../media/image9980.png"/><Relationship Id="rId35" Type="http://schemas.openxmlformats.org/officeDocument/2006/relationships/customXml" Target="../ink/ink1023.xml"/><Relationship Id="rId56" Type="http://schemas.openxmlformats.org/officeDocument/2006/relationships/image" Target="../media/image10100.png"/><Relationship Id="rId77" Type="http://schemas.openxmlformats.org/officeDocument/2006/relationships/customXml" Target="../ink/ink1044.xml"/><Relationship Id="rId100" Type="http://schemas.openxmlformats.org/officeDocument/2006/relationships/image" Target="../media/image1032.png"/><Relationship Id="rId8" Type="http://schemas.openxmlformats.org/officeDocument/2006/relationships/image" Target="../media/image9870.png"/><Relationship Id="rId51" Type="http://schemas.openxmlformats.org/officeDocument/2006/relationships/customXml" Target="../ink/ink1031.xml"/><Relationship Id="rId72" Type="http://schemas.openxmlformats.org/officeDocument/2006/relationships/image" Target="../media/image1018.png"/><Relationship Id="rId93" Type="http://schemas.openxmlformats.org/officeDocument/2006/relationships/customXml" Target="../ink/ink1052.xml"/><Relationship Id="rId98" Type="http://schemas.openxmlformats.org/officeDocument/2006/relationships/image" Target="../media/image1031.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17" Type="http://schemas.openxmlformats.org/officeDocument/2006/relationships/customXml" Target="../ink/ink1112.xml"/><Relationship Id="rId21" Type="http://schemas.openxmlformats.org/officeDocument/2006/relationships/customXml" Target="../ink/ink1064.xml"/><Relationship Id="rId42" Type="http://schemas.openxmlformats.org/officeDocument/2006/relationships/image" Target="../media/image1052.png"/><Relationship Id="rId63" Type="http://schemas.openxmlformats.org/officeDocument/2006/relationships/customXml" Target="../ink/ink1085.xml"/><Relationship Id="rId84" Type="http://schemas.openxmlformats.org/officeDocument/2006/relationships/image" Target="../media/image1073.png"/><Relationship Id="rId138" Type="http://schemas.openxmlformats.org/officeDocument/2006/relationships/image" Target="../media/image1100.png"/><Relationship Id="rId159" Type="http://schemas.openxmlformats.org/officeDocument/2006/relationships/customXml" Target="../ink/ink1133.xml"/><Relationship Id="rId170" Type="http://schemas.openxmlformats.org/officeDocument/2006/relationships/image" Target="../media/image1116.png"/><Relationship Id="rId191" Type="http://schemas.openxmlformats.org/officeDocument/2006/relationships/customXml" Target="../ink/ink1149.xml"/><Relationship Id="rId205" Type="http://schemas.openxmlformats.org/officeDocument/2006/relationships/image" Target="../media/image1132.png"/><Relationship Id="rId226" Type="http://schemas.openxmlformats.org/officeDocument/2006/relationships/customXml" Target="../ink/ink1167.xml"/><Relationship Id="rId107" Type="http://schemas.openxmlformats.org/officeDocument/2006/relationships/customXml" Target="../ink/ink1107.xml"/><Relationship Id="rId11" Type="http://schemas.openxmlformats.org/officeDocument/2006/relationships/customXml" Target="../ink/ink1059.xml"/><Relationship Id="rId32" Type="http://schemas.openxmlformats.org/officeDocument/2006/relationships/image" Target="../media/image1047.png"/><Relationship Id="rId53" Type="http://schemas.openxmlformats.org/officeDocument/2006/relationships/customXml" Target="../ink/ink1080.xml"/><Relationship Id="rId74" Type="http://schemas.openxmlformats.org/officeDocument/2006/relationships/image" Target="../media/image1068.png"/><Relationship Id="rId128" Type="http://schemas.openxmlformats.org/officeDocument/2006/relationships/image" Target="../media/image1095.png"/><Relationship Id="rId149" Type="http://schemas.openxmlformats.org/officeDocument/2006/relationships/customXml" Target="../ink/ink1128.xml"/><Relationship Id="rId5" Type="http://schemas.openxmlformats.org/officeDocument/2006/relationships/customXml" Target="../ink/ink1056.xml"/><Relationship Id="rId95" Type="http://schemas.openxmlformats.org/officeDocument/2006/relationships/customXml" Target="../ink/ink1101.xml"/><Relationship Id="rId160" Type="http://schemas.openxmlformats.org/officeDocument/2006/relationships/image" Target="../media/image1111.png"/><Relationship Id="rId181" Type="http://schemas.openxmlformats.org/officeDocument/2006/relationships/customXml" Target="../ink/ink1144.xml"/><Relationship Id="rId216" Type="http://schemas.openxmlformats.org/officeDocument/2006/relationships/customXml" Target="../ink/ink1162.xml"/><Relationship Id="rId237" Type="http://schemas.openxmlformats.org/officeDocument/2006/relationships/image" Target="../media/image1147.png"/><Relationship Id="rId22" Type="http://schemas.openxmlformats.org/officeDocument/2006/relationships/image" Target="../media/image1042.png"/><Relationship Id="rId43" Type="http://schemas.openxmlformats.org/officeDocument/2006/relationships/customXml" Target="../ink/ink1075.xml"/><Relationship Id="rId64" Type="http://schemas.openxmlformats.org/officeDocument/2006/relationships/image" Target="../media/image1063.png"/><Relationship Id="rId118" Type="http://schemas.openxmlformats.org/officeDocument/2006/relationships/image" Target="../media/image1090.png"/><Relationship Id="rId139" Type="http://schemas.openxmlformats.org/officeDocument/2006/relationships/customXml" Target="../ink/ink1123.xml"/><Relationship Id="rId85" Type="http://schemas.openxmlformats.org/officeDocument/2006/relationships/customXml" Target="../ink/ink1096.xml"/><Relationship Id="rId150" Type="http://schemas.openxmlformats.org/officeDocument/2006/relationships/image" Target="../media/image1106.png"/><Relationship Id="rId171" Type="http://schemas.openxmlformats.org/officeDocument/2006/relationships/customXml" Target="../ink/ink1139.xml"/><Relationship Id="rId192" Type="http://schemas.openxmlformats.org/officeDocument/2006/relationships/image" Target="../media/image1126.png"/><Relationship Id="rId206" Type="http://schemas.openxmlformats.org/officeDocument/2006/relationships/customXml" Target="../ink/ink1157.xml"/><Relationship Id="rId227" Type="http://schemas.openxmlformats.org/officeDocument/2006/relationships/image" Target="../media/image1143.png"/><Relationship Id="rId12" Type="http://schemas.openxmlformats.org/officeDocument/2006/relationships/image" Target="../media/image1037.png"/><Relationship Id="rId33" Type="http://schemas.openxmlformats.org/officeDocument/2006/relationships/customXml" Target="../ink/ink1070.xml"/><Relationship Id="rId108" Type="http://schemas.openxmlformats.org/officeDocument/2006/relationships/image" Target="../media/image1085.png"/><Relationship Id="rId129" Type="http://schemas.openxmlformats.org/officeDocument/2006/relationships/customXml" Target="../ink/ink1118.xml"/><Relationship Id="rId54" Type="http://schemas.openxmlformats.org/officeDocument/2006/relationships/image" Target="../media/image1058.png"/><Relationship Id="rId75" Type="http://schemas.openxmlformats.org/officeDocument/2006/relationships/customXml" Target="../ink/ink1091.xml"/><Relationship Id="rId96" Type="http://schemas.openxmlformats.org/officeDocument/2006/relationships/image" Target="../media/image1079.png"/><Relationship Id="rId140" Type="http://schemas.openxmlformats.org/officeDocument/2006/relationships/image" Target="../media/image1101.png"/><Relationship Id="rId161" Type="http://schemas.openxmlformats.org/officeDocument/2006/relationships/customXml" Target="../ink/ink1134.xml"/><Relationship Id="rId182" Type="http://schemas.openxmlformats.org/officeDocument/2006/relationships/image" Target="../media/image1121.png"/><Relationship Id="rId217" Type="http://schemas.openxmlformats.org/officeDocument/2006/relationships/image" Target="../media/image1138.png"/><Relationship Id="rId6" Type="http://schemas.openxmlformats.org/officeDocument/2006/relationships/image" Target="../media/image1034.png"/><Relationship Id="rId23" Type="http://schemas.openxmlformats.org/officeDocument/2006/relationships/customXml" Target="../ink/ink1065.xml"/><Relationship Id="rId119" Type="http://schemas.openxmlformats.org/officeDocument/2006/relationships/customXml" Target="../ink/ink1113.xml"/><Relationship Id="rId44" Type="http://schemas.openxmlformats.org/officeDocument/2006/relationships/image" Target="../media/image1053.png"/><Relationship Id="rId65" Type="http://schemas.openxmlformats.org/officeDocument/2006/relationships/customXml" Target="../ink/ink1086.xml"/><Relationship Id="rId86" Type="http://schemas.openxmlformats.org/officeDocument/2006/relationships/image" Target="../media/image1074.png"/><Relationship Id="rId130" Type="http://schemas.openxmlformats.org/officeDocument/2006/relationships/image" Target="../media/image1096.png"/><Relationship Id="rId151" Type="http://schemas.openxmlformats.org/officeDocument/2006/relationships/customXml" Target="../ink/ink1129.xml"/><Relationship Id="rId172" Type="http://schemas.openxmlformats.org/officeDocument/2006/relationships/image" Target="../media/image1117.png"/><Relationship Id="rId193" Type="http://schemas.openxmlformats.org/officeDocument/2006/relationships/customXml" Target="../ink/ink1150.xml"/><Relationship Id="rId207" Type="http://schemas.openxmlformats.org/officeDocument/2006/relationships/image" Target="../media/image1133.png"/><Relationship Id="rId228" Type="http://schemas.openxmlformats.org/officeDocument/2006/relationships/customXml" Target="../ink/ink1168.xml"/><Relationship Id="rId13" Type="http://schemas.openxmlformats.org/officeDocument/2006/relationships/customXml" Target="../ink/ink1060.xml"/><Relationship Id="rId109" Type="http://schemas.openxmlformats.org/officeDocument/2006/relationships/customXml" Target="../ink/ink1108.xml"/><Relationship Id="rId34" Type="http://schemas.openxmlformats.org/officeDocument/2006/relationships/image" Target="../media/image1048.png"/><Relationship Id="rId55" Type="http://schemas.openxmlformats.org/officeDocument/2006/relationships/customXml" Target="../ink/ink1081.xml"/><Relationship Id="rId76" Type="http://schemas.openxmlformats.org/officeDocument/2006/relationships/image" Target="../media/image1069.png"/><Relationship Id="rId97" Type="http://schemas.openxmlformats.org/officeDocument/2006/relationships/customXml" Target="../ink/ink1102.xml"/><Relationship Id="rId120" Type="http://schemas.openxmlformats.org/officeDocument/2006/relationships/image" Target="../media/image1091.png"/><Relationship Id="rId141" Type="http://schemas.openxmlformats.org/officeDocument/2006/relationships/customXml" Target="../ink/ink1124.xml"/><Relationship Id="rId7" Type="http://schemas.openxmlformats.org/officeDocument/2006/relationships/customXml" Target="../ink/ink1057.xml"/><Relationship Id="rId162" Type="http://schemas.openxmlformats.org/officeDocument/2006/relationships/image" Target="../media/image1112.png"/><Relationship Id="rId183" Type="http://schemas.openxmlformats.org/officeDocument/2006/relationships/customXml" Target="../ink/ink1145.xml"/><Relationship Id="rId218" Type="http://schemas.openxmlformats.org/officeDocument/2006/relationships/customXml" Target="../ink/ink1163.xml"/><Relationship Id="rId24" Type="http://schemas.openxmlformats.org/officeDocument/2006/relationships/image" Target="../media/image1043.png"/><Relationship Id="rId45" Type="http://schemas.openxmlformats.org/officeDocument/2006/relationships/customXml" Target="../ink/ink1076.xml"/><Relationship Id="rId66" Type="http://schemas.openxmlformats.org/officeDocument/2006/relationships/image" Target="../media/image1064.png"/><Relationship Id="rId87" Type="http://schemas.openxmlformats.org/officeDocument/2006/relationships/customXml" Target="../ink/ink1097.xml"/><Relationship Id="rId110" Type="http://schemas.openxmlformats.org/officeDocument/2006/relationships/image" Target="../media/image1086.png"/><Relationship Id="rId131" Type="http://schemas.openxmlformats.org/officeDocument/2006/relationships/customXml" Target="../ink/ink1119.xml"/><Relationship Id="rId152" Type="http://schemas.openxmlformats.org/officeDocument/2006/relationships/image" Target="../media/image1107.png"/><Relationship Id="rId173" Type="http://schemas.openxmlformats.org/officeDocument/2006/relationships/customXml" Target="../ink/ink1140.xml"/><Relationship Id="rId194" Type="http://schemas.openxmlformats.org/officeDocument/2006/relationships/customXml" Target="../ink/ink1151.xml"/><Relationship Id="rId208" Type="http://schemas.openxmlformats.org/officeDocument/2006/relationships/customXml" Target="../ink/ink1158.xml"/><Relationship Id="rId229" Type="http://schemas.openxmlformats.org/officeDocument/2006/relationships/image" Target="../media/image1144.png"/><Relationship Id="rId14" Type="http://schemas.openxmlformats.org/officeDocument/2006/relationships/image" Target="../media/image1038.png"/><Relationship Id="rId35" Type="http://schemas.openxmlformats.org/officeDocument/2006/relationships/customXml" Target="../ink/ink1071.xml"/><Relationship Id="rId56" Type="http://schemas.openxmlformats.org/officeDocument/2006/relationships/image" Target="../media/image1059.png"/><Relationship Id="rId77" Type="http://schemas.openxmlformats.org/officeDocument/2006/relationships/customXml" Target="../ink/ink1092.xml"/><Relationship Id="rId100" Type="http://schemas.openxmlformats.org/officeDocument/2006/relationships/image" Target="../media/image1081.png"/><Relationship Id="rId8" Type="http://schemas.openxmlformats.org/officeDocument/2006/relationships/image" Target="../media/image1035.png"/><Relationship Id="rId98" Type="http://schemas.openxmlformats.org/officeDocument/2006/relationships/image" Target="../media/image1080.png"/><Relationship Id="rId121" Type="http://schemas.openxmlformats.org/officeDocument/2006/relationships/customXml" Target="../ink/ink1114.xml"/><Relationship Id="rId142" Type="http://schemas.openxmlformats.org/officeDocument/2006/relationships/image" Target="../media/image1102.png"/><Relationship Id="rId163" Type="http://schemas.openxmlformats.org/officeDocument/2006/relationships/customXml" Target="../ink/ink1135.xml"/><Relationship Id="rId184" Type="http://schemas.openxmlformats.org/officeDocument/2006/relationships/image" Target="../media/image1122.png"/><Relationship Id="rId219" Type="http://schemas.openxmlformats.org/officeDocument/2006/relationships/image" Target="../media/image1139.png"/><Relationship Id="rId230" Type="http://schemas.openxmlformats.org/officeDocument/2006/relationships/customXml" Target="../ink/ink1169.xml"/><Relationship Id="rId25" Type="http://schemas.openxmlformats.org/officeDocument/2006/relationships/customXml" Target="../ink/ink1066.xml"/><Relationship Id="rId46" Type="http://schemas.openxmlformats.org/officeDocument/2006/relationships/image" Target="../media/image1054.png"/><Relationship Id="rId67" Type="http://schemas.openxmlformats.org/officeDocument/2006/relationships/customXml" Target="../ink/ink1087.xml"/><Relationship Id="rId88" Type="http://schemas.openxmlformats.org/officeDocument/2006/relationships/image" Target="../media/image1075.png"/><Relationship Id="rId111" Type="http://schemas.openxmlformats.org/officeDocument/2006/relationships/customXml" Target="../ink/ink1109.xml"/><Relationship Id="rId132" Type="http://schemas.openxmlformats.org/officeDocument/2006/relationships/image" Target="../media/image1097.png"/><Relationship Id="rId153" Type="http://schemas.openxmlformats.org/officeDocument/2006/relationships/customXml" Target="../ink/ink1130.xml"/><Relationship Id="rId174" Type="http://schemas.openxmlformats.org/officeDocument/2006/relationships/image" Target="../media/image109.png"/><Relationship Id="rId195" Type="http://schemas.openxmlformats.org/officeDocument/2006/relationships/image" Target="../media/image1127.png"/><Relationship Id="rId209" Type="http://schemas.openxmlformats.org/officeDocument/2006/relationships/image" Target="../media/image1134.png"/><Relationship Id="rId190" Type="http://schemas.openxmlformats.org/officeDocument/2006/relationships/image" Target="../media/image1125.png"/><Relationship Id="rId204" Type="http://schemas.openxmlformats.org/officeDocument/2006/relationships/customXml" Target="../ink/ink1156.xml"/><Relationship Id="rId220" Type="http://schemas.openxmlformats.org/officeDocument/2006/relationships/customXml" Target="../ink/ink1164.xml"/><Relationship Id="rId225" Type="http://schemas.openxmlformats.org/officeDocument/2006/relationships/image" Target="../media/image1142.png"/><Relationship Id="rId15" Type="http://schemas.openxmlformats.org/officeDocument/2006/relationships/customXml" Target="../ink/ink1061.xml"/><Relationship Id="rId36" Type="http://schemas.openxmlformats.org/officeDocument/2006/relationships/image" Target="../media/image1049.png"/><Relationship Id="rId57" Type="http://schemas.openxmlformats.org/officeDocument/2006/relationships/customXml" Target="../ink/ink1082.xml"/><Relationship Id="rId106" Type="http://schemas.openxmlformats.org/officeDocument/2006/relationships/image" Target="../media/image1084.png"/><Relationship Id="rId127" Type="http://schemas.openxmlformats.org/officeDocument/2006/relationships/customXml" Target="../ink/ink1117.xml"/><Relationship Id="rId10" Type="http://schemas.openxmlformats.org/officeDocument/2006/relationships/image" Target="../media/image1036.png"/><Relationship Id="rId31" Type="http://schemas.openxmlformats.org/officeDocument/2006/relationships/customXml" Target="../ink/ink1069.xml"/><Relationship Id="rId52" Type="http://schemas.openxmlformats.org/officeDocument/2006/relationships/image" Target="../media/image1057.png"/><Relationship Id="rId73" Type="http://schemas.openxmlformats.org/officeDocument/2006/relationships/customXml" Target="../ink/ink1090.xml"/><Relationship Id="rId78" Type="http://schemas.openxmlformats.org/officeDocument/2006/relationships/image" Target="../media/image1070.png"/><Relationship Id="rId94" Type="http://schemas.openxmlformats.org/officeDocument/2006/relationships/image" Target="../media/image1078.png"/><Relationship Id="rId99" Type="http://schemas.openxmlformats.org/officeDocument/2006/relationships/customXml" Target="../ink/ink1103.xml"/><Relationship Id="rId101" Type="http://schemas.openxmlformats.org/officeDocument/2006/relationships/customXml" Target="../ink/ink1104.xml"/><Relationship Id="rId122" Type="http://schemas.openxmlformats.org/officeDocument/2006/relationships/image" Target="../media/image1092.png"/><Relationship Id="rId143" Type="http://schemas.openxmlformats.org/officeDocument/2006/relationships/customXml" Target="../ink/ink1125.xml"/><Relationship Id="rId148" Type="http://schemas.openxmlformats.org/officeDocument/2006/relationships/image" Target="../media/image1105.png"/><Relationship Id="rId164" Type="http://schemas.openxmlformats.org/officeDocument/2006/relationships/image" Target="../media/image1113.png"/><Relationship Id="rId169" Type="http://schemas.openxmlformats.org/officeDocument/2006/relationships/customXml" Target="../ink/ink1138.xml"/><Relationship Id="rId185" Type="http://schemas.openxmlformats.org/officeDocument/2006/relationships/customXml" Target="../ink/ink1146.xml"/><Relationship Id="rId4" Type="http://schemas.openxmlformats.org/officeDocument/2006/relationships/image" Target="../media/image4710.png"/><Relationship Id="rId9" Type="http://schemas.openxmlformats.org/officeDocument/2006/relationships/customXml" Target="../ink/ink1058.xml"/><Relationship Id="rId180" Type="http://schemas.openxmlformats.org/officeDocument/2006/relationships/image" Target="../media/image1120.png"/><Relationship Id="rId210" Type="http://schemas.openxmlformats.org/officeDocument/2006/relationships/customXml" Target="../ink/ink1159.xml"/><Relationship Id="rId215" Type="http://schemas.openxmlformats.org/officeDocument/2006/relationships/image" Target="../media/image1137.png"/><Relationship Id="rId236" Type="http://schemas.openxmlformats.org/officeDocument/2006/relationships/customXml" Target="../ink/ink1172.xml"/><Relationship Id="rId26" Type="http://schemas.openxmlformats.org/officeDocument/2006/relationships/image" Target="../media/image1044.png"/><Relationship Id="rId231" Type="http://schemas.openxmlformats.org/officeDocument/2006/relationships/image" Target="../media/image1145.png"/><Relationship Id="rId47" Type="http://schemas.openxmlformats.org/officeDocument/2006/relationships/customXml" Target="../ink/ink1077.xml"/><Relationship Id="rId68" Type="http://schemas.openxmlformats.org/officeDocument/2006/relationships/image" Target="../media/image1065.png"/><Relationship Id="rId89" Type="http://schemas.openxmlformats.org/officeDocument/2006/relationships/customXml" Target="../ink/ink1098.xml"/><Relationship Id="rId112" Type="http://schemas.openxmlformats.org/officeDocument/2006/relationships/image" Target="../media/image1087.png"/><Relationship Id="rId133" Type="http://schemas.openxmlformats.org/officeDocument/2006/relationships/customXml" Target="../ink/ink1120.xml"/><Relationship Id="rId154" Type="http://schemas.openxmlformats.org/officeDocument/2006/relationships/image" Target="../media/image1108.png"/><Relationship Id="rId175" Type="http://schemas.openxmlformats.org/officeDocument/2006/relationships/customXml" Target="../ink/ink1141.xml"/><Relationship Id="rId196" Type="http://schemas.openxmlformats.org/officeDocument/2006/relationships/customXml" Target="../ink/ink1152.xml"/><Relationship Id="rId200" Type="http://schemas.openxmlformats.org/officeDocument/2006/relationships/customXml" Target="../ink/ink1154.xml"/><Relationship Id="rId16" Type="http://schemas.openxmlformats.org/officeDocument/2006/relationships/image" Target="../media/image1039.png"/><Relationship Id="rId221" Type="http://schemas.openxmlformats.org/officeDocument/2006/relationships/image" Target="../media/image1140.png"/><Relationship Id="rId37" Type="http://schemas.openxmlformats.org/officeDocument/2006/relationships/customXml" Target="../ink/ink1072.xml"/><Relationship Id="rId58" Type="http://schemas.openxmlformats.org/officeDocument/2006/relationships/image" Target="../media/image1060.png"/><Relationship Id="rId79" Type="http://schemas.openxmlformats.org/officeDocument/2006/relationships/customXml" Target="../ink/ink1093.xml"/><Relationship Id="rId102" Type="http://schemas.openxmlformats.org/officeDocument/2006/relationships/image" Target="../media/image1082.png"/><Relationship Id="rId123" Type="http://schemas.openxmlformats.org/officeDocument/2006/relationships/customXml" Target="../ink/ink1115.xml"/><Relationship Id="rId144" Type="http://schemas.openxmlformats.org/officeDocument/2006/relationships/image" Target="../media/image1103.png"/><Relationship Id="rId90" Type="http://schemas.openxmlformats.org/officeDocument/2006/relationships/image" Target="../media/image1076.png"/><Relationship Id="rId165" Type="http://schemas.openxmlformats.org/officeDocument/2006/relationships/customXml" Target="../ink/ink1136.xml"/><Relationship Id="rId186" Type="http://schemas.openxmlformats.org/officeDocument/2006/relationships/image" Target="../media/image1123.png"/><Relationship Id="rId211" Type="http://schemas.openxmlformats.org/officeDocument/2006/relationships/image" Target="../media/image1135.png"/><Relationship Id="rId232" Type="http://schemas.openxmlformats.org/officeDocument/2006/relationships/customXml" Target="../ink/ink1170.xml"/><Relationship Id="rId27" Type="http://schemas.openxmlformats.org/officeDocument/2006/relationships/customXml" Target="../ink/ink1067.xml"/><Relationship Id="rId48" Type="http://schemas.openxmlformats.org/officeDocument/2006/relationships/image" Target="../media/image1055.png"/><Relationship Id="rId69" Type="http://schemas.openxmlformats.org/officeDocument/2006/relationships/customXml" Target="../ink/ink1088.xml"/><Relationship Id="rId113" Type="http://schemas.openxmlformats.org/officeDocument/2006/relationships/customXml" Target="../ink/ink1110.xml"/><Relationship Id="rId134" Type="http://schemas.openxmlformats.org/officeDocument/2006/relationships/image" Target="../media/image1098.png"/><Relationship Id="rId80" Type="http://schemas.openxmlformats.org/officeDocument/2006/relationships/image" Target="../media/image1071.png"/><Relationship Id="rId155" Type="http://schemas.openxmlformats.org/officeDocument/2006/relationships/customXml" Target="../ink/ink1131.xml"/><Relationship Id="rId176" Type="http://schemas.openxmlformats.org/officeDocument/2006/relationships/image" Target="../media/image1118.png"/><Relationship Id="rId197" Type="http://schemas.openxmlformats.org/officeDocument/2006/relationships/image" Target="../media/image1128.png"/><Relationship Id="rId201" Type="http://schemas.openxmlformats.org/officeDocument/2006/relationships/image" Target="../media/image1130.png"/><Relationship Id="rId222" Type="http://schemas.openxmlformats.org/officeDocument/2006/relationships/customXml" Target="../ink/ink1165.xml"/><Relationship Id="rId17" Type="http://schemas.openxmlformats.org/officeDocument/2006/relationships/customXml" Target="../ink/ink1062.xml"/><Relationship Id="rId38" Type="http://schemas.openxmlformats.org/officeDocument/2006/relationships/image" Target="../media/image1050.png"/><Relationship Id="rId59" Type="http://schemas.openxmlformats.org/officeDocument/2006/relationships/customXml" Target="../ink/ink1083.xml"/><Relationship Id="rId103" Type="http://schemas.openxmlformats.org/officeDocument/2006/relationships/customXml" Target="../ink/ink1105.xml"/><Relationship Id="rId124" Type="http://schemas.openxmlformats.org/officeDocument/2006/relationships/image" Target="../media/image1093.png"/><Relationship Id="rId70" Type="http://schemas.openxmlformats.org/officeDocument/2006/relationships/image" Target="../media/image1066.png"/><Relationship Id="rId91" Type="http://schemas.openxmlformats.org/officeDocument/2006/relationships/customXml" Target="../ink/ink1099.xml"/><Relationship Id="rId145" Type="http://schemas.openxmlformats.org/officeDocument/2006/relationships/customXml" Target="../ink/ink1126.xml"/><Relationship Id="rId166" Type="http://schemas.openxmlformats.org/officeDocument/2006/relationships/image" Target="../media/image1114.png"/><Relationship Id="rId187" Type="http://schemas.openxmlformats.org/officeDocument/2006/relationships/customXml" Target="../ink/ink1147.xml"/><Relationship Id="rId1" Type="http://schemas.openxmlformats.org/officeDocument/2006/relationships/slideLayout" Target="../slideLayouts/slideLayout1.xml"/><Relationship Id="rId212" Type="http://schemas.openxmlformats.org/officeDocument/2006/relationships/customXml" Target="../ink/ink1160.xml"/><Relationship Id="rId233" Type="http://schemas.openxmlformats.org/officeDocument/2006/relationships/image" Target="../media/image1146.png"/><Relationship Id="rId28" Type="http://schemas.openxmlformats.org/officeDocument/2006/relationships/image" Target="../media/image1045.png"/><Relationship Id="rId49" Type="http://schemas.openxmlformats.org/officeDocument/2006/relationships/customXml" Target="../ink/ink1078.xml"/><Relationship Id="rId114" Type="http://schemas.openxmlformats.org/officeDocument/2006/relationships/image" Target="../media/image1088.png"/><Relationship Id="rId60" Type="http://schemas.openxmlformats.org/officeDocument/2006/relationships/image" Target="../media/image1061.png"/><Relationship Id="rId81" Type="http://schemas.openxmlformats.org/officeDocument/2006/relationships/customXml" Target="../ink/ink1094.xml"/><Relationship Id="rId135" Type="http://schemas.openxmlformats.org/officeDocument/2006/relationships/customXml" Target="../ink/ink1121.xml"/><Relationship Id="rId156" Type="http://schemas.openxmlformats.org/officeDocument/2006/relationships/image" Target="../media/image1109.png"/><Relationship Id="rId177" Type="http://schemas.openxmlformats.org/officeDocument/2006/relationships/customXml" Target="../ink/ink1142.xml"/><Relationship Id="rId198" Type="http://schemas.openxmlformats.org/officeDocument/2006/relationships/customXml" Target="../ink/ink1153.xml"/><Relationship Id="rId202" Type="http://schemas.openxmlformats.org/officeDocument/2006/relationships/customXml" Target="../ink/ink1155.xml"/><Relationship Id="rId223" Type="http://schemas.openxmlformats.org/officeDocument/2006/relationships/image" Target="../media/image1141.png"/><Relationship Id="rId18" Type="http://schemas.openxmlformats.org/officeDocument/2006/relationships/image" Target="../media/image1040.png"/><Relationship Id="rId39" Type="http://schemas.openxmlformats.org/officeDocument/2006/relationships/customXml" Target="../ink/ink1073.xml"/><Relationship Id="rId50" Type="http://schemas.openxmlformats.org/officeDocument/2006/relationships/image" Target="../media/image1056.png"/><Relationship Id="rId104" Type="http://schemas.openxmlformats.org/officeDocument/2006/relationships/image" Target="../media/image1083.png"/><Relationship Id="rId125" Type="http://schemas.openxmlformats.org/officeDocument/2006/relationships/customXml" Target="../ink/ink1116.xml"/><Relationship Id="rId146" Type="http://schemas.openxmlformats.org/officeDocument/2006/relationships/image" Target="../media/image1104.png"/><Relationship Id="rId167" Type="http://schemas.openxmlformats.org/officeDocument/2006/relationships/customXml" Target="../ink/ink1137.xml"/><Relationship Id="rId188" Type="http://schemas.openxmlformats.org/officeDocument/2006/relationships/image" Target="../media/image1124.png"/><Relationship Id="rId71" Type="http://schemas.openxmlformats.org/officeDocument/2006/relationships/customXml" Target="../ink/ink1089.xml"/><Relationship Id="rId92" Type="http://schemas.openxmlformats.org/officeDocument/2006/relationships/image" Target="../media/image1077.png"/><Relationship Id="rId213" Type="http://schemas.openxmlformats.org/officeDocument/2006/relationships/image" Target="../media/image1136.png"/><Relationship Id="rId234" Type="http://schemas.openxmlformats.org/officeDocument/2006/relationships/customXml" Target="../ink/ink1171.xml"/><Relationship Id="rId2" Type="http://schemas.openxmlformats.org/officeDocument/2006/relationships/notesSlide" Target="../notesSlides/notesSlide27.xml"/><Relationship Id="rId29" Type="http://schemas.openxmlformats.org/officeDocument/2006/relationships/customXml" Target="../ink/ink1068.xml"/><Relationship Id="rId40" Type="http://schemas.openxmlformats.org/officeDocument/2006/relationships/image" Target="../media/image1051.png"/><Relationship Id="rId115" Type="http://schemas.openxmlformats.org/officeDocument/2006/relationships/customXml" Target="../ink/ink1111.xml"/><Relationship Id="rId136" Type="http://schemas.openxmlformats.org/officeDocument/2006/relationships/image" Target="../media/image1099.png"/><Relationship Id="rId157" Type="http://schemas.openxmlformats.org/officeDocument/2006/relationships/customXml" Target="../ink/ink1132.xml"/><Relationship Id="rId178" Type="http://schemas.openxmlformats.org/officeDocument/2006/relationships/image" Target="../media/image1119.png"/><Relationship Id="rId61" Type="http://schemas.openxmlformats.org/officeDocument/2006/relationships/customXml" Target="../ink/ink1084.xml"/><Relationship Id="rId82" Type="http://schemas.openxmlformats.org/officeDocument/2006/relationships/image" Target="../media/image1072.png"/><Relationship Id="rId199" Type="http://schemas.openxmlformats.org/officeDocument/2006/relationships/image" Target="../media/image1129.png"/><Relationship Id="rId203" Type="http://schemas.openxmlformats.org/officeDocument/2006/relationships/image" Target="../media/image1131.png"/><Relationship Id="rId19" Type="http://schemas.openxmlformats.org/officeDocument/2006/relationships/customXml" Target="../ink/ink1063.xml"/><Relationship Id="rId224" Type="http://schemas.openxmlformats.org/officeDocument/2006/relationships/customXml" Target="../ink/ink1166.xml"/><Relationship Id="rId30" Type="http://schemas.openxmlformats.org/officeDocument/2006/relationships/image" Target="../media/image1046.png"/><Relationship Id="rId105" Type="http://schemas.openxmlformats.org/officeDocument/2006/relationships/customXml" Target="../ink/ink1106.xml"/><Relationship Id="rId126" Type="http://schemas.openxmlformats.org/officeDocument/2006/relationships/image" Target="../media/image1094.png"/><Relationship Id="rId147" Type="http://schemas.openxmlformats.org/officeDocument/2006/relationships/customXml" Target="../ink/ink1127.xml"/><Relationship Id="rId168" Type="http://schemas.openxmlformats.org/officeDocument/2006/relationships/image" Target="../media/image1115.png"/><Relationship Id="rId51" Type="http://schemas.openxmlformats.org/officeDocument/2006/relationships/customXml" Target="../ink/ink1079.xml"/><Relationship Id="rId72" Type="http://schemas.openxmlformats.org/officeDocument/2006/relationships/image" Target="../media/image1067.png"/><Relationship Id="rId93" Type="http://schemas.openxmlformats.org/officeDocument/2006/relationships/customXml" Target="../ink/ink1100.xml"/><Relationship Id="rId189" Type="http://schemas.openxmlformats.org/officeDocument/2006/relationships/customXml" Target="../ink/ink1148.xml"/><Relationship Id="rId3" Type="http://schemas.openxmlformats.org/officeDocument/2006/relationships/image" Target="../media/image1033.png"/><Relationship Id="rId214" Type="http://schemas.openxmlformats.org/officeDocument/2006/relationships/customXml" Target="../ink/ink1161.xml"/><Relationship Id="rId235" Type="http://schemas.openxmlformats.org/officeDocument/2006/relationships/image" Target="../media/image357.png"/><Relationship Id="rId116" Type="http://schemas.openxmlformats.org/officeDocument/2006/relationships/image" Target="../media/image1089.png"/><Relationship Id="rId137" Type="http://schemas.openxmlformats.org/officeDocument/2006/relationships/customXml" Target="../ink/ink1122.xml"/><Relationship Id="rId158" Type="http://schemas.openxmlformats.org/officeDocument/2006/relationships/image" Target="../media/image1110.png"/><Relationship Id="rId20" Type="http://schemas.openxmlformats.org/officeDocument/2006/relationships/image" Target="../media/image1041.png"/><Relationship Id="rId41" Type="http://schemas.openxmlformats.org/officeDocument/2006/relationships/customXml" Target="../ink/ink1074.xml"/><Relationship Id="rId62" Type="http://schemas.openxmlformats.org/officeDocument/2006/relationships/image" Target="../media/image1062.png"/><Relationship Id="rId83" Type="http://schemas.openxmlformats.org/officeDocument/2006/relationships/customXml" Target="../ink/ink1095.xml"/><Relationship Id="rId179" Type="http://schemas.openxmlformats.org/officeDocument/2006/relationships/customXml" Target="../ink/ink1143.xml"/></Relationships>
</file>

<file path=ppt/slides/_rels/slide38.xml.rels><?xml version="1.0" encoding="UTF-8" standalone="yes"?>
<Relationships xmlns="http://schemas.openxmlformats.org/package/2006/relationships"><Relationship Id="rId117" Type="http://schemas.openxmlformats.org/officeDocument/2006/relationships/image" Target="../media/image1163.png"/><Relationship Id="rId21" Type="http://schemas.openxmlformats.org/officeDocument/2006/relationships/image" Target="../media/image1156.png"/><Relationship Id="rId138" Type="http://schemas.openxmlformats.org/officeDocument/2006/relationships/customXml" Target="../ink/ink1209.xml"/><Relationship Id="rId159" Type="http://schemas.openxmlformats.org/officeDocument/2006/relationships/image" Target="../media/image1184.png"/><Relationship Id="rId170" Type="http://schemas.openxmlformats.org/officeDocument/2006/relationships/image" Target="../media/image1198.png"/><Relationship Id="rId191" Type="http://schemas.openxmlformats.org/officeDocument/2006/relationships/customXml" Target="../ink/ink1236.xml"/><Relationship Id="rId205" Type="http://schemas.openxmlformats.org/officeDocument/2006/relationships/customXml" Target="../ink/ink1243.xml"/><Relationship Id="rId226" Type="http://schemas.openxmlformats.org/officeDocument/2006/relationships/image" Target="../media/image1226.png"/><Relationship Id="rId107" Type="http://schemas.openxmlformats.org/officeDocument/2006/relationships/image" Target="../media/image1159.png"/><Relationship Id="rId11" Type="http://schemas.openxmlformats.org/officeDocument/2006/relationships/image" Target="../media/image1151.png"/><Relationship Id="rId128" Type="http://schemas.openxmlformats.org/officeDocument/2006/relationships/customXml" Target="../ink/ink1204.xml"/><Relationship Id="rId149" Type="http://schemas.openxmlformats.org/officeDocument/2006/relationships/image" Target="../media/image1179.png"/><Relationship Id="rId5" Type="http://schemas.openxmlformats.org/officeDocument/2006/relationships/image" Target="../media/image5410.png"/><Relationship Id="rId95" Type="http://schemas.openxmlformats.org/officeDocument/2006/relationships/image" Target="../media/image1192.png"/><Relationship Id="rId160" Type="http://schemas.openxmlformats.org/officeDocument/2006/relationships/customXml" Target="../ink/ink1220.xml"/><Relationship Id="rId181" Type="http://schemas.openxmlformats.org/officeDocument/2006/relationships/customXml" Target="../ink/ink1231.xml"/><Relationship Id="rId216" Type="http://schemas.openxmlformats.org/officeDocument/2006/relationships/image" Target="../media/image1221.png"/><Relationship Id="rId237" Type="http://schemas.openxmlformats.org/officeDocument/2006/relationships/customXml" Target="../ink/ink1259.xml"/><Relationship Id="rId22" Type="http://schemas.openxmlformats.org/officeDocument/2006/relationships/customXml" Target="../ink/ink1181.xml"/><Relationship Id="rId118" Type="http://schemas.openxmlformats.org/officeDocument/2006/relationships/customXml" Target="../ink/ink1199.xml"/><Relationship Id="rId139" Type="http://schemas.openxmlformats.org/officeDocument/2006/relationships/image" Target="../media/image1174.png"/><Relationship Id="rId150" Type="http://schemas.openxmlformats.org/officeDocument/2006/relationships/customXml" Target="../ink/ink1215.xml"/><Relationship Id="rId171" Type="http://schemas.openxmlformats.org/officeDocument/2006/relationships/customXml" Target="../ink/ink1226.xml"/><Relationship Id="rId192" Type="http://schemas.openxmlformats.org/officeDocument/2006/relationships/image" Target="../media/image1209.png"/><Relationship Id="rId206" Type="http://schemas.openxmlformats.org/officeDocument/2006/relationships/image" Target="../media/image1216.png"/><Relationship Id="rId227" Type="http://schemas.openxmlformats.org/officeDocument/2006/relationships/customXml" Target="../ink/ink1254.xml"/><Relationship Id="rId12" Type="http://schemas.openxmlformats.org/officeDocument/2006/relationships/customXml" Target="../ink/ink1176.xml"/><Relationship Id="rId108" Type="http://schemas.openxmlformats.org/officeDocument/2006/relationships/customXml" Target="../ink/ink1194.xml"/><Relationship Id="rId129" Type="http://schemas.openxmlformats.org/officeDocument/2006/relationships/image" Target="../media/image1169.png"/><Relationship Id="rId96" Type="http://schemas.openxmlformats.org/officeDocument/2006/relationships/customXml" Target="../ink/ink1188.xml"/><Relationship Id="rId140" Type="http://schemas.openxmlformats.org/officeDocument/2006/relationships/customXml" Target="../ink/ink1210.xml"/><Relationship Id="rId161" Type="http://schemas.openxmlformats.org/officeDocument/2006/relationships/customXml" Target="../ink/ink1221.xml"/><Relationship Id="rId182" Type="http://schemas.openxmlformats.org/officeDocument/2006/relationships/image" Target="../media/image1204.png"/><Relationship Id="rId217" Type="http://schemas.openxmlformats.org/officeDocument/2006/relationships/customXml" Target="../ink/ink1249.xml"/><Relationship Id="rId6" Type="http://schemas.openxmlformats.org/officeDocument/2006/relationships/customXml" Target="../ink/ink1173.xml"/><Relationship Id="rId238" Type="http://schemas.openxmlformats.org/officeDocument/2006/relationships/image" Target="../media/image1232.png"/><Relationship Id="rId23" Type="http://schemas.openxmlformats.org/officeDocument/2006/relationships/image" Target="../media/image1157.png"/><Relationship Id="rId114" Type="http://schemas.openxmlformats.org/officeDocument/2006/relationships/customXml" Target="../ink/ink1197.xml"/><Relationship Id="rId119" Type="http://schemas.openxmlformats.org/officeDocument/2006/relationships/image" Target="../media/image1164.png"/><Relationship Id="rId130" Type="http://schemas.openxmlformats.org/officeDocument/2006/relationships/customXml" Target="../ink/ink1205.xml"/><Relationship Id="rId135" Type="http://schemas.openxmlformats.org/officeDocument/2006/relationships/image" Target="../media/image1172.png"/><Relationship Id="rId151" Type="http://schemas.openxmlformats.org/officeDocument/2006/relationships/image" Target="../media/image1180.png"/><Relationship Id="rId156" Type="http://schemas.openxmlformats.org/officeDocument/2006/relationships/customXml" Target="../ink/ink1218.xml"/><Relationship Id="rId177" Type="http://schemas.openxmlformats.org/officeDocument/2006/relationships/customXml" Target="../ink/ink1229.xml"/><Relationship Id="rId198" Type="http://schemas.openxmlformats.org/officeDocument/2006/relationships/image" Target="../media/image1212.png"/><Relationship Id="rId172" Type="http://schemas.openxmlformats.org/officeDocument/2006/relationships/image" Target="../media/image1199.png"/><Relationship Id="rId193" Type="http://schemas.openxmlformats.org/officeDocument/2006/relationships/customXml" Target="../ink/ink1237.xml"/><Relationship Id="rId202" Type="http://schemas.openxmlformats.org/officeDocument/2006/relationships/image" Target="../media/image1214.png"/><Relationship Id="rId207" Type="http://schemas.openxmlformats.org/officeDocument/2006/relationships/customXml" Target="../ink/ink1244.xml"/><Relationship Id="rId223" Type="http://schemas.openxmlformats.org/officeDocument/2006/relationships/customXml" Target="../ink/ink1252.xml"/><Relationship Id="rId228" Type="http://schemas.openxmlformats.org/officeDocument/2006/relationships/image" Target="../media/image1227.png"/><Relationship Id="rId13" Type="http://schemas.openxmlformats.org/officeDocument/2006/relationships/image" Target="../media/image1152.png"/><Relationship Id="rId18" Type="http://schemas.openxmlformats.org/officeDocument/2006/relationships/customXml" Target="../ink/ink1179.xml"/><Relationship Id="rId109" Type="http://schemas.openxmlformats.org/officeDocument/2006/relationships/image" Target="../media/image1160.png"/><Relationship Id="rId97" Type="http://schemas.openxmlformats.org/officeDocument/2006/relationships/image" Target="../media/image1193.png"/><Relationship Id="rId104" Type="http://schemas.openxmlformats.org/officeDocument/2006/relationships/customXml" Target="../ink/ink1192.xml"/><Relationship Id="rId120" Type="http://schemas.openxmlformats.org/officeDocument/2006/relationships/customXml" Target="../ink/ink1200.xml"/><Relationship Id="rId125" Type="http://schemas.openxmlformats.org/officeDocument/2006/relationships/image" Target="../media/image1167.png"/><Relationship Id="rId141" Type="http://schemas.openxmlformats.org/officeDocument/2006/relationships/image" Target="../media/image1175.png"/><Relationship Id="rId146" Type="http://schemas.openxmlformats.org/officeDocument/2006/relationships/customXml" Target="../ink/ink1213.xml"/><Relationship Id="rId167" Type="http://schemas.openxmlformats.org/officeDocument/2006/relationships/customXml" Target="../ink/ink1224.xml"/><Relationship Id="rId188" Type="http://schemas.openxmlformats.org/officeDocument/2006/relationships/image" Target="../media/image1207.png"/><Relationship Id="rId7" Type="http://schemas.openxmlformats.org/officeDocument/2006/relationships/image" Target="../media/image1149.png"/><Relationship Id="rId71" Type="http://schemas.openxmlformats.org/officeDocument/2006/relationships/image" Target="../media/image109.png"/><Relationship Id="rId92" Type="http://schemas.openxmlformats.org/officeDocument/2006/relationships/customXml" Target="../ink/ink1186.xml"/><Relationship Id="rId162" Type="http://schemas.openxmlformats.org/officeDocument/2006/relationships/image" Target="../media/image1185.png"/><Relationship Id="rId183" Type="http://schemas.openxmlformats.org/officeDocument/2006/relationships/customXml" Target="../ink/ink1232.xml"/><Relationship Id="rId213" Type="http://schemas.openxmlformats.org/officeDocument/2006/relationships/customXml" Target="../ink/ink1247.xml"/><Relationship Id="rId218" Type="http://schemas.openxmlformats.org/officeDocument/2006/relationships/image" Target="../media/image1222.png"/><Relationship Id="rId234" Type="http://schemas.openxmlformats.org/officeDocument/2006/relationships/image" Target="../media/image1230.png"/><Relationship Id="rId2" Type="http://schemas.openxmlformats.org/officeDocument/2006/relationships/notesSlide" Target="../notesSlides/notesSlide28.xml"/><Relationship Id="rId24" Type="http://schemas.openxmlformats.org/officeDocument/2006/relationships/customXml" Target="../ink/ink1182.xml"/><Relationship Id="rId87" Type="http://schemas.openxmlformats.org/officeDocument/2006/relationships/image" Target="../media/image1188.png"/><Relationship Id="rId110" Type="http://schemas.openxmlformats.org/officeDocument/2006/relationships/customXml" Target="../ink/ink1195.xml"/><Relationship Id="rId115" Type="http://schemas.openxmlformats.org/officeDocument/2006/relationships/image" Target="../media/image1162.png"/><Relationship Id="rId131" Type="http://schemas.openxmlformats.org/officeDocument/2006/relationships/image" Target="../media/image1170.png"/><Relationship Id="rId136" Type="http://schemas.openxmlformats.org/officeDocument/2006/relationships/customXml" Target="../ink/ink1208.xml"/><Relationship Id="rId157" Type="http://schemas.openxmlformats.org/officeDocument/2006/relationships/image" Target="../media/image1183.png"/><Relationship Id="rId178" Type="http://schemas.openxmlformats.org/officeDocument/2006/relationships/image" Target="../media/image1202.png"/><Relationship Id="rId152" Type="http://schemas.openxmlformats.org/officeDocument/2006/relationships/customXml" Target="../ink/ink1216.xml"/><Relationship Id="rId173" Type="http://schemas.openxmlformats.org/officeDocument/2006/relationships/customXml" Target="../ink/ink1227.xml"/><Relationship Id="rId194" Type="http://schemas.openxmlformats.org/officeDocument/2006/relationships/image" Target="../media/image1210.png"/><Relationship Id="rId199" Type="http://schemas.openxmlformats.org/officeDocument/2006/relationships/customXml" Target="../ink/ink1240.xml"/><Relationship Id="rId203" Type="http://schemas.openxmlformats.org/officeDocument/2006/relationships/customXml" Target="../ink/ink1242.xml"/><Relationship Id="rId208" Type="http://schemas.openxmlformats.org/officeDocument/2006/relationships/image" Target="../media/image1217.png"/><Relationship Id="rId229" Type="http://schemas.openxmlformats.org/officeDocument/2006/relationships/customXml" Target="../ink/ink1255.xml"/><Relationship Id="rId19" Type="http://schemas.openxmlformats.org/officeDocument/2006/relationships/image" Target="../media/image1155.png"/><Relationship Id="rId224" Type="http://schemas.openxmlformats.org/officeDocument/2006/relationships/image" Target="../media/image1225.png"/><Relationship Id="rId14" Type="http://schemas.openxmlformats.org/officeDocument/2006/relationships/customXml" Target="../ink/ink1177.xml"/><Relationship Id="rId100" Type="http://schemas.openxmlformats.org/officeDocument/2006/relationships/customXml" Target="../ink/ink1190.xml"/><Relationship Id="rId105" Type="http://schemas.openxmlformats.org/officeDocument/2006/relationships/image" Target="../media/image1158.png"/><Relationship Id="rId126" Type="http://schemas.openxmlformats.org/officeDocument/2006/relationships/customXml" Target="../ink/ink1203.xml"/><Relationship Id="rId147" Type="http://schemas.openxmlformats.org/officeDocument/2006/relationships/image" Target="../media/image1178.png"/><Relationship Id="rId168" Type="http://schemas.openxmlformats.org/officeDocument/2006/relationships/image" Target="../media/image1197.png"/><Relationship Id="rId8" Type="http://schemas.openxmlformats.org/officeDocument/2006/relationships/customXml" Target="../ink/ink1174.xml"/><Relationship Id="rId72" Type="http://schemas.openxmlformats.org/officeDocument/2006/relationships/customXml" Target="../ink/ink1183.xml"/><Relationship Id="rId93" Type="http://schemas.openxmlformats.org/officeDocument/2006/relationships/image" Target="../media/image1191.png"/><Relationship Id="rId98" Type="http://schemas.openxmlformats.org/officeDocument/2006/relationships/customXml" Target="../ink/ink1189.xml"/><Relationship Id="rId121" Type="http://schemas.openxmlformats.org/officeDocument/2006/relationships/image" Target="../media/image1165.png"/><Relationship Id="rId142" Type="http://schemas.openxmlformats.org/officeDocument/2006/relationships/customXml" Target="../ink/ink1211.xml"/><Relationship Id="rId163" Type="http://schemas.openxmlformats.org/officeDocument/2006/relationships/customXml" Target="../ink/ink1222.xml"/><Relationship Id="rId184" Type="http://schemas.openxmlformats.org/officeDocument/2006/relationships/image" Target="../media/image1205.png"/><Relationship Id="rId189" Type="http://schemas.openxmlformats.org/officeDocument/2006/relationships/customXml" Target="../ink/ink1235.xml"/><Relationship Id="rId219" Type="http://schemas.openxmlformats.org/officeDocument/2006/relationships/customXml" Target="../ink/ink1250.xml"/><Relationship Id="rId3" Type="http://schemas.openxmlformats.org/officeDocument/2006/relationships/image" Target="../media/image4700.png"/><Relationship Id="rId214" Type="http://schemas.openxmlformats.org/officeDocument/2006/relationships/image" Target="../media/image1220.png"/><Relationship Id="rId230" Type="http://schemas.openxmlformats.org/officeDocument/2006/relationships/image" Target="../media/image1228.png"/><Relationship Id="rId235" Type="http://schemas.openxmlformats.org/officeDocument/2006/relationships/customXml" Target="../ink/ink1258.xml"/><Relationship Id="rId116" Type="http://schemas.openxmlformats.org/officeDocument/2006/relationships/customXml" Target="../ink/ink1198.xml"/><Relationship Id="rId137" Type="http://schemas.openxmlformats.org/officeDocument/2006/relationships/image" Target="../media/image1173.png"/><Relationship Id="rId158" Type="http://schemas.openxmlformats.org/officeDocument/2006/relationships/customXml" Target="../ink/ink1219.xml"/><Relationship Id="rId20" Type="http://schemas.openxmlformats.org/officeDocument/2006/relationships/customXml" Target="../ink/ink1180.xml"/><Relationship Id="rId88" Type="http://schemas.openxmlformats.org/officeDocument/2006/relationships/customXml" Target="../ink/ink1184.xml"/><Relationship Id="rId111" Type="http://schemas.openxmlformats.org/officeDocument/2006/relationships/image" Target="../media/image986.png"/><Relationship Id="rId132" Type="http://schemas.openxmlformats.org/officeDocument/2006/relationships/customXml" Target="../ink/ink1206.xml"/><Relationship Id="rId153" Type="http://schemas.openxmlformats.org/officeDocument/2006/relationships/image" Target="../media/image1181.png"/><Relationship Id="rId174" Type="http://schemas.openxmlformats.org/officeDocument/2006/relationships/image" Target="../media/image1200.png"/><Relationship Id="rId179" Type="http://schemas.openxmlformats.org/officeDocument/2006/relationships/customXml" Target="../ink/ink1230.xml"/><Relationship Id="rId195" Type="http://schemas.openxmlformats.org/officeDocument/2006/relationships/customXml" Target="../ink/ink1238.xml"/><Relationship Id="rId209" Type="http://schemas.openxmlformats.org/officeDocument/2006/relationships/customXml" Target="../ink/ink1245.xml"/><Relationship Id="rId190" Type="http://schemas.openxmlformats.org/officeDocument/2006/relationships/image" Target="../media/image1208.png"/><Relationship Id="rId204" Type="http://schemas.openxmlformats.org/officeDocument/2006/relationships/image" Target="../media/image1215.png"/><Relationship Id="rId220" Type="http://schemas.openxmlformats.org/officeDocument/2006/relationships/image" Target="../media/image1223.png"/><Relationship Id="rId225" Type="http://schemas.openxmlformats.org/officeDocument/2006/relationships/customXml" Target="../ink/ink1253.xml"/><Relationship Id="rId15" Type="http://schemas.openxmlformats.org/officeDocument/2006/relationships/image" Target="../media/image1153.png"/><Relationship Id="rId106" Type="http://schemas.openxmlformats.org/officeDocument/2006/relationships/customXml" Target="../ink/ink1193.xml"/><Relationship Id="rId127" Type="http://schemas.openxmlformats.org/officeDocument/2006/relationships/image" Target="../media/image1168.png"/><Relationship Id="rId10" Type="http://schemas.openxmlformats.org/officeDocument/2006/relationships/customXml" Target="../ink/ink1175.xml"/><Relationship Id="rId94" Type="http://schemas.openxmlformats.org/officeDocument/2006/relationships/customXml" Target="../ink/ink1187.xml"/><Relationship Id="rId99" Type="http://schemas.openxmlformats.org/officeDocument/2006/relationships/image" Target="../media/image1194.png"/><Relationship Id="rId101" Type="http://schemas.openxmlformats.org/officeDocument/2006/relationships/image" Target="../media/image1195.png"/><Relationship Id="rId122" Type="http://schemas.openxmlformats.org/officeDocument/2006/relationships/customXml" Target="../ink/ink1201.xml"/><Relationship Id="rId143" Type="http://schemas.openxmlformats.org/officeDocument/2006/relationships/image" Target="../media/image1176.png"/><Relationship Id="rId148" Type="http://schemas.openxmlformats.org/officeDocument/2006/relationships/customXml" Target="../ink/ink1214.xml"/><Relationship Id="rId164" Type="http://schemas.openxmlformats.org/officeDocument/2006/relationships/image" Target="../media/image1186.png"/><Relationship Id="rId169" Type="http://schemas.openxmlformats.org/officeDocument/2006/relationships/customXml" Target="../ink/ink1225.xml"/><Relationship Id="rId185" Type="http://schemas.openxmlformats.org/officeDocument/2006/relationships/customXml" Target="../ink/ink1233.xml"/><Relationship Id="rId4" Type="http://schemas.openxmlformats.org/officeDocument/2006/relationships/image" Target="../media/image1148.png"/><Relationship Id="rId9" Type="http://schemas.openxmlformats.org/officeDocument/2006/relationships/image" Target="../media/image1150.png"/><Relationship Id="rId180" Type="http://schemas.openxmlformats.org/officeDocument/2006/relationships/image" Target="../media/image1203.png"/><Relationship Id="rId210" Type="http://schemas.openxmlformats.org/officeDocument/2006/relationships/image" Target="../media/image1218.png"/><Relationship Id="rId215" Type="http://schemas.openxmlformats.org/officeDocument/2006/relationships/customXml" Target="../ink/ink1248.xml"/><Relationship Id="rId236" Type="http://schemas.openxmlformats.org/officeDocument/2006/relationships/image" Target="../media/image1231.png"/><Relationship Id="rId231" Type="http://schemas.openxmlformats.org/officeDocument/2006/relationships/customXml" Target="../ink/ink1256.xml"/><Relationship Id="rId89" Type="http://schemas.openxmlformats.org/officeDocument/2006/relationships/image" Target="../media/image1189.png"/><Relationship Id="rId112" Type="http://schemas.openxmlformats.org/officeDocument/2006/relationships/customXml" Target="../ink/ink1196.xml"/><Relationship Id="rId133" Type="http://schemas.openxmlformats.org/officeDocument/2006/relationships/image" Target="../media/image1171.png"/><Relationship Id="rId154" Type="http://schemas.openxmlformats.org/officeDocument/2006/relationships/customXml" Target="../ink/ink1217.xml"/><Relationship Id="rId175" Type="http://schemas.openxmlformats.org/officeDocument/2006/relationships/customXml" Target="../ink/ink1228.xml"/><Relationship Id="rId196" Type="http://schemas.openxmlformats.org/officeDocument/2006/relationships/image" Target="../media/image1211.png"/><Relationship Id="rId200" Type="http://schemas.openxmlformats.org/officeDocument/2006/relationships/image" Target="../media/image1213.png"/><Relationship Id="rId16" Type="http://schemas.openxmlformats.org/officeDocument/2006/relationships/customXml" Target="../ink/ink1178.xml"/><Relationship Id="rId221" Type="http://schemas.openxmlformats.org/officeDocument/2006/relationships/customXml" Target="../ink/ink1251.xml"/><Relationship Id="rId102" Type="http://schemas.openxmlformats.org/officeDocument/2006/relationships/customXml" Target="../ink/ink1191.xml"/><Relationship Id="rId123" Type="http://schemas.openxmlformats.org/officeDocument/2006/relationships/image" Target="../media/image1166.png"/><Relationship Id="rId144" Type="http://schemas.openxmlformats.org/officeDocument/2006/relationships/customXml" Target="../ink/ink1212.xml"/><Relationship Id="rId90" Type="http://schemas.openxmlformats.org/officeDocument/2006/relationships/customXml" Target="../ink/ink1185.xml"/><Relationship Id="rId165" Type="http://schemas.openxmlformats.org/officeDocument/2006/relationships/customXml" Target="../ink/ink1223.xml"/><Relationship Id="rId186" Type="http://schemas.openxmlformats.org/officeDocument/2006/relationships/image" Target="../media/image1206.png"/><Relationship Id="rId211" Type="http://schemas.openxmlformats.org/officeDocument/2006/relationships/customXml" Target="../ink/ink1246.xml"/><Relationship Id="rId232" Type="http://schemas.openxmlformats.org/officeDocument/2006/relationships/image" Target="../media/image1229.png"/><Relationship Id="rId113" Type="http://schemas.openxmlformats.org/officeDocument/2006/relationships/image" Target="../media/image1161.png"/><Relationship Id="rId134" Type="http://schemas.openxmlformats.org/officeDocument/2006/relationships/customXml" Target="../ink/ink1207.xml"/><Relationship Id="rId155" Type="http://schemas.openxmlformats.org/officeDocument/2006/relationships/image" Target="../media/image1182.png"/><Relationship Id="rId176" Type="http://schemas.openxmlformats.org/officeDocument/2006/relationships/image" Target="../media/image1201.png"/><Relationship Id="rId197" Type="http://schemas.openxmlformats.org/officeDocument/2006/relationships/customXml" Target="../ink/ink1239.xml"/><Relationship Id="rId201" Type="http://schemas.openxmlformats.org/officeDocument/2006/relationships/customXml" Target="../ink/ink1241.xml"/><Relationship Id="rId222" Type="http://schemas.openxmlformats.org/officeDocument/2006/relationships/image" Target="../media/image1224.png"/><Relationship Id="rId17" Type="http://schemas.openxmlformats.org/officeDocument/2006/relationships/image" Target="../media/image1154.png"/><Relationship Id="rId103" Type="http://schemas.openxmlformats.org/officeDocument/2006/relationships/image" Target="../media/image1196.png"/><Relationship Id="rId124" Type="http://schemas.openxmlformats.org/officeDocument/2006/relationships/customXml" Target="../ink/ink1202.xml"/><Relationship Id="rId91" Type="http://schemas.openxmlformats.org/officeDocument/2006/relationships/image" Target="../media/image1190.png"/><Relationship Id="rId145" Type="http://schemas.openxmlformats.org/officeDocument/2006/relationships/image" Target="../media/image1177.png"/><Relationship Id="rId166" Type="http://schemas.openxmlformats.org/officeDocument/2006/relationships/image" Target="../media/image1187.png"/><Relationship Id="rId187" Type="http://schemas.openxmlformats.org/officeDocument/2006/relationships/customXml" Target="../ink/ink1234.xml"/><Relationship Id="rId1" Type="http://schemas.openxmlformats.org/officeDocument/2006/relationships/slideLayout" Target="../slideLayouts/slideLayout1.xml"/><Relationship Id="rId212" Type="http://schemas.openxmlformats.org/officeDocument/2006/relationships/image" Target="../media/image1219.png"/><Relationship Id="rId233" Type="http://schemas.openxmlformats.org/officeDocument/2006/relationships/customXml" Target="../ink/ink1257.xml"/></Relationships>
</file>

<file path=ppt/slides/_rels/slide39.xml.rels><?xml version="1.0" encoding="UTF-8" standalone="yes"?>
<Relationships xmlns="http://schemas.openxmlformats.org/package/2006/relationships"><Relationship Id="rId117" Type="http://schemas.openxmlformats.org/officeDocument/2006/relationships/image" Target="../media/image1299.png"/><Relationship Id="rId21" Type="http://schemas.openxmlformats.org/officeDocument/2006/relationships/image" Target="../media/image1252.png"/><Relationship Id="rId324" Type="http://schemas.openxmlformats.org/officeDocument/2006/relationships/customXml" Target="../ink/ink1424.xml"/><Relationship Id="rId531" Type="http://schemas.openxmlformats.org/officeDocument/2006/relationships/customXml" Target="../ink/ink1528.xml"/><Relationship Id="rId170" Type="http://schemas.openxmlformats.org/officeDocument/2006/relationships/customXml" Target="../ink/ink1344.xml"/><Relationship Id="rId268" Type="http://schemas.openxmlformats.org/officeDocument/2006/relationships/customXml" Target="../ink/ink1395.xml"/><Relationship Id="rId475" Type="http://schemas.openxmlformats.org/officeDocument/2006/relationships/customXml" Target="../ink/ink1500.xml"/><Relationship Id="rId32" Type="http://schemas.openxmlformats.org/officeDocument/2006/relationships/customXml" Target="../ink/ink1275.xml"/><Relationship Id="rId128" Type="http://schemas.openxmlformats.org/officeDocument/2006/relationships/customXml" Target="../ink/ink1323.xml"/><Relationship Id="rId335" Type="http://schemas.openxmlformats.org/officeDocument/2006/relationships/customXml" Target="../ink/ink1430.xml"/><Relationship Id="rId542" Type="http://schemas.openxmlformats.org/officeDocument/2006/relationships/image" Target="../media/image1505.png"/><Relationship Id="rId181" Type="http://schemas.openxmlformats.org/officeDocument/2006/relationships/image" Target="../media/image1330.png"/><Relationship Id="rId402" Type="http://schemas.openxmlformats.org/officeDocument/2006/relationships/image" Target="../media/image1436.png"/><Relationship Id="rId279" Type="http://schemas.openxmlformats.org/officeDocument/2006/relationships/image" Target="../media/image1376.png"/><Relationship Id="rId486" Type="http://schemas.openxmlformats.org/officeDocument/2006/relationships/image" Target="../media/image1477.png"/><Relationship Id="rId43" Type="http://schemas.openxmlformats.org/officeDocument/2006/relationships/image" Target="../media/image1263.png"/><Relationship Id="rId139" Type="http://schemas.openxmlformats.org/officeDocument/2006/relationships/image" Target="../media/image1310.png"/><Relationship Id="rId346" Type="http://schemas.openxmlformats.org/officeDocument/2006/relationships/image" Target="../media/image1408.png"/><Relationship Id="rId192" Type="http://schemas.openxmlformats.org/officeDocument/2006/relationships/customXml" Target="../ink/ink1355.xml"/><Relationship Id="rId206" Type="http://schemas.openxmlformats.org/officeDocument/2006/relationships/customXml" Target="../ink/ink1362.xml"/><Relationship Id="rId413" Type="http://schemas.openxmlformats.org/officeDocument/2006/relationships/customXml" Target="../ink/ink1469.xml"/><Relationship Id="rId497" Type="http://schemas.openxmlformats.org/officeDocument/2006/relationships/customXml" Target="../ink/ink1511.xml"/><Relationship Id="rId12" Type="http://schemas.openxmlformats.org/officeDocument/2006/relationships/customXml" Target="../ink/ink1265.xml"/><Relationship Id="rId108" Type="http://schemas.openxmlformats.org/officeDocument/2006/relationships/customXml" Target="../ink/ink1313.xml"/><Relationship Id="rId315" Type="http://schemas.openxmlformats.org/officeDocument/2006/relationships/image" Target="../media/image1393.png"/><Relationship Id="rId357" Type="http://schemas.openxmlformats.org/officeDocument/2006/relationships/customXml" Target="../ink/ink1441.xml"/><Relationship Id="rId522" Type="http://schemas.openxmlformats.org/officeDocument/2006/relationships/image" Target="../media/image1495.png"/><Relationship Id="rId54" Type="http://schemas.openxmlformats.org/officeDocument/2006/relationships/customXml" Target="../ink/ink1286.xml"/><Relationship Id="rId96" Type="http://schemas.openxmlformats.org/officeDocument/2006/relationships/customXml" Target="../ink/ink1307.xml"/><Relationship Id="rId161" Type="http://schemas.openxmlformats.org/officeDocument/2006/relationships/image" Target="../media/image1321.png"/><Relationship Id="rId217" Type="http://schemas.openxmlformats.org/officeDocument/2006/relationships/image" Target="../media/image1348.png"/><Relationship Id="rId399" Type="http://schemas.openxmlformats.org/officeDocument/2006/relationships/customXml" Target="../ink/ink1462.xml"/><Relationship Id="rId259" Type="http://schemas.openxmlformats.org/officeDocument/2006/relationships/image" Target="../media/image1366.png"/><Relationship Id="rId424" Type="http://schemas.openxmlformats.org/officeDocument/2006/relationships/image" Target="../media/image1447.png"/><Relationship Id="rId466" Type="http://schemas.openxmlformats.org/officeDocument/2006/relationships/image" Target="../media/image1467.png"/><Relationship Id="rId23" Type="http://schemas.openxmlformats.org/officeDocument/2006/relationships/image" Target="../media/image1253.png"/><Relationship Id="rId119" Type="http://schemas.openxmlformats.org/officeDocument/2006/relationships/image" Target="../media/image1300.png"/><Relationship Id="rId270" Type="http://schemas.openxmlformats.org/officeDocument/2006/relationships/customXml" Target="../ink/ink1396.xml"/><Relationship Id="rId326" Type="http://schemas.openxmlformats.org/officeDocument/2006/relationships/customXml" Target="../ink/ink1425.xml"/><Relationship Id="rId533" Type="http://schemas.openxmlformats.org/officeDocument/2006/relationships/customXml" Target="../ink/ink1529.xml"/><Relationship Id="rId65" Type="http://schemas.openxmlformats.org/officeDocument/2006/relationships/image" Target="../media/image1273.png"/><Relationship Id="rId130" Type="http://schemas.openxmlformats.org/officeDocument/2006/relationships/customXml" Target="../ink/ink1324.xml"/><Relationship Id="rId368" Type="http://schemas.openxmlformats.org/officeDocument/2006/relationships/image" Target="../media/image1419.png"/><Relationship Id="rId172" Type="http://schemas.openxmlformats.org/officeDocument/2006/relationships/customXml" Target="../ink/ink1345.xml"/><Relationship Id="rId228" Type="http://schemas.openxmlformats.org/officeDocument/2006/relationships/customXml" Target="../ink/ink1373.xml"/><Relationship Id="rId435" Type="http://schemas.openxmlformats.org/officeDocument/2006/relationships/customXml" Target="../ink/ink1480.xml"/><Relationship Id="rId477" Type="http://schemas.openxmlformats.org/officeDocument/2006/relationships/customXml" Target="../ink/ink1501.xml"/><Relationship Id="rId281" Type="http://schemas.openxmlformats.org/officeDocument/2006/relationships/image" Target="../media/image1377.png"/><Relationship Id="rId337" Type="http://schemas.openxmlformats.org/officeDocument/2006/relationships/customXml" Target="../ink/ink1431.xml"/><Relationship Id="rId502" Type="http://schemas.openxmlformats.org/officeDocument/2006/relationships/image" Target="../media/image1485.png"/><Relationship Id="rId34" Type="http://schemas.openxmlformats.org/officeDocument/2006/relationships/customXml" Target="../ink/ink1276.xml"/><Relationship Id="rId76" Type="http://schemas.openxmlformats.org/officeDocument/2006/relationships/customXml" Target="../ink/ink1297.xml"/><Relationship Id="rId141" Type="http://schemas.openxmlformats.org/officeDocument/2006/relationships/image" Target="../media/image1311.png"/><Relationship Id="rId379" Type="http://schemas.openxmlformats.org/officeDocument/2006/relationships/customXml" Target="../ink/ink1452.xml"/><Relationship Id="rId544" Type="http://schemas.openxmlformats.org/officeDocument/2006/relationships/image" Target="../media/image1506.png"/><Relationship Id="rId7" Type="http://schemas.openxmlformats.org/officeDocument/2006/relationships/image" Target="../media/image1245.png"/><Relationship Id="rId183" Type="http://schemas.openxmlformats.org/officeDocument/2006/relationships/image" Target="../media/image1331.png"/><Relationship Id="rId239" Type="http://schemas.openxmlformats.org/officeDocument/2006/relationships/image" Target="../media/image1358.png"/><Relationship Id="rId390" Type="http://schemas.openxmlformats.org/officeDocument/2006/relationships/image" Target="../media/image1430.png"/><Relationship Id="rId404" Type="http://schemas.openxmlformats.org/officeDocument/2006/relationships/image" Target="../media/image1437.png"/><Relationship Id="rId446" Type="http://schemas.openxmlformats.org/officeDocument/2006/relationships/image" Target="../media/image1457.png"/><Relationship Id="rId250" Type="http://schemas.openxmlformats.org/officeDocument/2006/relationships/customXml" Target="../ink/ink1385.xml"/><Relationship Id="rId292" Type="http://schemas.openxmlformats.org/officeDocument/2006/relationships/customXml" Target="../ink/ink1407.xml"/><Relationship Id="rId306" Type="http://schemas.openxmlformats.org/officeDocument/2006/relationships/customXml" Target="../ink/ink1415.xml"/><Relationship Id="rId488" Type="http://schemas.openxmlformats.org/officeDocument/2006/relationships/image" Target="../media/image1478.png"/><Relationship Id="rId45" Type="http://schemas.openxmlformats.org/officeDocument/2006/relationships/image" Target="../media/image1264.png"/><Relationship Id="rId87" Type="http://schemas.openxmlformats.org/officeDocument/2006/relationships/image" Target="../media/image1284.png"/><Relationship Id="rId110" Type="http://schemas.openxmlformats.org/officeDocument/2006/relationships/customXml" Target="../ink/ink1314.xml"/><Relationship Id="rId348" Type="http://schemas.openxmlformats.org/officeDocument/2006/relationships/image" Target="../media/image1409.png"/><Relationship Id="rId513" Type="http://schemas.openxmlformats.org/officeDocument/2006/relationships/customXml" Target="../ink/ink1519.xml"/><Relationship Id="rId152" Type="http://schemas.openxmlformats.org/officeDocument/2006/relationships/customXml" Target="../ink/ink1335.xml"/><Relationship Id="rId194" Type="http://schemas.openxmlformats.org/officeDocument/2006/relationships/customXml" Target="../ink/ink1356.xml"/><Relationship Id="rId208" Type="http://schemas.openxmlformats.org/officeDocument/2006/relationships/customXml" Target="../ink/ink1363.xml"/><Relationship Id="rId415" Type="http://schemas.openxmlformats.org/officeDocument/2006/relationships/customXml" Target="../ink/ink1470.xml"/><Relationship Id="rId457" Type="http://schemas.openxmlformats.org/officeDocument/2006/relationships/customXml" Target="../ink/ink1491.xml"/><Relationship Id="rId261" Type="http://schemas.openxmlformats.org/officeDocument/2006/relationships/image" Target="../media/image1367.png"/><Relationship Id="rId499" Type="http://schemas.openxmlformats.org/officeDocument/2006/relationships/customXml" Target="../ink/ink1512.xml"/><Relationship Id="rId14" Type="http://schemas.openxmlformats.org/officeDocument/2006/relationships/customXml" Target="../ink/ink1266.xml"/><Relationship Id="rId56" Type="http://schemas.openxmlformats.org/officeDocument/2006/relationships/customXml" Target="../ink/ink1287.xml"/><Relationship Id="rId317" Type="http://schemas.openxmlformats.org/officeDocument/2006/relationships/image" Target="../media/image1394.png"/><Relationship Id="rId359" Type="http://schemas.openxmlformats.org/officeDocument/2006/relationships/customXml" Target="../ink/ink1442.xml"/><Relationship Id="rId524" Type="http://schemas.openxmlformats.org/officeDocument/2006/relationships/image" Target="../media/image1496.png"/><Relationship Id="rId98" Type="http://schemas.openxmlformats.org/officeDocument/2006/relationships/customXml" Target="../ink/ink1308.xml"/><Relationship Id="rId121" Type="http://schemas.openxmlformats.org/officeDocument/2006/relationships/image" Target="../media/image1301.png"/><Relationship Id="rId163" Type="http://schemas.openxmlformats.org/officeDocument/2006/relationships/image" Target="../media/image1322.png"/><Relationship Id="rId219" Type="http://schemas.openxmlformats.org/officeDocument/2006/relationships/image" Target="../media/image1349.png"/><Relationship Id="rId370" Type="http://schemas.openxmlformats.org/officeDocument/2006/relationships/image" Target="../media/image1420.png"/><Relationship Id="rId426" Type="http://schemas.openxmlformats.org/officeDocument/2006/relationships/image" Target="../media/image1448.png"/><Relationship Id="rId230" Type="http://schemas.openxmlformats.org/officeDocument/2006/relationships/customXml" Target="../ink/ink1374.xml"/><Relationship Id="rId468" Type="http://schemas.openxmlformats.org/officeDocument/2006/relationships/image" Target="../media/image1468.png"/><Relationship Id="rId25" Type="http://schemas.openxmlformats.org/officeDocument/2006/relationships/image" Target="../media/image1254.png"/><Relationship Id="rId67" Type="http://schemas.openxmlformats.org/officeDocument/2006/relationships/image" Target="../media/image1274.png"/><Relationship Id="rId272" Type="http://schemas.openxmlformats.org/officeDocument/2006/relationships/customXml" Target="../ink/ink1397.xml"/><Relationship Id="rId328" Type="http://schemas.openxmlformats.org/officeDocument/2006/relationships/customXml" Target="../ink/ink1426.xml"/><Relationship Id="rId535" Type="http://schemas.openxmlformats.org/officeDocument/2006/relationships/customXml" Target="../ink/ink1530.xml"/><Relationship Id="rId132" Type="http://schemas.openxmlformats.org/officeDocument/2006/relationships/customXml" Target="../ink/ink1325.xml"/><Relationship Id="rId174" Type="http://schemas.openxmlformats.org/officeDocument/2006/relationships/customXml" Target="../ink/ink1346.xml"/><Relationship Id="rId381" Type="http://schemas.openxmlformats.org/officeDocument/2006/relationships/customXml" Target="../ink/ink1453.xml"/><Relationship Id="rId241" Type="http://schemas.openxmlformats.org/officeDocument/2006/relationships/image" Target="../media/image1359.png"/><Relationship Id="rId437" Type="http://schemas.openxmlformats.org/officeDocument/2006/relationships/customXml" Target="../ink/ink1481.xml"/><Relationship Id="rId479" Type="http://schemas.openxmlformats.org/officeDocument/2006/relationships/customXml" Target="../ink/ink1502.xml"/><Relationship Id="rId36" Type="http://schemas.openxmlformats.org/officeDocument/2006/relationships/customXml" Target="../ink/ink1277.xml"/><Relationship Id="rId283" Type="http://schemas.openxmlformats.org/officeDocument/2006/relationships/image" Target="../media/image1378.png"/><Relationship Id="rId339" Type="http://schemas.openxmlformats.org/officeDocument/2006/relationships/customXml" Target="../ink/ink1432.xml"/><Relationship Id="rId490" Type="http://schemas.openxmlformats.org/officeDocument/2006/relationships/image" Target="../media/image1479.png"/><Relationship Id="rId504" Type="http://schemas.openxmlformats.org/officeDocument/2006/relationships/image" Target="../media/image1486.png"/><Relationship Id="rId546" Type="http://schemas.openxmlformats.org/officeDocument/2006/relationships/image" Target="../media/image1507.png"/><Relationship Id="rId78" Type="http://schemas.openxmlformats.org/officeDocument/2006/relationships/customXml" Target="../ink/ink1298.xml"/><Relationship Id="rId101" Type="http://schemas.openxmlformats.org/officeDocument/2006/relationships/image" Target="../media/image1291.png"/><Relationship Id="rId143" Type="http://schemas.openxmlformats.org/officeDocument/2006/relationships/image" Target="../media/image1312.png"/><Relationship Id="rId185" Type="http://schemas.openxmlformats.org/officeDocument/2006/relationships/image" Target="../media/image1332.png"/><Relationship Id="rId350" Type="http://schemas.openxmlformats.org/officeDocument/2006/relationships/image" Target="../media/image1410.png"/><Relationship Id="rId406" Type="http://schemas.openxmlformats.org/officeDocument/2006/relationships/image" Target="../media/image1438.png"/><Relationship Id="rId9" Type="http://schemas.openxmlformats.org/officeDocument/2006/relationships/image" Target="../media/image1246.png"/><Relationship Id="rId210" Type="http://schemas.openxmlformats.org/officeDocument/2006/relationships/customXml" Target="../ink/ink1364.xml"/><Relationship Id="rId392" Type="http://schemas.openxmlformats.org/officeDocument/2006/relationships/image" Target="../media/image1431.png"/><Relationship Id="rId448" Type="http://schemas.openxmlformats.org/officeDocument/2006/relationships/image" Target="../media/image1458.png"/><Relationship Id="rId252" Type="http://schemas.openxmlformats.org/officeDocument/2006/relationships/customXml" Target="../ink/ink1387.xml"/><Relationship Id="rId294" Type="http://schemas.openxmlformats.org/officeDocument/2006/relationships/customXml" Target="../ink/ink1408.xml"/><Relationship Id="rId308" Type="http://schemas.openxmlformats.org/officeDocument/2006/relationships/customXml" Target="../ink/ink1416.xml"/><Relationship Id="rId515" Type="http://schemas.openxmlformats.org/officeDocument/2006/relationships/customXml" Target="../ink/ink1520.xml"/><Relationship Id="rId47" Type="http://schemas.openxmlformats.org/officeDocument/2006/relationships/image" Target="../media/image1265.png"/><Relationship Id="rId89" Type="http://schemas.openxmlformats.org/officeDocument/2006/relationships/image" Target="../media/image1285.png"/><Relationship Id="rId112" Type="http://schemas.openxmlformats.org/officeDocument/2006/relationships/customXml" Target="../ink/ink1315.xml"/><Relationship Id="rId154" Type="http://schemas.openxmlformats.org/officeDocument/2006/relationships/customXml" Target="../ink/ink1336.xml"/><Relationship Id="rId361" Type="http://schemas.openxmlformats.org/officeDocument/2006/relationships/customXml" Target="../ink/ink1443.xml"/><Relationship Id="rId196" Type="http://schemas.openxmlformats.org/officeDocument/2006/relationships/customXml" Target="../ink/ink1357.xml"/><Relationship Id="rId417" Type="http://schemas.openxmlformats.org/officeDocument/2006/relationships/customXml" Target="../ink/ink1471.xml"/><Relationship Id="rId459" Type="http://schemas.openxmlformats.org/officeDocument/2006/relationships/customXml" Target="../ink/ink1492.xml"/><Relationship Id="rId16" Type="http://schemas.openxmlformats.org/officeDocument/2006/relationships/customXml" Target="../ink/ink1267.xml"/><Relationship Id="rId221" Type="http://schemas.openxmlformats.org/officeDocument/2006/relationships/image" Target="../media/image1350.png"/><Relationship Id="rId263" Type="http://schemas.openxmlformats.org/officeDocument/2006/relationships/image" Target="../media/image1368.png"/><Relationship Id="rId319" Type="http://schemas.openxmlformats.org/officeDocument/2006/relationships/image" Target="../media/image1395.png"/><Relationship Id="rId470" Type="http://schemas.openxmlformats.org/officeDocument/2006/relationships/image" Target="../media/image1469.png"/><Relationship Id="rId526" Type="http://schemas.openxmlformats.org/officeDocument/2006/relationships/image" Target="../media/image1497.png"/><Relationship Id="rId58" Type="http://schemas.openxmlformats.org/officeDocument/2006/relationships/customXml" Target="../ink/ink1288.xml"/><Relationship Id="rId123" Type="http://schemas.openxmlformats.org/officeDocument/2006/relationships/image" Target="../media/image1302.png"/><Relationship Id="rId330" Type="http://schemas.openxmlformats.org/officeDocument/2006/relationships/image" Target="../media/image1400.png"/><Relationship Id="rId165" Type="http://schemas.openxmlformats.org/officeDocument/2006/relationships/image" Target="../media/image1323.png"/><Relationship Id="rId372" Type="http://schemas.openxmlformats.org/officeDocument/2006/relationships/image" Target="../media/image1421.png"/><Relationship Id="rId428" Type="http://schemas.openxmlformats.org/officeDocument/2006/relationships/image" Target="../media/image1449.png"/><Relationship Id="rId232" Type="http://schemas.openxmlformats.org/officeDocument/2006/relationships/customXml" Target="../ink/ink1375.xml"/><Relationship Id="rId274" Type="http://schemas.openxmlformats.org/officeDocument/2006/relationships/customXml" Target="../ink/ink1398.xml"/><Relationship Id="rId481" Type="http://schemas.openxmlformats.org/officeDocument/2006/relationships/customXml" Target="../ink/ink1503.xml"/><Relationship Id="rId27" Type="http://schemas.openxmlformats.org/officeDocument/2006/relationships/image" Target="../media/image1255.png"/><Relationship Id="rId69" Type="http://schemas.openxmlformats.org/officeDocument/2006/relationships/image" Target="../media/image1275.png"/><Relationship Id="rId134" Type="http://schemas.openxmlformats.org/officeDocument/2006/relationships/customXml" Target="../ink/ink1326.xml"/><Relationship Id="rId537" Type="http://schemas.openxmlformats.org/officeDocument/2006/relationships/customXml" Target="../ink/ink1531.xml"/><Relationship Id="rId80" Type="http://schemas.openxmlformats.org/officeDocument/2006/relationships/customXml" Target="../ink/ink1299.xml"/><Relationship Id="rId176" Type="http://schemas.openxmlformats.org/officeDocument/2006/relationships/customXml" Target="../ink/ink1347.xml"/><Relationship Id="rId341" Type="http://schemas.openxmlformats.org/officeDocument/2006/relationships/customXml" Target="../ink/ink1433.xml"/><Relationship Id="rId383" Type="http://schemas.openxmlformats.org/officeDocument/2006/relationships/customXml" Target="../ink/ink1454.xml"/><Relationship Id="rId439" Type="http://schemas.openxmlformats.org/officeDocument/2006/relationships/customXml" Target="../ink/ink1482.xml"/><Relationship Id="rId201" Type="http://schemas.openxmlformats.org/officeDocument/2006/relationships/image" Target="../media/image1340.png"/><Relationship Id="rId243" Type="http://schemas.openxmlformats.org/officeDocument/2006/relationships/image" Target="../media/image1360.png"/><Relationship Id="rId285" Type="http://schemas.openxmlformats.org/officeDocument/2006/relationships/image" Target="../media/image1379.png"/><Relationship Id="rId450" Type="http://schemas.openxmlformats.org/officeDocument/2006/relationships/image" Target="../media/image1459.png"/><Relationship Id="rId506" Type="http://schemas.openxmlformats.org/officeDocument/2006/relationships/image" Target="../media/image1487.png"/><Relationship Id="rId38" Type="http://schemas.openxmlformats.org/officeDocument/2006/relationships/customXml" Target="../ink/ink1278.xml"/><Relationship Id="rId103" Type="http://schemas.openxmlformats.org/officeDocument/2006/relationships/image" Target="../media/image1292.png"/><Relationship Id="rId310" Type="http://schemas.openxmlformats.org/officeDocument/2006/relationships/customXml" Target="../ink/ink1417.xml"/><Relationship Id="rId492" Type="http://schemas.openxmlformats.org/officeDocument/2006/relationships/image" Target="../media/image1480.png"/><Relationship Id="rId548" Type="http://schemas.openxmlformats.org/officeDocument/2006/relationships/image" Target="../media/image1508.png"/><Relationship Id="rId91" Type="http://schemas.openxmlformats.org/officeDocument/2006/relationships/image" Target="../media/image1286.png"/><Relationship Id="rId145" Type="http://schemas.openxmlformats.org/officeDocument/2006/relationships/image" Target="../media/image1313.png"/><Relationship Id="rId187" Type="http://schemas.openxmlformats.org/officeDocument/2006/relationships/image" Target="../media/image1333.png"/><Relationship Id="rId352" Type="http://schemas.openxmlformats.org/officeDocument/2006/relationships/image" Target="../media/image1411.png"/><Relationship Id="rId394" Type="http://schemas.openxmlformats.org/officeDocument/2006/relationships/image" Target="../media/image1432.png"/><Relationship Id="rId408" Type="http://schemas.openxmlformats.org/officeDocument/2006/relationships/image" Target="../media/image1439.png"/><Relationship Id="rId212" Type="http://schemas.openxmlformats.org/officeDocument/2006/relationships/customXml" Target="../ink/ink1365.xml"/><Relationship Id="rId254" Type="http://schemas.openxmlformats.org/officeDocument/2006/relationships/customXml" Target="../ink/ink1388.xml"/><Relationship Id="rId49" Type="http://schemas.openxmlformats.org/officeDocument/2006/relationships/image" Target="../media/image1266.png"/><Relationship Id="rId114" Type="http://schemas.openxmlformats.org/officeDocument/2006/relationships/customXml" Target="../ink/ink1316.xml"/><Relationship Id="rId296" Type="http://schemas.openxmlformats.org/officeDocument/2006/relationships/customXml" Target="../ink/ink1409.xml"/><Relationship Id="rId461" Type="http://schemas.openxmlformats.org/officeDocument/2006/relationships/customXml" Target="../ink/ink1493.xml"/><Relationship Id="rId517" Type="http://schemas.openxmlformats.org/officeDocument/2006/relationships/customXml" Target="../ink/ink1521.xml"/><Relationship Id="rId60" Type="http://schemas.openxmlformats.org/officeDocument/2006/relationships/customXml" Target="../ink/ink1289.xml"/><Relationship Id="rId156" Type="http://schemas.openxmlformats.org/officeDocument/2006/relationships/customXml" Target="../ink/ink1337.xml"/><Relationship Id="rId198" Type="http://schemas.openxmlformats.org/officeDocument/2006/relationships/customXml" Target="../ink/ink1358.xml"/><Relationship Id="rId321" Type="http://schemas.openxmlformats.org/officeDocument/2006/relationships/image" Target="../media/image1396.png"/><Relationship Id="rId363" Type="http://schemas.openxmlformats.org/officeDocument/2006/relationships/customXml" Target="../ink/ink1444.xml"/><Relationship Id="rId419" Type="http://schemas.openxmlformats.org/officeDocument/2006/relationships/customXml" Target="../ink/ink1472.xml"/><Relationship Id="rId223" Type="http://schemas.openxmlformats.org/officeDocument/2006/relationships/image" Target="../media/image1351.png"/><Relationship Id="rId430" Type="http://schemas.openxmlformats.org/officeDocument/2006/relationships/image" Target="../media/image1450.png"/><Relationship Id="rId18" Type="http://schemas.openxmlformats.org/officeDocument/2006/relationships/customXml" Target="../ink/ink1268.xml"/><Relationship Id="rId265" Type="http://schemas.openxmlformats.org/officeDocument/2006/relationships/image" Target="../media/image1369.png"/><Relationship Id="rId472" Type="http://schemas.openxmlformats.org/officeDocument/2006/relationships/image" Target="../media/image1470.png"/><Relationship Id="rId528" Type="http://schemas.openxmlformats.org/officeDocument/2006/relationships/image" Target="../media/image1498.png"/><Relationship Id="rId125" Type="http://schemas.openxmlformats.org/officeDocument/2006/relationships/image" Target="../media/image1303.png"/><Relationship Id="rId167" Type="http://schemas.openxmlformats.org/officeDocument/2006/relationships/image" Target="../media/image1324.png"/><Relationship Id="rId332" Type="http://schemas.openxmlformats.org/officeDocument/2006/relationships/image" Target="../media/image1401.png"/><Relationship Id="rId374" Type="http://schemas.openxmlformats.org/officeDocument/2006/relationships/image" Target="../media/image1422.png"/><Relationship Id="rId71" Type="http://schemas.openxmlformats.org/officeDocument/2006/relationships/image" Target="../media/image1276.png"/><Relationship Id="rId234" Type="http://schemas.openxmlformats.org/officeDocument/2006/relationships/customXml" Target="../ink/ink1376.xml"/><Relationship Id="rId2" Type="http://schemas.openxmlformats.org/officeDocument/2006/relationships/customXml" Target="../ink/ink1260.xml"/><Relationship Id="rId29" Type="http://schemas.openxmlformats.org/officeDocument/2006/relationships/image" Target="../media/image1256.png"/><Relationship Id="rId276" Type="http://schemas.openxmlformats.org/officeDocument/2006/relationships/customXml" Target="../ink/ink1399.xml"/><Relationship Id="rId441" Type="http://schemas.openxmlformats.org/officeDocument/2006/relationships/customXml" Target="../ink/ink1483.xml"/><Relationship Id="rId483" Type="http://schemas.openxmlformats.org/officeDocument/2006/relationships/customXml" Target="../ink/ink1504.xml"/><Relationship Id="rId539" Type="http://schemas.openxmlformats.org/officeDocument/2006/relationships/customXml" Target="../ink/ink1532.xml"/><Relationship Id="rId40" Type="http://schemas.openxmlformats.org/officeDocument/2006/relationships/customXml" Target="../ink/ink1279.xml"/><Relationship Id="rId136" Type="http://schemas.openxmlformats.org/officeDocument/2006/relationships/customXml" Target="../ink/ink1327.xml"/><Relationship Id="rId178" Type="http://schemas.openxmlformats.org/officeDocument/2006/relationships/customXml" Target="../ink/ink1348.xml"/><Relationship Id="rId301" Type="http://schemas.openxmlformats.org/officeDocument/2006/relationships/customXml" Target="../ink/ink1412.xml"/><Relationship Id="rId343" Type="http://schemas.openxmlformats.org/officeDocument/2006/relationships/customXml" Target="../ink/ink1434.xml"/><Relationship Id="rId550" Type="http://schemas.openxmlformats.org/officeDocument/2006/relationships/image" Target="../media/image1509.png"/><Relationship Id="rId82" Type="http://schemas.openxmlformats.org/officeDocument/2006/relationships/customXml" Target="../ink/ink1300.xml"/><Relationship Id="rId203" Type="http://schemas.openxmlformats.org/officeDocument/2006/relationships/image" Target="../media/image1341.png"/><Relationship Id="rId385" Type="http://schemas.openxmlformats.org/officeDocument/2006/relationships/customXml" Target="../ink/ink1455.xml"/><Relationship Id="rId245" Type="http://schemas.openxmlformats.org/officeDocument/2006/relationships/image" Target="../media/image1361.png"/><Relationship Id="rId287" Type="http://schemas.openxmlformats.org/officeDocument/2006/relationships/image" Target="../media/image1380.png"/><Relationship Id="rId410" Type="http://schemas.openxmlformats.org/officeDocument/2006/relationships/image" Target="../media/image1440.png"/><Relationship Id="rId452" Type="http://schemas.openxmlformats.org/officeDocument/2006/relationships/image" Target="../media/image1460.png"/><Relationship Id="rId494" Type="http://schemas.openxmlformats.org/officeDocument/2006/relationships/image" Target="../media/image1481.png"/><Relationship Id="rId508" Type="http://schemas.openxmlformats.org/officeDocument/2006/relationships/image" Target="../media/image1488.png"/><Relationship Id="rId105" Type="http://schemas.openxmlformats.org/officeDocument/2006/relationships/image" Target="../media/image1293.png"/><Relationship Id="rId147" Type="http://schemas.openxmlformats.org/officeDocument/2006/relationships/image" Target="../media/image1314.png"/><Relationship Id="rId312" Type="http://schemas.openxmlformats.org/officeDocument/2006/relationships/customXml" Target="../ink/ink1418.xml"/><Relationship Id="rId354" Type="http://schemas.openxmlformats.org/officeDocument/2006/relationships/image" Target="../media/image1412.png"/><Relationship Id="rId51" Type="http://schemas.openxmlformats.org/officeDocument/2006/relationships/image" Target="../media/image109.png"/><Relationship Id="rId93" Type="http://schemas.openxmlformats.org/officeDocument/2006/relationships/image" Target="../media/image1287.png"/><Relationship Id="rId189" Type="http://schemas.openxmlformats.org/officeDocument/2006/relationships/image" Target="../media/image1334.png"/><Relationship Id="rId396" Type="http://schemas.openxmlformats.org/officeDocument/2006/relationships/image" Target="../media/image1433.png"/><Relationship Id="rId214" Type="http://schemas.openxmlformats.org/officeDocument/2006/relationships/customXml" Target="../ink/ink1366.xml"/><Relationship Id="rId256" Type="http://schemas.openxmlformats.org/officeDocument/2006/relationships/customXml" Target="../ink/ink1389.xml"/><Relationship Id="rId298" Type="http://schemas.openxmlformats.org/officeDocument/2006/relationships/customXml" Target="../ink/ink1410.xml"/><Relationship Id="rId421" Type="http://schemas.openxmlformats.org/officeDocument/2006/relationships/customXml" Target="../ink/ink1473.xml"/><Relationship Id="rId463" Type="http://schemas.openxmlformats.org/officeDocument/2006/relationships/customXml" Target="../ink/ink1494.xml"/><Relationship Id="rId519" Type="http://schemas.openxmlformats.org/officeDocument/2006/relationships/customXml" Target="../ink/ink1522.xml"/><Relationship Id="rId116" Type="http://schemas.openxmlformats.org/officeDocument/2006/relationships/customXml" Target="../ink/ink1317.xml"/><Relationship Id="rId158" Type="http://schemas.openxmlformats.org/officeDocument/2006/relationships/customXml" Target="../ink/ink1338.xml"/><Relationship Id="rId323" Type="http://schemas.openxmlformats.org/officeDocument/2006/relationships/image" Target="../media/image1397.png"/><Relationship Id="rId530" Type="http://schemas.openxmlformats.org/officeDocument/2006/relationships/image" Target="../media/image1499.png"/><Relationship Id="rId20" Type="http://schemas.openxmlformats.org/officeDocument/2006/relationships/customXml" Target="../ink/ink1269.xml"/><Relationship Id="rId62" Type="http://schemas.openxmlformats.org/officeDocument/2006/relationships/customXml" Target="../ink/ink1290.xml"/><Relationship Id="rId365" Type="http://schemas.openxmlformats.org/officeDocument/2006/relationships/customXml" Target="../ink/ink1445.xml"/><Relationship Id="rId225" Type="http://schemas.openxmlformats.org/officeDocument/2006/relationships/image" Target="../media/image614.png"/><Relationship Id="rId267" Type="http://schemas.openxmlformats.org/officeDocument/2006/relationships/image" Target="../media/image1370.png"/><Relationship Id="rId432" Type="http://schemas.openxmlformats.org/officeDocument/2006/relationships/image" Target="../media/image1451.png"/><Relationship Id="rId474" Type="http://schemas.openxmlformats.org/officeDocument/2006/relationships/image" Target="../media/image1471.png"/><Relationship Id="rId127" Type="http://schemas.openxmlformats.org/officeDocument/2006/relationships/image" Target="../media/image1304.png"/><Relationship Id="rId31" Type="http://schemas.openxmlformats.org/officeDocument/2006/relationships/image" Target="../media/image1257.png"/><Relationship Id="rId73" Type="http://schemas.openxmlformats.org/officeDocument/2006/relationships/image" Target="../media/image1277.png"/><Relationship Id="rId169" Type="http://schemas.openxmlformats.org/officeDocument/2006/relationships/image" Target="../media/image944.png"/><Relationship Id="rId334" Type="http://schemas.openxmlformats.org/officeDocument/2006/relationships/image" Target="../media/image1402.png"/><Relationship Id="rId376" Type="http://schemas.openxmlformats.org/officeDocument/2006/relationships/image" Target="../media/image1423.png"/><Relationship Id="rId541" Type="http://schemas.openxmlformats.org/officeDocument/2006/relationships/customXml" Target="../ink/ink1533.xml"/><Relationship Id="rId4" Type="http://schemas.openxmlformats.org/officeDocument/2006/relationships/customXml" Target="../ink/ink1261.xml"/><Relationship Id="rId180" Type="http://schemas.openxmlformats.org/officeDocument/2006/relationships/customXml" Target="../ink/ink1349.xml"/><Relationship Id="rId236" Type="http://schemas.openxmlformats.org/officeDocument/2006/relationships/customXml" Target="../ink/ink1377.xml"/><Relationship Id="rId278" Type="http://schemas.openxmlformats.org/officeDocument/2006/relationships/customXml" Target="../ink/ink1400.xml"/><Relationship Id="rId401" Type="http://schemas.openxmlformats.org/officeDocument/2006/relationships/customXml" Target="../ink/ink1463.xml"/><Relationship Id="rId443" Type="http://schemas.openxmlformats.org/officeDocument/2006/relationships/customXml" Target="../ink/ink1484.xml"/><Relationship Id="rId303" Type="http://schemas.openxmlformats.org/officeDocument/2006/relationships/image" Target="../media/image1387.png"/><Relationship Id="rId485" Type="http://schemas.openxmlformats.org/officeDocument/2006/relationships/customXml" Target="../ink/ink1505.xml"/><Relationship Id="rId42" Type="http://schemas.openxmlformats.org/officeDocument/2006/relationships/customXml" Target="../ink/ink1280.xml"/><Relationship Id="rId84" Type="http://schemas.openxmlformats.org/officeDocument/2006/relationships/customXml" Target="../ink/ink1301.xml"/><Relationship Id="rId138" Type="http://schemas.openxmlformats.org/officeDocument/2006/relationships/customXml" Target="../ink/ink1328.xml"/><Relationship Id="rId345" Type="http://schemas.openxmlformats.org/officeDocument/2006/relationships/customXml" Target="../ink/ink1435.xml"/><Relationship Id="rId387" Type="http://schemas.openxmlformats.org/officeDocument/2006/relationships/customXml" Target="../ink/ink1456.xml"/><Relationship Id="rId510" Type="http://schemas.openxmlformats.org/officeDocument/2006/relationships/image" Target="../media/image1489.png"/><Relationship Id="rId552" Type="http://schemas.openxmlformats.org/officeDocument/2006/relationships/image" Target="../media/image1510.png"/><Relationship Id="rId191" Type="http://schemas.openxmlformats.org/officeDocument/2006/relationships/image" Target="../media/image1335.png"/><Relationship Id="rId205" Type="http://schemas.openxmlformats.org/officeDocument/2006/relationships/image" Target="../media/image1342.png"/><Relationship Id="rId247" Type="http://schemas.openxmlformats.org/officeDocument/2006/relationships/customXml" Target="../ink/ink1383.xml"/><Relationship Id="rId412" Type="http://schemas.openxmlformats.org/officeDocument/2006/relationships/image" Target="../media/image1441.png"/><Relationship Id="rId107" Type="http://schemas.openxmlformats.org/officeDocument/2006/relationships/image" Target="../media/image1294.png"/><Relationship Id="rId289" Type="http://schemas.openxmlformats.org/officeDocument/2006/relationships/image" Target="../media/image1381.png"/><Relationship Id="rId454" Type="http://schemas.openxmlformats.org/officeDocument/2006/relationships/image" Target="../media/image1461.png"/><Relationship Id="rId496" Type="http://schemas.openxmlformats.org/officeDocument/2006/relationships/image" Target="../media/image1482.png"/><Relationship Id="rId11" Type="http://schemas.openxmlformats.org/officeDocument/2006/relationships/image" Target="../media/image1247.png"/><Relationship Id="rId53" Type="http://schemas.openxmlformats.org/officeDocument/2006/relationships/image" Target="../media/image1267.png"/><Relationship Id="rId149" Type="http://schemas.openxmlformats.org/officeDocument/2006/relationships/image" Target="../media/image1315.png"/><Relationship Id="rId314" Type="http://schemas.openxmlformats.org/officeDocument/2006/relationships/customXml" Target="../ink/ink1419.xml"/><Relationship Id="rId356" Type="http://schemas.openxmlformats.org/officeDocument/2006/relationships/image" Target="../media/image1413.png"/><Relationship Id="rId398" Type="http://schemas.openxmlformats.org/officeDocument/2006/relationships/image" Target="../media/image1434.png"/><Relationship Id="rId521" Type="http://schemas.openxmlformats.org/officeDocument/2006/relationships/customXml" Target="../ink/ink1523.xml"/><Relationship Id="rId95" Type="http://schemas.openxmlformats.org/officeDocument/2006/relationships/image" Target="../media/image1288.png"/><Relationship Id="rId160" Type="http://schemas.openxmlformats.org/officeDocument/2006/relationships/customXml" Target="../ink/ink1339.xml"/><Relationship Id="rId216" Type="http://schemas.openxmlformats.org/officeDocument/2006/relationships/customXml" Target="../ink/ink1367.xml"/><Relationship Id="rId423" Type="http://schemas.openxmlformats.org/officeDocument/2006/relationships/customXml" Target="../ink/ink1474.xml"/><Relationship Id="rId258" Type="http://schemas.openxmlformats.org/officeDocument/2006/relationships/customXml" Target="../ink/ink1390.xml"/><Relationship Id="rId465" Type="http://schemas.openxmlformats.org/officeDocument/2006/relationships/customXml" Target="../ink/ink1495.xml"/><Relationship Id="rId22" Type="http://schemas.openxmlformats.org/officeDocument/2006/relationships/customXml" Target="../ink/ink1270.xml"/><Relationship Id="rId64" Type="http://schemas.openxmlformats.org/officeDocument/2006/relationships/customXml" Target="../ink/ink1291.xml"/><Relationship Id="rId118" Type="http://schemas.openxmlformats.org/officeDocument/2006/relationships/customXml" Target="../ink/ink1318.xml"/><Relationship Id="rId325" Type="http://schemas.openxmlformats.org/officeDocument/2006/relationships/image" Target="../media/image1398.png"/><Relationship Id="rId367" Type="http://schemas.openxmlformats.org/officeDocument/2006/relationships/customXml" Target="../ink/ink1446.xml"/><Relationship Id="rId532" Type="http://schemas.openxmlformats.org/officeDocument/2006/relationships/image" Target="../media/image1500.png"/><Relationship Id="rId171" Type="http://schemas.openxmlformats.org/officeDocument/2006/relationships/image" Target="../media/image1325.png"/><Relationship Id="rId227" Type="http://schemas.openxmlformats.org/officeDocument/2006/relationships/image" Target="../media/image1352.png"/><Relationship Id="rId269" Type="http://schemas.openxmlformats.org/officeDocument/2006/relationships/image" Target="../media/image1371.png"/><Relationship Id="rId434" Type="http://schemas.openxmlformats.org/officeDocument/2006/relationships/image" Target="../media/image1452.png"/><Relationship Id="rId476" Type="http://schemas.openxmlformats.org/officeDocument/2006/relationships/image" Target="../media/image1472.png"/><Relationship Id="rId33" Type="http://schemas.openxmlformats.org/officeDocument/2006/relationships/image" Target="../media/image1258.png"/><Relationship Id="rId129" Type="http://schemas.openxmlformats.org/officeDocument/2006/relationships/image" Target="../media/image1305.png"/><Relationship Id="rId280" Type="http://schemas.openxmlformats.org/officeDocument/2006/relationships/customXml" Target="../ink/ink1401.xml"/><Relationship Id="rId336" Type="http://schemas.openxmlformats.org/officeDocument/2006/relationships/image" Target="../media/image1403.png"/><Relationship Id="rId501" Type="http://schemas.openxmlformats.org/officeDocument/2006/relationships/customXml" Target="../ink/ink1513.xml"/><Relationship Id="rId543" Type="http://schemas.openxmlformats.org/officeDocument/2006/relationships/customXml" Target="../ink/ink1534.xml"/><Relationship Id="rId75" Type="http://schemas.openxmlformats.org/officeDocument/2006/relationships/image" Target="../media/image1278.png"/><Relationship Id="rId140" Type="http://schemas.openxmlformats.org/officeDocument/2006/relationships/customXml" Target="../ink/ink1329.xml"/><Relationship Id="rId182" Type="http://schemas.openxmlformats.org/officeDocument/2006/relationships/customXml" Target="../ink/ink1350.xml"/><Relationship Id="rId378" Type="http://schemas.openxmlformats.org/officeDocument/2006/relationships/image" Target="../media/image1424.png"/><Relationship Id="rId403" Type="http://schemas.openxmlformats.org/officeDocument/2006/relationships/customXml" Target="../ink/ink1464.xml"/><Relationship Id="rId6" Type="http://schemas.openxmlformats.org/officeDocument/2006/relationships/customXml" Target="../ink/ink1262.xml"/><Relationship Id="rId238" Type="http://schemas.openxmlformats.org/officeDocument/2006/relationships/customXml" Target="../ink/ink1378.xml"/><Relationship Id="rId445" Type="http://schemas.openxmlformats.org/officeDocument/2006/relationships/customXml" Target="../ink/ink1485.xml"/><Relationship Id="rId487" Type="http://schemas.openxmlformats.org/officeDocument/2006/relationships/customXml" Target="../ink/ink1506.xml"/><Relationship Id="rId291" Type="http://schemas.openxmlformats.org/officeDocument/2006/relationships/image" Target="../media/image1382.png"/><Relationship Id="rId305" Type="http://schemas.openxmlformats.org/officeDocument/2006/relationships/image" Target="../media/image1388.png"/><Relationship Id="rId347" Type="http://schemas.openxmlformats.org/officeDocument/2006/relationships/customXml" Target="../ink/ink1436.xml"/><Relationship Id="rId512" Type="http://schemas.openxmlformats.org/officeDocument/2006/relationships/image" Target="../media/image1490.png"/><Relationship Id="rId44" Type="http://schemas.openxmlformats.org/officeDocument/2006/relationships/customXml" Target="../ink/ink1281.xml"/><Relationship Id="rId86" Type="http://schemas.openxmlformats.org/officeDocument/2006/relationships/customXml" Target="../ink/ink1302.xml"/><Relationship Id="rId151" Type="http://schemas.openxmlformats.org/officeDocument/2006/relationships/image" Target="../media/image1316.png"/><Relationship Id="rId389" Type="http://schemas.openxmlformats.org/officeDocument/2006/relationships/customXml" Target="../ink/ink1457.xml"/><Relationship Id="rId193" Type="http://schemas.openxmlformats.org/officeDocument/2006/relationships/image" Target="../media/image1336.png"/><Relationship Id="rId207" Type="http://schemas.openxmlformats.org/officeDocument/2006/relationships/image" Target="../media/image1343.png"/><Relationship Id="rId249" Type="http://schemas.openxmlformats.org/officeDocument/2006/relationships/customXml" Target="../ink/ink1384.xml"/><Relationship Id="rId414" Type="http://schemas.openxmlformats.org/officeDocument/2006/relationships/image" Target="../media/image1442.png"/><Relationship Id="rId456" Type="http://schemas.openxmlformats.org/officeDocument/2006/relationships/image" Target="../media/image1462.png"/><Relationship Id="rId498" Type="http://schemas.openxmlformats.org/officeDocument/2006/relationships/image" Target="../media/image1483.png"/><Relationship Id="rId13" Type="http://schemas.openxmlformats.org/officeDocument/2006/relationships/image" Target="../media/image1248.png"/><Relationship Id="rId109" Type="http://schemas.openxmlformats.org/officeDocument/2006/relationships/image" Target="../media/image1295.png"/><Relationship Id="rId260" Type="http://schemas.openxmlformats.org/officeDocument/2006/relationships/customXml" Target="../ink/ink1391.xml"/><Relationship Id="rId316" Type="http://schemas.openxmlformats.org/officeDocument/2006/relationships/customXml" Target="../ink/ink1420.xml"/><Relationship Id="rId523" Type="http://schemas.openxmlformats.org/officeDocument/2006/relationships/customXml" Target="../ink/ink1524.xml"/><Relationship Id="rId55" Type="http://schemas.openxmlformats.org/officeDocument/2006/relationships/image" Target="../media/image1268.png"/><Relationship Id="rId97" Type="http://schemas.openxmlformats.org/officeDocument/2006/relationships/image" Target="../media/image1289.png"/><Relationship Id="rId120" Type="http://schemas.openxmlformats.org/officeDocument/2006/relationships/customXml" Target="../ink/ink1319.xml"/><Relationship Id="rId358" Type="http://schemas.openxmlformats.org/officeDocument/2006/relationships/image" Target="../media/image1414.png"/><Relationship Id="rId162" Type="http://schemas.openxmlformats.org/officeDocument/2006/relationships/customXml" Target="../ink/ink1340.xml"/><Relationship Id="rId218" Type="http://schemas.openxmlformats.org/officeDocument/2006/relationships/customXml" Target="../ink/ink1368.xml"/><Relationship Id="rId425" Type="http://schemas.openxmlformats.org/officeDocument/2006/relationships/customXml" Target="../ink/ink1475.xml"/><Relationship Id="rId467" Type="http://schemas.openxmlformats.org/officeDocument/2006/relationships/customXml" Target="../ink/ink1496.xml"/><Relationship Id="rId271" Type="http://schemas.openxmlformats.org/officeDocument/2006/relationships/image" Target="../media/image1372.png"/><Relationship Id="rId24" Type="http://schemas.openxmlformats.org/officeDocument/2006/relationships/customXml" Target="../ink/ink1271.xml"/><Relationship Id="rId66" Type="http://schemas.openxmlformats.org/officeDocument/2006/relationships/customXml" Target="../ink/ink1292.xml"/><Relationship Id="rId131" Type="http://schemas.openxmlformats.org/officeDocument/2006/relationships/image" Target="../media/image1306.png"/><Relationship Id="rId327" Type="http://schemas.openxmlformats.org/officeDocument/2006/relationships/image" Target="../media/image1399.png"/><Relationship Id="rId369" Type="http://schemas.openxmlformats.org/officeDocument/2006/relationships/customXml" Target="../ink/ink1447.xml"/><Relationship Id="rId534" Type="http://schemas.openxmlformats.org/officeDocument/2006/relationships/image" Target="../media/image1501.png"/><Relationship Id="rId173" Type="http://schemas.openxmlformats.org/officeDocument/2006/relationships/image" Target="../media/image1326.png"/><Relationship Id="rId229" Type="http://schemas.openxmlformats.org/officeDocument/2006/relationships/image" Target="../media/image1353.png"/><Relationship Id="rId380" Type="http://schemas.openxmlformats.org/officeDocument/2006/relationships/image" Target="../media/image1425.png"/><Relationship Id="rId436" Type="http://schemas.openxmlformats.org/officeDocument/2006/relationships/image" Target="../media/image175.png"/><Relationship Id="rId240" Type="http://schemas.openxmlformats.org/officeDocument/2006/relationships/customXml" Target="../ink/ink1379.xml"/><Relationship Id="rId478" Type="http://schemas.openxmlformats.org/officeDocument/2006/relationships/image" Target="../media/image1473.png"/><Relationship Id="rId35" Type="http://schemas.openxmlformats.org/officeDocument/2006/relationships/image" Target="../media/image1259.png"/><Relationship Id="rId77" Type="http://schemas.openxmlformats.org/officeDocument/2006/relationships/image" Target="../media/image1279.png"/><Relationship Id="rId100" Type="http://schemas.openxmlformats.org/officeDocument/2006/relationships/customXml" Target="../ink/ink1309.xml"/><Relationship Id="rId282" Type="http://schemas.openxmlformats.org/officeDocument/2006/relationships/customXml" Target="../ink/ink1402.xml"/><Relationship Id="rId338" Type="http://schemas.openxmlformats.org/officeDocument/2006/relationships/image" Target="../media/image1404.png"/><Relationship Id="rId503" Type="http://schemas.openxmlformats.org/officeDocument/2006/relationships/customXml" Target="../ink/ink1514.xml"/><Relationship Id="rId545" Type="http://schemas.openxmlformats.org/officeDocument/2006/relationships/customXml" Target="../ink/ink1535.xml"/><Relationship Id="rId8" Type="http://schemas.openxmlformats.org/officeDocument/2006/relationships/customXml" Target="../ink/ink1263.xml"/><Relationship Id="rId142" Type="http://schemas.openxmlformats.org/officeDocument/2006/relationships/customXml" Target="../ink/ink1330.xml"/><Relationship Id="rId184" Type="http://schemas.openxmlformats.org/officeDocument/2006/relationships/customXml" Target="../ink/ink1351.xml"/><Relationship Id="rId391" Type="http://schemas.openxmlformats.org/officeDocument/2006/relationships/customXml" Target="../ink/ink1458.xml"/><Relationship Id="rId405" Type="http://schemas.openxmlformats.org/officeDocument/2006/relationships/customXml" Target="../ink/ink1465.xml"/><Relationship Id="rId447" Type="http://schemas.openxmlformats.org/officeDocument/2006/relationships/customXml" Target="../ink/ink1486.xml"/><Relationship Id="rId251" Type="http://schemas.openxmlformats.org/officeDocument/2006/relationships/customXml" Target="../ink/ink1386.xml"/><Relationship Id="rId489" Type="http://schemas.openxmlformats.org/officeDocument/2006/relationships/customXml" Target="../ink/ink1507.xml"/><Relationship Id="rId46" Type="http://schemas.openxmlformats.org/officeDocument/2006/relationships/customXml" Target="../ink/ink1282.xml"/><Relationship Id="rId293" Type="http://schemas.openxmlformats.org/officeDocument/2006/relationships/image" Target="../media/image1383.png"/><Relationship Id="rId307" Type="http://schemas.openxmlformats.org/officeDocument/2006/relationships/image" Target="../media/image1389.png"/><Relationship Id="rId349" Type="http://schemas.openxmlformats.org/officeDocument/2006/relationships/customXml" Target="../ink/ink1437.xml"/><Relationship Id="rId514" Type="http://schemas.openxmlformats.org/officeDocument/2006/relationships/image" Target="../media/image1491.png"/><Relationship Id="rId88" Type="http://schemas.openxmlformats.org/officeDocument/2006/relationships/customXml" Target="../ink/ink1303.xml"/><Relationship Id="rId111" Type="http://schemas.openxmlformats.org/officeDocument/2006/relationships/image" Target="../media/image1296.png"/><Relationship Id="rId153" Type="http://schemas.openxmlformats.org/officeDocument/2006/relationships/image" Target="../media/image1317.png"/><Relationship Id="rId195" Type="http://schemas.openxmlformats.org/officeDocument/2006/relationships/image" Target="../media/image1337.png"/><Relationship Id="rId209" Type="http://schemas.openxmlformats.org/officeDocument/2006/relationships/image" Target="../media/image1344.png"/><Relationship Id="rId360" Type="http://schemas.openxmlformats.org/officeDocument/2006/relationships/image" Target="../media/image1415.png"/><Relationship Id="rId416" Type="http://schemas.openxmlformats.org/officeDocument/2006/relationships/image" Target="../media/image1443.png"/><Relationship Id="rId220" Type="http://schemas.openxmlformats.org/officeDocument/2006/relationships/customXml" Target="../ink/ink1369.xml"/><Relationship Id="rId458" Type="http://schemas.openxmlformats.org/officeDocument/2006/relationships/image" Target="../media/image1463.png"/><Relationship Id="rId15" Type="http://schemas.openxmlformats.org/officeDocument/2006/relationships/image" Target="../media/image1249.png"/><Relationship Id="rId57" Type="http://schemas.openxmlformats.org/officeDocument/2006/relationships/image" Target="../media/image1269.png"/><Relationship Id="rId262" Type="http://schemas.openxmlformats.org/officeDocument/2006/relationships/customXml" Target="../ink/ink1392.xml"/><Relationship Id="rId318" Type="http://schemas.openxmlformats.org/officeDocument/2006/relationships/customXml" Target="../ink/ink1421.xml"/><Relationship Id="rId525" Type="http://schemas.openxmlformats.org/officeDocument/2006/relationships/customXml" Target="../ink/ink1525.xml"/><Relationship Id="rId99" Type="http://schemas.openxmlformats.org/officeDocument/2006/relationships/image" Target="../media/image1290.png"/><Relationship Id="rId122" Type="http://schemas.openxmlformats.org/officeDocument/2006/relationships/customXml" Target="../ink/ink1320.xml"/><Relationship Id="rId164" Type="http://schemas.openxmlformats.org/officeDocument/2006/relationships/customXml" Target="../ink/ink1341.xml"/><Relationship Id="rId371" Type="http://schemas.openxmlformats.org/officeDocument/2006/relationships/customXml" Target="../ink/ink1448.xml"/><Relationship Id="rId427" Type="http://schemas.openxmlformats.org/officeDocument/2006/relationships/customXml" Target="../ink/ink1476.xml"/><Relationship Id="rId469" Type="http://schemas.openxmlformats.org/officeDocument/2006/relationships/customXml" Target="../ink/ink1497.xml"/><Relationship Id="rId26" Type="http://schemas.openxmlformats.org/officeDocument/2006/relationships/customXml" Target="../ink/ink1272.xml"/><Relationship Id="rId231" Type="http://schemas.openxmlformats.org/officeDocument/2006/relationships/image" Target="../media/image1354.png"/><Relationship Id="rId273" Type="http://schemas.openxmlformats.org/officeDocument/2006/relationships/image" Target="../media/image1373.png"/><Relationship Id="rId329" Type="http://schemas.openxmlformats.org/officeDocument/2006/relationships/customXml" Target="../ink/ink1427.xml"/><Relationship Id="rId480" Type="http://schemas.openxmlformats.org/officeDocument/2006/relationships/image" Target="../media/image1474.png"/><Relationship Id="rId536" Type="http://schemas.openxmlformats.org/officeDocument/2006/relationships/image" Target="../media/image1502.png"/><Relationship Id="rId68" Type="http://schemas.openxmlformats.org/officeDocument/2006/relationships/customXml" Target="../ink/ink1293.xml"/><Relationship Id="rId133" Type="http://schemas.openxmlformats.org/officeDocument/2006/relationships/image" Target="../media/image1307.png"/><Relationship Id="rId175" Type="http://schemas.openxmlformats.org/officeDocument/2006/relationships/image" Target="../media/image1327.png"/><Relationship Id="rId340" Type="http://schemas.openxmlformats.org/officeDocument/2006/relationships/image" Target="../media/image1405.png"/><Relationship Id="rId200" Type="http://schemas.openxmlformats.org/officeDocument/2006/relationships/customXml" Target="../ink/ink1359.xml"/><Relationship Id="rId382" Type="http://schemas.openxmlformats.org/officeDocument/2006/relationships/image" Target="../media/image1426.png"/><Relationship Id="rId438" Type="http://schemas.openxmlformats.org/officeDocument/2006/relationships/image" Target="../media/image1453.png"/><Relationship Id="rId242" Type="http://schemas.openxmlformats.org/officeDocument/2006/relationships/customXml" Target="../ink/ink1380.xml"/><Relationship Id="rId284" Type="http://schemas.openxmlformats.org/officeDocument/2006/relationships/customXml" Target="../ink/ink1403.xml"/><Relationship Id="rId491" Type="http://schemas.openxmlformats.org/officeDocument/2006/relationships/customXml" Target="../ink/ink1508.xml"/><Relationship Id="rId505" Type="http://schemas.openxmlformats.org/officeDocument/2006/relationships/customXml" Target="../ink/ink1515.xml"/><Relationship Id="rId37" Type="http://schemas.openxmlformats.org/officeDocument/2006/relationships/image" Target="../media/image1260.png"/><Relationship Id="rId79" Type="http://schemas.openxmlformats.org/officeDocument/2006/relationships/image" Target="../media/image1280.png"/><Relationship Id="rId102" Type="http://schemas.openxmlformats.org/officeDocument/2006/relationships/customXml" Target="../ink/ink1310.xml"/><Relationship Id="rId144" Type="http://schemas.openxmlformats.org/officeDocument/2006/relationships/customXml" Target="../ink/ink1331.xml"/><Relationship Id="rId547" Type="http://schemas.openxmlformats.org/officeDocument/2006/relationships/customXml" Target="../ink/ink1536.xml"/><Relationship Id="rId90" Type="http://schemas.openxmlformats.org/officeDocument/2006/relationships/customXml" Target="../ink/ink1304.xml"/><Relationship Id="rId186" Type="http://schemas.openxmlformats.org/officeDocument/2006/relationships/customXml" Target="../ink/ink1352.xml"/><Relationship Id="rId351" Type="http://schemas.openxmlformats.org/officeDocument/2006/relationships/customXml" Target="../ink/ink1438.xml"/><Relationship Id="rId393" Type="http://schemas.openxmlformats.org/officeDocument/2006/relationships/customXml" Target="../ink/ink1459.xml"/><Relationship Id="rId407" Type="http://schemas.openxmlformats.org/officeDocument/2006/relationships/customXml" Target="../ink/ink1466.xml"/><Relationship Id="rId449" Type="http://schemas.openxmlformats.org/officeDocument/2006/relationships/customXml" Target="../ink/ink1487.xml"/><Relationship Id="rId211" Type="http://schemas.openxmlformats.org/officeDocument/2006/relationships/image" Target="../media/image1345.png"/><Relationship Id="rId253" Type="http://schemas.openxmlformats.org/officeDocument/2006/relationships/image" Target="../media/image1363.png"/><Relationship Id="rId295" Type="http://schemas.openxmlformats.org/officeDocument/2006/relationships/image" Target="../media/image1384.png"/><Relationship Id="rId309" Type="http://schemas.openxmlformats.org/officeDocument/2006/relationships/image" Target="../media/image1390.png"/><Relationship Id="rId460" Type="http://schemas.openxmlformats.org/officeDocument/2006/relationships/image" Target="../media/image1464.png"/><Relationship Id="rId516" Type="http://schemas.openxmlformats.org/officeDocument/2006/relationships/image" Target="../media/image1492.png"/><Relationship Id="rId48" Type="http://schemas.openxmlformats.org/officeDocument/2006/relationships/customXml" Target="../ink/ink1283.xml"/><Relationship Id="rId113" Type="http://schemas.openxmlformats.org/officeDocument/2006/relationships/image" Target="../media/image1297.png"/><Relationship Id="rId320" Type="http://schemas.openxmlformats.org/officeDocument/2006/relationships/customXml" Target="../ink/ink1422.xml"/><Relationship Id="rId155" Type="http://schemas.openxmlformats.org/officeDocument/2006/relationships/image" Target="../media/image1318.png"/><Relationship Id="rId197" Type="http://schemas.openxmlformats.org/officeDocument/2006/relationships/image" Target="../media/image1338.png"/><Relationship Id="rId362" Type="http://schemas.openxmlformats.org/officeDocument/2006/relationships/image" Target="../media/image1416.png"/><Relationship Id="rId418" Type="http://schemas.openxmlformats.org/officeDocument/2006/relationships/image" Target="../media/image1444.png"/><Relationship Id="rId222" Type="http://schemas.openxmlformats.org/officeDocument/2006/relationships/customXml" Target="../ink/ink1370.xml"/><Relationship Id="rId264" Type="http://schemas.openxmlformats.org/officeDocument/2006/relationships/customXml" Target="../ink/ink1393.xml"/><Relationship Id="rId471" Type="http://schemas.openxmlformats.org/officeDocument/2006/relationships/customXml" Target="../ink/ink1498.xml"/><Relationship Id="rId17" Type="http://schemas.openxmlformats.org/officeDocument/2006/relationships/image" Target="../media/image1250.png"/><Relationship Id="rId59" Type="http://schemas.openxmlformats.org/officeDocument/2006/relationships/image" Target="../media/image1270.png"/><Relationship Id="rId124" Type="http://schemas.openxmlformats.org/officeDocument/2006/relationships/customXml" Target="../ink/ink1321.xml"/><Relationship Id="rId527" Type="http://schemas.openxmlformats.org/officeDocument/2006/relationships/customXml" Target="../ink/ink1526.xml"/><Relationship Id="rId70" Type="http://schemas.openxmlformats.org/officeDocument/2006/relationships/customXml" Target="../ink/ink1294.xml"/><Relationship Id="rId166" Type="http://schemas.openxmlformats.org/officeDocument/2006/relationships/customXml" Target="../ink/ink1342.xml"/><Relationship Id="rId331" Type="http://schemas.openxmlformats.org/officeDocument/2006/relationships/customXml" Target="../ink/ink1428.xml"/><Relationship Id="rId373" Type="http://schemas.openxmlformats.org/officeDocument/2006/relationships/customXml" Target="../ink/ink1449.xml"/><Relationship Id="rId429" Type="http://schemas.openxmlformats.org/officeDocument/2006/relationships/customXml" Target="../ink/ink1477.xml"/><Relationship Id="rId1" Type="http://schemas.openxmlformats.org/officeDocument/2006/relationships/slideLayout" Target="../slideLayouts/slideLayout2.xml"/><Relationship Id="rId233" Type="http://schemas.openxmlformats.org/officeDocument/2006/relationships/image" Target="../media/image1355.png"/><Relationship Id="rId440" Type="http://schemas.openxmlformats.org/officeDocument/2006/relationships/image" Target="../media/image1454.png"/><Relationship Id="rId28" Type="http://schemas.openxmlformats.org/officeDocument/2006/relationships/customXml" Target="../ink/ink1273.xml"/><Relationship Id="rId275" Type="http://schemas.openxmlformats.org/officeDocument/2006/relationships/image" Target="../media/image1374.png"/><Relationship Id="rId300" Type="http://schemas.openxmlformats.org/officeDocument/2006/relationships/customXml" Target="../ink/ink1411.xml"/><Relationship Id="rId482" Type="http://schemas.openxmlformats.org/officeDocument/2006/relationships/image" Target="../media/image1475.png"/><Relationship Id="rId538" Type="http://schemas.openxmlformats.org/officeDocument/2006/relationships/image" Target="../media/image1503.png"/><Relationship Id="rId81" Type="http://schemas.openxmlformats.org/officeDocument/2006/relationships/image" Target="../media/image1281.png"/><Relationship Id="rId135" Type="http://schemas.openxmlformats.org/officeDocument/2006/relationships/image" Target="../media/image1308.png"/><Relationship Id="rId177" Type="http://schemas.openxmlformats.org/officeDocument/2006/relationships/image" Target="../media/image1328.png"/><Relationship Id="rId342" Type="http://schemas.openxmlformats.org/officeDocument/2006/relationships/image" Target="../media/image1406.png"/><Relationship Id="rId384" Type="http://schemas.openxmlformats.org/officeDocument/2006/relationships/image" Target="../media/image1427.png"/><Relationship Id="rId202" Type="http://schemas.openxmlformats.org/officeDocument/2006/relationships/customXml" Target="../ink/ink1360.xml"/><Relationship Id="rId244" Type="http://schemas.openxmlformats.org/officeDocument/2006/relationships/customXml" Target="../ink/ink1381.xml"/><Relationship Id="rId39" Type="http://schemas.openxmlformats.org/officeDocument/2006/relationships/image" Target="../media/image1261.png"/><Relationship Id="rId286" Type="http://schemas.openxmlformats.org/officeDocument/2006/relationships/customXml" Target="../ink/ink1404.xml"/><Relationship Id="rId451" Type="http://schemas.openxmlformats.org/officeDocument/2006/relationships/customXml" Target="../ink/ink1488.xml"/><Relationship Id="rId493" Type="http://schemas.openxmlformats.org/officeDocument/2006/relationships/customXml" Target="../ink/ink1509.xml"/><Relationship Id="rId507" Type="http://schemas.openxmlformats.org/officeDocument/2006/relationships/customXml" Target="../ink/ink1516.xml"/><Relationship Id="rId549" Type="http://schemas.openxmlformats.org/officeDocument/2006/relationships/customXml" Target="../ink/ink1537.xml"/><Relationship Id="rId50" Type="http://schemas.openxmlformats.org/officeDocument/2006/relationships/customXml" Target="../ink/ink1284.xml"/><Relationship Id="rId104" Type="http://schemas.openxmlformats.org/officeDocument/2006/relationships/customXml" Target="../ink/ink1311.xml"/><Relationship Id="rId146" Type="http://schemas.openxmlformats.org/officeDocument/2006/relationships/customXml" Target="../ink/ink1332.xml"/><Relationship Id="rId188" Type="http://schemas.openxmlformats.org/officeDocument/2006/relationships/customXml" Target="../ink/ink1353.xml"/><Relationship Id="rId311" Type="http://schemas.openxmlformats.org/officeDocument/2006/relationships/image" Target="../media/image1391.png"/><Relationship Id="rId353" Type="http://schemas.openxmlformats.org/officeDocument/2006/relationships/customXml" Target="../ink/ink1439.xml"/><Relationship Id="rId395" Type="http://schemas.openxmlformats.org/officeDocument/2006/relationships/customXml" Target="../ink/ink1460.xml"/><Relationship Id="rId409" Type="http://schemas.openxmlformats.org/officeDocument/2006/relationships/customXml" Target="../ink/ink1467.xml"/><Relationship Id="rId92" Type="http://schemas.openxmlformats.org/officeDocument/2006/relationships/customXml" Target="../ink/ink1305.xml"/><Relationship Id="rId213" Type="http://schemas.openxmlformats.org/officeDocument/2006/relationships/image" Target="../media/image1346.png"/><Relationship Id="rId420" Type="http://schemas.openxmlformats.org/officeDocument/2006/relationships/image" Target="../media/image1445.png"/><Relationship Id="rId255" Type="http://schemas.openxmlformats.org/officeDocument/2006/relationships/image" Target="../media/image1364.png"/><Relationship Id="rId297" Type="http://schemas.openxmlformats.org/officeDocument/2006/relationships/image" Target="../media/image1385.png"/><Relationship Id="rId462" Type="http://schemas.openxmlformats.org/officeDocument/2006/relationships/image" Target="../media/image1465.png"/><Relationship Id="rId518" Type="http://schemas.openxmlformats.org/officeDocument/2006/relationships/image" Target="../media/image1493.png"/><Relationship Id="rId115" Type="http://schemas.openxmlformats.org/officeDocument/2006/relationships/image" Target="../media/image1298.png"/><Relationship Id="rId157" Type="http://schemas.openxmlformats.org/officeDocument/2006/relationships/image" Target="../media/image1319.png"/><Relationship Id="rId322" Type="http://schemas.openxmlformats.org/officeDocument/2006/relationships/customXml" Target="../ink/ink1423.xml"/><Relationship Id="rId364" Type="http://schemas.openxmlformats.org/officeDocument/2006/relationships/image" Target="../media/image1417.png"/><Relationship Id="rId61" Type="http://schemas.openxmlformats.org/officeDocument/2006/relationships/image" Target="../media/image1271.png"/><Relationship Id="rId199" Type="http://schemas.openxmlformats.org/officeDocument/2006/relationships/image" Target="../media/image1339.png"/><Relationship Id="rId19" Type="http://schemas.openxmlformats.org/officeDocument/2006/relationships/image" Target="../media/image1251.png"/><Relationship Id="rId224" Type="http://schemas.openxmlformats.org/officeDocument/2006/relationships/customXml" Target="../ink/ink1371.xml"/><Relationship Id="rId266" Type="http://schemas.openxmlformats.org/officeDocument/2006/relationships/customXml" Target="../ink/ink1394.xml"/><Relationship Id="rId431" Type="http://schemas.openxmlformats.org/officeDocument/2006/relationships/customXml" Target="../ink/ink1478.xml"/><Relationship Id="rId473" Type="http://schemas.openxmlformats.org/officeDocument/2006/relationships/customXml" Target="../ink/ink1499.xml"/><Relationship Id="rId529" Type="http://schemas.openxmlformats.org/officeDocument/2006/relationships/customXml" Target="../ink/ink1527.xml"/><Relationship Id="rId30" Type="http://schemas.openxmlformats.org/officeDocument/2006/relationships/customXml" Target="../ink/ink1274.xml"/><Relationship Id="rId126" Type="http://schemas.openxmlformats.org/officeDocument/2006/relationships/customXml" Target="../ink/ink1322.xml"/><Relationship Id="rId168" Type="http://schemas.openxmlformats.org/officeDocument/2006/relationships/customXml" Target="../ink/ink1343.xml"/><Relationship Id="rId333" Type="http://schemas.openxmlformats.org/officeDocument/2006/relationships/customXml" Target="../ink/ink1429.xml"/><Relationship Id="rId540" Type="http://schemas.openxmlformats.org/officeDocument/2006/relationships/image" Target="../media/image1504.png"/><Relationship Id="rId72" Type="http://schemas.openxmlformats.org/officeDocument/2006/relationships/customXml" Target="../ink/ink1295.xml"/><Relationship Id="rId375" Type="http://schemas.openxmlformats.org/officeDocument/2006/relationships/customXml" Target="../ink/ink1450.xml"/><Relationship Id="rId3" Type="http://schemas.openxmlformats.org/officeDocument/2006/relationships/image" Target="../media/image1243.png"/><Relationship Id="rId235" Type="http://schemas.openxmlformats.org/officeDocument/2006/relationships/image" Target="../media/image1356.png"/><Relationship Id="rId277" Type="http://schemas.openxmlformats.org/officeDocument/2006/relationships/image" Target="../media/image1375.png"/><Relationship Id="rId400" Type="http://schemas.openxmlformats.org/officeDocument/2006/relationships/image" Target="../media/image1435.png"/><Relationship Id="rId442" Type="http://schemas.openxmlformats.org/officeDocument/2006/relationships/image" Target="../media/image1455.png"/><Relationship Id="rId484" Type="http://schemas.openxmlformats.org/officeDocument/2006/relationships/image" Target="../media/image1476.png"/><Relationship Id="rId137" Type="http://schemas.openxmlformats.org/officeDocument/2006/relationships/image" Target="../media/image1309.png"/><Relationship Id="rId302" Type="http://schemas.openxmlformats.org/officeDocument/2006/relationships/customXml" Target="../ink/ink1413.xml"/><Relationship Id="rId344" Type="http://schemas.openxmlformats.org/officeDocument/2006/relationships/image" Target="../media/image1407.png"/><Relationship Id="rId41" Type="http://schemas.openxmlformats.org/officeDocument/2006/relationships/image" Target="../media/image1262.png"/><Relationship Id="rId83" Type="http://schemas.openxmlformats.org/officeDocument/2006/relationships/image" Target="../media/image1282.png"/><Relationship Id="rId179" Type="http://schemas.openxmlformats.org/officeDocument/2006/relationships/image" Target="../media/image1329.png"/><Relationship Id="rId386" Type="http://schemas.openxmlformats.org/officeDocument/2006/relationships/image" Target="../media/image1428.png"/><Relationship Id="rId551" Type="http://schemas.openxmlformats.org/officeDocument/2006/relationships/customXml" Target="../ink/ink1538.xml"/><Relationship Id="rId190" Type="http://schemas.openxmlformats.org/officeDocument/2006/relationships/customXml" Target="../ink/ink1354.xml"/><Relationship Id="rId204" Type="http://schemas.openxmlformats.org/officeDocument/2006/relationships/customXml" Target="../ink/ink1361.xml"/><Relationship Id="rId246" Type="http://schemas.openxmlformats.org/officeDocument/2006/relationships/customXml" Target="../ink/ink1382.xml"/><Relationship Id="rId288" Type="http://schemas.openxmlformats.org/officeDocument/2006/relationships/customXml" Target="../ink/ink1405.xml"/><Relationship Id="rId411" Type="http://schemas.openxmlformats.org/officeDocument/2006/relationships/customXml" Target="../ink/ink1468.xml"/><Relationship Id="rId453" Type="http://schemas.openxmlformats.org/officeDocument/2006/relationships/customXml" Target="../ink/ink1489.xml"/><Relationship Id="rId509" Type="http://schemas.openxmlformats.org/officeDocument/2006/relationships/customXml" Target="../ink/ink1517.xml"/><Relationship Id="rId106" Type="http://schemas.openxmlformats.org/officeDocument/2006/relationships/customXml" Target="../ink/ink1312.xml"/><Relationship Id="rId313" Type="http://schemas.openxmlformats.org/officeDocument/2006/relationships/image" Target="../media/image1392.png"/><Relationship Id="rId495" Type="http://schemas.openxmlformats.org/officeDocument/2006/relationships/customXml" Target="../ink/ink1510.xml"/><Relationship Id="rId10" Type="http://schemas.openxmlformats.org/officeDocument/2006/relationships/customXml" Target="../ink/ink1264.xml"/><Relationship Id="rId52" Type="http://schemas.openxmlformats.org/officeDocument/2006/relationships/customXml" Target="../ink/ink1285.xml"/><Relationship Id="rId94" Type="http://schemas.openxmlformats.org/officeDocument/2006/relationships/customXml" Target="../ink/ink1306.xml"/><Relationship Id="rId148" Type="http://schemas.openxmlformats.org/officeDocument/2006/relationships/customXml" Target="../ink/ink1333.xml"/><Relationship Id="rId355" Type="http://schemas.openxmlformats.org/officeDocument/2006/relationships/customXml" Target="../ink/ink1440.xml"/><Relationship Id="rId397" Type="http://schemas.openxmlformats.org/officeDocument/2006/relationships/customXml" Target="../ink/ink1461.xml"/><Relationship Id="rId520" Type="http://schemas.openxmlformats.org/officeDocument/2006/relationships/image" Target="../media/image1494.png"/><Relationship Id="rId215" Type="http://schemas.openxmlformats.org/officeDocument/2006/relationships/image" Target="../media/image1347.png"/><Relationship Id="rId257" Type="http://schemas.openxmlformats.org/officeDocument/2006/relationships/image" Target="../media/image1365.png"/><Relationship Id="rId422" Type="http://schemas.openxmlformats.org/officeDocument/2006/relationships/image" Target="../media/image1446.png"/><Relationship Id="rId464" Type="http://schemas.openxmlformats.org/officeDocument/2006/relationships/image" Target="../media/image1466.png"/><Relationship Id="rId299" Type="http://schemas.openxmlformats.org/officeDocument/2006/relationships/image" Target="../media/image1386.png"/><Relationship Id="rId63" Type="http://schemas.openxmlformats.org/officeDocument/2006/relationships/image" Target="../media/image1272.png"/><Relationship Id="rId159" Type="http://schemas.openxmlformats.org/officeDocument/2006/relationships/image" Target="../media/image1320.png"/><Relationship Id="rId366" Type="http://schemas.openxmlformats.org/officeDocument/2006/relationships/image" Target="../media/image1418.png"/><Relationship Id="rId226" Type="http://schemas.openxmlformats.org/officeDocument/2006/relationships/customXml" Target="../ink/ink1372.xml"/><Relationship Id="rId433" Type="http://schemas.openxmlformats.org/officeDocument/2006/relationships/customXml" Target="../ink/ink1479.xml"/><Relationship Id="rId74" Type="http://schemas.openxmlformats.org/officeDocument/2006/relationships/customXml" Target="../ink/ink1296.xml"/><Relationship Id="rId377" Type="http://schemas.openxmlformats.org/officeDocument/2006/relationships/customXml" Target="../ink/ink1451.xml"/><Relationship Id="rId500" Type="http://schemas.openxmlformats.org/officeDocument/2006/relationships/image" Target="../media/image1484.png"/><Relationship Id="rId5" Type="http://schemas.openxmlformats.org/officeDocument/2006/relationships/image" Target="../media/image1244.png"/><Relationship Id="rId237" Type="http://schemas.openxmlformats.org/officeDocument/2006/relationships/image" Target="../media/image1357.png"/><Relationship Id="rId444" Type="http://schemas.openxmlformats.org/officeDocument/2006/relationships/image" Target="../media/image1456.png"/><Relationship Id="rId290" Type="http://schemas.openxmlformats.org/officeDocument/2006/relationships/customXml" Target="../ink/ink1406.xml"/><Relationship Id="rId304" Type="http://schemas.openxmlformats.org/officeDocument/2006/relationships/customXml" Target="../ink/ink1414.xml"/><Relationship Id="rId388" Type="http://schemas.openxmlformats.org/officeDocument/2006/relationships/image" Target="../media/image1429.png"/><Relationship Id="rId511" Type="http://schemas.openxmlformats.org/officeDocument/2006/relationships/customXml" Target="../ink/ink1518.xml"/><Relationship Id="rId85" Type="http://schemas.openxmlformats.org/officeDocument/2006/relationships/image" Target="../media/image1283.png"/><Relationship Id="rId150" Type="http://schemas.openxmlformats.org/officeDocument/2006/relationships/customXml" Target="../ink/ink1334.xml"/><Relationship Id="rId248" Type="http://schemas.openxmlformats.org/officeDocument/2006/relationships/image" Target="../media/image1362.png"/><Relationship Id="rId455" Type="http://schemas.openxmlformats.org/officeDocument/2006/relationships/customXml" Target="../ink/ink1490.xml"/></Relationships>
</file>

<file path=ppt/slides/_rels/slide40.xml.rels><?xml version="1.0" encoding="UTF-8" standalone="yes"?>
<Relationships xmlns="http://schemas.openxmlformats.org/package/2006/relationships"><Relationship Id="rId117" Type="http://schemas.openxmlformats.org/officeDocument/2006/relationships/image" Target="../media/image1565.png"/><Relationship Id="rId299" Type="http://schemas.openxmlformats.org/officeDocument/2006/relationships/customXml" Target="../ink/ink1690.xml"/><Relationship Id="rId21" Type="http://schemas.openxmlformats.org/officeDocument/2006/relationships/customXml" Target="../ink/ink1549.xml"/><Relationship Id="rId63" Type="http://schemas.openxmlformats.org/officeDocument/2006/relationships/image" Target="../media/image1538.png"/><Relationship Id="rId159" Type="http://schemas.openxmlformats.org/officeDocument/2006/relationships/image" Target="../media/image1586.png"/><Relationship Id="rId324" Type="http://schemas.openxmlformats.org/officeDocument/2006/relationships/image" Target="../media/image1667.png"/><Relationship Id="rId366" Type="http://schemas.openxmlformats.org/officeDocument/2006/relationships/image" Target="../media/image1685.png"/><Relationship Id="rId170" Type="http://schemas.openxmlformats.org/officeDocument/2006/relationships/customXml" Target="../ink/ink1625.xml"/><Relationship Id="rId226" Type="http://schemas.openxmlformats.org/officeDocument/2006/relationships/image" Target="../media/image1618.png"/><Relationship Id="rId433" Type="http://schemas.openxmlformats.org/officeDocument/2006/relationships/image" Target="../media/image1717.png"/><Relationship Id="rId268" Type="http://schemas.openxmlformats.org/officeDocument/2006/relationships/image" Target="../media/image1639.png"/><Relationship Id="rId32" Type="http://schemas.openxmlformats.org/officeDocument/2006/relationships/customXml" Target="../ink/ink1555.xml"/><Relationship Id="rId74" Type="http://schemas.openxmlformats.org/officeDocument/2006/relationships/customXml" Target="../ink/ink1577.xml"/><Relationship Id="rId128" Type="http://schemas.openxmlformats.org/officeDocument/2006/relationships/customXml" Target="../ink/ink1604.xml"/><Relationship Id="rId335" Type="http://schemas.openxmlformats.org/officeDocument/2006/relationships/customXml" Target="../ink/ink1708.xml"/><Relationship Id="rId377" Type="http://schemas.openxmlformats.org/officeDocument/2006/relationships/customXml" Target="../ink/ink1730.xml"/><Relationship Id="rId5" Type="http://schemas.openxmlformats.org/officeDocument/2006/relationships/image" Target="../media/image1512.png"/><Relationship Id="rId181" Type="http://schemas.openxmlformats.org/officeDocument/2006/relationships/customXml" Target="../ink/ink1631.xml"/><Relationship Id="rId237" Type="http://schemas.openxmlformats.org/officeDocument/2006/relationships/customXml" Target="../ink/ink1659.xml"/><Relationship Id="rId402" Type="http://schemas.openxmlformats.org/officeDocument/2006/relationships/image" Target="../media/image1702.png"/><Relationship Id="rId279" Type="http://schemas.openxmlformats.org/officeDocument/2006/relationships/customXml" Target="../ink/ink1680.xml"/><Relationship Id="rId43" Type="http://schemas.openxmlformats.org/officeDocument/2006/relationships/customXml" Target="../ink/ink1561.xml"/><Relationship Id="rId139" Type="http://schemas.openxmlformats.org/officeDocument/2006/relationships/image" Target="../media/image1576.png"/><Relationship Id="rId290" Type="http://schemas.openxmlformats.org/officeDocument/2006/relationships/image" Target="../media/image1650.png"/><Relationship Id="rId304" Type="http://schemas.openxmlformats.org/officeDocument/2006/relationships/image" Target="../media/image1657.png"/><Relationship Id="rId346" Type="http://schemas.openxmlformats.org/officeDocument/2006/relationships/image" Target="../media/image1676.png"/><Relationship Id="rId388" Type="http://schemas.openxmlformats.org/officeDocument/2006/relationships/image" Target="../media/image1696.png"/><Relationship Id="rId85" Type="http://schemas.openxmlformats.org/officeDocument/2006/relationships/image" Target="../media/image1549.png"/><Relationship Id="rId150" Type="http://schemas.openxmlformats.org/officeDocument/2006/relationships/customXml" Target="../ink/ink1615.xml"/><Relationship Id="rId192" Type="http://schemas.openxmlformats.org/officeDocument/2006/relationships/image" Target="../media/image1601.png"/><Relationship Id="rId206" Type="http://schemas.openxmlformats.org/officeDocument/2006/relationships/image" Target="../media/image1608.png"/><Relationship Id="rId413" Type="http://schemas.openxmlformats.org/officeDocument/2006/relationships/customXml" Target="../ink/ink1749.xml"/><Relationship Id="rId248" Type="http://schemas.openxmlformats.org/officeDocument/2006/relationships/image" Target="../media/image1629.png"/><Relationship Id="rId12" Type="http://schemas.openxmlformats.org/officeDocument/2006/relationships/customXml" Target="../ink/ink1544.xml"/><Relationship Id="rId108" Type="http://schemas.openxmlformats.org/officeDocument/2006/relationships/customXml" Target="../ink/ink1594.xml"/><Relationship Id="rId315" Type="http://schemas.openxmlformats.org/officeDocument/2006/relationships/customXml" Target="../ink/ink1698.xml"/><Relationship Id="rId357" Type="http://schemas.openxmlformats.org/officeDocument/2006/relationships/customXml" Target="../ink/ink1720.xml"/><Relationship Id="rId54" Type="http://schemas.openxmlformats.org/officeDocument/2006/relationships/customXml" Target="../ink/ink1567.xml"/><Relationship Id="rId96" Type="http://schemas.openxmlformats.org/officeDocument/2006/relationships/customXml" Target="../ink/ink1588.xml"/><Relationship Id="rId161" Type="http://schemas.openxmlformats.org/officeDocument/2006/relationships/image" Target="../media/image1587.png"/><Relationship Id="rId217" Type="http://schemas.openxmlformats.org/officeDocument/2006/relationships/customXml" Target="../ink/ink1649.xml"/><Relationship Id="rId399" Type="http://schemas.openxmlformats.org/officeDocument/2006/relationships/customXml" Target="../ink/ink1742.xml"/><Relationship Id="rId259" Type="http://schemas.openxmlformats.org/officeDocument/2006/relationships/customXml" Target="../ink/ink1670.xml"/><Relationship Id="rId424" Type="http://schemas.openxmlformats.org/officeDocument/2006/relationships/image" Target="../media/image1713.png"/><Relationship Id="rId23" Type="http://schemas.openxmlformats.org/officeDocument/2006/relationships/customXml" Target="../ink/ink1550.xml"/><Relationship Id="rId119" Type="http://schemas.openxmlformats.org/officeDocument/2006/relationships/image" Target="../media/image1566.png"/><Relationship Id="rId270" Type="http://schemas.openxmlformats.org/officeDocument/2006/relationships/image" Target="../media/image1640.png"/><Relationship Id="rId326" Type="http://schemas.openxmlformats.org/officeDocument/2006/relationships/image" Target="../media/image1668.png"/><Relationship Id="rId65" Type="http://schemas.openxmlformats.org/officeDocument/2006/relationships/image" Target="../media/image1539.png"/><Relationship Id="rId130" Type="http://schemas.openxmlformats.org/officeDocument/2006/relationships/customXml" Target="../ink/ink1605.xml"/><Relationship Id="rId368" Type="http://schemas.openxmlformats.org/officeDocument/2006/relationships/image" Target="../media/image1686.png"/><Relationship Id="rId172" Type="http://schemas.openxmlformats.org/officeDocument/2006/relationships/customXml" Target="../ink/ink1626.xml"/><Relationship Id="rId228" Type="http://schemas.openxmlformats.org/officeDocument/2006/relationships/image" Target="../media/image1619.png"/><Relationship Id="rId435" Type="http://schemas.openxmlformats.org/officeDocument/2006/relationships/image" Target="../media/image1718.png"/><Relationship Id="rId281" Type="http://schemas.openxmlformats.org/officeDocument/2006/relationships/customXml" Target="../ink/ink1681.xml"/><Relationship Id="rId337" Type="http://schemas.openxmlformats.org/officeDocument/2006/relationships/customXml" Target="../ink/ink1709.xml"/><Relationship Id="rId34" Type="http://schemas.openxmlformats.org/officeDocument/2006/relationships/customXml" Target="../ink/ink1556.xml"/><Relationship Id="rId76" Type="http://schemas.openxmlformats.org/officeDocument/2006/relationships/customXml" Target="../ink/ink1578.xml"/><Relationship Id="rId141" Type="http://schemas.openxmlformats.org/officeDocument/2006/relationships/image" Target="../media/image1577.png"/><Relationship Id="rId379" Type="http://schemas.openxmlformats.org/officeDocument/2006/relationships/customXml" Target="../ink/ink1731.xml"/><Relationship Id="rId7" Type="http://schemas.openxmlformats.org/officeDocument/2006/relationships/image" Target="../media/image1513.png"/><Relationship Id="rId183" Type="http://schemas.openxmlformats.org/officeDocument/2006/relationships/customXml" Target="../ink/ink1632.xml"/><Relationship Id="rId239" Type="http://schemas.openxmlformats.org/officeDocument/2006/relationships/customXml" Target="../ink/ink1660.xml"/><Relationship Id="rId390" Type="http://schemas.openxmlformats.org/officeDocument/2006/relationships/image" Target="../media/image1697.png"/><Relationship Id="rId404" Type="http://schemas.openxmlformats.org/officeDocument/2006/relationships/image" Target="../media/image1703.png"/><Relationship Id="rId250" Type="http://schemas.openxmlformats.org/officeDocument/2006/relationships/image" Target="../media/image1630.png"/><Relationship Id="rId292" Type="http://schemas.openxmlformats.org/officeDocument/2006/relationships/image" Target="../media/image1651.png"/><Relationship Id="rId306" Type="http://schemas.openxmlformats.org/officeDocument/2006/relationships/image" Target="../media/image1658.png"/><Relationship Id="rId45" Type="http://schemas.openxmlformats.org/officeDocument/2006/relationships/customXml" Target="../ink/ink1562.xml"/><Relationship Id="rId87" Type="http://schemas.openxmlformats.org/officeDocument/2006/relationships/image" Target="../media/image1550.png"/><Relationship Id="rId110" Type="http://schemas.openxmlformats.org/officeDocument/2006/relationships/customXml" Target="../ink/ink1595.xml"/><Relationship Id="rId348" Type="http://schemas.openxmlformats.org/officeDocument/2006/relationships/image" Target="../media/image1677.png"/><Relationship Id="rId152" Type="http://schemas.openxmlformats.org/officeDocument/2006/relationships/customXml" Target="../ink/ink1616.xml"/><Relationship Id="rId194" Type="http://schemas.openxmlformats.org/officeDocument/2006/relationships/image" Target="../media/image1602.png"/><Relationship Id="rId208" Type="http://schemas.openxmlformats.org/officeDocument/2006/relationships/image" Target="../media/image1609.png"/><Relationship Id="rId415" Type="http://schemas.openxmlformats.org/officeDocument/2006/relationships/customXml" Target="../ink/ink1750.xml"/><Relationship Id="rId261" Type="http://schemas.openxmlformats.org/officeDocument/2006/relationships/customXml" Target="../ink/ink1671.xml"/><Relationship Id="rId14" Type="http://schemas.openxmlformats.org/officeDocument/2006/relationships/customXml" Target="../ink/ink1545.xml"/><Relationship Id="rId56" Type="http://schemas.openxmlformats.org/officeDocument/2006/relationships/customXml" Target="../ink/ink1568.xml"/><Relationship Id="rId317" Type="http://schemas.openxmlformats.org/officeDocument/2006/relationships/customXml" Target="../ink/ink1699.xml"/><Relationship Id="rId359" Type="http://schemas.openxmlformats.org/officeDocument/2006/relationships/customXml" Target="../ink/ink1721.xml"/><Relationship Id="rId98" Type="http://schemas.openxmlformats.org/officeDocument/2006/relationships/customXml" Target="../ink/ink1589.xml"/><Relationship Id="rId121" Type="http://schemas.openxmlformats.org/officeDocument/2006/relationships/image" Target="../media/image1567.png"/><Relationship Id="rId163" Type="http://schemas.openxmlformats.org/officeDocument/2006/relationships/image" Target="../media/image1588.png"/><Relationship Id="rId219" Type="http://schemas.openxmlformats.org/officeDocument/2006/relationships/customXml" Target="../ink/ink1650.xml"/><Relationship Id="rId370" Type="http://schemas.openxmlformats.org/officeDocument/2006/relationships/image" Target="../media/image1687.png"/><Relationship Id="rId426" Type="http://schemas.openxmlformats.org/officeDocument/2006/relationships/image" Target="../media/image1714.png"/><Relationship Id="rId230" Type="http://schemas.openxmlformats.org/officeDocument/2006/relationships/image" Target="../media/image1620.png"/><Relationship Id="rId25" Type="http://schemas.openxmlformats.org/officeDocument/2006/relationships/customXml" Target="../ink/ink1551.xml"/><Relationship Id="rId67" Type="http://schemas.openxmlformats.org/officeDocument/2006/relationships/image" Target="../media/image1540.png"/><Relationship Id="rId272" Type="http://schemas.openxmlformats.org/officeDocument/2006/relationships/image" Target="../media/image1641.png"/><Relationship Id="rId328" Type="http://schemas.openxmlformats.org/officeDocument/2006/relationships/image" Target="../media/image1669.png"/><Relationship Id="rId132" Type="http://schemas.openxmlformats.org/officeDocument/2006/relationships/customXml" Target="../ink/ink1606.xml"/><Relationship Id="rId174" Type="http://schemas.openxmlformats.org/officeDocument/2006/relationships/customXml" Target="../ink/ink1627.xml"/><Relationship Id="rId381" Type="http://schemas.openxmlformats.org/officeDocument/2006/relationships/customXml" Target="../ink/ink1732.xml"/><Relationship Id="rId241" Type="http://schemas.openxmlformats.org/officeDocument/2006/relationships/customXml" Target="../ink/ink1661.xml"/><Relationship Id="rId437" Type="http://schemas.openxmlformats.org/officeDocument/2006/relationships/image" Target="../media/image1719.png"/><Relationship Id="rId36" Type="http://schemas.openxmlformats.org/officeDocument/2006/relationships/customXml" Target="../ink/ink1557.xml"/><Relationship Id="rId283" Type="http://schemas.openxmlformats.org/officeDocument/2006/relationships/customXml" Target="../ink/ink1682.xml"/><Relationship Id="rId339" Type="http://schemas.openxmlformats.org/officeDocument/2006/relationships/image" Target="../media/image730.png"/><Relationship Id="rId78" Type="http://schemas.openxmlformats.org/officeDocument/2006/relationships/customXml" Target="../ink/ink1579.xml"/><Relationship Id="rId101" Type="http://schemas.openxmlformats.org/officeDocument/2006/relationships/image" Target="../media/image1557.png"/><Relationship Id="rId143" Type="http://schemas.openxmlformats.org/officeDocument/2006/relationships/image" Target="../media/image1578.png"/><Relationship Id="rId185" Type="http://schemas.openxmlformats.org/officeDocument/2006/relationships/customXml" Target="../ink/ink1633.xml"/><Relationship Id="rId350" Type="http://schemas.openxmlformats.org/officeDocument/2006/relationships/image" Target="../media/image1678.png"/><Relationship Id="rId406" Type="http://schemas.openxmlformats.org/officeDocument/2006/relationships/image" Target="../media/image1704.png"/><Relationship Id="rId9" Type="http://schemas.openxmlformats.org/officeDocument/2006/relationships/image" Target="../media/image109.png"/><Relationship Id="rId210" Type="http://schemas.openxmlformats.org/officeDocument/2006/relationships/image" Target="../media/image1610.png"/><Relationship Id="rId392" Type="http://schemas.openxmlformats.org/officeDocument/2006/relationships/customXml" Target="../ink/ink1738.xml"/><Relationship Id="rId252" Type="http://schemas.openxmlformats.org/officeDocument/2006/relationships/image" Target="../media/image1631.png"/><Relationship Id="rId294" Type="http://schemas.openxmlformats.org/officeDocument/2006/relationships/image" Target="../media/image1652.png"/><Relationship Id="rId308" Type="http://schemas.openxmlformats.org/officeDocument/2006/relationships/image" Target="../media/image1659.png"/><Relationship Id="rId47" Type="http://schemas.openxmlformats.org/officeDocument/2006/relationships/image" Target="../media/image1530.png"/><Relationship Id="rId89" Type="http://schemas.openxmlformats.org/officeDocument/2006/relationships/image" Target="../media/image1551.png"/><Relationship Id="rId112" Type="http://schemas.openxmlformats.org/officeDocument/2006/relationships/customXml" Target="../ink/ink1596.xml"/><Relationship Id="rId154" Type="http://schemas.openxmlformats.org/officeDocument/2006/relationships/customXml" Target="../ink/ink1617.xml"/><Relationship Id="rId361" Type="http://schemas.openxmlformats.org/officeDocument/2006/relationships/customXml" Target="../ink/ink1722.xml"/><Relationship Id="rId196" Type="http://schemas.openxmlformats.org/officeDocument/2006/relationships/image" Target="../media/image1603.png"/><Relationship Id="rId417" Type="http://schemas.openxmlformats.org/officeDocument/2006/relationships/customXml" Target="../ink/ink1751.xml"/><Relationship Id="rId16" Type="http://schemas.openxmlformats.org/officeDocument/2006/relationships/image" Target="../media/image1516.png"/><Relationship Id="rId221" Type="http://schemas.openxmlformats.org/officeDocument/2006/relationships/customXml" Target="../ink/ink1651.xml"/><Relationship Id="rId263" Type="http://schemas.openxmlformats.org/officeDocument/2006/relationships/customXml" Target="../ink/ink1672.xml"/><Relationship Id="rId319" Type="http://schemas.openxmlformats.org/officeDocument/2006/relationships/customXml" Target="../ink/ink1700.xml"/><Relationship Id="rId58" Type="http://schemas.openxmlformats.org/officeDocument/2006/relationships/customXml" Target="../ink/ink1569.xml"/><Relationship Id="rId123" Type="http://schemas.openxmlformats.org/officeDocument/2006/relationships/image" Target="../media/image1568.png"/><Relationship Id="rId330" Type="http://schemas.openxmlformats.org/officeDocument/2006/relationships/image" Target="../media/image1670.png"/><Relationship Id="rId165" Type="http://schemas.openxmlformats.org/officeDocument/2006/relationships/image" Target="../media/image1589.png"/><Relationship Id="rId372" Type="http://schemas.openxmlformats.org/officeDocument/2006/relationships/image" Target="../media/image1688.png"/><Relationship Id="rId428" Type="http://schemas.openxmlformats.org/officeDocument/2006/relationships/image" Target="../media/image1715.png"/><Relationship Id="rId232" Type="http://schemas.openxmlformats.org/officeDocument/2006/relationships/image" Target="../media/image1621.png"/><Relationship Id="rId274" Type="http://schemas.openxmlformats.org/officeDocument/2006/relationships/image" Target="../media/image1642.png"/><Relationship Id="rId27" Type="http://schemas.openxmlformats.org/officeDocument/2006/relationships/customXml" Target="../ink/ink1552.xml"/><Relationship Id="rId69" Type="http://schemas.openxmlformats.org/officeDocument/2006/relationships/image" Target="../media/image1541.png"/><Relationship Id="rId134" Type="http://schemas.openxmlformats.org/officeDocument/2006/relationships/customXml" Target="../ink/ink1607.xml"/><Relationship Id="rId80" Type="http://schemas.openxmlformats.org/officeDocument/2006/relationships/customXml" Target="../ink/ink1580.xml"/><Relationship Id="rId176" Type="http://schemas.openxmlformats.org/officeDocument/2006/relationships/customXml" Target="../ink/ink1628.xml"/><Relationship Id="rId341" Type="http://schemas.openxmlformats.org/officeDocument/2006/relationships/customXml" Target="../ink/ink1712.xml"/><Relationship Id="rId383" Type="http://schemas.openxmlformats.org/officeDocument/2006/relationships/customXml" Target="../ink/ink1733.xml"/><Relationship Id="rId439" Type="http://schemas.openxmlformats.org/officeDocument/2006/relationships/image" Target="../media/image1720.png"/><Relationship Id="rId201" Type="http://schemas.openxmlformats.org/officeDocument/2006/relationships/customXml" Target="../ink/ink1641.xml"/><Relationship Id="rId243" Type="http://schemas.openxmlformats.org/officeDocument/2006/relationships/customXml" Target="../ink/ink1662.xml"/><Relationship Id="rId285" Type="http://schemas.openxmlformats.org/officeDocument/2006/relationships/customXml" Target="../ink/ink1683.xml"/><Relationship Id="rId38" Type="http://schemas.openxmlformats.org/officeDocument/2006/relationships/image" Target="../media/image1526.png"/><Relationship Id="rId103" Type="http://schemas.openxmlformats.org/officeDocument/2006/relationships/image" Target="../media/image1558.png"/><Relationship Id="rId310" Type="http://schemas.openxmlformats.org/officeDocument/2006/relationships/image" Target="../media/image1660.png"/><Relationship Id="rId91" Type="http://schemas.openxmlformats.org/officeDocument/2006/relationships/image" Target="../media/image1552.png"/><Relationship Id="rId145" Type="http://schemas.openxmlformats.org/officeDocument/2006/relationships/image" Target="../media/image1579.png"/><Relationship Id="rId187" Type="http://schemas.openxmlformats.org/officeDocument/2006/relationships/customXml" Target="../ink/ink1634.xml"/><Relationship Id="rId352" Type="http://schemas.openxmlformats.org/officeDocument/2006/relationships/image" Target="../media/image1679.png"/><Relationship Id="rId394" Type="http://schemas.openxmlformats.org/officeDocument/2006/relationships/customXml" Target="../ink/ink1739.xml"/><Relationship Id="rId408" Type="http://schemas.openxmlformats.org/officeDocument/2006/relationships/image" Target="../media/image1705.png"/><Relationship Id="rId212" Type="http://schemas.openxmlformats.org/officeDocument/2006/relationships/image" Target="../media/image1611.png"/><Relationship Id="rId254" Type="http://schemas.openxmlformats.org/officeDocument/2006/relationships/image" Target="../media/image1632.png"/><Relationship Id="rId49" Type="http://schemas.openxmlformats.org/officeDocument/2006/relationships/image" Target="../media/image1531.png"/><Relationship Id="rId114" Type="http://schemas.openxmlformats.org/officeDocument/2006/relationships/customXml" Target="../ink/ink1597.xml"/><Relationship Id="rId296" Type="http://schemas.openxmlformats.org/officeDocument/2006/relationships/image" Target="../media/image1653.png"/><Relationship Id="rId60" Type="http://schemas.openxmlformats.org/officeDocument/2006/relationships/customXml" Target="../ink/ink1570.xml"/><Relationship Id="rId156" Type="http://schemas.openxmlformats.org/officeDocument/2006/relationships/customXml" Target="../ink/ink1618.xml"/><Relationship Id="rId198" Type="http://schemas.openxmlformats.org/officeDocument/2006/relationships/image" Target="../media/image1604.png"/><Relationship Id="rId321" Type="http://schemas.openxmlformats.org/officeDocument/2006/relationships/customXml" Target="../ink/ink1701.xml"/><Relationship Id="rId363" Type="http://schemas.openxmlformats.org/officeDocument/2006/relationships/customXml" Target="../ink/ink1723.xml"/><Relationship Id="rId419" Type="http://schemas.openxmlformats.org/officeDocument/2006/relationships/customXml" Target="../ink/ink1752.xml"/><Relationship Id="rId202" Type="http://schemas.openxmlformats.org/officeDocument/2006/relationships/image" Target="../media/image1606.png"/><Relationship Id="rId223" Type="http://schemas.openxmlformats.org/officeDocument/2006/relationships/customXml" Target="../ink/ink1652.xml"/><Relationship Id="rId244" Type="http://schemas.openxmlformats.org/officeDocument/2006/relationships/image" Target="../media/image1627.png"/><Relationship Id="rId430" Type="http://schemas.openxmlformats.org/officeDocument/2006/relationships/customXml" Target="../ink/ink1758.xml"/><Relationship Id="rId18" Type="http://schemas.openxmlformats.org/officeDocument/2006/relationships/image" Target="../media/image1517.png"/><Relationship Id="rId39" Type="http://schemas.openxmlformats.org/officeDocument/2006/relationships/customXml" Target="../ink/ink1559.xml"/><Relationship Id="rId265" Type="http://schemas.openxmlformats.org/officeDocument/2006/relationships/customXml" Target="../ink/ink1673.xml"/><Relationship Id="rId286" Type="http://schemas.openxmlformats.org/officeDocument/2006/relationships/image" Target="../media/image1648.png"/><Relationship Id="rId50" Type="http://schemas.openxmlformats.org/officeDocument/2006/relationships/customXml" Target="../ink/ink1565.xml"/><Relationship Id="rId104" Type="http://schemas.openxmlformats.org/officeDocument/2006/relationships/customXml" Target="../ink/ink1592.xml"/><Relationship Id="rId125" Type="http://schemas.openxmlformats.org/officeDocument/2006/relationships/image" Target="../media/image1569.png"/><Relationship Id="rId146" Type="http://schemas.openxmlformats.org/officeDocument/2006/relationships/customXml" Target="../ink/ink1613.xml"/><Relationship Id="rId167" Type="http://schemas.openxmlformats.org/officeDocument/2006/relationships/image" Target="../media/image1590.png"/><Relationship Id="rId188" Type="http://schemas.openxmlformats.org/officeDocument/2006/relationships/image" Target="../media/image1599.png"/><Relationship Id="rId311" Type="http://schemas.openxmlformats.org/officeDocument/2006/relationships/customXml" Target="../ink/ink1696.xml"/><Relationship Id="rId332" Type="http://schemas.openxmlformats.org/officeDocument/2006/relationships/image" Target="../media/image1671.png"/><Relationship Id="rId353" Type="http://schemas.openxmlformats.org/officeDocument/2006/relationships/customXml" Target="../ink/ink1718.xml"/><Relationship Id="rId374" Type="http://schemas.openxmlformats.org/officeDocument/2006/relationships/image" Target="../media/image1689.png"/><Relationship Id="rId395" Type="http://schemas.openxmlformats.org/officeDocument/2006/relationships/image" Target="../media/image1699.png"/><Relationship Id="rId409" Type="http://schemas.openxmlformats.org/officeDocument/2006/relationships/customXml" Target="../ink/ink1747.xml"/><Relationship Id="rId71" Type="http://schemas.openxmlformats.org/officeDocument/2006/relationships/image" Target="../media/image1542.png"/><Relationship Id="rId92" Type="http://schemas.openxmlformats.org/officeDocument/2006/relationships/customXml" Target="../ink/ink1586.xml"/><Relationship Id="rId213" Type="http://schemas.openxmlformats.org/officeDocument/2006/relationships/customXml" Target="../ink/ink1647.xml"/><Relationship Id="rId234" Type="http://schemas.openxmlformats.org/officeDocument/2006/relationships/image" Target="../media/image1622.png"/><Relationship Id="rId420" Type="http://schemas.openxmlformats.org/officeDocument/2006/relationships/image" Target="../media/image1711.png"/><Relationship Id="rId2" Type="http://schemas.openxmlformats.org/officeDocument/2006/relationships/customXml" Target="../ink/ink1539.xml"/><Relationship Id="rId29" Type="http://schemas.openxmlformats.org/officeDocument/2006/relationships/customXml" Target="../ink/ink1553.xml"/><Relationship Id="rId255" Type="http://schemas.openxmlformats.org/officeDocument/2006/relationships/customXml" Target="../ink/ink1668.xml"/><Relationship Id="rId276" Type="http://schemas.openxmlformats.org/officeDocument/2006/relationships/image" Target="../media/image1643.png"/><Relationship Id="rId297" Type="http://schemas.openxmlformats.org/officeDocument/2006/relationships/customXml" Target="../ink/ink1689.xml"/><Relationship Id="rId441" Type="http://schemas.openxmlformats.org/officeDocument/2006/relationships/image" Target="../media/image1721.png"/><Relationship Id="rId40" Type="http://schemas.openxmlformats.org/officeDocument/2006/relationships/image" Target="../media/image1527.png"/><Relationship Id="rId115" Type="http://schemas.openxmlformats.org/officeDocument/2006/relationships/image" Target="../media/image1564.png"/><Relationship Id="rId136" Type="http://schemas.openxmlformats.org/officeDocument/2006/relationships/customXml" Target="../ink/ink1608.xml"/><Relationship Id="rId157" Type="http://schemas.openxmlformats.org/officeDocument/2006/relationships/image" Target="../media/image1585.png"/><Relationship Id="rId178" Type="http://schemas.openxmlformats.org/officeDocument/2006/relationships/image" Target="../media/image1594.png"/><Relationship Id="rId301" Type="http://schemas.openxmlformats.org/officeDocument/2006/relationships/customXml" Target="../ink/ink1691.xml"/><Relationship Id="rId322" Type="http://schemas.openxmlformats.org/officeDocument/2006/relationships/image" Target="../media/image1666.png"/><Relationship Id="rId343" Type="http://schemas.openxmlformats.org/officeDocument/2006/relationships/customXml" Target="../ink/ink1713.xml"/><Relationship Id="rId364" Type="http://schemas.openxmlformats.org/officeDocument/2006/relationships/image" Target="../media/image1684.png"/><Relationship Id="rId61" Type="http://schemas.openxmlformats.org/officeDocument/2006/relationships/image" Target="../media/image1537.png"/><Relationship Id="rId82" Type="http://schemas.openxmlformats.org/officeDocument/2006/relationships/customXml" Target="../ink/ink1581.xml"/><Relationship Id="rId199" Type="http://schemas.openxmlformats.org/officeDocument/2006/relationships/customXml" Target="../ink/ink1640.xml"/><Relationship Id="rId203" Type="http://schemas.openxmlformats.org/officeDocument/2006/relationships/customXml" Target="../ink/ink1642.xml"/><Relationship Id="rId385" Type="http://schemas.openxmlformats.org/officeDocument/2006/relationships/customXml" Target="../ink/ink1734.xml"/><Relationship Id="rId19" Type="http://schemas.openxmlformats.org/officeDocument/2006/relationships/customXml" Target="../ink/ink1548.xml"/><Relationship Id="rId224" Type="http://schemas.openxmlformats.org/officeDocument/2006/relationships/image" Target="../media/image1617.png"/><Relationship Id="rId245" Type="http://schemas.openxmlformats.org/officeDocument/2006/relationships/customXml" Target="../ink/ink1663.xml"/><Relationship Id="rId266" Type="http://schemas.openxmlformats.org/officeDocument/2006/relationships/image" Target="../media/image1638.png"/><Relationship Id="rId287" Type="http://schemas.openxmlformats.org/officeDocument/2006/relationships/customXml" Target="../ink/ink1684.xml"/><Relationship Id="rId410" Type="http://schemas.openxmlformats.org/officeDocument/2006/relationships/image" Target="../media/image1706.png"/><Relationship Id="rId431" Type="http://schemas.openxmlformats.org/officeDocument/2006/relationships/image" Target="../media/image1716.png"/><Relationship Id="rId30" Type="http://schemas.openxmlformats.org/officeDocument/2006/relationships/image" Target="../media/image1523.png"/><Relationship Id="rId105" Type="http://schemas.openxmlformats.org/officeDocument/2006/relationships/image" Target="../media/image1559.png"/><Relationship Id="rId126" Type="http://schemas.openxmlformats.org/officeDocument/2006/relationships/customXml" Target="../ink/ink1603.xml"/><Relationship Id="rId147" Type="http://schemas.openxmlformats.org/officeDocument/2006/relationships/image" Target="../media/image1580.png"/><Relationship Id="rId168" Type="http://schemas.openxmlformats.org/officeDocument/2006/relationships/customXml" Target="../ink/ink1624.xml"/><Relationship Id="rId312" Type="http://schemas.openxmlformats.org/officeDocument/2006/relationships/image" Target="../media/image1661.png"/><Relationship Id="rId333" Type="http://schemas.openxmlformats.org/officeDocument/2006/relationships/customXml" Target="../ink/ink1707.xml"/><Relationship Id="rId354" Type="http://schemas.openxmlformats.org/officeDocument/2006/relationships/image" Target="../media/image1680.png"/><Relationship Id="rId51" Type="http://schemas.openxmlformats.org/officeDocument/2006/relationships/image" Target="../media/image1532.png"/><Relationship Id="rId72" Type="http://schemas.openxmlformats.org/officeDocument/2006/relationships/customXml" Target="../ink/ink1576.xml"/><Relationship Id="rId93" Type="http://schemas.openxmlformats.org/officeDocument/2006/relationships/image" Target="../media/image1553.png"/><Relationship Id="rId189" Type="http://schemas.openxmlformats.org/officeDocument/2006/relationships/customXml" Target="../ink/ink1635.xml"/><Relationship Id="rId375" Type="http://schemas.openxmlformats.org/officeDocument/2006/relationships/customXml" Target="../ink/ink1729.xml"/><Relationship Id="rId396" Type="http://schemas.openxmlformats.org/officeDocument/2006/relationships/customXml" Target="../ink/ink1740.xml"/><Relationship Id="rId3" Type="http://schemas.openxmlformats.org/officeDocument/2006/relationships/image" Target="../media/image1511.png"/><Relationship Id="rId214" Type="http://schemas.openxmlformats.org/officeDocument/2006/relationships/image" Target="../media/image1612.png"/><Relationship Id="rId235" Type="http://schemas.openxmlformats.org/officeDocument/2006/relationships/customXml" Target="../ink/ink1658.xml"/><Relationship Id="rId256" Type="http://schemas.openxmlformats.org/officeDocument/2006/relationships/image" Target="../media/image1633.png"/><Relationship Id="rId277" Type="http://schemas.openxmlformats.org/officeDocument/2006/relationships/customXml" Target="../ink/ink1679.xml"/><Relationship Id="rId298" Type="http://schemas.openxmlformats.org/officeDocument/2006/relationships/image" Target="../media/image1654.png"/><Relationship Id="rId400" Type="http://schemas.openxmlformats.org/officeDocument/2006/relationships/image" Target="../media/image1701.png"/><Relationship Id="rId421" Type="http://schemas.openxmlformats.org/officeDocument/2006/relationships/customXml" Target="../ink/ink1753.xml"/><Relationship Id="rId116" Type="http://schemas.openxmlformats.org/officeDocument/2006/relationships/customXml" Target="../ink/ink1598.xml"/><Relationship Id="rId137" Type="http://schemas.openxmlformats.org/officeDocument/2006/relationships/image" Target="../media/image1575.png"/><Relationship Id="rId158" Type="http://schemas.openxmlformats.org/officeDocument/2006/relationships/customXml" Target="../ink/ink1619.xml"/><Relationship Id="rId302" Type="http://schemas.openxmlformats.org/officeDocument/2006/relationships/image" Target="../media/image1656.png"/><Relationship Id="rId323" Type="http://schemas.openxmlformats.org/officeDocument/2006/relationships/customXml" Target="../ink/ink1702.xml"/><Relationship Id="rId344" Type="http://schemas.openxmlformats.org/officeDocument/2006/relationships/image" Target="../media/image1675.png"/><Relationship Id="rId20" Type="http://schemas.openxmlformats.org/officeDocument/2006/relationships/image" Target="../media/image1518.png"/><Relationship Id="rId41" Type="http://schemas.openxmlformats.org/officeDocument/2006/relationships/customXml" Target="../ink/ink1560.xml"/><Relationship Id="rId62" Type="http://schemas.openxmlformats.org/officeDocument/2006/relationships/customXml" Target="../ink/ink1571.xml"/><Relationship Id="rId83" Type="http://schemas.openxmlformats.org/officeDocument/2006/relationships/image" Target="../media/image1548.png"/><Relationship Id="rId179" Type="http://schemas.openxmlformats.org/officeDocument/2006/relationships/customXml" Target="../ink/ink1630.xml"/><Relationship Id="rId365" Type="http://schemas.openxmlformats.org/officeDocument/2006/relationships/customXml" Target="../ink/ink1724.xml"/><Relationship Id="rId386" Type="http://schemas.openxmlformats.org/officeDocument/2006/relationships/image" Target="../media/image1695.png"/><Relationship Id="rId190" Type="http://schemas.openxmlformats.org/officeDocument/2006/relationships/image" Target="../media/image1600.png"/><Relationship Id="rId204" Type="http://schemas.openxmlformats.org/officeDocument/2006/relationships/image" Target="../media/image1607.png"/><Relationship Id="rId225" Type="http://schemas.openxmlformats.org/officeDocument/2006/relationships/customXml" Target="../ink/ink1653.xml"/><Relationship Id="rId246" Type="http://schemas.openxmlformats.org/officeDocument/2006/relationships/image" Target="../media/image1628.png"/><Relationship Id="rId267" Type="http://schemas.openxmlformats.org/officeDocument/2006/relationships/customXml" Target="../ink/ink1674.xml"/><Relationship Id="rId288" Type="http://schemas.openxmlformats.org/officeDocument/2006/relationships/image" Target="../media/image1649.png"/><Relationship Id="rId411" Type="http://schemas.openxmlformats.org/officeDocument/2006/relationships/customXml" Target="../ink/ink1748.xml"/><Relationship Id="rId432" Type="http://schemas.openxmlformats.org/officeDocument/2006/relationships/customXml" Target="../ink/ink1759.xml"/><Relationship Id="rId106" Type="http://schemas.openxmlformats.org/officeDocument/2006/relationships/customXml" Target="../ink/ink1593.xml"/><Relationship Id="rId127" Type="http://schemas.openxmlformats.org/officeDocument/2006/relationships/image" Target="../media/image1570.png"/><Relationship Id="rId313" Type="http://schemas.openxmlformats.org/officeDocument/2006/relationships/customXml" Target="../ink/ink1697.xml"/><Relationship Id="rId10" Type="http://schemas.openxmlformats.org/officeDocument/2006/relationships/customXml" Target="../ink/ink1543.xml"/><Relationship Id="rId31" Type="http://schemas.openxmlformats.org/officeDocument/2006/relationships/customXml" Target="../ink/ink1554.xml"/><Relationship Id="rId52" Type="http://schemas.openxmlformats.org/officeDocument/2006/relationships/customXml" Target="../ink/ink1566.xml"/><Relationship Id="rId73" Type="http://schemas.openxmlformats.org/officeDocument/2006/relationships/image" Target="../media/image1543.png"/><Relationship Id="rId94" Type="http://schemas.openxmlformats.org/officeDocument/2006/relationships/customXml" Target="../ink/ink1587.xml"/><Relationship Id="rId148" Type="http://schemas.openxmlformats.org/officeDocument/2006/relationships/customXml" Target="../ink/ink1614.xml"/><Relationship Id="rId169" Type="http://schemas.openxmlformats.org/officeDocument/2006/relationships/image" Target="../media/image1591.png"/><Relationship Id="rId334" Type="http://schemas.openxmlformats.org/officeDocument/2006/relationships/image" Target="../media/image1672.png"/><Relationship Id="rId355" Type="http://schemas.openxmlformats.org/officeDocument/2006/relationships/customXml" Target="../ink/ink1719.xml"/><Relationship Id="rId376" Type="http://schemas.openxmlformats.org/officeDocument/2006/relationships/image" Target="../media/image1690.png"/><Relationship Id="rId397" Type="http://schemas.openxmlformats.org/officeDocument/2006/relationships/image" Target="../media/image1700.png"/><Relationship Id="rId4" Type="http://schemas.openxmlformats.org/officeDocument/2006/relationships/customXml" Target="../ink/ink1540.xml"/><Relationship Id="rId180" Type="http://schemas.openxmlformats.org/officeDocument/2006/relationships/image" Target="../media/image1595.png"/><Relationship Id="rId215" Type="http://schemas.openxmlformats.org/officeDocument/2006/relationships/customXml" Target="../ink/ink1648.xml"/><Relationship Id="rId236" Type="http://schemas.openxmlformats.org/officeDocument/2006/relationships/image" Target="../media/image1623.png"/><Relationship Id="rId257" Type="http://schemas.openxmlformats.org/officeDocument/2006/relationships/customXml" Target="../ink/ink1669.xml"/><Relationship Id="rId278" Type="http://schemas.openxmlformats.org/officeDocument/2006/relationships/image" Target="../media/image1644.png"/><Relationship Id="rId401" Type="http://schemas.openxmlformats.org/officeDocument/2006/relationships/customXml" Target="../ink/ink1743.xml"/><Relationship Id="rId422" Type="http://schemas.openxmlformats.org/officeDocument/2006/relationships/image" Target="../media/image1712.png"/><Relationship Id="rId303" Type="http://schemas.openxmlformats.org/officeDocument/2006/relationships/customXml" Target="../ink/ink1692.xml"/><Relationship Id="rId42" Type="http://schemas.openxmlformats.org/officeDocument/2006/relationships/image" Target="../media/image1528.png"/><Relationship Id="rId84" Type="http://schemas.openxmlformats.org/officeDocument/2006/relationships/customXml" Target="../ink/ink1582.xml"/><Relationship Id="rId138" Type="http://schemas.openxmlformats.org/officeDocument/2006/relationships/customXml" Target="../ink/ink1609.xml"/><Relationship Id="rId345" Type="http://schemas.openxmlformats.org/officeDocument/2006/relationships/customXml" Target="../ink/ink1714.xml"/><Relationship Id="rId387" Type="http://schemas.openxmlformats.org/officeDocument/2006/relationships/customXml" Target="../ink/ink1735.xml"/><Relationship Id="rId191" Type="http://schemas.openxmlformats.org/officeDocument/2006/relationships/customXml" Target="../ink/ink1636.xml"/><Relationship Id="rId205" Type="http://schemas.openxmlformats.org/officeDocument/2006/relationships/customXml" Target="../ink/ink1643.xml"/><Relationship Id="rId247" Type="http://schemas.openxmlformats.org/officeDocument/2006/relationships/customXml" Target="../ink/ink1664.xml"/><Relationship Id="rId412" Type="http://schemas.openxmlformats.org/officeDocument/2006/relationships/image" Target="../media/image1707.png"/><Relationship Id="rId107" Type="http://schemas.openxmlformats.org/officeDocument/2006/relationships/image" Target="../media/image1560.png"/><Relationship Id="rId289" Type="http://schemas.openxmlformats.org/officeDocument/2006/relationships/customXml" Target="../ink/ink1685.xml"/><Relationship Id="rId11" Type="http://schemas.openxmlformats.org/officeDocument/2006/relationships/image" Target="../media/image1514.png"/><Relationship Id="rId53" Type="http://schemas.openxmlformats.org/officeDocument/2006/relationships/image" Target="../media/image1533.png"/><Relationship Id="rId149" Type="http://schemas.openxmlformats.org/officeDocument/2006/relationships/image" Target="../media/image1581.png"/><Relationship Id="rId314" Type="http://schemas.openxmlformats.org/officeDocument/2006/relationships/image" Target="../media/image1662.png"/><Relationship Id="rId356" Type="http://schemas.openxmlformats.org/officeDocument/2006/relationships/image" Target="../media/image1681.png"/><Relationship Id="rId398" Type="http://schemas.openxmlformats.org/officeDocument/2006/relationships/customXml" Target="../ink/ink1741.xml"/><Relationship Id="rId95" Type="http://schemas.openxmlformats.org/officeDocument/2006/relationships/image" Target="../media/image1554.png"/><Relationship Id="rId160" Type="http://schemas.openxmlformats.org/officeDocument/2006/relationships/customXml" Target="../ink/ink1620.xml"/><Relationship Id="rId216" Type="http://schemas.openxmlformats.org/officeDocument/2006/relationships/image" Target="../media/image1613.png"/><Relationship Id="rId423" Type="http://schemas.openxmlformats.org/officeDocument/2006/relationships/customXml" Target="../ink/ink1754.xml"/><Relationship Id="rId258" Type="http://schemas.openxmlformats.org/officeDocument/2006/relationships/image" Target="../media/image1634.png"/><Relationship Id="rId22" Type="http://schemas.openxmlformats.org/officeDocument/2006/relationships/image" Target="../media/image1519.png"/><Relationship Id="rId64" Type="http://schemas.openxmlformats.org/officeDocument/2006/relationships/customXml" Target="../ink/ink1572.xml"/><Relationship Id="rId118" Type="http://schemas.openxmlformats.org/officeDocument/2006/relationships/customXml" Target="../ink/ink1599.xml"/><Relationship Id="rId325" Type="http://schemas.openxmlformats.org/officeDocument/2006/relationships/customXml" Target="../ink/ink1703.xml"/><Relationship Id="rId367" Type="http://schemas.openxmlformats.org/officeDocument/2006/relationships/customXml" Target="../ink/ink1725.xml"/><Relationship Id="rId171" Type="http://schemas.openxmlformats.org/officeDocument/2006/relationships/image" Target="../media/image1592.png"/><Relationship Id="rId227" Type="http://schemas.openxmlformats.org/officeDocument/2006/relationships/customXml" Target="../ink/ink1654.xml"/><Relationship Id="rId269" Type="http://schemas.openxmlformats.org/officeDocument/2006/relationships/customXml" Target="../ink/ink1675.xml"/><Relationship Id="rId434" Type="http://schemas.openxmlformats.org/officeDocument/2006/relationships/customXml" Target="../ink/ink1760.xml"/><Relationship Id="rId33" Type="http://schemas.openxmlformats.org/officeDocument/2006/relationships/image" Target="../media/image1524.png"/><Relationship Id="rId129" Type="http://schemas.openxmlformats.org/officeDocument/2006/relationships/image" Target="../media/image1571.png"/><Relationship Id="rId280" Type="http://schemas.openxmlformats.org/officeDocument/2006/relationships/image" Target="../media/image1645.png"/><Relationship Id="rId336" Type="http://schemas.openxmlformats.org/officeDocument/2006/relationships/image" Target="../media/image1673.png"/><Relationship Id="rId75" Type="http://schemas.openxmlformats.org/officeDocument/2006/relationships/image" Target="../media/image1544.png"/><Relationship Id="rId140" Type="http://schemas.openxmlformats.org/officeDocument/2006/relationships/customXml" Target="../ink/ink1610.xml"/><Relationship Id="rId182" Type="http://schemas.openxmlformats.org/officeDocument/2006/relationships/image" Target="../media/image1596.png"/><Relationship Id="rId378" Type="http://schemas.openxmlformats.org/officeDocument/2006/relationships/image" Target="../media/image1691.png"/><Relationship Id="rId403" Type="http://schemas.openxmlformats.org/officeDocument/2006/relationships/customXml" Target="../ink/ink1744.xml"/><Relationship Id="rId6" Type="http://schemas.openxmlformats.org/officeDocument/2006/relationships/customXml" Target="../ink/ink1541.xml"/><Relationship Id="rId238" Type="http://schemas.openxmlformats.org/officeDocument/2006/relationships/image" Target="../media/image1624.png"/><Relationship Id="rId291" Type="http://schemas.openxmlformats.org/officeDocument/2006/relationships/customXml" Target="../ink/ink1686.xml"/><Relationship Id="rId305" Type="http://schemas.openxmlformats.org/officeDocument/2006/relationships/customXml" Target="../ink/ink1693.xml"/><Relationship Id="rId347" Type="http://schemas.openxmlformats.org/officeDocument/2006/relationships/customXml" Target="../ink/ink1715.xml"/><Relationship Id="rId44" Type="http://schemas.openxmlformats.org/officeDocument/2006/relationships/image" Target="../media/image1529.png"/><Relationship Id="rId86" Type="http://schemas.openxmlformats.org/officeDocument/2006/relationships/customXml" Target="../ink/ink1583.xml"/><Relationship Id="rId151" Type="http://schemas.openxmlformats.org/officeDocument/2006/relationships/image" Target="../media/image1582.png"/><Relationship Id="rId389" Type="http://schemas.openxmlformats.org/officeDocument/2006/relationships/customXml" Target="../ink/ink1736.xml"/><Relationship Id="rId193" Type="http://schemas.openxmlformats.org/officeDocument/2006/relationships/customXml" Target="../ink/ink1637.xml"/><Relationship Id="rId207" Type="http://schemas.openxmlformats.org/officeDocument/2006/relationships/customXml" Target="../ink/ink1644.xml"/><Relationship Id="rId249" Type="http://schemas.openxmlformats.org/officeDocument/2006/relationships/customXml" Target="../ink/ink1665.xml"/><Relationship Id="rId414" Type="http://schemas.openxmlformats.org/officeDocument/2006/relationships/image" Target="../media/image1708.png"/><Relationship Id="rId13" Type="http://schemas.openxmlformats.org/officeDocument/2006/relationships/image" Target="../media/image1515.png"/><Relationship Id="rId109" Type="http://schemas.openxmlformats.org/officeDocument/2006/relationships/image" Target="../media/image1561.png"/><Relationship Id="rId260" Type="http://schemas.openxmlformats.org/officeDocument/2006/relationships/image" Target="../media/image1635.png"/><Relationship Id="rId316" Type="http://schemas.openxmlformats.org/officeDocument/2006/relationships/image" Target="../media/image1663.png"/><Relationship Id="rId55" Type="http://schemas.openxmlformats.org/officeDocument/2006/relationships/image" Target="../media/image1534.png"/><Relationship Id="rId97" Type="http://schemas.openxmlformats.org/officeDocument/2006/relationships/image" Target="../media/image1555.png"/><Relationship Id="rId120" Type="http://schemas.openxmlformats.org/officeDocument/2006/relationships/customXml" Target="../ink/ink1600.xml"/><Relationship Id="rId358" Type="http://schemas.openxmlformats.org/officeDocument/2006/relationships/image" Target="../media/image1682.png"/><Relationship Id="rId162" Type="http://schemas.openxmlformats.org/officeDocument/2006/relationships/customXml" Target="../ink/ink1621.xml"/><Relationship Id="rId218" Type="http://schemas.openxmlformats.org/officeDocument/2006/relationships/image" Target="../media/image1614.png"/><Relationship Id="rId425" Type="http://schemas.openxmlformats.org/officeDocument/2006/relationships/customXml" Target="../ink/ink1755.xml"/><Relationship Id="rId271" Type="http://schemas.openxmlformats.org/officeDocument/2006/relationships/customXml" Target="../ink/ink1676.xml"/><Relationship Id="rId24" Type="http://schemas.openxmlformats.org/officeDocument/2006/relationships/image" Target="../media/image1520.png"/><Relationship Id="rId66" Type="http://schemas.openxmlformats.org/officeDocument/2006/relationships/customXml" Target="../ink/ink1573.xml"/><Relationship Id="rId131" Type="http://schemas.openxmlformats.org/officeDocument/2006/relationships/image" Target="../media/image1572.png"/><Relationship Id="rId327" Type="http://schemas.openxmlformats.org/officeDocument/2006/relationships/customXml" Target="../ink/ink1704.xml"/><Relationship Id="rId369" Type="http://schemas.openxmlformats.org/officeDocument/2006/relationships/customXml" Target="../ink/ink1726.xml"/><Relationship Id="rId173" Type="http://schemas.openxmlformats.org/officeDocument/2006/relationships/image" Target="../media/image614.png"/><Relationship Id="rId229" Type="http://schemas.openxmlformats.org/officeDocument/2006/relationships/customXml" Target="../ink/ink1655.xml"/><Relationship Id="rId380" Type="http://schemas.openxmlformats.org/officeDocument/2006/relationships/image" Target="../media/image1692.png"/><Relationship Id="rId436" Type="http://schemas.openxmlformats.org/officeDocument/2006/relationships/customXml" Target="../ink/ink1761.xml"/><Relationship Id="rId240" Type="http://schemas.openxmlformats.org/officeDocument/2006/relationships/image" Target="../media/image1625.png"/><Relationship Id="rId35" Type="http://schemas.openxmlformats.org/officeDocument/2006/relationships/image" Target="../media/image1525.png"/><Relationship Id="rId77" Type="http://schemas.openxmlformats.org/officeDocument/2006/relationships/image" Target="../media/image1545.png"/><Relationship Id="rId100" Type="http://schemas.openxmlformats.org/officeDocument/2006/relationships/customXml" Target="../ink/ink1590.xml"/><Relationship Id="rId282" Type="http://schemas.openxmlformats.org/officeDocument/2006/relationships/image" Target="../media/image1646.png"/><Relationship Id="rId338" Type="http://schemas.openxmlformats.org/officeDocument/2006/relationships/customXml" Target="../ink/ink1710.xml"/><Relationship Id="rId8" Type="http://schemas.openxmlformats.org/officeDocument/2006/relationships/customXml" Target="../ink/ink1542.xml"/><Relationship Id="rId142" Type="http://schemas.openxmlformats.org/officeDocument/2006/relationships/customXml" Target="../ink/ink1611.xml"/><Relationship Id="rId184" Type="http://schemas.openxmlformats.org/officeDocument/2006/relationships/image" Target="../media/image1597.png"/><Relationship Id="rId391" Type="http://schemas.openxmlformats.org/officeDocument/2006/relationships/customXml" Target="../ink/ink1737.xml"/><Relationship Id="rId405" Type="http://schemas.openxmlformats.org/officeDocument/2006/relationships/customXml" Target="../ink/ink1745.xml"/><Relationship Id="rId251" Type="http://schemas.openxmlformats.org/officeDocument/2006/relationships/customXml" Target="../ink/ink1666.xml"/><Relationship Id="rId46" Type="http://schemas.openxmlformats.org/officeDocument/2006/relationships/customXml" Target="../ink/ink1563.xml"/><Relationship Id="rId293" Type="http://schemas.openxmlformats.org/officeDocument/2006/relationships/customXml" Target="../ink/ink1687.xml"/><Relationship Id="rId307" Type="http://schemas.openxmlformats.org/officeDocument/2006/relationships/customXml" Target="../ink/ink1694.xml"/><Relationship Id="rId349" Type="http://schemas.openxmlformats.org/officeDocument/2006/relationships/customXml" Target="../ink/ink1716.xml"/><Relationship Id="rId88" Type="http://schemas.openxmlformats.org/officeDocument/2006/relationships/customXml" Target="../ink/ink1584.xml"/><Relationship Id="rId111" Type="http://schemas.openxmlformats.org/officeDocument/2006/relationships/image" Target="../media/image1562.png"/><Relationship Id="rId153" Type="http://schemas.openxmlformats.org/officeDocument/2006/relationships/image" Target="../media/image1583.png"/><Relationship Id="rId195" Type="http://schemas.openxmlformats.org/officeDocument/2006/relationships/customXml" Target="../ink/ink1638.xml"/><Relationship Id="rId209" Type="http://schemas.openxmlformats.org/officeDocument/2006/relationships/customXml" Target="../ink/ink1645.xml"/><Relationship Id="rId360" Type="http://schemas.openxmlformats.org/officeDocument/2006/relationships/image" Target="../media/image313.png"/><Relationship Id="rId416" Type="http://schemas.openxmlformats.org/officeDocument/2006/relationships/image" Target="../media/image1709.png"/><Relationship Id="rId220" Type="http://schemas.openxmlformats.org/officeDocument/2006/relationships/image" Target="../media/image1615.png"/><Relationship Id="rId15" Type="http://schemas.openxmlformats.org/officeDocument/2006/relationships/customXml" Target="../ink/ink1546.xml"/><Relationship Id="rId57" Type="http://schemas.openxmlformats.org/officeDocument/2006/relationships/image" Target="../media/image1535.png"/><Relationship Id="rId262" Type="http://schemas.openxmlformats.org/officeDocument/2006/relationships/image" Target="../media/image1636.png"/><Relationship Id="rId318" Type="http://schemas.openxmlformats.org/officeDocument/2006/relationships/image" Target="../media/image1664.png"/><Relationship Id="rId99" Type="http://schemas.openxmlformats.org/officeDocument/2006/relationships/image" Target="../media/image1556.png"/><Relationship Id="rId122" Type="http://schemas.openxmlformats.org/officeDocument/2006/relationships/customXml" Target="../ink/ink1601.xml"/><Relationship Id="rId164" Type="http://schemas.openxmlformats.org/officeDocument/2006/relationships/customXml" Target="../ink/ink1622.xml"/><Relationship Id="rId371" Type="http://schemas.openxmlformats.org/officeDocument/2006/relationships/customXml" Target="../ink/ink1727.xml"/><Relationship Id="rId427" Type="http://schemas.openxmlformats.org/officeDocument/2006/relationships/customXml" Target="../ink/ink1756.xml"/><Relationship Id="rId26" Type="http://schemas.openxmlformats.org/officeDocument/2006/relationships/image" Target="../media/image1521.png"/><Relationship Id="rId231" Type="http://schemas.openxmlformats.org/officeDocument/2006/relationships/customXml" Target="../ink/ink1656.xml"/><Relationship Id="rId273" Type="http://schemas.openxmlformats.org/officeDocument/2006/relationships/customXml" Target="../ink/ink1677.xml"/><Relationship Id="rId329" Type="http://schemas.openxmlformats.org/officeDocument/2006/relationships/customXml" Target="../ink/ink1705.xml"/><Relationship Id="rId68" Type="http://schemas.openxmlformats.org/officeDocument/2006/relationships/customXml" Target="../ink/ink1574.xml"/><Relationship Id="rId133" Type="http://schemas.openxmlformats.org/officeDocument/2006/relationships/image" Target="../media/image1573.png"/><Relationship Id="rId175" Type="http://schemas.openxmlformats.org/officeDocument/2006/relationships/image" Target="../media/image1593.png"/><Relationship Id="rId340" Type="http://schemas.openxmlformats.org/officeDocument/2006/relationships/customXml" Target="../ink/ink1711.xml"/><Relationship Id="rId200" Type="http://schemas.openxmlformats.org/officeDocument/2006/relationships/image" Target="../media/image1605.png"/><Relationship Id="rId382" Type="http://schemas.openxmlformats.org/officeDocument/2006/relationships/image" Target="../media/image1693.png"/><Relationship Id="rId438" Type="http://schemas.openxmlformats.org/officeDocument/2006/relationships/customXml" Target="../ink/ink1762.xml"/><Relationship Id="rId242" Type="http://schemas.openxmlformats.org/officeDocument/2006/relationships/image" Target="../media/image1626.png"/><Relationship Id="rId284" Type="http://schemas.openxmlformats.org/officeDocument/2006/relationships/image" Target="../media/image1647.png"/><Relationship Id="rId37" Type="http://schemas.openxmlformats.org/officeDocument/2006/relationships/customXml" Target="../ink/ink1558.xml"/><Relationship Id="rId79" Type="http://schemas.openxmlformats.org/officeDocument/2006/relationships/image" Target="../media/image1546.png"/><Relationship Id="rId102" Type="http://schemas.openxmlformats.org/officeDocument/2006/relationships/customXml" Target="../ink/ink1591.xml"/><Relationship Id="rId144" Type="http://schemas.openxmlformats.org/officeDocument/2006/relationships/customXml" Target="../ink/ink1612.xml"/><Relationship Id="rId90" Type="http://schemas.openxmlformats.org/officeDocument/2006/relationships/customXml" Target="../ink/ink1585.xml"/><Relationship Id="rId186" Type="http://schemas.openxmlformats.org/officeDocument/2006/relationships/image" Target="../media/image1598.png"/><Relationship Id="rId351" Type="http://schemas.openxmlformats.org/officeDocument/2006/relationships/customXml" Target="../ink/ink1717.xml"/><Relationship Id="rId393" Type="http://schemas.openxmlformats.org/officeDocument/2006/relationships/image" Target="../media/image1698.png"/><Relationship Id="rId407" Type="http://schemas.openxmlformats.org/officeDocument/2006/relationships/customXml" Target="../ink/ink1746.xml"/><Relationship Id="rId211" Type="http://schemas.openxmlformats.org/officeDocument/2006/relationships/customXml" Target="../ink/ink1646.xml"/><Relationship Id="rId253" Type="http://schemas.openxmlformats.org/officeDocument/2006/relationships/customXml" Target="../ink/ink1667.xml"/><Relationship Id="rId295" Type="http://schemas.openxmlformats.org/officeDocument/2006/relationships/customXml" Target="../ink/ink1688.xml"/><Relationship Id="rId309" Type="http://schemas.openxmlformats.org/officeDocument/2006/relationships/customXml" Target="../ink/ink1695.xml"/><Relationship Id="rId48" Type="http://schemas.openxmlformats.org/officeDocument/2006/relationships/customXml" Target="../ink/ink1564.xml"/><Relationship Id="rId113" Type="http://schemas.openxmlformats.org/officeDocument/2006/relationships/image" Target="../media/image1563.png"/><Relationship Id="rId320" Type="http://schemas.openxmlformats.org/officeDocument/2006/relationships/image" Target="../media/image1665.png"/><Relationship Id="rId155" Type="http://schemas.openxmlformats.org/officeDocument/2006/relationships/image" Target="../media/image1584.png"/><Relationship Id="rId197" Type="http://schemas.openxmlformats.org/officeDocument/2006/relationships/customXml" Target="../ink/ink1639.xml"/><Relationship Id="rId362" Type="http://schemas.openxmlformats.org/officeDocument/2006/relationships/image" Target="../media/image1683.png"/><Relationship Id="rId418" Type="http://schemas.openxmlformats.org/officeDocument/2006/relationships/image" Target="../media/image1710.png"/><Relationship Id="rId222" Type="http://schemas.openxmlformats.org/officeDocument/2006/relationships/image" Target="../media/image1616.png"/><Relationship Id="rId264" Type="http://schemas.openxmlformats.org/officeDocument/2006/relationships/image" Target="../media/image1637.png"/><Relationship Id="rId17" Type="http://schemas.openxmlformats.org/officeDocument/2006/relationships/customXml" Target="../ink/ink1547.xml"/><Relationship Id="rId59" Type="http://schemas.openxmlformats.org/officeDocument/2006/relationships/image" Target="../media/image1536.png"/><Relationship Id="rId124" Type="http://schemas.openxmlformats.org/officeDocument/2006/relationships/customXml" Target="../ink/ink1602.xml"/><Relationship Id="rId70" Type="http://schemas.openxmlformats.org/officeDocument/2006/relationships/customXml" Target="../ink/ink1575.xml"/><Relationship Id="rId166" Type="http://schemas.openxmlformats.org/officeDocument/2006/relationships/customXml" Target="../ink/ink1623.xml"/><Relationship Id="rId331" Type="http://schemas.openxmlformats.org/officeDocument/2006/relationships/customXml" Target="../ink/ink1706.xml"/><Relationship Id="rId373" Type="http://schemas.openxmlformats.org/officeDocument/2006/relationships/customXml" Target="../ink/ink1728.xml"/><Relationship Id="rId429" Type="http://schemas.openxmlformats.org/officeDocument/2006/relationships/customXml" Target="../ink/ink1757.xml"/><Relationship Id="rId1" Type="http://schemas.openxmlformats.org/officeDocument/2006/relationships/slideLayout" Target="../slideLayouts/slideLayout2.xml"/><Relationship Id="rId233" Type="http://schemas.openxmlformats.org/officeDocument/2006/relationships/customXml" Target="../ink/ink1657.xml"/><Relationship Id="rId440" Type="http://schemas.openxmlformats.org/officeDocument/2006/relationships/customXml" Target="../ink/ink1763.xml"/><Relationship Id="rId28" Type="http://schemas.openxmlformats.org/officeDocument/2006/relationships/image" Target="../media/image1522.png"/><Relationship Id="rId275" Type="http://schemas.openxmlformats.org/officeDocument/2006/relationships/customXml" Target="../ink/ink1678.xml"/><Relationship Id="rId300" Type="http://schemas.openxmlformats.org/officeDocument/2006/relationships/image" Target="../media/image1655.png"/><Relationship Id="rId81" Type="http://schemas.openxmlformats.org/officeDocument/2006/relationships/image" Target="../media/image1547.png"/><Relationship Id="rId135" Type="http://schemas.openxmlformats.org/officeDocument/2006/relationships/image" Target="../media/image1574.png"/><Relationship Id="rId177" Type="http://schemas.openxmlformats.org/officeDocument/2006/relationships/customXml" Target="../ink/ink1629.xml"/><Relationship Id="rId342" Type="http://schemas.openxmlformats.org/officeDocument/2006/relationships/image" Target="../media/image1674.png"/><Relationship Id="rId384" Type="http://schemas.openxmlformats.org/officeDocument/2006/relationships/image" Target="../media/image1694.png"/></Relationships>
</file>

<file path=ppt/slides/_rels/slide41.xml.rels><?xml version="1.0" encoding="UTF-8" standalone="yes"?>
<Relationships xmlns="http://schemas.openxmlformats.org/package/2006/relationships"><Relationship Id="rId117" Type="http://schemas.openxmlformats.org/officeDocument/2006/relationships/image" Target="../media/image1766.png"/><Relationship Id="rId671" Type="http://schemas.openxmlformats.org/officeDocument/2006/relationships/image" Target="../media/image2037.png"/><Relationship Id="rId769" Type="http://schemas.openxmlformats.org/officeDocument/2006/relationships/customXml" Target="../ink/ink2158.xml"/><Relationship Id="rId21" Type="http://schemas.openxmlformats.org/officeDocument/2006/relationships/image" Target="../media/image1242.png"/><Relationship Id="rId324" Type="http://schemas.openxmlformats.org/officeDocument/2006/relationships/image" Target="../media/image1867.png"/><Relationship Id="rId531" Type="http://schemas.openxmlformats.org/officeDocument/2006/relationships/customXml" Target="../ink/ink2035.xml"/><Relationship Id="rId629" Type="http://schemas.openxmlformats.org/officeDocument/2006/relationships/customXml" Target="../ink/ink2086.xml"/><Relationship Id="rId170" Type="http://schemas.openxmlformats.org/officeDocument/2006/relationships/image" Target="../media/image1791.png"/><Relationship Id="rId836" Type="http://schemas.openxmlformats.org/officeDocument/2006/relationships/image" Target="../media/image2118.png"/><Relationship Id="rId268" Type="http://schemas.openxmlformats.org/officeDocument/2006/relationships/customXml" Target="../ink/ink1901.xml"/><Relationship Id="rId475" Type="http://schemas.openxmlformats.org/officeDocument/2006/relationships/customXml" Target="../ink/ink2007.xml"/><Relationship Id="rId682" Type="http://schemas.openxmlformats.org/officeDocument/2006/relationships/customXml" Target="../ink/ink2113.xml"/><Relationship Id="rId903" Type="http://schemas.openxmlformats.org/officeDocument/2006/relationships/image" Target="../media/image2150.png"/><Relationship Id="rId32" Type="http://schemas.openxmlformats.org/officeDocument/2006/relationships/customXml" Target="../ink/ink1779.xml"/><Relationship Id="rId128" Type="http://schemas.openxmlformats.org/officeDocument/2006/relationships/customXml" Target="../ink/ink1829.xml"/><Relationship Id="rId335" Type="http://schemas.openxmlformats.org/officeDocument/2006/relationships/customXml" Target="../ink/ink1935.xml"/><Relationship Id="rId542" Type="http://schemas.openxmlformats.org/officeDocument/2006/relationships/customXml" Target="../ink/ink2041.xml"/><Relationship Id="rId181" Type="http://schemas.openxmlformats.org/officeDocument/2006/relationships/customXml" Target="../ink/ink1857.xml"/><Relationship Id="rId402" Type="http://schemas.openxmlformats.org/officeDocument/2006/relationships/customXml" Target="../ink/ink1969.xml"/><Relationship Id="rId847" Type="http://schemas.openxmlformats.org/officeDocument/2006/relationships/image" Target="../media/image2123.png"/><Relationship Id="rId279" Type="http://schemas.openxmlformats.org/officeDocument/2006/relationships/image" Target="../media/image1845.png"/><Relationship Id="rId486" Type="http://schemas.openxmlformats.org/officeDocument/2006/relationships/image" Target="../media/image1946.png"/><Relationship Id="rId693" Type="http://schemas.openxmlformats.org/officeDocument/2006/relationships/customXml" Target="../ink/ink2119.xml"/><Relationship Id="rId707" Type="http://schemas.openxmlformats.org/officeDocument/2006/relationships/image" Target="../media/image2054.png"/><Relationship Id="rId43" Type="http://schemas.openxmlformats.org/officeDocument/2006/relationships/image" Target="../media/image1732.png"/><Relationship Id="rId139" Type="http://schemas.openxmlformats.org/officeDocument/2006/relationships/customXml" Target="../ink/ink1835.xml"/><Relationship Id="rId346" Type="http://schemas.openxmlformats.org/officeDocument/2006/relationships/image" Target="../media/image1878.png"/><Relationship Id="rId553" Type="http://schemas.openxmlformats.org/officeDocument/2006/relationships/image" Target="../media/image1979.png"/><Relationship Id="rId760" Type="http://schemas.openxmlformats.org/officeDocument/2006/relationships/image" Target="../media/image2080.png"/><Relationship Id="rId192" Type="http://schemas.openxmlformats.org/officeDocument/2006/relationships/image" Target="../media/image1802.png"/><Relationship Id="rId206" Type="http://schemas.openxmlformats.org/officeDocument/2006/relationships/image" Target="../media/image1809.png"/><Relationship Id="rId413" Type="http://schemas.openxmlformats.org/officeDocument/2006/relationships/image" Target="../media/image1911.png"/><Relationship Id="rId858" Type="http://schemas.openxmlformats.org/officeDocument/2006/relationships/image" Target="../media/image2128.png"/><Relationship Id="rId497" Type="http://schemas.openxmlformats.org/officeDocument/2006/relationships/customXml" Target="../ink/ink2018.xml"/><Relationship Id="rId620" Type="http://schemas.openxmlformats.org/officeDocument/2006/relationships/customXml" Target="../ink/ink2081.xml"/><Relationship Id="rId718" Type="http://schemas.openxmlformats.org/officeDocument/2006/relationships/customXml" Target="../ink/ink2132.xml"/><Relationship Id="rId357" Type="http://schemas.openxmlformats.org/officeDocument/2006/relationships/customXml" Target="../ink/ink1946.xml"/><Relationship Id="rId54" Type="http://schemas.openxmlformats.org/officeDocument/2006/relationships/customXml" Target="../ink/ink1790.xml"/><Relationship Id="rId217" Type="http://schemas.openxmlformats.org/officeDocument/2006/relationships/customXml" Target="../ink/ink1875.xml"/><Relationship Id="rId564" Type="http://schemas.openxmlformats.org/officeDocument/2006/relationships/customXml" Target="../ink/ink2052.xml"/><Relationship Id="rId771" Type="http://schemas.openxmlformats.org/officeDocument/2006/relationships/customXml" Target="../ink/ink2159.xml"/><Relationship Id="rId869" Type="http://schemas.openxmlformats.org/officeDocument/2006/relationships/customXml" Target="../ink/ink2209.xml"/><Relationship Id="rId424" Type="http://schemas.openxmlformats.org/officeDocument/2006/relationships/customXml" Target="../ink/ink1980.xml"/><Relationship Id="rId631" Type="http://schemas.openxmlformats.org/officeDocument/2006/relationships/customXml" Target="../ink/ink2087.xml"/><Relationship Id="rId729" Type="http://schemas.openxmlformats.org/officeDocument/2006/relationships/customXml" Target="../ink/ink2138.xml"/><Relationship Id="rId270" Type="http://schemas.openxmlformats.org/officeDocument/2006/relationships/customXml" Target="../ink/ink1902.xml"/><Relationship Id="rId65" Type="http://schemas.openxmlformats.org/officeDocument/2006/relationships/image" Target="../media/image1743.png"/><Relationship Id="rId130" Type="http://schemas.openxmlformats.org/officeDocument/2006/relationships/customXml" Target="../ink/ink1830.xml"/><Relationship Id="rId368" Type="http://schemas.openxmlformats.org/officeDocument/2006/relationships/image" Target="../media/image1889.png"/><Relationship Id="rId575" Type="http://schemas.openxmlformats.org/officeDocument/2006/relationships/image" Target="../media/image1990.png"/><Relationship Id="rId782" Type="http://schemas.openxmlformats.org/officeDocument/2006/relationships/image" Target="../media/image2091.png"/><Relationship Id="rId228" Type="http://schemas.openxmlformats.org/officeDocument/2006/relationships/customXml" Target="../ink/ink1881.xml"/><Relationship Id="rId435" Type="http://schemas.openxmlformats.org/officeDocument/2006/relationships/image" Target="../media/image1922.png"/><Relationship Id="rId642" Type="http://schemas.openxmlformats.org/officeDocument/2006/relationships/customXml" Target="../ink/ink2093.xml"/><Relationship Id="rId281" Type="http://schemas.openxmlformats.org/officeDocument/2006/relationships/image" Target="../media/image1846.png"/><Relationship Id="rId502" Type="http://schemas.openxmlformats.org/officeDocument/2006/relationships/image" Target="../media/image1954.png"/><Relationship Id="rId76" Type="http://schemas.openxmlformats.org/officeDocument/2006/relationships/customXml" Target="../ink/ink1801.xml"/><Relationship Id="rId141" Type="http://schemas.openxmlformats.org/officeDocument/2006/relationships/customXml" Target="../ink/ink1837.xml"/><Relationship Id="rId379" Type="http://schemas.openxmlformats.org/officeDocument/2006/relationships/customXml" Target="../ink/ink1957.xml"/><Relationship Id="rId586" Type="http://schemas.openxmlformats.org/officeDocument/2006/relationships/customXml" Target="../ink/ink2063.xml"/><Relationship Id="rId793" Type="http://schemas.openxmlformats.org/officeDocument/2006/relationships/customXml" Target="../ink/ink2170.xml"/><Relationship Id="rId807" Type="http://schemas.openxmlformats.org/officeDocument/2006/relationships/customXml" Target="../ink/ink2177.xml"/><Relationship Id="rId7" Type="http://schemas.openxmlformats.org/officeDocument/2006/relationships/image" Target="../media/image1235.png"/><Relationship Id="rId239" Type="http://schemas.openxmlformats.org/officeDocument/2006/relationships/image" Target="../media/image1825.png"/><Relationship Id="rId446" Type="http://schemas.openxmlformats.org/officeDocument/2006/relationships/image" Target="../media/image1926.png"/><Relationship Id="rId653" Type="http://schemas.openxmlformats.org/officeDocument/2006/relationships/image" Target="../media/image2028.png"/><Relationship Id="rId292" Type="http://schemas.openxmlformats.org/officeDocument/2006/relationships/customXml" Target="../ink/ink1913.xml"/><Relationship Id="rId306" Type="http://schemas.openxmlformats.org/officeDocument/2006/relationships/image" Target="../media/image1858.png"/><Relationship Id="rId860" Type="http://schemas.openxmlformats.org/officeDocument/2006/relationships/image" Target="../media/image2129.png"/><Relationship Id="rId87" Type="http://schemas.openxmlformats.org/officeDocument/2006/relationships/customXml" Target="../ink/ink1807.xml"/><Relationship Id="rId513" Type="http://schemas.openxmlformats.org/officeDocument/2006/relationships/customXml" Target="../ink/ink2026.xml"/><Relationship Id="rId597" Type="http://schemas.openxmlformats.org/officeDocument/2006/relationships/customXml" Target="../ink/ink2069.xml"/><Relationship Id="rId720" Type="http://schemas.openxmlformats.org/officeDocument/2006/relationships/customXml" Target="../ink/ink2133.xml"/><Relationship Id="rId818" Type="http://schemas.openxmlformats.org/officeDocument/2006/relationships/image" Target="../media/image2109.png"/><Relationship Id="rId152" Type="http://schemas.openxmlformats.org/officeDocument/2006/relationships/image" Target="../media/image1782.png"/><Relationship Id="rId457" Type="http://schemas.openxmlformats.org/officeDocument/2006/relationships/customXml" Target="../ink/ink1998.xml"/><Relationship Id="rId664" Type="http://schemas.openxmlformats.org/officeDocument/2006/relationships/customXml" Target="../ink/ink2104.xml"/><Relationship Id="rId871" Type="http://schemas.openxmlformats.org/officeDocument/2006/relationships/customXml" Target="../ink/ink2210.xml"/><Relationship Id="rId14" Type="http://schemas.openxmlformats.org/officeDocument/2006/relationships/customXml" Target="../ink/ink1770.xml"/><Relationship Id="rId317" Type="http://schemas.openxmlformats.org/officeDocument/2006/relationships/customXml" Target="../ink/ink1926.xml"/><Relationship Id="rId524" Type="http://schemas.openxmlformats.org/officeDocument/2006/relationships/image" Target="../media/image1965.png"/><Relationship Id="rId731" Type="http://schemas.openxmlformats.org/officeDocument/2006/relationships/customXml" Target="../ink/ink2139.xml"/><Relationship Id="rId98" Type="http://schemas.openxmlformats.org/officeDocument/2006/relationships/customXml" Target="../ink/ink1813.xml"/><Relationship Id="rId163" Type="http://schemas.openxmlformats.org/officeDocument/2006/relationships/customXml" Target="../ink/ink1848.xml"/><Relationship Id="rId370" Type="http://schemas.openxmlformats.org/officeDocument/2006/relationships/image" Target="../media/image1890.png"/><Relationship Id="rId829" Type="http://schemas.openxmlformats.org/officeDocument/2006/relationships/customXml" Target="../ink/ink2188.xml"/><Relationship Id="rId230" Type="http://schemas.openxmlformats.org/officeDocument/2006/relationships/customXml" Target="../ink/ink1882.xml"/><Relationship Id="rId468" Type="http://schemas.openxmlformats.org/officeDocument/2006/relationships/image" Target="../media/image1937.png"/><Relationship Id="rId675" Type="http://schemas.openxmlformats.org/officeDocument/2006/relationships/image" Target="../media/image2039.png"/><Relationship Id="rId882" Type="http://schemas.openxmlformats.org/officeDocument/2006/relationships/customXml" Target="../ink/ink2216.xml"/><Relationship Id="rId25" Type="http://schemas.openxmlformats.org/officeDocument/2006/relationships/image" Target="../media/image1723.png"/><Relationship Id="rId328" Type="http://schemas.openxmlformats.org/officeDocument/2006/relationships/image" Target="../media/image1869.png"/><Relationship Id="rId535" Type="http://schemas.openxmlformats.org/officeDocument/2006/relationships/image" Target="../media/image1970.png"/><Relationship Id="rId742" Type="http://schemas.openxmlformats.org/officeDocument/2006/relationships/image" Target="../media/image2071.png"/><Relationship Id="rId174" Type="http://schemas.openxmlformats.org/officeDocument/2006/relationships/image" Target="../media/image1793.png"/><Relationship Id="rId381" Type="http://schemas.openxmlformats.org/officeDocument/2006/relationships/customXml" Target="../ink/ink1958.xml"/><Relationship Id="rId602" Type="http://schemas.openxmlformats.org/officeDocument/2006/relationships/customXml" Target="../ink/ink2072.xml"/><Relationship Id="rId241" Type="http://schemas.openxmlformats.org/officeDocument/2006/relationships/image" Target="../media/image1826.png"/><Relationship Id="rId479" Type="http://schemas.openxmlformats.org/officeDocument/2006/relationships/customXml" Target="../ink/ink2009.xml"/><Relationship Id="rId686" Type="http://schemas.openxmlformats.org/officeDocument/2006/relationships/customXml" Target="../ink/ink2115.xml"/><Relationship Id="rId893" Type="http://schemas.openxmlformats.org/officeDocument/2006/relationships/image" Target="../media/image2145.png"/><Relationship Id="rId36" Type="http://schemas.openxmlformats.org/officeDocument/2006/relationships/customXml" Target="../ink/ink1781.xml"/><Relationship Id="rId339" Type="http://schemas.openxmlformats.org/officeDocument/2006/relationships/customXml" Target="../ink/ink1937.xml"/><Relationship Id="rId546" Type="http://schemas.openxmlformats.org/officeDocument/2006/relationships/customXml" Target="../ink/ink2043.xml"/><Relationship Id="rId753" Type="http://schemas.openxmlformats.org/officeDocument/2006/relationships/customXml" Target="../ink/ink2150.xml"/><Relationship Id="rId101" Type="http://schemas.openxmlformats.org/officeDocument/2006/relationships/image" Target="../media/image1758.png"/><Relationship Id="rId185" Type="http://schemas.openxmlformats.org/officeDocument/2006/relationships/customXml" Target="../ink/ink1859.xml"/><Relationship Id="rId406" Type="http://schemas.openxmlformats.org/officeDocument/2006/relationships/customXml" Target="../ink/ink1971.xml"/><Relationship Id="rId392" Type="http://schemas.openxmlformats.org/officeDocument/2006/relationships/customXml" Target="../ink/ink1964.xml"/><Relationship Id="rId613" Type="http://schemas.openxmlformats.org/officeDocument/2006/relationships/image" Target="../media/image2008.png"/><Relationship Id="rId697" Type="http://schemas.openxmlformats.org/officeDocument/2006/relationships/customXml" Target="../ink/ink2121.xml"/><Relationship Id="rId820" Type="http://schemas.openxmlformats.org/officeDocument/2006/relationships/image" Target="../media/image2110.png"/><Relationship Id="rId252" Type="http://schemas.openxmlformats.org/officeDocument/2006/relationships/customXml" Target="../ink/ink1893.xml"/><Relationship Id="rId47" Type="http://schemas.openxmlformats.org/officeDocument/2006/relationships/image" Target="../media/image1734.png"/><Relationship Id="rId112" Type="http://schemas.openxmlformats.org/officeDocument/2006/relationships/customXml" Target="../ink/ink1821.xml"/><Relationship Id="rId557" Type="http://schemas.openxmlformats.org/officeDocument/2006/relationships/image" Target="../media/image1981.png"/><Relationship Id="rId764" Type="http://schemas.openxmlformats.org/officeDocument/2006/relationships/image" Target="../media/image2082.png"/><Relationship Id="rId196" Type="http://schemas.openxmlformats.org/officeDocument/2006/relationships/image" Target="../media/image1804.png"/><Relationship Id="rId417" Type="http://schemas.openxmlformats.org/officeDocument/2006/relationships/image" Target="../media/image1913.png"/><Relationship Id="rId624" Type="http://schemas.openxmlformats.org/officeDocument/2006/relationships/image" Target="../media/image2014.png"/><Relationship Id="rId831" Type="http://schemas.openxmlformats.org/officeDocument/2006/relationships/customXml" Target="../ink/ink2189.xml"/><Relationship Id="rId263" Type="http://schemas.openxmlformats.org/officeDocument/2006/relationships/image" Target="../media/image1837.png"/><Relationship Id="rId470" Type="http://schemas.openxmlformats.org/officeDocument/2006/relationships/image" Target="../media/image1938.png"/><Relationship Id="rId58" Type="http://schemas.openxmlformats.org/officeDocument/2006/relationships/customXml" Target="../ink/ink1792.xml"/><Relationship Id="rId123" Type="http://schemas.openxmlformats.org/officeDocument/2006/relationships/image" Target="../media/image1769.png"/><Relationship Id="rId330" Type="http://schemas.openxmlformats.org/officeDocument/2006/relationships/image" Target="../media/image1870.png"/><Relationship Id="rId568" Type="http://schemas.openxmlformats.org/officeDocument/2006/relationships/customXml" Target="../ink/ink2054.xml"/><Relationship Id="rId775" Type="http://schemas.openxmlformats.org/officeDocument/2006/relationships/customXml" Target="../ink/ink2161.xml"/><Relationship Id="rId428" Type="http://schemas.openxmlformats.org/officeDocument/2006/relationships/customXml" Target="../ink/ink1982.xml"/><Relationship Id="rId635" Type="http://schemas.openxmlformats.org/officeDocument/2006/relationships/image" Target="../media/image2019.png"/><Relationship Id="rId842" Type="http://schemas.openxmlformats.org/officeDocument/2006/relationships/customXml" Target="../ink/ink2195.xml"/><Relationship Id="rId274" Type="http://schemas.openxmlformats.org/officeDocument/2006/relationships/customXml" Target="../ink/ink1904.xml"/><Relationship Id="rId481" Type="http://schemas.openxmlformats.org/officeDocument/2006/relationships/customXml" Target="../ink/ink2010.xml"/><Relationship Id="rId702" Type="http://schemas.openxmlformats.org/officeDocument/2006/relationships/customXml" Target="../ink/ink2124.xml"/><Relationship Id="rId69" Type="http://schemas.openxmlformats.org/officeDocument/2006/relationships/image" Target="../media/image1745.png"/><Relationship Id="rId134" Type="http://schemas.openxmlformats.org/officeDocument/2006/relationships/customXml" Target="../ink/ink1832.xml"/><Relationship Id="rId579" Type="http://schemas.openxmlformats.org/officeDocument/2006/relationships/image" Target="../media/image1992.png"/><Relationship Id="rId786" Type="http://schemas.openxmlformats.org/officeDocument/2006/relationships/image" Target="../media/image2093.png"/><Relationship Id="rId341" Type="http://schemas.openxmlformats.org/officeDocument/2006/relationships/customXml" Target="../ink/ink1938.xml"/><Relationship Id="rId439" Type="http://schemas.openxmlformats.org/officeDocument/2006/relationships/customXml" Target="../ink/ink1988.xml"/><Relationship Id="rId646" Type="http://schemas.openxmlformats.org/officeDocument/2006/relationships/customXml" Target="../ink/ink2095.xml"/><Relationship Id="rId201" Type="http://schemas.openxmlformats.org/officeDocument/2006/relationships/customXml" Target="../ink/ink1867.xml"/><Relationship Id="rId285" Type="http://schemas.openxmlformats.org/officeDocument/2006/relationships/image" Target="../media/image1848.png"/><Relationship Id="rId506" Type="http://schemas.openxmlformats.org/officeDocument/2006/relationships/image" Target="../media/image1956.png"/><Relationship Id="rId853" Type="http://schemas.openxmlformats.org/officeDocument/2006/relationships/customXml" Target="../ink/ink2201.xml"/><Relationship Id="rId492" Type="http://schemas.openxmlformats.org/officeDocument/2006/relationships/image" Target="../media/image1949.png"/><Relationship Id="rId713" Type="http://schemas.openxmlformats.org/officeDocument/2006/relationships/image" Target="../media/image2057.png"/><Relationship Id="rId797" Type="http://schemas.openxmlformats.org/officeDocument/2006/relationships/customXml" Target="../ink/ink2172.xml"/><Relationship Id="rId145" Type="http://schemas.openxmlformats.org/officeDocument/2006/relationships/customXml" Target="../ink/ink1839.xml"/><Relationship Id="rId352" Type="http://schemas.openxmlformats.org/officeDocument/2006/relationships/image" Target="../media/image1881.png"/><Relationship Id="rId212" Type="http://schemas.openxmlformats.org/officeDocument/2006/relationships/image" Target="../media/image1812.png"/><Relationship Id="rId657" Type="http://schemas.openxmlformats.org/officeDocument/2006/relationships/image" Target="../media/image2030.png"/><Relationship Id="rId864" Type="http://schemas.openxmlformats.org/officeDocument/2006/relationships/image" Target="../media/image2131.png"/><Relationship Id="rId296" Type="http://schemas.openxmlformats.org/officeDocument/2006/relationships/customXml" Target="../ink/ink1915.xml"/><Relationship Id="rId517" Type="http://schemas.openxmlformats.org/officeDocument/2006/relationships/customXml" Target="../ink/ink2028.xml"/><Relationship Id="rId724" Type="http://schemas.openxmlformats.org/officeDocument/2006/relationships/customXml" Target="../ink/ink2135.xml"/><Relationship Id="rId60" Type="http://schemas.openxmlformats.org/officeDocument/2006/relationships/customXml" Target="../ink/ink1793.xml"/><Relationship Id="rId156" Type="http://schemas.openxmlformats.org/officeDocument/2006/relationships/image" Target="../media/image1784.png"/><Relationship Id="rId363" Type="http://schemas.openxmlformats.org/officeDocument/2006/relationships/customXml" Target="../ink/ink1949.xml"/><Relationship Id="rId570" Type="http://schemas.openxmlformats.org/officeDocument/2006/relationships/customXml" Target="../ink/ink2055.xml"/><Relationship Id="rId223" Type="http://schemas.openxmlformats.org/officeDocument/2006/relationships/image" Target="../media/image1817.png"/><Relationship Id="rId430" Type="http://schemas.openxmlformats.org/officeDocument/2006/relationships/customXml" Target="../ink/ink1983.xml"/><Relationship Id="rId668" Type="http://schemas.openxmlformats.org/officeDocument/2006/relationships/customXml" Target="../ink/ink2106.xml"/><Relationship Id="rId875" Type="http://schemas.openxmlformats.org/officeDocument/2006/relationships/image" Target="../media/image2136.png"/><Relationship Id="rId18" Type="http://schemas.openxmlformats.org/officeDocument/2006/relationships/customXml" Target="../ink/ink1772.xml"/><Relationship Id="rId528" Type="http://schemas.openxmlformats.org/officeDocument/2006/relationships/image" Target="../media/image1967.png"/><Relationship Id="rId735" Type="http://schemas.openxmlformats.org/officeDocument/2006/relationships/customXml" Target="../ink/ink2141.xml"/><Relationship Id="rId167" Type="http://schemas.openxmlformats.org/officeDocument/2006/relationships/customXml" Target="../ink/ink1850.xml"/><Relationship Id="rId374" Type="http://schemas.openxmlformats.org/officeDocument/2006/relationships/image" Target="../media/image1892.png"/><Relationship Id="rId581" Type="http://schemas.openxmlformats.org/officeDocument/2006/relationships/image" Target="../media/image1993.png"/><Relationship Id="rId71" Type="http://schemas.openxmlformats.org/officeDocument/2006/relationships/image" Target="../media/image1746.png"/><Relationship Id="rId234" Type="http://schemas.openxmlformats.org/officeDocument/2006/relationships/customXml" Target="../ink/ink1884.xml"/><Relationship Id="rId679" Type="http://schemas.openxmlformats.org/officeDocument/2006/relationships/image" Target="../media/image2041.png"/><Relationship Id="rId802" Type="http://schemas.openxmlformats.org/officeDocument/2006/relationships/image" Target="../media/image2101.png"/><Relationship Id="rId886" Type="http://schemas.openxmlformats.org/officeDocument/2006/relationships/customXml" Target="../ink/ink2218.xml"/><Relationship Id="rId2" Type="http://schemas.openxmlformats.org/officeDocument/2006/relationships/customXml" Target="../ink/ink1764.xml"/><Relationship Id="rId29" Type="http://schemas.openxmlformats.org/officeDocument/2006/relationships/image" Target="../media/image1725.png"/><Relationship Id="rId441" Type="http://schemas.openxmlformats.org/officeDocument/2006/relationships/customXml" Target="../ink/ink1990.xml"/><Relationship Id="rId539" Type="http://schemas.openxmlformats.org/officeDocument/2006/relationships/image" Target="../media/image1972.png"/><Relationship Id="rId746" Type="http://schemas.openxmlformats.org/officeDocument/2006/relationships/image" Target="../media/image2073.png"/><Relationship Id="rId178" Type="http://schemas.openxmlformats.org/officeDocument/2006/relationships/image" Target="../media/image1795.png"/><Relationship Id="rId301" Type="http://schemas.openxmlformats.org/officeDocument/2006/relationships/customXml" Target="../ink/ink1918.xml"/><Relationship Id="rId82" Type="http://schemas.openxmlformats.org/officeDocument/2006/relationships/customXml" Target="../ink/ink1804.xml"/><Relationship Id="rId385" Type="http://schemas.openxmlformats.org/officeDocument/2006/relationships/customXml" Target="../ink/ink1960.xml"/><Relationship Id="rId592" Type="http://schemas.openxmlformats.org/officeDocument/2006/relationships/customXml" Target="../ink/ink2066.xml"/><Relationship Id="rId606" Type="http://schemas.openxmlformats.org/officeDocument/2006/relationships/customXml" Target="../ink/ink2074.xml"/><Relationship Id="rId813" Type="http://schemas.openxmlformats.org/officeDocument/2006/relationships/customXml" Target="../ink/ink2180.xml"/><Relationship Id="rId245" Type="http://schemas.openxmlformats.org/officeDocument/2006/relationships/image" Target="../media/image1828.png"/><Relationship Id="rId452" Type="http://schemas.openxmlformats.org/officeDocument/2006/relationships/image" Target="../media/image1929.png"/><Relationship Id="rId897" Type="http://schemas.openxmlformats.org/officeDocument/2006/relationships/image" Target="../media/image2147.png"/><Relationship Id="rId105" Type="http://schemas.openxmlformats.org/officeDocument/2006/relationships/image" Target="../media/image1760.png"/><Relationship Id="rId312" Type="http://schemas.openxmlformats.org/officeDocument/2006/relationships/image" Target="../media/image1861.png"/><Relationship Id="rId757" Type="http://schemas.openxmlformats.org/officeDocument/2006/relationships/customXml" Target="../ink/ink2152.xml"/><Relationship Id="rId93" Type="http://schemas.openxmlformats.org/officeDocument/2006/relationships/image" Target="../media/image1755.png"/><Relationship Id="rId189" Type="http://schemas.openxmlformats.org/officeDocument/2006/relationships/customXml" Target="../ink/ink1861.xml"/><Relationship Id="rId396" Type="http://schemas.openxmlformats.org/officeDocument/2006/relationships/customXml" Target="../ink/ink1966.xml"/><Relationship Id="rId617" Type="http://schemas.openxmlformats.org/officeDocument/2006/relationships/image" Target="../media/image2011.png"/><Relationship Id="rId824" Type="http://schemas.openxmlformats.org/officeDocument/2006/relationships/image" Target="../media/image2112.png"/><Relationship Id="rId256" Type="http://schemas.openxmlformats.org/officeDocument/2006/relationships/customXml" Target="../ink/ink1895.xml"/><Relationship Id="rId463" Type="http://schemas.openxmlformats.org/officeDocument/2006/relationships/customXml" Target="../ink/ink2001.xml"/><Relationship Id="rId670" Type="http://schemas.openxmlformats.org/officeDocument/2006/relationships/customXml" Target="../ink/ink2107.xml"/><Relationship Id="rId116" Type="http://schemas.openxmlformats.org/officeDocument/2006/relationships/customXml" Target="../ink/ink1823.xml"/><Relationship Id="rId323" Type="http://schemas.openxmlformats.org/officeDocument/2006/relationships/customXml" Target="../ink/ink1929.xml"/><Relationship Id="rId530" Type="http://schemas.openxmlformats.org/officeDocument/2006/relationships/image" Target="../media/image1968.png"/><Relationship Id="rId768" Type="http://schemas.openxmlformats.org/officeDocument/2006/relationships/image" Target="../media/image2084.png"/><Relationship Id="rId20" Type="http://schemas.openxmlformats.org/officeDocument/2006/relationships/customXml" Target="../ink/ink1773.xml"/><Relationship Id="rId628" Type="http://schemas.openxmlformats.org/officeDocument/2006/relationships/image" Target="../media/image2016.png"/><Relationship Id="rId835" Type="http://schemas.openxmlformats.org/officeDocument/2006/relationships/customXml" Target="../ink/ink2191.xml"/><Relationship Id="rId267" Type="http://schemas.openxmlformats.org/officeDocument/2006/relationships/image" Target="../media/image1839.png"/><Relationship Id="rId474" Type="http://schemas.openxmlformats.org/officeDocument/2006/relationships/image" Target="../media/image1940.png"/><Relationship Id="rId127" Type="http://schemas.openxmlformats.org/officeDocument/2006/relationships/image" Target="../media/image1771.png"/><Relationship Id="rId681" Type="http://schemas.openxmlformats.org/officeDocument/2006/relationships/image" Target="../media/image2042.png"/><Relationship Id="rId779" Type="http://schemas.openxmlformats.org/officeDocument/2006/relationships/customXml" Target="../ink/ink2163.xml"/><Relationship Id="rId902" Type="http://schemas.openxmlformats.org/officeDocument/2006/relationships/customXml" Target="../ink/ink2226.xml"/><Relationship Id="rId31" Type="http://schemas.openxmlformats.org/officeDocument/2006/relationships/image" Target="../media/image1726.png"/><Relationship Id="rId334" Type="http://schemas.openxmlformats.org/officeDocument/2006/relationships/image" Target="../media/image1872.png"/><Relationship Id="rId541" Type="http://schemas.openxmlformats.org/officeDocument/2006/relationships/image" Target="../media/image1973.png"/><Relationship Id="rId639" Type="http://schemas.openxmlformats.org/officeDocument/2006/relationships/image" Target="../media/image2021.png"/><Relationship Id="rId180" Type="http://schemas.openxmlformats.org/officeDocument/2006/relationships/image" Target="../media/image1796.png"/><Relationship Id="rId278" Type="http://schemas.openxmlformats.org/officeDocument/2006/relationships/customXml" Target="../ink/ink1906.xml"/><Relationship Id="rId401" Type="http://schemas.openxmlformats.org/officeDocument/2006/relationships/image" Target="../media/image1905.png"/><Relationship Id="rId846" Type="http://schemas.openxmlformats.org/officeDocument/2006/relationships/customXml" Target="../ink/ink2197.xml"/><Relationship Id="rId485" Type="http://schemas.openxmlformats.org/officeDocument/2006/relationships/customXml" Target="../ink/ink2012.xml"/><Relationship Id="rId692" Type="http://schemas.openxmlformats.org/officeDocument/2006/relationships/image" Target="../media/image2047.png"/><Relationship Id="rId706" Type="http://schemas.openxmlformats.org/officeDocument/2006/relationships/customXml" Target="../ink/ink2126.xml"/><Relationship Id="rId42" Type="http://schemas.openxmlformats.org/officeDocument/2006/relationships/customXml" Target="../ink/ink1784.xml"/><Relationship Id="rId138" Type="http://schemas.openxmlformats.org/officeDocument/2006/relationships/customXml" Target="../ink/ink1834.xml"/><Relationship Id="rId345" Type="http://schemas.openxmlformats.org/officeDocument/2006/relationships/customXml" Target="../ink/ink1940.xml"/><Relationship Id="rId552" Type="http://schemas.openxmlformats.org/officeDocument/2006/relationships/customXml" Target="../ink/ink2046.xml"/><Relationship Id="rId191" Type="http://schemas.openxmlformats.org/officeDocument/2006/relationships/customXml" Target="../ink/ink1862.xml"/><Relationship Id="rId205" Type="http://schemas.openxmlformats.org/officeDocument/2006/relationships/customXml" Target="../ink/ink1869.xml"/><Relationship Id="rId412" Type="http://schemas.openxmlformats.org/officeDocument/2006/relationships/customXml" Target="../ink/ink1974.xml"/><Relationship Id="rId857" Type="http://schemas.openxmlformats.org/officeDocument/2006/relationships/customXml" Target="../ink/ink2203.xml"/><Relationship Id="rId289" Type="http://schemas.openxmlformats.org/officeDocument/2006/relationships/image" Target="../media/image1850.png"/><Relationship Id="rId496" Type="http://schemas.openxmlformats.org/officeDocument/2006/relationships/image" Target="../media/image1951.png"/><Relationship Id="rId717" Type="http://schemas.openxmlformats.org/officeDocument/2006/relationships/image" Target="../media/image2059.png"/><Relationship Id="rId53" Type="http://schemas.openxmlformats.org/officeDocument/2006/relationships/image" Target="../media/image1737.png"/><Relationship Id="rId149" Type="http://schemas.openxmlformats.org/officeDocument/2006/relationships/customXml" Target="../ink/ink1841.xml"/><Relationship Id="rId356" Type="http://schemas.openxmlformats.org/officeDocument/2006/relationships/image" Target="../media/image1883.png"/><Relationship Id="rId563" Type="http://schemas.openxmlformats.org/officeDocument/2006/relationships/image" Target="../media/image1984.png"/><Relationship Id="rId770" Type="http://schemas.openxmlformats.org/officeDocument/2006/relationships/image" Target="../media/image2085.png"/><Relationship Id="rId216" Type="http://schemas.openxmlformats.org/officeDocument/2006/relationships/image" Target="../media/image1814.png"/><Relationship Id="rId423" Type="http://schemas.openxmlformats.org/officeDocument/2006/relationships/image" Target="../media/image1916.png"/><Relationship Id="rId868" Type="http://schemas.openxmlformats.org/officeDocument/2006/relationships/image" Target="../media/image2133.png"/><Relationship Id="rId630" Type="http://schemas.openxmlformats.org/officeDocument/2006/relationships/image" Target="../media/image2017.png"/><Relationship Id="rId728" Type="http://schemas.openxmlformats.org/officeDocument/2006/relationships/image" Target="../media/image2064.png"/><Relationship Id="rId64" Type="http://schemas.openxmlformats.org/officeDocument/2006/relationships/customXml" Target="../ink/ink1795.xml"/><Relationship Id="rId367" Type="http://schemas.openxmlformats.org/officeDocument/2006/relationships/customXml" Target="../ink/ink1951.xml"/><Relationship Id="rId574" Type="http://schemas.openxmlformats.org/officeDocument/2006/relationships/customXml" Target="../ink/ink2057.xml"/><Relationship Id="rId227" Type="http://schemas.openxmlformats.org/officeDocument/2006/relationships/image" Target="../media/image1819.png"/><Relationship Id="rId781" Type="http://schemas.openxmlformats.org/officeDocument/2006/relationships/customXml" Target="../ink/ink2164.xml"/><Relationship Id="rId879" Type="http://schemas.openxmlformats.org/officeDocument/2006/relationships/image" Target="../media/image2138.png"/><Relationship Id="rId434" Type="http://schemas.openxmlformats.org/officeDocument/2006/relationships/customXml" Target="../ink/ink1985.xml"/><Relationship Id="rId641" Type="http://schemas.openxmlformats.org/officeDocument/2006/relationships/image" Target="../media/image2022.png"/><Relationship Id="rId739" Type="http://schemas.openxmlformats.org/officeDocument/2006/relationships/customXml" Target="../ink/ink2143.xml"/><Relationship Id="rId280" Type="http://schemas.openxmlformats.org/officeDocument/2006/relationships/customXml" Target="../ink/ink1907.xml"/><Relationship Id="rId501" Type="http://schemas.openxmlformats.org/officeDocument/2006/relationships/customXml" Target="../ink/ink2020.xml"/><Relationship Id="rId75" Type="http://schemas.openxmlformats.org/officeDocument/2006/relationships/image" Target="../media/image1748.png"/><Relationship Id="rId140" Type="http://schemas.openxmlformats.org/officeDocument/2006/relationships/customXml" Target="../ink/ink1836.xml"/><Relationship Id="rId378" Type="http://schemas.openxmlformats.org/officeDocument/2006/relationships/image" Target="../media/image1894.png"/><Relationship Id="rId585" Type="http://schemas.openxmlformats.org/officeDocument/2006/relationships/image" Target="../media/image1995.png"/><Relationship Id="rId792" Type="http://schemas.openxmlformats.org/officeDocument/2006/relationships/image" Target="../media/image2096.png"/><Relationship Id="rId806" Type="http://schemas.openxmlformats.org/officeDocument/2006/relationships/image" Target="../media/image2103.png"/><Relationship Id="rId6" Type="http://schemas.openxmlformats.org/officeDocument/2006/relationships/customXml" Target="../ink/ink1766.xml"/><Relationship Id="rId238" Type="http://schemas.openxmlformats.org/officeDocument/2006/relationships/customXml" Target="../ink/ink1886.xml"/><Relationship Id="rId445" Type="http://schemas.openxmlformats.org/officeDocument/2006/relationships/customXml" Target="../ink/ink1992.xml"/><Relationship Id="rId652" Type="http://schemas.openxmlformats.org/officeDocument/2006/relationships/customXml" Target="../ink/ink2098.xml"/><Relationship Id="rId291" Type="http://schemas.openxmlformats.org/officeDocument/2006/relationships/image" Target="../media/image1851.png"/><Relationship Id="rId305" Type="http://schemas.openxmlformats.org/officeDocument/2006/relationships/customXml" Target="../ink/ink1920.xml"/><Relationship Id="rId512" Type="http://schemas.openxmlformats.org/officeDocument/2006/relationships/image" Target="../media/image1959.png"/><Relationship Id="rId86" Type="http://schemas.openxmlformats.org/officeDocument/2006/relationships/image" Target="../media/image1752.png"/><Relationship Id="rId151" Type="http://schemas.openxmlformats.org/officeDocument/2006/relationships/customXml" Target="../ink/ink1842.xml"/><Relationship Id="rId389" Type="http://schemas.openxmlformats.org/officeDocument/2006/relationships/image" Target="../media/image1899.png"/><Relationship Id="rId596" Type="http://schemas.openxmlformats.org/officeDocument/2006/relationships/customXml" Target="../ink/ink2068.xml"/><Relationship Id="rId817" Type="http://schemas.openxmlformats.org/officeDocument/2006/relationships/customXml" Target="../ink/ink2182.xml"/><Relationship Id="rId249" Type="http://schemas.openxmlformats.org/officeDocument/2006/relationships/image" Target="../media/image1830.png"/><Relationship Id="rId456" Type="http://schemas.openxmlformats.org/officeDocument/2006/relationships/image" Target="../media/image1931.png"/><Relationship Id="rId663" Type="http://schemas.openxmlformats.org/officeDocument/2006/relationships/image" Target="../media/image2033.png"/><Relationship Id="rId870" Type="http://schemas.openxmlformats.org/officeDocument/2006/relationships/image" Target="../media/image2134.png"/><Relationship Id="rId13" Type="http://schemas.openxmlformats.org/officeDocument/2006/relationships/image" Target="../media/image1238.png"/><Relationship Id="rId109" Type="http://schemas.openxmlformats.org/officeDocument/2006/relationships/image" Target="../media/image1762.png"/><Relationship Id="rId316" Type="http://schemas.openxmlformats.org/officeDocument/2006/relationships/image" Target="../media/image1863.png"/><Relationship Id="rId523" Type="http://schemas.openxmlformats.org/officeDocument/2006/relationships/customXml" Target="../ink/ink2031.xml"/><Relationship Id="rId97" Type="http://schemas.openxmlformats.org/officeDocument/2006/relationships/image" Target="../media/image1757.png"/><Relationship Id="rId730" Type="http://schemas.openxmlformats.org/officeDocument/2006/relationships/image" Target="../media/image2065.png"/><Relationship Id="rId828" Type="http://schemas.openxmlformats.org/officeDocument/2006/relationships/image" Target="../media/image2114.png"/><Relationship Id="rId162" Type="http://schemas.openxmlformats.org/officeDocument/2006/relationships/image" Target="../media/image1787.png"/><Relationship Id="rId467" Type="http://schemas.openxmlformats.org/officeDocument/2006/relationships/customXml" Target="../ink/ink2003.xml"/><Relationship Id="rId674" Type="http://schemas.openxmlformats.org/officeDocument/2006/relationships/customXml" Target="../ink/ink2109.xml"/><Relationship Id="rId881" Type="http://schemas.openxmlformats.org/officeDocument/2006/relationships/image" Target="../media/image2139.png"/><Relationship Id="rId24" Type="http://schemas.openxmlformats.org/officeDocument/2006/relationships/customXml" Target="../ink/ink1775.xml"/><Relationship Id="rId327" Type="http://schemas.openxmlformats.org/officeDocument/2006/relationships/customXml" Target="../ink/ink1931.xml"/><Relationship Id="rId534" Type="http://schemas.openxmlformats.org/officeDocument/2006/relationships/customXml" Target="../ink/ink2037.xml"/><Relationship Id="rId741" Type="http://schemas.openxmlformats.org/officeDocument/2006/relationships/customXml" Target="../ink/ink2144.xml"/><Relationship Id="rId839" Type="http://schemas.openxmlformats.org/officeDocument/2006/relationships/image" Target="../media/image2119.png"/><Relationship Id="rId173" Type="http://schemas.openxmlformats.org/officeDocument/2006/relationships/customXml" Target="../ink/ink1853.xml"/><Relationship Id="rId380" Type="http://schemas.openxmlformats.org/officeDocument/2006/relationships/image" Target="../media/image1895.png"/><Relationship Id="rId601" Type="http://schemas.openxmlformats.org/officeDocument/2006/relationships/image" Target="../media/image2002.png"/><Relationship Id="rId240" Type="http://schemas.openxmlformats.org/officeDocument/2006/relationships/customXml" Target="../ink/ink1887.xml"/><Relationship Id="rId478" Type="http://schemas.openxmlformats.org/officeDocument/2006/relationships/image" Target="../media/image1942.png"/><Relationship Id="rId685" Type="http://schemas.openxmlformats.org/officeDocument/2006/relationships/image" Target="../media/image2044.png"/><Relationship Id="rId892" Type="http://schemas.openxmlformats.org/officeDocument/2006/relationships/customXml" Target="../ink/ink2221.xml"/><Relationship Id="rId35" Type="http://schemas.openxmlformats.org/officeDocument/2006/relationships/image" Target="../media/image1728.png"/><Relationship Id="rId100" Type="http://schemas.openxmlformats.org/officeDocument/2006/relationships/customXml" Target="../ink/ink1815.xml"/><Relationship Id="rId338" Type="http://schemas.openxmlformats.org/officeDocument/2006/relationships/image" Target="../media/image1874.png"/><Relationship Id="rId545" Type="http://schemas.openxmlformats.org/officeDocument/2006/relationships/image" Target="../media/image1975.png"/><Relationship Id="rId752" Type="http://schemas.openxmlformats.org/officeDocument/2006/relationships/image" Target="../media/image2076.png"/><Relationship Id="rId184" Type="http://schemas.openxmlformats.org/officeDocument/2006/relationships/image" Target="../media/image1798.png"/><Relationship Id="rId391" Type="http://schemas.openxmlformats.org/officeDocument/2006/relationships/image" Target="../media/image1900.png"/><Relationship Id="rId405" Type="http://schemas.openxmlformats.org/officeDocument/2006/relationships/image" Target="../media/image1907.png"/><Relationship Id="rId612" Type="http://schemas.openxmlformats.org/officeDocument/2006/relationships/customXml" Target="../ink/ink2077.xml"/><Relationship Id="rId251" Type="http://schemas.openxmlformats.org/officeDocument/2006/relationships/image" Target="../media/image1831.png"/><Relationship Id="rId489" Type="http://schemas.openxmlformats.org/officeDocument/2006/relationships/customXml" Target="../ink/ink2014.xml"/><Relationship Id="rId696" Type="http://schemas.openxmlformats.org/officeDocument/2006/relationships/image" Target="../media/image2049.png"/><Relationship Id="rId46" Type="http://schemas.openxmlformats.org/officeDocument/2006/relationships/customXml" Target="../ink/ink1786.xml"/><Relationship Id="rId349" Type="http://schemas.openxmlformats.org/officeDocument/2006/relationships/customXml" Target="../ink/ink1942.xml"/><Relationship Id="rId556" Type="http://schemas.openxmlformats.org/officeDocument/2006/relationships/customXml" Target="../ink/ink2048.xml"/><Relationship Id="rId763" Type="http://schemas.openxmlformats.org/officeDocument/2006/relationships/customXml" Target="../ink/ink2155.xml"/><Relationship Id="rId111" Type="http://schemas.openxmlformats.org/officeDocument/2006/relationships/image" Target="../media/image1763.png"/><Relationship Id="rId195" Type="http://schemas.openxmlformats.org/officeDocument/2006/relationships/customXml" Target="../ink/ink1864.xml"/><Relationship Id="rId209" Type="http://schemas.openxmlformats.org/officeDocument/2006/relationships/customXml" Target="../ink/ink1871.xml"/><Relationship Id="rId416" Type="http://schemas.openxmlformats.org/officeDocument/2006/relationships/customXml" Target="../ink/ink1976.xml"/><Relationship Id="rId623" Type="http://schemas.openxmlformats.org/officeDocument/2006/relationships/customXml" Target="../ink/ink2083.xml"/><Relationship Id="rId830" Type="http://schemas.openxmlformats.org/officeDocument/2006/relationships/image" Target="../media/image2115.png"/><Relationship Id="rId57" Type="http://schemas.openxmlformats.org/officeDocument/2006/relationships/image" Target="../media/image1739.png"/><Relationship Id="rId262" Type="http://schemas.openxmlformats.org/officeDocument/2006/relationships/customXml" Target="../ink/ink1898.xml"/><Relationship Id="rId567" Type="http://schemas.openxmlformats.org/officeDocument/2006/relationships/image" Target="../media/image1986.png"/><Relationship Id="rId122" Type="http://schemas.openxmlformats.org/officeDocument/2006/relationships/customXml" Target="../ink/ink1826.xml"/><Relationship Id="rId774" Type="http://schemas.openxmlformats.org/officeDocument/2006/relationships/image" Target="../media/image2087.png"/><Relationship Id="rId427" Type="http://schemas.openxmlformats.org/officeDocument/2006/relationships/image" Target="../media/image1918.png"/><Relationship Id="rId634" Type="http://schemas.openxmlformats.org/officeDocument/2006/relationships/customXml" Target="../ink/ink2089.xml"/><Relationship Id="rId841" Type="http://schemas.openxmlformats.org/officeDocument/2006/relationships/image" Target="../media/image2120.png"/><Relationship Id="rId273" Type="http://schemas.openxmlformats.org/officeDocument/2006/relationships/image" Target="../media/image1842.png"/><Relationship Id="rId480" Type="http://schemas.openxmlformats.org/officeDocument/2006/relationships/image" Target="../media/image1943.png"/><Relationship Id="rId701" Type="http://schemas.openxmlformats.org/officeDocument/2006/relationships/image" Target="../media/image2051.png"/><Relationship Id="rId68" Type="http://schemas.openxmlformats.org/officeDocument/2006/relationships/customXml" Target="../ink/ink1797.xml"/><Relationship Id="rId133" Type="http://schemas.openxmlformats.org/officeDocument/2006/relationships/image" Target="../media/image1774.png"/><Relationship Id="rId340" Type="http://schemas.openxmlformats.org/officeDocument/2006/relationships/image" Target="../media/image1875.png"/><Relationship Id="rId578" Type="http://schemas.openxmlformats.org/officeDocument/2006/relationships/customXml" Target="../ink/ink2059.xml"/><Relationship Id="rId785" Type="http://schemas.openxmlformats.org/officeDocument/2006/relationships/customXml" Target="../ink/ink2166.xml"/><Relationship Id="rId200" Type="http://schemas.openxmlformats.org/officeDocument/2006/relationships/image" Target="../media/image1806.png"/><Relationship Id="rId438" Type="http://schemas.openxmlformats.org/officeDocument/2006/relationships/customXml" Target="../ink/ink1987.xml"/><Relationship Id="rId645" Type="http://schemas.openxmlformats.org/officeDocument/2006/relationships/image" Target="../media/image2024.png"/><Relationship Id="rId852" Type="http://schemas.openxmlformats.org/officeDocument/2006/relationships/customXml" Target="../ink/ink2200.xml"/><Relationship Id="rId242" Type="http://schemas.openxmlformats.org/officeDocument/2006/relationships/customXml" Target="../ink/ink1888.xml"/><Relationship Id="rId284" Type="http://schemas.openxmlformats.org/officeDocument/2006/relationships/customXml" Target="../ink/ink1909.xml"/><Relationship Id="rId491" Type="http://schemas.openxmlformats.org/officeDocument/2006/relationships/customXml" Target="../ink/ink2015.xml"/><Relationship Id="rId505" Type="http://schemas.openxmlformats.org/officeDocument/2006/relationships/customXml" Target="../ink/ink2022.xml"/><Relationship Id="rId712" Type="http://schemas.openxmlformats.org/officeDocument/2006/relationships/customXml" Target="../ink/ink2129.xml"/><Relationship Id="rId894" Type="http://schemas.openxmlformats.org/officeDocument/2006/relationships/customXml" Target="../ink/ink2222.xml"/><Relationship Id="rId37" Type="http://schemas.openxmlformats.org/officeDocument/2006/relationships/image" Target="../media/image1729.png"/><Relationship Id="rId79" Type="http://schemas.openxmlformats.org/officeDocument/2006/relationships/image" Target="../media/image986.png"/><Relationship Id="rId102" Type="http://schemas.openxmlformats.org/officeDocument/2006/relationships/customXml" Target="../ink/ink1816.xml"/><Relationship Id="rId144" Type="http://schemas.openxmlformats.org/officeDocument/2006/relationships/image" Target="../media/image1778.png"/><Relationship Id="rId547" Type="http://schemas.openxmlformats.org/officeDocument/2006/relationships/image" Target="../media/image1976.png"/><Relationship Id="rId589" Type="http://schemas.openxmlformats.org/officeDocument/2006/relationships/image" Target="../media/image1997.png"/><Relationship Id="rId754" Type="http://schemas.openxmlformats.org/officeDocument/2006/relationships/image" Target="../media/image2077.png"/><Relationship Id="rId796" Type="http://schemas.openxmlformats.org/officeDocument/2006/relationships/image" Target="../media/image2098.png"/><Relationship Id="rId90" Type="http://schemas.openxmlformats.org/officeDocument/2006/relationships/image" Target="../media/image1754.png"/><Relationship Id="rId186" Type="http://schemas.openxmlformats.org/officeDocument/2006/relationships/image" Target="../media/image1799.png"/><Relationship Id="rId351" Type="http://schemas.openxmlformats.org/officeDocument/2006/relationships/customXml" Target="../ink/ink1943.xml"/><Relationship Id="rId393" Type="http://schemas.openxmlformats.org/officeDocument/2006/relationships/image" Target="../media/image1901.png"/><Relationship Id="rId407" Type="http://schemas.openxmlformats.org/officeDocument/2006/relationships/image" Target="../media/image1908.png"/><Relationship Id="rId449" Type="http://schemas.openxmlformats.org/officeDocument/2006/relationships/customXml" Target="../ink/ink1994.xml"/><Relationship Id="rId614" Type="http://schemas.openxmlformats.org/officeDocument/2006/relationships/customXml" Target="../ink/ink2078.xml"/><Relationship Id="rId656" Type="http://schemas.openxmlformats.org/officeDocument/2006/relationships/customXml" Target="../ink/ink2100.xml"/><Relationship Id="rId821" Type="http://schemas.openxmlformats.org/officeDocument/2006/relationships/customXml" Target="../ink/ink2184.xml"/><Relationship Id="rId863" Type="http://schemas.openxmlformats.org/officeDocument/2006/relationships/customXml" Target="../ink/ink2206.xml"/><Relationship Id="rId211" Type="http://schemas.openxmlformats.org/officeDocument/2006/relationships/customXml" Target="../ink/ink1872.xml"/><Relationship Id="rId253" Type="http://schemas.openxmlformats.org/officeDocument/2006/relationships/image" Target="../media/image1832.png"/><Relationship Id="rId295" Type="http://schemas.openxmlformats.org/officeDocument/2006/relationships/image" Target="../media/image1853.png"/><Relationship Id="rId309" Type="http://schemas.openxmlformats.org/officeDocument/2006/relationships/customXml" Target="../ink/ink1922.xml"/><Relationship Id="rId460" Type="http://schemas.openxmlformats.org/officeDocument/2006/relationships/image" Target="../media/image1933.png"/><Relationship Id="rId516" Type="http://schemas.openxmlformats.org/officeDocument/2006/relationships/image" Target="../media/image1961.png"/><Relationship Id="rId698" Type="http://schemas.openxmlformats.org/officeDocument/2006/relationships/customXml" Target="../ink/ink2122.xml"/><Relationship Id="rId48" Type="http://schemas.openxmlformats.org/officeDocument/2006/relationships/customXml" Target="../ink/ink1787.xml"/><Relationship Id="rId113" Type="http://schemas.openxmlformats.org/officeDocument/2006/relationships/image" Target="../media/image1764.png"/><Relationship Id="rId320" Type="http://schemas.openxmlformats.org/officeDocument/2006/relationships/image" Target="../media/image1865.png"/><Relationship Id="rId558" Type="http://schemas.openxmlformats.org/officeDocument/2006/relationships/customXml" Target="../ink/ink2049.xml"/><Relationship Id="rId723" Type="http://schemas.openxmlformats.org/officeDocument/2006/relationships/image" Target="../media/image2062.png"/><Relationship Id="rId765" Type="http://schemas.openxmlformats.org/officeDocument/2006/relationships/customXml" Target="../ink/ink2156.xml"/><Relationship Id="rId155" Type="http://schemas.openxmlformats.org/officeDocument/2006/relationships/customXml" Target="../ink/ink1844.xml"/><Relationship Id="rId197" Type="http://schemas.openxmlformats.org/officeDocument/2006/relationships/customXml" Target="../ink/ink1865.xml"/><Relationship Id="rId362" Type="http://schemas.openxmlformats.org/officeDocument/2006/relationships/image" Target="../media/image1886.png"/><Relationship Id="rId418" Type="http://schemas.openxmlformats.org/officeDocument/2006/relationships/customXml" Target="../ink/ink1977.xml"/><Relationship Id="rId625" Type="http://schemas.openxmlformats.org/officeDocument/2006/relationships/customXml" Target="../ink/ink2084.xml"/><Relationship Id="rId832" Type="http://schemas.openxmlformats.org/officeDocument/2006/relationships/image" Target="../media/image2116.png"/><Relationship Id="rId222" Type="http://schemas.openxmlformats.org/officeDocument/2006/relationships/customXml" Target="../ink/ink1878.xml"/><Relationship Id="rId264" Type="http://schemas.openxmlformats.org/officeDocument/2006/relationships/customXml" Target="../ink/ink1899.xml"/><Relationship Id="rId471" Type="http://schemas.openxmlformats.org/officeDocument/2006/relationships/customXml" Target="../ink/ink2005.xml"/><Relationship Id="rId667" Type="http://schemas.openxmlformats.org/officeDocument/2006/relationships/image" Target="../media/image2035.png"/><Relationship Id="rId874" Type="http://schemas.openxmlformats.org/officeDocument/2006/relationships/customXml" Target="../ink/ink2212.xml"/><Relationship Id="rId17" Type="http://schemas.openxmlformats.org/officeDocument/2006/relationships/image" Target="../media/image1240.png"/><Relationship Id="rId59" Type="http://schemas.openxmlformats.org/officeDocument/2006/relationships/image" Target="../media/image1740.png"/><Relationship Id="rId124" Type="http://schemas.openxmlformats.org/officeDocument/2006/relationships/customXml" Target="../ink/ink1827.xml"/><Relationship Id="rId527" Type="http://schemas.openxmlformats.org/officeDocument/2006/relationships/customXml" Target="../ink/ink2033.xml"/><Relationship Id="rId569" Type="http://schemas.openxmlformats.org/officeDocument/2006/relationships/image" Target="../media/image1987.png"/><Relationship Id="rId734" Type="http://schemas.openxmlformats.org/officeDocument/2006/relationships/image" Target="../media/image2067.png"/><Relationship Id="rId776" Type="http://schemas.openxmlformats.org/officeDocument/2006/relationships/image" Target="../media/image2088.png"/><Relationship Id="rId70" Type="http://schemas.openxmlformats.org/officeDocument/2006/relationships/customXml" Target="../ink/ink1798.xml"/><Relationship Id="rId166" Type="http://schemas.openxmlformats.org/officeDocument/2006/relationships/image" Target="../media/image1789.png"/><Relationship Id="rId331" Type="http://schemas.openxmlformats.org/officeDocument/2006/relationships/customXml" Target="../ink/ink1933.xml"/><Relationship Id="rId373" Type="http://schemas.openxmlformats.org/officeDocument/2006/relationships/customXml" Target="../ink/ink1954.xml"/><Relationship Id="rId429" Type="http://schemas.openxmlformats.org/officeDocument/2006/relationships/image" Target="../media/image1919.png"/><Relationship Id="rId580" Type="http://schemas.openxmlformats.org/officeDocument/2006/relationships/customXml" Target="../ink/ink2060.xml"/><Relationship Id="rId636" Type="http://schemas.openxmlformats.org/officeDocument/2006/relationships/customXml" Target="../ink/ink2090.xml"/><Relationship Id="rId801" Type="http://schemas.openxmlformats.org/officeDocument/2006/relationships/customXml" Target="../ink/ink2174.xml"/><Relationship Id="rId1" Type="http://schemas.openxmlformats.org/officeDocument/2006/relationships/slideLayout" Target="../slideLayouts/slideLayout2.xml"/><Relationship Id="rId233" Type="http://schemas.openxmlformats.org/officeDocument/2006/relationships/image" Target="../media/image1822.png"/><Relationship Id="rId440" Type="http://schemas.openxmlformats.org/officeDocument/2006/relationships/customXml" Target="../ink/ink1989.xml"/><Relationship Id="rId678" Type="http://schemas.openxmlformats.org/officeDocument/2006/relationships/customXml" Target="../ink/ink2111.xml"/><Relationship Id="rId843" Type="http://schemas.openxmlformats.org/officeDocument/2006/relationships/image" Target="../media/image2121.png"/><Relationship Id="rId885" Type="http://schemas.openxmlformats.org/officeDocument/2006/relationships/image" Target="../media/image2141.png"/><Relationship Id="rId28" Type="http://schemas.openxmlformats.org/officeDocument/2006/relationships/customXml" Target="../ink/ink1777.xml"/><Relationship Id="rId275" Type="http://schemas.openxmlformats.org/officeDocument/2006/relationships/image" Target="../media/image1843.png"/><Relationship Id="rId300" Type="http://schemas.openxmlformats.org/officeDocument/2006/relationships/image" Target="../media/image1855.png"/><Relationship Id="rId482" Type="http://schemas.openxmlformats.org/officeDocument/2006/relationships/image" Target="../media/image1944.png"/><Relationship Id="rId538" Type="http://schemas.openxmlformats.org/officeDocument/2006/relationships/customXml" Target="../ink/ink2039.xml"/><Relationship Id="rId703" Type="http://schemas.openxmlformats.org/officeDocument/2006/relationships/image" Target="../media/image2052.png"/><Relationship Id="rId745" Type="http://schemas.openxmlformats.org/officeDocument/2006/relationships/customXml" Target="../ink/ink2146.xml"/><Relationship Id="rId81" Type="http://schemas.openxmlformats.org/officeDocument/2006/relationships/image" Target="../media/image1750.png"/><Relationship Id="rId135" Type="http://schemas.openxmlformats.org/officeDocument/2006/relationships/image" Target="../media/image1775.png"/><Relationship Id="rId177" Type="http://schemas.openxmlformats.org/officeDocument/2006/relationships/customXml" Target="../ink/ink1855.xml"/><Relationship Id="rId342" Type="http://schemas.openxmlformats.org/officeDocument/2006/relationships/image" Target="../media/image1876.png"/><Relationship Id="rId384" Type="http://schemas.openxmlformats.org/officeDocument/2006/relationships/image" Target="../media/image1897.png"/><Relationship Id="rId591" Type="http://schemas.openxmlformats.org/officeDocument/2006/relationships/image" Target="../media/image1998.png"/><Relationship Id="rId605" Type="http://schemas.openxmlformats.org/officeDocument/2006/relationships/image" Target="../media/image2004.png"/><Relationship Id="rId787" Type="http://schemas.openxmlformats.org/officeDocument/2006/relationships/customXml" Target="../ink/ink2167.xml"/><Relationship Id="rId812" Type="http://schemas.openxmlformats.org/officeDocument/2006/relationships/image" Target="../media/image2106.png"/><Relationship Id="rId202" Type="http://schemas.openxmlformats.org/officeDocument/2006/relationships/image" Target="../media/image1807.png"/><Relationship Id="rId244" Type="http://schemas.openxmlformats.org/officeDocument/2006/relationships/customXml" Target="../ink/ink1889.xml"/><Relationship Id="rId647" Type="http://schemas.openxmlformats.org/officeDocument/2006/relationships/image" Target="../media/image2025.png"/><Relationship Id="rId689" Type="http://schemas.openxmlformats.org/officeDocument/2006/relationships/image" Target="../media/image2046.png"/><Relationship Id="rId854" Type="http://schemas.openxmlformats.org/officeDocument/2006/relationships/image" Target="../media/image2126.png"/><Relationship Id="rId896" Type="http://schemas.openxmlformats.org/officeDocument/2006/relationships/customXml" Target="../ink/ink2223.xml"/><Relationship Id="rId39" Type="http://schemas.openxmlformats.org/officeDocument/2006/relationships/image" Target="../media/image1730.png"/><Relationship Id="rId286" Type="http://schemas.openxmlformats.org/officeDocument/2006/relationships/customXml" Target="../ink/ink1910.xml"/><Relationship Id="rId451" Type="http://schemas.openxmlformats.org/officeDocument/2006/relationships/customXml" Target="../ink/ink1995.xml"/><Relationship Id="rId493" Type="http://schemas.openxmlformats.org/officeDocument/2006/relationships/customXml" Target="../ink/ink2016.xml"/><Relationship Id="rId507" Type="http://schemas.openxmlformats.org/officeDocument/2006/relationships/customXml" Target="../ink/ink2023.xml"/><Relationship Id="rId549" Type="http://schemas.openxmlformats.org/officeDocument/2006/relationships/image" Target="../media/image1977.png"/><Relationship Id="rId714" Type="http://schemas.openxmlformats.org/officeDocument/2006/relationships/customXml" Target="../ink/ink2130.xml"/><Relationship Id="rId756" Type="http://schemas.openxmlformats.org/officeDocument/2006/relationships/image" Target="../media/image2078.png"/><Relationship Id="rId50" Type="http://schemas.openxmlformats.org/officeDocument/2006/relationships/customXml" Target="../ink/ink1788.xml"/><Relationship Id="rId104" Type="http://schemas.openxmlformats.org/officeDocument/2006/relationships/customXml" Target="../ink/ink1817.xml"/><Relationship Id="rId146" Type="http://schemas.openxmlformats.org/officeDocument/2006/relationships/image" Target="../media/image1779.png"/><Relationship Id="rId188" Type="http://schemas.openxmlformats.org/officeDocument/2006/relationships/image" Target="../media/image1800.png"/><Relationship Id="rId311" Type="http://schemas.openxmlformats.org/officeDocument/2006/relationships/customXml" Target="../ink/ink1923.xml"/><Relationship Id="rId353" Type="http://schemas.openxmlformats.org/officeDocument/2006/relationships/customXml" Target="../ink/ink1944.xml"/><Relationship Id="rId395" Type="http://schemas.openxmlformats.org/officeDocument/2006/relationships/image" Target="../media/image1902.png"/><Relationship Id="rId409" Type="http://schemas.openxmlformats.org/officeDocument/2006/relationships/image" Target="../media/image1909.png"/><Relationship Id="rId560" Type="http://schemas.openxmlformats.org/officeDocument/2006/relationships/customXml" Target="../ink/ink2050.xml"/><Relationship Id="rId798" Type="http://schemas.openxmlformats.org/officeDocument/2006/relationships/image" Target="../media/image2099.png"/><Relationship Id="rId92" Type="http://schemas.openxmlformats.org/officeDocument/2006/relationships/customXml" Target="../ink/ink1810.xml"/><Relationship Id="rId213" Type="http://schemas.openxmlformats.org/officeDocument/2006/relationships/customXml" Target="../ink/ink1873.xml"/><Relationship Id="rId420" Type="http://schemas.openxmlformats.org/officeDocument/2006/relationships/customXml" Target="../ink/ink1978.xml"/><Relationship Id="rId616" Type="http://schemas.openxmlformats.org/officeDocument/2006/relationships/customXml" Target="../ink/ink2079.xml"/><Relationship Id="rId658" Type="http://schemas.openxmlformats.org/officeDocument/2006/relationships/customXml" Target="../ink/ink2101.xml"/><Relationship Id="rId823" Type="http://schemas.openxmlformats.org/officeDocument/2006/relationships/customXml" Target="../ink/ink2185.xml"/><Relationship Id="rId865" Type="http://schemas.openxmlformats.org/officeDocument/2006/relationships/customXml" Target="../ink/ink2207.xml"/><Relationship Id="rId255" Type="http://schemas.openxmlformats.org/officeDocument/2006/relationships/image" Target="../media/image1833.png"/><Relationship Id="rId297" Type="http://schemas.openxmlformats.org/officeDocument/2006/relationships/customXml" Target="../ink/ink1916.xml"/><Relationship Id="rId462" Type="http://schemas.openxmlformats.org/officeDocument/2006/relationships/image" Target="../media/image1934.png"/><Relationship Id="rId518" Type="http://schemas.openxmlformats.org/officeDocument/2006/relationships/image" Target="../media/image1962.png"/><Relationship Id="rId725" Type="http://schemas.openxmlformats.org/officeDocument/2006/relationships/customXml" Target="../ink/ink2136.xml"/><Relationship Id="rId115" Type="http://schemas.openxmlformats.org/officeDocument/2006/relationships/image" Target="../media/image1765.png"/><Relationship Id="rId157" Type="http://schemas.openxmlformats.org/officeDocument/2006/relationships/customXml" Target="../ink/ink1845.xml"/><Relationship Id="rId322" Type="http://schemas.openxmlformats.org/officeDocument/2006/relationships/image" Target="../media/image1866.png"/><Relationship Id="rId364" Type="http://schemas.openxmlformats.org/officeDocument/2006/relationships/image" Target="../media/image1887.png"/><Relationship Id="rId767" Type="http://schemas.openxmlformats.org/officeDocument/2006/relationships/customXml" Target="../ink/ink2157.xml"/><Relationship Id="rId61" Type="http://schemas.openxmlformats.org/officeDocument/2006/relationships/image" Target="../media/image1741.png"/><Relationship Id="rId199" Type="http://schemas.openxmlformats.org/officeDocument/2006/relationships/customXml" Target="../ink/ink1866.xml"/><Relationship Id="rId571" Type="http://schemas.openxmlformats.org/officeDocument/2006/relationships/image" Target="../media/image1988.png"/><Relationship Id="rId627" Type="http://schemas.openxmlformats.org/officeDocument/2006/relationships/customXml" Target="../ink/ink2085.xml"/><Relationship Id="rId669" Type="http://schemas.openxmlformats.org/officeDocument/2006/relationships/image" Target="../media/image2036.png"/><Relationship Id="rId834" Type="http://schemas.openxmlformats.org/officeDocument/2006/relationships/image" Target="../media/image2117.png"/><Relationship Id="rId876" Type="http://schemas.openxmlformats.org/officeDocument/2006/relationships/customXml" Target="../ink/ink2213.xml"/><Relationship Id="rId19" Type="http://schemas.openxmlformats.org/officeDocument/2006/relationships/image" Target="../media/image1241.png"/><Relationship Id="rId224" Type="http://schemas.openxmlformats.org/officeDocument/2006/relationships/customXml" Target="../ink/ink1879.xml"/><Relationship Id="rId266" Type="http://schemas.openxmlformats.org/officeDocument/2006/relationships/customXml" Target="../ink/ink1900.xml"/><Relationship Id="rId431" Type="http://schemas.openxmlformats.org/officeDocument/2006/relationships/image" Target="../media/image1920.png"/><Relationship Id="rId473" Type="http://schemas.openxmlformats.org/officeDocument/2006/relationships/customXml" Target="../ink/ink2006.xml"/><Relationship Id="rId529" Type="http://schemas.openxmlformats.org/officeDocument/2006/relationships/customXml" Target="../ink/ink2034.xml"/><Relationship Id="rId680" Type="http://schemas.openxmlformats.org/officeDocument/2006/relationships/customXml" Target="../ink/ink2112.xml"/><Relationship Id="rId736" Type="http://schemas.openxmlformats.org/officeDocument/2006/relationships/image" Target="../media/image2068.png"/><Relationship Id="rId901" Type="http://schemas.openxmlformats.org/officeDocument/2006/relationships/image" Target="../media/image2149.png"/><Relationship Id="rId30" Type="http://schemas.openxmlformats.org/officeDocument/2006/relationships/customXml" Target="../ink/ink1778.xml"/><Relationship Id="rId126" Type="http://schemas.openxmlformats.org/officeDocument/2006/relationships/customXml" Target="../ink/ink1828.xml"/><Relationship Id="rId168" Type="http://schemas.openxmlformats.org/officeDocument/2006/relationships/image" Target="../media/image1790.png"/><Relationship Id="rId333" Type="http://schemas.openxmlformats.org/officeDocument/2006/relationships/customXml" Target="../ink/ink1934.xml"/><Relationship Id="rId540" Type="http://schemas.openxmlformats.org/officeDocument/2006/relationships/customXml" Target="../ink/ink2040.xml"/><Relationship Id="rId778" Type="http://schemas.openxmlformats.org/officeDocument/2006/relationships/image" Target="../media/image2089.png"/><Relationship Id="rId72" Type="http://schemas.openxmlformats.org/officeDocument/2006/relationships/customXml" Target="../ink/ink1799.xml"/><Relationship Id="rId375" Type="http://schemas.openxmlformats.org/officeDocument/2006/relationships/customXml" Target="../ink/ink1955.xml"/><Relationship Id="rId582" Type="http://schemas.openxmlformats.org/officeDocument/2006/relationships/customXml" Target="../ink/ink2061.xml"/><Relationship Id="rId638" Type="http://schemas.openxmlformats.org/officeDocument/2006/relationships/customXml" Target="../ink/ink2091.xml"/><Relationship Id="rId803" Type="http://schemas.openxmlformats.org/officeDocument/2006/relationships/customXml" Target="../ink/ink2175.xml"/><Relationship Id="rId845" Type="http://schemas.openxmlformats.org/officeDocument/2006/relationships/image" Target="../media/image2122.png"/><Relationship Id="rId3" Type="http://schemas.openxmlformats.org/officeDocument/2006/relationships/image" Target="../media/image1233.png"/><Relationship Id="rId235" Type="http://schemas.openxmlformats.org/officeDocument/2006/relationships/image" Target="../media/image1823.png"/><Relationship Id="rId277" Type="http://schemas.openxmlformats.org/officeDocument/2006/relationships/image" Target="../media/image1844.png"/><Relationship Id="rId400" Type="http://schemas.openxmlformats.org/officeDocument/2006/relationships/customXml" Target="../ink/ink1968.xml"/><Relationship Id="rId442" Type="http://schemas.openxmlformats.org/officeDocument/2006/relationships/image" Target="../media/image1924.png"/><Relationship Id="rId484" Type="http://schemas.openxmlformats.org/officeDocument/2006/relationships/image" Target="../media/image1945.png"/><Relationship Id="rId705" Type="http://schemas.openxmlformats.org/officeDocument/2006/relationships/image" Target="../media/image2053.png"/><Relationship Id="rId887" Type="http://schemas.openxmlformats.org/officeDocument/2006/relationships/image" Target="../media/image2142.png"/><Relationship Id="rId137" Type="http://schemas.openxmlformats.org/officeDocument/2006/relationships/image" Target="../media/image1776.png"/><Relationship Id="rId302" Type="http://schemas.openxmlformats.org/officeDocument/2006/relationships/image" Target="../media/image1856.png"/><Relationship Id="rId344" Type="http://schemas.openxmlformats.org/officeDocument/2006/relationships/image" Target="../media/image1877.png"/><Relationship Id="rId691" Type="http://schemas.openxmlformats.org/officeDocument/2006/relationships/customXml" Target="../ink/ink2118.xml"/><Relationship Id="rId747" Type="http://schemas.openxmlformats.org/officeDocument/2006/relationships/customXml" Target="../ink/ink2147.xml"/><Relationship Id="rId789" Type="http://schemas.openxmlformats.org/officeDocument/2006/relationships/customXml" Target="../ink/ink2168.xml"/><Relationship Id="rId41" Type="http://schemas.openxmlformats.org/officeDocument/2006/relationships/image" Target="../media/image1731.png"/><Relationship Id="rId83" Type="http://schemas.openxmlformats.org/officeDocument/2006/relationships/image" Target="../media/image1751.png"/><Relationship Id="rId179" Type="http://schemas.openxmlformats.org/officeDocument/2006/relationships/customXml" Target="../ink/ink1856.xml"/><Relationship Id="rId386" Type="http://schemas.openxmlformats.org/officeDocument/2006/relationships/image" Target="../media/image1898.png"/><Relationship Id="rId551" Type="http://schemas.openxmlformats.org/officeDocument/2006/relationships/image" Target="../media/image1978.png"/><Relationship Id="rId593" Type="http://schemas.openxmlformats.org/officeDocument/2006/relationships/image" Target="../media/image1999.png"/><Relationship Id="rId607" Type="http://schemas.openxmlformats.org/officeDocument/2006/relationships/image" Target="../media/image2005.png"/><Relationship Id="rId649" Type="http://schemas.openxmlformats.org/officeDocument/2006/relationships/image" Target="../media/image2026.png"/><Relationship Id="rId814" Type="http://schemas.openxmlformats.org/officeDocument/2006/relationships/image" Target="../media/image2107.png"/><Relationship Id="rId856" Type="http://schemas.openxmlformats.org/officeDocument/2006/relationships/image" Target="../media/image2127.png"/><Relationship Id="rId190" Type="http://schemas.openxmlformats.org/officeDocument/2006/relationships/image" Target="../media/image1801.png"/><Relationship Id="rId204" Type="http://schemas.openxmlformats.org/officeDocument/2006/relationships/image" Target="../media/image1808.png"/><Relationship Id="rId246" Type="http://schemas.openxmlformats.org/officeDocument/2006/relationships/customXml" Target="../ink/ink1890.xml"/><Relationship Id="rId288" Type="http://schemas.openxmlformats.org/officeDocument/2006/relationships/customXml" Target="../ink/ink1911.xml"/><Relationship Id="rId411" Type="http://schemas.openxmlformats.org/officeDocument/2006/relationships/image" Target="../media/image1910.png"/><Relationship Id="rId453" Type="http://schemas.openxmlformats.org/officeDocument/2006/relationships/customXml" Target="../ink/ink1996.xml"/><Relationship Id="rId509" Type="http://schemas.openxmlformats.org/officeDocument/2006/relationships/customXml" Target="../ink/ink2024.xml"/><Relationship Id="rId660" Type="http://schemas.openxmlformats.org/officeDocument/2006/relationships/customXml" Target="../ink/ink2102.xml"/><Relationship Id="rId898" Type="http://schemas.openxmlformats.org/officeDocument/2006/relationships/customXml" Target="../ink/ink2224.xml"/><Relationship Id="rId106" Type="http://schemas.openxmlformats.org/officeDocument/2006/relationships/customXml" Target="../ink/ink1818.xml"/><Relationship Id="rId313" Type="http://schemas.openxmlformats.org/officeDocument/2006/relationships/customXml" Target="../ink/ink1924.xml"/><Relationship Id="rId495" Type="http://schemas.openxmlformats.org/officeDocument/2006/relationships/customXml" Target="../ink/ink2017.xml"/><Relationship Id="rId716" Type="http://schemas.openxmlformats.org/officeDocument/2006/relationships/customXml" Target="../ink/ink2131.xml"/><Relationship Id="rId758" Type="http://schemas.openxmlformats.org/officeDocument/2006/relationships/image" Target="../media/image2079.png"/><Relationship Id="rId10" Type="http://schemas.openxmlformats.org/officeDocument/2006/relationships/customXml" Target="../ink/ink1768.xml"/><Relationship Id="rId52" Type="http://schemas.openxmlformats.org/officeDocument/2006/relationships/customXml" Target="../ink/ink1789.xml"/><Relationship Id="rId94" Type="http://schemas.openxmlformats.org/officeDocument/2006/relationships/customXml" Target="../ink/ink1811.xml"/><Relationship Id="rId148" Type="http://schemas.openxmlformats.org/officeDocument/2006/relationships/image" Target="../media/image1780.png"/><Relationship Id="rId355" Type="http://schemas.openxmlformats.org/officeDocument/2006/relationships/customXml" Target="../ink/ink1945.xml"/><Relationship Id="rId397" Type="http://schemas.openxmlformats.org/officeDocument/2006/relationships/image" Target="../media/image1903.png"/><Relationship Id="rId520" Type="http://schemas.openxmlformats.org/officeDocument/2006/relationships/image" Target="../media/image1963.png"/><Relationship Id="rId562" Type="http://schemas.openxmlformats.org/officeDocument/2006/relationships/customXml" Target="../ink/ink2051.xml"/><Relationship Id="rId618" Type="http://schemas.openxmlformats.org/officeDocument/2006/relationships/customXml" Target="../ink/ink2080.xml"/><Relationship Id="rId825" Type="http://schemas.openxmlformats.org/officeDocument/2006/relationships/customXml" Target="../ink/ink2186.xml"/><Relationship Id="rId215" Type="http://schemas.openxmlformats.org/officeDocument/2006/relationships/customXml" Target="../ink/ink1874.xml"/><Relationship Id="rId257" Type="http://schemas.openxmlformats.org/officeDocument/2006/relationships/image" Target="../media/image1834.png"/><Relationship Id="rId422" Type="http://schemas.openxmlformats.org/officeDocument/2006/relationships/customXml" Target="../ink/ink1979.xml"/><Relationship Id="rId464" Type="http://schemas.openxmlformats.org/officeDocument/2006/relationships/image" Target="../media/image1935.png"/><Relationship Id="rId867" Type="http://schemas.openxmlformats.org/officeDocument/2006/relationships/customXml" Target="../ink/ink2208.xml"/><Relationship Id="rId299" Type="http://schemas.openxmlformats.org/officeDocument/2006/relationships/customXml" Target="../ink/ink1917.xml"/><Relationship Id="rId727" Type="http://schemas.openxmlformats.org/officeDocument/2006/relationships/customXml" Target="../ink/ink2137.xml"/><Relationship Id="rId63" Type="http://schemas.openxmlformats.org/officeDocument/2006/relationships/image" Target="../media/image1742.png"/><Relationship Id="rId159" Type="http://schemas.openxmlformats.org/officeDocument/2006/relationships/customXml" Target="../ink/ink1846.xml"/><Relationship Id="rId366" Type="http://schemas.openxmlformats.org/officeDocument/2006/relationships/image" Target="../media/image1888.png"/><Relationship Id="rId573" Type="http://schemas.openxmlformats.org/officeDocument/2006/relationships/image" Target="../media/image1989.png"/><Relationship Id="rId780" Type="http://schemas.openxmlformats.org/officeDocument/2006/relationships/image" Target="../media/image2090.png"/><Relationship Id="rId226" Type="http://schemas.openxmlformats.org/officeDocument/2006/relationships/customXml" Target="../ink/ink1880.xml"/><Relationship Id="rId433" Type="http://schemas.openxmlformats.org/officeDocument/2006/relationships/image" Target="../media/image1921.png"/><Relationship Id="rId878" Type="http://schemas.openxmlformats.org/officeDocument/2006/relationships/customXml" Target="../ink/ink2214.xml"/><Relationship Id="rId640" Type="http://schemas.openxmlformats.org/officeDocument/2006/relationships/customXml" Target="../ink/ink2092.xml"/><Relationship Id="rId738" Type="http://schemas.openxmlformats.org/officeDocument/2006/relationships/image" Target="../media/image2069.png"/><Relationship Id="rId74" Type="http://schemas.openxmlformats.org/officeDocument/2006/relationships/customXml" Target="../ink/ink1800.xml"/><Relationship Id="rId377" Type="http://schemas.openxmlformats.org/officeDocument/2006/relationships/customXml" Target="../ink/ink1956.xml"/><Relationship Id="rId500" Type="http://schemas.openxmlformats.org/officeDocument/2006/relationships/image" Target="../media/image1953.png"/><Relationship Id="rId584" Type="http://schemas.openxmlformats.org/officeDocument/2006/relationships/customXml" Target="../ink/ink2062.xml"/><Relationship Id="rId805" Type="http://schemas.openxmlformats.org/officeDocument/2006/relationships/customXml" Target="../ink/ink2176.xml"/><Relationship Id="rId5" Type="http://schemas.openxmlformats.org/officeDocument/2006/relationships/image" Target="../media/image1234.png"/><Relationship Id="rId237" Type="http://schemas.openxmlformats.org/officeDocument/2006/relationships/image" Target="../media/image1824.png"/><Relationship Id="rId791" Type="http://schemas.openxmlformats.org/officeDocument/2006/relationships/customXml" Target="../ink/ink2169.xml"/><Relationship Id="rId889" Type="http://schemas.openxmlformats.org/officeDocument/2006/relationships/image" Target="../media/image2143.png"/><Relationship Id="rId444" Type="http://schemas.openxmlformats.org/officeDocument/2006/relationships/image" Target="../media/image1925.png"/><Relationship Id="rId651" Type="http://schemas.openxmlformats.org/officeDocument/2006/relationships/image" Target="../media/image2027.png"/><Relationship Id="rId749" Type="http://schemas.openxmlformats.org/officeDocument/2006/relationships/customXml" Target="../ink/ink2148.xml"/><Relationship Id="rId290" Type="http://schemas.openxmlformats.org/officeDocument/2006/relationships/customXml" Target="../ink/ink1912.xml"/><Relationship Id="rId304" Type="http://schemas.openxmlformats.org/officeDocument/2006/relationships/image" Target="../media/image1857.png"/><Relationship Id="rId388" Type="http://schemas.openxmlformats.org/officeDocument/2006/relationships/customXml" Target="../ink/ink1962.xml"/><Relationship Id="rId511" Type="http://schemas.openxmlformats.org/officeDocument/2006/relationships/customXml" Target="../ink/ink2025.xml"/><Relationship Id="rId609" Type="http://schemas.openxmlformats.org/officeDocument/2006/relationships/image" Target="../media/image2006.png"/><Relationship Id="rId85" Type="http://schemas.openxmlformats.org/officeDocument/2006/relationships/customXml" Target="../ink/ink1806.xml"/><Relationship Id="rId150" Type="http://schemas.openxmlformats.org/officeDocument/2006/relationships/image" Target="../media/image1781.png"/><Relationship Id="rId595" Type="http://schemas.openxmlformats.org/officeDocument/2006/relationships/image" Target="../media/image2000.png"/><Relationship Id="rId816" Type="http://schemas.openxmlformats.org/officeDocument/2006/relationships/image" Target="../media/image2108.png"/><Relationship Id="rId248" Type="http://schemas.openxmlformats.org/officeDocument/2006/relationships/customXml" Target="../ink/ink1891.xml"/><Relationship Id="rId455" Type="http://schemas.openxmlformats.org/officeDocument/2006/relationships/customXml" Target="../ink/ink1997.xml"/><Relationship Id="rId662" Type="http://schemas.openxmlformats.org/officeDocument/2006/relationships/customXml" Target="../ink/ink2103.xml"/><Relationship Id="rId12" Type="http://schemas.openxmlformats.org/officeDocument/2006/relationships/customXml" Target="../ink/ink1769.xml"/><Relationship Id="rId108" Type="http://schemas.openxmlformats.org/officeDocument/2006/relationships/customXml" Target="../ink/ink1819.xml"/><Relationship Id="rId315" Type="http://schemas.openxmlformats.org/officeDocument/2006/relationships/customXml" Target="../ink/ink1925.xml"/><Relationship Id="rId522" Type="http://schemas.openxmlformats.org/officeDocument/2006/relationships/image" Target="../media/image1964.png"/><Relationship Id="rId96" Type="http://schemas.openxmlformats.org/officeDocument/2006/relationships/customXml" Target="../ink/ink1812.xml"/><Relationship Id="rId161" Type="http://schemas.openxmlformats.org/officeDocument/2006/relationships/customXml" Target="../ink/ink1847.xml"/><Relationship Id="rId399" Type="http://schemas.openxmlformats.org/officeDocument/2006/relationships/image" Target="../media/image1904.png"/><Relationship Id="rId827" Type="http://schemas.openxmlformats.org/officeDocument/2006/relationships/customXml" Target="../ink/ink2187.xml"/><Relationship Id="rId259" Type="http://schemas.openxmlformats.org/officeDocument/2006/relationships/image" Target="../media/image1835.png"/><Relationship Id="rId466" Type="http://schemas.openxmlformats.org/officeDocument/2006/relationships/image" Target="../media/image1936.png"/><Relationship Id="rId673" Type="http://schemas.openxmlformats.org/officeDocument/2006/relationships/image" Target="../media/image2038.png"/><Relationship Id="rId880" Type="http://schemas.openxmlformats.org/officeDocument/2006/relationships/customXml" Target="../ink/ink2215.xml"/><Relationship Id="rId23" Type="http://schemas.openxmlformats.org/officeDocument/2006/relationships/image" Target="../media/image1722.png"/><Relationship Id="rId119" Type="http://schemas.openxmlformats.org/officeDocument/2006/relationships/image" Target="../media/image1767.png"/><Relationship Id="rId326" Type="http://schemas.openxmlformats.org/officeDocument/2006/relationships/image" Target="../media/image1868.png"/><Relationship Id="rId533" Type="http://schemas.openxmlformats.org/officeDocument/2006/relationships/customXml" Target="../ink/ink2036.xml"/><Relationship Id="rId740" Type="http://schemas.openxmlformats.org/officeDocument/2006/relationships/image" Target="../media/image2070.png"/><Relationship Id="rId838" Type="http://schemas.openxmlformats.org/officeDocument/2006/relationships/customXml" Target="../ink/ink2193.xml"/><Relationship Id="rId172" Type="http://schemas.openxmlformats.org/officeDocument/2006/relationships/image" Target="../media/image1792.png"/><Relationship Id="rId477" Type="http://schemas.openxmlformats.org/officeDocument/2006/relationships/customXml" Target="../ink/ink2008.xml"/><Relationship Id="rId600" Type="http://schemas.openxmlformats.org/officeDocument/2006/relationships/customXml" Target="../ink/ink2071.xml"/><Relationship Id="rId684" Type="http://schemas.openxmlformats.org/officeDocument/2006/relationships/customXml" Target="../ink/ink2114.xml"/><Relationship Id="rId337" Type="http://schemas.openxmlformats.org/officeDocument/2006/relationships/customXml" Target="../ink/ink1936.xml"/><Relationship Id="rId891" Type="http://schemas.openxmlformats.org/officeDocument/2006/relationships/image" Target="../media/image2144.png"/><Relationship Id="rId905" Type="http://schemas.openxmlformats.org/officeDocument/2006/relationships/image" Target="../media/image2151.png"/><Relationship Id="rId34" Type="http://schemas.openxmlformats.org/officeDocument/2006/relationships/customXml" Target="../ink/ink1780.xml"/><Relationship Id="rId544" Type="http://schemas.openxmlformats.org/officeDocument/2006/relationships/customXml" Target="../ink/ink2042.xml"/><Relationship Id="rId751" Type="http://schemas.openxmlformats.org/officeDocument/2006/relationships/customXml" Target="../ink/ink2149.xml"/><Relationship Id="rId849" Type="http://schemas.openxmlformats.org/officeDocument/2006/relationships/image" Target="../media/image2124.png"/><Relationship Id="rId183" Type="http://schemas.openxmlformats.org/officeDocument/2006/relationships/customXml" Target="../ink/ink1858.xml"/><Relationship Id="rId390" Type="http://schemas.openxmlformats.org/officeDocument/2006/relationships/customXml" Target="../ink/ink1963.xml"/><Relationship Id="rId404" Type="http://schemas.openxmlformats.org/officeDocument/2006/relationships/customXml" Target="../ink/ink1970.xml"/><Relationship Id="rId611" Type="http://schemas.openxmlformats.org/officeDocument/2006/relationships/image" Target="../media/image2007.png"/><Relationship Id="rId250" Type="http://schemas.openxmlformats.org/officeDocument/2006/relationships/customXml" Target="../ink/ink1892.xml"/><Relationship Id="rId488" Type="http://schemas.openxmlformats.org/officeDocument/2006/relationships/image" Target="../media/image1947.png"/><Relationship Id="rId695" Type="http://schemas.openxmlformats.org/officeDocument/2006/relationships/customXml" Target="../ink/ink2120.xml"/><Relationship Id="rId709" Type="http://schemas.openxmlformats.org/officeDocument/2006/relationships/image" Target="../media/image2055.png"/><Relationship Id="rId45" Type="http://schemas.openxmlformats.org/officeDocument/2006/relationships/image" Target="../media/image1733.png"/><Relationship Id="rId110" Type="http://schemas.openxmlformats.org/officeDocument/2006/relationships/customXml" Target="../ink/ink1820.xml"/><Relationship Id="rId348" Type="http://schemas.openxmlformats.org/officeDocument/2006/relationships/image" Target="../media/image1879.png"/><Relationship Id="rId555" Type="http://schemas.openxmlformats.org/officeDocument/2006/relationships/image" Target="../media/image1980.png"/><Relationship Id="rId762" Type="http://schemas.openxmlformats.org/officeDocument/2006/relationships/image" Target="../media/image2081.png"/><Relationship Id="rId194" Type="http://schemas.openxmlformats.org/officeDocument/2006/relationships/image" Target="../media/image1803.png"/><Relationship Id="rId208" Type="http://schemas.openxmlformats.org/officeDocument/2006/relationships/image" Target="../media/image1810.png"/><Relationship Id="rId415" Type="http://schemas.openxmlformats.org/officeDocument/2006/relationships/image" Target="../media/image1912.png"/><Relationship Id="rId622" Type="http://schemas.openxmlformats.org/officeDocument/2006/relationships/image" Target="../media/image2013.png"/><Relationship Id="rId261" Type="http://schemas.openxmlformats.org/officeDocument/2006/relationships/image" Target="../media/image1836.png"/><Relationship Id="rId499" Type="http://schemas.openxmlformats.org/officeDocument/2006/relationships/customXml" Target="../ink/ink2019.xml"/><Relationship Id="rId56" Type="http://schemas.openxmlformats.org/officeDocument/2006/relationships/customXml" Target="../ink/ink1791.xml"/><Relationship Id="rId359" Type="http://schemas.openxmlformats.org/officeDocument/2006/relationships/customXml" Target="../ink/ink1947.xml"/><Relationship Id="rId566" Type="http://schemas.openxmlformats.org/officeDocument/2006/relationships/customXml" Target="../ink/ink2053.xml"/><Relationship Id="rId773" Type="http://schemas.openxmlformats.org/officeDocument/2006/relationships/customXml" Target="../ink/ink2160.xml"/><Relationship Id="rId121" Type="http://schemas.openxmlformats.org/officeDocument/2006/relationships/image" Target="../media/image1768.png"/><Relationship Id="rId219" Type="http://schemas.openxmlformats.org/officeDocument/2006/relationships/customXml" Target="../ink/ink1876.xml"/><Relationship Id="rId426" Type="http://schemas.openxmlformats.org/officeDocument/2006/relationships/customXml" Target="../ink/ink1981.xml"/><Relationship Id="rId633" Type="http://schemas.openxmlformats.org/officeDocument/2006/relationships/image" Target="../media/image2018.png"/><Relationship Id="rId840" Type="http://schemas.openxmlformats.org/officeDocument/2006/relationships/customXml" Target="../ink/ink2194.xml"/><Relationship Id="rId67" Type="http://schemas.openxmlformats.org/officeDocument/2006/relationships/image" Target="../media/image1744.png"/><Relationship Id="rId272" Type="http://schemas.openxmlformats.org/officeDocument/2006/relationships/customXml" Target="../ink/ink1903.xml"/><Relationship Id="rId577" Type="http://schemas.openxmlformats.org/officeDocument/2006/relationships/image" Target="../media/image1991.png"/><Relationship Id="rId700" Type="http://schemas.openxmlformats.org/officeDocument/2006/relationships/customXml" Target="../ink/ink2123.xml"/><Relationship Id="rId132" Type="http://schemas.openxmlformats.org/officeDocument/2006/relationships/customXml" Target="../ink/ink1831.xml"/><Relationship Id="rId784" Type="http://schemas.openxmlformats.org/officeDocument/2006/relationships/image" Target="../media/image2092.png"/><Relationship Id="rId437" Type="http://schemas.openxmlformats.org/officeDocument/2006/relationships/image" Target="../media/image1923.png"/><Relationship Id="rId644" Type="http://schemas.openxmlformats.org/officeDocument/2006/relationships/customXml" Target="../ink/ink2094.xml"/><Relationship Id="rId851" Type="http://schemas.openxmlformats.org/officeDocument/2006/relationships/image" Target="../media/image2125.png"/><Relationship Id="rId283" Type="http://schemas.openxmlformats.org/officeDocument/2006/relationships/image" Target="../media/image1847.png"/><Relationship Id="rId490" Type="http://schemas.openxmlformats.org/officeDocument/2006/relationships/image" Target="../media/image1948.png"/><Relationship Id="rId504" Type="http://schemas.openxmlformats.org/officeDocument/2006/relationships/image" Target="../media/image1955.png"/><Relationship Id="rId711" Type="http://schemas.openxmlformats.org/officeDocument/2006/relationships/image" Target="../media/image2056.png"/><Relationship Id="rId78" Type="http://schemas.openxmlformats.org/officeDocument/2006/relationships/customXml" Target="../ink/ink1802.xml"/><Relationship Id="rId143" Type="http://schemas.openxmlformats.org/officeDocument/2006/relationships/customXml" Target="../ink/ink1838.xml"/><Relationship Id="rId350" Type="http://schemas.openxmlformats.org/officeDocument/2006/relationships/image" Target="../media/image1880.png"/><Relationship Id="rId588" Type="http://schemas.openxmlformats.org/officeDocument/2006/relationships/customXml" Target="../ink/ink2064.xml"/><Relationship Id="rId795" Type="http://schemas.openxmlformats.org/officeDocument/2006/relationships/customXml" Target="../ink/ink2171.xml"/><Relationship Id="rId809" Type="http://schemas.openxmlformats.org/officeDocument/2006/relationships/customXml" Target="../ink/ink2178.xml"/><Relationship Id="rId9" Type="http://schemas.openxmlformats.org/officeDocument/2006/relationships/image" Target="../media/image1236.png"/><Relationship Id="rId210" Type="http://schemas.openxmlformats.org/officeDocument/2006/relationships/image" Target="../media/image1811.png"/><Relationship Id="rId448" Type="http://schemas.openxmlformats.org/officeDocument/2006/relationships/image" Target="../media/image1927.png"/><Relationship Id="rId655" Type="http://schemas.openxmlformats.org/officeDocument/2006/relationships/image" Target="../media/image2029.png"/><Relationship Id="rId862" Type="http://schemas.openxmlformats.org/officeDocument/2006/relationships/image" Target="../media/image2130.png"/><Relationship Id="rId294" Type="http://schemas.openxmlformats.org/officeDocument/2006/relationships/customXml" Target="../ink/ink1914.xml"/><Relationship Id="rId308" Type="http://schemas.openxmlformats.org/officeDocument/2006/relationships/image" Target="../media/image1859.png"/><Relationship Id="rId515" Type="http://schemas.openxmlformats.org/officeDocument/2006/relationships/customXml" Target="../ink/ink2027.xml"/><Relationship Id="rId722" Type="http://schemas.openxmlformats.org/officeDocument/2006/relationships/customXml" Target="../ink/ink2134.xml"/><Relationship Id="rId89" Type="http://schemas.openxmlformats.org/officeDocument/2006/relationships/customXml" Target="../ink/ink1808.xml"/><Relationship Id="rId154" Type="http://schemas.openxmlformats.org/officeDocument/2006/relationships/image" Target="../media/image1783.png"/><Relationship Id="rId361" Type="http://schemas.openxmlformats.org/officeDocument/2006/relationships/customXml" Target="../ink/ink1948.xml"/><Relationship Id="rId599" Type="http://schemas.openxmlformats.org/officeDocument/2006/relationships/customXml" Target="../ink/ink2070.xml"/><Relationship Id="rId459" Type="http://schemas.openxmlformats.org/officeDocument/2006/relationships/customXml" Target="../ink/ink1999.xml"/><Relationship Id="rId666" Type="http://schemas.openxmlformats.org/officeDocument/2006/relationships/customXml" Target="../ink/ink2105.xml"/><Relationship Id="rId873" Type="http://schemas.openxmlformats.org/officeDocument/2006/relationships/customXml" Target="../ink/ink2211.xml"/><Relationship Id="rId16" Type="http://schemas.openxmlformats.org/officeDocument/2006/relationships/customXml" Target="../ink/ink1771.xml"/><Relationship Id="rId221" Type="http://schemas.openxmlformats.org/officeDocument/2006/relationships/image" Target="../media/image1816.png"/><Relationship Id="rId319" Type="http://schemas.openxmlformats.org/officeDocument/2006/relationships/customXml" Target="../ink/ink1927.xml"/><Relationship Id="rId526" Type="http://schemas.openxmlformats.org/officeDocument/2006/relationships/image" Target="../media/image1966.png"/><Relationship Id="rId733" Type="http://schemas.openxmlformats.org/officeDocument/2006/relationships/customXml" Target="../ink/ink2140.xml"/><Relationship Id="rId165" Type="http://schemas.openxmlformats.org/officeDocument/2006/relationships/customXml" Target="../ink/ink1849.xml"/><Relationship Id="rId372" Type="http://schemas.openxmlformats.org/officeDocument/2006/relationships/image" Target="../media/image1891.png"/><Relationship Id="rId677" Type="http://schemas.openxmlformats.org/officeDocument/2006/relationships/image" Target="../media/image2040.png"/><Relationship Id="rId800" Type="http://schemas.openxmlformats.org/officeDocument/2006/relationships/image" Target="../media/image2100.png"/><Relationship Id="rId232" Type="http://schemas.openxmlformats.org/officeDocument/2006/relationships/customXml" Target="../ink/ink1883.xml"/><Relationship Id="rId884" Type="http://schemas.openxmlformats.org/officeDocument/2006/relationships/customXml" Target="../ink/ink2217.xml"/><Relationship Id="rId27" Type="http://schemas.openxmlformats.org/officeDocument/2006/relationships/image" Target="../media/image1724.png"/><Relationship Id="rId537" Type="http://schemas.openxmlformats.org/officeDocument/2006/relationships/image" Target="../media/image1971.png"/><Relationship Id="rId744" Type="http://schemas.openxmlformats.org/officeDocument/2006/relationships/image" Target="../media/image2072.png"/><Relationship Id="rId80" Type="http://schemas.openxmlformats.org/officeDocument/2006/relationships/customXml" Target="../ink/ink1803.xml"/><Relationship Id="rId176" Type="http://schemas.openxmlformats.org/officeDocument/2006/relationships/image" Target="../media/image1794.png"/><Relationship Id="rId383" Type="http://schemas.openxmlformats.org/officeDocument/2006/relationships/customXml" Target="../ink/ink1959.xml"/><Relationship Id="rId590" Type="http://schemas.openxmlformats.org/officeDocument/2006/relationships/customXml" Target="../ink/ink2065.xml"/><Relationship Id="rId604" Type="http://schemas.openxmlformats.org/officeDocument/2006/relationships/customXml" Target="../ink/ink2073.xml"/><Relationship Id="rId811" Type="http://schemas.openxmlformats.org/officeDocument/2006/relationships/customXml" Target="../ink/ink2179.xml"/><Relationship Id="rId243" Type="http://schemas.openxmlformats.org/officeDocument/2006/relationships/image" Target="../media/image1827.png"/><Relationship Id="rId450" Type="http://schemas.openxmlformats.org/officeDocument/2006/relationships/image" Target="../media/image1928.png"/><Relationship Id="rId688" Type="http://schemas.openxmlformats.org/officeDocument/2006/relationships/customXml" Target="../ink/ink2116.xml"/><Relationship Id="rId895" Type="http://schemas.openxmlformats.org/officeDocument/2006/relationships/image" Target="../media/image2146.png"/><Relationship Id="rId38" Type="http://schemas.openxmlformats.org/officeDocument/2006/relationships/customXml" Target="../ink/ink1782.xml"/><Relationship Id="rId103" Type="http://schemas.openxmlformats.org/officeDocument/2006/relationships/image" Target="../media/image1759.png"/><Relationship Id="rId310" Type="http://schemas.openxmlformats.org/officeDocument/2006/relationships/image" Target="../media/image1860.png"/><Relationship Id="rId548" Type="http://schemas.openxmlformats.org/officeDocument/2006/relationships/customXml" Target="../ink/ink2044.xml"/><Relationship Id="rId755" Type="http://schemas.openxmlformats.org/officeDocument/2006/relationships/customXml" Target="../ink/ink2151.xml"/><Relationship Id="rId91" Type="http://schemas.openxmlformats.org/officeDocument/2006/relationships/customXml" Target="../ink/ink1809.xml"/><Relationship Id="rId187" Type="http://schemas.openxmlformats.org/officeDocument/2006/relationships/customXml" Target="../ink/ink1860.xml"/><Relationship Id="rId394" Type="http://schemas.openxmlformats.org/officeDocument/2006/relationships/customXml" Target="../ink/ink1965.xml"/><Relationship Id="rId408" Type="http://schemas.openxmlformats.org/officeDocument/2006/relationships/customXml" Target="../ink/ink1972.xml"/><Relationship Id="rId615" Type="http://schemas.openxmlformats.org/officeDocument/2006/relationships/image" Target="../media/image2009.png"/><Relationship Id="rId822" Type="http://schemas.openxmlformats.org/officeDocument/2006/relationships/image" Target="../media/image2111.png"/><Relationship Id="rId254" Type="http://schemas.openxmlformats.org/officeDocument/2006/relationships/customXml" Target="../ink/ink1894.xml"/><Relationship Id="rId699" Type="http://schemas.openxmlformats.org/officeDocument/2006/relationships/image" Target="../media/image2050.png"/><Relationship Id="rId49" Type="http://schemas.openxmlformats.org/officeDocument/2006/relationships/image" Target="../media/image1735.png"/><Relationship Id="rId114" Type="http://schemas.openxmlformats.org/officeDocument/2006/relationships/customXml" Target="../ink/ink1822.xml"/><Relationship Id="rId461" Type="http://schemas.openxmlformats.org/officeDocument/2006/relationships/customXml" Target="../ink/ink2000.xml"/><Relationship Id="rId559" Type="http://schemas.openxmlformats.org/officeDocument/2006/relationships/image" Target="../media/image1982.png"/><Relationship Id="rId766" Type="http://schemas.openxmlformats.org/officeDocument/2006/relationships/image" Target="../media/image2083.png"/><Relationship Id="rId198" Type="http://schemas.openxmlformats.org/officeDocument/2006/relationships/image" Target="../media/image1805.png"/><Relationship Id="rId321" Type="http://schemas.openxmlformats.org/officeDocument/2006/relationships/customXml" Target="../ink/ink1928.xml"/><Relationship Id="rId419" Type="http://schemas.openxmlformats.org/officeDocument/2006/relationships/image" Target="../media/image1914.png"/><Relationship Id="rId626" Type="http://schemas.openxmlformats.org/officeDocument/2006/relationships/image" Target="../media/image2015.png"/><Relationship Id="rId833" Type="http://schemas.openxmlformats.org/officeDocument/2006/relationships/customXml" Target="../ink/ink2190.xml"/><Relationship Id="rId265" Type="http://schemas.openxmlformats.org/officeDocument/2006/relationships/image" Target="../media/image1838.png"/><Relationship Id="rId472" Type="http://schemas.openxmlformats.org/officeDocument/2006/relationships/image" Target="../media/image1939.png"/><Relationship Id="rId900" Type="http://schemas.openxmlformats.org/officeDocument/2006/relationships/customXml" Target="../ink/ink2225.xml"/><Relationship Id="rId125" Type="http://schemas.openxmlformats.org/officeDocument/2006/relationships/image" Target="../media/image1770.png"/><Relationship Id="rId332" Type="http://schemas.openxmlformats.org/officeDocument/2006/relationships/image" Target="../media/image1871.png"/><Relationship Id="rId777" Type="http://schemas.openxmlformats.org/officeDocument/2006/relationships/customXml" Target="../ink/ink2162.xml"/><Relationship Id="rId637" Type="http://schemas.openxmlformats.org/officeDocument/2006/relationships/image" Target="../media/image2020.png"/><Relationship Id="rId844" Type="http://schemas.openxmlformats.org/officeDocument/2006/relationships/customXml" Target="../ink/ink2196.xml"/><Relationship Id="rId276" Type="http://schemas.openxmlformats.org/officeDocument/2006/relationships/customXml" Target="../ink/ink1905.xml"/><Relationship Id="rId483" Type="http://schemas.openxmlformats.org/officeDocument/2006/relationships/customXml" Target="../ink/ink2011.xml"/><Relationship Id="rId690" Type="http://schemas.openxmlformats.org/officeDocument/2006/relationships/customXml" Target="../ink/ink2117.xml"/><Relationship Id="rId704" Type="http://schemas.openxmlformats.org/officeDocument/2006/relationships/customXml" Target="../ink/ink2125.xml"/><Relationship Id="rId40" Type="http://schemas.openxmlformats.org/officeDocument/2006/relationships/customXml" Target="../ink/ink1783.xml"/><Relationship Id="rId136" Type="http://schemas.openxmlformats.org/officeDocument/2006/relationships/customXml" Target="../ink/ink1833.xml"/><Relationship Id="rId343" Type="http://schemas.openxmlformats.org/officeDocument/2006/relationships/customXml" Target="../ink/ink1939.xml"/><Relationship Id="rId550" Type="http://schemas.openxmlformats.org/officeDocument/2006/relationships/customXml" Target="../ink/ink2045.xml"/><Relationship Id="rId788" Type="http://schemas.openxmlformats.org/officeDocument/2006/relationships/image" Target="../media/image2094.png"/><Relationship Id="rId203" Type="http://schemas.openxmlformats.org/officeDocument/2006/relationships/customXml" Target="../ink/ink1868.xml"/><Relationship Id="rId648" Type="http://schemas.openxmlformats.org/officeDocument/2006/relationships/customXml" Target="../ink/ink2096.xml"/><Relationship Id="rId855" Type="http://schemas.openxmlformats.org/officeDocument/2006/relationships/customXml" Target="../ink/ink2202.xml"/><Relationship Id="rId287" Type="http://schemas.openxmlformats.org/officeDocument/2006/relationships/image" Target="../media/image1849.png"/><Relationship Id="rId410" Type="http://schemas.openxmlformats.org/officeDocument/2006/relationships/customXml" Target="../ink/ink1973.xml"/><Relationship Id="rId494" Type="http://schemas.openxmlformats.org/officeDocument/2006/relationships/image" Target="../media/image1950.png"/><Relationship Id="rId508" Type="http://schemas.openxmlformats.org/officeDocument/2006/relationships/image" Target="../media/image1957.png"/><Relationship Id="rId715" Type="http://schemas.openxmlformats.org/officeDocument/2006/relationships/image" Target="../media/image2058.png"/><Relationship Id="rId147" Type="http://schemas.openxmlformats.org/officeDocument/2006/relationships/customXml" Target="../ink/ink1840.xml"/><Relationship Id="rId354" Type="http://schemas.openxmlformats.org/officeDocument/2006/relationships/image" Target="../media/image1882.png"/><Relationship Id="rId799" Type="http://schemas.openxmlformats.org/officeDocument/2006/relationships/customXml" Target="../ink/ink2173.xml"/><Relationship Id="rId51" Type="http://schemas.openxmlformats.org/officeDocument/2006/relationships/image" Target="../media/image1736.png"/><Relationship Id="rId561" Type="http://schemas.openxmlformats.org/officeDocument/2006/relationships/image" Target="../media/image1983.png"/><Relationship Id="rId659" Type="http://schemas.openxmlformats.org/officeDocument/2006/relationships/image" Target="../media/image2031.png"/><Relationship Id="rId866" Type="http://schemas.openxmlformats.org/officeDocument/2006/relationships/image" Target="../media/image2132.png"/><Relationship Id="rId214" Type="http://schemas.openxmlformats.org/officeDocument/2006/relationships/image" Target="../media/image1813.png"/><Relationship Id="rId298" Type="http://schemas.openxmlformats.org/officeDocument/2006/relationships/image" Target="../media/image1854.png"/><Relationship Id="rId421" Type="http://schemas.openxmlformats.org/officeDocument/2006/relationships/image" Target="../media/image1915.png"/><Relationship Id="rId519" Type="http://schemas.openxmlformats.org/officeDocument/2006/relationships/customXml" Target="../ink/ink2029.xml"/><Relationship Id="rId158" Type="http://schemas.openxmlformats.org/officeDocument/2006/relationships/image" Target="../media/image1785.png"/><Relationship Id="rId726" Type="http://schemas.openxmlformats.org/officeDocument/2006/relationships/image" Target="../media/image2063.png"/><Relationship Id="rId62" Type="http://schemas.openxmlformats.org/officeDocument/2006/relationships/customXml" Target="../ink/ink1794.xml"/><Relationship Id="rId365" Type="http://schemas.openxmlformats.org/officeDocument/2006/relationships/customXml" Target="../ink/ink1950.xml"/><Relationship Id="rId572" Type="http://schemas.openxmlformats.org/officeDocument/2006/relationships/customXml" Target="../ink/ink2056.xml"/><Relationship Id="rId225" Type="http://schemas.openxmlformats.org/officeDocument/2006/relationships/image" Target="../media/image1818.png"/><Relationship Id="rId432" Type="http://schemas.openxmlformats.org/officeDocument/2006/relationships/customXml" Target="../ink/ink1984.xml"/><Relationship Id="rId877" Type="http://schemas.openxmlformats.org/officeDocument/2006/relationships/image" Target="../media/image2137.png"/><Relationship Id="rId737" Type="http://schemas.openxmlformats.org/officeDocument/2006/relationships/customXml" Target="../ink/ink2142.xml"/><Relationship Id="rId73" Type="http://schemas.openxmlformats.org/officeDocument/2006/relationships/image" Target="../media/image1747.png"/><Relationship Id="rId169" Type="http://schemas.openxmlformats.org/officeDocument/2006/relationships/customXml" Target="../ink/ink1851.xml"/><Relationship Id="rId376" Type="http://schemas.openxmlformats.org/officeDocument/2006/relationships/image" Target="../media/image1893.png"/><Relationship Id="rId583" Type="http://schemas.openxmlformats.org/officeDocument/2006/relationships/image" Target="../media/image1994.png"/><Relationship Id="rId790" Type="http://schemas.openxmlformats.org/officeDocument/2006/relationships/image" Target="../media/image2095.png"/><Relationship Id="rId804" Type="http://schemas.openxmlformats.org/officeDocument/2006/relationships/image" Target="../media/image2102.png"/><Relationship Id="rId4" Type="http://schemas.openxmlformats.org/officeDocument/2006/relationships/customXml" Target="../ink/ink1765.xml"/><Relationship Id="rId236" Type="http://schemas.openxmlformats.org/officeDocument/2006/relationships/customXml" Target="../ink/ink1885.xml"/><Relationship Id="rId443" Type="http://schemas.openxmlformats.org/officeDocument/2006/relationships/customXml" Target="../ink/ink1991.xml"/><Relationship Id="rId650" Type="http://schemas.openxmlformats.org/officeDocument/2006/relationships/customXml" Target="../ink/ink2097.xml"/><Relationship Id="rId888" Type="http://schemas.openxmlformats.org/officeDocument/2006/relationships/customXml" Target="../ink/ink2219.xml"/><Relationship Id="rId303" Type="http://schemas.openxmlformats.org/officeDocument/2006/relationships/customXml" Target="../ink/ink1919.xml"/><Relationship Id="rId748" Type="http://schemas.openxmlformats.org/officeDocument/2006/relationships/image" Target="../media/image2074.png"/><Relationship Id="rId84" Type="http://schemas.openxmlformats.org/officeDocument/2006/relationships/customXml" Target="../ink/ink1805.xml"/><Relationship Id="rId387" Type="http://schemas.openxmlformats.org/officeDocument/2006/relationships/customXml" Target="../ink/ink1961.xml"/><Relationship Id="rId510" Type="http://schemas.openxmlformats.org/officeDocument/2006/relationships/image" Target="../media/image1958.png"/><Relationship Id="rId594" Type="http://schemas.openxmlformats.org/officeDocument/2006/relationships/customXml" Target="../ink/ink2067.xml"/><Relationship Id="rId608" Type="http://schemas.openxmlformats.org/officeDocument/2006/relationships/customXml" Target="../ink/ink2075.xml"/><Relationship Id="rId815" Type="http://schemas.openxmlformats.org/officeDocument/2006/relationships/customXml" Target="../ink/ink2181.xml"/><Relationship Id="rId247" Type="http://schemas.openxmlformats.org/officeDocument/2006/relationships/image" Target="../media/image1829.png"/><Relationship Id="rId899" Type="http://schemas.openxmlformats.org/officeDocument/2006/relationships/image" Target="../media/image2148.png"/><Relationship Id="rId107" Type="http://schemas.openxmlformats.org/officeDocument/2006/relationships/image" Target="../media/image1761.png"/><Relationship Id="rId454" Type="http://schemas.openxmlformats.org/officeDocument/2006/relationships/image" Target="../media/image1930.png"/><Relationship Id="rId661" Type="http://schemas.openxmlformats.org/officeDocument/2006/relationships/image" Target="../media/image2032.png"/><Relationship Id="rId759" Type="http://schemas.openxmlformats.org/officeDocument/2006/relationships/customXml" Target="../ink/ink2153.xml"/><Relationship Id="rId11" Type="http://schemas.openxmlformats.org/officeDocument/2006/relationships/image" Target="../media/image1237.png"/><Relationship Id="rId314" Type="http://schemas.openxmlformats.org/officeDocument/2006/relationships/image" Target="../media/image1862.png"/><Relationship Id="rId398" Type="http://schemas.openxmlformats.org/officeDocument/2006/relationships/customXml" Target="../ink/ink1967.xml"/><Relationship Id="rId521" Type="http://schemas.openxmlformats.org/officeDocument/2006/relationships/customXml" Target="../ink/ink2030.xml"/><Relationship Id="rId619" Type="http://schemas.openxmlformats.org/officeDocument/2006/relationships/image" Target="../media/image2012.png"/><Relationship Id="rId95" Type="http://schemas.openxmlformats.org/officeDocument/2006/relationships/image" Target="../media/image1756.png"/><Relationship Id="rId160" Type="http://schemas.openxmlformats.org/officeDocument/2006/relationships/image" Target="../media/image1786.png"/><Relationship Id="rId826" Type="http://schemas.openxmlformats.org/officeDocument/2006/relationships/image" Target="../media/image2113.png"/><Relationship Id="rId258" Type="http://schemas.openxmlformats.org/officeDocument/2006/relationships/customXml" Target="../ink/ink1896.xml"/><Relationship Id="rId465" Type="http://schemas.openxmlformats.org/officeDocument/2006/relationships/customXml" Target="../ink/ink2002.xml"/><Relationship Id="rId672" Type="http://schemas.openxmlformats.org/officeDocument/2006/relationships/customXml" Target="../ink/ink2108.xml"/><Relationship Id="rId22" Type="http://schemas.openxmlformats.org/officeDocument/2006/relationships/customXml" Target="../ink/ink1774.xml"/><Relationship Id="rId118" Type="http://schemas.openxmlformats.org/officeDocument/2006/relationships/customXml" Target="../ink/ink1824.xml"/><Relationship Id="rId325" Type="http://schemas.openxmlformats.org/officeDocument/2006/relationships/customXml" Target="../ink/ink1930.xml"/><Relationship Id="rId532" Type="http://schemas.openxmlformats.org/officeDocument/2006/relationships/image" Target="../media/image1969.png"/><Relationship Id="rId171" Type="http://schemas.openxmlformats.org/officeDocument/2006/relationships/customXml" Target="../ink/ink1852.xml"/><Relationship Id="rId837" Type="http://schemas.openxmlformats.org/officeDocument/2006/relationships/customXml" Target="../ink/ink2192.xml"/><Relationship Id="rId269" Type="http://schemas.openxmlformats.org/officeDocument/2006/relationships/image" Target="../media/image1840.png"/><Relationship Id="rId476" Type="http://schemas.openxmlformats.org/officeDocument/2006/relationships/image" Target="../media/image1941.png"/><Relationship Id="rId683" Type="http://schemas.openxmlformats.org/officeDocument/2006/relationships/image" Target="../media/image2043.png"/><Relationship Id="rId890" Type="http://schemas.openxmlformats.org/officeDocument/2006/relationships/customXml" Target="../ink/ink2220.xml"/><Relationship Id="rId904" Type="http://schemas.openxmlformats.org/officeDocument/2006/relationships/customXml" Target="../ink/ink2227.xml"/><Relationship Id="rId33" Type="http://schemas.openxmlformats.org/officeDocument/2006/relationships/image" Target="../media/image1727.png"/><Relationship Id="rId129" Type="http://schemas.openxmlformats.org/officeDocument/2006/relationships/image" Target="../media/image1772.png"/><Relationship Id="rId336" Type="http://schemas.openxmlformats.org/officeDocument/2006/relationships/image" Target="../media/image1873.png"/><Relationship Id="rId543" Type="http://schemas.openxmlformats.org/officeDocument/2006/relationships/image" Target="../media/image1974.png"/><Relationship Id="rId182" Type="http://schemas.openxmlformats.org/officeDocument/2006/relationships/image" Target="../media/image1797.png"/><Relationship Id="rId403" Type="http://schemas.openxmlformats.org/officeDocument/2006/relationships/image" Target="../media/image1906.png"/><Relationship Id="rId750" Type="http://schemas.openxmlformats.org/officeDocument/2006/relationships/image" Target="../media/image2075.png"/><Relationship Id="rId848" Type="http://schemas.openxmlformats.org/officeDocument/2006/relationships/customXml" Target="../ink/ink2198.xml"/><Relationship Id="rId487" Type="http://schemas.openxmlformats.org/officeDocument/2006/relationships/customXml" Target="../ink/ink2013.xml"/><Relationship Id="rId610" Type="http://schemas.openxmlformats.org/officeDocument/2006/relationships/customXml" Target="../ink/ink2076.xml"/><Relationship Id="rId694" Type="http://schemas.openxmlformats.org/officeDocument/2006/relationships/image" Target="../media/image2048.png"/><Relationship Id="rId708" Type="http://schemas.openxmlformats.org/officeDocument/2006/relationships/customXml" Target="../ink/ink2127.xml"/><Relationship Id="rId347" Type="http://schemas.openxmlformats.org/officeDocument/2006/relationships/customXml" Target="../ink/ink1941.xml"/><Relationship Id="rId44" Type="http://schemas.openxmlformats.org/officeDocument/2006/relationships/customXml" Target="../ink/ink1785.xml"/><Relationship Id="rId554" Type="http://schemas.openxmlformats.org/officeDocument/2006/relationships/customXml" Target="../ink/ink2047.xml"/><Relationship Id="rId761" Type="http://schemas.openxmlformats.org/officeDocument/2006/relationships/customXml" Target="../ink/ink2154.xml"/><Relationship Id="rId859" Type="http://schemas.openxmlformats.org/officeDocument/2006/relationships/customXml" Target="../ink/ink2204.xml"/><Relationship Id="rId193" Type="http://schemas.openxmlformats.org/officeDocument/2006/relationships/customXml" Target="../ink/ink1863.xml"/><Relationship Id="rId207" Type="http://schemas.openxmlformats.org/officeDocument/2006/relationships/customXml" Target="../ink/ink1870.xml"/><Relationship Id="rId414" Type="http://schemas.openxmlformats.org/officeDocument/2006/relationships/customXml" Target="../ink/ink1975.xml"/><Relationship Id="rId498" Type="http://schemas.openxmlformats.org/officeDocument/2006/relationships/image" Target="../media/image1952.png"/><Relationship Id="rId621" Type="http://schemas.openxmlformats.org/officeDocument/2006/relationships/customXml" Target="../ink/ink2082.xml"/><Relationship Id="rId260" Type="http://schemas.openxmlformats.org/officeDocument/2006/relationships/customXml" Target="../ink/ink1897.xml"/><Relationship Id="rId719" Type="http://schemas.openxmlformats.org/officeDocument/2006/relationships/image" Target="../media/image2060.png"/><Relationship Id="rId55" Type="http://schemas.openxmlformats.org/officeDocument/2006/relationships/image" Target="../media/image1738.png"/><Relationship Id="rId120" Type="http://schemas.openxmlformats.org/officeDocument/2006/relationships/customXml" Target="../ink/ink1825.xml"/><Relationship Id="rId358" Type="http://schemas.openxmlformats.org/officeDocument/2006/relationships/image" Target="../media/image1884.png"/><Relationship Id="rId565" Type="http://schemas.openxmlformats.org/officeDocument/2006/relationships/image" Target="../media/image1985.png"/><Relationship Id="rId772" Type="http://schemas.openxmlformats.org/officeDocument/2006/relationships/image" Target="../media/image2086.png"/><Relationship Id="rId218" Type="http://schemas.openxmlformats.org/officeDocument/2006/relationships/image" Target="../media/image1815.png"/><Relationship Id="rId425" Type="http://schemas.openxmlformats.org/officeDocument/2006/relationships/image" Target="../media/image1917.png"/><Relationship Id="rId632" Type="http://schemas.openxmlformats.org/officeDocument/2006/relationships/customXml" Target="../ink/ink2088.xml"/><Relationship Id="rId271" Type="http://schemas.openxmlformats.org/officeDocument/2006/relationships/image" Target="../media/image1841.png"/><Relationship Id="rId66" Type="http://schemas.openxmlformats.org/officeDocument/2006/relationships/customXml" Target="../ink/ink1796.xml"/><Relationship Id="rId131" Type="http://schemas.openxmlformats.org/officeDocument/2006/relationships/image" Target="../media/image1773.png"/><Relationship Id="rId369" Type="http://schemas.openxmlformats.org/officeDocument/2006/relationships/customXml" Target="../ink/ink1952.xml"/><Relationship Id="rId576" Type="http://schemas.openxmlformats.org/officeDocument/2006/relationships/customXml" Target="../ink/ink2058.xml"/><Relationship Id="rId783" Type="http://schemas.openxmlformats.org/officeDocument/2006/relationships/customXml" Target="../ink/ink2165.xml"/><Relationship Id="rId229" Type="http://schemas.openxmlformats.org/officeDocument/2006/relationships/image" Target="../media/image1820.png"/><Relationship Id="rId436" Type="http://schemas.openxmlformats.org/officeDocument/2006/relationships/customXml" Target="../ink/ink1986.xml"/><Relationship Id="rId643" Type="http://schemas.openxmlformats.org/officeDocument/2006/relationships/image" Target="../media/image2023.png"/><Relationship Id="rId850" Type="http://schemas.openxmlformats.org/officeDocument/2006/relationships/customXml" Target="../ink/ink2199.xml"/><Relationship Id="rId77" Type="http://schemas.openxmlformats.org/officeDocument/2006/relationships/image" Target="../media/image1749.png"/><Relationship Id="rId282" Type="http://schemas.openxmlformats.org/officeDocument/2006/relationships/customXml" Target="../ink/ink1908.xml"/><Relationship Id="rId503" Type="http://schemas.openxmlformats.org/officeDocument/2006/relationships/customXml" Target="../ink/ink2021.xml"/><Relationship Id="rId587" Type="http://schemas.openxmlformats.org/officeDocument/2006/relationships/image" Target="../media/image1996.png"/><Relationship Id="rId710" Type="http://schemas.openxmlformats.org/officeDocument/2006/relationships/customXml" Target="../ink/ink2128.xml"/><Relationship Id="rId808" Type="http://schemas.openxmlformats.org/officeDocument/2006/relationships/image" Target="../media/image2104.png"/><Relationship Id="rId8" Type="http://schemas.openxmlformats.org/officeDocument/2006/relationships/customXml" Target="../ink/ink1767.xml"/><Relationship Id="rId142" Type="http://schemas.openxmlformats.org/officeDocument/2006/relationships/image" Target="../media/image1777.png"/><Relationship Id="rId447" Type="http://schemas.openxmlformats.org/officeDocument/2006/relationships/customXml" Target="../ink/ink1993.xml"/><Relationship Id="rId794" Type="http://schemas.openxmlformats.org/officeDocument/2006/relationships/image" Target="../media/image2097.png"/><Relationship Id="rId654" Type="http://schemas.openxmlformats.org/officeDocument/2006/relationships/customXml" Target="../ink/ink2099.xml"/><Relationship Id="rId861" Type="http://schemas.openxmlformats.org/officeDocument/2006/relationships/customXml" Target="../ink/ink2205.xml"/><Relationship Id="rId293" Type="http://schemas.openxmlformats.org/officeDocument/2006/relationships/image" Target="../media/image1852.png"/><Relationship Id="rId307" Type="http://schemas.openxmlformats.org/officeDocument/2006/relationships/customXml" Target="../ink/ink1921.xml"/><Relationship Id="rId514" Type="http://schemas.openxmlformats.org/officeDocument/2006/relationships/image" Target="../media/image1960.png"/><Relationship Id="rId721" Type="http://schemas.openxmlformats.org/officeDocument/2006/relationships/image" Target="../media/image2061.png"/><Relationship Id="rId88" Type="http://schemas.openxmlformats.org/officeDocument/2006/relationships/image" Target="../media/image1753.png"/><Relationship Id="rId153" Type="http://schemas.openxmlformats.org/officeDocument/2006/relationships/customXml" Target="../ink/ink1843.xml"/><Relationship Id="rId360" Type="http://schemas.openxmlformats.org/officeDocument/2006/relationships/image" Target="../media/image1885.png"/><Relationship Id="rId598" Type="http://schemas.openxmlformats.org/officeDocument/2006/relationships/image" Target="../media/image2001.png"/><Relationship Id="rId819" Type="http://schemas.openxmlformats.org/officeDocument/2006/relationships/customXml" Target="../ink/ink2183.xml"/><Relationship Id="rId220" Type="http://schemas.openxmlformats.org/officeDocument/2006/relationships/customXml" Target="../ink/ink1877.xml"/><Relationship Id="rId458" Type="http://schemas.openxmlformats.org/officeDocument/2006/relationships/image" Target="../media/image1932.png"/><Relationship Id="rId665" Type="http://schemas.openxmlformats.org/officeDocument/2006/relationships/image" Target="../media/image2034.png"/><Relationship Id="rId872" Type="http://schemas.openxmlformats.org/officeDocument/2006/relationships/image" Target="../media/image2135.png"/><Relationship Id="rId15" Type="http://schemas.openxmlformats.org/officeDocument/2006/relationships/image" Target="../media/image1239.png"/><Relationship Id="rId318" Type="http://schemas.openxmlformats.org/officeDocument/2006/relationships/image" Target="../media/image1864.png"/><Relationship Id="rId525" Type="http://schemas.openxmlformats.org/officeDocument/2006/relationships/customXml" Target="../ink/ink2032.xml"/><Relationship Id="rId732" Type="http://schemas.openxmlformats.org/officeDocument/2006/relationships/image" Target="../media/image2066.png"/><Relationship Id="rId99" Type="http://schemas.openxmlformats.org/officeDocument/2006/relationships/customXml" Target="../ink/ink1814.xml"/><Relationship Id="rId164" Type="http://schemas.openxmlformats.org/officeDocument/2006/relationships/image" Target="../media/image1788.png"/><Relationship Id="rId371" Type="http://schemas.openxmlformats.org/officeDocument/2006/relationships/customXml" Target="../ink/ink1953.xml"/><Relationship Id="rId469" Type="http://schemas.openxmlformats.org/officeDocument/2006/relationships/customXml" Target="../ink/ink2004.xml"/><Relationship Id="rId676" Type="http://schemas.openxmlformats.org/officeDocument/2006/relationships/customXml" Target="../ink/ink2110.xml"/><Relationship Id="rId883" Type="http://schemas.openxmlformats.org/officeDocument/2006/relationships/image" Target="../media/image2140.png"/><Relationship Id="rId26" Type="http://schemas.openxmlformats.org/officeDocument/2006/relationships/customXml" Target="../ink/ink1776.xml"/><Relationship Id="rId231" Type="http://schemas.openxmlformats.org/officeDocument/2006/relationships/image" Target="../media/image1821.png"/><Relationship Id="rId329" Type="http://schemas.openxmlformats.org/officeDocument/2006/relationships/customXml" Target="../ink/ink1932.xml"/><Relationship Id="rId536" Type="http://schemas.openxmlformats.org/officeDocument/2006/relationships/customXml" Target="../ink/ink2038.xml"/><Relationship Id="rId175" Type="http://schemas.openxmlformats.org/officeDocument/2006/relationships/customXml" Target="../ink/ink1854.xml"/><Relationship Id="rId743" Type="http://schemas.openxmlformats.org/officeDocument/2006/relationships/customXml" Target="../ink/ink2145.xml"/><Relationship Id="rId382" Type="http://schemas.openxmlformats.org/officeDocument/2006/relationships/image" Target="../media/image1896.png"/><Relationship Id="rId603" Type="http://schemas.openxmlformats.org/officeDocument/2006/relationships/image" Target="../media/image2003.png"/><Relationship Id="rId687" Type="http://schemas.openxmlformats.org/officeDocument/2006/relationships/image" Target="../media/image2045.png"/><Relationship Id="rId810" Type="http://schemas.openxmlformats.org/officeDocument/2006/relationships/image" Target="../media/image2105.png"/></Relationships>
</file>

<file path=ppt/slides/_rels/slide42.xml.rels><?xml version="1.0" encoding="UTF-8" standalone="yes"?>
<Relationships xmlns="http://schemas.openxmlformats.org/package/2006/relationships"><Relationship Id="rId117" Type="http://schemas.openxmlformats.org/officeDocument/2006/relationships/image" Target="../media/image1820.png"/><Relationship Id="rId21" Type="http://schemas.openxmlformats.org/officeDocument/2006/relationships/customXml" Target="../ink/ink2237.xml"/><Relationship Id="rId42" Type="http://schemas.openxmlformats.org/officeDocument/2006/relationships/image" Target="../media/image2170.png"/><Relationship Id="rId63" Type="http://schemas.openxmlformats.org/officeDocument/2006/relationships/customXml" Target="../ink/ink2258.xml"/><Relationship Id="rId84" Type="http://schemas.openxmlformats.org/officeDocument/2006/relationships/customXml" Target="../ink/ink2269.xml"/><Relationship Id="rId138" Type="http://schemas.openxmlformats.org/officeDocument/2006/relationships/customXml" Target="../ink/ink2296.xml"/><Relationship Id="rId107" Type="http://schemas.openxmlformats.org/officeDocument/2006/relationships/image" Target="../media/image2201.png"/><Relationship Id="rId11" Type="http://schemas.openxmlformats.org/officeDocument/2006/relationships/customXml" Target="../ink/ink2232.xml"/><Relationship Id="rId32" Type="http://schemas.openxmlformats.org/officeDocument/2006/relationships/image" Target="../media/image2165.png"/><Relationship Id="rId37" Type="http://schemas.openxmlformats.org/officeDocument/2006/relationships/customXml" Target="../ink/ink2245.xml"/><Relationship Id="rId53" Type="http://schemas.openxmlformats.org/officeDocument/2006/relationships/customXml" Target="../ink/ink2253.xml"/><Relationship Id="rId58" Type="http://schemas.openxmlformats.org/officeDocument/2006/relationships/image" Target="../media/image2178.png"/><Relationship Id="rId74" Type="http://schemas.openxmlformats.org/officeDocument/2006/relationships/image" Target="../media/image2186.png"/><Relationship Id="rId79" Type="http://schemas.openxmlformats.org/officeDocument/2006/relationships/customXml" Target="../ink/ink2266.xml"/><Relationship Id="rId102" Type="http://schemas.openxmlformats.org/officeDocument/2006/relationships/customXml" Target="../ink/ink2278.xml"/><Relationship Id="rId123" Type="http://schemas.openxmlformats.org/officeDocument/2006/relationships/image" Target="../media/image2208.png"/><Relationship Id="rId128" Type="http://schemas.openxmlformats.org/officeDocument/2006/relationships/customXml" Target="../ink/ink2291.xml"/><Relationship Id="rId5" Type="http://schemas.openxmlformats.org/officeDocument/2006/relationships/customXml" Target="../ink/ink2229.xml"/><Relationship Id="rId90" Type="http://schemas.openxmlformats.org/officeDocument/2006/relationships/customXml" Target="../ink/ink2272.xml"/><Relationship Id="rId95" Type="http://schemas.openxmlformats.org/officeDocument/2006/relationships/image" Target="../media/image2195.png"/><Relationship Id="rId22" Type="http://schemas.openxmlformats.org/officeDocument/2006/relationships/image" Target="../media/image2160.png"/><Relationship Id="rId27" Type="http://schemas.openxmlformats.org/officeDocument/2006/relationships/customXml" Target="../ink/ink2240.xml"/><Relationship Id="rId43" Type="http://schemas.openxmlformats.org/officeDocument/2006/relationships/customXml" Target="../ink/ink2248.xml"/><Relationship Id="rId48" Type="http://schemas.openxmlformats.org/officeDocument/2006/relationships/image" Target="../media/image2173.png"/><Relationship Id="rId64" Type="http://schemas.openxmlformats.org/officeDocument/2006/relationships/image" Target="../media/image2181.png"/><Relationship Id="rId69" Type="http://schemas.openxmlformats.org/officeDocument/2006/relationships/customXml" Target="../ink/ink2261.xml"/><Relationship Id="rId113" Type="http://schemas.openxmlformats.org/officeDocument/2006/relationships/image" Target="../media/image2204.png"/><Relationship Id="rId118" Type="http://schemas.openxmlformats.org/officeDocument/2006/relationships/customXml" Target="../ink/ink2286.xml"/><Relationship Id="rId134" Type="http://schemas.openxmlformats.org/officeDocument/2006/relationships/customXml" Target="../ink/ink2294.xml"/><Relationship Id="rId139" Type="http://schemas.openxmlformats.org/officeDocument/2006/relationships/image" Target="../media/image2216.png"/><Relationship Id="rId80" Type="http://schemas.openxmlformats.org/officeDocument/2006/relationships/image" Target="../media/image2189.png"/><Relationship Id="rId85" Type="http://schemas.openxmlformats.org/officeDocument/2006/relationships/image" Target="../media/image1751.png"/><Relationship Id="rId12" Type="http://schemas.openxmlformats.org/officeDocument/2006/relationships/image" Target="../media/image2155.png"/><Relationship Id="rId17" Type="http://schemas.openxmlformats.org/officeDocument/2006/relationships/customXml" Target="../ink/ink2235.xml"/><Relationship Id="rId33" Type="http://schemas.openxmlformats.org/officeDocument/2006/relationships/customXml" Target="../ink/ink2243.xml"/><Relationship Id="rId38" Type="http://schemas.openxmlformats.org/officeDocument/2006/relationships/image" Target="../media/image2168.png"/><Relationship Id="rId59" Type="http://schemas.openxmlformats.org/officeDocument/2006/relationships/customXml" Target="../ink/ink2256.xml"/><Relationship Id="rId103" Type="http://schemas.openxmlformats.org/officeDocument/2006/relationships/image" Target="../media/image2199.png"/><Relationship Id="rId108" Type="http://schemas.openxmlformats.org/officeDocument/2006/relationships/customXml" Target="../ink/ink2281.xml"/><Relationship Id="rId124" Type="http://schemas.openxmlformats.org/officeDocument/2006/relationships/customXml" Target="../ink/ink2289.xml"/><Relationship Id="rId129" Type="http://schemas.openxmlformats.org/officeDocument/2006/relationships/image" Target="../media/image2211.png"/><Relationship Id="rId54" Type="http://schemas.openxmlformats.org/officeDocument/2006/relationships/image" Target="../media/image2176.png"/><Relationship Id="rId70" Type="http://schemas.openxmlformats.org/officeDocument/2006/relationships/image" Target="../media/image2184.png"/><Relationship Id="rId75" Type="http://schemas.openxmlformats.org/officeDocument/2006/relationships/customXml" Target="../ink/ink2264.xml"/><Relationship Id="rId91" Type="http://schemas.openxmlformats.org/officeDocument/2006/relationships/image" Target="../media/image2193.png"/><Relationship Id="rId96" Type="http://schemas.openxmlformats.org/officeDocument/2006/relationships/customXml" Target="../ink/ink2275.xml"/><Relationship Id="rId140" Type="http://schemas.openxmlformats.org/officeDocument/2006/relationships/customXml" Target="../ink/ink2297.xml"/><Relationship Id="rId1" Type="http://schemas.openxmlformats.org/officeDocument/2006/relationships/slideLayout" Target="../slideLayouts/slideLayout1.xml"/><Relationship Id="rId6" Type="http://schemas.openxmlformats.org/officeDocument/2006/relationships/image" Target="../media/image2152.png"/><Relationship Id="rId23" Type="http://schemas.openxmlformats.org/officeDocument/2006/relationships/customXml" Target="../ink/ink2238.xml"/><Relationship Id="rId28" Type="http://schemas.openxmlformats.org/officeDocument/2006/relationships/image" Target="../media/image2163.png"/><Relationship Id="rId49" Type="http://schemas.openxmlformats.org/officeDocument/2006/relationships/customXml" Target="../ink/ink2251.xml"/><Relationship Id="rId114" Type="http://schemas.openxmlformats.org/officeDocument/2006/relationships/customXml" Target="../ink/ink2284.xml"/><Relationship Id="rId119" Type="http://schemas.openxmlformats.org/officeDocument/2006/relationships/image" Target="../media/image2206.png"/><Relationship Id="rId44" Type="http://schemas.openxmlformats.org/officeDocument/2006/relationships/image" Target="../media/image2171.png"/><Relationship Id="rId60" Type="http://schemas.openxmlformats.org/officeDocument/2006/relationships/image" Target="../media/image2179.png"/><Relationship Id="rId65" Type="http://schemas.openxmlformats.org/officeDocument/2006/relationships/customXml" Target="../ink/ink2259.xml"/><Relationship Id="rId81" Type="http://schemas.openxmlformats.org/officeDocument/2006/relationships/customXml" Target="../ink/ink2267.xml"/><Relationship Id="rId86" Type="http://schemas.openxmlformats.org/officeDocument/2006/relationships/customXml" Target="../ink/ink2270.xml"/><Relationship Id="rId130" Type="http://schemas.openxmlformats.org/officeDocument/2006/relationships/customXml" Target="../ink/ink2292.xml"/><Relationship Id="rId135" Type="http://schemas.openxmlformats.org/officeDocument/2006/relationships/image" Target="../media/image2214.png"/><Relationship Id="rId13" Type="http://schemas.openxmlformats.org/officeDocument/2006/relationships/customXml" Target="../ink/ink2233.xml"/><Relationship Id="rId18" Type="http://schemas.openxmlformats.org/officeDocument/2006/relationships/image" Target="../media/image2158.png"/><Relationship Id="rId39" Type="http://schemas.openxmlformats.org/officeDocument/2006/relationships/customXml" Target="../ink/ink2246.xml"/><Relationship Id="rId109" Type="http://schemas.openxmlformats.org/officeDocument/2006/relationships/image" Target="../media/image2202.png"/><Relationship Id="rId34" Type="http://schemas.openxmlformats.org/officeDocument/2006/relationships/image" Target="../media/image2166.png"/><Relationship Id="rId50" Type="http://schemas.openxmlformats.org/officeDocument/2006/relationships/image" Target="../media/image2174.png"/><Relationship Id="rId55" Type="http://schemas.openxmlformats.org/officeDocument/2006/relationships/customXml" Target="../ink/ink2254.xml"/><Relationship Id="rId76" Type="http://schemas.openxmlformats.org/officeDocument/2006/relationships/image" Target="../media/image2187.png"/><Relationship Id="rId97" Type="http://schemas.openxmlformats.org/officeDocument/2006/relationships/image" Target="../media/image2196.png"/><Relationship Id="rId104" Type="http://schemas.openxmlformats.org/officeDocument/2006/relationships/customXml" Target="../ink/ink2279.xml"/><Relationship Id="rId120" Type="http://schemas.openxmlformats.org/officeDocument/2006/relationships/customXml" Target="../ink/ink2287.xml"/><Relationship Id="rId125" Type="http://schemas.openxmlformats.org/officeDocument/2006/relationships/image" Target="../media/image2209.png"/><Relationship Id="rId141" Type="http://schemas.openxmlformats.org/officeDocument/2006/relationships/image" Target="../media/image2217.png"/><Relationship Id="rId7" Type="http://schemas.openxmlformats.org/officeDocument/2006/relationships/customXml" Target="../ink/ink2230.xml"/><Relationship Id="rId71" Type="http://schemas.openxmlformats.org/officeDocument/2006/relationships/customXml" Target="../ink/ink2262.xml"/><Relationship Id="rId92" Type="http://schemas.openxmlformats.org/officeDocument/2006/relationships/customXml" Target="../ink/ink2273.xml"/><Relationship Id="rId2" Type="http://schemas.openxmlformats.org/officeDocument/2006/relationships/notesSlide" Target="../notesSlides/notesSlide29.xml"/><Relationship Id="rId29" Type="http://schemas.openxmlformats.org/officeDocument/2006/relationships/customXml" Target="../ink/ink2241.xml"/><Relationship Id="rId24" Type="http://schemas.openxmlformats.org/officeDocument/2006/relationships/image" Target="../media/image2161.png"/><Relationship Id="rId40" Type="http://schemas.openxmlformats.org/officeDocument/2006/relationships/image" Target="../media/image2169.png"/><Relationship Id="rId45" Type="http://schemas.openxmlformats.org/officeDocument/2006/relationships/customXml" Target="../ink/ink2249.xml"/><Relationship Id="rId66" Type="http://schemas.openxmlformats.org/officeDocument/2006/relationships/image" Target="../media/image2182.png"/><Relationship Id="rId87" Type="http://schemas.openxmlformats.org/officeDocument/2006/relationships/image" Target="../media/image2191.png"/><Relationship Id="rId110" Type="http://schemas.openxmlformats.org/officeDocument/2006/relationships/customXml" Target="../ink/ink2282.xml"/><Relationship Id="rId115" Type="http://schemas.openxmlformats.org/officeDocument/2006/relationships/image" Target="../media/image2205.png"/><Relationship Id="rId131" Type="http://schemas.openxmlformats.org/officeDocument/2006/relationships/image" Target="../media/image2212.png"/><Relationship Id="rId136" Type="http://schemas.openxmlformats.org/officeDocument/2006/relationships/customXml" Target="../ink/ink2295.xml"/><Relationship Id="rId61" Type="http://schemas.openxmlformats.org/officeDocument/2006/relationships/customXml" Target="../ink/ink2257.xml"/><Relationship Id="rId82" Type="http://schemas.openxmlformats.org/officeDocument/2006/relationships/image" Target="../media/image2190.png"/><Relationship Id="rId19" Type="http://schemas.openxmlformats.org/officeDocument/2006/relationships/customXml" Target="../ink/ink2236.xml"/><Relationship Id="rId14" Type="http://schemas.openxmlformats.org/officeDocument/2006/relationships/image" Target="../media/image2156.png"/><Relationship Id="rId30" Type="http://schemas.openxmlformats.org/officeDocument/2006/relationships/image" Target="../media/image2164.png"/><Relationship Id="rId35" Type="http://schemas.openxmlformats.org/officeDocument/2006/relationships/customXml" Target="../ink/ink2244.xml"/><Relationship Id="rId56" Type="http://schemas.openxmlformats.org/officeDocument/2006/relationships/image" Target="../media/image2177.png"/><Relationship Id="rId77" Type="http://schemas.openxmlformats.org/officeDocument/2006/relationships/customXml" Target="../ink/ink2265.xml"/><Relationship Id="rId100" Type="http://schemas.openxmlformats.org/officeDocument/2006/relationships/customXml" Target="../ink/ink2277.xml"/><Relationship Id="rId105" Type="http://schemas.openxmlformats.org/officeDocument/2006/relationships/image" Target="../media/image2200.png"/><Relationship Id="rId126" Type="http://schemas.openxmlformats.org/officeDocument/2006/relationships/customXml" Target="../ink/ink2290.xml"/><Relationship Id="rId8" Type="http://schemas.openxmlformats.org/officeDocument/2006/relationships/image" Target="../media/image2153.png"/><Relationship Id="rId51" Type="http://schemas.openxmlformats.org/officeDocument/2006/relationships/customXml" Target="../ink/ink2252.xml"/><Relationship Id="rId72" Type="http://schemas.openxmlformats.org/officeDocument/2006/relationships/image" Target="../media/image2185.png"/><Relationship Id="rId93" Type="http://schemas.openxmlformats.org/officeDocument/2006/relationships/image" Target="../media/image2194.png"/><Relationship Id="rId98" Type="http://schemas.openxmlformats.org/officeDocument/2006/relationships/customXml" Target="../ink/ink2276.xml"/><Relationship Id="rId121" Type="http://schemas.openxmlformats.org/officeDocument/2006/relationships/image" Target="../media/image2207.png"/><Relationship Id="rId3" Type="http://schemas.openxmlformats.org/officeDocument/2006/relationships/customXml" Target="../ink/ink2228.xml"/><Relationship Id="rId25" Type="http://schemas.openxmlformats.org/officeDocument/2006/relationships/customXml" Target="../ink/ink2239.xml"/><Relationship Id="rId46" Type="http://schemas.openxmlformats.org/officeDocument/2006/relationships/image" Target="../media/image2172.png"/><Relationship Id="rId67" Type="http://schemas.openxmlformats.org/officeDocument/2006/relationships/customXml" Target="../ink/ink2260.xml"/><Relationship Id="rId116" Type="http://schemas.openxmlformats.org/officeDocument/2006/relationships/customXml" Target="../ink/ink2285.xml"/><Relationship Id="rId137" Type="http://schemas.openxmlformats.org/officeDocument/2006/relationships/image" Target="../media/image2215.png"/><Relationship Id="rId20" Type="http://schemas.openxmlformats.org/officeDocument/2006/relationships/image" Target="../media/image2159.png"/><Relationship Id="rId41" Type="http://schemas.openxmlformats.org/officeDocument/2006/relationships/customXml" Target="../ink/ink2247.xml"/><Relationship Id="rId62" Type="http://schemas.openxmlformats.org/officeDocument/2006/relationships/image" Target="../media/image2180.png"/><Relationship Id="rId83" Type="http://schemas.openxmlformats.org/officeDocument/2006/relationships/customXml" Target="../ink/ink2268.xml"/><Relationship Id="rId88" Type="http://schemas.openxmlformats.org/officeDocument/2006/relationships/customXml" Target="../ink/ink2271.xml"/><Relationship Id="rId111" Type="http://schemas.openxmlformats.org/officeDocument/2006/relationships/image" Target="../media/image2203.png"/><Relationship Id="rId132" Type="http://schemas.openxmlformats.org/officeDocument/2006/relationships/customXml" Target="../ink/ink2293.xml"/><Relationship Id="rId15" Type="http://schemas.openxmlformats.org/officeDocument/2006/relationships/customXml" Target="../ink/ink2234.xml"/><Relationship Id="rId36" Type="http://schemas.openxmlformats.org/officeDocument/2006/relationships/image" Target="../media/image2167.png"/><Relationship Id="rId57" Type="http://schemas.openxmlformats.org/officeDocument/2006/relationships/customXml" Target="../ink/ink2255.xml"/><Relationship Id="rId106" Type="http://schemas.openxmlformats.org/officeDocument/2006/relationships/customXml" Target="../ink/ink2280.xml"/><Relationship Id="rId127" Type="http://schemas.openxmlformats.org/officeDocument/2006/relationships/image" Target="../media/image2210.png"/><Relationship Id="rId10" Type="http://schemas.openxmlformats.org/officeDocument/2006/relationships/image" Target="../media/image2154.png"/><Relationship Id="rId31" Type="http://schemas.openxmlformats.org/officeDocument/2006/relationships/customXml" Target="../ink/ink2242.xml"/><Relationship Id="rId52" Type="http://schemas.openxmlformats.org/officeDocument/2006/relationships/image" Target="../media/image2175.png"/><Relationship Id="rId73" Type="http://schemas.openxmlformats.org/officeDocument/2006/relationships/customXml" Target="../ink/ink2263.xml"/><Relationship Id="rId78" Type="http://schemas.openxmlformats.org/officeDocument/2006/relationships/image" Target="../media/image2188.png"/><Relationship Id="rId94" Type="http://schemas.openxmlformats.org/officeDocument/2006/relationships/customXml" Target="../ink/ink2274.xml"/><Relationship Id="rId99" Type="http://schemas.openxmlformats.org/officeDocument/2006/relationships/image" Target="../media/image2197.png"/><Relationship Id="rId101" Type="http://schemas.openxmlformats.org/officeDocument/2006/relationships/image" Target="../media/image2198.png"/><Relationship Id="rId122" Type="http://schemas.openxmlformats.org/officeDocument/2006/relationships/customXml" Target="../ink/ink2288.xml"/><Relationship Id="rId4" Type="http://schemas.openxmlformats.org/officeDocument/2006/relationships/image" Target="../media/image986.png"/><Relationship Id="rId9" Type="http://schemas.openxmlformats.org/officeDocument/2006/relationships/customXml" Target="../ink/ink2231.xml"/><Relationship Id="rId26" Type="http://schemas.openxmlformats.org/officeDocument/2006/relationships/image" Target="../media/image2162.png"/><Relationship Id="rId47" Type="http://schemas.openxmlformats.org/officeDocument/2006/relationships/customXml" Target="../ink/ink2250.xml"/><Relationship Id="rId68" Type="http://schemas.openxmlformats.org/officeDocument/2006/relationships/image" Target="../media/image2183.png"/><Relationship Id="rId89" Type="http://schemas.openxmlformats.org/officeDocument/2006/relationships/image" Target="../media/image2192.png"/><Relationship Id="rId112" Type="http://schemas.openxmlformats.org/officeDocument/2006/relationships/customXml" Target="../ink/ink2283.xml"/><Relationship Id="rId133" Type="http://schemas.openxmlformats.org/officeDocument/2006/relationships/image" Target="../media/image2213.png"/><Relationship Id="rId16" Type="http://schemas.openxmlformats.org/officeDocument/2006/relationships/image" Target="../media/image2157.png"/></Relationships>
</file>

<file path=ppt/slides/_rels/slide43.xml.rels><?xml version="1.0" encoding="UTF-8" standalone="yes"?>
<Relationships xmlns="http://schemas.openxmlformats.org/package/2006/relationships"><Relationship Id="rId8" Type="http://schemas.openxmlformats.org/officeDocument/2006/relationships/image" Target="../media/image2220.png"/><Relationship Id="rId3" Type="http://schemas.openxmlformats.org/officeDocument/2006/relationships/customXml" Target="../ink/ink2298.xml"/><Relationship Id="rId7" Type="http://schemas.openxmlformats.org/officeDocument/2006/relationships/customXml" Target="../ink/ink2300.xml"/><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2219.png"/><Relationship Id="rId5" Type="http://schemas.openxmlformats.org/officeDocument/2006/relationships/customXml" Target="../ink/ink2299.xml"/><Relationship Id="rId4" Type="http://schemas.openxmlformats.org/officeDocument/2006/relationships/image" Target="../media/image2218.png"/></Relationships>
</file>

<file path=ppt/slides/_rels/slide44.xml.rels><?xml version="1.0" encoding="UTF-8" standalone="yes"?>
<Relationships xmlns="http://schemas.openxmlformats.org/package/2006/relationships"><Relationship Id="rId8" Type="http://schemas.openxmlformats.org/officeDocument/2006/relationships/customXml" Target="../ink/ink2304.xml"/><Relationship Id="rId13" Type="http://schemas.openxmlformats.org/officeDocument/2006/relationships/image" Target="../media/image2225.png"/><Relationship Id="rId18" Type="http://schemas.openxmlformats.org/officeDocument/2006/relationships/customXml" Target="../ink/ink2309.xml"/><Relationship Id="rId26" Type="http://schemas.openxmlformats.org/officeDocument/2006/relationships/image" Target="../media/image2231.png"/><Relationship Id="rId3" Type="http://schemas.openxmlformats.org/officeDocument/2006/relationships/image" Target="../media/image2221.png"/><Relationship Id="rId21" Type="http://schemas.openxmlformats.org/officeDocument/2006/relationships/image" Target="../media/image2229.png"/><Relationship Id="rId7" Type="http://schemas.openxmlformats.org/officeDocument/2006/relationships/image" Target="../media/image2223.png"/><Relationship Id="rId12" Type="http://schemas.openxmlformats.org/officeDocument/2006/relationships/customXml" Target="../ink/ink2306.xml"/><Relationship Id="rId17" Type="http://schemas.openxmlformats.org/officeDocument/2006/relationships/image" Target="../media/image2227.png"/><Relationship Id="rId25" Type="http://schemas.openxmlformats.org/officeDocument/2006/relationships/customXml" Target="../ink/ink2313.xml"/><Relationship Id="rId2" Type="http://schemas.openxmlformats.org/officeDocument/2006/relationships/customXml" Target="../ink/ink2301.xml"/><Relationship Id="rId16" Type="http://schemas.openxmlformats.org/officeDocument/2006/relationships/customXml" Target="../ink/ink2308.xml"/><Relationship Id="rId20" Type="http://schemas.openxmlformats.org/officeDocument/2006/relationships/customXml" Target="../ink/ink2310.xml"/><Relationship Id="rId1" Type="http://schemas.openxmlformats.org/officeDocument/2006/relationships/slideLayout" Target="../slideLayouts/slideLayout2.xml"/><Relationship Id="rId6" Type="http://schemas.openxmlformats.org/officeDocument/2006/relationships/customXml" Target="../ink/ink2303.xml"/><Relationship Id="rId11" Type="http://schemas.openxmlformats.org/officeDocument/2006/relationships/image" Target="../media/image986.png"/><Relationship Id="rId24" Type="http://schemas.openxmlformats.org/officeDocument/2006/relationships/customXml" Target="../ink/ink2312.xml"/><Relationship Id="rId5" Type="http://schemas.openxmlformats.org/officeDocument/2006/relationships/image" Target="../media/image2222.png"/><Relationship Id="rId15" Type="http://schemas.openxmlformats.org/officeDocument/2006/relationships/image" Target="../media/image2226.png"/><Relationship Id="rId23" Type="http://schemas.openxmlformats.org/officeDocument/2006/relationships/image" Target="../media/image2230.png"/><Relationship Id="rId28" Type="http://schemas.openxmlformats.org/officeDocument/2006/relationships/image" Target="../media/image2232.png"/><Relationship Id="rId10" Type="http://schemas.openxmlformats.org/officeDocument/2006/relationships/customXml" Target="../ink/ink2305.xml"/><Relationship Id="rId19" Type="http://schemas.openxmlformats.org/officeDocument/2006/relationships/image" Target="../media/image2228.png"/><Relationship Id="rId4" Type="http://schemas.openxmlformats.org/officeDocument/2006/relationships/customXml" Target="../ink/ink2302.xml"/><Relationship Id="rId9" Type="http://schemas.openxmlformats.org/officeDocument/2006/relationships/image" Target="../media/image2224.png"/><Relationship Id="rId14" Type="http://schemas.openxmlformats.org/officeDocument/2006/relationships/customXml" Target="../ink/ink2307.xml"/><Relationship Id="rId22" Type="http://schemas.openxmlformats.org/officeDocument/2006/relationships/customXml" Target="../ink/ink2311.xml"/><Relationship Id="rId27" Type="http://schemas.openxmlformats.org/officeDocument/2006/relationships/customXml" Target="../ink/ink2314.xml"/></Relationships>
</file>

<file path=ppt/slides/_rels/slide45.xml.rels><?xml version="1.0" encoding="UTF-8" standalone="yes"?>
<Relationships xmlns="http://schemas.openxmlformats.org/package/2006/relationships"><Relationship Id="rId13" Type="http://schemas.openxmlformats.org/officeDocument/2006/relationships/image" Target="../media/image2236.png"/><Relationship Id="rId18" Type="http://schemas.openxmlformats.org/officeDocument/2006/relationships/customXml" Target="../ink/ink2321.xml"/><Relationship Id="rId26" Type="http://schemas.openxmlformats.org/officeDocument/2006/relationships/customXml" Target="../ink/ink2325.xml"/><Relationship Id="rId39" Type="http://schemas.openxmlformats.org/officeDocument/2006/relationships/image" Target="../media/image2248.png"/><Relationship Id="rId21" Type="http://schemas.openxmlformats.org/officeDocument/2006/relationships/image" Target="../media/image2240.png"/><Relationship Id="rId34" Type="http://schemas.openxmlformats.org/officeDocument/2006/relationships/customXml" Target="../ink/ink2329.xml"/><Relationship Id="rId7" Type="http://schemas.openxmlformats.org/officeDocument/2006/relationships/image" Target="../media/image2233.png"/><Relationship Id="rId12" Type="http://schemas.openxmlformats.org/officeDocument/2006/relationships/customXml" Target="../ink/ink2318.xml"/><Relationship Id="rId17" Type="http://schemas.openxmlformats.org/officeDocument/2006/relationships/image" Target="../media/image2238.png"/><Relationship Id="rId25" Type="http://schemas.openxmlformats.org/officeDocument/2006/relationships/image" Target="../media/image2242.png"/><Relationship Id="rId33" Type="http://schemas.openxmlformats.org/officeDocument/2006/relationships/image" Target="../media/image2246.png"/><Relationship Id="rId38" Type="http://schemas.openxmlformats.org/officeDocument/2006/relationships/customXml" Target="../ink/ink2331.xml"/><Relationship Id="rId2" Type="http://schemas.openxmlformats.org/officeDocument/2006/relationships/image" Target="../media/image5210.png"/><Relationship Id="rId16" Type="http://schemas.openxmlformats.org/officeDocument/2006/relationships/customXml" Target="../ink/ink2320.xml"/><Relationship Id="rId20" Type="http://schemas.openxmlformats.org/officeDocument/2006/relationships/customXml" Target="../ink/ink2322.xml"/><Relationship Id="rId29" Type="http://schemas.openxmlformats.org/officeDocument/2006/relationships/image" Target="../media/image2244.png"/><Relationship Id="rId1" Type="http://schemas.openxmlformats.org/officeDocument/2006/relationships/slideLayout" Target="../slideLayouts/slideLayout2.xml"/><Relationship Id="rId6" Type="http://schemas.openxmlformats.org/officeDocument/2006/relationships/customXml" Target="../ink/ink2315.xml"/><Relationship Id="rId11" Type="http://schemas.openxmlformats.org/officeDocument/2006/relationships/image" Target="../media/image2235.png"/><Relationship Id="rId24" Type="http://schemas.openxmlformats.org/officeDocument/2006/relationships/customXml" Target="../ink/ink2324.xml"/><Relationship Id="rId32" Type="http://schemas.openxmlformats.org/officeDocument/2006/relationships/customXml" Target="../ink/ink2328.xml"/><Relationship Id="rId37" Type="http://schemas.openxmlformats.org/officeDocument/2006/relationships/image" Target="../media/image986.png"/><Relationship Id="rId5" Type="http://schemas.openxmlformats.org/officeDocument/2006/relationships/image" Target="../media/image14.png"/><Relationship Id="rId15" Type="http://schemas.openxmlformats.org/officeDocument/2006/relationships/image" Target="../media/image2237.png"/><Relationship Id="rId23" Type="http://schemas.openxmlformats.org/officeDocument/2006/relationships/image" Target="../media/image2241.png"/><Relationship Id="rId28" Type="http://schemas.openxmlformats.org/officeDocument/2006/relationships/customXml" Target="../ink/ink2326.xml"/><Relationship Id="rId36" Type="http://schemas.openxmlformats.org/officeDocument/2006/relationships/customXml" Target="../ink/ink2330.xml"/><Relationship Id="rId10" Type="http://schemas.openxmlformats.org/officeDocument/2006/relationships/customXml" Target="../ink/ink2317.xml"/><Relationship Id="rId19" Type="http://schemas.openxmlformats.org/officeDocument/2006/relationships/image" Target="../media/image2239.png"/><Relationship Id="rId31" Type="http://schemas.openxmlformats.org/officeDocument/2006/relationships/image" Target="../media/image2245.png"/><Relationship Id="rId4" Type="http://schemas.openxmlformats.org/officeDocument/2006/relationships/image" Target="../media/image12.png"/><Relationship Id="rId9" Type="http://schemas.openxmlformats.org/officeDocument/2006/relationships/image" Target="../media/image2234.png"/><Relationship Id="rId14" Type="http://schemas.openxmlformats.org/officeDocument/2006/relationships/customXml" Target="../ink/ink2319.xml"/><Relationship Id="rId22" Type="http://schemas.openxmlformats.org/officeDocument/2006/relationships/customXml" Target="../ink/ink2323.xml"/><Relationship Id="rId27" Type="http://schemas.openxmlformats.org/officeDocument/2006/relationships/image" Target="../media/image2243.png"/><Relationship Id="rId30" Type="http://schemas.openxmlformats.org/officeDocument/2006/relationships/customXml" Target="../ink/ink2327.xml"/><Relationship Id="rId35" Type="http://schemas.openxmlformats.org/officeDocument/2006/relationships/image" Target="../media/image2247.png"/><Relationship Id="rId8" Type="http://schemas.openxmlformats.org/officeDocument/2006/relationships/customXml" Target="../ink/ink2316.xml"/><Relationship Id="rId3" Type="http://schemas.openxmlformats.org/officeDocument/2006/relationships/image" Target="../media/image11.png"/></Relationships>
</file>

<file path=ppt/slides/_rels/slide46.xml.rels><?xml version="1.0" encoding="UTF-8" standalone="yes"?>
<Relationships xmlns="http://schemas.openxmlformats.org/package/2006/relationships"><Relationship Id="rId13" Type="http://schemas.openxmlformats.org/officeDocument/2006/relationships/customXml" Target="../ink/ink2336.xml"/><Relationship Id="rId18" Type="http://schemas.openxmlformats.org/officeDocument/2006/relationships/image" Target="../media/image2256.png"/><Relationship Id="rId26" Type="http://schemas.openxmlformats.org/officeDocument/2006/relationships/image" Target="../media/image2260.png"/><Relationship Id="rId39" Type="http://schemas.openxmlformats.org/officeDocument/2006/relationships/customXml" Target="../ink/ink2349.xml"/><Relationship Id="rId21" Type="http://schemas.openxmlformats.org/officeDocument/2006/relationships/customXml" Target="../ink/ink2340.xml"/><Relationship Id="rId34" Type="http://schemas.openxmlformats.org/officeDocument/2006/relationships/image" Target="../media/image2264.png"/><Relationship Id="rId42" Type="http://schemas.openxmlformats.org/officeDocument/2006/relationships/image" Target="../media/image2268.png"/><Relationship Id="rId7" Type="http://schemas.openxmlformats.org/officeDocument/2006/relationships/customXml" Target="../ink/ink2333.xml"/><Relationship Id="rId2" Type="http://schemas.openxmlformats.org/officeDocument/2006/relationships/image" Target="../media/image2249.png"/><Relationship Id="rId16" Type="http://schemas.openxmlformats.org/officeDocument/2006/relationships/image" Target="../media/image2255.png"/><Relationship Id="rId29" Type="http://schemas.openxmlformats.org/officeDocument/2006/relationships/customXml" Target="../ink/ink2344.xml"/><Relationship Id="rId1" Type="http://schemas.openxmlformats.org/officeDocument/2006/relationships/slideLayout" Target="../slideLayouts/slideLayout2.xml"/><Relationship Id="rId6" Type="http://schemas.openxmlformats.org/officeDocument/2006/relationships/image" Target="../media/image2250.png"/><Relationship Id="rId11" Type="http://schemas.openxmlformats.org/officeDocument/2006/relationships/customXml" Target="../ink/ink2335.xml"/><Relationship Id="rId24" Type="http://schemas.openxmlformats.org/officeDocument/2006/relationships/image" Target="../media/image2259.png"/><Relationship Id="rId32" Type="http://schemas.openxmlformats.org/officeDocument/2006/relationships/image" Target="../media/image2263.png"/><Relationship Id="rId37" Type="http://schemas.openxmlformats.org/officeDocument/2006/relationships/customXml" Target="../ink/ink2348.xml"/><Relationship Id="rId40" Type="http://schemas.openxmlformats.org/officeDocument/2006/relationships/image" Target="../media/image2267.png"/><Relationship Id="rId45" Type="http://schemas.openxmlformats.org/officeDocument/2006/relationships/customXml" Target="../ink/ink2352.xml"/><Relationship Id="rId5" Type="http://schemas.openxmlformats.org/officeDocument/2006/relationships/customXml" Target="../ink/ink2332.xml"/><Relationship Id="rId15" Type="http://schemas.openxmlformats.org/officeDocument/2006/relationships/customXml" Target="../ink/ink2337.xml"/><Relationship Id="rId23" Type="http://schemas.openxmlformats.org/officeDocument/2006/relationships/customXml" Target="../ink/ink2341.xml"/><Relationship Id="rId28" Type="http://schemas.openxmlformats.org/officeDocument/2006/relationships/image" Target="../media/image2261.png"/><Relationship Id="rId36" Type="http://schemas.openxmlformats.org/officeDocument/2006/relationships/image" Target="../media/image2265.png"/><Relationship Id="rId10" Type="http://schemas.openxmlformats.org/officeDocument/2006/relationships/image" Target="../media/image2252.png"/><Relationship Id="rId19" Type="http://schemas.openxmlformats.org/officeDocument/2006/relationships/customXml" Target="../ink/ink2339.xml"/><Relationship Id="rId31" Type="http://schemas.openxmlformats.org/officeDocument/2006/relationships/customXml" Target="../ink/ink2345.xml"/><Relationship Id="rId44" Type="http://schemas.openxmlformats.org/officeDocument/2006/relationships/image" Target="../media/image2269.png"/><Relationship Id="rId4" Type="http://schemas.openxmlformats.org/officeDocument/2006/relationships/image" Target="../media/image5610.png"/><Relationship Id="rId9" Type="http://schemas.openxmlformats.org/officeDocument/2006/relationships/customXml" Target="../ink/ink2334.xml"/><Relationship Id="rId14" Type="http://schemas.openxmlformats.org/officeDocument/2006/relationships/image" Target="../media/image2254.png"/><Relationship Id="rId22" Type="http://schemas.openxmlformats.org/officeDocument/2006/relationships/image" Target="../media/image2258.png"/><Relationship Id="rId27" Type="http://schemas.openxmlformats.org/officeDocument/2006/relationships/customXml" Target="../ink/ink2343.xml"/><Relationship Id="rId30" Type="http://schemas.openxmlformats.org/officeDocument/2006/relationships/image" Target="../media/image2262.png"/><Relationship Id="rId35" Type="http://schemas.openxmlformats.org/officeDocument/2006/relationships/customXml" Target="../ink/ink2347.xml"/><Relationship Id="rId43" Type="http://schemas.openxmlformats.org/officeDocument/2006/relationships/customXml" Target="../ink/ink2351.xml"/><Relationship Id="rId8" Type="http://schemas.openxmlformats.org/officeDocument/2006/relationships/image" Target="../media/image2251.png"/><Relationship Id="rId3" Type="http://schemas.openxmlformats.org/officeDocument/2006/relationships/image" Target="../media/image5510.png"/><Relationship Id="rId12" Type="http://schemas.openxmlformats.org/officeDocument/2006/relationships/image" Target="../media/image2253.png"/><Relationship Id="rId17" Type="http://schemas.openxmlformats.org/officeDocument/2006/relationships/customXml" Target="../ink/ink2338.xml"/><Relationship Id="rId25" Type="http://schemas.openxmlformats.org/officeDocument/2006/relationships/customXml" Target="../ink/ink2342.xml"/><Relationship Id="rId33" Type="http://schemas.openxmlformats.org/officeDocument/2006/relationships/customXml" Target="../ink/ink2346.xml"/><Relationship Id="rId38" Type="http://schemas.openxmlformats.org/officeDocument/2006/relationships/image" Target="../media/image2266.png"/><Relationship Id="rId46" Type="http://schemas.openxmlformats.org/officeDocument/2006/relationships/image" Target="../media/image2270.png"/><Relationship Id="rId20" Type="http://schemas.openxmlformats.org/officeDocument/2006/relationships/image" Target="../media/image2257.png"/><Relationship Id="rId41" Type="http://schemas.openxmlformats.org/officeDocument/2006/relationships/customXml" Target="../ink/ink2350.xml"/></Relationships>
</file>

<file path=ppt/slides/_rels/slide47.xml.rels><?xml version="1.0" encoding="UTF-8" standalone="yes"?>
<Relationships xmlns="http://schemas.openxmlformats.org/package/2006/relationships"><Relationship Id="rId3" Type="http://schemas.openxmlformats.org/officeDocument/2006/relationships/image" Target="../media/image5910.png"/><Relationship Id="rId2" Type="http://schemas.openxmlformats.org/officeDocument/2006/relationships/image" Target="../media/image2249.png"/><Relationship Id="rId1" Type="http://schemas.openxmlformats.org/officeDocument/2006/relationships/slideLayout" Target="../slideLayouts/slideLayout2.xml"/><Relationship Id="rId4" Type="http://schemas.openxmlformats.org/officeDocument/2006/relationships/image" Target="../media/image2271.png"/></Relationships>
</file>

<file path=ppt/slides/_rels/slide48.xml.rels><?xml version="1.0" encoding="UTF-8" standalone="yes"?>
<Relationships xmlns="http://schemas.openxmlformats.org/package/2006/relationships"><Relationship Id="rId3" Type="http://schemas.openxmlformats.org/officeDocument/2006/relationships/customXml" Target="../ink/ink2353.xml"/><Relationship Id="rId2" Type="http://schemas.openxmlformats.org/officeDocument/2006/relationships/image" Target="../media/image2249.png"/><Relationship Id="rId1" Type="http://schemas.openxmlformats.org/officeDocument/2006/relationships/slideLayout" Target="../slideLayouts/slideLayout2.xml"/><Relationship Id="rId4" Type="http://schemas.openxmlformats.org/officeDocument/2006/relationships/image" Target="../media/image2272.png"/></Relationships>
</file>

<file path=ppt/slides/_rels/slide49.xml.rels><?xml version="1.0" encoding="UTF-8" standalone="yes"?>
<Relationships xmlns="http://schemas.openxmlformats.org/package/2006/relationships"><Relationship Id="rId8" Type="http://schemas.openxmlformats.org/officeDocument/2006/relationships/image" Target="../media/image2275.emf"/><Relationship Id="rId13" Type="http://schemas.openxmlformats.org/officeDocument/2006/relationships/customXml" Target="../ink/ink2356.xml"/><Relationship Id="rId18" Type="http://schemas.openxmlformats.org/officeDocument/2006/relationships/image" Target="../media/image2280.png"/><Relationship Id="rId3" Type="http://schemas.openxmlformats.org/officeDocument/2006/relationships/image" Target="../media/image5710.png"/><Relationship Id="rId21" Type="http://schemas.openxmlformats.org/officeDocument/2006/relationships/customXml" Target="../ink/ink2360.xml"/><Relationship Id="rId7" Type="http://schemas.openxmlformats.org/officeDocument/2006/relationships/image" Target="../media/image2274.png"/><Relationship Id="rId12" Type="http://schemas.openxmlformats.org/officeDocument/2006/relationships/image" Target="../media/image2277.png"/><Relationship Id="rId17" Type="http://schemas.openxmlformats.org/officeDocument/2006/relationships/customXml" Target="../ink/ink2358.xml"/><Relationship Id="rId2" Type="http://schemas.openxmlformats.org/officeDocument/2006/relationships/image" Target="../media/image6110.png"/><Relationship Id="rId16" Type="http://schemas.openxmlformats.org/officeDocument/2006/relationships/image" Target="../media/image2279.png"/><Relationship Id="rId20" Type="http://schemas.openxmlformats.org/officeDocument/2006/relationships/image" Target="../media/image2281.png"/><Relationship Id="rId1" Type="http://schemas.openxmlformats.org/officeDocument/2006/relationships/slideLayout" Target="../slideLayouts/slideLayout2.xml"/><Relationship Id="rId6" Type="http://schemas.openxmlformats.org/officeDocument/2006/relationships/image" Target="../media/image2273.png"/><Relationship Id="rId11" Type="http://schemas.openxmlformats.org/officeDocument/2006/relationships/customXml" Target="../ink/ink2355.xml"/><Relationship Id="rId5" Type="http://schemas.openxmlformats.org/officeDocument/2006/relationships/image" Target="../media/image6410.png"/><Relationship Id="rId15" Type="http://schemas.openxmlformats.org/officeDocument/2006/relationships/customXml" Target="../ink/ink2357.xml"/><Relationship Id="rId10" Type="http://schemas.openxmlformats.org/officeDocument/2006/relationships/image" Target="../media/image2276.png"/><Relationship Id="rId19" Type="http://schemas.openxmlformats.org/officeDocument/2006/relationships/customXml" Target="../ink/ink2359.xml"/><Relationship Id="rId9" Type="http://schemas.openxmlformats.org/officeDocument/2006/relationships/customXml" Target="../ink/ink2354.xml"/><Relationship Id="rId14" Type="http://schemas.openxmlformats.org/officeDocument/2006/relationships/image" Target="../media/image2278.png"/><Relationship Id="rId22" Type="http://schemas.openxmlformats.org/officeDocument/2006/relationships/image" Target="../media/image2282.png"/></Relationships>
</file>

<file path=ppt/slides/_rels/slide50.xml.rels><?xml version="1.0" encoding="UTF-8" standalone="yes"?>
<Relationships xmlns="http://schemas.openxmlformats.org/package/2006/relationships"><Relationship Id="rId8" Type="http://schemas.openxmlformats.org/officeDocument/2006/relationships/image" Target="../media/image2275.emf"/><Relationship Id="rId13" Type="http://schemas.openxmlformats.org/officeDocument/2006/relationships/customXml" Target="../ink/ink2363.xml"/><Relationship Id="rId18" Type="http://schemas.openxmlformats.org/officeDocument/2006/relationships/image" Target="../media/image2280.png"/><Relationship Id="rId3" Type="http://schemas.openxmlformats.org/officeDocument/2006/relationships/image" Target="../media/image5710.png"/><Relationship Id="rId21" Type="http://schemas.openxmlformats.org/officeDocument/2006/relationships/customXml" Target="../ink/ink2367.xml"/><Relationship Id="rId7" Type="http://schemas.openxmlformats.org/officeDocument/2006/relationships/image" Target="../media/image2274.png"/><Relationship Id="rId12" Type="http://schemas.openxmlformats.org/officeDocument/2006/relationships/image" Target="../media/image2277.png"/><Relationship Id="rId17" Type="http://schemas.openxmlformats.org/officeDocument/2006/relationships/customXml" Target="../ink/ink2365.xml"/><Relationship Id="rId2" Type="http://schemas.openxmlformats.org/officeDocument/2006/relationships/image" Target="../media/image6110.png"/><Relationship Id="rId16" Type="http://schemas.openxmlformats.org/officeDocument/2006/relationships/image" Target="../media/image2279.png"/><Relationship Id="rId20" Type="http://schemas.openxmlformats.org/officeDocument/2006/relationships/image" Target="../media/image2281.png"/><Relationship Id="rId1" Type="http://schemas.openxmlformats.org/officeDocument/2006/relationships/slideLayout" Target="../slideLayouts/slideLayout2.xml"/><Relationship Id="rId6" Type="http://schemas.openxmlformats.org/officeDocument/2006/relationships/image" Target="../media/image2273.png"/><Relationship Id="rId11" Type="http://schemas.openxmlformats.org/officeDocument/2006/relationships/customXml" Target="../ink/ink2362.xml"/><Relationship Id="rId5" Type="http://schemas.openxmlformats.org/officeDocument/2006/relationships/image" Target="../media/image6410.png"/><Relationship Id="rId15" Type="http://schemas.openxmlformats.org/officeDocument/2006/relationships/customXml" Target="../ink/ink2364.xml"/><Relationship Id="rId10" Type="http://schemas.openxmlformats.org/officeDocument/2006/relationships/image" Target="../media/image2276.png"/><Relationship Id="rId19" Type="http://schemas.openxmlformats.org/officeDocument/2006/relationships/customXml" Target="../ink/ink2366.xml"/><Relationship Id="rId9" Type="http://schemas.openxmlformats.org/officeDocument/2006/relationships/customXml" Target="../ink/ink2361.xml"/><Relationship Id="rId14" Type="http://schemas.openxmlformats.org/officeDocument/2006/relationships/image" Target="../media/image2278.png"/><Relationship Id="rId22" Type="http://schemas.openxmlformats.org/officeDocument/2006/relationships/image" Target="../media/image2282.png"/></Relationships>
</file>

<file path=ppt/slides/_rels/slide51.xml.rels><?xml version="1.0" encoding="UTF-8" standalone="yes"?>
<Relationships xmlns="http://schemas.openxmlformats.org/package/2006/relationships"><Relationship Id="rId117" Type="http://schemas.openxmlformats.org/officeDocument/2006/relationships/image" Target="../media/image2336.png"/><Relationship Id="rId21" Type="http://schemas.openxmlformats.org/officeDocument/2006/relationships/image" Target="../media/image2289.png"/><Relationship Id="rId42" Type="http://schemas.openxmlformats.org/officeDocument/2006/relationships/customXml" Target="../ink/ink2386.xml"/><Relationship Id="rId63" Type="http://schemas.openxmlformats.org/officeDocument/2006/relationships/image" Target="../media/image2310.png"/><Relationship Id="rId84" Type="http://schemas.openxmlformats.org/officeDocument/2006/relationships/customXml" Target="../ink/ink2407.xml"/><Relationship Id="rId138" Type="http://schemas.openxmlformats.org/officeDocument/2006/relationships/customXml" Target="../ink/ink2434.xml"/><Relationship Id="rId159" Type="http://schemas.openxmlformats.org/officeDocument/2006/relationships/image" Target="../media/image2357.png"/><Relationship Id="rId170" Type="http://schemas.openxmlformats.org/officeDocument/2006/relationships/customXml" Target="../ink/ink2450.xml"/><Relationship Id="rId191" Type="http://schemas.openxmlformats.org/officeDocument/2006/relationships/image" Target="../media/image2373.png"/><Relationship Id="rId107" Type="http://schemas.openxmlformats.org/officeDocument/2006/relationships/image" Target="../media/image2331.png"/><Relationship Id="rId11" Type="http://schemas.openxmlformats.org/officeDocument/2006/relationships/image" Target="../media/image2286.png"/><Relationship Id="rId32" Type="http://schemas.openxmlformats.org/officeDocument/2006/relationships/customXml" Target="../ink/ink2381.xml"/><Relationship Id="rId53" Type="http://schemas.openxmlformats.org/officeDocument/2006/relationships/image" Target="../media/image2305.png"/><Relationship Id="rId74" Type="http://schemas.openxmlformats.org/officeDocument/2006/relationships/customXml" Target="../ink/ink2402.xml"/><Relationship Id="rId128" Type="http://schemas.openxmlformats.org/officeDocument/2006/relationships/customXml" Target="../ink/ink2429.xml"/><Relationship Id="rId149" Type="http://schemas.openxmlformats.org/officeDocument/2006/relationships/image" Target="../media/image2352.png"/><Relationship Id="rId5" Type="http://schemas.openxmlformats.org/officeDocument/2006/relationships/image" Target="../media/image7210.png"/><Relationship Id="rId95" Type="http://schemas.openxmlformats.org/officeDocument/2006/relationships/image" Target="../media/image2325.png"/><Relationship Id="rId160" Type="http://schemas.openxmlformats.org/officeDocument/2006/relationships/customXml" Target="../ink/ink2445.xml"/><Relationship Id="rId181" Type="http://schemas.openxmlformats.org/officeDocument/2006/relationships/image" Target="../media/image2368.png"/><Relationship Id="rId22" Type="http://schemas.openxmlformats.org/officeDocument/2006/relationships/customXml" Target="../ink/ink2376.xml"/><Relationship Id="rId43" Type="http://schemas.openxmlformats.org/officeDocument/2006/relationships/image" Target="../media/image2300.png"/><Relationship Id="rId64" Type="http://schemas.openxmlformats.org/officeDocument/2006/relationships/customXml" Target="../ink/ink2397.xml"/><Relationship Id="rId118" Type="http://schemas.openxmlformats.org/officeDocument/2006/relationships/customXml" Target="../ink/ink2424.xml"/><Relationship Id="rId139" Type="http://schemas.openxmlformats.org/officeDocument/2006/relationships/image" Target="../media/image2347.png"/><Relationship Id="rId85" Type="http://schemas.openxmlformats.org/officeDocument/2006/relationships/image" Target="../media/image2321.png"/><Relationship Id="rId150" Type="http://schemas.openxmlformats.org/officeDocument/2006/relationships/customXml" Target="../ink/ink2440.xml"/><Relationship Id="rId171" Type="http://schemas.openxmlformats.org/officeDocument/2006/relationships/image" Target="../media/image2363.png"/><Relationship Id="rId192" Type="http://schemas.openxmlformats.org/officeDocument/2006/relationships/customXml" Target="../ink/ink2461.xml"/><Relationship Id="rId12" Type="http://schemas.openxmlformats.org/officeDocument/2006/relationships/customXml" Target="../ink/ink2371.xml"/><Relationship Id="rId33" Type="http://schemas.openxmlformats.org/officeDocument/2006/relationships/image" Target="../media/image2295.png"/><Relationship Id="rId108" Type="http://schemas.openxmlformats.org/officeDocument/2006/relationships/customXml" Target="../ink/ink2419.xml"/><Relationship Id="rId129" Type="http://schemas.openxmlformats.org/officeDocument/2006/relationships/image" Target="../media/image2342.png"/><Relationship Id="rId54" Type="http://schemas.openxmlformats.org/officeDocument/2006/relationships/customXml" Target="../ink/ink2392.xml"/><Relationship Id="rId75" Type="http://schemas.openxmlformats.org/officeDocument/2006/relationships/image" Target="../media/image2316.png"/><Relationship Id="rId96" Type="http://schemas.openxmlformats.org/officeDocument/2006/relationships/customXml" Target="../ink/ink2413.xml"/><Relationship Id="rId140" Type="http://schemas.openxmlformats.org/officeDocument/2006/relationships/customXml" Target="../ink/ink2435.xml"/><Relationship Id="rId161" Type="http://schemas.openxmlformats.org/officeDocument/2006/relationships/image" Target="../media/image2358.png"/><Relationship Id="rId182" Type="http://schemas.openxmlformats.org/officeDocument/2006/relationships/customXml" Target="../ink/ink2456.xml"/><Relationship Id="rId6" Type="http://schemas.openxmlformats.org/officeDocument/2006/relationships/customXml" Target="../ink/ink2368.xml"/><Relationship Id="rId23" Type="http://schemas.openxmlformats.org/officeDocument/2006/relationships/image" Target="../media/image2290.png"/><Relationship Id="rId119" Type="http://schemas.openxmlformats.org/officeDocument/2006/relationships/image" Target="../media/image2337.png"/><Relationship Id="rId44" Type="http://schemas.openxmlformats.org/officeDocument/2006/relationships/customXml" Target="../ink/ink2387.xml"/><Relationship Id="rId65" Type="http://schemas.openxmlformats.org/officeDocument/2006/relationships/image" Target="../media/image2311.png"/><Relationship Id="rId86" Type="http://schemas.openxmlformats.org/officeDocument/2006/relationships/customXml" Target="../ink/ink2408.xml"/><Relationship Id="rId130" Type="http://schemas.openxmlformats.org/officeDocument/2006/relationships/customXml" Target="../ink/ink2430.xml"/><Relationship Id="rId151" Type="http://schemas.openxmlformats.org/officeDocument/2006/relationships/image" Target="../media/image2353.png"/><Relationship Id="rId172" Type="http://schemas.openxmlformats.org/officeDocument/2006/relationships/customXml" Target="../ink/ink2451.xml"/><Relationship Id="rId193" Type="http://schemas.openxmlformats.org/officeDocument/2006/relationships/image" Target="../media/image2374.png"/><Relationship Id="rId13" Type="http://schemas.openxmlformats.org/officeDocument/2006/relationships/image" Target="../media/image1750.png"/><Relationship Id="rId109" Type="http://schemas.openxmlformats.org/officeDocument/2006/relationships/image" Target="../media/image2332.png"/><Relationship Id="rId34" Type="http://schemas.openxmlformats.org/officeDocument/2006/relationships/customXml" Target="../ink/ink2382.xml"/><Relationship Id="rId50" Type="http://schemas.openxmlformats.org/officeDocument/2006/relationships/customXml" Target="../ink/ink2390.xml"/><Relationship Id="rId55" Type="http://schemas.openxmlformats.org/officeDocument/2006/relationships/image" Target="../media/image2306.png"/><Relationship Id="rId76" Type="http://schemas.openxmlformats.org/officeDocument/2006/relationships/customXml" Target="../ink/ink2403.xml"/><Relationship Id="rId97" Type="http://schemas.openxmlformats.org/officeDocument/2006/relationships/image" Target="../media/image2326.png"/><Relationship Id="rId104" Type="http://schemas.openxmlformats.org/officeDocument/2006/relationships/customXml" Target="../ink/ink2417.xml"/><Relationship Id="rId120" Type="http://schemas.openxmlformats.org/officeDocument/2006/relationships/customXml" Target="../ink/ink2425.xml"/><Relationship Id="rId125" Type="http://schemas.openxmlformats.org/officeDocument/2006/relationships/image" Target="../media/image2340.png"/><Relationship Id="rId141" Type="http://schemas.openxmlformats.org/officeDocument/2006/relationships/image" Target="../media/image2348.png"/><Relationship Id="rId146" Type="http://schemas.openxmlformats.org/officeDocument/2006/relationships/customXml" Target="../ink/ink2438.xml"/><Relationship Id="rId167" Type="http://schemas.openxmlformats.org/officeDocument/2006/relationships/image" Target="../media/image2361.png"/><Relationship Id="rId188" Type="http://schemas.openxmlformats.org/officeDocument/2006/relationships/customXml" Target="../ink/ink2459.xml"/><Relationship Id="rId7" Type="http://schemas.openxmlformats.org/officeDocument/2006/relationships/image" Target="../media/image2284.png"/><Relationship Id="rId71" Type="http://schemas.openxmlformats.org/officeDocument/2006/relationships/image" Target="../media/image2314.png"/><Relationship Id="rId92" Type="http://schemas.openxmlformats.org/officeDocument/2006/relationships/customXml" Target="../ink/ink2411.xml"/><Relationship Id="rId162" Type="http://schemas.openxmlformats.org/officeDocument/2006/relationships/customXml" Target="../ink/ink2446.xml"/><Relationship Id="rId183" Type="http://schemas.openxmlformats.org/officeDocument/2006/relationships/image" Target="../media/image2369.png"/><Relationship Id="rId2" Type="http://schemas.openxmlformats.org/officeDocument/2006/relationships/image" Target="../media/image2283.png"/><Relationship Id="rId29" Type="http://schemas.openxmlformats.org/officeDocument/2006/relationships/image" Target="../media/image2293.png"/><Relationship Id="rId24" Type="http://schemas.openxmlformats.org/officeDocument/2006/relationships/customXml" Target="../ink/ink2377.xml"/><Relationship Id="rId40" Type="http://schemas.openxmlformats.org/officeDocument/2006/relationships/customXml" Target="../ink/ink2385.xml"/><Relationship Id="rId45" Type="http://schemas.openxmlformats.org/officeDocument/2006/relationships/image" Target="../media/image2301.png"/><Relationship Id="rId66" Type="http://schemas.openxmlformats.org/officeDocument/2006/relationships/customXml" Target="../ink/ink2398.xml"/><Relationship Id="rId87" Type="http://schemas.openxmlformats.org/officeDocument/2006/relationships/image" Target="../media/image2322.png"/><Relationship Id="rId110" Type="http://schemas.openxmlformats.org/officeDocument/2006/relationships/customXml" Target="../ink/ink2420.xml"/><Relationship Id="rId115" Type="http://schemas.openxmlformats.org/officeDocument/2006/relationships/image" Target="../media/image2335.png"/><Relationship Id="rId131" Type="http://schemas.openxmlformats.org/officeDocument/2006/relationships/image" Target="../media/image2343.png"/><Relationship Id="rId136" Type="http://schemas.openxmlformats.org/officeDocument/2006/relationships/customXml" Target="../ink/ink2433.xml"/><Relationship Id="rId157" Type="http://schemas.openxmlformats.org/officeDocument/2006/relationships/image" Target="../media/image2356.png"/><Relationship Id="rId178" Type="http://schemas.openxmlformats.org/officeDocument/2006/relationships/customXml" Target="../ink/ink2454.xml"/><Relationship Id="rId61" Type="http://schemas.openxmlformats.org/officeDocument/2006/relationships/image" Target="../media/image2309.png"/><Relationship Id="rId82" Type="http://schemas.openxmlformats.org/officeDocument/2006/relationships/customXml" Target="../ink/ink2406.xml"/><Relationship Id="rId152" Type="http://schemas.openxmlformats.org/officeDocument/2006/relationships/customXml" Target="../ink/ink2441.xml"/><Relationship Id="rId173" Type="http://schemas.openxmlformats.org/officeDocument/2006/relationships/image" Target="../media/image2364.png"/><Relationship Id="rId19" Type="http://schemas.openxmlformats.org/officeDocument/2006/relationships/image" Target="../media/image986.png"/><Relationship Id="rId14" Type="http://schemas.openxmlformats.org/officeDocument/2006/relationships/customXml" Target="../ink/ink2372.xml"/><Relationship Id="rId30" Type="http://schemas.openxmlformats.org/officeDocument/2006/relationships/customXml" Target="../ink/ink2380.xml"/><Relationship Id="rId35" Type="http://schemas.openxmlformats.org/officeDocument/2006/relationships/image" Target="../media/image2296.png"/><Relationship Id="rId56" Type="http://schemas.openxmlformats.org/officeDocument/2006/relationships/customXml" Target="../ink/ink2393.xml"/><Relationship Id="rId77" Type="http://schemas.openxmlformats.org/officeDocument/2006/relationships/image" Target="../media/image2317.png"/><Relationship Id="rId100" Type="http://schemas.openxmlformats.org/officeDocument/2006/relationships/customXml" Target="../ink/ink2415.xml"/><Relationship Id="rId105" Type="http://schemas.openxmlformats.org/officeDocument/2006/relationships/image" Target="../media/image2330.png"/><Relationship Id="rId126" Type="http://schemas.openxmlformats.org/officeDocument/2006/relationships/customXml" Target="../ink/ink2428.xml"/><Relationship Id="rId147" Type="http://schemas.openxmlformats.org/officeDocument/2006/relationships/image" Target="../media/image2351.png"/><Relationship Id="rId168" Type="http://schemas.openxmlformats.org/officeDocument/2006/relationships/customXml" Target="../ink/ink2449.xml"/><Relationship Id="rId8" Type="http://schemas.openxmlformats.org/officeDocument/2006/relationships/customXml" Target="../ink/ink2369.xml"/><Relationship Id="rId51" Type="http://schemas.openxmlformats.org/officeDocument/2006/relationships/image" Target="../media/image2304.png"/><Relationship Id="rId72" Type="http://schemas.openxmlformats.org/officeDocument/2006/relationships/customXml" Target="../ink/ink2401.xml"/><Relationship Id="rId93" Type="http://schemas.openxmlformats.org/officeDocument/2006/relationships/image" Target="../media/image2324.png"/><Relationship Id="rId98" Type="http://schemas.openxmlformats.org/officeDocument/2006/relationships/customXml" Target="../ink/ink2414.xml"/><Relationship Id="rId121" Type="http://schemas.openxmlformats.org/officeDocument/2006/relationships/image" Target="../media/image2338.png"/><Relationship Id="rId142" Type="http://schemas.openxmlformats.org/officeDocument/2006/relationships/customXml" Target="../ink/ink2436.xml"/><Relationship Id="rId163" Type="http://schemas.openxmlformats.org/officeDocument/2006/relationships/image" Target="../media/image2359.png"/><Relationship Id="rId184" Type="http://schemas.openxmlformats.org/officeDocument/2006/relationships/customXml" Target="../ink/ink2457.xml"/><Relationship Id="rId189" Type="http://schemas.openxmlformats.org/officeDocument/2006/relationships/image" Target="../media/image2372.png"/><Relationship Id="rId3" Type="http://schemas.openxmlformats.org/officeDocument/2006/relationships/image" Target="../media/image7010.png"/><Relationship Id="rId25" Type="http://schemas.openxmlformats.org/officeDocument/2006/relationships/image" Target="../media/image2291.png"/><Relationship Id="rId46" Type="http://schemas.openxmlformats.org/officeDocument/2006/relationships/customXml" Target="../ink/ink2388.xml"/><Relationship Id="rId67" Type="http://schemas.openxmlformats.org/officeDocument/2006/relationships/image" Target="../media/image2312.png"/><Relationship Id="rId116" Type="http://schemas.openxmlformats.org/officeDocument/2006/relationships/customXml" Target="../ink/ink2423.xml"/><Relationship Id="rId137" Type="http://schemas.openxmlformats.org/officeDocument/2006/relationships/image" Target="../media/image2346.png"/><Relationship Id="rId158" Type="http://schemas.openxmlformats.org/officeDocument/2006/relationships/customXml" Target="../ink/ink2444.xml"/><Relationship Id="rId20" Type="http://schemas.openxmlformats.org/officeDocument/2006/relationships/customXml" Target="../ink/ink2375.xml"/><Relationship Id="rId41" Type="http://schemas.openxmlformats.org/officeDocument/2006/relationships/image" Target="../media/image2299.png"/><Relationship Id="rId62" Type="http://schemas.openxmlformats.org/officeDocument/2006/relationships/customXml" Target="../ink/ink2396.xml"/><Relationship Id="rId83" Type="http://schemas.openxmlformats.org/officeDocument/2006/relationships/image" Target="../media/image2320.png"/><Relationship Id="rId88" Type="http://schemas.openxmlformats.org/officeDocument/2006/relationships/customXml" Target="../ink/ink2409.xml"/><Relationship Id="rId111" Type="http://schemas.openxmlformats.org/officeDocument/2006/relationships/image" Target="../media/image2333.png"/><Relationship Id="rId132" Type="http://schemas.openxmlformats.org/officeDocument/2006/relationships/customXml" Target="../ink/ink2431.xml"/><Relationship Id="rId153" Type="http://schemas.openxmlformats.org/officeDocument/2006/relationships/image" Target="../media/image2354.png"/><Relationship Id="rId174" Type="http://schemas.openxmlformats.org/officeDocument/2006/relationships/customXml" Target="../ink/ink2452.xml"/><Relationship Id="rId179" Type="http://schemas.openxmlformats.org/officeDocument/2006/relationships/image" Target="../media/image2367.png"/><Relationship Id="rId190" Type="http://schemas.openxmlformats.org/officeDocument/2006/relationships/customXml" Target="../ink/ink2460.xml"/><Relationship Id="rId15" Type="http://schemas.openxmlformats.org/officeDocument/2006/relationships/image" Target="../media/image2287.png"/><Relationship Id="rId36" Type="http://schemas.openxmlformats.org/officeDocument/2006/relationships/customXml" Target="../ink/ink2383.xml"/><Relationship Id="rId57" Type="http://schemas.openxmlformats.org/officeDocument/2006/relationships/image" Target="../media/image2307.png"/><Relationship Id="rId106" Type="http://schemas.openxmlformats.org/officeDocument/2006/relationships/customXml" Target="../ink/ink2418.xml"/><Relationship Id="rId127" Type="http://schemas.openxmlformats.org/officeDocument/2006/relationships/image" Target="../media/image2341.png"/><Relationship Id="rId10" Type="http://schemas.openxmlformats.org/officeDocument/2006/relationships/customXml" Target="../ink/ink2370.xml"/><Relationship Id="rId31" Type="http://schemas.openxmlformats.org/officeDocument/2006/relationships/image" Target="../media/image2294.png"/><Relationship Id="rId52" Type="http://schemas.openxmlformats.org/officeDocument/2006/relationships/customXml" Target="../ink/ink2391.xml"/><Relationship Id="rId73" Type="http://schemas.openxmlformats.org/officeDocument/2006/relationships/image" Target="../media/image2315.png"/><Relationship Id="rId78" Type="http://schemas.openxmlformats.org/officeDocument/2006/relationships/customXml" Target="../ink/ink2404.xml"/><Relationship Id="rId94" Type="http://schemas.openxmlformats.org/officeDocument/2006/relationships/customXml" Target="../ink/ink2412.xml"/><Relationship Id="rId99" Type="http://schemas.openxmlformats.org/officeDocument/2006/relationships/image" Target="../media/image2327.png"/><Relationship Id="rId101" Type="http://schemas.openxmlformats.org/officeDocument/2006/relationships/image" Target="../media/image2328.png"/><Relationship Id="rId122" Type="http://schemas.openxmlformats.org/officeDocument/2006/relationships/customXml" Target="../ink/ink2426.xml"/><Relationship Id="rId143" Type="http://schemas.openxmlformats.org/officeDocument/2006/relationships/image" Target="../media/image2349.png"/><Relationship Id="rId148" Type="http://schemas.openxmlformats.org/officeDocument/2006/relationships/customXml" Target="../ink/ink2439.xml"/><Relationship Id="rId164" Type="http://schemas.openxmlformats.org/officeDocument/2006/relationships/customXml" Target="../ink/ink2447.xml"/><Relationship Id="rId169" Type="http://schemas.openxmlformats.org/officeDocument/2006/relationships/image" Target="../media/image2362.png"/><Relationship Id="rId185" Type="http://schemas.openxmlformats.org/officeDocument/2006/relationships/image" Target="../media/image2370.png"/><Relationship Id="rId4" Type="http://schemas.openxmlformats.org/officeDocument/2006/relationships/image" Target="../media/image17280.png"/><Relationship Id="rId9" Type="http://schemas.openxmlformats.org/officeDocument/2006/relationships/image" Target="../media/image2285.png"/><Relationship Id="rId180" Type="http://schemas.openxmlformats.org/officeDocument/2006/relationships/customXml" Target="../ink/ink2455.xml"/><Relationship Id="rId26" Type="http://schemas.openxmlformats.org/officeDocument/2006/relationships/customXml" Target="../ink/ink2378.xml"/><Relationship Id="rId47" Type="http://schemas.openxmlformats.org/officeDocument/2006/relationships/image" Target="../media/image2302.png"/><Relationship Id="rId68" Type="http://schemas.openxmlformats.org/officeDocument/2006/relationships/customXml" Target="../ink/ink2399.xml"/><Relationship Id="rId89" Type="http://schemas.openxmlformats.org/officeDocument/2006/relationships/image" Target="../media/image1777.png"/><Relationship Id="rId112" Type="http://schemas.openxmlformats.org/officeDocument/2006/relationships/customXml" Target="../ink/ink2421.xml"/><Relationship Id="rId133" Type="http://schemas.openxmlformats.org/officeDocument/2006/relationships/image" Target="../media/image2344.png"/><Relationship Id="rId154" Type="http://schemas.openxmlformats.org/officeDocument/2006/relationships/customXml" Target="../ink/ink2442.xml"/><Relationship Id="rId175" Type="http://schemas.openxmlformats.org/officeDocument/2006/relationships/image" Target="../media/image2365.png"/><Relationship Id="rId16" Type="http://schemas.openxmlformats.org/officeDocument/2006/relationships/customXml" Target="../ink/ink2373.xml"/><Relationship Id="rId37" Type="http://schemas.openxmlformats.org/officeDocument/2006/relationships/image" Target="../media/image2297.png"/><Relationship Id="rId58" Type="http://schemas.openxmlformats.org/officeDocument/2006/relationships/customXml" Target="../ink/ink2394.xml"/><Relationship Id="rId79" Type="http://schemas.openxmlformats.org/officeDocument/2006/relationships/image" Target="../media/image2318.png"/><Relationship Id="rId102" Type="http://schemas.openxmlformats.org/officeDocument/2006/relationships/customXml" Target="../ink/ink2416.xml"/><Relationship Id="rId123" Type="http://schemas.openxmlformats.org/officeDocument/2006/relationships/image" Target="../media/image2339.png"/><Relationship Id="rId144" Type="http://schemas.openxmlformats.org/officeDocument/2006/relationships/customXml" Target="../ink/ink2437.xml"/><Relationship Id="rId90" Type="http://schemas.openxmlformats.org/officeDocument/2006/relationships/customXml" Target="../ink/ink2410.xml"/><Relationship Id="rId165" Type="http://schemas.openxmlformats.org/officeDocument/2006/relationships/image" Target="../media/image2360.png"/><Relationship Id="rId186" Type="http://schemas.openxmlformats.org/officeDocument/2006/relationships/customXml" Target="../ink/ink2458.xml"/><Relationship Id="rId27" Type="http://schemas.openxmlformats.org/officeDocument/2006/relationships/image" Target="../media/image2292.png"/><Relationship Id="rId48" Type="http://schemas.openxmlformats.org/officeDocument/2006/relationships/customXml" Target="../ink/ink2389.xml"/><Relationship Id="rId69" Type="http://schemas.openxmlformats.org/officeDocument/2006/relationships/image" Target="../media/image2313.png"/><Relationship Id="rId113" Type="http://schemas.openxmlformats.org/officeDocument/2006/relationships/image" Target="../media/image2334.png"/><Relationship Id="rId134" Type="http://schemas.openxmlformats.org/officeDocument/2006/relationships/customXml" Target="../ink/ink2432.xml"/><Relationship Id="rId80" Type="http://schemas.openxmlformats.org/officeDocument/2006/relationships/customXml" Target="../ink/ink2405.xml"/><Relationship Id="rId155" Type="http://schemas.openxmlformats.org/officeDocument/2006/relationships/image" Target="../media/image2355.png"/><Relationship Id="rId176" Type="http://schemas.openxmlformats.org/officeDocument/2006/relationships/customXml" Target="../ink/ink2453.xml"/><Relationship Id="rId17" Type="http://schemas.openxmlformats.org/officeDocument/2006/relationships/image" Target="../media/image2288.png"/><Relationship Id="rId38" Type="http://schemas.openxmlformats.org/officeDocument/2006/relationships/customXml" Target="../ink/ink2384.xml"/><Relationship Id="rId59" Type="http://schemas.openxmlformats.org/officeDocument/2006/relationships/image" Target="../media/image2308.png"/><Relationship Id="rId103" Type="http://schemas.openxmlformats.org/officeDocument/2006/relationships/image" Target="../media/image2329.png"/><Relationship Id="rId124" Type="http://schemas.openxmlformats.org/officeDocument/2006/relationships/customXml" Target="../ink/ink2427.xml"/><Relationship Id="rId70" Type="http://schemas.openxmlformats.org/officeDocument/2006/relationships/customXml" Target="../ink/ink2400.xml"/><Relationship Id="rId91" Type="http://schemas.openxmlformats.org/officeDocument/2006/relationships/image" Target="../media/image2323.png"/><Relationship Id="rId145" Type="http://schemas.openxmlformats.org/officeDocument/2006/relationships/image" Target="../media/image2350.png"/><Relationship Id="rId166" Type="http://schemas.openxmlformats.org/officeDocument/2006/relationships/customXml" Target="../ink/ink2448.xml"/><Relationship Id="rId187" Type="http://schemas.openxmlformats.org/officeDocument/2006/relationships/image" Target="../media/image2371.png"/><Relationship Id="rId1" Type="http://schemas.openxmlformats.org/officeDocument/2006/relationships/slideLayout" Target="../slideLayouts/slideLayout2.xml"/><Relationship Id="rId28" Type="http://schemas.openxmlformats.org/officeDocument/2006/relationships/customXml" Target="../ink/ink2379.xml"/><Relationship Id="rId49" Type="http://schemas.openxmlformats.org/officeDocument/2006/relationships/image" Target="../media/image2303.png"/><Relationship Id="rId114" Type="http://schemas.openxmlformats.org/officeDocument/2006/relationships/customXml" Target="../ink/ink2422.xml"/><Relationship Id="rId60" Type="http://schemas.openxmlformats.org/officeDocument/2006/relationships/customXml" Target="../ink/ink2395.xml"/><Relationship Id="rId81" Type="http://schemas.openxmlformats.org/officeDocument/2006/relationships/image" Target="../media/image2319.png"/><Relationship Id="rId135" Type="http://schemas.openxmlformats.org/officeDocument/2006/relationships/image" Target="../media/image2345.png"/><Relationship Id="rId156" Type="http://schemas.openxmlformats.org/officeDocument/2006/relationships/customXml" Target="../ink/ink2443.xml"/><Relationship Id="rId177" Type="http://schemas.openxmlformats.org/officeDocument/2006/relationships/image" Target="../media/image2366.png"/><Relationship Id="rId18" Type="http://schemas.openxmlformats.org/officeDocument/2006/relationships/customXml" Target="../ink/ink2374.xml"/><Relationship Id="rId39" Type="http://schemas.openxmlformats.org/officeDocument/2006/relationships/image" Target="../media/image2298.png"/></Relationships>
</file>

<file path=ppt/slides/_rels/slide52.xml.rels><?xml version="1.0" encoding="UTF-8" standalone="yes"?>
<Relationships xmlns="http://schemas.openxmlformats.org/package/2006/relationships"><Relationship Id="rId117" Type="http://schemas.openxmlformats.org/officeDocument/2006/relationships/customXml" Target="../ink/ink2518.xml"/><Relationship Id="rId299" Type="http://schemas.openxmlformats.org/officeDocument/2006/relationships/customXml" Target="../ink/ink2609.xml"/><Relationship Id="rId21" Type="http://schemas.openxmlformats.org/officeDocument/2006/relationships/image" Target="../media/image2289.png"/><Relationship Id="rId63" Type="http://schemas.openxmlformats.org/officeDocument/2006/relationships/customXml" Target="../ink/ink2491.xml"/><Relationship Id="rId159" Type="http://schemas.openxmlformats.org/officeDocument/2006/relationships/customXml" Target="../ink/ink2539.xml"/><Relationship Id="rId324" Type="http://schemas.openxmlformats.org/officeDocument/2006/relationships/image" Target="../media/image2518.png"/><Relationship Id="rId366" Type="http://schemas.openxmlformats.org/officeDocument/2006/relationships/image" Target="../media/image2539.png"/><Relationship Id="rId170" Type="http://schemas.openxmlformats.org/officeDocument/2006/relationships/image" Target="../media/image2441.png"/><Relationship Id="rId226" Type="http://schemas.openxmlformats.org/officeDocument/2006/relationships/image" Target="../media/image2469.png"/><Relationship Id="rId433" Type="http://schemas.openxmlformats.org/officeDocument/2006/relationships/customXml" Target="../ink/ink2676.xml"/><Relationship Id="rId268" Type="http://schemas.openxmlformats.org/officeDocument/2006/relationships/image" Target="../media/image2490.png"/><Relationship Id="rId475" Type="http://schemas.openxmlformats.org/officeDocument/2006/relationships/customXml" Target="../ink/ink2697.xml"/><Relationship Id="rId32" Type="http://schemas.openxmlformats.org/officeDocument/2006/relationships/customXml" Target="../ink/ink2475.xml"/><Relationship Id="rId74" Type="http://schemas.openxmlformats.org/officeDocument/2006/relationships/image" Target="../media/image2392.png"/><Relationship Id="rId128" Type="http://schemas.openxmlformats.org/officeDocument/2006/relationships/image" Target="../media/image2420.png"/><Relationship Id="rId335" Type="http://schemas.openxmlformats.org/officeDocument/2006/relationships/customXml" Target="../ink/ink2627.xml"/><Relationship Id="rId377" Type="http://schemas.openxmlformats.org/officeDocument/2006/relationships/customXml" Target="../ink/ink2648.xml"/><Relationship Id="rId5" Type="http://schemas.openxmlformats.org/officeDocument/2006/relationships/image" Target="../media/image7210.png"/><Relationship Id="rId181" Type="http://schemas.openxmlformats.org/officeDocument/2006/relationships/customXml" Target="../ink/ink2550.xml"/><Relationship Id="rId237" Type="http://schemas.openxmlformats.org/officeDocument/2006/relationships/customXml" Target="../ink/ink2578.xml"/><Relationship Id="rId402" Type="http://schemas.openxmlformats.org/officeDocument/2006/relationships/image" Target="../media/image2557.png"/><Relationship Id="rId279" Type="http://schemas.openxmlformats.org/officeDocument/2006/relationships/customXml" Target="../ink/ink2599.xml"/><Relationship Id="rId444" Type="http://schemas.openxmlformats.org/officeDocument/2006/relationships/image" Target="../media/image2578.png"/><Relationship Id="rId43" Type="http://schemas.openxmlformats.org/officeDocument/2006/relationships/customXml" Target="../ink/ink2481.xml"/><Relationship Id="rId139" Type="http://schemas.openxmlformats.org/officeDocument/2006/relationships/customXml" Target="../ink/ink2529.xml"/><Relationship Id="rId290" Type="http://schemas.openxmlformats.org/officeDocument/2006/relationships/image" Target="../media/image2501.png"/><Relationship Id="rId304" Type="http://schemas.openxmlformats.org/officeDocument/2006/relationships/image" Target="../media/image2508.png"/><Relationship Id="rId346" Type="http://schemas.openxmlformats.org/officeDocument/2006/relationships/image" Target="../media/image2529.png"/><Relationship Id="rId388" Type="http://schemas.openxmlformats.org/officeDocument/2006/relationships/image" Target="../media/image2550.png"/><Relationship Id="rId85" Type="http://schemas.openxmlformats.org/officeDocument/2006/relationships/customXml" Target="../ink/ink2502.xml"/><Relationship Id="rId150" Type="http://schemas.openxmlformats.org/officeDocument/2006/relationships/image" Target="../media/image2431.png"/><Relationship Id="rId192" Type="http://schemas.openxmlformats.org/officeDocument/2006/relationships/image" Target="../media/image2452.png"/><Relationship Id="rId206" Type="http://schemas.openxmlformats.org/officeDocument/2006/relationships/image" Target="../media/image2459.png"/><Relationship Id="rId413" Type="http://schemas.openxmlformats.org/officeDocument/2006/relationships/customXml" Target="../ink/ink2666.xml"/><Relationship Id="rId248" Type="http://schemas.openxmlformats.org/officeDocument/2006/relationships/image" Target="../media/image2480.png"/><Relationship Id="rId455" Type="http://schemas.openxmlformats.org/officeDocument/2006/relationships/customXml" Target="../ink/ink2687.xml"/><Relationship Id="rId12" Type="http://schemas.openxmlformats.org/officeDocument/2006/relationships/customXml" Target="../ink/ink2465.xml"/><Relationship Id="rId108" Type="http://schemas.openxmlformats.org/officeDocument/2006/relationships/image" Target="../media/image2409.png"/><Relationship Id="rId315" Type="http://schemas.openxmlformats.org/officeDocument/2006/relationships/customXml" Target="../ink/ink2617.xml"/><Relationship Id="rId357" Type="http://schemas.openxmlformats.org/officeDocument/2006/relationships/customXml" Target="../ink/ink2638.xml"/><Relationship Id="rId54" Type="http://schemas.openxmlformats.org/officeDocument/2006/relationships/image" Target="../media/image2382.png"/><Relationship Id="rId96" Type="http://schemas.openxmlformats.org/officeDocument/2006/relationships/image" Target="../media/image2403.png"/><Relationship Id="rId161" Type="http://schemas.openxmlformats.org/officeDocument/2006/relationships/customXml" Target="../ink/ink2540.xml"/><Relationship Id="rId217" Type="http://schemas.openxmlformats.org/officeDocument/2006/relationships/customXml" Target="../ink/ink2568.xml"/><Relationship Id="rId399" Type="http://schemas.openxmlformats.org/officeDocument/2006/relationships/customXml" Target="../ink/ink2659.xml"/><Relationship Id="rId259" Type="http://schemas.openxmlformats.org/officeDocument/2006/relationships/customXml" Target="../ink/ink2589.xml"/><Relationship Id="rId424" Type="http://schemas.openxmlformats.org/officeDocument/2006/relationships/image" Target="../media/image2568.png"/><Relationship Id="rId466" Type="http://schemas.openxmlformats.org/officeDocument/2006/relationships/image" Target="../media/image2589.png"/><Relationship Id="rId23" Type="http://schemas.openxmlformats.org/officeDocument/2006/relationships/image" Target="../media/image2290.png"/><Relationship Id="rId119" Type="http://schemas.openxmlformats.org/officeDocument/2006/relationships/customXml" Target="../ink/ink2519.xml"/><Relationship Id="rId270" Type="http://schemas.openxmlformats.org/officeDocument/2006/relationships/image" Target="../media/image2491.png"/><Relationship Id="rId326" Type="http://schemas.openxmlformats.org/officeDocument/2006/relationships/image" Target="../media/image2519.png"/><Relationship Id="rId65" Type="http://schemas.openxmlformats.org/officeDocument/2006/relationships/customXml" Target="../ink/ink2492.xml"/><Relationship Id="rId130" Type="http://schemas.openxmlformats.org/officeDocument/2006/relationships/image" Target="../media/image2421.png"/><Relationship Id="rId368" Type="http://schemas.openxmlformats.org/officeDocument/2006/relationships/image" Target="../media/image2540.png"/><Relationship Id="rId172" Type="http://schemas.openxmlformats.org/officeDocument/2006/relationships/image" Target="../media/image2442.png"/><Relationship Id="rId228" Type="http://schemas.openxmlformats.org/officeDocument/2006/relationships/image" Target="../media/image2470.png"/><Relationship Id="rId435" Type="http://schemas.openxmlformats.org/officeDocument/2006/relationships/customXml" Target="../ink/ink2677.xml"/><Relationship Id="rId477" Type="http://schemas.openxmlformats.org/officeDocument/2006/relationships/customXml" Target="../ink/ink2698.xml"/><Relationship Id="rId281" Type="http://schemas.openxmlformats.org/officeDocument/2006/relationships/customXml" Target="../ink/ink2600.xml"/><Relationship Id="rId337" Type="http://schemas.openxmlformats.org/officeDocument/2006/relationships/customXml" Target="../ink/ink2628.xml"/><Relationship Id="rId34" Type="http://schemas.openxmlformats.org/officeDocument/2006/relationships/customXml" Target="../ink/ink2476.xml"/><Relationship Id="rId76" Type="http://schemas.openxmlformats.org/officeDocument/2006/relationships/image" Target="../media/image2393.png"/><Relationship Id="rId141" Type="http://schemas.openxmlformats.org/officeDocument/2006/relationships/customXml" Target="../ink/ink2530.xml"/><Relationship Id="rId379" Type="http://schemas.openxmlformats.org/officeDocument/2006/relationships/customXml" Target="../ink/ink2649.xml"/><Relationship Id="rId7" Type="http://schemas.openxmlformats.org/officeDocument/2006/relationships/image" Target="../media/image2284.png"/><Relationship Id="rId183" Type="http://schemas.openxmlformats.org/officeDocument/2006/relationships/customXml" Target="../ink/ink2551.xml"/><Relationship Id="rId239" Type="http://schemas.openxmlformats.org/officeDocument/2006/relationships/customXml" Target="../ink/ink2579.xml"/><Relationship Id="rId390" Type="http://schemas.openxmlformats.org/officeDocument/2006/relationships/image" Target="../media/image2551.png"/><Relationship Id="rId404" Type="http://schemas.openxmlformats.org/officeDocument/2006/relationships/image" Target="../media/image2558.png"/><Relationship Id="rId446" Type="http://schemas.openxmlformats.org/officeDocument/2006/relationships/image" Target="../media/image2579.png"/><Relationship Id="rId250" Type="http://schemas.openxmlformats.org/officeDocument/2006/relationships/image" Target="../media/image2481.png"/><Relationship Id="rId292" Type="http://schemas.openxmlformats.org/officeDocument/2006/relationships/image" Target="../media/image2502.png"/><Relationship Id="rId306" Type="http://schemas.openxmlformats.org/officeDocument/2006/relationships/image" Target="../media/image2509.png"/><Relationship Id="rId45" Type="http://schemas.openxmlformats.org/officeDocument/2006/relationships/customXml" Target="../ink/ink2482.xml"/><Relationship Id="rId87" Type="http://schemas.openxmlformats.org/officeDocument/2006/relationships/customXml" Target="../ink/ink2503.xml"/><Relationship Id="rId110" Type="http://schemas.openxmlformats.org/officeDocument/2006/relationships/image" Target="../media/image2411.png"/><Relationship Id="rId348" Type="http://schemas.openxmlformats.org/officeDocument/2006/relationships/image" Target="../media/image2530.png"/><Relationship Id="rId152" Type="http://schemas.openxmlformats.org/officeDocument/2006/relationships/image" Target="../media/image2432.png"/><Relationship Id="rId194" Type="http://schemas.openxmlformats.org/officeDocument/2006/relationships/image" Target="../media/image2453.png"/><Relationship Id="rId208" Type="http://schemas.openxmlformats.org/officeDocument/2006/relationships/image" Target="../media/image2460.png"/><Relationship Id="rId415" Type="http://schemas.openxmlformats.org/officeDocument/2006/relationships/customXml" Target="../ink/ink2667.xml"/><Relationship Id="rId457" Type="http://schemas.openxmlformats.org/officeDocument/2006/relationships/customXml" Target="../ink/ink2688.xml"/><Relationship Id="rId261" Type="http://schemas.openxmlformats.org/officeDocument/2006/relationships/customXml" Target="../ink/ink2590.xml"/><Relationship Id="rId14" Type="http://schemas.openxmlformats.org/officeDocument/2006/relationships/customXml" Target="../ink/ink2466.xml"/><Relationship Id="rId56" Type="http://schemas.openxmlformats.org/officeDocument/2006/relationships/image" Target="../media/image2383.png"/><Relationship Id="rId317" Type="http://schemas.openxmlformats.org/officeDocument/2006/relationships/customXml" Target="../ink/ink2618.xml"/><Relationship Id="rId359" Type="http://schemas.openxmlformats.org/officeDocument/2006/relationships/customXml" Target="../ink/ink2639.xml"/><Relationship Id="rId98" Type="http://schemas.openxmlformats.org/officeDocument/2006/relationships/image" Target="../media/image2404.png"/><Relationship Id="rId121" Type="http://schemas.openxmlformats.org/officeDocument/2006/relationships/customXml" Target="../ink/ink2520.xml"/><Relationship Id="rId163" Type="http://schemas.openxmlformats.org/officeDocument/2006/relationships/customXml" Target="../ink/ink2541.xml"/><Relationship Id="rId219" Type="http://schemas.openxmlformats.org/officeDocument/2006/relationships/customXml" Target="../ink/ink2569.xml"/><Relationship Id="rId370" Type="http://schemas.openxmlformats.org/officeDocument/2006/relationships/image" Target="../media/image2541.png"/><Relationship Id="rId426" Type="http://schemas.openxmlformats.org/officeDocument/2006/relationships/image" Target="../media/image2569.png"/><Relationship Id="rId230" Type="http://schemas.openxmlformats.org/officeDocument/2006/relationships/image" Target="../media/image2471.png"/><Relationship Id="rId468" Type="http://schemas.openxmlformats.org/officeDocument/2006/relationships/image" Target="../media/image2590.png"/><Relationship Id="rId25" Type="http://schemas.openxmlformats.org/officeDocument/2006/relationships/image" Target="../media/image2291.png"/><Relationship Id="rId67" Type="http://schemas.openxmlformats.org/officeDocument/2006/relationships/customXml" Target="../ink/ink2493.xml"/><Relationship Id="rId272" Type="http://schemas.openxmlformats.org/officeDocument/2006/relationships/image" Target="../media/image2492.png"/><Relationship Id="rId328" Type="http://schemas.openxmlformats.org/officeDocument/2006/relationships/image" Target="../media/image2520.png"/><Relationship Id="rId132" Type="http://schemas.openxmlformats.org/officeDocument/2006/relationships/image" Target="../media/image2422.png"/><Relationship Id="rId174" Type="http://schemas.openxmlformats.org/officeDocument/2006/relationships/image" Target="../media/image2443.png"/><Relationship Id="rId381" Type="http://schemas.openxmlformats.org/officeDocument/2006/relationships/customXml" Target="../ink/ink2650.xml"/><Relationship Id="rId241" Type="http://schemas.openxmlformats.org/officeDocument/2006/relationships/customXml" Target="../ink/ink2580.xml"/><Relationship Id="rId437" Type="http://schemas.openxmlformats.org/officeDocument/2006/relationships/customXml" Target="../ink/ink2678.xml"/><Relationship Id="rId479" Type="http://schemas.openxmlformats.org/officeDocument/2006/relationships/customXml" Target="../ink/ink2699.xml"/><Relationship Id="rId36" Type="http://schemas.openxmlformats.org/officeDocument/2006/relationships/customXml" Target="../ink/ink2477.xml"/><Relationship Id="rId283" Type="http://schemas.openxmlformats.org/officeDocument/2006/relationships/customXml" Target="../ink/ink2601.xml"/><Relationship Id="rId339" Type="http://schemas.openxmlformats.org/officeDocument/2006/relationships/customXml" Target="../ink/ink2629.xml"/><Relationship Id="rId78" Type="http://schemas.openxmlformats.org/officeDocument/2006/relationships/image" Target="../media/image2394.png"/><Relationship Id="rId101" Type="http://schemas.openxmlformats.org/officeDocument/2006/relationships/customXml" Target="../ink/ink2510.xml"/><Relationship Id="rId143" Type="http://schemas.openxmlformats.org/officeDocument/2006/relationships/customXml" Target="../ink/ink2531.xml"/><Relationship Id="rId185" Type="http://schemas.openxmlformats.org/officeDocument/2006/relationships/customXml" Target="../ink/ink2552.xml"/><Relationship Id="rId350" Type="http://schemas.openxmlformats.org/officeDocument/2006/relationships/image" Target="../media/image2531.png"/><Relationship Id="rId406" Type="http://schemas.openxmlformats.org/officeDocument/2006/relationships/image" Target="../media/image2559.png"/><Relationship Id="rId9" Type="http://schemas.openxmlformats.org/officeDocument/2006/relationships/image" Target="../media/image2285.png"/><Relationship Id="rId210" Type="http://schemas.openxmlformats.org/officeDocument/2006/relationships/image" Target="../media/image2461.png"/><Relationship Id="rId392" Type="http://schemas.openxmlformats.org/officeDocument/2006/relationships/image" Target="../media/image2552.png"/><Relationship Id="rId448" Type="http://schemas.openxmlformats.org/officeDocument/2006/relationships/image" Target="../media/image2580.png"/><Relationship Id="rId252" Type="http://schemas.openxmlformats.org/officeDocument/2006/relationships/image" Target="../media/image2482.png"/><Relationship Id="rId294" Type="http://schemas.openxmlformats.org/officeDocument/2006/relationships/image" Target="../media/image2503.png"/><Relationship Id="rId308" Type="http://schemas.openxmlformats.org/officeDocument/2006/relationships/image" Target="../media/image2510.png"/><Relationship Id="rId47" Type="http://schemas.openxmlformats.org/officeDocument/2006/relationships/customXml" Target="../ink/ink2483.xml"/><Relationship Id="rId89" Type="http://schemas.openxmlformats.org/officeDocument/2006/relationships/customXml" Target="../ink/ink2504.xml"/><Relationship Id="rId112" Type="http://schemas.openxmlformats.org/officeDocument/2006/relationships/image" Target="../media/image2412.png"/><Relationship Id="rId154" Type="http://schemas.openxmlformats.org/officeDocument/2006/relationships/image" Target="../media/image2433.png"/><Relationship Id="rId361" Type="http://schemas.openxmlformats.org/officeDocument/2006/relationships/customXml" Target="../ink/ink2640.xml"/><Relationship Id="rId196" Type="http://schemas.openxmlformats.org/officeDocument/2006/relationships/image" Target="../media/image2454.png"/><Relationship Id="rId417" Type="http://schemas.openxmlformats.org/officeDocument/2006/relationships/customXml" Target="../ink/ink2668.xml"/><Relationship Id="rId459" Type="http://schemas.openxmlformats.org/officeDocument/2006/relationships/customXml" Target="../ink/ink2689.xml"/><Relationship Id="rId16" Type="http://schemas.openxmlformats.org/officeDocument/2006/relationships/customXml" Target="../ink/ink2467.xml"/><Relationship Id="rId221" Type="http://schemas.openxmlformats.org/officeDocument/2006/relationships/customXml" Target="../ink/ink2570.xml"/><Relationship Id="rId263" Type="http://schemas.openxmlformats.org/officeDocument/2006/relationships/customXml" Target="../ink/ink2591.xml"/><Relationship Id="rId319" Type="http://schemas.openxmlformats.org/officeDocument/2006/relationships/customXml" Target="../ink/ink2619.xml"/><Relationship Id="rId470" Type="http://schemas.openxmlformats.org/officeDocument/2006/relationships/image" Target="../media/image2591.png"/><Relationship Id="rId58" Type="http://schemas.openxmlformats.org/officeDocument/2006/relationships/image" Target="../media/image2384.png"/><Relationship Id="rId123" Type="http://schemas.openxmlformats.org/officeDocument/2006/relationships/customXml" Target="../ink/ink2521.xml"/><Relationship Id="rId330" Type="http://schemas.openxmlformats.org/officeDocument/2006/relationships/image" Target="../media/image2521.png"/><Relationship Id="rId165" Type="http://schemas.openxmlformats.org/officeDocument/2006/relationships/customXml" Target="../ink/ink2542.xml"/><Relationship Id="rId372" Type="http://schemas.openxmlformats.org/officeDocument/2006/relationships/image" Target="../media/image2542.png"/><Relationship Id="rId428" Type="http://schemas.openxmlformats.org/officeDocument/2006/relationships/image" Target="../media/image2570.png"/><Relationship Id="rId232" Type="http://schemas.openxmlformats.org/officeDocument/2006/relationships/image" Target="../media/image2472.png"/><Relationship Id="rId274" Type="http://schemas.openxmlformats.org/officeDocument/2006/relationships/image" Target="../media/image2493.png"/><Relationship Id="rId481" Type="http://schemas.openxmlformats.org/officeDocument/2006/relationships/customXml" Target="../ink/ink2700.xml"/><Relationship Id="rId27" Type="http://schemas.openxmlformats.org/officeDocument/2006/relationships/image" Target="../media/image2292.png"/><Relationship Id="rId69" Type="http://schemas.openxmlformats.org/officeDocument/2006/relationships/customXml" Target="../ink/ink2494.xml"/><Relationship Id="rId134" Type="http://schemas.openxmlformats.org/officeDocument/2006/relationships/image" Target="../media/image2423.png"/><Relationship Id="rId80" Type="http://schemas.openxmlformats.org/officeDocument/2006/relationships/image" Target="../media/image2395.png"/><Relationship Id="rId176" Type="http://schemas.openxmlformats.org/officeDocument/2006/relationships/image" Target="../media/image2444.png"/><Relationship Id="rId341" Type="http://schemas.openxmlformats.org/officeDocument/2006/relationships/customXml" Target="../ink/ink2630.xml"/><Relationship Id="rId383" Type="http://schemas.openxmlformats.org/officeDocument/2006/relationships/customXml" Target="../ink/ink2651.xml"/><Relationship Id="rId439" Type="http://schemas.openxmlformats.org/officeDocument/2006/relationships/customXml" Target="../ink/ink2679.xml"/><Relationship Id="rId201" Type="http://schemas.openxmlformats.org/officeDocument/2006/relationships/customXml" Target="../ink/ink2560.xml"/><Relationship Id="rId243" Type="http://schemas.openxmlformats.org/officeDocument/2006/relationships/customXml" Target="../ink/ink2581.xml"/><Relationship Id="rId285" Type="http://schemas.openxmlformats.org/officeDocument/2006/relationships/customXml" Target="../ink/ink2602.xml"/><Relationship Id="rId450" Type="http://schemas.openxmlformats.org/officeDocument/2006/relationships/image" Target="../media/image2581.png"/><Relationship Id="rId38" Type="http://schemas.openxmlformats.org/officeDocument/2006/relationships/customXml" Target="../ink/ink2478.xml"/><Relationship Id="rId103" Type="http://schemas.openxmlformats.org/officeDocument/2006/relationships/customXml" Target="../ink/ink2511.xml"/><Relationship Id="rId310" Type="http://schemas.openxmlformats.org/officeDocument/2006/relationships/image" Target="../media/image2511.png"/><Relationship Id="rId91" Type="http://schemas.openxmlformats.org/officeDocument/2006/relationships/customXml" Target="../ink/ink2505.xml"/><Relationship Id="rId145" Type="http://schemas.openxmlformats.org/officeDocument/2006/relationships/customXml" Target="../ink/ink2532.xml"/><Relationship Id="rId187" Type="http://schemas.openxmlformats.org/officeDocument/2006/relationships/customXml" Target="../ink/ink2553.xml"/><Relationship Id="rId352" Type="http://schemas.openxmlformats.org/officeDocument/2006/relationships/image" Target="../media/image2532.png"/><Relationship Id="rId394" Type="http://schemas.openxmlformats.org/officeDocument/2006/relationships/image" Target="../media/image2553.png"/><Relationship Id="rId408" Type="http://schemas.openxmlformats.org/officeDocument/2006/relationships/image" Target="../media/image2560.png"/><Relationship Id="rId212" Type="http://schemas.openxmlformats.org/officeDocument/2006/relationships/image" Target="../media/image2462.png"/><Relationship Id="rId254" Type="http://schemas.openxmlformats.org/officeDocument/2006/relationships/image" Target="../media/image2483.png"/><Relationship Id="rId49" Type="http://schemas.openxmlformats.org/officeDocument/2006/relationships/customXml" Target="../ink/ink2484.xml"/><Relationship Id="rId114" Type="http://schemas.openxmlformats.org/officeDocument/2006/relationships/image" Target="../media/image2413.png"/><Relationship Id="rId296" Type="http://schemas.openxmlformats.org/officeDocument/2006/relationships/image" Target="../media/image2504.png"/><Relationship Id="rId461" Type="http://schemas.openxmlformats.org/officeDocument/2006/relationships/customXml" Target="../ink/ink2690.xml"/><Relationship Id="rId60" Type="http://schemas.openxmlformats.org/officeDocument/2006/relationships/image" Target="../media/image2385.png"/><Relationship Id="rId156" Type="http://schemas.openxmlformats.org/officeDocument/2006/relationships/image" Target="../media/image2434.png"/><Relationship Id="rId198" Type="http://schemas.openxmlformats.org/officeDocument/2006/relationships/image" Target="../media/image2455.png"/><Relationship Id="rId321" Type="http://schemas.openxmlformats.org/officeDocument/2006/relationships/customXml" Target="../ink/ink2620.xml"/><Relationship Id="rId363" Type="http://schemas.openxmlformats.org/officeDocument/2006/relationships/customXml" Target="../ink/ink2641.xml"/><Relationship Id="rId419" Type="http://schemas.openxmlformats.org/officeDocument/2006/relationships/customXml" Target="../ink/ink2669.xml"/><Relationship Id="rId223" Type="http://schemas.openxmlformats.org/officeDocument/2006/relationships/customXml" Target="../ink/ink2571.xml"/><Relationship Id="rId430" Type="http://schemas.openxmlformats.org/officeDocument/2006/relationships/image" Target="../media/image2571.png"/><Relationship Id="rId18" Type="http://schemas.openxmlformats.org/officeDocument/2006/relationships/customXml" Target="../ink/ink2468.xml"/><Relationship Id="rId265" Type="http://schemas.openxmlformats.org/officeDocument/2006/relationships/customXml" Target="../ink/ink2592.xml"/><Relationship Id="rId472" Type="http://schemas.openxmlformats.org/officeDocument/2006/relationships/image" Target="../media/image2592.png"/><Relationship Id="rId125" Type="http://schemas.openxmlformats.org/officeDocument/2006/relationships/customXml" Target="../ink/ink2522.xml"/><Relationship Id="rId167" Type="http://schemas.openxmlformats.org/officeDocument/2006/relationships/customXml" Target="../ink/ink2543.xml"/><Relationship Id="rId332" Type="http://schemas.openxmlformats.org/officeDocument/2006/relationships/image" Target="../media/image2522.png"/><Relationship Id="rId374" Type="http://schemas.openxmlformats.org/officeDocument/2006/relationships/image" Target="../media/image2543.png"/><Relationship Id="rId71" Type="http://schemas.openxmlformats.org/officeDocument/2006/relationships/customXml" Target="../ink/ink2495.xml"/><Relationship Id="rId234" Type="http://schemas.openxmlformats.org/officeDocument/2006/relationships/image" Target="../media/image2473.png"/><Relationship Id="rId2" Type="http://schemas.openxmlformats.org/officeDocument/2006/relationships/image" Target="../media/image2283.png"/><Relationship Id="rId29" Type="http://schemas.openxmlformats.org/officeDocument/2006/relationships/image" Target="../media/image2293.png"/><Relationship Id="rId276" Type="http://schemas.openxmlformats.org/officeDocument/2006/relationships/image" Target="../media/image2494.png"/><Relationship Id="rId441" Type="http://schemas.openxmlformats.org/officeDocument/2006/relationships/customXml" Target="../ink/ink2680.xml"/><Relationship Id="rId483" Type="http://schemas.openxmlformats.org/officeDocument/2006/relationships/customXml" Target="../ink/ink2701.xml"/><Relationship Id="rId40" Type="http://schemas.openxmlformats.org/officeDocument/2006/relationships/customXml" Target="../ink/ink2479.xml"/><Relationship Id="rId136" Type="http://schemas.openxmlformats.org/officeDocument/2006/relationships/image" Target="../media/image2424.png"/><Relationship Id="rId178" Type="http://schemas.openxmlformats.org/officeDocument/2006/relationships/image" Target="../media/image2445.png"/><Relationship Id="rId301" Type="http://schemas.openxmlformats.org/officeDocument/2006/relationships/customXml" Target="../ink/ink2610.xml"/><Relationship Id="rId343" Type="http://schemas.openxmlformats.org/officeDocument/2006/relationships/customXml" Target="../ink/ink2631.xml"/><Relationship Id="rId82" Type="http://schemas.openxmlformats.org/officeDocument/2006/relationships/image" Target="../media/image2396.png"/><Relationship Id="rId203" Type="http://schemas.openxmlformats.org/officeDocument/2006/relationships/customXml" Target="../ink/ink2561.xml"/><Relationship Id="rId385" Type="http://schemas.openxmlformats.org/officeDocument/2006/relationships/customXml" Target="../ink/ink2652.xml"/><Relationship Id="rId245" Type="http://schemas.openxmlformats.org/officeDocument/2006/relationships/customXml" Target="../ink/ink2582.xml"/><Relationship Id="rId287" Type="http://schemas.openxmlformats.org/officeDocument/2006/relationships/customXml" Target="../ink/ink2603.xml"/><Relationship Id="rId410" Type="http://schemas.openxmlformats.org/officeDocument/2006/relationships/image" Target="../media/image2561.png"/><Relationship Id="rId452" Type="http://schemas.openxmlformats.org/officeDocument/2006/relationships/image" Target="../media/image2582.png"/><Relationship Id="rId105" Type="http://schemas.openxmlformats.org/officeDocument/2006/relationships/customXml" Target="../ink/ink2512.xml"/><Relationship Id="rId147" Type="http://schemas.openxmlformats.org/officeDocument/2006/relationships/customXml" Target="../ink/ink2533.xml"/><Relationship Id="rId312" Type="http://schemas.openxmlformats.org/officeDocument/2006/relationships/image" Target="../media/image2512.png"/><Relationship Id="rId354" Type="http://schemas.openxmlformats.org/officeDocument/2006/relationships/image" Target="../media/image2533.png"/><Relationship Id="rId51" Type="http://schemas.openxmlformats.org/officeDocument/2006/relationships/customXml" Target="../ink/ink2485.xml"/><Relationship Id="rId93" Type="http://schemas.openxmlformats.org/officeDocument/2006/relationships/customXml" Target="../ink/ink2506.xml"/><Relationship Id="rId189" Type="http://schemas.openxmlformats.org/officeDocument/2006/relationships/customXml" Target="../ink/ink2554.xml"/><Relationship Id="rId396" Type="http://schemas.openxmlformats.org/officeDocument/2006/relationships/image" Target="../media/image2554.png"/><Relationship Id="rId3" Type="http://schemas.openxmlformats.org/officeDocument/2006/relationships/image" Target="../media/image2375.png"/><Relationship Id="rId214" Type="http://schemas.openxmlformats.org/officeDocument/2006/relationships/image" Target="../media/image2463.png"/><Relationship Id="rId235" Type="http://schemas.openxmlformats.org/officeDocument/2006/relationships/customXml" Target="../ink/ink2577.xml"/><Relationship Id="rId256" Type="http://schemas.openxmlformats.org/officeDocument/2006/relationships/image" Target="../media/image2484.png"/><Relationship Id="rId277" Type="http://schemas.openxmlformats.org/officeDocument/2006/relationships/customXml" Target="../ink/ink2598.xml"/><Relationship Id="rId298" Type="http://schemas.openxmlformats.org/officeDocument/2006/relationships/image" Target="../media/image2505.png"/><Relationship Id="rId400" Type="http://schemas.openxmlformats.org/officeDocument/2006/relationships/image" Target="../media/image2556.png"/><Relationship Id="rId421" Type="http://schemas.openxmlformats.org/officeDocument/2006/relationships/customXml" Target="../ink/ink2670.xml"/><Relationship Id="rId442" Type="http://schemas.openxmlformats.org/officeDocument/2006/relationships/image" Target="../media/image2577.png"/><Relationship Id="rId463" Type="http://schemas.openxmlformats.org/officeDocument/2006/relationships/customXml" Target="../ink/ink2691.xml"/><Relationship Id="rId484" Type="http://schemas.openxmlformats.org/officeDocument/2006/relationships/image" Target="../media/image2598.png"/><Relationship Id="rId116" Type="http://schemas.openxmlformats.org/officeDocument/2006/relationships/image" Target="../media/image2414.png"/><Relationship Id="rId137" Type="http://schemas.openxmlformats.org/officeDocument/2006/relationships/customXml" Target="../ink/ink2528.xml"/><Relationship Id="rId158" Type="http://schemas.openxmlformats.org/officeDocument/2006/relationships/image" Target="../media/image2435.png"/><Relationship Id="rId302" Type="http://schemas.openxmlformats.org/officeDocument/2006/relationships/image" Target="../media/image2507.png"/><Relationship Id="rId323" Type="http://schemas.openxmlformats.org/officeDocument/2006/relationships/customXml" Target="../ink/ink2621.xml"/><Relationship Id="rId344" Type="http://schemas.openxmlformats.org/officeDocument/2006/relationships/image" Target="../media/image2528.png"/><Relationship Id="rId20" Type="http://schemas.openxmlformats.org/officeDocument/2006/relationships/customXml" Target="../ink/ink2469.xml"/><Relationship Id="rId41" Type="http://schemas.openxmlformats.org/officeDocument/2006/relationships/customXml" Target="../ink/ink2480.xml"/><Relationship Id="rId62" Type="http://schemas.openxmlformats.org/officeDocument/2006/relationships/image" Target="../media/image2386.png"/><Relationship Id="rId83" Type="http://schemas.openxmlformats.org/officeDocument/2006/relationships/customXml" Target="../ink/ink2501.xml"/><Relationship Id="rId179" Type="http://schemas.openxmlformats.org/officeDocument/2006/relationships/customXml" Target="../ink/ink2549.xml"/><Relationship Id="rId365" Type="http://schemas.openxmlformats.org/officeDocument/2006/relationships/customXml" Target="../ink/ink2642.xml"/><Relationship Id="rId386" Type="http://schemas.openxmlformats.org/officeDocument/2006/relationships/image" Target="../media/image2549.png"/><Relationship Id="rId190" Type="http://schemas.openxmlformats.org/officeDocument/2006/relationships/image" Target="../media/image2451.png"/><Relationship Id="rId204" Type="http://schemas.openxmlformats.org/officeDocument/2006/relationships/image" Target="../media/image2458.png"/><Relationship Id="rId225" Type="http://schemas.openxmlformats.org/officeDocument/2006/relationships/customXml" Target="../ink/ink2572.xml"/><Relationship Id="rId246" Type="http://schemas.openxmlformats.org/officeDocument/2006/relationships/image" Target="../media/image2479.png"/><Relationship Id="rId267" Type="http://schemas.openxmlformats.org/officeDocument/2006/relationships/customXml" Target="../ink/ink2593.xml"/><Relationship Id="rId288" Type="http://schemas.openxmlformats.org/officeDocument/2006/relationships/image" Target="../media/image2500.png"/><Relationship Id="rId411" Type="http://schemas.openxmlformats.org/officeDocument/2006/relationships/customXml" Target="../ink/ink2665.xml"/><Relationship Id="rId432" Type="http://schemas.openxmlformats.org/officeDocument/2006/relationships/image" Target="../media/image2572.png"/><Relationship Id="rId453" Type="http://schemas.openxmlformats.org/officeDocument/2006/relationships/customXml" Target="../ink/ink2686.xml"/><Relationship Id="rId474" Type="http://schemas.openxmlformats.org/officeDocument/2006/relationships/image" Target="../media/image2593.png"/><Relationship Id="rId106" Type="http://schemas.openxmlformats.org/officeDocument/2006/relationships/image" Target="../media/image2408.png"/><Relationship Id="rId127" Type="http://schemas.openxmlformats.org/officeDocument/2006/relationships/customXml" Target="../ink/ink2523.xml"/><Relationship Id="rId313" Type="http://schemas.openxmlformats.org/officeDocument/2006/relationships/customXml" Target="../ink/ink2616.xml"/><Relationship Id="rId10" Type="http://schemas.openxmlformats.org/officeDocument/2006/relationships/customXml" Target="../ink/ink2464.xml"/><Relationship Id="rId31" Type="http://schemas.openxmlformats.org/officeDocument/2006/relationships/image" Target="../media/image2294.png"/><Relationship Id="rId52" Type="http://schemas.openxmlformats.org/officeDocument/2006/relationships/image" Target="../media/image2381.png"/><Relationship Id="rId73" Type="http://schemas.openxmlformats.org/officeDocument/2006/relationships/customXml" Target="../ink/ink2496.xml"/><Relationship Id="rId94" Type="http://schemas.openxmlformats.org/officeDocument/2006/relationships/image" Target="../media/image2402.png"/><Relationship Id="rId148" Type="http://schemas.openxmlformats.org/officeDocument/2006/relationships/image" Target="../media/image2430.png"/><Relationship Id="rId169" Type="http://schemas.openxmlformats.org/officeDocument/2006/relationships/customXml" Target="../ink/ink2544.xml"/><Relationship Id="rId334" Type="http://schemas.openxmlformats.org/officeDocument/2006/relationships/image" Target="../media/image2523.png"/><Relationship Id="rId355" Type="http://schemas.openxmlformats.org/officeDocument/2006/relationships/customXml" Target="../ink/ink2637.xml"/><Relationship Id="rId376" Type="http://schemas.openxmlformats.org/officeDocument/2006/relationships/image" Target="../media/image2544.png"/><Relationship Id="rId397" Type="http://schemas.openxmlformats.org/officeDocument/2006/relationships/customXml" Target="../ink/ink2658.xml"/><Relationship Id="rId180" Type="http://schemas.openxmlformats.org/officeDocument/2006/relationships/image" Target="../media/image2446.png"/><Relationship Id="rId215" Type="http://schemas.openxmlformats.org/officeDocument/2006/relationships/customXml" Target="../ink/ink2567.xml"/><Relationship Id="rId236" Type="http://schemas.openxmlformats.org/officeDocument/2006/relationships/image" Target="../media/image2474.png"/><Relationship Id="rId257" Type="http://schemas.openxmlformats.org/officeDocument/2006/relationships/customXml" Target="../ink/ink2588.xml"/><Relationship Id="rId278" Type="http://schemas.openxmlformats.org/officeDocument/2006/relationships/image" Target="../media/image2495.png"/><Relationship Id="rId401" Type="http://schemas.openxmlformats.org/officeDocument/2006/relationships/customXml" Target="../ink/ink2660.xml"/><Relationship Id="rId422" Type="http://schemas.openxmlformats.org/officeDocument/2006/relationships/image" Target="../media/image2567.png"/><Relationship Id="rId443" Type="http://schemas.openxmlformats.org/officeDocument/2006/relationships/customXml" Target="../ink/ink2681.xml"/><Relationship Id="rId464" Type="http://schemas.openxmlformats.org/officeDocument/2006/relationships/image" Target="../media/image2588.png"/><Relationship Id="rId303" Type="http://schemas.openxmlformats.org/officeDocument/2006/relationships/customXml" Target="../ink/ink2611.xml"/><Relationship Id="rId42" Type="http://schemas.openxmlformats.org/officeDocument/2006/relationships/image" Target="../media/image2376.png"/><Relationship Id="rId84" Type="http://schemas.openxmlformats.org/officeDocument/2006/relationships/image" Target="../media/image2397.png"/><Relationship Id="rId138" Type="http://schemas.openxmlformats.org/officeDocument/2006/relationships/image" Target="../media/image2425.png"/><Relationship Id="rId345" Type="http://schemas.openxmlformats.org/officeDocument/2006/relationships/customXml" Target="../ink/ink2632.xml"/><Relationship Id="rId387" Type="http://schemas.openxmlformats.org/officeDocument/2006/relationships/customXml" Target="../ink/ink2653.xml"/><Relationship Id="rId191" Type="http://schemas.openxmlformats.org/officeDocument/2006/relationships/customXml" Target="../ink/ink2555.xml"/><Relationship Id="rId205" Type="http://schemas.openxmlformats.org/officeDocument/2006/relationships/customXml" Target="../ink/ink2562.xml"/><Relationship Id="rId247" Type="http://schemas.openxmlformats.org/officeDocument/2006/relationships/customXml" Target="../ink/ink2583.xml"/><Relationship Id="rId412" Type="http://schemas.openxmlformats.org/officeDocument/2006/relationships/image" Target="../media/image2562.png"/><Relationship Id="rId107" Type="http://schemas.openxmlformats.org/officeDocument/2006/relationships/customXml" Target="../ink/ink2513.xml"/><Relationship Id="rId289" Type="http://schemas.openxmlformats.org/officeDocument/2006/relationships/customXml" Target="../ink/ink2604.xml"/><Relationship Id="rId454" Type="http://schemas.openxmlformats.org/officeDocument/2006/relationships/image" Target="../media/image2583.png"/><Relationship Id="rId11" Type="http://schemas.openxmlformats.org/officeDocument/2006/relationships/image" Target="../media/image2286.png"/><Relationship Id="rId53" Type="http://schemas.openxmlformats.org/officeDocument/2006/relationships/customXml" Target="../ink/ink2486.xml"/><Relationship Id="rId149" Type="http://schemas.openxmlformats.org/officeDocument/2006/relationships/customXml" Target="../ink/ink2534.xml"/><Relationship Id="rId314" Type="http://schemas.openxmlformats.org/officeDocument/2006/relationships/image" Target="../media/image2513.png"/><Relationship Id="rId356" Type="http://schemas.openxmlformats.org/officeDocument/2006/relationships/image" Target="../media/image2534.png"/><Relationship Id="rId398" Type="http://schemas.openxmlformats.org/officeDocument/2006/relationships/image" Target="../media/image2555.png"/><Relationship Id="rId95" Type="http://schemas.openxmlformats.org/officeDocument/2006/relationships/customXml" Target="../ink/ink2507.xml"/><Relationship Id="rId160" Type="http://schemas.openxmlformats.org/officeDocument/2006/relationships/image" Target="../media/image2436.png"/><Relationship Id="rId216" Type="http://schemas.openxmlformats.org/officeDocument/2006/relationships/image" Target="../media/image2464.png"/><Relationship Id="rId423" Type="http://schemas.openxmlformats.org/officeDocument/2006/relationships/customXml" Target="../ink/ink2671.xml"/><Relationship Id="rId258" Type="http://schemas.openxmlformats.org/officeDocument/2006/relationships/image" Target="../media/image2485.png"/><Relationship Id="rId465" Type="http://schemas.openxmlformats.org/officeDocument/2006/relationships/customXml" Target="../ink/ink2692.xml"/><Relationship Id="rId22" Type="http://schemas.openxmlformats.org/officeDocument/2006/relationships/customXml" Target="../ink/ink2470.xml"/><Relationship Id="rId64" Type="http://schemas.openxmlformats.org/officeDocument/2006/relationships/image" Target="../media/image2387.png"/><Relationship Id="rId118" Type="http://schemas.openxmlformats.org/officeDocument/2006/relationships/image" Target="../media/image2415.png"/><Relationship Id="rId325" Type="http://schemas.openxmlformats.org/officeDocument/2006/relationships/customXml" Target="../ink/ink2622.xml"/><Relationship Id="rId367" Type="http://schemas.openxmlformats.org/officeDocument/2006/relationships/customXml" Target="../ink/ink2643.xml"/><Relationship Id="rId171" Type="http://schemas.openxmlformats.org/officeDocument/2006/relationships/customXml" Target="../ink/ink2545.xml"/><Relationship Id="rId227" Type="http://schemas.openxmlformats.org/officeDocument/2006/relationships/customXml" Target="../ink/ink2573.xml"/><Relationship Id="rId269" Type="http://schemas.openxmlformats.org/officeDocument/2006/relationships/customXml" Target="../ink/ink2594.xml"/><Relationship Id="rId434" Type="http://schemas.openxmlformats.org/officeDocument/2006/relationships/image" Target="../media/image2573.png"/><Relationship Id="rId476" Type="http://schemas.openxmlformats.org/officeDocument/2006/relationships/image" Target="../media/image2594.png"/><Relationship Id="rId33" Type="http://schemas.openxmlformats.org/officeDocument/2006/relationships/image" Target="../media/image2295.png"/><Relationship Id="rId129" Type="http://schemas.openxmlformats.org/officeDocument/2006/relationships/customXml" Target="../ink/ink2524.xml"/><Relationship Id="rId280" Type="http://schemas.openxmlformats.org/officeDocument/2006/relationships/image" Target="../media/image2496.png"/><Relationship Id="rId336" Type="http://schemas.openxmlformats.org/officeDocument/2006/relationships/image" Target="../media/image2524.png"/><Relationship Id="rId75" Type="http://schemas.openxmlformats.org/officeDocument/2006/relationships/customXml" Target="../ink/ink2497.xml"/><Relationship Id="rId140" Type="http://schemas.openxmlformats.org/officeDocument/2006/relationships/image" Target="../media/image2426.png"/><Relationship Id="rId182" Type="http://schemas.openxmlformats.org/officeDocument/2006/relationships/image" Target="../media/image2447.png"/><Relationship Id="rId378" Type="http://schemas.openxmlformats.org/officeDocument/2006/relationships/image" Target="../media/image2545.png"/><Relationship Id="rId403" Type="http://schemas.openxmlformats.org/officeDocument/2006/relationships/customXml" Target="../ink/ink2661.xml"/><Relationship Id="rId6" Type="http://schemas.openxmlformats.org/officeDocument/2006/relationships/customXml" Target="../ink/ink2462.xml"/><Relationship Id="rId238" Type="http://schemas.openxmlformats.org/officeDocument/2006/relationships/image" Target="../media/image2475.png"/><Relationship Id="rId445" Type="http://schemas.openxmlformats.org/officeDocument/2006/relationships/customXml" Target="../ink/ink2682.xml"/><Relationship Id="rId291" Type="http://schemas.openxmlformats.org/officeDocument/2006/relationships/customXml" Target="../ink/ink2605.xml"/><Relationship Id="rId305" Type="http://schemas.openxmlformats.org/officeDocument/2006/relationships/customXml" Target="../ink/ink2612.xml"/><Relationship Id="rId347" Type="http://schemas.openxmlformats.org/officeDocument/2006/relationships/customXml" Target="../ink/ink2633.xml"/><Relationship Id="rId44" Type="http://schemas.openxmlformats.org/officeDocument/2006/relationships/image" Target="../media/image2377.png"/><Relationship Id="rId86" Type="http://schemas.openxmlformats.org/officeDocument/2006/relationships/image" Target="../media/image2398.png"/><Relationship Id="rId151" Type="http://schemas.openxmlformats.org/officeDocument/2006/relationships/customXml" Target="../ink/ink2535.xml"/><Relationship Id="rId389" Type="http://schemas.openxmlformats.org/officeDocument/2006/relationships/customXml" Target="../ink/ink2654.xml"/><Relationship Id="rId193" Type="http://schemas.openxmlformats.org/officeDocument/2006/relationships/customXml" Target="../ink/ink2556.xml"/><Relationship Id="rId207" Type="http://schemas.openxmlformats.org/officeDocument/2006/relationships/customXml" Target="../ink/ink2563.xml"/><Relationship Id="rId249" Type="http://schemas.openxmlformats.org/officeDocument/2006/relationships/customXml" Target="../ink/ink2584.xml"/><Relationship Id="rId414" Type="http://schemas.openxmlformats.org/officeDocument/2006/relationships/image" Target="../media/image2563.png"/><Relationship Id="rId456" Type="http://schemas.openxmlformats.org/officeDocument/2006/relationships/image" Target="../media/image2584.png"/><Relationship Id="rId13" Type="http://schemas.openxmlformats.org/officeDocument/2006/relationships/image" Target="../media/image1750.png"/><Relationship Id="rId109" Type="http://schemas.openxmlformats.org/officeDocument/2006/relationships/customXml" Target="../ink/ink2514.xml"/><Relationship Id="rId260" Type="http://schemas.openxmlformats.org/officeDocument/2006/relationships/image" Target="../media/image2486.png"/><Relationship Id="rId316" Type="http://schemas.openxmlformats.org/officeDocument/2006/relationships/image" Target="../media/image2514.png"/><Relationship Id="rId55" Type="http://schemas.openxmlformats.org/officeDocument/2006/relationships/customXml" Target="../ink/ink2487.xml"/><Relationship Id="rId97" Type="http://schemas.openxmlformats.org/officeDocument/2006/relationships/customXml" Target="../ink/ink2508.xml"/><Relationship Id="rId120" Type="http://schemas.openxmlformats.org/officeDocument/2006/relationships/image" Target="../media/image2416.png"/><Relationship Id="rId358" Type="http://schemas.openxmlformats.org/officeDocument/2006/relationships/image" Target="../media/image2535.png"/><Relationship Id="rId162" Type="http://schemas.openxmlformats.org/officeDocument/2006/relationships/image" Target="../media/image2437.png"/><Relationship Id="rId218" Type="http://schemas.openxmlformats.org/officeDocument/2006/relationships/image" Target="../media/image2465.png"/><Relationship Id="rId425" Type="http://schemas.openxmlformats.org/officeDocument/2006/relationships/customXml" Target="../ink/ink2672.xml"/><Relationship Id="rId467" Type="http://schemas.openxmlformats.org/officeDocument/2006/relationships/customXml" Target="../ink/ink2693.xml"/><Relationship Id="rId271" Type="http://schemas.openxmlformats.org/officeDocument/2006/relationships/customXml" Target="../ink/ink2595.xml"/><Relationship Id="rId24" Type="http://schemas.openxmlformats.org/officeDocument/2006/relationships/customXml" Target="../ink/ink2471.xml"/><Relationship Id="rId66" Type="http://schemas.openxmlformats.org/officeDocument/2006/relationships/image" Target="../media/image2388.png"/><Relationship Id="rId131" Type="http://schemas.openxmlformats.org/officeDocument/2006/relationships/customXml" Target="../ink/ink2525.xml"/><Relationship Id="rId327" Type="http://schemas.openxmlformats.org/officeDocument/2006/relationships/customXml" Target="../ink/ink2623.xml"/><Relationship Id="rId369" Type="http://schemas.openxmlformats.org/officeDocument/2006/relationships/customXml" Target="../ink/ink2644.xml"/><Relationship Id="rId173" Type="http://schemas.openxmlformats.org/officeDocument/2006/relationships/customXml" Target="../ink/ink2546.xml"/><Relationship Id="rId229" Type="http://schemas.openxmlformats.org/officeDocument/2006/relationships/customXml" Target="../ink/ink2574.xml"/><Relationship Id="rId380" Type="http://schemas.openxmlformats.org/officeDocument/2006/relationships/image" Target="../media/image2546.png"/><Relationship Id="rId436" Type="http://schemas.openxmlformats.org/officeDocument/2006/relationships/image" Target="../media/image2574.png"/><Relationship Id="rId240" Type="http://schemas.openxmlformats.org/officeDocument/2006/relationships/image" Target="../media/image2476.png"/><Relationship Id="rId478" Type="http://schemas.openxmlformats.org/officeDocument/2006/relationships/image" Target="../media/image2595.png"/><Relationship Id="rId35" Type="http://schemas.openxmlformats.org/officeDocument/2006/relationships/image" Target="../media/image2296.png"/><Relationship Id="rId77" Type="http://schemas.openxmlformats.org/officeDocument/2006/relationships/customXml" Target="../ink/ink2498.xml"/><Relationship Id="rId100" Type="http://schemas.openxmlformats.org/officeDocument/2006/relationships/image" Target="../media/image2405.png"/><Relationship Id="rId282" Type="http://schemas.openxmlformats.org/officeDocument/2006/relationships/image" Target="../media/image2497.png"/><Relationship Id="rId338" Type="http://schemas.openxmlformats.org/officeDocument/2006/relationships/image" Target="../media/image2525.png"/><Relationship Id="rId8" Type="http://schemas.openxmlformats.org/officeDocument/2006/relationships/customXml" Target="../ink/ink2463.xml"/><Relationship Id="rId142" Type="http://schemas.openxmlformats.org/officeDocument/2006/relationships/image" Target="../media/image2427.png"/><Relationship Id="rId184" Type="http://schemas.openxmlformats.org/officeDocument/2006/relationships/image" Target="../media/image2448.png"/><Relationship Id="rId391" Type="http://schemas.openxmlformats.org/officeDocument/2006/relationships/customXml" Target="../ink/ink2655.xml"/><Relationship Id="rId405" Type="http://schemas.openxmlformats.org/officeDocument/2006/relationships/customXml" Target="../ink/ink2662.xml"/><Relationship Id="rId447" Type="http://schemas.openxmlformats.org/officeDocument/2006/relationships/customXml" Target="../ink/ink2683.xml"/><Relationship Id="rId251" Type="http://schemas.openxmlformats.org/officeDocument/2006/relationships/customXml" Target="../ink/ink2585.xml"/><Relationship Id="rId46" Type="http://schemas.openxmlformats.org/officeDocument/2006/relationships/image" Target="../media/image2378.png"/><Relationship Id="rId293" Type="http://schemas.openxmlformats.org/officeDocument/2006/relationships/customXml" Target="../ink/ink2606.xml"/><Relationship Id="rId307" Type="http://schemas.openxmlformats.org/officeDocument/2006/relationships/customXml" Target="../ink/ink2613.xml"/><Relationship Id="rId349" Type="http://schemas.openxmlformats.org/officeDocument/2006/relationships/customXml" Target="../ink/ink2634.xml"/><Relationship Id="rId88" Type="http://schemas.openxmlformats.org/officeDocument/2006/relationships/image" Target="../media/image2399.png"/><Relationship Id="rId111" Type="http://schemas.openxmlformats.org/officeDocument/2006/relationships/customXml" Target="../ink/ink2515.xml"/><Relationship Id="rId153" Type="http://schemas.openxmlformats.org/officeDocument/2006/relationships/customXml" Target="../ink/ink2536.xml"/><Relationship Id="rId195" Type="http://schemas.openxmlformats.org/officeDocument/2006/relationships/customXml" Target="../ink/ink2557.xml"/><Relationship Id="rId209" Type="http://schemas.openxmlformats.org/officeDocument/2006/relationships/customXml" Target="../ink/ink2564.xml"/><Relationship Id="rId360" Type="http://schemas.openxmlformats.org/officeDocument/2006/relationships/image" Target="../media/image2536.png"/><Relationship Id="rId416" Type="http://schemas.openxmlformats.org/officeDocument/2006/relationships/image" Target="../media/image2564.png"/><Relationship Id="rId220" Type="http://schemas.openxmlformats.org/officeDocument/2006/relationships/image" Target="../media/image2466.png"/><Relationship Id="rId458" Type="http://schemas.openxmlformats.org/officeDocument/2006/relationships/image" Target="../media/image2585.png"/><Relationship Id="rId15" Type="http://schemas.openxmlformats.org/officeDocument/2006/relationships/image" Target="../media/image2287.png"/><Relationship Id="rId57" Type="http://schemas.openxmlformats.org/officeDocument/2006/relationships/customXml" Target="../ink/ink2488.xml"/><Relationship Id="rId262" Type="http://schemas.openxmlformats.org/officeDocument/2006/relationships/image" Target="../media/image2487.png"/><Relationship Id="rId318" Type="http://schemas.openxmlformats.org/officeDocument/2006/relationships/image" Target="../media/image2515.png"/><Relationship Id="rId99" Type="http://schemas.openxmlformats.org/officeDocument/2006/relationships/customXml" Target="../ink/ink2509.xml"/><Relationship Id="rId122" Type="http://schemas.openxmlformats.org/officeDocument/2006/relationships/image" Target="../media/image2417.png"/><Relationship Id="rId164" Type="http://schemas.openxmlformats.org/officeDocument/2006/relationships/image" Target="../media/image2438.png"/><Relationship Id="rId371" Type="http://schemas.openxmlformats.org/officeDocument/2006/relationships/customXml" Target="../ink/ink2645.xml"/><Relationship Id="rId427" Type="http://schemas.openxmlformats.org/officeDocument/2006/relationships/customXml" Target="../ink/ink2673.xml"/><Relationship Id="rId469" Type="http://schemas.openxmlformats.org/officeDocument/2006/relationships/customXml" Target="../ink/ink2694.xml"/><Relationship Id="rId26" Type="http://schemas.openxmlformats.org/officeDocument/2006/relationships/customXml" Target="../ink/ink2472.xml"/><Relationship Id="rId231" Type="http://schemas.openxmlformats.org/officeDocument/2006/relationships/customXml" Target="../ink/ink2575.xml"/><Relationship Id="rId273" Type="http://schemas.openxmlformats.org/officeDocument/2006/relationships/customXml" Target="../ink/ink2596.xml"/><Relationship Id="rId329" Type="http://schemas.openxmlformats.org/officeDocument/2006/relationships/customXml" Target="../ink/ink2624.xml"/><Relationship Id="rId480" Type="http://schemas.openxmlformats.org/officeDocument/2006/relationships/image" Target="../media/image2596.png"/><Relationship Id="rId68" Type="http://schemas.openxmlformats.org/officeDocument/2006/relationships/image" Target="../media/image2389.png"/><Relationship Id="rId133" Type="http://schemas.openxmlformats.org/officeDocument/2006/relationships/customXml" Target="../ink/ink2526.xml"/><Relationship Id="rId175" Type="http://schemas.openxmlformats.org/officeDocument/2006/relationships/customXml" Target="../ink/ink2547.xml"/><Relationship Id="rId340" Type="http://schemas.openxmlformats.org/officeDocument/2006/relationships/image" Target="../media/image2526.png"/><Relationship Id="rId200" Type="http://schemas.openxmlformats.org/officeDocument/2006/relationships/image" Target="../media/image2456.png"/><Relationship Id="rId382" Type="http://schemas.openxmlformats.org/officeDocument/2006/relationships/image" Target="../media/image2547.png"/><Relationship Id="rId438" Type="http://schemas.openxmlformats.org/officeDocument/2006/relationships/image" Target="../media/image2575.png"/><Relationship Id="rId242" Type="http://schemas.openxmlformats.org/officeDocument/2006/relationships/image" Target="../media/image2477.png"/><Relationship Id="rId284" Type="http://schemas.openxmlformats.org/officeDocument/2006/relationships/image" Target="../media/image2498.png"/><Relationship Id="rId37" Type="http://schemas.openxmlformats.org/officeDocument/2006/relationships/image" Target="../media/image2297.png"/><Relationship Id="rId79" Type="http://schemas.openxmlformats.org/officeDocument/2006/relationships/customXml" Target="../ink/ink2499.xml"/><Relationship Id="rId102" Type="http://schemas.openxmlformats.org/officeDocument/2006/relationships/image" Target="../media/image2406.png"/><Relationship Id="rId144" Type="http://schemas.openxmlformats.org/officeDocument/2006/relationships/image" Target="../media/image2428.png"/><Relationship Id="rId90" Type="http://schemas.openxmlformats.org/officeDocument/2006/relationships/image" Target="../media/image2400.png"/><Relationship Id="rId186" Type="http://schemas.openxmlformats.org/officeDocument/2006/relationships/image" Target="../media/image2449.png"/><Relationship Id="rId351" Type="http://schemas.openxmlformats.org/officeDocument/2006/relationships/customXml" Target="../ink/ink2635.xml"/><Relationship Id="rId393" Type="http://schemas.openxmlformats.org/officeDocument/2006/relationships/customXml" Target="../ink/ink2656.xml"/><Relationship Id="rId407" Type="http://schemas.openxmlformats.org/officeDocument/2006/relationships/customXml" Target="../ink/ink2663.xml"/><Relationship Id="rId449" Type="http://schemas.openxmlformats.org/officeDocument/2006/relationships/customXml" Target="../ink/ink2684.xml"/><Relationship Id="rId211" Type="http://schemas.openxmlformats.org/officeDocument/2006/relationships/customXml" Target="../ink/ink2565.xml"/><Relationship Id="rId253" Type="http://schemas.openxmlformats.org/officeDocument/2006/relationships/customXml" Target="../ink/ink2586.xml"/><Relationship Id="rId295" Type="http://schemas.openxmlformats.org/officeDocument/2006/relationships/customXml" Target="../ink/ink2607.xml"/><Relationship Id="rId309" Type="http://schemas.openxmlformats.org/officeDocument/2006/relationships/customXml" Target="../ink/ink2614.xml"/><Relationship Id="rId460" Type="http://schemas.openxmlformats.org/officeDocument/2006/relationships/image" Target="../media/image2586.png"/><Relationship Id="rId48" Type="http://schemas.openxmlformats.org/officeDocument/2006/relationships/image" Target="../media/image2379.png"/><Relationship Id="rId113" Type="http://schemas.openxmlformats.org/officeDocument/2006/relationships/customXml" Target="../ink/ink2516.xml"/><Relationship Id="rId320" Type="http://schemas.openxmlformats.org/officeDocument/2006/relationships/image" Target="../media/image2516.png"/><Relationship Id="rId155" Type="http://schemas.openxmlformats.org/officeDocument/2006/relationships/customXml" Target="../ink/ink2537.xml"/><Relationship Id="rId197" Type="http://schemas.openxmlformats.org/officeDocument/2006/relationships/customXml" Target="../ink/ink2558.xml"/><Relationship Id="rId362" Type="http://schemas.openxmlformats.org/officeDocument/2006/relationships/image" Target="../media/image2537.png"/><Relationship Id="rId418" Type="http://schemas.openxmlformats.org/officeDocument/2006/relationships/image" Target="../media/image2565.png"/><Relationship Id="rId222" Type="http://schemas.openxmlformats.org/officeDocument/2006/relationships/image" Target="../media/image2467.png"/><Relationship Id="rId264" Type="http://schemas.openxmlformats.org/officeDocument/2006/relationships/image" Target="../media/image2488.png"/><Relationship Id="rId471" Type="http://schemas.openxmlformats.org/officeDocument/2006/relationships/customXml" Target="../ink/ink2695.xml"/><Relationship Id="rId17" Type="http://schemas.openxmlformats.org/officeDocument/2006/relationships/image" Target="../media/image2288.png"/><Relationship Id="rId59" Type="http://schemas.openxmlformats.org/officeDocument/2006/relationships/customXml" Target="../ink/ink2489.xml"/><Relationship Id="rId124" Type="http://schemas.openxmlformats.org/officeDocument/2006/relationships/image" Target="../media/image2418.png"/><Relationship Id="rId70" Type="http://schemas.openxmlformats.org/officeDocument/2006/relationships/image" Target="../media/image2390.png"/><Relationship Id="rId166" Type="http://schemas.openxmlformats.org/officeDocument/2006/relationships/image" Target="../media/image2439.png"/><Relationship Id="rId331" Type="http://schemas.openxmlformats.org/officeDocument/2006/relationships/customXml" Target="../ink/ink2625.xml"/><Relationship Id="rId373" Type="http://schemas.openxmlformats.org/officeDocument/2006/relationships/customXml" Target="../ink/ink2646.xml"/><Relationship Id="rId429" Type="http://schemas.openxmlformats.org/officeDocument/2006/relationships/customXml" Target="../ink/ink2674.xml"/><Relationship Id="rId1" Type="http://schemas.openxmlformats.org/officeDocument/2006/relationships/slideLayout" Target="../slideLayouts/slideLayout2.xml"/><Relationship Id="rId233" Type="http://schemas.openxmlformats.org/officeDocument/2006/relationships/customXml" Target="../ink/ink2576.xml"/><Relationship Id="rId440" Type="http://schemas.openxmlformats.org/officeDocument/2006/relationships/image" Target="../media/image2576.png"/><Relationship Id="rId28" Type="http://schemas.openxmlformats.org/officeDocument/2006/relationships/customXml" Target="../ink/ink2473.xml"/><Relationship Id="rId275" Type="http://schemas.openxmlformats.org/officeDocument/2006/relationships/customXml" Target="../ink/ink2597.xml"/><Relationship Id="rId300" Type="http://schemas.openxmlformats.org/officeDocument/2006/relationships/image" Target="../media/image2506.png"/><Relationship Id="rId482" Type="http://schemas.openxmlformats.org/officeDocument/2006/relationships/image" Target="../media/image2597.png"/><Relationship Id="rId81" Type="http://schemas.openxmlformats.org/officeDocument/2006/relationships/customXml" Target="../ink/ink2500.xml"/><Relationship Id="rId135" Type="http://schemas.openxmlformats.org/officeDocument/2006/relationships/customXml" Target="../ink/ink2527.xml"/><Relationship Id="rId177" Type="http://schemas.openxmlformats.org/officeDocument/2006/relationships/customXml" Target="../ink/ink2548.xml"/><Relationship Id="rId342" Type="http://schemas.openxmlformats.org/officeDocument/2006/relationships/image" Target="../media/image2527.png"/><Relationship Id="rId384" Type="http://schemas.openxmlformats.org/officeDocument/2006/relationships/image" Target="../media/image2548.png"/><Relationship Id="rId202" Type="http://schemas.openxmlformats.org/officeDocument/2006/relationships/image" Target="../media/image2457.png"/><Relationship Id="rId244" Type="http://schemas.openxmlformats.org/officeDocument/2006/relationships/image" Target="../media/image2478.png"/><Relationship Id="rId39" Type="http://schemas.openxmlformats.org/officeDocument/2006/relationships/image" Target="../media/image2374.png"/><Relationship Id="rId286" Type="http://schemas.openxmlformats.org/officeDocument/2006/relationships/image" Target="../media/image2499.png"/><Relationship Id="rId451" Type="http://schemas.openxmlformats.org/officeDocument/2006/relationships/customXml" Target="../ink/ink2685.xml"/><Relationship Id="rId50" Type="http://schemas.openxmlformats.org/officeDocument/2006/relationships/image" Target="../media/image2380.png"/><Relationship Id="rId104" Type="http://schemas.openxmlformats.org/officeDocument/2006/relationships/image" Target="../media/image2407.png"/><Relationship Id="rId146" Type="http://schemas.openxmlformats.org/officeDocument/2006/relationships/image" Target="../media/image2429.png"/><Relationship Id="rId188" Type="http://schemas.openxmlformats.org/officeDocument/2006/relationships/image" Target="../media/image2450.png"/><Relationship Id="rId311" Type="http://schemas.openxmlformats.org/officeDocument/2006/relationships/customXml" Target="../ink/ink2615.xml"/><Relationship Id="rId353" Type="http://schemas.openxmlformats.org/officeDocument/2006/relationships/customXml" Target="../ink/ink2636.xml"/><Relationship Id="rId395" Type="http://schemas.openxmlformats.org/officeDocument/2006/relationships/customXml" Target="../ink/ink2657.xml"/><Relationship Id="rId409" Type="http://schemas.openxmlformats.org/officeDocument/2006/relationships/customXml" Target="../ink/ink2664.xml"/><Relationship Id="rId92" Type="http://schemas.openxmlformats.org/officeDocument/2006/relationships/image" Target="../media/image2401.png"/><Relationship Id="rId213" Type="http://schemas.openxmlformats.org/officeDocument/2006/relationships/customXml" Target="../ink/ink2566.xml"/><Relationship Id="rId420" Type="http://schemas.openxmlformats.org/officeDocument/2006/relationships/image" Target="../media/image2566.png"/><Relationship Id="rId255" Type="http://schemas.openxmlformats.org/officeDocument/2006/relationships/customXml" Target="../ink/ink2587.xml"/><Relationship Id="rId297" Type="http://schemas.openxmlformats.org/officeDocument/2006/relationships/customXml" Target="../ink/ink2608.xml"/><Relationship Id="rId462" Type="http://schemas.openxmlformats.org/officeDocument/2006/relationships/image" Target="../media/image2587.png"/><Relationship Id="rId115" Type="http://schemas.openxmlformats.org/officeDocument/2006/relationships/customXml" Target="../ink/ink2517.xml"/><Relationship Id="rId157" Type="http://schemas.openxmlformats.org/officeDocument/2006/relationships/customXml" Target="../ink/ink2538.xml"/><Relationship Id="rId322" Type="http://schemas.openxmlformats.org/officeDocument/2006/relationships/image" Target="../media/image2517.png"/><Relationship Id="rId364" Type="http://schemas.openxmlformats.org/officeDocument/2006/relationships/image" Target="../media/image2538.png"/><Relationship Id="rId61" Type="http://schemas.openxmlformats.org/officeDocument/2006/relationships/customXml" Target="../ink/ink2490.xml"/><Relationship Id="rId199" Type="http://schemas.openxmlformats.org/officeDocument/2006/relationships/customXml" Target="../ink/ink2559.xml"/><Relationship Id="rId19" Type="http://schemas.openxmlformats.org/officeDocument/2006/relationships/image" Target="../media/image986.png"/><Relationship Id="rId224" Type="http://schemas.openxmlformats.org/officeDocument/2006/relationships/image" Target="../media/image2468.png"/><Relationship Id="rId266" Type="http://schemas.openxmlformats.org/officeDocument/2006/relationships/image" Target="../media/image2489.png"/><Relationship Id="rId431" Type="http://schemas.openxmlformats.org/officeDocument/2006/relationships/customXml" Target="../ink/ink2675.xml"/><Relationship Id="rId473" Type="http://schemas.openxmlformats.org/officeDocument/2006/relationships/customXml" Target="../ink/ink2696.xml"/><Relationship Id="rId30" Type="http://schemas.openxmlformats.org/officeDocument/2006/relationships/customXml" Target="../ink/ink2474.xml"/><Relationship Id="rId126" Type="http://schemas.openxmlformats.org/officeDocument/2006/relationships/image" Target="../media/image2419.png"/><Relationship Id="rId168" Type="http://schemas.openxmlformats.org/officeDocument/2006/relationships/image" Target="../media/image2440.png"/><Relationship Id="rId333" Type="http://schemas.openxmlformats.org/officeDocument/2006/relationships/customXml" Target="../ink/ink2626.xml"/><Relationship Id="rId72" Type="http://schemas.openxmlformats.org/officeDocument/2006/relationships/image" Target="../media/image2391.png"/><Relationship Id="rId375" Type="http://schemas.openxmlformats.org/officeDocument/2006/relationships/customXml" Target="../ink/ink2647.xml"/></Relationships>
</file>

<file path=ppt/slides/_rels/slide53.xml.rels><?xml version="1.0" encoding="UTF-8" standalone="yes"?>
<Relationships xmlns="http://schemas.openxmlformats.org/package/2006/relationships"><Relationship Id="rId117" Type="http://schemas.openxmlformats.org/officeDocument/2006/relationships/image" Target="../media/image2652.png"/><Relationship Id="rId21" Type="http://schemas.openxmlformats.org/officeDocument/2006/relationships/image" Target="../media/image2605.png"/><Relationship Id="rId42" Type="http://schemas.openxmlformats.org/officeDocument/2006/relationships/customXml" Target="../ink/ink2719.xml"/><Relationship Id="rId63" Type="http://schemas.openxmlformats.org/officeDocument/2006/relationships/image" Target="../media/image2626.png"/><Relationship Id="rId84" Type="http://schemas.openxmlformats.org/officeDocument/2006/relationships/customXml" Target="../ink/ink2740.xml"/><Relationship Id="rId138" Type="http://schemas.openxmlformats.org/officeDocument/2006/relationships/customXml" Target="../ink/ink2768.xml"/><Relationship Id="rId159" Type="http://schemas.openxmlformats.org/officeDocument/2006/relationships/image" Target="../media/image2672.png"/><Relationship Id="rId170" Type="http://schemas.openxmlformats.org/officeDocument/2006/relationships/customXml" Target="../ink/ink2784.xml"/><Relationship Id="rId191" Type="http://schemas.openxmlformats.org/officeDocument/2006/relationships/image" Target="../media/image2688.png"/><Relationship Id="rId205" Type="http://schemas.openxmlformats.org/officeDocument/2006/relationships/image" Target="../media/image2695.png"/><Relationship Id="rId226" Type="http://schemas.openxmlformats.org/officeDocument/2006/relationships/customXml" Target="../ink/ink2812.xml"/><Relationship Id="rId247" Type="http://schemas.openxmlformats.org/officeDocument/2006/relationships/image" Target="../media/image2716.png"/><Relationship Id="rId107" Type="http://schemas.openxmlformats.org/officeDocument/2006/relationships/image" Target="../media/image2647.png"/><Relationship Id="rId11" Type="http://schemas.openxmlformats.org/officeDocument/2006/relationships/image" Target="../media/image2600.png"/><Relationship Id="rId32" Type="http://schemas.openxmlformats.org/officeDocument/2006/relationships/customXml" Target="../ink/ink2714.xml"/><Relationship Id="rId53" Type="http://schemas.openxmlformats.org/officeDocument/2006/relationships/image" Target="../media/image2621.png"/><Relationship Id="rId74" Type="http://schemas.openxmlformats.org/officeDocument/2006/relationships/customXml" Target="../ink/ink2735.xml"/><Relationship Id="rId128" Type="http://schemas.openxmlformats.org/officeDocument/2006/relationships/customXml" Target="../ink/ink2762.xml"/><Relationship Id="rId149" Type="http://schemas.openxmlformats.org/officeDocument/2006/relationships/image" Target="../media/image2667.png"/><Relationship Id="rId95" Type="http://schemas.openxmlformats.org/officeDocument/2006/relationships/image" Target="../media/image2642.png"/><Relationship Id="rId160" Type="http://schemas.openxmlformats.org/officeDocument/2006/relationships/customXml" Target="../ink/ink2779.xml"/><Relationship Id="rId181" Type="http://schemas.openxmlformats.org/officeDocument/2006/relationships/image" Target="../media/image2683.png"/><Relationship Id="rId216" Type="http://schemas.openxmlformats.org/officeDocument/2006/relationships/customXml" Target="../ink/ink2807.xml"/><Relationship Id="rId237" Type="http://schemas.openxmlformats.org/officeDocument/2006/relationships/image" Target="../media/image2711.png"/><Relationship Id="rId22" Type="http://schemas.openxmlformats.org/officeDocument/2006/relationships/customXml" Target="../ink/ink2709.xml"/><Relationship Id="rId43" Type="http://schemas.openxmlformats.org/officeDocument/2006/relationships/image" Target="../media/image2616.png"/><Relationship Id="rId64" Type="http://schemas.openxmlformats.org/officeDocument/2006/relationships/customXml" Target="../ink/ink2730.xml"/><Relationship Id="rId118" Type="http://schemas.openxmlformats.org/officeDocument/2006/relationships/customXml" Target="../ink/ink2757.xml"/><Relationship Id="rId139" Type="http://schemas.openxmlformats.org/officeDocument/2006/relationships/image" Target="../media/image2662.png"/><Relationship Id="rId85" Type="http://schemas.openxmlformats.org/officeDocument/2006/relationships/image" Target="../media/image2637.png"/><Relationship Id="rId150" Type="http://schemas.openxmlformats.org/officeDocument/2006/relationships/customXml" Target="../ink/ink2774.xml"/><Relationship Id="rId171" Type="http://schemas.openxmlformats.org/officeDocument/2006/relationships/image" Target="../media/image2678.png"/><Relationship Id="rId192" Type="http://schemas.openxmlformats.org/officeDocument/2006/relationships/customXml" Target="../ink/ink2795.xml"/><Relationship Id="rId206" Type="http://schemas.openxmlformats.org/officeDocument/2006/relationships/customXml" Target="../ink/ink2802.xml"/><Relationship Id="rId227" Type="http://schemas.openxmlformats.org/officeDocument/2006/relationships/image" Target="../media/image2706.png"/><Relationship Id="rId12" Type="http://schemas.openxmlformats.org/officeDocument/2006/relationships/customXml" Target="../ink/ink2704.xml"/><Relationship Id="rId33" Type="http://schemas.openxmlformats.org/officeDocument/2006/relationships/image" Target="../media/image2611.png"/><Relationship Id="rId108" Type="http://schemas.openxmlformats.org/officeDocument/2006/relationships/customXml" Target="../ink/ink2752.xml"/><Relationship Id="rId129" Type="http://schemas.openxmlformats.org/officeDocument/2006/relationships/image" Target="../media/image2658.png"/><Relationship Id="rId54" Type="http://schemas.openxmlformats.org/officeDocument/2006/relationships/customXml" Target="../ink/ink2725.xml"/><Relationship Id="rId75" Type="http://schemas.openxmlformats.org/officeDocument/2006/relationships/image" Target="../media/image2632.png"/><Relationship Id="rId96" Type="http://schemas.openxmlformats.org/officeDocument/2006/relationships/customXml" Target="../ink/ink2746.xml"/><Relationship Id="rId140" Type="http://schemas.openxmlformats.org/officeDocument/2006/relationships/customXml" Target="../ink/ink2769.xml"/><Relationship Id="rId161" Type="http://schemas.openxmlformats.org/officeDocument/2006/relationships/image" Target="../media/image2673.png"/><Relationship Id="rId182" Type="http://schemas.openxmlformats.org/officeDocument/2006/relationships/customXml" Target="../ink/ink2790.xml"/><Relationship Id="rId217" Type="http://schemas.openxmlformats.org/officeDocument/2006/relationships/image" Target="../media/image2701.png"/><Relationship Id="rId6" Type="http://schemas.openxmlformats.org/officeDocument/2006/relationships/image" Target="../media/image7710.png"/><Relationship Id="rId238" Type="http://schemas.openxmlformats.org/officeDocument/2006/relationships/customXml" Target="../ink/ink2818.xml"/><Relationship Id="rId23" Type="http://schemas.openxmlformats.org/officeDocument/2006/relationships/image" Target="../media/image2606.png"/><Relationship Id="rId119" Type="http://schemas.openxmlformats.org/officeDocument/2006/relationships/image" Target="../media/image2653.png"/><Relationship Id="rId44" Type="http://schemas.openxmlformats.org/officeDocument/2006/relationships/customXml" Target="../ink/ink2720.xml"/><Relationship Id="rId65" Type="http://schemas.openxmlformats.org/officeDocument/2006/relationships/image" Target="../media/image2627.png"/><Relationship Id="rId86" Type="http://schemas.openxmlformats.org/officeDocument/2006/relationships/customXml" Target="../ink/ink2741.xml"/><Relationship Id="rId130" Type="http://schemas.openxmlformats.org/officeDocument/2006/relationships/customXml" Target="../ink/ink2763.xml"/><Relationship Id="rId151" Type="http://schemas.openxmlformats.org/officeDocument/2006/relationships/image" Target="../media/image2668.png"/><Relationship Id="rId172" Type="http://schemas.openxmlformats.org/officeDocument/2006/relationships/customXml" Target="../ink/ink2785.xml"/><Relationship Id="rId193" Type="http://schemas.openxmlformats.org/officeDocument/2006/relationships/image" Target="../media/image2689.png"/><Relationship Id="rId207" Type="http://schemas.openxmlformats.org/officeDocument/2006/relationships/image" Target="../media/image2696.png"/><Relationship Id="rId228" Type="http://schemas.openxmlformats.org/officeDocument/2006/relationships/customXml" Target="../ink/ink2813.xml"/><Relationship Id="rId13" Type="http://schemas.openxmlformats.org/officeDocument/2006/relationships/image" Target="../media/image2601.png"/><Relationship Id="rId109" Type="http://schemas.openxmlformats.org/officeDocument/2006/relationships/image" Target="../media/image2648.png"/><Relationship Id="rId34" Type="http://schemas.openxmlformats.org/officeDocument/2006/relationships/customXml" Target="../ink/ink2715.xml"/><Relationship Id="rId55" Type="http://schemas.openxmlformats.org/officeDocument/2006/relationships/image" Target="../media/image2622.png"/><Relationship Id="rId76" Type="http://schemas.openxmlformats.org/officeDocument/2006/relationships/customXml" Target="../ink/ink2736.xml"/><Relationship Id="rId97" Type="http://schemas.openxmlformats.org/officeDocument/2006/relationships/image" Target="../media/image2643.png"/><Relationship Id="rId120" Type="http://schemas.openxmlformats.org/officeDocument/2006/relationships/customXml" Target="../ink/ink2758.xml"/><Relationship Id="rId141" Type="http://schemas.openxmlformats.org/officeDocument/2006/relationships/image" Target="../media/image2663.png"/><Relationship Id="rId7" Type="http://schemas.openxmlformats.org/officeDocument/2006/relationships/image" Target="../media/image17290.png"/><Relationship Id="rId162" Type="http://schemas.openxmlformats.org/officeDocument/2006/relationships/customXml" Target="../ink/ink2780.xml"/><Relationship Id="rId183" Type="http://schemas.openxmlformats.org/officeDocument/2006/relationships/image" Target="../media/image2684.png"/><Relationship Id="rId218" Type="http://schemas.openxmlformats.org/officeDocument/2006/relationships/customXml" Target="../ink/ink2808.xml"/><Relationship Id="rId239" Type="http://schemas.openxmlformats.org/officeDocument/2006/relationships/image" Target="../media/image2712.png"/><Relationship Id="rId24" Type="http://schemas.openxmlformats.org/officeDocument/2006/relationships/customXml" Target="../ink/ink2710.xml"/><Relationship Id="rId45" Type="http://schemas.openxmlformats.org/officeDocument/2006/relationships/image" Target="../media/image2617.png"/><Relationship Id="rId66" Type="http://schemas.openxmlformats.org/officeDocument/2006/relationships/customXml" Target="../ink/ink2731.xml"/><Relationship Id="rId87" Type="http://schemas.openxmlformats.org/officeDocument/2006/relationships/image" Target="../media/image2638.png"/><Relationship Id="rId110" Type="http://schemas.openxmlformats.org/officeDocument/2006/relationships/customXml" Target="../ink/ink2753.xml"/><Relationship Id="rId131" Type="http://schemas.openxmlformats.org/officeDocument/2006/relationships/image" Target="../media/image2659.png"/><Relationship Id="rId152" Type="http://schemas.openxmlformats.org/officeDocument/2006/relationships/customXml" Target="../ink/ink2775.xml"/><Relationship Id="rId173" Type="http://schemas.openxmlformats.org/officeDocument/2006/relationships/image" Target="../media/image2679.png"/><Relationship Id="rId194" Type="http://schemas.openxmlformats.org/officeDocument/2006/relationships/customXml" Target="../ink/ink2796.xml"/><Relationship Id="rId208" Type="http://schemas.openxmlformats.org/officeDocument/2006/relationships/customXml" Target="../ink/ink2803.xml"/><Relationship Id="rId229" Type="http://schemas.openxmlformats.org/officeDocument/2006/relationships/image" Target="../media/image2707.png"/><Relationship Id="rId240" Type="http://schemas.openxmlformats.org/officeDocument/2006/relationships/customXml" Target="../ink/ink2819.xml"/><Relationship Id="rId14" Type="http://schemas.openxmlformats.org/officeDocument/2006/relationships/customXml" Target="../ink/ink2705.xml"/><Relationship Id="rId35" Type="http://schemas.openxmlformats.org/officeDocument/2006/relationships/image" Target="../media/image2612.png"/><Relationship Id="rId56" Type="http://schemas.openxmlformats.org/officeDocument/2006/relationships/customXml" Target="../ink/ink2726.xml"/><Relationship Id="rId77" Type="http://schemas.openxmlformats.org/officeDocument/2006/relationships/image" Target="../media/image2633.png"/><Relationship Id="rId100" Type="http://schemas.openxmlformats.org/officeDocument/2006/relationships/customXml" Target="../ink/ink2748.xml"/><Relationship Id="rId8" Type="http://schemas.openxmlformats.org/officeDocument/2006/relationships/customXml" Target="../ink/ink2702.xml"/><Relationship Id="rId98" Type="http://schemas.openxmlformats.org/officeDocument/2006/relationships/customXml" Target="../ink/ink2747.xml"/><Relationship Id="rId121" Type="http://schemas.openxmlformats.org/officeDocument/2006/relationships/image" Target="../media/image2654.png"/><Relationship Id="rId142" Type="http://schemas.openxmlformats.org/officeDocument/2006/relationships/customXml" Target="../ink/ink2770.xml"/><Relationship Id="rId163" Type="http://schemas.openxmlformats.org/officeDocument/2006/relationships/image" Target="../media/image2674.png"/><Relationship Id="rId184" Type="http://schemas.openxmlformats.org/officeDocument/2006/relationships/customXml" Target="../ink/ink2791.xml"/><Relationship Id="rId219" Type="http://schemas.openxmlformats.org/officeDocument/2006/relationships/image" Target="../media/image2702.png"/><Relationship Id="rId230" Type="http://schemas.openxmlformats.org/officeDocument/2006/relationships/customXml" Target="../ink/ink2814.xml"/><Relationship Id="rId25" Type="http://schemas.openxmlformats.org/officeDocument/2006/relationships/image" Target="../media/image2607.png"/><Relationship Id="rId46" Type="http://schemas.openxmlformats.org/officeDocument/2006/relationships/customXml" Target="../ink/ink2721.xml"/><Relationship Id="rId67" Type="http://schemas.openxmlformats.org/officeDocument/2006/relationships/image" Target="../media/image2628.png"/><Relationship Id="rId88" Type="http://schemas.openxmlformats.org/officeDocument/2006/relationships/customXml" Target="../ink/ink2742.xml"/><Relationship Id="rId111" Type="http://schemas.openxmlformats.org/officeDocument/2006/relationships/image" Target="../media/image2649.png"/><Relationship Id="rId132" Type="http://schemas.openxmlformats.org/officeDocument/2006/relationships/customXml" Target="../ink/ink2764.xml"/><Relationship Id="rId153" Type="http://schemas.openxmlformats.org/officeDocument/2006/relationships/image" Target="../media/image2669.png"/><Relationship Id="rId174" Type="http://schemas.openxmlformats.org/officeDocument/2006/relationships/customXml" Target="../ink/ink2786.xml"/><Relationship Id="rId195" Type="http://schemas.openxmlformats.org/officeDocument/2006/relationships/image" Target="../media/image2690.png"/><Relationship Id="rId209" Type="http://schemas.openxmlformats.org/officeDocument/2006/relationships/image" Target="../media/image2697.png"/><Relationship Id="rId220" Type="http://schemas.openxmlformats.org/officeDocument/2006/relationships/customXml" Target="../ink/ink2809.xml"/><Relationship Id="rId241" Type="http://schemas.openxmlformats.org/officeDocument/2006/relationships/image" Target="../media/image2713.png"/><Relationship Id="rId15" Type="http://schemas.openxmlformats.org/officeDocument/2006/relationships/image" Target="../media/image2602.png"/><Relationship Id="rId36" Type="http://schemas.openxmlformats.org/officeDocument/2006/relationships/customXml" Target="../ink/ink2716.xml"/><Relationship Id="rId57" Type="http://schemas.openxmlformats.org/officeDocument/2006/relationships/image" Target="../media/image2623.png"/><Relationship Id="rId10" Type="http://schemas.openxmlformats.org/officeDocument/2006/relationships/customXml" Target="../ink/ink2703.xml"/><Relationship Id="rId31" Type="http://schemas.openxmlformats.org/officeDocument/2006/relationships/image" Target="../media/image2610.png"/><Relationship Id="rId52" Type="http://schemas.openxmlformats.org/officeDocument/2006/relationships/customXml" Target="../ink/ink2724.xml"/><Relationship Id="rId73" Type="http://schemas.openxmlformats.org/officeDocument/2006/relationships/image" Target="../media/image2631.png"/><Relationship Id="rId78" Type="http://schemas.openxmlformats.org/officeDocument/2006/relationships/customXml" Target="../ink/ink2737.xml"/><Relationship Id="rId94" Type="http://schemas.openxmlformats.org/officeDocument/2006/relationships/customXml" Target="../ink/ink2745.xml"/><Relationship Id="rId99" Type="http://schemas.openxmlformats.org/officeDocument/2006/relationships/image" Target="../media/image986.png"/><Relationship Id="rId101" Type="http://schemas.openxmlformats.org/officeDocument/2006/relationships/image" Target="../media/image2644.png"/><Relationship Id="rId122" Type="http://schemas.openxmlformats.org/officeDocument/2006/relationships/customXml" Target="../ink/ink2759.xml"/><Relationship Id="rId143" Type="http://schemas.openxmlformats.org/officeDocument/2006/relationships/image" Target="../media/image2664.png"/><Relationship Id="rId148" Type="http://schemas.openxmlformats.org/officeDocument/2006/relationships/customXml" Target="../ink/ink2773.xml"/><Relationship Id="rId164" Type="http://schemas.openxmlformats.org/officeDocument/2006/relationships/customXml" Target="../ink/ink2781.xml"/><Relationship Id="rId169" Type="http://schemas.openxmlformats.org/officeDocument/2006/relationships/image" Target="../media/image2677.png"/><Relationship Id="rId185" Type="http://schemas.openxmlformats.org/officeDocument/2006/relationships/image" Target="../media/image2685.png"/><Relationship Id="rId4" Type="http://schemas.openxmlformats.org/officeDocument/2006/relationships/image" Target="../media/image7510.png"/><Relationship Id="rId9" Type="http://schemas.openxmlformats.org/officeDocument/2006/relationships/image" Target="../media/image2599.png"/><Relationship Id="rId180" Type="http://schemas.openxmlformats.org/officeDocument/2006/relationships/customXml" Target="../ink/ink2789.xml"/><Relationship Id="rId210" Type="http://schemas.openxmlformats.org/officeDocument/2006/relationships/customXml" Target="../ink/ink2804.xml"/><Relationship Id="rId215" Type="http://schemas.openxmlformats.org/officeDocument/2006/relationships/image" Target="../media/image2700.png"/><Relationship Id="rId236" Type="http://schemas.openxmlformats.org/officeDocument/2006/relationships/customXml" Target="../ink/ink2817.xml"/><Relationship Id="rId26" Type="http://schemas.openxmlformats.org/officeDocument/2006/relationships/customXml" Target="../ink/ink2711.xml"/><Relationship Id="rId231" Type="http://schemas.openxmlformats.org/officeDocument/2006/relationships/image" Target="../media/image2708.png"/><Relationship Id="rId47" Type="http://schemas.openxmlformats.org/officeDocument/2006/relationships/image" Target="../media/image2618.png"/><Relationship Id="rId68" Type="http://schemas.openxmlformats.org/officeDocument/2006/relationships/customXml" Target="../ink/ink2732.xml"/><Relationship Id="rId89" Type="http://schemas.openxmlformats.org/officeDocument/2006/relationships/image" Target="../media/image2639.png"/><Relationship Id="rId112" Type="http://schemas.openxmlformats.org/officeDocument/2006/relationships/customXml" Target="../ink/ink2754.xml"/><Relationship Id="rId133" Type="http://schemas.openxmlformats.org/officeDocument/2006/relationships/customXml" Target="../ink/ink2765.xml"/><Relationship Id="rId154" Type="http://schemas.openxmlformats.org/officeDocument/2006/relationships/customXml" Target="../ink/ink2776.xml"/><Relationship Id="rId175" Type="http://schemas.openxmlformats.org/officeDocument/2006/relationships/image" Target="../media/image2680.png"/><Relationship Id="rId196" Type="http://schemas.openxmlformats.org/officeDocument/2006/relationships/customXml" Target="../ink/ink2797.xml"/><Relationship Id="rId200" Type="http://schemas.openxmlformats.org/officeDocument/2006/relationships/customXml" Target="../ink/ink2799.xml"/><Relationship Id="rId16" Type="http://schemas.openxmlformats.org/officeDocument/2006/relationships/customXml" Target="../ink/ink2706.xml"/><Relationship Id="rId221" Type="http://schemas.openxmlformats.org/officeDocument/2006/relationships/image" Target="../media/image2703.png"/><Relationship Id="rId242" Type="http://schemas.openxmlformats.org/officeDocument/2006/relationships/customXml" Target="../ink/ink2820.xml"/><Relationship Id="rId37" Type="http://schemas.openxmlformats.org/officeDocument/2006/relationships/image" Target="../media/image2613.png"/><Relationship Id="rId58" Type="http://schemas.openxmlformats.org/officeDocument/2006/relationships/customXml" Target="../ink/ink2727.xml"/><Relationship Id="rId79" Type="http://schemas.openxmlformats.org/officeDocument/2006/relationships/image" Target="../media/image2634.png"/><Relationship Id="rId102" Type="http://schemas.openxmlformats.org/officeDocument/2006/relationships/customXml" Target="../ink/ink2749.xml"/><Relationship Id="rId123" Type="http://schemas.openxmlformats.org/officeDocument/2006/relationships/image" Target="../media/image2655.png"/><Relationship Id="rId144" Type="http://schemas.openxmlformats.org/officeDocument/2006/relationships/customXml" Target="../ink/ink2771.xml"/><Relationship Id="rId90" Type="http://schemas.openxmlformats.org/officeDocument/2006/relationships/customXml" Target="../ink/ink2743.xml"/><Relationship Id="rId165" Type="http://schemas.openxmlformats.org/officeDocument/2006/relationships/image" Target="../media/image2675.png"/><Relationship Id="rId186" Type="http://schemas.openxmlformats.org/officeDocument/2006/relationships/customXml" Target="../ink/ink2792.xml"/><Relationship Id="rId211" Type="http://schemas.openxmlformats.org/officeDocument/2006/relationships/image" Target="../media/image2698.png"/><Relationship Id="rId232" Type="http://schemas.openxmlformats.org/officeDocument/2006/relationships/customXml" Target="../ink/ink2815.xml"/><Relationship Id="rId27" Type="http://schemas.openxmlformats.org/officeDocument/2006/relationships/image" Target="../media/image2608.png"/><Relationship Id="rId48" Type="http://schemas.openxmlformats.org/officeDocument/2006/relationships/customXml" Target="../ink/ink2722.xml"/><Relationship Id="rId69" Type="http://schemas.openxmlformats.org/officeDocument/2006/relationships/image" Target="../media/image2629.png"/><Relationship Id="rId113" Type="http://schemas.openxmlformats.org/officeDocument/2006/relationships/image" Target="../media/image2650.png"/><Relationship Id="rId134" Type="http://schemas.openxmlformats.org/officeDocument/2006/relationships/customXml" Target="../ink/ink2766.xml"/><Relationship Id="rId80" Type="http://schemas.openxmlformats.org/officeDocument/2006/relationships/customXml" Target="../ink/ink2738.xml"/><Relationship Id="rId155" Type="http://schemas.openxmlformats.org/officeDocument/2006/relationships/image" Target="../media/image2670.png"/><Relationship Id="rId176" Type="http://schemas.openxmlformats.org/officeDocument/2006/relationships/customXml" Target="../ink/ink2787.xml"/><Relationship Id="rId197" Type="http://schemas.openxmlformats.org/officeDocument/2006/relationships/image" Target="../media/image2691.png"/><Relationship Id="rId201" Type="http://schemas.openxmlformats.org/officeDocument/2006/relationships/image" Target="../media/image2693.png"/><Relationship Id="rId222" Type="http://schemas.openxmlformats.org/officeDocument/2006/relationships/customXml" Target="../ink/ink2810.xml"/><Relationship Id="rId243" Type="http://schemas.openxmlformats.org/officeDocument/2006/relationships/image" Target="../media/image2714.png"/><Relationship Id="rId17" Type="http://schemas.openxmlformats.org/officeDocument/2006/relationships/image" Target="../media/image2603.png"/><Relationship Id="rId38" Type="http://schemas.openxmlformats.org/officeDocument/2006/relationships/customXml" Target="../ink/ink2717.xml"/><Relationship Id="rId59" Type="http://schemas.openxmlformats.org/officeDocument/2006/relationships/image" Target="../media/image2624.png"/><Relationship Id="rId103" Type="http://schemas.openxmlformats.org/officeDocument/2006/relationships/image" Target="../media/image2645.png"/><Relationship Id="rId124" Type="http://schemas.openxmlformats.org/officeDocument/2006/relationships/customXml" Target="../ink/ink2760.xml"/><Relationship Id="rId70" Type="http://schemas.openxmlformats.org/officeDocument/2006/relationships/customXml" Target="../ink/ink2733.xml"/><Relationship Id="rId91" Type="http://schemas.openxmlformats.org/officeDocument/2006/relationships/image" Target="../media/image2640.png"/><Relationship Id="rId145" Type="http://schemas.openxmlformats.org/officeDocument/2006/relationships/image" Target="../media/image2665.png"/><Relationship Id="rId166" Type="http://schemas.openxmlformats.org/officeDocument/2006/relationships/customXml" Target="../ink/ink2782.xml"/><Relationship Id="rId187" Type="http://schemas.openxmlformats.org/officeDocument/2006/relationships/image" Target="../media/image2686.png"/><Relationship Id="rId1" Type="http://schemas.openxmlformats.org/officeDocument/2006/relationships/slideLayout" Target="../slideLayouts/slideLayout2.xml"/><Relationship Id="rId212" Type="http://schemas.openxmlformats.org/officeDocument/2006/relationships/customXml" Target="../ink/ink2805.xml"/><Relationship Id="rId233" Type="http://schemas.openxmlformats.org/officeDocument/2006/relationships/image" Target="../media/image2709.png"/><Relationship Id="rId28" Type="http://schemas.openxmlformats.org/officeDocument/2006/relationships/customXml" Target="../ink/ink2712.xml"/><Relationship Id="rId49" Type="http://schemas.openxmlformats.org/officeDocument/2006/relationships/image" Target="../media/image2619.png"/><Relationship Id="rId114" Type="http://schemas.openxmlformats.org/officeDocument/2006/relationships/customXml" Target="../ink/ink2755.xml"/><Relationship Id="rId60" Type="http://schemas.openxmlformats.org/officeDocument/2006/relationships/customXml" Target="../ink/ink2728.xml"/><Relationship Id="rId81" Type="http://schemas.openxmlformats.org/officeDocument/2006/relationships/image" Target="../media/image2635.png"/><Relationship Id="rId135" Type="http://schemas.openxmlformats.org/officeDocument/2006/relationships/image" Target="../media/image2660.png"/><Relationship Id="rId156" Type="http://schemas.openxmlformats.org/officeDocument/2006/relationships/customXml" Target="../ink/ink2777.xml"/><Relationship Id="rId177" Type="http://schemas.openxmlformats.org/officeDocument/2006/relationships/image" Target="../media/image2681.png"/><Relationship Id="rId198" Type="http://schemas.openxmlformats.org/officeDocument/2006/relationships/customXml" Target="../ink/ink2798.xml"/><Relationship Id="rId202" Type="http://schemas.openxmlformats.org/officeDocument/2006/relationships/customXml" Target="../ink/ink2800.xml"/><Relationship Id="rId223" Type="http://schemas.openxmlformats.org/officeDocument/2006/relationships/image" Target="../media/image2704.png"/><Relationship Id="rId244" Type="http://schemas.openxmlformats.org/officeDocument/2006/relationships/customXml" Target="../ink/ink2821.xml"/><Relationship Id="rId18" Type="http://schemas.openxmlformats.org/officeDocument/2006/relationships/customXml" Target="../ink/ink2707.xml"/><Relationship Id="rId39" Type="http://schemas.openxmlformats.org/officeDocument/2006/relationships/image" Target="../media/image2614.png"/><Relationship Id="rId50" Type="http://schemas.openxmlformats.org/officeDocument/2006/relationships/customXml" Target="../ink/ink2723.xml"/><Relationship Id="rId104" Type="http://schemas.openxmlformats.org/officeDocument/2006/relationships/customXml" Target="../ink/ink2750.xml"/><Relationship Id="rId125" Type="http://schemas.openxmlformats.org/officeDocument/2006/relationships/image" Target="../media/image2656.png"/><Relationship Id="rId146" Type="http://schemas.openxmlformats.org/officeDocument/2006/relationships/customXml" Target="../ink/ink2772.xml"/><Relationship Id="rId167" Type="http://schemas.openxmlformats.org/officeDocument/2006/relationships/image" Target="../media/image2676.png"/><Relationship Id="rId188" Type="http://schemas.openxmlformats.org/officeDocument/2006/relationships/customXml" Target="../ink/ink2793.xml"/><Relationship Id="rId71" Type="http://schemas.openxmlformats.org/officeDocument/2006/relationships/image" Target="../media/image2630.png"/><Relationship Id="rId92" Type="http://schemas.openxmlformats.org/officeDocument/2006/relationships/customXml" Target="../ink/ink2744.xml"/><Relationship Id="rId213" Type="http://schemas.openxmlformats.org/officeDocument/2006/relationships/image" Target="../media/image2699.png"/><Relationship Id="rId234" Type="http://schemas.openxmlformats.org/officeDocument/2006/relationships/customXml" Target="../ink/ink2816.xml"/><Relationship Id="rId2" Type="http://schemas.openxmlformats.org/officeDocument/2006/relationships/image" Target="../media/image7310.png"/><Relationship Id="rId29" Type="http://schemas.openxmlformats.org/officeDocument/2006/relationships/image" Target="../media/image2609.png"/><Relationship Id="rId40" Type="http://schemas.openxmlformats.org/officeDocument/2006/relationships/customXml" Target="../ink/ink2718.xml"/><Relationship Id="rId115" Type="http://schemas.openxmlformats.org/officeDocument/2006/relationships/image" Target="../media/image2651.png"/><Relationship Id="rId136" Type="http://schemas.openxmlformats.org/officeDocument/2006/relationships/customXml" Target="../ink/ink2767.xml"/><Relationship Id="rId157" Type="http://schemas.openxmlformats.org/officeDocument/2006/relationships/image" Target="../media/image2671.png"/><Relationship Id="rId178" Type="http://schemas.openxmlformats.org/officeDocument/2006/relationships/customXml" Target="../ink/ink2788.xml"/><Relationship Id="rId61" Type="http://schemas.openxmlformats.org/officeDocument/2006/relationships/image" Target="../media/image2625.png"/><Relationship Id="rId82" Type="http://schemas.openxmlformats.org/officeDocument/2006/relationships/customXml" Target="../ink/ink2739.xml"/><Relationship Id="rId199" Type="http://schemas.openxmlformats.org/officeDocument/2006/relationships/image" Target="../media/image2692.png"/><Relationship Id="rId203" Type="http://schemas.openxmlformats.org/officeDocument/2006/relationships/image" Target="../media/image2694.png"/><Relationship Id="rId19" Type="http://schemas.openxmlformats.org/officeDocument/2006/relationships/image" Target="../media/image2604.png"/><Relationship Id="rId224" Type="http://schemas.openxmlformats.org/officeDocument/2006/relationships/customXml" Target="../ink/ink2811.xml"/><Relationship Id="rId245" Type="http://schemas.openxmlformats.org/officeDocument/2006/relationships/image" Target="../media/image2715.png"/><Relationship Id="rId30" Type="http://schemas.openxmlformats.org/officeDocument/2006/relationships/customXml" Target="../ink/ink2713.xml"/><Relationship Id="rId105" Type="http://schemas.openxmlformats.org/officeDocument/2006/relationships/image" Target="../media/image2646.png"/><Relationship Id="rId126" Type="http://schemas.openxmlformats.org/officeDocument/2006/relationships/customXml" Target="../ink/ink2761.xml"/><Relationship Id="rId147" Type="http://schemas.openxmlformats.org/officeDocument/2006/relationships/image" Target="../media/image2666.png"/><Relationship Id="rId168" Type="http://schemas.openxmlformats.org/officeDocument/2006/relationships/customXml" Target="../ink/ink2783.xml"/><Relationship Id="rId51" Type="http://schemas.openxmlformats.org/officeDocument/2006/relationships/image" Target="../media/image2620.png"/><Relationship Id="rId72" Type="http://schemas.openxmlformats.org/officeDocument/2006/relationships/customXml" Target="../ink/ink2734.xml"/><Relationship Id="rId93" Type="http://schemas.openxmlformats.org/officeDocument/2006/relationships/image" Target="../media/image2641.png"/><Relationship Id="rId189" Type="http://schemas.openxmlformats.org/officeDocument/2006/relationships/image" Target="../media/image2687.png"/><Relationship Id="rId3" Type="http://schemas.openxmlformats.org/officeDocument/2006/relationships/image" Target="../media/image7410.png"/><Relationship Id="rId214" Type="http://schemas.openxmlformats.org/officeDocument/2006/relationships/customXml" Target="../ink/ink2806.xml"/><Relationship Id="rId235" Type="http://schemas.openxmlformats.org/officeDocument/2006/relationships/image" Target="../media/image2710.png"/><Relationship Id="rId116" Type="http://schemas.openxmlformats.org/officeDocument/2006/relationships/customXml" Target="../ink/ink2756.xml"/><Relationship Id="rId137" Type="http://schemas.openxmlformats.org/officeDocument/2006/relationships/image" Target="../media/image2661.png"/><Relationship Id="rId158" Type="http://schemas.openxmlformats.org/officeDocument/2006/relationships/customXml" Target="../ink/ink2778.xml"/><Relationship Id="rId20" Type="http://schemas.openxmlformats.org/officeDocument/2006/relationships/customXml" Target="../ink/ink2708.xml"/><Relationship Id="rId41" Type="http://schemas.openxmlformats.org/officeDocument/2006/relationships/image" Target="../media/image2615.png"/><Relationship Id="rId62" Type="http://schemas.openxmlformats.org/officeDocument/2006/relationships/customXml" Target="../ink/ink2729.xml"/><Relationship Id="rId83" Type="http://schemas.openxmlformats.org/officeDocument/2006/relationships/image" Target="../media/image2636.png"/><Relationship Id="rId179" Type="http://schemas.openxmlformats.org/officeDocument/2006/relationships/image" Target="../media/image2682.png"/><Relationship Id="rId190" Type="http://schemas.openxmlformats.org/officeDocument/2006/relationships/customXml" Target="../ink/ink2794.xml"/><Relationship Id="rId204" Type="http://schemas.openxmlformats.org/officeDocument/2006/relationships/customXml" Target="../ink/ink2801.xml"/><Relationship Id="rId225" Type="http://schemas.openxmlformats.org/officeDocument/2006/relationships/image" Target="../media/image2705.png"/><Relationship Id="rId246" Type="http://schemas.openxmlformats.org/officeDocument/2006/relationships/customXml" Target="../ink/ink2822.xml"/><Relationship Id="rId106" Type="http://schemas.openxmlformats.org/officeDocument/2006/relationships/customXml" Target="../ink/ink2751.xml"/><Relationship Id="rId127" Type="http://schemas.openxmlformats.org/officeDocument/2006/relationships/image" Target="../media/image2657.png"/></Relationships>
</file>

<file path=ppt/slides/_rels/slide54.xml.rels><?xml version="1.0" encoding="UTF-8" standalone="yes"?>
<Relationships xmlns="http://schemas.openxmlformats.org/package/2006/relationships"><Relationship Id="rId13" Type="http://schemas.openxmlformats.org/officeDocument/2006/relationships/customXml" Target="../ink/ink2827.xml"/><Relationship Id="rId18" Type="http://schemas.openxmlformats.org/officeDocument/2006/relationships/image" Target="../media/image2723.png"/><Relationship Id="rId26" Type="http://schemas.openxmlformats.org/officeDocument/2006/relationships/image" Target="../media/image2727.png"/><Relationship Id="rId39" Type="http://schemas.openxmlformats.org/officeDocument/2006/relationships/customXml" Target="../ink/ink2840.xml"/><Relationship Id="rId21" Type="http://schemas.openxmlformats.org/officeDocument/2006/relationships/customXml" Target="../ink/ink2831.xml"/><Relationship Id="rId34" Type="http://schemas.openxmlformats.org/officeDocument/2006/relationships/image" Target="../media/image2731.png"/><Relationship Id="rId42" Type="http://schemas.openxmlformats.org/officeDocument/2006/relationships/image" Target="../media/image2735.png"/><Relationship Id="rId47" Type="http://schemas.openxmlformats.org/officeDocument/2006/relationships/customXml" Target="../ink/ink2844.xml"/><Relationship Id="rId50" Type="http://schemas.openxmlformats.org/officeDocument/2006/relationships/image" Target="../media/image2739.png"/><Relationship Id="rId7" Type="http://schemas.openxmlformats.org/officeDocument/2006/relationships/customXml" Target="../ink/ink2824.xml"/><Relationship Id="rId2" Type="http://schemas.openxmlformats.org/officeDocument/2006/relationships/notesSlide" Target="../notesSlides/notesSlide31.xml"/><Relationship Id="rId16" Type="http://schemas.openxmlformats.org/officeDocument/2006/relationships/image" Target="../media/image2722.png"/><Relationship Id="rId29" Type="http://schemas.openxmlformats.org/officeDocument/2006/relationships/customXml" Target="../ink/ink2835.xml"/><Relationship Id="rId11" Type="http://schemas.openxmlformats.org/officeDocument/2006/relationships/customXml" Target="../ink/ink2826.xml"/><Relationship Id="rId24" Type="http://schemas.openxmlformats.org/officeDocument/2006/relationships/image" Target="../media/image2726.png"/><Relationship Id="rId32" Type="http://schemas.openxmlformats.org/officeDocument/2006/relationships/image" Target="../media/image2730.png"/><Relationship Id="rId37" Type="http://schemas.openxmlformats.org/officeDocument/2006/relationships/customXml" Target="../ink/ink2839.xml"/><Relationship Id="rId40" Type="http://schemas.openxmlformats.org/officeDocument/2006/relationships/image" Target="../media/image2734.png"/><Relationship Id="rId45" Type="http://schemas.openxmlformats.org/officeDocument/2006/relationships/customXml" Target="../ink/ink2843.xml"/><Relationship Id="rId5" Type="http://schemas.openxmlformats.org/officeDocument/2006/relationships/customXml" Target="../ink/ink2823.xml"/><Relationship Id="rId15" Type="http://schemas.openxmlformats.org/officeDocument/2006/relationships/customXml" Target="../ink/ink2828.xml"/><Relationship Id="rId23" Type="http://schemas.openxmlformats.org/officeDocument/2006/relationships/customXml" Target="../ink/ink2832.xml"/><Relationship Id="rId28" Type="http://schemas.openxmlformats.org/officeDocument/2006/relationships/image" Target="../media/image2728.png"/><Relationship Id="rId36" Type="http://schemas.openxmlformats.org/officeDocument/2006/relationships/image" Target="../media/image2732.png"/><Relationship Id="rId49" Type="http://schemas.openxmlformats.org/officeDocument/2006/relationships/customXml" Target="../ink/ink2845.xml"/><Relationship Id="rId10" Type="http://schemas.openxmlformats.org/officeDocument/2006/relationships/image" Target="../media/image2719.png"/><Relationship Id="rId19" Type="http://schemas.openxmlformats.org/officeDocument/2006/relationships/customXml" Target="../ink/ink2830.xml"/><Relationship Id="rId31" Type="http://schemas.openxmlformats.org/officeDocument/2006/relationships/customXml" Target="../ink/ink2836.xml"/><Relationship Id="rId44" Type="http://schemas.openxmlformats.org/officeDocument/2006/relationships/image" Target="../media/image2736.png"/><Relationship Id="rId52" Type="http://schemas.openxmlformats.org/officeDocument/2006/relationships/image" Target="../media/image2740.png"/><Relationship Id="rId4" Type="http://schemas.openxmlformats.org/officeDocument/2006/relationships/image" Target="../media/image6610.png"/><Relationship Id="rId9" Type="http://schemas.openxmlformats.org/officeDocument/2006/relationships/customXml" Target="../ink/ink2825.xml"/><Relationship Id="rId14" Type="http://schemas.openxmlformats.org/officeDocument/2006/relationships/image" Target="../media/image2721.png"/><Relationship Id="rId22" Type="http://schemas.openxmlformats.org/officeDocument/2006/relationships/image" Target="../media/image2725.png"/><Relationship Id="rId27" Type="http://schemas.openxmlformats.org/officeDocument/2006/relationships/customXml" Target="../ink/ink2834.xml"/><Relationship Id="rId30" Type="http://schemas.openxmlformats.org/officeDocument/2006/relationships/image" Target="../media/image2729.png"/><Relationship Id="rId35" Type="http://schemas.openxmlformats.org/officeDocument/2006/relationships/customXml" Target="../ink/ink2838.xml"/><Relationship Id="rId43" Type="http://schemas.openxmlformats.org/officeDocument/2006/relationships/customXml" Target="../ink/ink2842.xml"/><Relationship Id="rId48" Type="http://schemas.openxmlformats.org/officeDocument/2006/relationships/image" Target="../media/image2738.png"/><Relationship Id="rId8" Type="http://schemas.openxmlformats.org/officeDocument/2006/relationships/image" Target="../media/image2718.png"/><Relationship Id="rId51" Type="http://schemas.openxmlformats.org/officeDocument/2006/relationships/customXml" Target="../ink/ink2846.xml"/><Relationship Id="rId3" Type="http://schemas.openxmlformats.org/officeDocument/2006/relationships/image" Target="../media/image6500.png"/><Relationship Id="rId12" Type="http://schemas.openxmlformats.org/officeDocument/2006/relationships/image" Target="../media/image2720.png"/><Relationship Id="rId17" Type="http://schemas.openxmlformats.org/officeDocument/2006/relationships/customXml" Target="../ink/ink2829.xml"/><Relationship Id="rId25" Type="http://schemas.openxmlformats.org/officeDocument/2006/relationships/customXml" Target="../ink/ink2833.xml"/><Relationship Id="rId33" Type="http://schemas.openxmlformats.org/officeDocument/2006/relationships/customXml" Target="../ink/ink2837.xml"/><Relationship Id="rId38" Type="http://schemas.openxmlformats.org/officeDocument/2006/relationships/image" Target="../media/image2733.png"/><Relationship Id="rId46" Type="http://schemas.openxmlformats.org/officeDocument/2006/relationships/image" Target="../media/image2737.png"/><Relationship Id="rId20" Type="http://schemas.openxmlformats.org/officeDocument/2006/relationships/image" Target="../media/image2724.png"/><Relationship Id="rId41" Type="http://schemas.openxmlformats.org/officeDocument/2006/relationships/customXml" Target="../ink/ink2841.xml"/><Relationship Id="rId1" Type="http://schemas.openxmlformats.org/officeDocument/2006/relationships/slideLayout" Target="../slideLayouts/slideLayout1.xml"/><Relationship Id="rId6" Type="http://schemas.openxmlformats.org/officeDocument/2006/relationships/image" Target="../media/image2717.png"/></Relationships>
</file>

<file path=ppt/slides/_rels/slide55.xml.rels><?xml version="1.0" encoding="UTF-8" standalone="yes"?>
<Relationships xmlns="http://schemas.openxmlformats.org/package/2006/relationships"><Relationship Id="rId3" Type="http://schemas.openxmlformats.org/officeDocument/2006/relationships/image" Target="../media/image6710.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6810.png"/></Relationships>
</file>

<file path=ppt/slides/_rels/slide56.xml.rels><?xml version="1.0" encoding="UTF-8" standalone="yes"?>
<Relationships xmlns="http://schemas.openxmlformats.org/package/2006/relationships"><Relationship Id="rId117" Type="http://schemas.openxmlformats.org/officeDocument/2006/relationships/customXml" Target="../ink/ink2905.xml"/><Relationship Id="rId671" Type="http://schemas.openxmlformats.org/officeDocument/2006/relationships/customXml" Target="../ink/ink3184.xml"/><Relationship Id="rId769" Type="http://schemas.openxmlformats.org/officeDocument/2006/relationships/customXml" Target="../ink/ink3233.xml"/><Relationship Id="rId21" Type="http://schemas.openxmlformats.org/officeDocument/2006/relationships/image" Target="../media/image2749.png"/><Relationship Id="rId324" Type="http://schemas.openxmlformats.org/officeDocument/2006/relationships/image" Target="../media/image2897.png"/><Relationship Id="rId531" Type="http://schemas.openxmlformats.org/officeDocument/2006/relationships/image" Target="../media/image3001.png"/><Relationship Id="rId629" Type="http://schemas.openxmlformats.org/officeDocument/2006/relationships/customXml" Target="../ink/ink3163.xml"/><Relationship Id="rId170" Type="http://schemas.openxmlformats.org/officeDocument/2006/relationships/image" Target="../media/image2821.png"/><Relationship Id="rId268" Type="http://schemas.openxmlformats.org/officeDocument/2006/relationships/image" Target="../media/image2870.png"/><Relationship Id="rId475" Type="http://schemas.openxmlformats.org/officeDocument/2006/relationships/image" Target="../media/image2973.png"/><Relationship Id="rId682" Type="http://schemas.openxmlformats.org/officeDocument/2006/relationships/image" Target="../media/image3077.png"/><Relationship Id="rId32" Type="http://schemas.openxmlformats.org/officeDocument/2006/relationships/customXml" Target="../ink/ink2862.xml"/><Relationship Id="rId128" Type="http://schemas.openxmlformats.org/officeDocument/2006/relationships/image" Target="../media/image2800.png"/><Relationship Id="rId335" Type="http://schemas.openxmlformats.org/officeDocument/2006/relationships/image" Target="../media/image2902.png"/><Relationship Id="rId542" Type="http://schemas.openxmlformats.org/officeDocument/2006/relationships/customXml" Target="../ink/ink3119.xml"/><Relationship Id="rId181" Type="http://schemas.openxmlformats.org/officeDocument/2006/relationships/customXml" Target="../ink/ink2937.xml"/><Relationship Id="rId402" Type="http://schemas.openxmlformats.org/officeDocument/2006/relationships/customXml" Target="../ink/ink3049.xml"/><Relationship Id="rId279" Type="http://schemas.openxmlformats.org/officeDocument/2006/relationships/customXml" Target="../ink/ink2986.xml"/><Relationship Id="rId486" Type="http://schemas.openxmlformats.org/officeDocument/2006/relationships/customXml" Target="../ink/ink3091.xml"/><Relationship Id="rId693" Type="http://schemas.openxmlformats.org/officeDocument/2006/relationships/customXml" Target="../ink/ink3195.xml"/><Relationship Id="rId707" Type="http://schemas.openxmlformats.org/officeDocument/2006/relationships/customXml" Target="../ink/ink3202.xml"/><Relationship Id="rId43" Type="http://schemas.openxmlformats.org/officeDocument/2006/relationships/image" Target="../media/image2759.png"/><Relationship Id="rId139" Type="http://schemas.openxmlformats.org/officeDocument/2006/relationships/customXml" Target="../ink/ink2916.xml"/><Relationship Id="rId346" Type="http://schemas.openxmlformats.org/officeDocument/2006/relationships/customXml" Target="../ink/ink3021.xml"/><Relationship Id="rId553" Type="http://schemas.openxmlformats.org/officeDocument/2006/relationships/image" Target="../media/image3013.png"/><Relationship Id="rId760" Type="http://schemas.openxmlformats.org/officeDocument/2006/relationships/image" Target="../media/image3114.png"/><Relationship Id="rId192" Type="http://schemas.openxmlformats.org/officeDocument/2006/relationships/image" Target="../media/image2832.png"/><Relationship Id="rId206" Type="http://schemas.openxmlformats.org/officeDocument/2006/relationships/image" Target="../media/image2839.png"/><Relationship Id="rId413" Type="http://schemas.openxmlformats.org/officeDocument/2006/relationships/image" Target="../media/image2942.png"/><Relationship Id="rId497" Type="http://schemas.openxmlformats.org/officeDocument/2006/relationships/image" Target="../media/image2984.png"/><Relationship Id="rId620" Type="http://schemas.openxmlformats.org/officeDocument/2006/relationships/customXml" Target="../ink/ink3158.xml"/><Relationship Id="rId718" Type="http://schemas.openxmlformats.org/officeDocument/2006/relationships/image" Target="../media/image3093.png"/><Relationship Id="rId357" Type="http://schemas.openxmlformats.org/officeDocument/2006/relationships/image" Target="../media/image2914.png"/><Relationship Id="rId54" Type="http://schemas.openxmlformats.org/officeDocument/2006/relationships/image" Target="../media/image2764.png"/><Relationship Id="rId217" Type="http://schemas.openxmlformats.org/officeDocument/2006/relationships/customXml" Target="../ink/ink2955.xml"/><Relationship Id="rId564" Type="http://schemas.openxmlformats.org/officeDocument/2006/relationships/customXml" Target="../ink/ink3130.xml"/><Relationship Id="rId771" Type="http://schemas.openxmlformats.org/officeDocument/2006/relationships/customXml" Target="../ink/ink3234.xml"/><Relationship Id="rId424" Type="http://schemas.openxmlformats.org/officeDocument/2006/relationships/customXml" Target="../ink/ink3060.xml"/><Relationship Id="rId631" Type="http://schemas.openxmlformats.org/officeDocument/2006/relationships/customXml" Target="../ink/ink3164.xml"/><Relationship Id="rId729" Type="http://schemas.openxmlformats.org/officeDocument/2006/relationships/customXml" Target="../ink/ink3213.xml"/><Relationship Id="rId270" Type="http://schemas.openxmlformats.org/officeDocument/2006/relationships/image" Target="../media/image2871.png"/><Relationship Id="rId65" Type="http://schemas.openxmlformats.org/officeDocument/2006/relationships/customXml" Target="../ink/ink2879.xml"/><Relationship Id="rId130" Type="http://schemas.openxmlformats.org/officeDocument/2006/relationships/image" Target="../media/image2801.png"/><Relationship Id="rId368" Type="http://schemas.openxmlformats.org/officeDocument/2006/relationships/customXml" Target="../ink/ink3032.xml"/><Relationship Id="rId575" Type="http://schemas.openxmlformats.org/officeDocument/2006/relationships/image" Target="../media/image3024.png"/><Relationship Id="rId782" Type="http://schemas.openxmlformats.org/officeDocument/2006/relationships/image" Target="../media/image3125.png"/><Relationship Id="rId228" Type="http://schemas.openxmlformats.org/officeDocument/2006/relationships/image" Target="../media/image2850.png"/><Relationship Id="rId435" Type="http://schemas.openxmlformats.org/officeDocument/2006/relationships/image" Target="../media/image2953.png"/><Relationship Id="rId642" Type="http://schemas.openxmlformats.org/officeDocument/2006/relationships/image" Target="../media/image3057.png"/><Relationship Id="rId281" Type="http://schemas.openxmlformats.org/officeDocument/2006/relationships/customXml" Target="../ink/ink2987.xml"/><Relationship Id="rId502" Type="http://schemas.openxmlformats.org/officeDocument/2006/relationships/customXml" Target="../ink/ink3099.xml"/><Relationship Id="rId76" Type="http://schemas.openxmlformats.org/officeDocument/2006/relationships/image" Target="../media/image2775.png"/><Relationship Id="rId141" Type="http://schemas.openxmlformats.org/officeDocument/2006/relationships/customXml" Target="../ink/ink2917.xml"/><Relationship Id="rId379" Type="http://schemas.openxmlformats.org/officeDocument/2006/relationships/image" Target="../media/image2925.png"/><Relationship Id="rId586" Type="http://schemas.openxmlformats.org/officeDocument/2006/relationships/customXml" Target="../ink/ink3141.xml"/><Relationship Id="rId793" Type="http://schemas.openxmlformats.org/officeDocument/2006/relationships/customXml" Target="../ink/ink3245.xml"/><Relationship Id="rId807" Type="http://schemas.openxmlformats.org/officeDocument/2006/relationships/customXml" Target="../ink/ink3252.xml"/><Relationship Id="rId7" Type="http://schemas.openxmlformats.org/officeDocument/2006/relationships/image" Target="../media/image2743.png"/><Relationship Id="rId239" Type="http://schemas.openxmlformats.org/officeDocument/2006/relationships/customXml" Target="../ink/ink2966.xml"/><Relationship Id="rId446" Type="http://schemas.openxmlformats.org/officeDocument/2006/relationships/customXml" Target="../ink/ink3071.xml"/><Relationship Id="rId653" Type="http://schemas.openxmlformats.org/officeDocument/2006/relationships/customXml" Target="../ink/ink3175.xml"/><Relationship Id="rId292" Type="http://schemas.openxmlformats.org/officeDocument/2006/relationships/image" Target="../media/image2882.png"/><Relationship Id="rId306" Type="http://schemas.openxmlformats.org/officeDocument/2006/relationships/customXml" Target="../ink/ink3000.xml"/><Relationship Id="rId87" Type="http://schemas.openxmlformats.org/officeDocument/2006/relationships/customXml" Target="../ink/ink2890.xml"/><Relationship Id="rId513" Type="http://schemas.openxmlformats.org/officeDocument/2006/relationships/image" Target="../media/image2992.png"/><Relationship Id="rId597" Type="http://schemas.openxmlformats.org/officeDocument/2006/relationships/image" Target="../media/image3035.png"/><Relationship Id="rId720" Type="http://schemas.openxmlformats.org/officeDocument/2006/relationships/image" Target="../media/image3094.png"/><Relationship Id="rId818" Type="http://schemas.openxmlformats.org/officeDocument/2006/relationships/image" Target="../media/image3143.png"/><Relationship Id="rId152" Type="http://schemas.openxmlformats.org/officeDocument/2006/relationships/image" Target="../media/image2812.png"/><Relationship Id="rId457" Type="http://schemas.openxmlformats.org/officeDocument/2006/relationships/image" Target="../media/image2964.png"/><Relationship Id="rId664" Type="http://schemas.openxmlformats.org/officeDocument/2006/relationships/image" Target="../media/image3068.png"/><Relationship Id="rId14" Type="http://schemas.openxmlformats.org/officeDocument/2006/relationships/customXml" Target="../ink/ink2853.xml"/><Relationship Id="rId317" Type="http://schemas.openxmlformats.org/officeDocument/2006/relationships/image" Target="../media/image2894.png"/><Relationship Id="rId524" Type="http://schemas.openxmlformats.org/officeDocument/2006/relationships/customXml" Target="../ink/ink3110.xml"/><Relationship Id="rId731" Type="http://schemas.openxmlformats.org/officeDocument/2006/relationships/customXml" Target="../ink/ink3214.xml"/><Relationship Id="rId98" Type="http://schemas.openxmlformats.org/officeDocument/2006/relationships/image" Target="../media/image2786.png"/><Relationship Id="rId163" Type="http://schemas.openxmlformats.org/officeDocument/2006/relationships/customXml" Target="../ink/ink2928.xml"/><Relationship Id="rId370" Type="http://schemas.openxmlformats.org/officeDocument/2006/relationships/customXml" Target="../ink/ink3033.xml"/><Relationship Id="rId829" Type="http://schemas.openxmlformats.org/officeDocument/2006/relationships/customXml" Target="../ink/ink3264.xml"/><Relationship Id="rId230" Type="http://schemas.openxmlformats.org/officeDocument/2006/relationships/image" Target="../media/image2851.png"/><Relationship Id="rId468" Type="http://schemas.openxmlformats.org/officeDocument/2006/relationships/customXml" Target="../ink/ink3082.xml"/><Relationship Id="rId675" Type="http://schemas.openxmlformats.org/officeDocument/2006/relationships/customXml" Target="../ink/ink3186.xml"/><Relationship Id="rId25" Type="http://schemas.openxmlformats.org/officeDocument/2006/relationships/image" Target="../media/image2750.png"/><Relationship Id="rId328" Type="http://schemas.openxmlformats.org/officeDocument/2006/relationships/image" Target="../media/image2899.png"/><Relationship Id="rId535" Type="http://schemas.openxmlformats.org/officeDocument/2006/relationships/image" Target="../media/image3003.png"/><Relationship Id="rId742" Type="http://schemas.openxmlformats.org/officeDocument/2006/relationships/image" Target="../media/image3106.png"/><Relationship Id="rId174" Type="http://schemas.openxmlformats.org/officeDocument/2006/relationships/image" Target="../media/image2823.png"/><Relationship Id="rId381" Type="http://schemas.openxmlformats.org/officeDocument/2006/relationships/image" Target="../media/image2926.png"/><Relationship Id="rId602" Type="http://schemas.openxmlformats.org/officeDocument/2006/relationships/customXml" Target="../ink/ink3149.xml"/><Relationship Id="rId241" Type="http://schemas.openxmlformats.org/officeDocument/2006/relationships/customXml" Target="../ink/ink2967.xml"/><Relationship Id="rId479" Type="http://schemas.openxmlformats.org/officeDocument/2006/relationships/image" Target="../media/image2975.png"/><Relationship Id="rId686" Type="http://schemas.openxmlformats.org/officeDocument/2006/relationships/image" Target="../media/image3079.png"/><Relationship Id="rId36" Type="http://schemas.openxmlformats.org/officeDocument/2006/relationships/customXml" Target="../ink/ink2864.xml"/><Relationship Id="rId339" Type="http://schemas.openxmlformats.org/officeDocument/2006/relationships/image" Target="../media/image2904.png"/><Relationship Id="rId546" Type="http://schemas.openxmlformats.org/officeDocument/2006/relationships/customXml" Target="../ink/ink3121.xml"/><Relationship Id="rId753" Type="http://schemas.openxmlformats.org/officeDocument/2006/relationships/customXml" Target="../ink/ink3225.xml"/><Relationship Id="rId101" Type="http://schemas.openxmlformats.org/officeDocument/2006/relationships/customXml" Target="../ink/ink2897.xml"/><Relationship Id="rId185" Type="http://schemas.openxmlformats.org/officeDocument/2006/relationships/customXml" Target="../ink/ink2939.xml"/><Relationship Id="rId406" Type="http://schemas.openxmlformats.org/officeDocument/2006/relationships/customXml" Target="../ink/ink3051.xml"/><Relationship Id="rId392" Type="http://schemas.openxmlformats.org/officeDocument/2006/relationships/customXml" Target="../ink/ink3044.xml"/><Relationship Id="rId613" Type="http://schemas.openxmlformats.org/officeDocument/2006/relationships/image" Target="../media/image3043.png"/><Relationship Id="rId697" Type="http://schemas.openxmlformats.org/officeDocument/2006/relationships/customXml" Target="../ink/ink3197.xml"/><Relationship Id="rId820" Type="http://schemas.openxmlformats.org/officeDocument/2006/relationships/image" Target="../media/image3144.png"/><Relationship Id="rId252" Type="http://schemas.openxmlformats.org/officeDocument/2006/relationships/image" Target="../media/image2862.png"/><Relationship Id="rId47" Type="http://schemas.openxmlformats.org/officeDocument/2006/relationships/customXml" Target="../ink/ink2870.xml"/><Relationship Id="rId112" Type="http://schemas.openxmlformats.org/officeDocument/2006/relationships/image" Target="../media/image2793.png"/><Relationship Id="rId557" Type="http://schemas.openxmlformats.org/officeDocument/2006/relationships/image" Target="../media/image3015.png"/><Relationship Id="rId764" Type="http://schemas.openxmlformats.org/officeDocument/2006/relationships/image" Target="../media/image3116.png"/><Relationship Id="rId196" Type="http://schemas.openxmlformats.org/officeDocument/2006/relationships/image" Target="../media/image2834.png"/><Relationship Id="rId417" Type="http://schemas.openxmlformats.org/officeDocument/2006/relationships/image" Target="../media/image2944.png"/><Relationship Id="rId624" Type="http://schemas.openxmlformats.org/officeDocument/2006/relationships/customXml" Target="../ink/ink3160.xml"/><Relationship Id="rId831" Type="http://schemas.openxmlformats.org/officeDocument/2006/relationships/customXml" Target="../ink/ink3265.xml"/><Relationship Id="rId263" Type="http://schemas.openxmlformats.org/officeDocument/2006/relationships/customXml" Target="../ink/ink2978.xml"/><Relationship Id="rId470" Type="http://schemas.openxmlformats.org/officeDocument/2006/relationships/customXml" Target="../ink/ink3083.xml"/><Relationship Id="rId58" Type="http://schemas.openxmlformats.org/officeDocument/2006/relationships/image" Target="../media/image2766.png"/><Relationship Id="rId123" Type="http://schemas.openxmlformats.org/officeDocument/2006/relationships/customXml" Target="../ink/ink2908.xml"/><Relationship Id="rId330" Type="http://schemas.openxmlformats.org/officeDocument/2006/relationships/image" Target="../media/image2900.png"/><Relationship Id="rId568" Type="http://schemas.openxmlformats.org/officeDocument/2006/relationships/customXml" Target="../ink/ink3132.xml"/><Relationship Id="rId775" Type="http://schemas.openxmlformats.org/officeDocument/2006/relationships/customXml" Target="../ink/ink3236.xml"/><Relationship Id="rId428" Type="http://schemas.openxmlformats.org/officeDocument/2006/relationships/customXml" Target="../ink/ink3062.xml"/><Relationship Id="rId635" Type="http://schemas.openxmlformats.org/officeDocument/2006/relationships/customXml" Target="../ink/ink3166.xml"/><Relationship Id="rId274" Type="http://schemas.openxmlformats.org/officeDocument/2006/relationships/image" Target="../media/image2873.png"/><Relationship Id="rId481" Type="http://schemas.openxmlformats.org/officeDocument/2006/relationships/image" Target="../media/image2976.png"/><Relationship Id="rId702" Type="http://schemas.openxmlformats.org/officeDocument/2006/relationships/image" Target="../media/image3086.png"/><Relationship Id="rId69" Type="http://schemas.openxmlformats.org/officeDocument/2006/relationships/customXml" Target="../ink/ink2881.xml"/><Relationship Id="rId134" Type="http://schemas.openxmlformats.org/officeDocument/2006/relationships/image" Target="../media/image2803.png"/><Relationship Id="rId579" Type="http://schemas.openxmlformats.org/officeDocument/2006/relationships/image" Target="../media/image3026.png"/><Relationship Id="rId786" Type="http://schemas.openxmlformats.org/officeDocument/2006/relationships/image" Target="../media/image3127.png"/><Relationship Id="rId341" Type="http://schemas.openxmlformats.org/officeDocument/2006/relationships/image" Target="../media/image2905.png"/><Relationship Id="rId439" Type="http://schemas.openxmlformats.org/officeDocument/2006/relationships/image" Target="../media/image2955.png"/><Relationship Id="rId646" Type="http://schemas.openxmlformats.org/officeDocument/2006/relationships/image" Target="../media/image3059.png"/><Relationship Id="rId201" Type="http://schemas.openxmlformats.org/officeDocument/2006/relationships/customXml" Target="../ink/ink2947.xml"/><Relationship Id="rId285" Type="http://schemas.openxmlformats.org/officeDocument/2006/relationships/customXml" Target="../ink/ink2989.xml"/><Relationship Id="rId506" Type="http://schemas.openxmlformats.org/officeDocument/2006/relationships/customXml" Target="../ink/ink3101.xml"/><Relationship Id="rId492" Type="http://schemas.openxmlformats.org/officeDocument/2006/relationships/customXml" Target="../ink/ink3094.xml"/><Relationship Id="rId713" Type="http://schemas.openxmlformats.org/officeDocument/2006/relationships/customXml" Target="../ink/ink3205.xml"/><Relationship Id="rId797" Type="http://schemas.openxmlformats.org/officeDocument/2006/relationships/customXml" Target="../ink/ink3247.xml"/><Relationship Id="rId145" Type="http://schemas.openxmlformats.org/officeDocument/2006/relationships/customXml" Target="../ink/ink2919.xml"/><Relationship Id="rId352" Type="http://schemas.openxmlformats.org/officeDocument/2006/relationships/customXml" Target="../ink/ink3024.xml"/><Relationship Id="rId212" Type="http://schemas.openxmlformats.org/officeDocument/2006/relationships/image" Target="../media/image2842.png"/><Relationship Id="rId657" Type="http://schemas.openxmlformats.org/officeDocument/2006/relationships/customXml" Target="../ink/ink3177.xml"/><Relationship Id="rId296" Type="http://schemas.openxmlformats.org/officeDocument/2006/relationships/image" Target="../media/image2884.png"/><Relationship Id="rId517" Type="http://schemas.openxmlformats.org/officeDocument/2006/relationships/image" Target="../media/image2994.png"/><Relationship Id="rId724" Type="http://schemas.openxmlformats.org/officeDocument/2006/relationships/image" Target="../media/image3096.png"/><Relationship Id="rId60" Type="http://schemas.openxmlformats.org/officeDocument/2006/relationships/image" Target="../media/image2767.png"/><Relationship Id="rId156" Type="http://schemas.openxmlformats.org/officeDocument/2006/relationships/image" Target="../media/image2814.png"/><Relationship Id="rId363" Type="http://schemas.openxmlformats.org/officeDocument/2006/relationships/image" Target="../media/image2917.png"/><Relationship Id="rId570" Type="http://schemas.openxmlformats.org/officeDocument/2006/relationships/customXml" Target="../ink/ink3133.xml"/><Relationship Id="rId223" Type="http://schemas.openxmlformats.org/officeDocument/2006/relationships/customXml" Target="../ink/ink2958.xml"/><Relationship Id="rId430" Type="http://schemas.openxmlformats.org/officeDocument/2006/relationships/customXml" Target="../ink/ink3063.xml"/><Relationship Id="rId668" Type="http://schemas.openxmlformats.org/officeDocument/2006/relationships/image" Target="../media/image3070.png"/><Relationship Id="rId18" Type="http://schemas.openxmlformats.org/officeDocument/2006/relationships/customXml" Target="../ink/ink2855.xml"/><Relationship Id="rId528" Type="http://schemas.openxmlformats.org/officeDocument/2006/relationships/customXml" Target="../ink/ink3112.xml"/><Relationship Id="rId735" Type="http://schemas.openxmlformats.org/officeDocument/2006/relationships/customXml" Target="../ink/ink3216.xml"/><Relationship Id="rId167" Type="http://schemas.openxmlformats.org/officeDocument/2006/relationships/customXml" Target="../ink/ink2930.xml"/><Relationship Id="rId374" Type="http://schemas.openxmlformats.org/officeDocument/2006/relationships/customXml" Target="../ink/ink3035.xml"/><Relationship Id="rId581" Type="http://schemas.openxmlformats.org/officeDocument/2006/relationships/image" Target="../media/image3027.png"/><Relationship Id="rId71" Type="http://schemas.openxmlformats.org/officeDocument/2006/relationships/customXml" Target="../ink/ink2882.xml"/><Relationship Id="rId234" Type="http://schemas.openxmlformats.org/officeDocument/2006/relationships/image" Target="../media/image2853.png"/><Relationship Id="rId679" Type="http://schemas.openxmlformats.org/officeDocument/2006/relationships/customXml" Target="../ink/ink3188.xml"/><Relationship Id="rId802" Type="http://schemas.openxmlformats.org/officeDocument/2006/relationships/image" Target="../media/image3135.png"/><Relationship Id="rId2" Type="http://schemas.openxmlformats.org/officeDocument/2006/relationships/customXml" Target="../ink/ink2847.xml"/><Relationship Id="rId29" Type="http://schemas.openxmlformats.org/officeDocument/2006/relationships/image" Target="../media/image2752.png"/><Relationship Id="rId441" Type="http://schemas.openxmlformats.org/officeDocument/2006/relationships/image" Target="../media/image2956.png"/><Relationship Id="rId539" Type="http://schemas.openxmlformats.org/officeDocument/2006/relationships/image" Target="../media/image3005.png"/><Relationship Id="rId746" Type="http://schemas.openxmlformats.org/officeDocument/2006/relationships/image" Target="../media/image3108.png"/><Relationship Id="rId178" Type="http://schemas.openxmlformats.org/officeDocument/2006/relationships/image" Target="../media/image2825.png"/><Relationship Id="rId301" Type="http://schemas.openxmlformats.org/officeDocument/2006/relationships/customXml" Target="../ink/ink2997.xml"/><Relationship Id="rId82" Type="http://schemas.openxmlformats.org/officeDocument/2006/relationships/image" Target="../media/image2778.png"/><Relationship Id="rId385" Type="http://schemas.openxmlformats.org/officeDocument/2006/relationships/image" Target="../media/image2928.png"/><Relationship Id="rId592" Type="http://schemas.openxmlformats.org/officeDocument/2006/relationships/customXml" Target="../ink/ink3144.xml"/><Relationship Id="rId606" Type="http://schemas.openxmlformats.org/officeDocument/2006/relationships/customXml" Target="../ink/ink3151.xml"/><Relationship Id="rId813" Type="http://schemas.openxmlformats.org/officeDocument/2006/relationships/customXml" Target="../ink/ink3255.xml"/><Relationship Id="rId245" Type="http://schemas.openxmlformats.org/officeDocument/2006/relationships/customXml" Target="../ink/ink2969.xml"/><Relationship Id="rId452" Type="http://schemas.openxmlformats.org/officeDocument/2006/relationships/customXml" Target="../ink/ink3074.xml"/><Relationship Id="rId105" Type="http://schemas.openxmlformats.org/officeDocument/2006/relationships/customXml" Target="../ink/ink2899.xml"/><Relationship Id="rId312" Type="http://schemas.openxmlformats.org/officeDocument/2006/relationships/customXml" Target="../ink/ink3003.xml"/><Relationship Id="rId757" Type="http://schemas.openxmlformats.org/officeDocument/2006/relationships/customXml" Target="../ink/ink3227.xml"/><Relationship Id="rId93" Type="http://schemas.openxmlformats.org/officeDocument/2006/relationships/customXml" Target="../ink/ink2893.xml"/><Relationship Id="rId189" Type="http://schemas.openxmlformats.org/officeDocument/2006/relationships/customXml" Target="../ink/ink2941.xml"/><Relationship Id="rId396" Type="http://schemas.openxmlformats.org/officeDocument/2006/relationships/customXml" Target="../ink/ink3046.xml"/><Relationship Id="rId617" Type="http://schemas.openxmlformats.org/officeDocument/2006/relationships/image" Target="../media/image3045.png"/><Relationship Id="rId824" Type="http://schemas.openxmlformats.org/officeDocument/2006/relationships/image" Target="../media/image3146.png"/><Relationship Id="rId256" Type="http://schemas.openxmlformats.org/officeDocument/2006/relationships/image" Target="../media/image2864.png"/><Relationship Id="rId463" Type="http://schemas.openxmlformats.org/officeDocument/2006/relationships/image" Target="../media/image2967.png"/><Relationship Id="rId670" Type="http://schemas.openxmlformats.org/officeDocument/2006/relationships/image" Target="../media/image3071.png"/><Relationship Id="rId116" Type="http://schemas.openxmlformats.org/officeDocument/2006/relationships/image" Target="../media/image2794.png"/><Relationship Id="rId323" Type="http://schemas.openxmlformats.org/officeDocument/2006/relationships/customXml" Target="../ink/ink3009.xml"/><Relationship Id="rId530" Type="http://schemas.openxmlformats.org/officeDocument/2006/relationships/customXml" Target="../ink/ink3113.xml"/><Relationship Id="rId768" Type="http://schemas.openxmlformats.org/officeDocument/2006/relationships/image" Target="../media/image3118.png"/><Relationship Id="rId20" Type="http://schemas.openxmlformats.org/officeDocument/2006/relationships/customXml" Target="../ink/ink2856.xml"/><Relationship Id="rId628" Type="http://schemas.openxmlformats.org/officeDocument/2006/relationships/customXml" Target="../ink/ink3162.xml"/><Relationship Id="rId267" Type="http://schemas.openxmlformats.org/officeDocument/2006/relationships/customXml" Target="../ink/ink2980.xml"/><Relationship Id="rId474" Type="http://schemas.openxmlformats.org/officeDocument/2006/relationships/customXml" Target="../ink/ink3085.xml"/><Relationship Id="rId127" Type="http://schemas.openxmlformats.org/officeDocument/2006/relationships/customXml" Target="../ink/ink2910.xml"/><Relationship Id="rId681" Type="http://schemas.openxmlformats.org/officeDocument/2006/relationships/customXml" Target="../ink/ink3189.xml"/><Relationship Id="rId779" Type="http://schemas.openxmlformats.org/officeDocument/2006/relationships/customXml" Target="../ink/ink3238.xml"/><Relationship Id="rId31" Type="http://schemas.openxmlformats.org/officeDocument/2006/relationships/image" Target="../media/image2753.png"/><Relationship Id="rId334" Type="http://schemas.openxmlformats.org/officeDocument/2006/relationships/customXml" Target="../ink/ink3015.xml"/><Relationship Id="rId541" Type="http://schemas.openxmlformats.org/officeDocument/2006/relationships/image" Target="../media/image3006.png"/><Relationship Id="rId639" Type="http://schemas.openxmlformats.org/officeDocument/2006/relationships/customXml" Target="../ink/ink3168.xml"/><Relationship Id="rId180" Type="http://schemas.openxmlformats.org/officeDocument/2006/relationships/image" Target="../media/image2826.png"/><Relationship Id="rId278" Type="http://schemas.openxmlformats.org/officeDocument/2006/relationships/image" Target="../media/image2875.png"/><Relationship Id="rId401" Type="http://schemas.openxmlformats.org/officeDocument/2006/relationships/image" Target="../media/image2936.png"/><Relationship Id="rId485" Type="http://schemas.openxmlformats.org/officeDocument/2006/relationships/image" Target="../media/image2978.png"/><Relationship Id="rId692" Type="http://schemas.openxmlformats.org/officeDocument/2006/relationships/image" Target="../media/image3082.png"/><Relationship Id="rId706" Type="http://schemas.openxmlformats.org/officeDocument/2006/relationships/image" Target="../media/image1855.png"/><Relationship Id="rId42" Type="http://schemas.openxmlformats.org/officeDocument/2006/relationships/customXml" Target="../ink/ink2867.xml"/><Relationship Id="rId138" Type="http://schemas.openxmlformats.org/officeDocument/2006/relationships/image" Target="../media/image2805.png"/><Relationship Id="rId345" Type="http://schemas.openxmlformats.org/officeDocument/2006/relationships/image" Target="../media/image2907.png"/><Relationship Id="rId552" Type="http://schemas.openxmlformats.org/officeDocument/2006/relationships/customXml" Target="../ink/ink3124.xml"/><Relationship Id="rId191" Type="http://schemas.openxmlformats.org/officeDocument/2006/relationships/customXml" Target="../ink/ink2942.xml"/><Relationship Id="rId205" Type="http://schemas.openxmlformats.org/officeDocument/2006/relationships/customXml" Target="../ink/ink2949.xml"/><Relationship Id="rId412" Type="http://schemas.openxmlformats.org/officeDocument/2006/relationships/customXml" Target="../ink/ink3054.xml"/><Relationship Id="rId289" Type="http://schemas.openxmlformats.org/officeDocument/2006/relationships/customXml" Target="../ink/ink2991.xml"/><Relationship Id="rId496" Type="http://schemas.openxmlformats.org/officeDocument/2006/relationships/customXml" Target="../ink/ink3096.xml"/><Relationship Id="rId717" Type="http://schemas.openxmlformats.org/officeDocument/2006/relationships/customXml" Target="../ink/ink3207.xml"/><Relationship Id="rId53" Type="http://schemas.openxmlformats.org/officeDocument/2006/relationships/customXml" Target="../ink/ink2873.xml"/><Relationship Id="rId149" Type="http://schemas.openxmlformats.org/officeDocument/2006/relationships/customXml" Target="../ink/ink2921.xml"/><Relationship Id="rId356" Type="http://schemas.openxmlformats.org/officeDocument/2006/relationships/customXml" Target="../ink/ink3026.xml"/><Relationship Id="rId563" Type="http://schemas.openxmlformats.org/officeDocument/2006/relationships/image" Target="../media/image3018.png"/><Relationship Id="rId770" Type="http://schemas.openxmlformats.org/officeDocument/2006/relationships/image" Target="../media/image3119.png"/><Relationship Id="rId216" Type="http://schemas.openxmlformats.org/officeDocument/2006/relationships/image" Target="../media/image2844.png"/><Relationship Id="rId423" Type="http://schemas.openxmlformats.org/officeDocument/2006/relationships/image" Target="../media/image2947.png"/><Relationship Id="rId630" Type="http://schemas.openxmlformats.org/officeDocument/2006/relationships/image" Target="../media/image3051.png"/><Relationship Id="rId728" Type="http://schemas.openxmlformats.org/officeDocument/2006/relationships/image" Target="../media/image3098.png"/><Relationship Id="rId64" Type="http://schemas.openxmlformats.org/officeDocument/2006/relationships/image" Target="../media/image2769.png"/><Relationship Id="rId367" Type="http://schemas.openxmlformats.org/officeDocument/2006/relationships/image" Target="../media/image2919.png"/><Relationship Id="rId574" Type="http://schemas.openxmlformats.org/officeDocument/2006/relationships/customXml" Target="../ink/ink3135.xml"/><Relationship Id="rId227" Type="http://schemas.openxmlformats.org/officeDocument/2006/relationships/customXml" Target="../ink/ink2960.xml"/><Relationship Id="rId781" Type="http://schemas.openxmlformats.org/officeDocument/2006/relationships/customXml" Target="../ink/ink3239.xml"/><Relationship Id="rId434" Type="http://schemas.openxmlformats.org/officeDocument/2006/relationships/customXml" Target="../ink/ink3065.xml"/><Relationship Id="rId641" Type="http://schemas.openxmlformats.org/officeDocument/2006/relationships/customXml" Target="../ink/ink3169.xml"/><Relationship Id="rId739" Type="http://schemas.openxmlformats.org/officeDocument/2006/relationships/customXml" Target="../ink/ink3218.xml"/><Relationship Id="rId280" Type="http://schemas.openxmlformats.org/officeDocument/2006/relationships/image" Target="../media/image2876.png"/><Relationship Id="rId501" Type="http://schemas.openxmlformats.org/officeDocument/2006/relationships/image" Target="../media/image2986.png"/><Relationship Id="rId75" Type="http://schemas.openxmlformats.org/officeDocument/2006/relationships/customXml" Target="../ink/ink2884.xml"/><Relationship Id="rId140" Type="http://schemas.openxmlformats.org/officeDocument/2006/relationships/image" Target="../media/image2806.png"/><Relationship Id="rId378" Type="http://schemas.openxmlformats.org/officeDocument/2006/relationships/customXml" Target="../ink/ink3037.xml"/><Relationship Id="rId585" Type="http://schemas.openxmlformats.org/officeDocument/2006/relationships/image" Target="../media/image3029.png"/><Relationship Id="rId792" Type="http://schemas.openxmlformats.org/officeDocument/2006/relationships/image" Target="../media/image3130.png"/><Relationship Id="rId806" Type="http://schemas.openxmlformats.org/officeDocument/2006/relationships/image" Target="../media/image3137.png"/><Relationship Id="rId6" Type="http://schemas.openxmlformats.org/officeDocument/2006/relationships/customXml" Target="../ink/ink2849.xml"/><Relationship Id="rId238" Type="http://schemas.openxmlformats.org/officeDocument/2006/relationships/image" Target="../media/image2855.png"/><Relationship Id="rId445" Type="http://schemas.openxmlformats.org/officeDocument/2006/relationships/image" Target="../media/image2958.png"/><Relationship Id="rId652" Type="http://schemas.openxmlformats.org/officeDocument/2006/relationships/image" Target="../media/image3062.png"/><Relationship Id="rId291" Type="http://schemas.openxmlformats.org/officeDocument/2006/relationships/customXml" Target="../ink/ink2992.xml"/><Relationship Id="rId305" Type="http://schemas.openxmlformats.org/officeDocument/2006/relationships/image" Target="../media/image2888.png"/><Relationship Id="rId512" Type="http://schemas.openxmlformats.org/officeDocument/2006/relationships/customXml" Target="../ink/ink3104.xml"/><Relationship Id="rId86" Type="http://schemas.openxmlformats.org/officeDocument/2006/relationships/image" Target="../media/image2780.png"/><Relationship Id="rId151" Type="http://schemas.openxmlformats.org/officeDocument/2006/relationships/customXml" Target="../ink/ink2922.xml"/><Relationship Id="rId389" Type="http://schemas.openxmlformats.org/officeDocument/2006/relationships/image" Target="../media/image2930.png"/><Relationship Id="rId596" Type="http://schemas.openxmlformats.org/officeDocument/2006/relationships/customXml" Target="../ink/ink3146.xml"/><Relationship Id="rId817" Type="http://schemas.openxmlformats.org/officeDocument/2006/relationships/customXml" Target="../ink/ink3257.xml"/><Relationship Id="rId249" Type="http://schemas.openxmlformats.org/officeDocument/2006/relationships/customXml" Target="../ink/ink2971.xml"/><Relationship Id="rId456" Type="http://schemas.openxmlformats.org/officeDocument/2006/relationships/customXml" Target="../ink/ink3076.xml"/><Relationship Id="rId663" Type="http://schemas.openxmlformats.org/officeDocument/2006/relationships/customXml" Target="../ink/ink3180.xml"/><Relationship Id="rId13" Type="http://schemas.openxmlformats.org/officeDocument/2006/relationships/image" Target="../media/image2745.png"/><Relationship Id="rId109" Type="http://schemas.openxmlformats.org/officeDocument/2006/relationships/customXml" Target="../ink/ink2901.xml"/><Relationship Id="rId260" Type="http://schemas.openxmlformats.org/officeDocument/2006/relationships/image" Target="../media/image2866.png"/><Relationship Id="rId316" Type="http://schemas.openxmlformats.org/officeDocument/2006/relationships/customXml" Target="../ink/ink3005.xml"/><Relationship Id="rId523" Type="http://schemas.openxmlformats.org/officeDocument/2006/relationships/image" Target="../media/image2997.png"/><Relationship Id="rId719" Type="http://schemas.openxmlformats.org/officeDocument/2006/relationships/customXml" Target="../ink/ink3208.xml"/><Relationship Id="rId55" Type="http://schemas.openxmlformats.org/officeDocument/2006/relationships/customXml" Target="../ink/ink2874.xml"/><Relationship Id="rId97" Type="http://schemas.openxmlformats.org/officeDocument/2006/relationships/customXml" Target="../ink/ink2895.xml"/><Relationship Id="rId120" Type="http://schemas.openxmlformats.org/officeDocument/2006/relationships/image" Target="../media/image2796.png"/><Relationship Id="rId358" Type="http://schemas.openxmlformats.org/officeDocument/2006/relationships/customXml" Target="../ink/ink3027.xml"/><Relationship Id="rId565" Type="http://schemas.openxmlformats.org/officeDocument/2006/relationships/image" Target="../media/image3019.png"/><Relationship Id="rId730" Type="http://schemas.openxmlformats.org/officeDocument/2006/relationships/image" Target="../media/image3099.png"/><Relationship Id="rId772" Type="http://schemas.openxmlformats.org/officeDocument/2006/relationships/image" Target="../media/image3120.png"/><Relationship Id="rId828" Type="http://schemas.openxmlformats.org/officeDocument/2006/relationships/customXml" Target="../ink/ink3263.xml"/><Relationship Id="rId162" Type="http://schemas.openxmlformats.org/officeDocument/2006/relationships/image" Target="../media/image2817.png"/><Relationship Id="rId218" Type="http://schemas.openxmlformats.org/officeDocument/2006/relationships/image" Target="../media/image2845.png"/><Relationship Id="rId425" Type="http://schemas.openxmlformats.org/officeDocument/2006/relationships/image" Target="../media/image2948.png"/><Relationship Id="rId467" Type="http://schemas.openxmlformats.org/officeDocument/2006/relationships/image" Target="../media/image2969.png"/><Relationship Id="rId632" Type="http://schemas.openxmlformats.org/officeDocument/2006/relationships/image" Target="../media/image3052.png"/><Relationship Id="rId271" Type="http://schemas.openxmlformats.org/officeDocument/2006/relationships/customXml" Target="../ink/ink2982.xml"/><Relationship Id="rId674" Type="http://schemas.openxmlformats.org/officeDocument/2006/relationships/image" Target="../media/image3073.png"/><Relationship Id="rId24" Type="http://schemas.openxmlformats.org/officeDocument/2006/relationships/customXml" Target="../ink/ink2858.xml"/><Relationship Id="rId66" Type="http://schemas.openxmlformats.org/officeDocument/2006/relationships/image" Target="../media/image2770.png"/><Relationship Id="rId131" Type="http://schemas.openxmlformats.org/officeDocument/2006/relationships/customXml" Target="../ink/ink2912.xml"/><Relationship Id="rId327" Type="http://schemas.openxmlformats.org/officeDocument/2006/relationships/customXml" Target="../ink/ink3011.xml"/><Relationship Id="rId369" Type="http://schemas.openxmlformats.org/officeDocument/2006/relationships/image" Target="../media/image2920.png"/><Relationship Id="rId534" Type="http://schemas.openxmlformats.org/officeDocument/2006/relationships/customXml" Target="../ink/ink3115.xml"/><Relationship Id="rId576" Type="http://schemas.openxmlformats.org/officeDocument/2006/relationships/customXml" Target="../ink/ink3136.xml"/><Relationship Id="rId741" Type="http://schemas.openxmlformats.org/officeDocument/2006/relationships/customXml" Target="../ink/ink3219.xml"/><Relationship Id="rId783" Type="http://schemas.openxmlformats.org/officeDocument/2006/relationships/customXml" Target="../ink/ink3240.xml"/><Relationship Id="rId173" Type="http://schemas.openxmlformats.org/officeDocument/2006/relationships/customXml" Target="../ink/ink2933.xml"/><Relationship Id="rId229" Type="http://schemas.openxmlformats.org/officeDocument/2006/relationships/customXml" Target="../ink/ink2961.xml"/><Relationship Id="rId380" Type="http://schemas.openxmlformats.org/officeDocument/2006/relationships/customXml" Target="../ink/ink3038.xml"/><Relationship Id="rId436" Type="http://schemas.openxmlformats.org/officeDocument/2006/relationships/customXml" Target="../ink/ink3066.xml"/><Relationship Id="rId601" Type="http://schemas.openxmlformats.org/officeDocument/2006/relationships/image" Target="../media/image3037.png"/><Relationship Id="rId643" Type="http://schemas.openxmlformats.org/officeDocument/2006/relationships/customXml" Target="../ink/ink3170.xml"/><Relationship Id="rId240" Type="http://schemas.openxmlformats.org/officeDocument/2006/relationships/image" Target="../media/image2856.png"/><Relationship Id="rId478" Type="http://schemas.openxmlformats.org/officeDocument/2006/relationships/customXml" Target="../ink/ink3087.xml"/><Relationship Id="rId685" Type="http://schemas.openxmlformats.org/officeDocument/2006/relationships/customXml" Target="../ink/ink3191.xml"/><Relationship Id="rId35" Type="http://schemas.openxmlformats.org/officeDocument/2006/relationships/image" Target="../media/image2755.png"/><Relationship Id="rId77" Type="http://schemas.openxmlformats.org/officeDocument/2006/relationships/customXml" Target="../ink/ink2885.xml"/><Relationship Id="rId100" Type="http://schemas.openxmlformats.org/officeDocument/2006/relationships/image" Target="../media/image2787.png"/><Relationship Id="rId282" Type="http://schemas.openxmlformats.org/officeDocument/2006/relationships/image" Target="../media/image2877.png"/><Relationship Id="rId338" Type="http://schemas.openxmlformats.org/officeDocument/2006/relationships/customXml" Target="../ink/ink3017.xml"/><Relationship Id="rId503" Type="http://schemas.openxmlformats.org/officeDocument/2006/relationships/image" Target="../media/image2987.png"/><Relationship Id="rId545" Type="http://schemas.openxmlformats.org/officeDocument/2006/relationships/image" Target="../media/image3008.png"/><Relationship Id="rId587" Type="http://schemas.openxmlformats.org/officeDocument/2006/relationships/image" Target="../media/image3030.png"/><Relationship Id="rId710" Type="http://schemas.openxmlformats.org/officeDocument/2006/relationships/image" Target="../media/image3089.png"/><Relationship Id="rId752" Type="http://schemas.openxmlformats.org/officeDocument/2006/relationships/image" Target="../media/image3111.png"/><Relationship Id="rId808" Type="http://schemas.openxmlformats.org/officeDocument/2006/relationships/image" Target="../media/image3138.png"/><Relationship Id="rId8" Type="http://schemas.openxmlformats.org/officeDocument/2006/relationships/customXml" Target="../ink/ink2850.xml"/><Relationship Id="rId142" Type="http://schemas.openxmlformats.org/officeDocument/2006/relationships/image" Target="../media/image2807.png"/><Relationship Id="rId184" Type="http://schemas.openxmlformats.org/officeDocument/2006/relationships/image" Target="../media/image2828.png"/><Relationship Id="rId391" Type="http://schemas.openxmlformats.org/officeDocument/2006/relationships/image" Target="../media/image2931.png"/><Relationship Id="rId405" Type="http://schemas.openxmlformats.org/officeDocument/2006/relationships/image" Target="../media/image2938.png"/><Relationship Id="rId447" Type="http://schemas.openxmlformats.org/officeDocument/2006/relationships/image" Target="../media/image2959.png"/><Relationship Id="rId612" Type="http://schemas.openxmlformats.org/officeDocument/2006/relationships/customXml" Target="../ink/ink3154.xml"/><Relationship Id="rId794" Type="http://schemas.openxmlformats.org/officeDocument/2006/relationships/image" Target="../media/image3131.png"/><Relationship Id="rId251" Type="http://schemas.openxmlformats.org/officeDocument/2006/relationships/customXml" Target="../ink/ink2972.xml"/><Relationship Id="rId489" Type="http://schemas.openxmlformats.org/officeDocument/2006/relationships/image" Target="../media/image2980.png"/><Relationship Id="rId654" Type="http://schemas.openxmlformats.org/officeDocument/2006/relationships/image" Target="../media/image3063.png"/><Relationship Id="rId696" Type="http://schemas.openxmlformats.org/officeDocument/2006/relationships/image" Target="../media/image3084.png"/><Relationship Id="rId46" Type="http://schemas.openxmlformats.org/officeDocument/2006/relationships/customXml" Target="../ink/ink2869.xml"/><Relationship Id="rId293" Type="http://schemas.openxmlformats.org/officeDocument/2006/relationships/customXml" Target="../ink/ink2993.xml"/><Relationship Id="rId307" Type="http://schemas.openxmlformats.org/officeDocument/2006/relationships/image" Target="../media/image2889.png"/><Relationship Id="rId349" Type="http://schemas.openxmlformats.org/officeDocument/2006/relationships/image" Target="../media/image2909.png"/><Relationship Id="rId514" Type="http://schemas.openxmlformats.org/officeDocument/2006/relationships/customXml" Target="../ink/ink3105.xml"/><Relationship Id="rId556" Type="http://schemas.openxmlformats.org/officeDocument/2006/relationships/customXml" Target="../ink/ink3126.xml"/><Relationship Id="rId721" Type="http://schemas.openxmlformats.org/officeDocument/2006/relationships/customXml" Target="../ink/ink3209.xml"/><Relationship Id="rId763" Type="http://schemas.openxmlformats.org/officeDocument/2006/relationships/customXml" Target="../ink/ink3230.xml"/><Relationship Id="rId88" Type="http://schemas.openxmlformats.org/officeDocument/2006/relationships/image" Target="../media/image2781.png"/><Relationship Id="rId111" Type="http://schemas.openxmlformats.org/officeDocument/2006/relationships/customXml" Target="../ink/ink2902.xml"/><Relationship Id="rId153" Type="http://schemas.openxmlformats.org/officeDocument/2006/relationships/customXml" Target="../ink/ink2923.xml"/><Relationship Id="rId195" Type="http://schemas.openxmlformats.org/officeDocument/2006/relationships/customXml" Target="../ink/ink2944.xml"/><Relationship Id="rId209" Type="http://schemas.openxmlformats.org/officeDocument/2006/relationships/customXml" Target="../ink/ink2951.xml"/><Relationship Id="rId360" Type="http://schemas.openxmlformats.org/officeDocument/2006/relationships/customXml" Target="../ink/ink3028.xml"/><Relationship Id="rId416" Type="http://schemas.openxmlformats.org/officeDocument/2006/relationships/customXml" Target="../ink/ink3056.xml"/><Relationship Id="rId598" Type="http://schemas.openxmlformats.org/officeDocument/2006/relationships/customXml" Target="../ink/ink3147.xml"/><Relationship Id="rId819" Type="http://schemas.openxmlformats.org/officeDocument/2006/relationships/customXml" Target="../ink/ink3258.xml"/><Relationship Id="rId220" Type="http://schemas.openxmlformats.org/officeDocument/2006/relationships/image" Target="../media/image2846.png"/><Relationship Id="rId458" Type="http://schemas.openxmlformats.org/officeDocument/2006/relationships/customXml" Target="../ink/ink3077.xml"/><Relationship Id="rId623" Type="http://schemas.openxmlformats.org/officeDocument/2006/relationships/image" Target="../media/image3048.png"/><Relationship Id="rId665" Type="http://schemas.openxmlformats.org/officeDocument/2006/relationships/customXml" Target="../ink/ink3181.xml"/><Relationship Id="rId830" Type="http://schemas.openxmlformats.org/officeDocument/2006/relationships/image" Target="../media/image3148.png"/><Relationship Id="rId15" Type="http://schemas.openxmlformats.org/officeDocument/2006/relationships/image" Target="../media/image2746.png"/><Relationship Id="rId57" Type="http://schemas.openxmlformats.org/officeDocument/2006/relationships/customXml" Target="../ink/ink2875.xml"/><Relationship Id="rId262" Type="http://schemas.openxmlformats.org/officeDocument/2006/relationships/image" Target="../media/image2867.png"/><Relationship Id="rId318" Type="http://schemas.openxmlformats.org/officeDocument/2006/relationships/customXml" Target="../ink/ink3006.xml"/><Relationship Id="rId525" Type="http://schemas.openxmlformats.org/officeDocument/2006/relationships/image" Target="../media/image2998.png"/><Relationship Id="rId567" Type="http://schemas.openxmlformats.org/officeDocument/2006/relationships/image" Target="../media/image3020.png"/><Relationship Id="rId732" Type="http://schemas.openxmlformats.org/officeDocument/2006/relationships/image" Target="../media/image3101.png"/><Relationship Id="rId99" Type="http://schemas.openxmlformats.org/officeDocument/2006/relationships/customXml" Target="../ink/ink2896.xml"/><Relationship Id="rId122" Type="http://schemas.openxmlformats.org/officeDocument/2006/relationships/image" Target="../media/image2797.png"/><Relationship Id="rId164" Type="http://schemas.openxmlformats.org/officeDocument/2006/relationships/image" Target="../media/image2818.png"/><Relationship Id="rId371" Type="http://schemas.openxmlformats.org/officeDocument/2006/relationships/image" Target="../media/image2921.png"/><Relationship Id="rId774" Type="http://schemas.openxmlformats.org/officeDocument/2006/relationships/image" Target="../media/image3121.png"/><Relationship Id="rId427" Type="http://schemas.openxmlformats.org/officeDocument/2006/relationships/image" Target="../media/image2949.png"/><Relationship Id="rId469" Type="http://schemas.openxmlformats.org/officeDocument/2006/relationships/image" Target="../media/image2970.png"/><Relationship Id="rId634" Type="http://schemas.openxmlformats.org/officeDocument/2006/relationships/image" Target="../media/image3053.png"/><Relationship Id="rId676" Type="http://schemas.openxmlformats.org/officeDocument/2006/relationships/image" Target="../media/image3074.png"/><Relationship Id="rId26" Type="http://schemas.openxmlformats.org/officeDocument/2006/relationships/customXml" Target="../ink/ink2859.xml"/><Relationship Id="rId231" Type="http://schemas.openxmlformats.org/officeDocument/2006/relationships/customXml" Target="../ink/ink2962.xml"/><Relationship Id="rId273" Type="http://schemas.openxmlformats.org/officeDocument/2006/relationships/customXml" Target="../ink/ink2983.xml"/><Relationship Id="rId329" Type="http://schemas.openxmlformats.org/officeDocument/2006/relationships/customXml" Target="../ink/ink3012.xml"/><Relationship Id="rId480" Type="http://schemas.openxmlformats.org/officeDocument/2006/relationships/customXml" Target="../ink/ink3088.xml"/><Relationship Id="rId536" Type="http://schemas.openxmlformats.org/officeDocument/2006/relationships/customXml" Target="../ink/ink3116.xml"/><Relationship Id="rId701" Type="http://schemas.openxmlformats.org/officeDocument/2006/relationships/customXml" Target="../ink/ink3199.xml"/><Relationship Id="rId68" Type="http://schemas.openxmlformats.org/officeDocument/2006/relationships/image" Target="../media/image2771.png"/><Relationship Id="rId133" Type="http://schemas.openxmlformats.org/officeDocument/2006/relationships/customXml" Target="../ink/ink2913.xml"/><Relationship Id="rId175" Type="http://schemas.openxmlformats.org/officeDocument/2006/relationships/customXml" Target="../ink/ink2934.xml"/><Relationship Id="rId340" Type="http://schemas.openxmlformats.org/officeDocument/2006/relationships/customXml" Target="../ink/ink3018.xml"/><Relationship Id="rId578" Type="http://schemas.openxmlformats.org/officeDocument/2006/relationships/customXml" Target="../ink/ink3137.xml"/><Relationship Id="rId743" Type="http://schemas.openxmlformats.org/officeDocument/2006/relationships/customXml" Target="../ink/ink3220.xml"/><Relationship Id="rId785" Type="http://schemas.openxmlformats.org/officeDocument/2006/relationships/customXml" Target="../ink/ink3241.xml"/><Relationship Id="rId200" Type="http://schemas.openxmlformats.org/officeDocument/2006/relationships/image" Target="../media/image2836.png"/><Relationship Id="rId382" Type="http://schemas.openxmlformats.org/officeDocument/2006/relationships/customXml" Target="../ink/ink3039.xml"/><Relationship Id="rId438" Type="http://schemas.openxmlformats.org/officeDocument/2006/relationships/customXml" Target="../ink/ink3067.xml"/><Relationship Id="rId603" Type="http://schemas.openxmlformats.org/officeDocument/2006/relationships/image" Target="../media/image3038.png"/><Relationship Id="rId645" Type="http://schemas.openxmlformats.org/officeDocument/2006/relationships/customXml" Target="../ink/ink3171.xml"/><Relationship Id="rId687" Type="http://schemas.openxmlformats.org/officeDocument/2006/relationships/customXml" Target="../ink/ink3192.xml"/><Relationship Id="rId810" Type="http://schemas.openxmlformats.org/officeDocument/2006/relationships/image" Target="../media/image3139.png"/><Relationship Id="rId242" Type="http://schemas.openxmlformats.org/officeDocument/2006/relationships/image" Target="../media/image2857.png"/><Relationship Id="rId284" Type="http://schemas.openxmlformats.org/officeDocument/2006/relationships/image" Target="../media/image2878.png"/><Relationship Id="rId491" Type="http://schemas.openxmlformats.org/officeDocument/2006/relationships/image" Target="../media/image2981.png"/><Relationship Id="rId505" Type="http://schemas.openxmlformats.org/officeDocument/2006/relationships/image" Target="../media/image2988.png"/><Relationship Id="rId712" Type="http://schemas.openxmlformats.org/officeDocument/2006/relationships/image" Target="../media/image3090.png"/><Relationship Id="rId37" Type="http://schemas.openxmlformats.org/officeDocument/2006/relationships/image" Target="../media/image2756.png"/><Relationship Id="rId79" Type="http://schemas.openxmlformats.org/officeDocument/2006/relationships/customXml" Target="../ink/ink2886.xml"/><Relationship Id="rId102" Type="http://schemas.openxmlformats.org/officeDocument/2006/relationships/image" Target="../media/image2788.png"/><Relationship Id="rId144" Type="http://schemas.openxmlformats.org/officeDocument/2006/relationships/image" Target="../media/image2808.png"/><Relationship Id="rId547" Type="http://schemas.openxmlformats.org/officeDocument/2006/relationships/image" Target="../media/image3009.png"/><Relationship Id="rId589" Type="http://schemas.openxmlformats.org/officeDocument/2006/relationships/image" Target="../media/image3031.png"/><Relationship Id="rId754" Type="http://schemas.openxmlformats.org/officeDocument/2006/relationships/image" Target="../media/image2190.png"/><Relationship Id="rId796" Type="http://schemas.openxmlformats.org/officeDocument/2006/relationships/image" Target="../media/image3132.png"/><Relationship Id="rId90" Type="http://schemas.openxmlformats.org/officeDocument/2006/relationships/image" Target="../media/image2782.png"/><Relationship Id="rId186" Type="http://schemas.openxmlformats.org/officeDocument/2006/relationships/image" Target="../media/image2829.png"/><Relationship Id="rId351" Type="http://schemas.openxmlformats.org/officeDocument/2006/relationships/image" Target="../media/image2911.png"/><Relationship Id="rId393" Type="http://schemas.openxmlformats.org/officeDocument/2006/relationships/image" Target="../media/image2932.png"/><Relationship Id="rId407" Type="http://schemas.openxmlformats.org/officeDocument/2006/relationships/image" Target="../media/image2939.png"/><Relationship Id="rId449" Type="http://schemas.openxmlformats.org/officeDocument/2006/relationships/image" Target="../media/image2960.png"/><Relationship Id="rId614" Type="http://schemas.openxmlformats.org/officeDocument/2006/relationships/customXml" Target="../ink/ink3155.xml"/><Relationship Id="rId656" Type="http://schemas.openxmlformats.org/officeDocument/2006/relationships/image" Target="../media/image3064.png"/><Relationship Id="rId821" Type="http://schemas.openxmlformats.org/officeDocument/2006/relationships/customXml" Target="../ink/ink3259.xml"/><Relationship Id="rId211" Type="http://schemas.openxmlformats.org/officeDocument/2006/relationships/customXml" Target="../ink/ink2952.xml"/><Relationship Id="rId253" Type="http://schemas.openxmlformats.org/officeDocument/2006/relationships/customXml" Target="../ink/ink2973.xml"/><Relationship Id="rId295" Type="http://schemas.openxmlformats.org/officeDocument/2006/relationships/customXml" Target="../ink/ink2994.xml"/><Relationship Id="rId309" Type="http://schemas.openxmlformats.org/officeDocument/2006/relationships/image" Target="../media/image2890.png"/><Relationship Id="rId460" Type="http://schemas.openxmlformats.org/officeDocument/2006/relationships/customXml" Target="../ink/ink3078.xml"/><Relationship Id="rId516" Type="http://schemas.openxmlformats.org/officeDocument/2006/relationships/customXml" Target="../ink/ink3106.xml"/><Relationship Id="rId698" Type="http://schemas.openxmlformats.org/officeDocument/2006/relationships/image" Target="../media/image3085.png"/><Relationship Id="rId48" Type="http://schemas.openxmlformats.org/officeDocument/2006/relationships/image" Target="../media/image2761.png"/><Relationship Id="rId113" Type="http://schemas.openxmlformats.org/officeDocument/2006/relationships/customXml" Target="../ink/ink2903.xml"/><Relationship Id="rId320" Type="http://schemas.openxmlformats.org/officeDocument/2006/relationships/customXml" Target="../ink/ink3007.xml"/><Relationship Id="rId558" Type="http://schemas.openxmlformats.org/officeDocument/2006/relationships/customXml" Target="../ink/ink3127.xml"/><Relationship Id="rId723" Type="http://schemas.openxmlformats.org/officeDocument/2006/relationships/customXml" Target="../ink/ink3210.xml"/><Relationship Id="rId765" Type="http://schemas.openxmlformats.org/officeDocument/2006/relationships/customXml" Target="../ink/ink3231.xml"/><Relationship Id="rId155" Type="http://schemas.openxmlformats.org/officeDocument/2006/relationships/customXml" Target="../ink/ink2924.xml"/><Relationship Id="rId197" Type="http://schemas.openxmlformats.org/officeDocument/2006/relationships/customXml" Target="../ink/ink2945.xml"/><Relationship Id="rId362" Type="http://schemas.openxmlformats.org/officeDocument/2006/relationships/customXml" Target="../ink/ink3029.xml"/><Relationship Id="rId418" Type="http://schemas.openxmlformats.org/officeDocument/2006/relationships/customXml" Target="../ink/ink3057.xml"/><Relationship Id="rId625" Type="http://schemas.openxmlformats.org/officeDocument/2006/relationships/image" Target="../media/image3049.png"/><Relationship Id="rId222" Type="http://schemas.openxmlformats.org/officeDocument/2006/relationships/image" Target="../media/image2847.png"/><Relationship Id="rId264" Type="http://schemas.openxmlformats.org/officeDocument/2006/relationships/image" Target="../media/image2868.png"/><Relationship Id="rId471" Type="http://schemas.openxmlformats.org/officeDocument/2006/relationships/image" Target="../media/image2971.png"/><Relationship Id="rId667" Type="http://schemas.openxmlformats.org/officeDocument/2006/relationships/customXml" Target="../ink/ink3182.xml"/><Relationship Id="rId17" Type="http://schemas.openxmlformats.org/officeDocument/2006/relationships/image" Target="../media/image2747.png"/><Relationship Id="rId59" Type="http://schemas.openxmlformats.org/officeDocument/2006/relationships/customXml" Target="../ink/ink2876.xml"/><Relationship Id="rId124" Type="http://schemas.openxmlformats.org/officeDocument/2006/relationships/image" Target="../media/image2798.png"/><Relationship Id="rId527" Type="http://schemas.openxmlformats.org/officeDocument/2006/relationships/image" Target="../media/image2999.png"/><Relationship Id="rId569" Type="http://schemas.openxmlformats.org/officeDocument/2006/relationships/image" Target="../media/image3021.png"/><Relationship Id="rId734" Type="http://schemas.openxmlformats.org/officeDocument/2006/relationships/image" Target="../media/image3102.png"/><Relationship Id="rId776" Type="http://schemas.openxmlformats.org/officeDocument/2006/relationships/image" Target="../media/image3122.png"/><Relationship Id="rId70" Type="http://schemas.openxmlformats.org/officeDocument/2006/relationships/image" Target="../media/image2772.png"/><Relationship Id="rId166" Type="http://schemas.openxmlformats.org/officeDocument/2006/relationships/image" Target="../media/image2819.png"/><Relationship Id="rId331" Type="http://schemas.openxmlformats.org/officeDocument/2006/relationships/customXml" Target="../ink/ink3013.xml"/><Relationship Id="rId373" Type="http://schemas.openxmlformats.org/officeDocument/2006/relationships/image" Target="../media/image2922.png"/><Relationship Id="rId429" Type="http://schemas.openxmlformats.org/officeDocument/2006/relationships/image" Target="../media/image2950.png"/><Relationship Id="rId580" Type="http://schemas.openxmlformats.org/officeDocument/2006/relationships/customXml" Target="../ink/ink3138.xml"/><Relationship Id="rId636" Type="http://schemas.openxmlformats.org/officeDocument/2006/relationships/image" Target="../media/image3054.png"/><Relationship Id="rId801" Type="http://schemas.openxmlformats.org/officeDocument/2006/relationships/customXml" Target="../ink/ink3249.xml"/><Relationship Id="rId1" Type="http://schemas.openxmlformats.org/officeDocument/2006/relationships/slideLayout" Target="../slideLayouts/slideLayout2.xml"/><Relationship Id="rId233" Type="http://schemas.openxmlformats.org/officeDocument/2006/relationships/customXml" Target="../ink/ink2963.xml"/><Relationship Id="rId440" Type="http://schemas.openxmlformats.org/officeDocument/2006/relationships/customXml" Target="../ink/ink3068.xml"/><Relationship Id="rId678" Type="http://schemas.openxmlformats.org/officeDocument/2006/relationships/image" Target="../media/image3075.png"/><Relationship Id="rId28" Type="http://schemas.openxmlformats.org/officeDocument/2006/relationships/customXml" Target="../ink/ink2860.xml"/><Relationship Id="rId275" Type="http://schemas.openxmlformats.org/officeDocument/2006/relationships/customXml" Target="../ink/ink2984.xml"/><Relationship Id="rId300" Type="http://schemas.openxmlformats.org/officeDocument/2006/relationships/image" Target="../media/image2886.png"/><Relationship Id="rId482" Type="http://schemas.openxmlformats.org/officeDocument/2006/relationships/customXml" Target="../ink/ink3089.xml"/><Relationship Id="rId538" Type="http://schemas.openxmlformats.org/officeDocument/2006/relationships/customXml" Target="../ink/ink3117.xml"/><Relationship Id="rId703" Type="http://schemas.openxmlformats.org/officeDocument/2006/relationships/customXml" Target="../ink/ink3200.xml"/><Relationship Id="rId745" Type="http://schemas.openxmlformats.org/officeDocument/2006/relationships/customXml" Target="../ink/ink3221.xml"/><Relationship Id="rId81" Type="http://schemas.openxmlformats.org/officeDocument/2006/relationships/customXml" Target="../ink/ink2887.xml"/><Relationship Id="rId135" Type="http://schemas.openxmlformats.org/officeDocument/2006/relationships/customXml" Target="../ink/ink2914.xml"/><Relationship Id="rId177" Type="http://schemas.openxmlformats.org/officeDocument/2006/relationships/customXml" Target="../ink/ink2935.xml"/><Relationship Id="rId342" Type="http://schemas.openxmlformats.org/officeDocument/2006/relationships/customXml" Target="../ink/ink3019.xml"/><Relationship Id="rId384" Type="http://schemas.openxmlformats.org/officeDocument/2006/relationships/customXml" Target="../ink/ink3040.xml"/><Relationship Id="rId591" Type="http://schemas.openxmlformats.org/officeDocument/2006/relationships/image" Target="../media/image3032.png"/><Relationship Id="rId605" Type="http://schemas.openxmlformats.org/officeDocument/2006/relationships/image" Target="../media/image3039.png"/><Relationship Id="rId787" Type="http://schemas.openxmlformats.org/officeDocument/2006/relationships/customXml" Target="../ink/ink3242.xml"/><Relationship Id="rId812" Type="http://schemas.openxmlformats.org/officeDocument/2006/relationships/image" Target="../media/image3140.png"/><Relationship Id="rId202" Type="http://schemas.openxmlformats.org/officeDocument/2006/relationships/image" Target="../media/image2837.png"/><Relationship Id="rId244" Type="http://schemas.openxmlformats.org/officeDocument/2006/relationships/image" Target="../media/image2858.png"/><Relationship Id="rId647" Type="http://schemas.openxmlformats.org/officeDocument/2006/relationships/customXml" Target="../ink/ink3172.xml"/><Relationship Id="rId689" Type="http://schemas.openxmlformats.org/officeDocument/2006/relationships/customXml" Target="../ink/ink3193.xml"/><Relationship Id="rId39" Type="http://schemas.openxmlformats.org/officeDocument/2006/relationships/image" Target="../media/image2757.png"/><Relationship Id="rId286" Type="http://schemas.openxmlformats.org/officeDocument/2006/relationships/image" Target="../media/image2879.png"/><Relationship Id="rId451" Type="http://schemas.openxmlformats.org/officeDocument/2006/relationships/image" Target="../media/image2961.png"/><Relationship Id="rId493" Type="http://schemas.openxmlformats.org/officeDocument/2006/relationships/image" Target="../media/image2982.png"/><Relationship Id="rId507" Type="http://schemas.openxmlformats.org/officeDocument/2006/relationships/image" Target="../media/image2989.png"/><Relationship Id="rId549" Type="http://schemas.openxmlformats.org/officeDocument/2006/relationships/image" Target="../media/image3011.png"/><Relationship Id="rId714" Type="http://schemas.openxmlformats.org/officeDocument/2006/relationships/image" Target="../media/image3091.png"/><Relationship Id="rId756" Type="http://schemas.openxmlformats.org/officeDocument/2006/relationships/image" Target="../media/image3112.png"/><Relationship Id="rId50" Type="http://schemas.openxmlformats.org/officeDocument/2006/relationships/image" Target="../media/image2762.png"/><Relationship Id="rId104" Type="http://schemas.openxmlformats.org/officeDocument/2006/relationships/image" Target="../media/image2789.png"/><Relationship Id="rId146" Type="http://schemas.openxmlformats.org/officeDocument/2006/relationships/image" Target="../media/image2809.png"/><Relationship Id="rId188" Type="http://schemas.openxmlformats.org/officeDocument/2006/relationships/image" Target="../media/image2830.png"/><Relationship Id="rId311" Type="http://schemas.openxmlformats.org/officeDocument/2006/relationships/image" Target="../media/image2891.png"/><Relationship Id="rId353" Type="http://schemas.openxmlformats.org/officeDocument/2006/relationships/image" Target="../media/image2912.png"/><Relationship Id="rId395" Type="http://schemas.openxmlformats.org/officeDocument/2006/relationships/image" Target="../media/image2933.png"/><Relationship Id="rId409" Type="http://schemas.openxmlformats.org/officeDocument/2006/relationships/image" Target="../media/image2940.png"/><Relationship Id="rId560" Type="http://schemas.openxmlformats.org/officeDocument/2006/relationships/customXml" Target="../ink/ink3128.xml"/><Relationship Id="rId798" Type="http://schemas.openxmlformats.org/officeDocument/2006/relationships/image" Target="../media/image3133.png"/><Relationship Id="rId92" Type="http://schemas.openxmlformats.org/officeDocument/2006/relationships/image" Target="../media/image2783.png"/><Relationship Id="rId213" Type="http://schemas.openxmlformats.org/officeDocument/2006/relationships/customXml" Target="../ink/ink2953.xml"/><Relationship Id="rId420" Type="http://schemas.openxmlformats.org/officeDocument/2006/relationships/customXml" Target="../ink/ink3058.xml"/><Relationship Id="rId616" Type="http://schemas.openxmlformats.org/officeDocument/2006/relationships/customXml" Target="../ink/ink3156.xml"/><Relationship Id="rId658" Type="http://schemas.openxmlformats.org/officeDocument/2006/relationships/image" Target="../media/image3065.png"/><Relationship Id="rId823" Type="http://schemas.openxmlformats.org/officeDocument/2006/relationships/customXml" Target="../ink/ink3260.xml"/><Relationship Id="rId255" Type="http://schemas.openxmlformats.org/officeDocument/2006/relationships/customXml" Target="../ink/ink2974.xml"/><Relationship Id="rId297" Type="http://schemas.openxmlformats.org/officeDocument/2006/relationships/customXml" Target="../ink/ink2995.xml"/><Relationship Id="rId462" Type="http://schemas.openxmlformats.org/officeDocument/2006/relationships/customXml" Target="../ink/ink3079.xml"/><Relationship Id="rId518" Type="http://schemas.openxmlformats.org/officeDocument/2006/relationships/customXml" Target="../ink/ink3107.xml"/><Relationship Id="rId725" Type="http://schemas.openxmlformats.org/officeDocument/2006/relationships/customXml" Target="../ink/ink3211.xml"/><Relationship Id="rId115" Type="http://schemas.openxmlformats.org/officeDocument/2006/relationships/customXml" Target="../ink/ink2904.xml"/><Relationship Id="rId157" Type="http://schemas.openxmlformats.org/officeDocument/2006/relationships/customXml" Target="../ink/ink2925.xml"/><Relationship Id="rId322" Type="http://schemas.openxmlformats.org/officeDocument/2006/relationships/image" Target="../media/image2896.png"/><Relationship Id="rId364" Type="http://schemas.openxmlformats.org/officeDocument/2006/relationships/customXml" Target="../ink/ink3030.xml"/><Relationship Id="rId767" Type="http://schemas.openxmlformats.org/officeDocument/2006/relationships/customXml" Target="../ink/ink3232.xml"/><Relationship Id="rId61" Type="http://schemas.openxmlformats.org/officeDocument/2006/relationships/customXml" Target="../ink/ink2877.xml"/><Relationship Id="rId199" Type="http://schemas.openxmlformats.org/officeDocument/2006/relationships/customXml" Target="../ink/ink2946.xml"/><Relationship Id="rId571" Type="http://schemas.openxmlformats.org/officeDocument/2006/relationships/image" Target="../media/image3022.png"/><Relationship Id="rId627" Type="http://schemas.openxmlformats.org/officeDocument/2006/relationships/image" Target="../media/image3050.png"/><Relationship Id="rId669" Type="http://schemas.openxmlformats.org/officeDocument/2006/relationships/customXml" Target="../ink/ink3183.xml"/><Relationship Id="rId19" Type="http://schemas.openxmlformats.org/officeDocument/2006/relationships/image" Target="../media/image2748.png"/><Relationship Id="rId224" Type="http://schemas.openxmlformats.org/officeDocument/2006/relationships/image" Target="../media/image2848.png"/><Relationship Id="rId266" Type="http://schemas.openxmlformats.org/officeDocument/2006/relationships/image" Target="../media/image2869.png"/><Relationship Id="rId431" Type="http://schemas.openxmlformats.org/officeDocument/2006/relationships/image" Target="../media/image2951.png"/><Relationship Id="rId473" Type="http://schemas.openxmlformats.org/officeDocument/2006/relationships/image" Target="../media/image2972.png"/><Relationship Id="rId529" Type="http://schemas.openxmlformats.org/officeDocument/2006/relationships/image" Target="../media/image3000.png"/><Relationship Id="rId680" Type="http://schemas.openxmlformats.org/officeDocument/2006/relationships/image" Target="../media/image3076.png"/><Relationship Id="rId736" Type="http://schemas.openxmlformats.org/officeDocument/2006/relationships/image" Target="../media/image3103.png"/><Relationship Id="rId30" Type="http://schemas.openxmlformats.org/officeDocument/2006/relationships/customXml" Target="../ink/ink2861.xml"/><Relationship Id="rId126" Type="http://schemas.openxmlformats.org/officeDocument/2006/relationships/image" Target="../media/image2799.png"/><Relationship Id="rId168" Type="http://schemas.openxmlformats.org/officeDocument/2006/relationships/image" Target="../media/image2820.png"/><Relationship Id="rId333" Type="http://schemas.openxmlformats.org/officeDocument/2006/relationships/customXml" Target="../ink/ink3014.xml"/><Relationship Id="rId540" Type="http://schemas.openxmlformats.org/officeDocument/2006/relationships/customXml" Target="../ink/ink3118.xml"/><Relationship Id="rId778" Type="http://schemas.openxmlformats.org/officeDocument/2006/relationships/image" Target="../media/image3123.png"/><Relationship Id="rId72" Type="http://schemas.openxmlformats.org/officeDocument/2006/relationships/image" Target="../media/image2773.png"/><Relationship Id="rId375" Type="http://schemas.openxmlformats.org/officeDocument/2006/relationships/image" Target="../media/image2923.png"/><Relationship Id="rId582" Type="http://schemas.openxmlformats.org/officeDocument/2006/relationships/customXml" Target="../ink/ink3139.xml"/><Relationship Id="rId638" Type="http://schemas.openxmlformats.org/officeDocument/2006/relationships/image" Target="../media/image3055.png"/><Relationship Id="rId803" Type="http://schemas.openxmlformats.org/officeDocument/2006/relationships/customXml" Target="../ink/ink3250.xml"/><Relationship Id="rId3" Type="http://schemas.openxmlformats.org/officeDocument/2006/relationships/image" Target="../media/image2741.png"/><Relationship Id="rId235" Type="http://schemas.openxmlformats.org/officeDocument/2006/relationships/customXml" Target="../ink/ink2964.xml"/><Relationship Id="rId277" Type="http://schemas.openxmlformats.org/officeDocument/2006/relationships/customXml" Target="../ink/ink2985.xml"/><Relationship Id="rId400" Type="http://schemas.openxmlformats.org/officeDocument/2006/relationships/customXml" Target="../ink/ink3048.xml"/><Relationship Id="rId442" Type="http://schemas.openxmlformats.org/officeDocument/2006/relationships/customXml" Target="../ink/ink3069.xml"/><Relationship Id="rId484" Type="http://schemas.openxmlformats.org/officeDocument/2006/relationships/customXml" Target="../ink/ink3090.xml"/><Relationship Id="rId705" Type="http://schemas.openxmlformats.org/officeDocument/2006/relationships/customXml" Target="../ink/ink3201.xml"/><Relationship Id="rId137" Type="http://schemas.openxmlformats.org/officeDocument/2006/relationships/customXml" Target="../ink/ink2915.xml"/><Relationship Id="rId302" Type="http://schemas.openxmlformats.org/officeDocument/2006/relationships/image" Target="../media/image2887.png"/><Relationship Id="rId344" Type="http://schemas.openxmlformats.org/officeDocument/2006/relationships/customXml" Target="../ink/ink3020.xml"/><Relationship Id="rId691" Type="http://schemas.openxmlformats.org/officeDocument/2006/relationships/customXml" Target="../ink/ink3194.xml"/><Relationship Id="rId747" Type="http://schemas.openxmlformats.org/officeDocument/2006/relationships/customXml" Target="../ink/ink3222.xml"/><Relationship Id="rId789" Type="http://schemas.openxmlformats.org/officeDocument/2006/relationships/customXml" Target="../ink/ink3243.xml"/><Relationship Id="rId41" Type="http://schemas.openxmlformats.org/officeDocument/2006/relationships/image" Target="../media/image2758.png"/><Relationship Id="rId83" Type="http://schemas.openxmlformats.org/officeDocument/2006/relationships/customXml" Target="../ink/ink2888.xml"/><Relationship Id="rId179" Type="http://schemas.openxmlformats.org/officeDocument/2006/relationships/customXml" Target="../ink/ink2936.xml"/><Relationship Id="rId386" Type="http://schemas.openxmlformats.org/officeDocument/2006/relationships/customXml" Target="../ink/ink3041.xml"/><Relationship Id="rId551" Type="http://schemas.openxmlformats.org/officeDocument/2006/relationships/image" Target="../media/image3012.png"/><Relationship Id="rId593" Type="http://schemas.openxmlformats.org/officeDocument/2006/relationships/image" Target="../media/image3033.png"/><Relationship Id="rId607" Type="http://schemas.openxmlformats.org/officeDocument/2006/relationships/image" Target="../media/image3040.png"/><Relationship Id="rId649" Type="http://schemas.openxmlformats.org/officeDocument/2006/relationships/customXml" Target="../ink/ink3173.xml"/><Relationship Id="rId814" Type="http://schemas.openxmlformats.org/officeDocument/2006/relationships/image" Target="../media/image3141.png"/><Relationship Id="rId190" Type="http://schemas.openxmlformats.org/officeDocument/2006/relationships/image" Target="../media/image2831.png"/><Relationship Id="rId204" Type="http://schemas.openxmlformats.org/officeDocument/2006/relationships/image" Target="../media/image2838.png"/><Relationship Id="rId246" Type="http://schemas.openxmlformats.org/officeDocument/2006/relationships/image" Target="../media/image2859.png"/><Relationship Id="rId288" Type="http://schemas.openxmlformats.org/officeDocument/2006/relationships/image" Target="../media/image2880.png"/><Relationship Id="rId411" Type="http://schemas.openxmlformats.org/officeDocument/2006/relationships/image" Target="../media/image2941.png"/><Relationship Id="rId453" Type="http://schemas.openxmlformats.org/officeDocument/2006/relationships/image" Target="../media/image2962.png"/><Relationship Id="rId509" Type="http://schemas.openxmlformats.org/officeDocument/2006/relationships/image" Target="../media/image2990.png"/><Relationship Id="rId660" Type="http://schemas.openxmlformats.org/officeDocument/2006/relationships/image" Target="../media/image3066.png"/><Relationship Id="rId106" Type="http://schemas.openxmlformats.org/officeDocument/2006/relationships/image" Target="../media/image2790.png"/><Relationship Id="rId313" Type="http://schemas.openxmlformats.org/officeDocument/2006/relationships/image" Target="../media/image2892.png"/><Relationship Id="rId495" Type="http://schemas.openxmlformats.org/officeDocument/2006/relationships/image" Target="../media/image2983.png"/><Relationship Id="rId716" Type="http://schemas.openxmlformats.org/officeDocument/2006/relationships/image" Target="../media/image3092.png"/><Relationship Id="rId758" Type="http://schemas.openxmlformats.org/officeDocument/2006/relationships/image" Target="../media/image3113.png"/><Relationship Id="rId10" Type="http://schemas.openxmlformats.org/officeDocument/2006/relationships/customXml" Target="../ink/ink2851.xml"/><Relationship Id="rId52" Type="http://schemas.openxmlformats.org/officeDocument/2006/relationships/image" Target="../media/image2763.png"/><Relationship Id="rId94" Type="http://schemas.openxmlformats.org/officeDocument/2006/relationships/image" Target="../media/image2784.png"/><Relationship Id="rId148" Type="http://schemas.openxmlformats.org/officeDocument/2006/relationships/image" Target="../media/image2810.png"/><Relationship Id="rId355" Type="http://schemas.openxmlformats.org/officeDocument/2006/relationships/image" Target="../media/image2913.png"/><Relationship Id="rId397" Type="http://schemas.openxmlformats.org/officeDocument/2006/relationships/image" Target="../media/image2934.png"/><Relationship Id="rId520" Type="http://schemas.openxmlformats.org/officeDocument/2006/relationships/customXml" Target="../ink/ink3108.xml"/><Relationship Id="rId562" Type="http://schemas.openxmlformats.org/officeDocument/2006/relationships/customXml" Target="../ink/ink3129.xml"/><Relationship Id="rId618" Type="http://schemas.openxmlformats.org/officeDocument/2006/relationships/customXml" Target="../ink/ink3157.xml"/><Relationship Id="rId825" Type="http://schemas.openxmlformats.org/officeDocument/2006/relationships/customXml" Target="../ink/ink3261.xml"/><Relationship Id="rId215" Type="http://schemas.openxmlformats.org/officeDocument/2006/relationships/customXml" Target="../ink/ink2954.xml"/><Relationship Id="rId257" Type="http://schemas.openxmlformats.org/officeDocument/2006/relationships/customXml" Target="../ink/ink2975.xml"/><Relationship Id="rId422" Type="http://schemas.openxmlformats.org/officeDocument/2006/relationships/customXml" Target="../ink/ink3059.xml"/><Relationship Id="rId464" Type="http://schemas.openxmlformats.org/officeDocument/2006/relationships/customXml" Target="../ink/ink3080.xml"/><Relationship Id="rId299" Type="http://schemas.openxmlformats.org/officeDocument/2006/relationships/customXml" Target="../ink/ink2996.xml"/><Relationship Id="rId727" Type="http://schemas.openxmlformats.org/officeDocument/2006/relationships/customXml" Target="../ink/ink3212.xml"/><Relationship Id="rId63" Type="http://schemas.openxmlformats.org/officeDocument/2006/relationships/customXml" Target="../ink/ink2878.xml"/><Relationship Id="rId159" Type="http://schemas.openxmlformats.org/officeDocument/2006/relationships/customXml" Target="../ink/ink2926.xml"/><Relationship Id="rId366" Type="http://schemas.openxmlformats.org/officeDocument/2006/relationships/customXml" Target="../ink/ink3031.xml"/><Relationship Id="rId573" Type="http://schemas.openxmlformats.org/officeDocument/2006/relationships/image" Target="../media/image3023.png"/><Relationship Id="rId780" Type="http://schemas.openxmlformats.org/officeDocument/2006/relationships/image" Target="../media/image3124.png"/><Relationship Id="rId226" Type="http://schemas.openxmlformats.org/officeDocument/2006/relationships/image" Target="../media/image2849.png"/><Relationship Id="rId433" Type="http://schemas.openxmlformats.org/officeDocument/2006/relationships/image" Target="../media/image2952.png"/><Relationship Id="rId640" Type="http://schemas.openxmlformats.org/officeDocument/2006/relationships/image" Target="../media/image3056.png"/><Relationship Id="rId738" Type="http://schemas.openxmlformats.org/officeDocument/2006/relationships/image" Target="../media/image3104.png"/><Relationship Id="rId74" Type="http://schemas.openxmlformats.org/officeDocument/2006/relationships/image" Target="../media/image2774.png"/><Relationship Id="rId377" Type="http://schemas.openxmlformats.org/officeDocument/2006/relationships/image" Target="../media/image2924.png"/><Relationship Id="rId500" Type="http://schemas.openxmlformats.org/officeDocument/2006/relationships/customXml" Target="../ink/ink3098.xml"/><Relationship Id="rId584" Type="http://schemas.openxmlformats.org/officeDocument/2006/relationships/customXml" Target="../ink/ink3140.xml"/><Relationship Id="rId805" Type="http://schemas.openxmlformats.org/officeDocument/2006/relationships/customXml" Target="../ink/ink3251.xml"/><Relationship Id="rId5" Type="http://schemas.openxmlformats.org/officeDocument/2006/relationships/image" Target="../media/image2742.png"/><Relationship Id="rId237" Type="http://schemas.openxmlformats.org/officeDocument/2006/relationships/customXml" Target="../ink/ink2965.xml"/><Relationship Id="rId791" Type="http://schemas.openxmlformats.org/officeDocument/2006/relationships/customXml" Target="../ink/ink3244.xml"/><Relationship Id="rId444" Type="http://schemas.openxmlformats.org/officeDocument/2006/relationships/customXml" Target="../ink/ink3070.xml"/><Relationship Id="rId651" Type="http://schemas.openxmlformats.org/officeDocument/2006/relationships/customXml" Target="../ink/ink3174.xml"/><Relationship Id="rId749" Type="http://schemas.openxmlformats.org/officeDocument/2006/relationships/customXml" Target="../ink/ink3223.xml"/><Relationship Id="rId290" Type="http://schemas.openxmlformats.org/officeDocument/2006/relationships/image" Target="../media/image2881.png"/><Relationship Id="rId304" Type="http://schemas.openxmlformats.org/officeDocument/2006/relationships/customXml" Target="../ink/ink2999.xml"/><Relationship Id="rId388" Type="http://schemas.openxmlformats.org/officeDocument/2006/relationships/customXml" Target="../ink/ink3042.xml"/><Relationship Id="rId511" Type="http://schemas.openxmlformats.org/officeDocument/2006/relationships/image" Target="../media/image2991.png"/><Relationship Id="rId609" Type="http://schemas.openxmlformats.org/officeDocument/2006/relationships/image" Target="../media/image3041.png"/><Relationship Id="rId85" Type="http://schemas.openxmlformats.org/officeDocument/2006/relationships/customXml" Target="../ink/ink2889.xml"/><Relationship Id="rId150" Type="http://schemas.openxmlformats.org/officeDocument/2006/relationships/image" Target="../media/image2811.png"/><Relationship Id="rId595" Type="http://schemas.openxmlformats.org/officeDocument/2006/relationships/image" Target="../media/image3034.png"/><Relationship Id="rId816" Type="http://schemas.openxmlformats.org/officeDocument/2006/relationships/image" Target="../media/image3142.png"/><Relationship Id="rId248" Type="http://schemas.openxmlformats.org/officeDocument/2006/relationships/image" Target="../media/image2860.png"/><Relationship Id="rId455" Type="http://schemas.openxmlformats.org/officeDocument/2006/relationships/image" Target="../media/image2963.png"/><Relationship Id="rId662" Type="http://schemas.openxmlformats.org/officeDocument/2006/relationships/image" Target="../media/image3067.png"/><Relationship Id="rId12" Type="http://schemas.openxmlformats.org/officeDocument/2006/relationships/customXml" Target="../ink/ink2852.xml"/><Relationship Id="rId108" Type="http://schemas.openxmlformats.org/officeDocument/2006/relationships/image" Target="../media/image2791.png"/><Relationship Id="rId315" Type="http://schemas.openxmlformats.org/officeDocument/2006/relationships/image" Target="../media/image2893.png"/><Relationship Id="rId522" Type="http://schemas.openxmlformats.org/officeDocument/2006/relationships/customXml" Target="../ink/ink3109.xml"/><Relationship Id="rId96" Type="http://schemas.openxmlformats.org/officeDocument/2006/relationships/image" Target="../media/image2785.png"/><Relationship Id="rId161" Type="http://schemas.openxmlformats.org/officeDocument/2006/relationships/customXml" Target="../ink/ink2927.xml"/><Relationship Id="rId399" Type="http://schemas.openxmlformats.org/officeDocument/2006/relationships/image" Target="../media/image2935.png"/><Relationship Id="rId827" Type="http://schemas.openxmlformats.org/officeDocument/2006/relationships/image" Target="../media/image3147.png"/><Relationship Id="rId259" Type="http://schemas.openxmlformats.org/officeDocument/2006/relationships/customXml" Target="../ink/ink2976.xml"/><Relationship Id="rId466" Type="http://schemas.openxmlformats.org/officeDocument/2006/relationships/customXml" Target="../ink/ink3081.xml"/><Relationship Id="rId673" Type="http://schemas.openxmlformats.org/officeDocument/2006/relationships/customXml" Target="../ink/ink3185.xml"/><Relationship Id="rId23" Type="http://schemas.openxmlformats.org/officeDocument/2006/relationships/image" Target="../media/image1842.png"/><Relationship Id="rId119" Type="http://schemas.openxmlformats.org/officeDocument/2006/relationships/customXml" Target="../ink/ink2906.xml"/><Relationship Id="rId326" Type="http://schemas.openxmlformats.org/officeDocument/2006/relationships/image" Target="../media/image2898.png"/><Relationship Id="rId533" Type="http://schemas.openxmlformats.org/officeDocument/2006/relationships/image" Target="../media/image3002.png"/><Relationship Id="rId740" Type="http://schemas.openxmlformats.org/officeDocument/2006/relationships/image" Target="../media/image3105.png"/><Relationship Id="rId172" Type="http://schemas.openxmlformats.org/officeDocument/2006/relationships/image" Target="../media/image2822.png"/><Relationship Id="rId477" Type="http://schemas.openxmlformats.org/officeDocument/2006/relationships/image" Target="../media/image2974.png"/><Relationship Id="rId600" Type="http://schemas.openxmlformats.org/officeDocument/2006/relationships/customXml" Target="../ink/ink3148.xml"/><Relationship Id="rId684" Type="http://schemas.openxmlformats.org/officeDocument/2006/relationships/image" Target="../media/image3078.png"/><Relationship Id="rId337" Type="http://schemas.openxmlformats.org/officeDocument/2006/relationships/image" Target="../media/image2903.png"/><Relationship Id="rId34" Type="http://schemas.openxmlformats.org/officeDocument/2006/relationships/customXml" Target="../ink/ink2863.xml"/><Relationship Id="rId544" Type="http://schemas.openxmlformats.org/officeDocument/2006/relationships/customXml" Target="../ink/ink3120.xml"/><Relationship Id="rId751" Type="http://schemas.openxmlformats.org/officeDocument/2006/relationships/customXml" Target="../ink/ink3224.xml"/><Relationship Id="rId183" Type="http://schemas.openxmlformats.org/officeDocument/2006/relationships/customXml" Target="../ink/ink2938.xml"/><Relationship Id="rId390" Type="http://schemas.openxmlformats.org/officeDocument/2006/relationships/customXml" Target="../ink/ink3043.xml"/><Relationship Id="rId404" Type="http://schemas.openxmlformats.org/officeDocument/2006/relationships/customXml" Target="../ink/ink3050.xml"/><Relationship Id="rId611" Type="http://schemas.openxmlformats.org/officeDocument/2006/relationships/image" Target="../media/image3042.png"/><Relationship Id="rId250" Type="http://schemas.openxmlformats.org/officeDocument/2006/relationships/image" Target="../media/image2861.png"/><Relationship Id="rId488" Type="http://schemas.openxmlformats.org/officeDocument/2006/relationships/customXml" Target="../ink/ink3092.xml"/><Relationship Id="rId695" Type="http://schemas.openxmlformats.org/officeDocument/2006/relationships/customXml" Target="../ink/ink3196.xml"/><Relationship Id="rId709" Type="http://schemas.openxmlformats.org/officeDocument/2006/relationships/customXml" Target="../ink/ink3203.xml"/><Relationship Id="rId45" Type="http://schemas.openxmlformats.org/officeDocument/2006/relationships/image" Target="../media/image2760.png"/><Relationship Id="rId110" Type="http://schemas.openxmlformats.org/officeDocument/2006/relationships/image" Target="../media/image2792.png"/><Relationship Id="rId348" Type="http://schemas.openxmlformats.org/officeDocument/2006/relationships/customXml" Target="../ink/ink3022.xml"/><Relationship Id="rId555" Type="http://schemas.openxmlformats.org/officeDocument/2006/relationships/image" Target="../media/image3014.png"/><Relationship Id="rId762" Type="http://schemas.openxmlformats.org/officeDocument/2006/relationships/image" Target="../media/image3115.png"/><Relationship Id="rId194" Type="http://schemas.openxmlformats.org/officeDocument/2006/relationships/image" Target="../media/image2833.png"/><Relationship Id="rId208" Type="http://schemas.openxmlformats.org/officeDocument/2006/relationships/image" Target="../media/image2840.png"/><Relationship Id="rId415" Type="http://schemas.openxmlformats.org/officeDocument/2006/relationships/image" Target="../media/image2943.png"/><Relationship Id="rId622" Type="http://schemas.openxmlformats.org/officeDocument/2006/relationships/customXml" Target="../ink/ink3159.xml"/><Relationship Id="rId261" Type="http://schemas.openxmlformats.org/officeDocument/2006/relationships/customXml" Target="../ink/ink2977.xml"/><Relationship Id="rId499" Type="http://schemas.openxmlformats.org/officeDocument/2006/relationships/image" Target="../media/image2985.png"/><Relationship Id="rId56" Type="http://schemas.openxmlformats.org/officeDocument/2006/relationships/image" Target="../media/image2765.png"/><Relationship Id="rId359" Type="http://schemas.openxmlformats.org/officeDocument/2006/relationships/image" Target="../media/image2915.png"/><Relationship Id="rId566" Type="http://schemas.openxmlformats.org/officeDocument/2006/relationships/customXml" Target="../ink/ink3131.xml"/><Relationship Id="rId773" Type="http://schemas.openxmlformats.org/officeDocument/2006/relationships/customXml" Target="../ink/ink3235.xml"/><Relationship Id="rId121" Type="http://schemas.openxmlformats.org/officeDocument/2006/relationships/customXml" Target="../ink/ink2907.xml"/><Relationship Id="rId219" Type="http://schemas.openxmlformats.org/officeDocument/2006/relationships/customXml" Target="../ink/ink2956.xml"/><Relationship Id="rId426" Type="http://schemas.openxmlformats.org/officeDocument/2006/relationships/customXml" Target="../ink/ink3061.xml"/><Relationship Id="rId633" Type="http://schemas.openxmlformats.org/officeDocument/2006/relationships/customXml" Target="../ink/ink3165.xml"/><Relationship Id="rId67" Type="http://schemas.openxmlformats.org/officeDocument/2006/relationships/customXml" Target="../ink/ink2880.xml"/><Relationship Id="rId272" Type="http://schemas.openxmlformats.org/officeDocument/2006/relationships/image" Target="../media/image2872.png"/><Relationship Id="rId577" Type="http://schemas.openxmlformats.org/officeDocument/2006/relationships/image" Target="../media/image3025.png"/><Relationship Id="rId700" Type="http://schemas.openxmlformats.org/officeDocument/2006/relationships/image" Target="../media/image1854.png"/><Relationship Id="rId132" Type="http://schemas.openxmlformats.org/officeDocument/2006/relationships/image" Target="../media/image2802.png"/><Relationship Id="rId784" Type="http://schemas.openxmlformats.org/officeDocument/2006/relationships/image" Target="../media/image3126.png"/><Relationship Id="rId437" Type="http://schemas.openxmlformats.org/officeDocument/2006/relationships/image" Target="../media/image2954.png"/><Relationship Id="rId644" Type="http://schemas.openxmlformats.org/officeDocument/2006/relationships/image" Target="../media/image3058.png"/><Relationship Id="rId283" Type="http://schemas.openxmlformats.org/officeDocument/2006/relationships/customXml" Target="../ink/ink2988.xml"/><Relationship Id="rId490" Type="http://schemas.openxmlformats.org/officeDocument/2006/relationships/customXml" Target="../ink/ink3093.xml"/><Relationship Id="rId504" Type="http://schemas.openxmlformats.org/officeDocument/2006/relationships/customXml" Target="../ink/ink3100.xml"/><Relationship Id="rId711" Type="http://schemas.openxmlformats.org/officeDocument/2006/relationships/customXml" Target="../ink/ink3204.xml"/><Relationship Id="rId78" Type="http://schemas.openxmlformats.org/officeDocument/2006/relationships/image" Target="../media/image2776.png"/><Relationship Id="rId143" Type="http://schemas.openxmlformats.org/officeDocument/2006/relationships/customXml" Target="../ink/ink2918.xml"/><Relationship Id="rId350" Type="http://schemas.openxmlformats.org/officeDocument/2006/relationships/customXml" Target="../ink/ink3023.xml"/><Relationship Id="rId588" Type="http://schemas.openxmlformats.org/officeDocument/2006/relationships/customXml" Target="../ink/ink3142.xml"/><Relationship Id="rId795" Type="http://schemas.openxmlformats.org/officeDocument/2006/relationships/customXml" Target="../ink/ink3246.xml"/><Relationship Id="rId809" Type="http://schemas.openxmlformats.org/officeDocument/2006/relationships/customXml" Target="../ink/ink3253.xml"/><Relationship Id="rId9" Type="http://schemas.openxmlformats.org/officeDocument/2006/relationships/image" Target="../media/image2744.png"/><Relationship Id="rId210" Type="http://schemas.openxmlformats.org/officeDocument/2006/relationships/image" Target="../media/image2841.png"/><Relationship Id="rId448" Type="http://schemas.openxmlformats.org/officeDocument/2006/relationships/customXml" Target="../ink/ink3072.xml"/><Relationship Id="rId655" Type="http://schemas.openxmlformats.org/officeDocument/2006/relationships/customXml" Target="../ink/ink3176.xml"/><Relationship Id="rId294" Type="http://schemas.openxmlformats.org/officeDocument/2006/relationships/image" Target="../media/image2883.png"/><Relationship Id="rId308" Type="http://schemas.openxmlformats.org/officeDocument/2006/relationships/customXml" Target="../ink/ink3001.xml"/><Relationship Id="rId515" Type="http://schemas.openxmlformats.org/officeDocument/2006/relationships/image" Target="../media/image2993.png"/><Relationship Id="rId722" Type="http://schemas.openxmlformats.org/officeDocument/2006/relationships/image" Target="../media/image3095.png"/><Relationship Id="rId89" Type="http://schemas.openxmlformats.org/officeDocument/2006/relationships/customXml" Target="../ink/ink2891.xml"/><Relationship Id="rId154" Type="http://schemas.openxmlformats.org/officeDocument/2006/relationships/image" Target="../media/image2813.png"/><Relationship Id="rId361" Type="http://schemas.openxmlformats.org/officeDocument/2006/relationships/image" Target="../media/image2916.png"/><Relationship Id="rId599" Type="http://schemas.openxmlformats.org/officeDocument/2006/relationships/image" Target="../media/image3036.png"/><Relationship Id="rId459" Type="http://schemas.openxmlformats.org/officeDocument/2006/relationships/image" Target="../media/image2965.png"/><Relationship Id="rId666" Type="http://schemas.openxmlformats.org/officeDocument/2006/relationships/image" Target="../media/image3069.png"/><Relationship Id="rId16" Type="http://schemas.openxmlformats.org/officeDocument/2006/relationships/customXml" Target="../ink/ink2854.xml"/><Relationship Id="rId221" Type="http://schemas.openxmlformats.org/officeDocument/2006/relationships/customXml" Target="../ink/ink2957.xml"/><Relationship Id="rId319" Type="http://schemas.openxmlformats.org/officeDocument/2006/relationships/image" Target="../media/image2895.png"/><Relationship Id="rId526" Type="http://schemas.openxmlformats.org/officeDocument/2006/relationships/customXml" Target="../ink/ink3111.xml"/><Relationship Id="rId733" Type="http://schemas.openxmlformats.org/officeDocument/2006/relationships/customXml" Target="../ink/ink3215.xml"/><Relationship Id="rId165" Type="http://schemas.openxmlformats.org/officeDocument/2006/relationships/customXml" Target="../ink/ink2929.xml"/><Relationship Id="rId372" Type="http://schemas.openxmlformats.org/officeDocument/2006/relationships/customXml" Target="../ink/ink3034.xml"/><Relationship Id="rId677" Type="http://schemas.openxmlformats.org/officeDocument/2006/relationships/customXml" Target="../ink/ink3187.xml"/><Relationship Id="rId800" Type="http://schemas.openxmlformats.org/officeDocument/2006/relationships/image" Target="../media/image3134.png"/><Relationship Id="rId232" Type="http://schemas.openxmlformats.org/officeDocument/2006/relationships/image" Target="../media/image2852.png"/><Relationship Id="rId27" Type="http://schemas.openxmlformats.org/officeDocument/2006/relationships/image" Target="../media/image2751.png"/><Relationship Id="rId537" Type="http://schemas.openxmlformats.org/officeDocument/2006/relationships/image" Target="../media/image3004.png"/><Relationship Id="rId744" Type="http://schemas.openxmlformats.org/officeDocument/2006/relationships/image" Target="../media/image3107.png"/><Relationship Id="rId80" Type="http://schemas.openxmlformats.org/officeDocument/2006/relationships/image" Target="../media/image2777.png"/><Relationship Id="rId176" Type="http://schemas.openxmlformats.org/officeDocument/2006/relationships/image" Target="../media/image2824.png"/><Relationship Id="rId383" Type="http://schemas.openxmlformats.org/officeDocument/2006/relationships/image" Target="../media/image2927.png"/><Relationship Id="rId590" Type="http://schemas.openxmlformats.org/officeDocument/2006/relationships/customXml" Target="../ink/ink3143.xml"/><Relationship Id="rId604" Type="http://schemas.openxmlformats.org/officeDocument/2006/relationships/customXml" Target="../ink/ink3150.xml"/><Relationship Id="rId811" Type="http://schemas.openxmlformats.org/officeDocument/2006/relationships/customXml" Target="../ink/ink3254.xml"/><Relationship Id="rId243" Type="http://schemas.openxmlformats.org/officeDocument/2006/relationships/customXml" Target="../ink/ink2968.xml"/><Relationship Id="rId450" Type="http://schemas.openxmlformats.org/officeDocument/2006/relationships/customXml" Target="../ink/ink3073.xml"/><Relationship Id="rId688" Type="http://schemas.openxmlformats.org/officeDocument/2006/relationships/image" Target="../media/image3080.png"/><Relationship Id="rId38" Type="http://schemas.openxmlformats.org/officeDocument/2006/relationships/customXml" Target="../ink/ink2865.xml"/><Relationship Id="rId103" Type="http://schemas.openxmlformats.org/officeDocument/2006/relationships/customXml" Target="../ink/ink2898.xml"/><Relationship Id="rId310" Type="http://schemas.openxmlformats.org/officeDocument/2006/relationships/customXml" Target="../ink/ink3002.xml"/><Relationship Id="rId548" Type="http://schemas.openxmlformats.org/officeDocument/2006/relationships/customXml" Target="../ink/ink3122.xml"/><Relationship Id="rId755" Type="http://schemas.openxmlformats.org/officeDocument/2006/relationships/customXml" Target="../ink/ink3226.xml"/><Relationship Id="rId91" Type="http://schemas.openxmlformats.org/officeDocument/2006/relationships/customXml" Target="../ink/ink2892.xml"/><Relationship Id="rId187" Type="http://schemas.openxmlformats.org/officeDocument/2006/relationships/customXml" Target="../ink/ink2940.xml"/><Relationship Id="rId394" Type="http://schemas.openxmlformats.org/officeDocument/2006/relationships/customXml" Target="../ink/ink3045.xml"/><Relationship Id="rId408" Type="http://schemas.openxmlformats.org/officeDocument/2006/relationships/customXml" Target="../ink/ink3052.xml"/><Relationship Id="rId615" Type="http://schemas.openxmlformats.org/officeDocument/2006/relationships/image" Target="../media/image3044.png"/><Relationship Id="rId822" Type="http://schemas.openxmlformats.org/officeDocument/2006/relationships/image" Target="../media/image3145.png"/><Relationship Id="rId254" Type="http://schemas.openxmlformats.org/officeDocument/2006/relationships/image" Target="../media/image2863.png"/><Relationship Id="rId699" Type="http://schemas.openxmlformats.org/officeDocument/2006/relationships/customXml" Target="../ink/ink3198.xml"/><Relationship Id="rId49" Type="http://schemas.openxmlformats.org/officeDocument/2006/relationships/customXml" Target="../ink/ink2871.xml"/><Relationship Id="rId114" Type="http://schemas.openxmlformats.org/officeDocument/2006/relationships/image" Target="../media/image1778.png"/><Relationship Id="rId461" Type="http://schemas.openxmlformats.org/officeDocument/2006/relationships/image" Target="../media/image2966.png"/><Relationship Id="rId559" Type="http://schemas.openxmlformats.org/officeDocument/2006/relationships/image" Target="../media/image3016.png"/><Relationship Id="rId766" Type="http://schemas.openxmlformats.org/officeDocument/2006/relationships/image" Target="../media/image3117.png"/><Relationship Id="rId198" Type="http://schemas.openxmlformats.org/officeDocument/2006/relationships/image" Target="../media/image2835.png"/><Relationship Id="rId321" Type="http://schemas.openxmlformats.org/officeDocument/2006/relationships/customXml" Target="../ink/ink3008.xml"/><Relationship Id="rId419" Type="http://schemas.openxmlformats.org/officeDocument/2006/relationships/image" Target="../media/image2945.png"/><Relationship Id="rId626" Type="http://schemas.openxmlformats.org/officeDocument/2006/relationships/customXml" Target="../ink/ink3161.xml"/><Relationship Id="rId265" Type="http://schemas.openxmlformats.org/officeDocument/2006/relationships/customXml" Target="../ink/ink2979.xml"/><Relationship Id="rId472" Type="http://schemas.openxmlformats.org/officeDocument/2006/relationships/customXml" Target="../ink/ink3084.xml"/><Relationship Id="rId125" Type="http://schemas.openxmlformats.org/officeDocument/2006/relationships/customXml" Target="../ink/ink2909.xml"/><Relationship Id="rId332" Type="http://schemas.openxmlformats.org/officeDocument/2006/relationships/image" Target="../media/image2901.png"/><Relationship Id="rId777" Type="http://schemas.openxmlformats.org/officeDocument/2006/relationships/customXml" Target="../ink/ink3237.xml"/><Relationship Id="rId637" Type="http://schemas.openxmlformats.org/officeDocument/2006/relationships/customXml" Target="../ink/ink3167.xml"/><Relationship Id="rId276" Type="http://schemas.openxmlformats.org/officeDocument/2006/relationships/image" Target="../media/image2874.png"/><Relationship Id="rId483" Type="http://schemas.openxmlformats.org/officeDocument/2006/relationships/image" Target="../media/image2977.png"/><Relationship Id="rId690" Type="http://schemas.openxmlformats.org/officeDocument/2006/relationships/image" Target="../media/image3081.png"/><Relationship Id="rId704" Type="http://schemas.openxmlformats.org/officeDocument/2006/relationships/image" Target="../media/image3087.png"/><Relationship Id="rId40" Type="http://schemas.openxmlformats.org/officeDocument/2006/relationships/customXml" Target="../ink/ink2866.xml"/><Relationship Id="rId136" Type="http://schemas.openxmlformats.org/officeDocument/2006/relationships/image" Target="../media/image2804.png"/><Relationship Id="rId343" Type="http://schemas.openxmlformats.org/officeDocument/2006/relationships/image" Target="../media/image2906.png"/><Relationship Id="rId550" Type="http://schemas.openxmlformats.org/officeDocument/2006/relationships/customXml" Target="../ink/ink3123.xml"/><Relationship Id="rId788" Type="http://schemas.openxmlformats.org/officeDocument/2006/relationships/image" Target="../media/image3128.png"/><Relationship Id="rId203" Type="http://schemas.openxmlformats.org/officeDocument/2006/relationships/customXml" Target="../ink/ink2948.xml"/><Relationship Id="rId648" Type="http://schemas.openxmlformats.org/officeDocument/2006/relationships/image" Target="../media/image3060.png"/><Relationship Id="rId287" Type="http://schemas.openxmlformats.org/officeDocument/2006/relationships/customXml" Target="../ink/ink2990.xml"/><Relationship Id="rId410" Type="http://schemas.openxmlformats.org/officeDocument/2006/relationships/customXml" Target="../ink/ink3053.xml"/><Relationship Id="rId494" Type="http://schemas.openxmlformats.org/officeDocument/2006/relationships/customXml" Target="../ink/ink3095.xml"/><Relationship Id="rId508" Type="http://schemas.openxmlformats.org/officeDocument/2006/relationships/customXml" Target="../ink/ink3102.xml"/><Relationship Id="rId715" Type="http://schemas.openxmlformats.org/officeDocument/2006/relationships/customXml" Target="../ink/ink3206.xml"/><Relationship Id="rId147" Type="http://schemas.openxmlformats.org/officeDocument/2006/relationships/customXml" Target="../ink/ink2920.xml"/><Relationship Id="rId354" Type="http://schemas.openxmlformats.org/officeDocument/2006/relationships/customXml" Target="../ink/ink3025.xml"/><Relationship Id="rId799" Type="http://schemas.openxmlformats.org/officeDocument/2006/relationships/customXml" Target="../ink/ink3248.xml"/><Relationship Id="rId51" Type="http://schemas.openxmlformats.org/officeDocument/2006/relationships/customXml" Target="../ink/ink2872.xml"/><Relationship Id="rId561" Type="http://schemas.openxmlformats.org/officeDocument/2006/relationships/image" Target="../media/image3017.png"/><Relationship Id="rId659" Type="http://schemas.openxmlformats.org/officeDocument/2006/relationships/customXml" Target="../ink/ink3178.xml"/><Relationship Id="rId214" Type="http://schemas.openxmlformats.org/officeDocument/2006/relationships/image" Target="../media/image2843.png"/><Relationship Id="rId298" Type="http://schemas.openxmlformats.org/officeDocument/2006/relationships/image" Target="../media/image2885.png"/><Relationship Id="rId421" Type="http://schemas.openxmlformats.org/officeDocument/2006/relationships/image" Target="../media/image2946.png"/><Relationship Id="rId519" Type="http://schemas.openxmlformats.org/officeDocument/2006/relationships/image" Target="../media/image2995.png"/><Relationship Id="rId158" Type="http://schemas.openxmlformats.org/officeDocument/2006/relationships/image" Target="../media/image2815.png"/><Relationship Id="rId726" Type="http://schemas.openxmlformats.org/officeDocument/2006/relationships/image" Target="../media/image3097.png"/><Relationship Id="rId62" Type="http://schemas.openxmlformats.org/officeDocument/2006/relationships/image" Target="../media/image2768.png"/><Relationship Id="rId365" Type="http://schemas.openxmlformats.org/officeDocument/2006/relationships/image" Target="../media/image2918.png"/><Relationship Id="rId572" Type="http://schemas.openxmlformats.org/officeDocument/2006/relationships/customXml" Target="../ink/ink3134.xml"/><Relationship Id="rId225" Type="http://schemas.openxmlformats.org/officeDocument/2006/relationships/customXml" Target="../ink/ink2959.xml"/><Relationship Id="rId432" Type="http://schemas.openxmlformats.org/officeDocument/2006/relationships/customXml" Target="../ink/ink3064.xml"/><Relationship Id="rId737" Type="http://schemas.openxmlformats.org/officeDocument/2006/relationships/customXml" Target="../ink/ink3217.xml"/><Relationship Id="rId73" Type="http://schemas.openxmlformats.org/officeDocument/2006/relationships/customXml" Target="../ink/ink2883.xml"/><Relationship Id="rId169" Type="http://schemas.openxmlformats.org/officeDocument/2006/relationships/customXml" Target="../ink/ink2931.xml"/><Relationship Id="rId376" Type="http://schemas.openxmlformats.org/officeDocument/2006/relationships/customXml" Target="../ink/ink3036.xml"/><Relationship Id="rId583" Type="http://schemas.openxmlformats.org/officeDocument/2006/relationships/image" Target="../media/image3028.png"/><Relationship Id="rId790" Type="http://schemas.openxmlformats.org/officeDocument/2006/relationships/image" Target="../media/image3129.png"/><Relationship Id="rId804" Type="http://schemas.openxmlformats.org/officeDocument/2006/relationships/image" Target="../media/image3136.png"/><Relationship Id="rId4" Type="http://schemas.openxmlformats.org/officeDocument/2006/relationships/customXml" Target="../ink/ink2848.xml"/><Relationship Id="rId236" Type="http://schemas.openxmlformats.org/officeDocument/2006/relationships/image" Target="../media/image2854.png"/><Relationship Id="rId443" Type="http://schemas.openxmlformats.org/officeDocument/2006/relationships/image" Target="../media/image2957.png"/><Relationship Id="rId650" Type="http://schemas.openxmlformats.org/officeDocument/2006/relationships/image" Target="../media/image3061.png"/><Relationship Id="rId303" Type="http://schemas.openxmlformats.org/officeDocument/2006/relationships/customXml" Target="../ink/ink2998.xml"/><Relationship Id="rId748" Type="http://schemas.openxmlformats.org/officeDocument/2006/relationships/image" Target="../media/image3109.png"/><Relationship Id="rId84" Type="http://schemas.openxmlformats.org/officeDocument/2006/relationships/image" Target="../media/image2779.png"/><Relationship Id="rId387" Type="http://schemas.openxmlformats.org/officeDocument/2006/relationships/image" Target="../media/image2929.png"/><Relationship Id="rId510" Type="http://schemas.openxmlformats.org/officeDocument/2006/relationships/customXml" Target="../ink/ink3103.xml"/><Relationship Id="rId594" Type="http://schemas.openxmlformats.org/officeDocument/2006/relationships/customXml" Target="../ink/ink3145.xml"/><Relationship Id="rId608" Type="http://schemas.openxmlformats.org/officeDocument/2006/relationships/customXml" Target="../ink/ink3152.xml"/><Relationship Id="rId815" Type="http://schemas.openxmlformats.org/officeDocument/2006/relationships/customXml" Target="../ink/ink3256.xml"/><Relationship Id="rId247" Type="http://schemas.openxmlformats.org/officeDocument/2006/relationships/customXml" Target="../ink/ink2970.xml"/><Relationship Id="rId107" Type="http://schemas.openxmlformats.org/officeDocument/2006/relationships/customXml" Target="../ink/ink2900.xml"/><Relationship Id="rId454" Type="http://schemas.openxmlformats.org/officeDocument/2006/relationships/customXml" Target="../ink/ink3075.xml"/><Relationship Id="rId661" Type="http://schemas.openxmlformats.org/officeDocument/2006/relationships/customXml" Target="../ink/ink3179.xml"/><Relationship Id="rId759" Type="http://schemas.openxmlformats.org/officeDocument/2006/relationships/customXml" Target="../ink/ink3228.xml"/><Relationship Id="rId11" Type="http://schemas.openxmlformats.org/officeDocument/2006/relationships/image" Target="../media/image986.png"/><Relationship Id="rId314" Type="http://schemas.openxmlformats.org/officeDocument/2006/relationships/customXml" Target="../ink/ink3004.xml"/><Relationship Id="rId398" Type="http://schemas.openxmlformats.org/officeDocument/2006/relationships/customXml" Target="../ink/ink3047.xml"/><Relationship Id="rId521" Type="http://schemas.openxmlformats.org/officeDocument/2006/relationships/image" Target="../media/image2996.png"/><Relationship Id="rId619" Type="http://schemas.openxmlformats.org/officeDocument/2006/relationships/image" Target="../media/image3046.png"/><Relationship Id="rId95" Type="http://schemas.openxmlformats.org/officeDocument/2006/relationships/customXml" Target="../ink/ink2894.xml"/><Relationship Id="rId160" Type="http://schemas.openxmlformats.org/officeDocument/2006/relationships/image" Target="../media/image2816.png"/><Relationship Id="rId826" Type="http://schemas.openxmlformats.org/officeDocument/2006/relationships/customXml" Target="../ink/ink3262.xml"/><Relationship Id="rId258" Type="http://schemas.openxmlformats.org/officeDocument/2006/relationships/image" Target="../media/image2865.png"/><Relationship Id="rId465" Type="http://schemas.openxmlformats.org/officeDocument/2006/relationships/image" Target="../media/image2968.png"/><Relationship Id="rId672" Type="http://schemas.openxmlformats.org/officeDocument/2006/relationships/image" Target="../media/image3072.png"/><Relationship Id="rId22" Type="http://schemas.openxmlformats.org/officeDocument/2006/relationships/customXml" Target="../ink/ink2857.xml"/><Relationship Id="rId118" Type="http://schemas.openxmlformats.org/officeDocument/2006/relationships/image" Target="../media/image2795.png"/><Relationship Id="rId325" Type="http://schemas.openxmlformats.org/officeDocument/2006/relationships/customXml" Target="../ink/ink3010.xml"/><Relationship Id="rId532" Type="http://schemas.openxmlformats.org/officeDocument/2006/relationships/customXml" Target="../ink/ink3114.xml"/><Relationship Id="rId171" Type="http://schemas.openxmlformats.org/officeDocument/2006/relationships/customXml" Target="../ink/ink2932.xml"/><Relationship Id="rId269" Type="http://schemas.openxmlformats.org/officeDocument/2006/relationships/customXml" Target="../ink/ink2981.xml"/><Relationship Id="rId476" Type="http://schemas.openxmlformats.org/officeDocument/2006/relationships/customXml" Target="../ink/ink3086.xml"/><Relationship Id="rId683" Type="http://schemas.openxmlformats.org/officeDocument/2006/relationships/customXml" Target="../ink/ink3190.xml"/><Relationship Id="rId33" Type="http://schemas.openxmlformats.org/officeDocument/2006/relationships/image" Target="../media/image2754.png"/><Relationship Id="rId129" Type="http://schemas.openxmlformats.org/officeDocument/2006/relationships/customXml" Target="../ink/ink2911.xml"/><Relationship Id="rId336" Type="http://schemas.openxmlformats.org/officeDocument/2006/relationships/customXml" Target="../ink/ink3016.xml"/><Relationship Id="rId543" Type="http://schemas.openxmlformats.org/officeDocument/2006/relationships/image" Target="../media/image3007.png"/><Relationship Id="rId182" Type="http://schemas.openxmlformats.org/officeDocument/2006/relationships/image" Target="../media/image2827.png"/><Relationship Id="rId403" Type="http://schemas.openxmlformats.org/officeDocument/2006/relationships/image" Target="../media/image2937.png"/><Relationship Id="rId750" Type="http://schemas.openxmlformats.org/officeDocument/2006/relationships/image" Target="../media/image3110.png"/><Relationship Id="rId487" Type="http://schemas.openxmlformats.org/officeDocument/2006/relationships/image" Target="../media/image2979.png"/><Relationship Id="rId610" Type="http://schemas.openxmlformats.org/officeDocument/2006/relationships/customXml" Target="../ink/ink3153.xml"/><Relationship Id="rId694" Type="http://schemas.openxmlformats.org/officeDocument/2006/relationships/image" Target="../media/image3083.png"/><Relationship Id="rId708" Type="http://schemas.openxmlformats.org/officeDocument/2006/relationships/image" Target="../media/image3088.png"/><Relationship Id="rId347" Type="http://schemas.openxmlformats.org/officeDocument/2006/relationships/image" Target="../media/image2908.png"/><Relationship Id="rId44" Type="http://schemas.openxmlformats.org/officeDocument/2006/relationships/customXml" Target="../ink/ink2868.xml"/><Relationship Id="rId554" Type="http://schemas.openxmlformats.org/officeDocument/2006/relationships/customXml" Target="../ink/ink3125.xml"/><Relationship Id="rId761" Type="http://schemas.openxmlformats.org/officeDocument/2006/relationships/customXml" Target="../ink/ink3229.xml"/><Relationship Id="rId193" Type="http://schemas.openxmlformats.org/officeDocument/2006/relationships/customXml" Target="../ink/ink2943.xml"/><Relationship Id="rId207" Type="http://schemas.openxmlformats.org/officeDocument/2006/relationships/customXml" Target="../ink/ink2950.xml"/><Relationship Id="rId414" Type="http://schemas.openxmlformats.org/officeDocument/2006/relationships/customXml" Target="../ink/ink3055.xml"/><Relationship Id="rId498" Type="http://schemas.openxmlformats.org/officeDocument/2006/relationships/customXml" Target="../ink/ink3097.xml"/><Relationship Id="rId621" Type="http://schemas.openxmlformats.org/officeDocument/2006/relationships/image" Target="../media/image3047.png"/></Relationships>
</file>

<file path=ppt/slides/_rels/slide57.xml.rels><?xml version="1.0" encoding="UTF-8" standalone="yes"?>
<Relationships xmlns="http://schemas.openxmlformats.org/package/2006/relationships"><Relationship Id="rId117" Type="http://schemas.openxmlformats.org/officeDocument/2006/relationships/customXml" Target="../ink/ink3325.xml"/><Relationship Id="rId671" Type="http://schemas.openxmlformats.org/officeDocument/2006/relationships/image" Target="../media/image3464.png"/><Relationship Id="rId21" Type="http://schemas.openxmlformats.org/officeDocument/2006/relationships/image" Target="../media/image3158.png"/><Relationship Id="rId324" Type="http://schemas.openxmlformats.org/officeDocument/2006/relationships/image" Target="../media/image3302.png"/><Relationship Id="rId531" Type="http://schemas.openxmlformats.org/officeDocument/2006/relationships/customXml" Target="../ink/ink3535.xml"/><Relationship Id="rId629" Type="http://schemas.openxmlformats.org/officeDocument/2006/relationships/image" Target="../media/image3444.png"/><Relationship Id="rId170" Type="http://schemas.openxmlformats.org/officeDocument/2006/relationships/image" Target="../media/image3227.png"/><Relationship Id="rId268" Type="http://schemas.openxmlformats.org/officeDocument/2006/relationships/image" Target="../media/image3274.png"/><Relationship Id="rId475" Type="http://schemas.openxmlformats.org/officeDocument/2006/relationships/customXml" Target="../ink/ink3507.xml"/><Relationship Id="rId682" Type="http://schemas.openxmlformats.org/officeDocument/2006/relationships/customXml" Target="../ink/ink3612.xml"/><Relationship Id="rId32" Type="http://schemas.openxmlformats.org/officeDocument/2006/relationships/customXml" Target="../ink/ink3281.xml"/><Relationship Id="rId128" Type="http://schemas.openxmlformats.org/officeDocument/2006/relationships/image" Target="../media/image3208.png"/><Relationship Id="rId335" Type="http://schemas.openxmlformats.org/officeDocument/2006/relationships/customXml" Target="../ink/ink3434.xml"/><Relationship Id="rId542" Type="http://schemas.openxmlformats.org/officeDocument/2006/relationships/image" Target="../media/image3402.png"/><Relationship Id="rId181" Type="http://schemas.openxmlformats.org/officeDocument/2006/relationships/customXml" Target="../ink/ink3357.xml"/><Relationship Id="rId402" Type="http://schemas.openxmlformats.org/officeDocument/2006/relationships/image" Target="../media/image3338.png"/><Relationship Id="rId279" Type="http://schemas.openxmlformats.org/officeDocument/2006/relationships/customXml" Target="../ink/ink3406.xml"/><Relationship Id="rId486" Type="http://schemas.openxmlformats.org/officeDocument/2006/relationships/image" Target="../media/image3375.png"/><Relationship Id="rId693" Type="http://schemas.openxmlformats.org/officeDocument/2006/relationships/image" Target="../media/image3474.png"/><Relationship Id="rId707" Type="http://schemas.openxmlformats.org/officeDocument/2006/relationships/image" Target="../media/image3481.png"/><Relationship Id="rId43" Type="http://schemas.openxmlformats.org/officeDocument/2006/relationships/image" Target="../media/image3168.png"/><Relationship Id="rId139" Type="http://schemas.openxmlformats.org/officeDocument/2006/relationships/customXml" Target="../ink/ink3336.xml"/><Relationship Id="rId346" Type="http://schemas.openxmlformats.org/officeDocument/2006/relationships/image" Target="../media/image3314.png"/><Relationship Id="rId553" Type="http://schemas.openxmlformats.org/officeDocument/2006/relationships/customXml" Target="../ink/ink3546.xml"/><Relationship Id="rId192" Type="http://schemas.openxmlformats.org/officeDocument/2006/relationships/image" Target="../media/image3236.png"/><Relationship Id="rId206" Type="http://schemas.openxmlformats.org/officeDocument/2006/relationships/image" Target="../media/image3243.png"/><Relationship Id="rId413" Type="http://schemas.openxmlformats.org/officeDocument/2006/relationships/customXml" Target="../ink/ink3473.xml"/><Relationship Id="rId497" Type="http://schemas.openxmlformats.org/officeDocument/2006/relationships/customXml" Target="../ink/ink3518.xml"/><Relationship Id="rId620" Type="http://schemas.openxmlformats.org/officeDocument/2006/relationships/customXml" Target="../ink/ink3580.xml"/><Relationship Id="rId718" Type="http://schemas.openxmlformats.org/officeDocument/2006/relationships/customXml" Target="../ink/ink3631.xml"/><Relationship Id="rId357" Type="http://schemas.openxmlformats.org/officeDocument/2006/relationships/customXml" Target="../ink/ink3445.xml"/><Relationship Id="rId54" Type="http://schemas.openxmlformats.org/officeDocument/2006/relationships/image" Target="../media/image3172.png"/><Relationship Id="rId217" Type="http://schemas.openxmlformats.org/officeDocument/2006/relationships/customXml" Target="../ink/ink3375.xml"/><Relationship Id="rId564" Type="http://schemas.openxmlformats.org/officeDocument/2006/relationships/image" Target="../media/image3413.png"/><Relationship Id="rId424" Type="http://schemas.openxmlformats.org/officeDocument/2006/relationships/customXml" Target="../ink/ink3479.xml"/><Relationship Id="rId631" Type="http://schemas.openxmlformats.org/officeDocument/2006/relationships/image" Target="../media/image3445.png"/><Relationship Id="rId729" Type="http://schemas.openxmlformats.org/officeDocument/2006/relationships/image" Target="../media/image3492.png"/><Relationship Id="rId270" Type="http://schemas.openxmlformats.org/officeDocument/2006/relationships/image" Target="../media/image3275.png"/><Relationship Id="rId65" Type="http://schemas.openxmlformats.org/officeDocument/2006/relationships/image" Target="../media/image3177.png"/><Relationship Id="rId130" Type="http://schemas.openxmlformats.org/officeDocument/2006/relationships/image" Target="../media/image3209.png"/><Relationship Id="rId368" Type="http://schemas.openxmlformats.org/officeDocument/2006/relationships/image" Target="../media/image2374.png"/><Relationship Id="rId575" Type="http://schemas.openxmlformats.org/officeDocument/2006/relationships/customXml" Target="../ink/ink3557.xml"/><Relationship Id="rId228" Type="http://schemas.openxmlformats.org/officeDocument/2006/relationships/image" Target="../media/image3254.png"/><Relationship Id="rId435" Type="http://schemas.openxmlformats.org/officeDocument/2006/relationships/image" Target="../media/image3353.png"/><Relationship Id="rId642" Type="http://schemas.openxmlformats.org/officeDocument/2006/relationships/image" Target="../media/image3450.png"/><Relationship Id="rId281" Type="http://schemas.openxmlformats.org/officeDocument/2006/relationships/customXml" Target="../ink/ink3407.xml"/><Relationship Id="rId502" Type="http://schemas.openxmlformats.org/officeDocument/2006/relationships/image" Target="../media/image3383.png"/><Relationship Id="rId76" Type="http://schemas.openxmlformats.org/officeDocument/2006/relationships/customXml" Target="../ink/ink3304.xml"/><Relationship Id="rId141" Type="http://schemas.openxmlformats.org/officeDocument/2006/relationships/customXml" Target="../ink/ink3337.xml"/><Relationship Id="rId379" Type="http://schemas.openxmlformats.org/officeDocument/2006/relationships/customXml" Target="../ink/ink3456.xml"/><Relationship Id="rId586" Type="http://schemas.openxmlformats.org/officeDocument/2006/relationships/image" Target="../media/image3424.png"/><Relationship Id="rId7" Type="http://schemas.openxmlformats.org/officeDocument/2006/relationships/image" Target="../media/image3151.png"/><Relationship Id="rId239" Type="http://schemas.openxmlformats.org/officeDocument/2006/relationships/customXml" Target="../ink/ink3386.xml"/><Relationship Id="rId446" Type="http://schemas.openxmlformats.org/officeDocument/2006/relationships/customXml" Target="../ink/ink3490.xml"/><Relationship Id="rId653" Type="http://schemas.openxmlformats.org/officeDocument/2006/relationships/customXml" Target="../ink/ink3597.xml"/><Relationship Id="rId292" Type="http://schemas.openxmlformats.org/officeDocument/2006/relationships/image" Target="../media/image3286.png"/><Relationship Id="rId306" Type="http://schemas.openxmlformats.org/officeDocument/2006/relationships/image" Target="../media/image3293.png"/><Relationship Id="rId87" Type="http://schemas.openxmlformats.org/officeDocument/2006/relationships/customXml" Target="../ink/ink3310.xml"/><Relationship Id="rId513" Type="http://schemas.openxmlformats.org/officeDocument/2006/relationships/customXml" Target="../ink/ink3526.xml"/><Relationship Id="rId597" Type="http://schemas.openxmlformats.org/officeDocument/2006/relationships/customXml" Target="../ink/ink3568.xml"/><Relationship Id="rId720" Type="http://schemas.openxmlformats.org/officeDocument/2006/relationships/customXml" Target="../ink/ink3632.xml"/><Relationship Id="rId152" Type="http://schemas.openxmlformats.org/officeDocument/2006/relationships/image" Target="../media/image1854.png"/><Relationship Id="rId457" Type="http://schemas.openxmlformats.org/officeDocument/2006/relationships/customXml" Target="../ink/ink3496.xml"/><Relationship Id="rId664" Type="http://schemas.openxmlformats.org/officeDocument/2006/relationships/customXml" Target="../ink/ink3603.xml"/><Relationship Id="rId14" Type="http://schemas.openxmlformats.org/officeDocument/2006/relationships/customXml" Target="../ink/ink3272.xml"/><Relationship Id="rId317" Type="http://schemas.openxmlformats.org/officeDocument/2006/relationships/customXml" Target="../ink/ink3425.xml"/><Relationship Id="rId524" Type="http://schemas.openxmlformats.org/officeDocument/2006/relationships/image" Target="../media/image3394.png"/><Relationship Id="rId731" Type="http://schemas.openxmlformats.org/officeDocument/2006/relationships/image" Target="../media/image3493.png"/><Relationship Id="rId98" Type="http://schemas.openxmlformats.org/officeDocument/2006/relationships/image" Target="../media/image3193.png"/><Relationship Id="rId163" Type="http://schemas.openxmlformats.org/officeDocument/2006/relationships/customXml" Target="../ink/ink3348.xml"/><Relationship Id="rId370" Type="http://schemas.openxmlformats.org/officeDocument/2006/relationships/image" Target="../media/image3322.png"/><Relationship Id="rId230" Type="http://schemas.openxmlformats.org/officeDocument/2006/relationships/image" Target="../media/image3255.png"/><Relationship Id="rId468" Type="http://schemas.openxmlformats.org/officeDocument/2006/relationships/image" Target="../media/image3366.png"/><Relationship Id="rId675" Type="http://schemas.openxmlformats.org/officeDocument/2006/relationships/image" Target="../media/image3466.png"/><Relationship Id="rId25" Type="http://schemas.openxmlformats.org/officeDocument/2006/relationships/image" Target="../media/image3160.png"/><Relationship Id="rId328" Type="http://schemas.openxmlformats.org/officeDocument/2006/relationships/image" Target="../media/image3304.png"/><Relationship Id="rId535" Type="http://schemas.openxmlformats.org/officeDocument/2006/relationships/customXml" Target="../ink/ink3537.xml"/><Relationship Id="rId174" Type="http://schemas.openxmlformats.org/officeDocument/2006/relationships/image" Target="../media/image3229.png"/><Relationship Id="rId381" Type="http://schemas.openxmlformats.org/officeDocument/2006/relationships/customXml" Target="../ink/ink3457.xml"/><Relationship Id="rId602" Type="http://schemas.openxmlformats.org/officeDocument/2006/relationships/image" Target="../media/image3431.png"/><Relationship Id="rId241" Type="http://schemas.openxmlformats.org/officeDocument/2006/relationships/customXml" Target="../ink/ink3387.xml"/><Relationship Id="rId479" Type="http://schemas.openxmlformats.org/officeDocument/2006/relationships/customXml" Target="../ink/ink3509.xml"/><Relationship Id="rId686" Type="http://schemas.openxmlformats.org/officeDocument/2006/relationships/customXml" Target="../ink/ink3614.xml"/><Relationship Id="rId36" Type="http://schemas.openxmlformats.org/officeDocument/2006/relationships/customXml" Target="../ink/ink3283.xml"/><Relationship Id="rId339" Type="http://schemas.openxmlformats.org/officeDocument/2006/relationships/customXml" Target="../ink/ink3436.xml"/><Relationship Id="rId546" Type="http://schemas.openxmlformats.org/officeDocument/2006/relationships/image" Target="../media/image3404.png"/><Relationship Id="rId101" Type="http://schemas.openxmlformats.org/officeDocument/2006/relationships/customXml" Target="../ink/ink3317.xml"/><Relationship Id="rId185" Type="http://schemas.openxmlformats.org/officeDocument/2006/relationships/customXml" Target="../ink/ink3359.xml"/><Relationship Id="rId406" Type="http://schemas.openxmlformats.org/officeDocument/2006/relationships/image" Target="../media/image3340.png"/><Relationship Id="rId392" Type="http://schemas.openxmlformats.org/officeDocument/2006/relationships/image" Target="../media/image3333.png"/><Relationship Id="rId613" Type="http://schemas.openxmlformats.org/officeDocument/2006/relationships/image" Target="../media/image3436.png"/><Relationship Id="rId697" Type="http://schemas.openxmlformats.org/officeDocument/2006/relationships/image" Target="../media/image3476.png"/><Relationship Id="rId252" Type="http://schemas.openxmlformats.org/officeDocument/2006/relationships/image" Target="../media/image3266.png"/><Relationship Id="rId47" Type="http://schemas.openxmlformats.org/officeDocument/2006/relationships/image" Target="../media/image3169.png"/><Relationship Id="rId112" Type="http://schemas.openxmlformats.org/officeDocument/2006/relationships/image" Target="../media/image3201.png"/><Relationship Id="rId557" Type="http://schemas.openxmlformats.org/officeDocument/2006/relationships/customXml" Target="../ink/ink3548.xml"/><Relationship Id="rId196" Type="http://schemas.openxmlformats.org/officeDocument/2006/relationships/image" Target="../media/image3238.png"/><Relationship Id="rId417" Type="http://schemas.openxmlformats.org/officeDocument/2006/relationships/customXml" Target="../ink/ink3475.xml"/><Relationship Id="rId624" Type="http://schemas.openxmlformats.org/officeDocument/2006/relationships/customXml" Target="../ink/ink3582.xml"/><Relationship Id="rId263" Type="http://schemas.openxmlformats.org/officeDocument/2006/relationships/customXml" Target="../ink/ink3398.xml"/><Relationship Id="rId470" Type="http://schemas.openxmlformats.org/officeDocument/2006/relationships/image" Target="../media/image3367.png"/><Relationship Id="rId58" Type="http://schemas.openxmlformats.org/officeDocument/2006/relationships/image" Target="../media/image3174.png"/><Relationship Id="rId123" Type="http://schemas.openxmlformats.org/officeDocument/2006/relationships/customXml" Target="../ink/ink3328.xml"/><Relationship Id="rId330" Type="http://schemas.openxmlformats.org/officeDocument/2006/relationships/image" Target="../media/image3305.png"/><Relationship Id="rId568" Type="http://schemas.openxmlformats.org/officeDocument/2006/relationships/image" Target="../media/image3415.png"/><Relationship Id="rId428" Type="http://schemas.openxmlformats.org/officeDocument/2006/relationships/customXml" Target="../ink/ink3481.xml"/><Relationship Id="rId635" Type="http://schemas.openxmlformats.org/officeDocument/2006/relationships/customXml" Target="../ink/ink3588.xml"/><Relationship Id="rId274" Type="http://schemas.openxmlformats.org/officeDocument/2006/relationships/image" Target="../media/image3277.png"/><Relationship Id="rId481" Type="http://schemas.openxmlformats.org/officeDocument/2006/relationships/customXml" Target="../ink/ink3510.xml"/><Relationship Id="rId702" Type="http://schemas.openxmlformats.org/officeDocument/2006/relationships/customXml" Target="../ink/ink3623.xml"/><Relationship Id="rId69" Type="http://schemas.openxmlformats.org/officeDocument/2006/relationships/image" Target="../media/image3179.png"/><Relationship Id="rId134" Type="http://schemas.openxmlformats.org/officeDocument/2006/relationships/image" Target="../media/image3212.png"/><Relationship Id="rId579" Type="http://schemas.openxmlformats.org/officeDocument/2006/relationships/customXml" Target="../ink/ink3559.xml"/><Relationship Id="rId341" Type="http://schemas.openxmlformats.org/officeDocument/2006/relationships/customXml" Target="../ink/ink3437.xml"/><Relationship Id="rId439" Type="http://schemas.openxmlformats.org/officeDocument/2006/relationships/image" Target="../media/image3355.png"/><Relationship Id="rId646" Type="http://schemas.openxmlformats.org/officeDocument/2006/relationships/image" Target="../media/image3452.png"/><Relationship Id="rId201" Type="http://schemas.openxmlformats.org/officeDocument/2006/relationships/customXml" Target="../ink/ink3367.xml"/><Relationship Id="rId285" Type="http://schemas.openxmlformats.org/officeDocument/2006/relationships/customXml" Target="../ink/ink3409.xml"/><Relationship Id="rId506" Type="http://schemas.openxmlformats.org/officeDocument/2006/relationships/image" Target="../media/image3385.png"/><Relationship Id="rId492" Type="http://schemas.openxmlformats.org/officeDocument/2006/relationships/image" Target="../media/image3378.png"/><Relationship Id="rId713" Type="http://schemas.openxmlformats.org/officeDocument/2006/relationships/image" Target="../media/image3484.png"/><Relationship Id="rId145" Type="http://schemas.openxmlformats.org/officeDocument/2006/relationships/customXml" Target="../ink/ink3339.xml"/><Relationship Id="rId352" Type="http://schemas.openxmlformats.org/officeDocument/2006/relationships/image" Target="../media/image3317.png"/><Relationship Id="rId212" Type="http://schemas.openxmlformats.org/officeDocument/2006/relationships/image" Target="../media/image3246.png"/><Relationship Id="rId657" Type="http://schemas.openxmlformats.org/officeDocument/2006/relationships/customXml" Target="../ink/ink3599.xml"/><Relationship Id="rId296" Type="http://schemas.openxmlformats.org/officeDocument/2006/relationships/image" Target="../media/image3288.png"/><Relationship Id="rId517" Type="http://schemas.openxmlformats.org/officeDocument/2006/relationships/customXml" Target="../ink/ink3528.xml"/><Relationship Id="rId724" Type="http://schemas.openxmlformats.org/officeDocument/2006/relationships/customXml" Target="../ink/ink3634.xml"/><Relationship Id="rId60" Type="http://schemas.openxmlformats.org/officeDocument/2006/relationships/image" Target="../media/image3175.png"/><Relationship Id="rId156" Type="http://schemas.openxmlformats.org/officeDocument/2006/relationships/image" Target="../media/image3220.png"/><Relationship Id="rId363" Type="http://schemas.openxmlformats.org/officeDocument/2006/relationships/customXml" Target="../ink/ink3448.xml"/><Relationship Id="rId570" Type="http://schemas.openxmlformats.org/officeDocument/2006/relationships/image" Target="../media/image3416.png"/><Relationship Id="rId223" Type="http://schemas.openxmlformats.org/officeDocument/2006/relationships/customXml" Target="../ink/ink3378.xml"/><Relationship Id="rId430" Type="http://schemas.openxmlformats.org/officeDocument/2006/relationships/customXml" Target="../ink/ink3482.xml"/><Relationship Id="rId668" Type="http://schemas.openxmlformats.org/officeDocument/2006/relationships/customXml" Target="../ink/ink3605.xml"/><Relationship Id="rId18" Type="http://schemas.openxmlformats.org/officeDocument/2006/relationships/customXml" Target="../ink/ink3274.xml"/><Relationship Id="rId528" Type="http://schemas.openxmlformats.org/officeDocument/2006/relationships/image" Target="../media/image3395.png"/><Relationship Id="rId735" Type="http://schemas.openxmlformats.org/officeDocument/2006/relationships/image" Target="../media/image3495.png"/><Relationship Id="rId167" Type="http://schemas.openxmlformats.org/officeDocument/2006/relationships/customXml" Target="../ink/ink3350.xml"/><Relationship Id="rId374" Type="http://schemas.openxmlformats.org/officeDocument/2006/relationships/image" Target="../media/image3324.png"/><Relationship Id="rId581" Type="http://schemas.openxmlformats.org/officeDocument/2006/relationships/customXml" Target="../ink/ink3560.xml"/><Relationship Id="rId71" Type="http://schemas.openxmlformats.org/officeDocument/2006/relationships/image" Target="../media/image3180.png"/><Relationship Id="rId234" Type="http://schemas.openxmlformats.org/officeDocument/2006/relationships/image" Target="../media/image3257.png"/><Relationship Id="rId679" Type="http://schemas.openxmlformats.org/officeDocument/2006/relationships/image" Target="../media/image3468.png"/><Relationship Id="rId2" Type="http://schemas.openxmlformats.org/officeDocument/2006/relationships/customXml" Target="../ink/ink3266.xml"/><Relationship Id="rId29" Type="http://schemas.openxmlformats.org/officeDocument/2006/relationships/image" Target="../media/image1778.png"/><Relationship Id="rId441" Type="http://schemas.openxmlformats.org/officeDocument/2006/relationships/image" Target="../media/image3356.png"/><Relationship Id="rId539" Type="http://schemas.openxmlformats.org/officeDocument/2006/relationships/customXml" Target="../ink/ink3539.xml"/><Relationship Id="rId178" Type="http://schemas.openxmlformats.org/officeDocument/2006/relationships/image" Target="../media/image2773.png"/><Relationship Id="rId301" Type="http://schemas.openxmlformats.org/officeDocument/2006/relationships/customXml" Target="../ink/ink3417.xml"/><Relationship Id="rId82" Type="http://schemas.openxmlformats.org/officeDocument/2006/relationships/image" Target="../media/image3185.png"/><Relationship Id="rId385" Type="http://schemas.openxmlformats.org/officeDocument/2006/relationships/customXml" Target="../ink/ink3459.xml"/><Relationship Id="rId592" Type="http://schemas.openxmlformats.org/officeDocument/2006/relationships/image" Target="../media/image3427.png"/><Relationship Id="rId606" Type="http://schemas.openxmlformats.org/officeDocument/2006/relationships/customXml" Target="../ink/ink3573.xml"/><Relationship Id="rId245" Type="http://schemas.openxmlformats.org/officeDocument/2006/relationships/customXml" Target="../ink/ink3389.xml"/><Relationship Id="rId452" Type="http://schemas.openxmlformats.org/officeDocument/2006/relationships/image" Target="../media/image3360.png"/><Relationship Id="rId105" Type="http://schemas.openxmlformats.org/officeDocument/2006/relationships/customXml" Target="../ink/ink3319.xml"/><Relationship Id="rId312" Type="http://schemas.openxmlformats.org/officeDocument/2006/relationships/image" Target="../media/image3296.png"/><Relationship Id="rId93" Type="http://schemas.openxmlformats.org/officeDocument/2006/relationships/customXml" Target="../ink/ink3313.xml"/><Relationship Id="rId189" Type="http://schemas.openxmlformats.org/officeDocument/2006/relationships/customXml" Target="../ink/ink3361.xml"/><Relationship Id="rId396" Type="http://schemas.openxmlformats.org/officeDocument/2006/relationships/image" Target="../media/image3335.png"/><Relationship Id="rId617" Type="http://schemas.openxmlformats.org/officeDocument/2006/relationships/image" Target="../media/image3438.png"/><Relationship Id="rId214" Type="http://schemas.openxmlformats.org/officeDocument/2006/relationships/image" Target="../media/image3247.png"/><Relationship Id="rId256" Type="http://schemas.openxmlformats.org/officeDocument/2006/relationships/image" Target="../media/image3268.png"/><Relationship Id="rId298" Type="http://schemas.openxmlformats.org/officeDocument/2006/relationships/image" Target="../media/image3289.png"/><Relationship Id="rId421" Type="http://schemas.openxmlformats.org/officeDocument/2006/relationships/image" Target="../media/image3346.png"/><Relationship Id="rId463" Type="http://schemas.openxmlformats.org/officeDocument/2006/relationships/customXml" Target="../ink/ink3501.xml"/><Relationship Id="rId519" Type="http://schemas.openxmlformats.org/officeDocument/2006/relationships/customXml" Target="../ink/ink3529.xml"/><Relationship Id="rId670" Type="http://schemas.openxmlformats.org/officeDocument/2006/relationships/customXml" Target="../ink/ink3606.xml"/><Relationship Id="rId116" Type="http://schemas.openxmlformats.org/officeDocument/2006/relationships/image" Target="../media/image3203.png"/><Relationship Id="rId158" Type="http://schemas.openxmlformats.org/officeDocument/2006/relationships/image" Target="../media/image3221.png"/><Relationship Id="rId323" Type="http://schemas.openxmlformats.org/officeDocument/2006/relationships/customXml" Target="../ink/ink3428.xml"/><Relationship Id="rId530" Type="http://schemas.openxmlformats.org/officeDocument/2006/relationships/image" Target="../media/image3396.png"/><Relationship Id="rId726" Type="http://schemas.openxmlformats.org/officeDocument/2006/relationships/customXml" Target="../ink/ink3635.xml"/><Relationship Id="rId20" Type="http://schemas.openxmlformats.org/officeDocument/2006/relationships/customXml" Target="../ink/ink3275.xml"/><Relationship Id="rId62" Type="http://schemas.openxmlformats.org/officeDocument/2006/relationships/image" Target="../media/image3176.png"/><Relationship Id="rId365" Type="http://schemas.openxmlformats.org/officeDocument/2006/relationships/customXml" Target="../ink/ink3449.xml"/><Relationship Id="rId572" Type="http://schemas.openxmlformats.org/officeDocument/2006/relationships/image" Target="../media/image3417.png"/><Relationship Id="rId628" Type="http://schemas.openxmlformats.org/officeDocument/2006/relationships/customXml" Target="../ink/ink3584.xml"/><Relationship Id="rId225" Type="http://schemas.openxmlformats.org/officeDocument/2006/relationships/customXml" Target="../ink/ink3379.xml"/><Relationship Id="rId267" Type="http://schemas.openxmlformats.org/officeDocument/2006/relationships/customXml" Target="../ink/ink3400.xml"/><Relationship Id="rId432" Type="http://schemas.openxmlformats.org/officeDocument/2006/relationships/customXml" Target="../ink/ink3483.xml"/><Relationship Id="rId474" Type="http://schemas.openxmlformats.org/officeDocument/2006/relationships/image" Target="../media/image3369.png"/><Relationship Id="rId127" Type="http://schemas.openxmlformats.org/officeDocument/2006/relationships/customXml" Target="../ink/ink3330.xml"/><Relationship Id="rId681" Type="http://schemas.openxmlformats.org/officeDocument/2006/relationships/image" Target="../media/image3469.png"/><Relationship Id="rId737" Type="http://schemas.openxmlformats.org/officeDocument/2006/relationships/image" Target="../media/image3496.png"/><Relationship Id="rId31" Type="http://schemas.openxmlformats.org/officeDocument/2006/relationships/image" Target="../media/image3162.png"/><Relationship Id="rId73" Type="http://schemas.openxmlformats.org/officeDocument/2006/relationships/image" Target="../media/image3181.png"/><Relationship Id="rId169" Type="http://schemas.openxmlformats.org/officeDocument/2006/relationships/customXml" Target="../ink/ink3351.xml"/><Relationship Id="rId334" Type="http://schemas.openxmlformats.org/officeDocument/2006/relationships/image" Target="../media/image3307.png"/><Relationship Id="rId376" Type="http://schemas.openxmlformats.org/officeDocument/2006/relationships/image" Target="../media/image3325.png"/><Relationship Id="rId541" Type="http://schemas.openxmlformats.org/officeDocument/2006/relationships/customXml" Target="../ink/ink3540.xml"/><Relationship Id="rId583" Type="http://schemas.openxmlformats.org/officeDocument/2006/relationships/customXml" Target="../ink/ink3561.xml"/><Relationship Id="rId639" Type="http://schemas.openxmlformats.org/officeDocument/2006/relationships/customXml" Target="../ink/ink3590.xml"/><Relationship Id="rId4" Type="http://schemas.openxmlformats.org/officeDocument/2006/relationships/customXml" Target="../ink/ink3267.xml"/><Relationship Id="rId180" Type="http://schemas.openxmlformats.org/officeDocument/2006/relationships/image" Target="../media/image3230.png"/><Relationship Id="rId236" Type="http://schemas.openxmlformats.org/officeDocument/2006/relationships/image" Target="../media/image3258.png"/><Relationship Id="rId278" Type="http://schemas.openxmlformats.org/officeDocument/2006/relationships/image" Target="../media/image3279.png"/><Relationship Id="rId401" Type="http://schemas.openxmlformats.org/officeDocument/2006/relationships/customXml" Target="../ink/ink3467.xml"/><Relationship Id="rId443" Type="http://schemas.openxmlformats.org/officeDocument/2006/relationships/image" Target="../media/image3357.png"/><Relationship Id="rId650" Type="http://schemas.openxmlformats.org/officeDocument/2006/relationships/image" Target="../media/image3454.png"/><Relationship Id="rId303" Type="http://schemas.openxmlformats.org/officeDocument/2006/relationships/customXml" Target="../ink/ink3418.xml"/><Relationship Id="rId485" Type="http://schemas.openxmlformats.org/officeDocument/2006/relationships/customXml" Target="../ink/ink3512.xml"/><Relationship Id="rId692" Type="http://schemas.openxmlformats.org/officeDocument/2006/relationships/customXml" Target="../ink/ink3618.xml"/><Relationship Id="rId706" Type="http://schemas.openxmlformats.org/officeDocument/2006/relationships/customXml" Target="../ink/ink3625.xml"/><Relationship Id="rId42" Type="http://schemas.openxmlformats.org/officeDocument/2006/relationships/customXml" Target="../ink/ink3286.xml"/><Relationship Id="rId84" Type="http://schemas.openxmlformats.org/officeDocument/2006/relationships/image" Target="../media/image3186.png"/><Relationship Id="rId138" Type="http://schemas.openxmlformats.org/officeDocument/2006/relationships/image" Target="../media/image3214.png"/><Relationship Id="rId345" Type="http://schemas.openxmlformats.org/officeDocument/2006/relationships/customXml" Target="../ink/ink3439.xml"/><Relationship Id="rId387" Type="http://schemas.openxmlformats.org/officeDocument/2006/relationships/customXml" Target="../ink/ink3460.xml"/><Relationship Id="rId510" Type="http://schemas.openxmlformats.org/officeDocument/2006/relationships/image" Target="../media/image3387.png"/><Relationship Id="rId552" Type="http://schemas.openxmlformats.org/officeDocument/2006/relationships/image" Target="../media/image3407.png"/><Relationship Id="rId594" Type="http://schemas.openxmlformats.org/officeDocument/2006/relationships/image" Target="../media/image3428.png"/><Relationship Id="rId608" Type="http://schemas.openxmlformats.org/officeDocument/2006/relationships/customXml" Target="../ink/ink3574.xml"/><Relationship Id="rId191" Type="http://schemas.openxmlformats.org/officeDocument/2006/relationships/customXml" Target="../ink/ink3362.xml"/><Relationship Id="rId205" Type="http://schemas.openxmlformats.org/officeDocument/2006/relationships/customXml" Target="../ink/ink3369.xml"/><Relationship Id="rId247" Type="http://schemas.openxmlformats.org/officeDocument/2006/relationships/customXml" Target="../ink/ink3390.xml"/><Relationship Id="rId412" Type="http://schemas.openxmlformats.org/officeDocument/2006/relationships/image" Target="../media/image3343.png"/><Relationship Id="rId107" Type="http://schemas.openxmlformats.org/officeDocument/2006/relationships/customXml" Target="../ink/ink3320.xml"/><Relationship Id="rId289" Type="http://schemas.openxmlformats.org/officeDocument/2006/relationships/customXml" Target="../ink/ink3411.xml"/><Relationship Id="rId454" Type="http://schemas.openxmlformats.org/officeDocument/2006/relationships/image" Target="../media/image3361.png"/><Relationship Id="rId496" Type="http://schemas.openxmlformats.org/officeDocument/2006/relationships/image" Target="../media/image3380.png"/><Relationship Id="rId661" Type="http://schemas.openxmlformats.org/officeDocument/2006/relationships/image" Target="../media/image3459.png"/><Relationship Id="rId717" Type="http://schemas.openxmlformats.org/officeDocument/2006/relationships/image" Target="../media/image3486.png"/><Relationship Id="rId11" Type="http://schemas.openxmlformats.org/officeDocument/2006/relationships/image" Target="../media/image3153.png"/><Relationship Id="rId53" Type="http://schemas.openxmlformats.org/officeDocument/2006/relationships/customXml" Target="../ink/ink3292.xml"/><Relationship Id="rId149" Type="http://schemas.openxmlformats.org/officeDocument/2006/relationships/customXml" Target="../ink/ink3341.xml"/><Relationship Id="rId314" Type="http://schemas.openxmlformats.org/officeDocument/2006/relationships/image" Target="../media/image3297.png"/><Relationship Id="rId356" Type="http://schemas.openxmlformats.org/officeDocument/2006/relationships/image" Target="../media/image3319.png"/><Relationship Id="rId398" Type="http://schemas.openxmlformats.org/officeDocument/2006/relationships/image" Target="../media/image3336.png"/><Relationship Id="rId521" Type="http://schemas.openxmlformats.org/officeDocument/2006/relationships/customXml" Target="../ink/ink3530.xml"/><Relationship Id="rId563" Type="http://schemas.openxmlformats.org/officeDocument/2006/relationships/customXml" Target="../ink/ink3551.xml"/><Relationship Id="rId619" Type="http://schemas.openxmlformats.org/officeDocument/2006/relationships/image" Target="../media/image3439.png"/><Relationship Id="rId95" Type="http://schemas.openxmlformats.org/officeDocument/2006/relationships/customXml" Target="../ink/ink3314.xml"/><Relationship Id="rId160" Type="http://schemas.openxmlformats.org/officeDocument/2006/relationships/image" Target="../media/image3222.png"/><Relationship Id="rId216" Type="http://schemas.openxmlformats.org/officeDocument/2006/relationships/image" Target="../media/image3248.png"/><Relationship Id="rId423" Type="http://schemas.openxmlformats.org/officeDocument/2006/relationships/image" Target="../media/image3347.png"/><Relationship Id="rId258" Type="http://schemas.openxmlformats.org/officeDocument/2006/relationships/image" Target="../media/image3269.png"/><Relationship Id="rId465" Type="http://schemas.openxmlformats.org/officeDocument/2006/relationships/customXml" Target="../ink/ink3502.xml"/><Relationship Id="rId630" Type="http://schemas.openxmlformats.org/officeDocument/2006/relationships/customXml" Target="../ink/ink3585.xml"/><Relationship Id="rId672" Type="http://schemas.openxmlformats.org/officeDocument/2006/relationships/customXml" Target="../ink/ink3607.xml"/><Relationship Id="rId728" Type="http://schemas.openxmlformats.org/officeDocument/2006/relationships/customXml" Target="../ink/ink3636.xml"/><Relationship Id="rId22" Type="http://schemas.openxmlformats.org/officeDocument/2006/relationships/customXml" Target="../ink/ink3276.xml"/><Relationship Id="rId64" Type="http://schemas.openxmlformats.org/officeDocument/2006/relationships/customXml" Target="../ink/ink3298.xml"/><Relationship Id="rId118" Type="http://schemas.openxmlformats.org/officeDocument/2006/relationships/image" Target="../media/image3204.png"/><Relationship Id="rId325" Type="http://schemas.openxmlformats.org/officeDocument/2006/relationships/customXml" Target="../ink/ink3429.xml"/><Relationship Id="rId367" Type="http://schemas.openxmlformats.org/officeDocument/2006/relationships/customXml" Target="../ink/ink3450.xml"/><Relationship Id="rId532" Type="http://schemas.openxmlformats.org/officeDocument/2006/relationships/image" Target="../media/image3397.png"/><Relationship Id="rId574" Type="http://schemas.openxmlformats.org/officeDocument/2006/relationships/image" Target="../media/image3418.png"/><Relationship Id="rId171" Type="http://schemas.openxmlformats.org/officeDocument/2006/relationships/customXml" Target="../ink/ink3352.xml"/><Relationship Id="rId227" Type="http://schemas.openxmlformats.org/officeDocument/2006/relationships/customXml" Target="../ink/ink3380.xml"/><Relationship Id="rId269" Type="http://schemas.openxmlformats.org/officeDocument/2006/relationships/customXml" Target="../ink/ink3401.xml"/><Relationship Id="rId434" Type="http://schemas.openxmlformats.org/officeDocument/2006/relationships/customXml" Target="../ink/ink3484.xml"/><Relationship Id="rId476" Type="http://schemas.openxmlformats.org/officeDocument/2006/relationships/image" Target="../media/image3370.png"/><Relationship Id="rId641" Type="http://schemas.openxmlformats.org/officeDocument/2006/relationships/customXml" Target="../ink/ink3591.xml"/><Relationship Id="rId683" Type="http://schemas.openxmlformats.org/officeDocument/2006/relationships/image" Target="../media/image3470.png"/><Relationship Id="rId33" Type="http://schemas.openxmlformats.org/officeDocument/2006/relationships/image" Target="../media/image3163.png"/><Relationship Id="rId129" Type="http://schemas.openxmlformats.org/officeDocument/2006/relationships/customXml" Target="../ink/ink3331.xml"/><Relationship Id="rId280" Type="http://schemas.openxmlformats.org/officeDocument/2006/relationships/image" Target="../media/image3280.png"/><Relationship Id="rId336" Type="http://schemas.openxmlformats.org/officeDocument/2006/relationships/image" Target="../media/image3308.png"/><Relationship Id="rId501" Type="http://schemas.openxmlformats.org/officeDocument/2006/relationships/customXml" Target="../ink/ink3520.xml"/><Relationship Id="rId543" Type="http://schemas.openxmlformats.org/officeDocument/2006/relationships/customXml" Target="../ink/ink3541.xml"/><Relationship Id="rId75" Type="http://schemas.openxmlformats.org/officeDocument/2006/relationships/image" Target="../media/image3182.png"/><Relationship Id="rId140" Type="http://schemas.openxmlformats.org/officeDocument/2006/relationships/image" Target="../media/image3215.png"/><Relationship Id="rId182" Type="http://schemas.openxmlformats.org/officeDocument/2006/relationships/image" Target="../media/image3231.png"/><Relationship Id="rId378" Type="http://schemas.openxmlformats.org/officeDocument/2006/relationships/image" Target="../media/image3326.png"/><Relationship Id="rId403" Type="http://schemas.openxmlformats.org/officeDocument/2006/relationships/customXml" Target="../ink/ink3468.xml"/><Relationship Id="rId585" Type="http://schemas.openxmlformats.org/officeDocument/2006/relationships/customXml" Target="../ink/ink3562.xml"/><Relationship Id="rId6" Type="http://schemas.openxmlformats.org/officeDocument/2006/relationships/customXml" Target="../ink/ink3268.xml"/><Relationship Id="rId238" Type="http://schemas.openxmlformats.org/officeDocument/2006/relationships/image" Target="../media/image3259.png"/><Relationship Id="rId445" Type="http://schemas.openxmlformats.org/officeDocument/2006/relationships/image" Target="../media/image3358.png"/><Relationship Id="rId487" Type="http://schemas.openxmlformats.org/officeDocument/2006/relationships/customXml" Target="../ink/ink3513.xml"/><Relationship Id="rId610" Type="http://schemas.openxmlformats.org/officeDocument/2006/relationships/customXml" Target="../ink/ink3575.xml"/><Relationship Id="rId652" Type="http://schemas.openxmlformats.org/officeDocument/2006/relationships/image" Target="../media/image3455.png"/><Relationship Id="rId694" Type="http://schemas.openxmlformats.org/officeDocument/2006/relationships/customXml" Target="../ink/ink3619.xml"/><Relationship Id="rId708" Type="http://schemas.openxmlformats.org/officeDocument/2006/relationships/customXml" Target="../ink/ink3626.xml"/><Relationship Id="rId291" Type="http://schemas.openxmlformats.org/officeDocument/2006/relationships/customXml" Target="../ink/ink3412.xml"/><Relationship Id="rId305" Type="http://schemas.openxmlformats.org/officeDocument/2006/relationships/customXml" Target="../ink/ink3419.xml"/><Relationship Id="rId347" Type="http://schemas.openxmlformats.org/officeDocument/2006/relationships/customXml" Target="../ink/ink3440.xml"/><Relationship Id="rId512" Type="http://schemas.openxmlformats.org/officeDocument/2006/relationships/image" Target="../media/image3388.png"/><Relationship Id="rId44" Type="http://schemas.openxmlformats.org/officeDocument/2006/relationships/customXml" Target="../ink/ink3287.xml"/><Relationship Id="rId86" Type="http://schemas.openxmlformats.org/officeDocument/2006/relationships/image" Target="../media/image3187.png"/><Relationship Id="rId151" Type="http://schemas.openxmlformats.org/officeDocument/2006/relationships/customXml" Target="../ink/ink3342.xml"/><Relationship Id="rId389" Type="http://schemas.openxmlformats.org/officeDocument/2006/relationships/customXml" Target="../ink/ink3461.xml"/><Relationship Id="rId554" Type="http://schemas.openxmlformats.org/officeDocument/2006/relationships/image" Target="../media/image3408.png"/><Relationship Id="rId596" Type="http://schemas.openxmlformats.org/officeDocument/2006/relationships/image" Target="../media/image3429.png"/><Relationship Id="rId193" Type="http://schemas.openxmlformats.org/officeDocument/2006/relationships/customXml" Target="../ink/ink3363.xml"/><Relationship Id="rId207" Type="http://schemas.openxmlformats.org/officeDocument/2006/relationships/customXml" Target="../ink/ink3370.xml"/><Relationship Id="rId249" Type="http://schemas.openxmlformats.org/officeDocument/2006/relationships/customXml" Target="../ink/ink3391.xml"/><Relationship Id="rId414" Type="http://schemas.openxmlformats.org/officeDocument/2006/relationships/image" Target="../media/image3344.png"/><Relationship Id="rId456" Type="http://schemas.openxmlformats.org/officeDocument/2006/relationships/image" Target="../media/image3362.png"/><Relationship Id="rId498" Type="http://schemas.openxmlformats.org/officeDocument/2006/relationships/image" Target="../media/image3381.png"/><Relationship Id="rId621" Type="http://schemas.openxmlformats.org/officeDocument/2006/relationships/image" Target="../media/image3440.png"/><Relationship Id="rId663" Type="http://schemas.openxmlformats.org/officeDocument/2006/relationships/image" Target="../media/image3460.png"/><Relationship Id="rId13" Type="http://schemas.openxmlformats.org/officeDocument/2006/relationships/image" Target="../media/image3154.png"/><Relationship Id="rId109" Type="http://schemas.openxmlformats.org/officeDocument/2006/relationships/customXml" Target="../ink/ink3321.xml"/><Relationship Id="rId260" Type="http://schemas.openxmlformats.org/officeDocument/2006/relationships/image" Target="../media/image3270.png"/><Relationship Id="rId316" Type="http://schemas.openxmlformats.org/officeDocument/2006/relationships/image" Target="../media/image3298.png"/><Relationship Id="rId523" Type="http://schemas.openxmlformats.org/officeDocument/2006/relationships/customXml" Target="../ink/ink3531.xml"/><Relationship Id="rId719" Type="http://schemas.openxmlformats.org/officeDocument/2006/relationships/image" Target="../media/image3487.png"/><Relationship Id="rId55" Type="http://schemas.openxmlformats.org/officeDocument/2006/relationships/customXml" Target="../ink/ink3293.xml"/><Relationship Id="rId97" Type="http://schemas.openxmlformats.org/officeDocument/2006/relationships/customXml" Target="../ink/ink3315.xml"/><Relationship Id="rId120" Type="http://schemas.openxmlformats.org/officeDocument/2006/relationships/image" Target="../media/image1777.png"/><Relationship Id="rId358" Type="http://schemas.openxmlformats.org/officeDocument/2006/relationships/image" Target="../media/image1898.png"/><Relationship Id="rId565" Type="http://schemas.openxmlformats.org/officeDocument/2006/relationships/customXml" Target="../ink/ink3552.xml"/><Relationship Id="rId730" Type="http://schemas.openxmlformats.org/officeDocument/2006/relationships/customXml" Target="../ink/ink3637.xml"/><Relationship Id="rId162" Type="http://schemas.openxmlformats.org/officeDocument/2006/relationships/image" Target="../media/image3223.png"/><Relationship Id="rId218" Type="http://schemas.openxmlformats.org/officeDocument/2006/relationships/image" Target="../media/image3249.png"/><Relationship Id="rId425" Type="http://schemas.openxmlformats.org/officeDocument/2006/relationships/image" Target="../media/image3348.png"/><Relationship Id="rId467" Type="http://schemas.openxmlformats.org/officeDocument/2006/relationships/customXml" Target="../ink/ink3503.xml"/><Relationship Id="rId632" Type="http://schemas.openxmlformats.org/officeDocument/2006/relationships/customXml" Target="../ink/ink3586.xml"/><Relationship Id="rId271" Type="http://schemas.openxmlformats.org/officeDocument/2006/relationships/customXml" Target="../ink/ink3402.xml"/><Relationship Id="rId674" Type="http://schemas.openxmlformats.org/officeDocument/2006/relationships/customXml" Target="../ink/ink3608.xml"/><Relationship Id="rId24" Type="http://schemas.openxmlformats.org/officeDocument/2006/relationships/customXml" Target="../ink/ink3277.xml"/><Relationship Id="rId66" Type="http://schemas.openxmlformats.org/officeDocument/2006/relationships/customXml" Target="../ink/ink3299.xml"/><Relationship Id="rId131" Type="http://schemas.openxmlformats.org/officeDocument/2006/relationships/customXml" Target="../ink/ink3332.xml"/><Relationship Id="rId327" Type="http://schemas.openxmlformats.org/officeDocument/2006/relationships/customXml" Target="../ink/ink3430.xml"/><Relationship Id="rId369" Type="http://schemas.openxmlformats.org/officeDocument/2006/relationships/customXml" Target="../ink/ink3451.xml"/><Relationship Id="rId534" Type="http://schemas.openxmlformats.org/officeDocument/2006/relationships/image" Target="../media/image3398.png"/><Relationship Id="rId576" Type="http://schemas.openxmlformats.org/officeDocument/2006/relationships/image" Target="../media/image3419.png"/><Relationship Id="rId173" Type="http://schemas.openxmlformats.org/officeDocument/2006/relationships/customXml" Target="../ink/ink3353.xml"/><Relationship Id="rId229" Type="http://schemas.openxmlformats.org/officeDocument/2006/relationships/customXml" Target="../ink/ink3381.xml"/><Relationship Id="rId380" Type="http://schemas.openxmlformats.org/officeDocument/2006/relationships/image" Target="../media/image3327.png"/><Relationship Id="rId436" Type="http://schemas.openxmlformats.org/officeDocument/2006/relationships/customXml" Target="../ink/ink3485.xml"/><Relationship Id="rId601" Type="http://schemas.openxmlformats.org/officeDocument/2006/relationships/customXml" Target="../ink/ink3570.xml"/><Relationship Id="rId643" Type="http://schemas.openxmlformats.org/officeDocument/2006/relationships/customXml" Target="../ink/ink3592.xml"/><Relationship Id="rId240" Type="http://schemas.openxmlformats.org/officeDocument/2006/relationships/image" Target="../media/image3260.png"/><Relationship Id="rId478" Type="http://schemas.openxmlformats.org/officeDocument/2006/relationships/image" Target="../media/image3371.png"/><Relationship Id="rId685" Type="http://schemas.openxmlformats.org/officeDocument/2006/relationships/image" Target="../media/image3471.png"/><Relationship Id="rId35" Type="http://schemas.openxmlformats.org/officeDocument/2006/relationships/image" Target="../media/image3164.png"/><Relationship Id="rId77" Type="http://schemas.openxmlformats.org/officeDocument/2006/relationships/image" Target="../media/image3183.png"/><Relationship Id="rId100" Type="http://schemas.openxmlformats.org/officeDocument/2006/relationships/image" Target="../media/image3194.png"/><Relationship Id="rId282" Type="http://schemas.openxmlformats.org/officeDocument/2006/relationships/image" Target="../media/image3281.png"/><Relationship Id="rId338" Type="http://schemas.openxmlformats.org/officeDocument/2006/relationships/image" Target="../media/image3309.png"/><Relationship Id="rId503" Type="http://schemas.openxmlformats.org/officeDocument/2006/relationships/customXml" Target="../ink/ink3521.xml"/><Relationship Id="rId545" Type="http://schemas.openxmlformats.org/officeDocument/2006/relationships/customXml" Target="../ink/ink3542.xml"/><Relationship Id="rId587" Type="http://schemas.openxmlformats.org/officeDocument/2006/relationships/customXml" Target="../ink/ink3563.xml"/><Relationship Id="rId710" Type="http://schemas.openxmlformats.org/officeDocument/2006/relationships/customXml" Target="../ink/ink3627.xml"/><Relationship Id="rId8" Type="http://schemas.openxmlformats.org/officeDocument/2006/relationships/customXml" Target="../ink/ink3269.xml"/><Relationship Id="rId142" Type="http://schemas.openxmlformats.org/officeDocument/2006/relationships/image" Target="../media/image3216.png"/><Relationship Id="rId184" Type="http://schemas.openxmlformats.org/officeDocument/2006/relationships/image" Target="../media/image3232.png"/><Relationship Id="rId391" Type="http://schemas.openxmlformats.org/officeDocument/2006/relationships/customXml" Target="../ink/ink3462.xml"/><Relationship Id="rId405" Type="http://schemas.openxmlformats.org/officeDocument/2006/relationships/customXml" Target="../ink/ink3469.xml"/><Relationship Id="rId447" Type="http://schemas.openxmlformats.org/officeDocument/2006/relationships/image" Target="../media/image3359.png"/><Relationship Id="rId612" Type="http://schemas.openxmlformats.org/officeDocument/2006/relationships/customXml" Target="../ink/ink3576.xml"/><Relationship Id="rId251" Type="http://schemas.openxmlformats.org/officeDocument/2006/relationships/customXml" Target="../ink/ink3392.xml"/><Relationship Id="rId489" Type="http://schemas.openxmlformats.org/officeDocument/2006/relationships/customXml" Target="../ink/ink3514.xml"/><Relationship Id="rId654" Type="http://schemas.openxmlformats.org/officeDocument/2006/relationships/image" Target="../media/image3456.png"/><Relationship Id="rId696" Type="http://schemas.openxmlformats.org/officeDocument/2006/relationships/customXml" Target="../ink/ink3620.xml"/><Relationship Id="rId46" Type="http://schemas.openxmlformats.org/officeDocument/2006/relationships/customXml" Target="../ink/ink3288.xml"/><Relationship Id="rId293" Type="http://schemas.openxmlformats.org/officeDocument/2006/relationships/customXml" Target="../ink/ink3413.xml"/><Relationship Id="rId307" Type="http://schemas.openxmlformats.org/officeDocument/2006/relationships/customXml" Target="../ink/ink3420.xml"/><Relationship Id="rId349" Type="http://schemas.openxmlformats.org/officeDocument/2006/relationships/customXml" Target="../ink/ink3441.xml"/><Relationship Id="rId514" Type="http://schemas.openxmlformats.org/officeDocument/2006/relationships/image" Target="../media/image3389.png"/><Relationship Id="rId556" Type="http://schemas.openxmlformats.org/officeDocument/2006/relationships/image" Target="../media/image3409.png"/><Relationship Id="rId721" Type="http://schemas.openxmlformats.org/officeDocument/2006/relationships/image" Target="../media/image3488.png"/><Relationship Id="rId88" Type="http://schemas.openxmlformats.org/officeDocument/2006/relationships/image" Target="../media/image3188.png"/><Relationship Id="rId111" Type="http://schemas.openxmlformats.org/officeDocument/2006/relationships/customXml" Target="../ink/ink3322.xml"/><Relationship Id="rId153" Type="http://schemas.openxmlformats.org/officeDocument/2006/relationships/customXml" Target="../ink/ink3343.xml"/><Relationship Id="rId195" Type="http://schemas.openxmlformats.org/officeDocument/2006/relationships/customXml" Target="../ink/ink3364.xml"/><Relationship Id="rId209" Type="http://schemas.openxmlformats.org/officeDocument/2006/relationships/customXml" Target="../ink/ink3371.xml"/><Relationship Id="rId360" Type="http://schemas.openxmlformats.org/officeDocument/2006/relationships/image" Target="../media/image1844.png"/><Relationship Id="rId416" Type="http://schemas.openxmlformats.org/officeDocument/2006/relationships/image" Target="../media/image3345.png"/><Relationship Id="rId598" Type="http://schemas.openxmlformats.org/officeDocument/2006/relationships/image" Target="../media/image3430.png"/><Relationship Id="rId220" Type="http://schemas.openxmlformats.org/officeDocument/2006/relationships/image" Target="../media/image3250.png"/><Relationship Id="rId458" Type="http://schemas.openxmlformats.org/officeDocument/2006/relationships/customXml" Target="../ink/ink3497.xml"/><Relationship Id="rId623" Type="http://schemas.openxmlformats.org/officeDocument/2006/relationships/image" Target="../media/image3441.png"/><Relationship Id="rId665" Type="http://schemas.openxmlformats.org/officeDocument/2006/relationships/image" Target="../media/image3461.png"/><Relationship Id="rId15" Type="http://schemas.openxmlformats.org/officeDocument/2006/relationships/image" Target="../media/image3155.png"/><Relationship Id="rId57" Type="http://schemas.openxmlformats.org/officeDocument/2006/relationships/customXml" Target="../ink/ink3294.xml"/><Relationship Id="rId262" Type="http://schemas.openxmlformats.org/officeDocument/2006/relationships/image" Target="../media/image3271.png"/><Relationship Id="rId318" Type="http://schemas.openxmlformats.org/officeDocument/2006/relationships/image" Target="../media/image3299.png"/><Relationship Id="rId525" Type="http://schemas.openxmlformats.org/officeDocument/2006/relationships/customXml" Target="../ink/ink3532.xml"/><Relationship Id="rId567" Type="http://schemas.openxmlformats.org/officeDocument/2006/relationships/customXml" Target="../ink/ink3553.xml"/><Relationship Id="rId732" Type="http://schemas.openxmlformats.org/officeDocument/2006/relationships/customXml" Target="../ink/ink3638.xml"/><Relationship Id="rId99" Type="http://schemas.openxmlformats.org/officeDocument/2006/relationships/customXml" Target="../ink/ink3316.xml"/><Relationship Id="rId122" Type="http://schemas.openxmlformats.org/officeDocument/2006/relationships/image" Target="../media/image3205.png"/><Relationship Id="rId164" Type="http://schemas.openxmlformats.org/officeDocument/2006/relationships/image" Target="../media/image3224.png"/><Relationship Id="rId371" Type="http://schemas.openxmlformats.org/officeDocument/2006/relationships/customXml" Target="../ink/ink3452.xml"/><Relationship Id="rId427" Type="http://schemas.openxmlformats.org/officeDocument/2006/relationships/image" Target="../media/image3349.png"/><Relationship Id="rId469" Type="http://schemas.openxmlformats.org/officeDocument/2006/relationships/customXml" Target="../ink/ink3504.xml"/><Relationship Id="rId634" Type="http://schemas.openxmlformats.org/officeDocument/2006/relationships/customXml" Target="../ink/ink3587.xml"/><Relationship Id="rId676" Type="http://schemas.openxmlformats.org/officeDocument/2006/relationships/customXml" Target="../ink/ink3609.xml"/><Relationship Id="rId26" Type="http://schemas.openxmlformats.org/officeDocument/2006/relationships/customXml" Target="../ink/ink3278.xml"/><Relationship Id="rId231" Type="http://schemas.openxmlformats.org/officeDocument/2006/relationships/customXml" Target="../ink/ink3382.xml"/><Relationship Id="rId273" Type="http://schemas.openxmlformats.org/officeDocument/2006/relationships/customXml" Target="../ink/ink3403.xml"/><Relationship Id="rId329" Type="http://schemas.openxmlformats.org/officeDocument/2006/relationships/customXml" Target="../ink/ink3431.xml"/><Relationship Id="rId480" Type="http://schemas.openxmlformats.org/officeDocument/2006/relationships/image" Target="../media/image3372.png"/><Relationship Id="rId536" Type="http://schemas.openxmlformats.org/officeDocument/2006/relationships/image" Target="../media/image3399.png"/><Relationship Id="rId701" Type="http://schemas.openxmlformats.org/officeDocument/2006/relationships/image" Target="../media/image3478.png"/><Relationship Id="rId68" Type="http://schemas.openxmlformats.org/officeDocument/2006/relationships/customXml" Target="../ink/ink3300.xml"/><Relationship Id="rId133" Type="http://schemas.openxmlformats.org/officeDocument/2006/relationships/customXml" Target="../ink/ink3333.xml"/><Relationship Id="rId175" Type="http://schemas.openxmlformats.org/officeDocument/2006/relationships/customXml" Target="../ink/ink3354.xml"/><Relationship Id="rId340" Type="http://schemas.openxmlformats.org/officeDocument/2006/relationships/image" Target="../media/image3311.png"/><Relationship Id="rId578" Type="http://schemas.openxmlformats.org/officeDocument/2006/relationships/image" Target="../media/image3420.png"/><Relationship Id="rId200" Type="http://schemas.openxmlformats.org/officeDocument/2006/relationships/image" Target="../media/image3240.png"/><Relationship Id="rId382" Type="http://schemas.openxmlformats.org/officeDocument/2006/relationships/image" Target="../media/image3328.png"/><Relationship Id="rId438" Type="http://schemas.openxmlformats.org/officeDocument/2006/relationships/customXml" Target="../ink/ink3486.xml"/><Relationship Id="rId603" Type="http://schemas.openxmlformats.org/officeDocument/2006/relationships/customXml" Target="../ink/ink3571.xml"/><Relationship Id="rId645" Type="http://schemas.openxmlformats.org/officeDocument/2006/relationships/customXml" Target="../ink/ink3593.xml"/><Relationship Id="rId687" Type="http://schemas.openxmlformats.org/officeDocument/2006/relationships/customXml" Target="../ink/ink3615.xml"/><Relationship Id="rId242" Type="http://schemas.openxmlformats.org/officeDocument/2006/relationships/image" Target="../media/image3261.png"/><Relationship Id="rId284" Type="http://schemas.openxmlformats.org/officeDocument/2006/relationships/image" Target="../media/image3282.png"/><Relationship Id="rId491" Type="http://schemas.openxmlformats.org/officeDocument/2006/relationships/customXml" Target="../ink/ink3515.xml"/><Relationship Id="rId505" Type="http://schemas.openxmlformats.org/officeDocument/2006/relationships/customXml" Target="../ink/ink3522.xml"/><Relationship Id="rId712" Type="http://schemas.openxmlformats.org/officeDocument/2006/relationships/customXml" Target="../ink/ink3628.xml"/><Relationship Id="rId37" Type="http://schemas.openxmlformats.org/officeDocument/2006/relationships/image" Target="../media/image3165.png"/><Relationship Id="rId79" Type="http://schemas.openxmlformats.org/officeDocument/2006/relationships/customXml" Target="../ink/ink3306.xml"/><Relationship Id="rId102" Type="http://schemas.openxmlformats.org/officeDocument/2006/relationships/image" Target="../media/image3195.png"/><Relationship Id="rId144" Type="http://schemas.openxmlformats.org/officeDocument/2006/relationships/image" Target="../media/image3217.png"/><Relationship Id="rId547" Type="http://schemas.openxmlformats.org/officeDocument/2006/relationships/customXml" Target="../ink/ink3543.xml"/><Relationship Id="rId589" Type="http://schemas.openxmlformats.org/officeDocument/2006/relationships/customXml" Target="../ink/ink3564.xml"/><Relationship Id="rId90" Type="http://schemas.openxmlformats.org/officeDocument/2006/relationships/image" Target="../media/image3189.png"/><Relationship Id="rId186" Type="http://schemas.openxmlformats.org/officeDocument/2006/relationships/image" Target="../media/image3233.png"/><Relationship Id="rId351" Type="http://schemas.openxmlformats.org/officeDocument/2006/relationships/customXml" Target="../ink/ink3442.xml"/><Relationship Id="rId393" Type="http://schemas.openxmlformats.org/officeDocument/2006/relationships/customXml" Target="../ink/ink3463.xml"/><Relationship Id="rId407" Type="http://schemas.openxmlformats.org/officeDocument/2006/relationships/customXml" Target="../ink/ink3470.xml"/><Relationship Id="rId449" Type="http://schemas.openxmlformats.org/officeDocument/2006/relationships/image" Target="../media/image2210.png"/><Relationship Id="rId614" Type="http://schemas.openxmlformats.org/officeDocument/2006/relationships/customXml" Target="../ink/ink3577.xml"/><Relationship Id="rId656" Type="http://schemas.openxmlformats.org/officeDocument/2006/relationships/image" Target="../media/image3457.png"/><Relationship Id="rId211" Type="http://schemas.openxmlformats.org/officeDocument/2006/relationships/customXml" Target="../ink/ink3372.xml"/><Relationship Id="rId253" Type="http://schemas.openxmlformats.org/officeDocument/2006/relationships/customXml" Target="../ink/ink3393.xml"/><Relationship Id="rId295" Type="http://schemas.openxmlformats.org/officeDocument/2006/relationships/customXml" Target="../ink/ink3414.xml"/><Relationship Id="rId309" Type="http://schemas.openxmlformats.org/officeDocument/2006/relationships/customXml" Target="../ink/ink3421.xml"/><Relationship Id="rId460" Type="http://schemas.openxmlformats.org/officeDocument/2006/relationships/customXml" Target="../ink/ink3498.xml"/><Relationship Id="rId516" Type="http://schemas.openxmlformats.org/officeDocument/2006/relationships/image" Target="../media/image3390.png"/><Relationship Id="rId698" Type="http://schemas.openxmlformats.org/officeDocument/2006/relationships/customXml" Target="../ink/ink3621.xml"/><Relationship Id="rId48" Type="http://schemas.openxmlformats.org/officeDocument/2006/relationships/customXml" Target="../ink/ink3289.xml"/><Relationship Id="rId113" Type="http://schemas.openxmlformats.org/officeDocument/2006/relationships/customXml" Target="../ink/ink3323.xml"/><Relationship Id="rId320" Type="http://schemas.openxmlformats.org/officeDocument/2006/relationships/image" Target="../media/image3300.png"/><Relationship Id="rId558" Type="http://schemas.openxmlformats.org/officeDocument/2006/relationships/image" Target="../media/image3410.png"/><Relationship Id="rId723" Type="http://schemas.openxmlformats.org/officeDocument/2006/relationships/image" Target="../media/image3489.png"/><Relationship Id="rId155" Type="http://schemas.openxmlformats.org/officeDocument/2006/relationships/customXml" Target="../ink/ink3344.xml"/><Relationship Id="rId197" Type="http://schemas.openxmlformats.org/officeDocument/2006/relationships/customXml" Target="../ink/ink3365.xml"/><Relationship Id="rId362" Type="http://schemas.openxmlformats.org/officeDocument/2006/relationships/image" Target="../media/image2047.png"/><Relationship Id="rId418" Type="http://schemas.openxmlformats.org/officeDocument/2006/relationships/customXml" Target="../ink/ink3476.xml"/><Relationship Id="rId625" Type="http://schemas.openxmlformats.org/officeDocument/2006/relationships/image" Target="../media/image3442.png"/><Relationship Id="rId222" Type="http://schemas.openxmlformats.org/officeDocument/2006/relationships/image" Target="../media/image3251.png"/><Relationship Id="rId264" Type="http://schemas.openxmlformats.org/officeDocument/2006/relationships/image" Target="../media/image3272.png"/><Relationship Id="rId471" Type="http://schemas.openxmlformats.org/officeDocument/2006/relationships/customXml" Target="../ink/ink3505.xml"/><Relationship Id="rId667" Type="http://schemas.openxmlformats.org/officeDocument/2006/relationships/image" Target="../media/image3462.png"/><Relationship Id="rId17" Type="http://schemas.openxmlformats.org/officeDocument/2006/relationships/image" Target="../media/image3156.png"/><Relationship Id="rId59" Type="http://schemas.openxmlformats.org/officeDocument/2006/relationships/customXml" Target="../ink/ink3295.xml"/><Relationship Id="rId124" Type="http://schemas.openxmlformats.org/officeDocument/2006/relationships/image" Target="../media/image3206.png"/><Relationship Id="rId527" Type="http://schemas.openxmlformats.org/officeDocument/2006/relationships/customXml" Target="../ink/ink3533.xml"/><Relationship Id="rId569" Type="http://schemas.openxmlformats.org/officeDocument/2006/relationships/customXml" Target="../ink/ink3554.xml"/><Relationship Id="rId734" Type="http://schemas.openxmlformats.org/officeDocument/2006/relationships/customXml" Target="../ink/ink3639.xml"/><Relationship Id="rId70" Type="http://schemas.openxmlformats.org/officeDocument/2006/relationships/customXml" Target="../ink/ink3301.xml"/><Relationship Id="rId166" Type="http://schemas.openxmlformats.org/officeDocument/2006/relationships/image" Target="../media/image3225.png"/><Relationship Id="rId331" Type="http://schemas.openxmlformats.org/officeDocument/2006/relationships/customXml" Target="../ink/ink3432.xml"/><Relationship Id="rId373" Type="http://schemas.openxmlformats.org/officeDocument/2006/relationships/customXml" Target="../ink/ink3453.xml"/><Relationship Id="rId429" Type="http://schemas.openxmlformats.org/officeDocument/2006/relationships/image" Target="../media/image3350.png"/><Relationship Id="rId580" Type="http://schemas.openxmlformats.org/officeDocument/2006/relationships/image" Target="../media/image3421.png"/><Relationship Id="rId636" Type="http://schemas.openxmlformats.org/officeDocument/2006/relationships/image" Target="../media/image3447.png"/><Relationship Id="rId1" Type="http://schemas.openxmlformats.org/officeDocument/2006/relationships/slideLayout" Target="../slideLayouts/slideLayout2.xml"/><Relationship Id="rId233" Type="http://schemas.openxmlformats.org/officeDocument/2006/relationships/customXml" Target="../ink/ink3383.xml"/><Relationship Id="rId440" Type="http://schemas.openxmlformats.org/officeDocument/2006/relationships/customXml" Target="../ink/ink3487.xml"/><Relationship Id="rId678" Type="http://schemas.openxmlformats.org/officeDocument/2006/relationships/customXml" Target="../ink/ink3610.xml"/><Relationship Id="rId28" Type="http://schemas.openxmlformats.org/officeDocument/2006/relationships/customXml" Target="../ink/ink3279.xml"/><Relationship Id="rId275" Type="http://schemas.openxmlformats.org/officeDocument/2006/relationships/customXml" Target="../ink/ink3404.xml"/><Relationship Id="rId300" Type="http://schemas.openxmlformats.org/officeDocument/2006/relationships/image" Target="../media/image3290.png"/><Relationship Id="rId482" Type="http://schemas.openxmlformats.org/officeDocument/2006/relationships/image" Target="../media/image3373.png"/><Relationship Id="rId538" Type="http://schemas.openxmlformats.org/officeDocument/2006/relationships/image" Target="../media/image3400.png"/><Relationship Id="rId703" Type="http://schemas.openxmlformats.org/officeDocument/2006/relationships/image" Target="../media/image3479.png"/><Relationship Id="rId81" Type="http://schemas.openxmlformats.org/officeDocument/2006/relationships/customXml" Target="../ink/ink3307.xml"/><Relationship Id="rId135" Type="http://schemas.openxmlformats.org/officeDocument/2006/relationships/customXml" Target="../ink/ink3334.xml"/><Relationship Id="rId177" Type="http://schemas.openxmlformats.org/officeDocument/2006/relationships/customXml" Target="../ink/ink3355.xml"/><Relationship Id="rId342" Type="http://schemas.openxmlformats.org/officeDocument/2006/relationships/image" Target="../media/image3312.png"/><Relationship Id="rId384" Type="http://schemas.openxmlformats.org/officeDocument/2006/relationships/image" Target="../media/image3329.png"/><Relationship Id="rId591" Type="http://schemas.openxmlformats.org/officeDocument/2006/relationships/customXml" Target="../ink/ink3565.xml"/><Relationship Id="rId605" Type="http://schemas.openxmlformats.org/officeDocument/2006/relationships/image" Target="../media/image3432.png"/><Relationship Id="rId202" Type="http://schemas.openxmlformats.org/officeDocument/2006/relationships/image" Target="../media/image3241.png"/><Relationship Id="rId244" Type="http://schemas.openxmlformats.org/officeDocument/2006/relationships/image" Target="../media/image3262.png"/><Relationship Id="rId647" Type="http://schemas.openxmlformats.org/officeDocument/2006/relationships/customXml" Target="../ink/ink3594.xml"/><Relationship Id="rId689" Type="http://schemas.openxmlformats.org/officeDocument/2006/relationships/customXml" Target="../ink/ink3616.xml"/><Relationship Id="rId39" Type="http://schemas.openxmlformats.org/officeDocument/2006/relationships/image" Target="../media/image3166.png"/><Relationship Id="rId286" Type="http://schemas.openxmlformats.org/officeDocument/2006/relationships/image" Target="../media/image3283.png"/><Relationship Id="rId451" Type="http://schemas.openxmlformats.org/officeDocument/2006/relationships/customXml" Target="../ink/ink3493.xml"/><Relationship Id="rId493" Type="http://schemas.openxmlformats.org/officeDocument/2006/relationships/customXml" Target="../ink/ink3516.xml"/><Relationship Id="rId507" Type="http://schemas.openxmlformats.org/officeDocument/2006/relationships/customXml" Target="../ink/ink3523.xml"/><Relationship Id="rId549" Type="http://schemas.openxmlformats.org/officeDocument/2006/relationships/customXml" Target="../ink/ink3544.xml"/><Relationship Id="rId714" Type="http://schemas.openxmlformats.org/officeDocument/2006/relationships/customXml" Target="../ink/ink3629.xml"/><Relationship Id="rId50" Type="http://schemas.openxmlformats.org/officeDocument/2006/relationships/customXml" Target="../ink/ink3290.xml"/><Relationship Id="rId104" Type="http://schemas.openxmlformats.org/officeDocument/2006/relationships/image" Target="../media/image3196.png"/><Relationship Id="rId146" Type="http://schemas.openxmlformats.org/officeDocument/2006/relationships/image" Target="../media/image3218.png"/><Relationship Id="rId188" Type="http://schemas.openxmlformats.org/officeDocument/2006/relationships/image" Target="../media/image3234.png"/><Relationship Id="rId311" Type="http://schemas.openxmlformats.org/officeDocument/2006/relationships/customXml" Target="../ink/ink3422.xml"/><Relationship Id="rId353" Type="http://schemas.openxmlformats.org/officeDocument/2006/relationships/customXml" Target="../ink/ink3443.xml"/><Relationship Id="rId395" Type="http://schemas.openxmlformats.org/officeDocument/2006/relationships/customXml" Target="../ink/ink3464.xml"/><Relationship Id="rId409" Type="http://schemas.openxmlformats.org/officeDocument/2006/relationships/customXml" Target="../ink/ink3471.xml"/><Relationship Id="rId560" Type="http://schemas.openxmlformats.org/officeDocument/2006/relationships/image" Target="../media/image3411.png"/><Relationship Id="rId92" Type="http://schemas.openxmlformats.org/officeDocument/2006/relationships/image" Target="../media/image3190.png"/><Relationship Id="rId213" Type="http://schemas.openxmlformats.org/officeDocument/2006/relationships/customXml" Target="../ink/ink3373.xml"/><Relationship Id="rId420" Type="http://schemas.openxmlformats.org/officeDocument/2006/relationships/customXml" Target="../ink/ink3477.xml"/><Relationship Id="rId616" Type="http://schemas.openxmlformats.org/officeDocument/2006/relationships/customXml" Target="../ink/ink3578.xml"/><Relationship Id="rId658" Type="http://schemas.openxmlformats.org/officeDocument/2006/relationships/customXml" Target="../ink/ink3600.xml"/><Relationship Id="rId255" Type="http://schemas.openxmlformats.org/officeDocument/2006/relationships/customXml" Target="../ink/ink3394.xml"/><Relationship Id="rId297" Type="http://schemas.openxmlformats.org/officeDocument/2006/relationships/customXml" Target="../ink/ink3415.xml"/><Relationship Id="rId462" Type="http://schemas.openxmlformats.org/officeDocument/2006/relationships/customXml" Target="../ink/ink3500.xml"/><Relationship Id="rId518" Type="http://schemas.openxmlformats.org/officeDocument/2006/relationships/image" Target="../media/image3391.png"/><Relationship Id="rId725" Type="http://schemas.openxmlformats.org/officeDocument/2006/relationships/image" Target="../media/image3490.png"/><Relationship Id="rId115" Type="http://schemas.openxmlformats.org/officeDocument/2006/relationships/customXml" Target="../ink/ink3324.xml"/><Relationship Id="rId157" Type="http://schemas.openxmlformats.org/officeDocument/2006/relationships/customXml" Target="../ink/ink3345.xml"/><Relationship Id="rId322" Type="http://schemas.openxmlformats.org/officeDocument/2006/relationships/image" Target="../media/image3301.png"/><Relationship Id="rId364" Type="http://schemas.openxmlformats.org/officeDocument/2006/relationships/image" Target="../media/image3320.png"/><Relationship Id="rId61" Type="http://schemas.openxmlformats.org/officeDocument/2006/relationships/customXml" Target="../ink/ink3296.xml"/><Relationship Id="rId199" Type="http://schemas.openxmlformats.org/officeDocument/2006/relationships/customXml" Target="../ink/ink3366.xml"/><Relationship Id="rId571" Type="http://schemas.openxmlformats.org/officeDocument/2006/relationships/customXml" Target="../ink/ink3555.xml"/><Relationship Id="rId627" Type="http://schemas.openxmlformats.org/officeDocument/2006/relationships/image" Target="../media/image3443.png"/><Relationship Id="rId669" Type="http://schemas.openxmlformats.org/officeDocument/2006/relationships/image" Target="../media/image3463.png"/><Relationship Id="rId19" Type="http://schemas.openxmlformats.org/officeDocument/2006/relationships/image" Target="../media/image3157.png"/><Relationship Id="rId224" Type="http://schemas.openxmlformats.org/officeDocument/2006/relationships/image" Target="../media/image3252.png"/><Relationship Id="rId266" Type="http://schemas.openxmlformats.org/officeDocument/2006/relationships/image" Target="../media/image3273.png"/><Relationship Id="rId431" Type="http://schemas.openxmlformats.org/officeDocument/2006/relationships/image" Target="../media/image3351.png"/><Relationship Id="rId473" Type="http://schemas.openxmlformats.org/officeDocument/2006/relationships/customXml" Target="../ink/ink3506.xml"/><Relationship Id="rId529" Type="http://schemas.openxmlformats.org/officeDocument/2006/relationships/customXml" Target="../ink/ink3534.xml"/><Relationship Id="rId680" Type="http://schemas.openxmlformats.org/officeDocument/2006/relationships/customXml" Target="../ink/ink3611.xml"/><Relationship Id="rId736" Type="http://schemas.openxmlformats.org/officeDocument/2006/relationships/customXml" Target="../ink/ink3640.xml"/><Relationship Id="rId30" Type="http://schemas.openxmlformats.org/officeDocument/2006/relationships/customXml" Target="../ink/ink3280.xml"/><Relationship Id="rId126" Type="http://schemas.openxmlformats.org/officeDocument/2006/relationships/image" Target="../media/image3207.png"/><Relationship Id="rId168" Type="http://schemas.openxmlformats.org/officeDocument/2006/relationships/image" Target="../media/image3226.png"/><Relationship Id="rId333" Type="http://schemas.openxmlformats.org/officeDocument/2006/relationships/customXml" Target="../ink/ink3433.xml"/><Relationship Id="rId540" Type="http://schemas.openxmlformats.org/officeDocument/2006/relationships/image" Target="../media/image3401.png"/><Relationship Id="rId72" Type="http://schemas.openxmlformats.org/officeDocument/2006/relationships/customXml" Target="../ink/ink3302.xml"/><Relationship Id="rId375" Type="http://schemas.openxmlformats.org/officeDocument/2006/relationships/customXml" Target="../ink/ink3454.xml"/><Relationship Id="rId582" Type="http://schemas.openxmlformats.org/officeDocument/2006/relationships/image" Target="../media/image3422.png"/><Relationship Id="rId638" Type="http://schemas.openxmlformats.org/officeDocument/2006/relationships/image" Target="../media/image3448.png"/><Relationship Id="rId3" Type="http://schemas.openxmlformats.org/officeDocument/2006/relationships/image" Target="../media/image3149.png"/><Relationship Id="rId235" Type="http://schemas.openxmlformats.org/officeDocument/2006/relationships/customXml" Target="../ink/ink3384.xml"/><Relationship Id="rId277" Type="http://schemas.openxmlformats.org/officeDocument/2006/relationships/customXml" Target="../ink/ink3405.xml"/><Relationship Id="rId400" Type="http://schemas.openxmlformats.org/officeDocument/2006/relationships/image" Target="../media/image3337.png"/><Relationship Id="rId442" Type="http://schemas.openxmlformats.org/officeDocument/2006/relationships/customXml" Target="../ink/ink3488.xml"/><Relationship Id="rId484" Type="http://schemas.openxmlformats.org/officeDocument/2006/relationships/image" Target="../media/image3374.png"/><Relationship Id="rId705" Type="http://schemas.openxmlformats.org/officeDocument/2006/relationships/image" Target="../media/image3480.png"/><Relationship Id="rId137" Type="http://schemas.openxmlformats.org/officeDocument/2006/relationships/customXml" Target="../ink/ink3335.xml"/><Relationship Id="rId302" Type="http://schemas.openxmlformats.org/officeDocument/2006/relationships/image" Target="../media/image3291.png"/><Relationship Id="rId344" Type="http://schemas.openxmlformats.org/officeDocument/2006/relationships/image" Target="../media/image3313.png"/><Relationship Id="rId691" Type="http://schemas.openxmlformats.org/officeDocument/2006/relationships/image" Target="../media/image3473.png"/><Relationship Id="rId41" Type="http://schemas.openxmlformats.org/officeDocument/2006/relationships/image" Target="../media/image3167.png"/><Relationship Id="rId83" Type="http://schemas.openxmlformats.org/officeDocument/2006/relationships/customXml" Target="../ink/ink3308.xml"/><Relationship Id="rId179" Type="http://schemas.openxmlformats.org/officeDocument/2006/relationships/customXml" Target="../ink/ink3356.xml"/><Relationship Id="rId386" Type="http://schemas.openxmlformats.org/officeDocument/2006/relationships/image" Target="../media/image3330.png"/><Relationship Id="rId551" Type="http://schemas.openxmlformats.org/officeDocument/2006/relationships/customXml" Target="../ink/ink3545.xml"/><Relationship Id="rId593" Type="http://schemas.openxmlformats.org/officeDocument/2006/relationships/customXml" Target="../ink/ink3566.xml"/><Relationship Id="rId607" Type="http://schemas.openxmlformats.org/officeDocument/2006/relationships/image" Target="../media/image3433.png"/><Relationship Id="rId649" Type="http://schemas.openxmlformats.org/officeDocument/2006/relationships/customXml" Target="../ink/ink3595.xml"/><Relationship Id="rId190" Type="http://schemas.openxmlformats.org/officeDocument/2006/relationships/image" Target="../media/image3235.png"/><Relationship Id="rId204" Type="http://schemas.openxmlformats.org/officeDocument/2006/relationships/image" Target="../media/image3242.png"/><Relationship Id="rId246" Type="http://schemas.openxmlformats.org/officeDocument/2006/relationships/image" Target="../media/image3263.png"/><Relationship Id="rId288" Type="http://schemas.openxmlformats.org/officeDocument/2006/relationships/image" Target="../media/image3284.png"/><Relationship Id="rId411" Type="http://schemas.openxmlformats.org/officeDocument/2006/relationships/customXml" Target="../ink/ink3472.xml"/><Relationship Id="rId453" Type="http://schemas.openxmlformats.org/officeDocument/2006/relationships/customXml" Target="../ink/ink3494.xml"/><Relationship Id="rId509" Type="http://schemas.openxmlformats.org/officeDocument/2006/relationships/customXml" Target="../ink/ink3524.xml"/><Relationship Id="rId660" Type="http://schemas.openxmlformats.org/officeDocument/2006/relationships/customXml" Target="../ink/ink3601.xml"/><Relationship Id="rId106" Type="http://schemas.openxmlformats.org/officeDocument/2006/relationships/image" Target="../media/image3197.png"/><Relationship Id="rId313" Type="http://schemas.openxmlformats.org/officeDocument/2006/relationships/customXml" Target="../ink/ink3423.xml"/><Relationship Id="rId495" Type="http://schemas.openxmlformats.org/officeDocument/2006/relationships/customXml" Target="../ink/ink3517.xml"/><Relationship Id="rId716" Type="http://schemas.openxmlformats.org/officeDocument/2006/relationships/customXml" Target="../ink/ink3630.xml"/><Relationship Id="rId10" Type="http://schemas.openxmlformats.org/officeDocument/2006/relationships/customXml" Target="../ink/ink3270.xml"/><Relationship Id="rId52" Type="http://schemas.openxmlformats.org/officeDocument/2006/relationships/customXml" Target="../ink/ink3291.xml"/><Relationship Id="rId94" Type="http://schemas.openxmlformats.org/officeDocument/2006/relationships/image" Target="../media/image3191.png"/><Relationship Id="rId148" Type="http://schemas.openxmlformats.org/officeDocument/2006/relationships/image" Target="../media/image2809.png"/><Relationship Id="rId355" Type="http://schemas.openxmlformats.org/officeDocument/2006/relationships/customXml" Target="../ink/ink3444.xml"/><Relationship Id="rId397" Type="http://schemas.openxmlformats.org/officeDocument/2006/relationships/customXml" Target="../ink/ink3465.xml"/><Relationship Id="rId520" Type="http://schemas.openxmlformats.org/officeDocument/2006/relationships/image" Target="../media/image3392.png"/><Relationship Id="rId562" Type="http://schemas.openxmlformats.org/officeDocument/2006/relationships/image" Target="../media/image3412.png"/><Relationship Id="rId618" Type="http://schemas.openxmlformats.org/officeDocument/2006/relationships/customXml" Target="../ink/ink3579.xml"/><Relationship Id="rId215" Type="http://schemas.openxmlformats.org/officeDocument/2006/relationships/customXml" Target="../ink/ink3374.xml"/><Relationship Id="rId257" Type="http://schemas.openxmlformats.org/officeDocument/2006/relationships/customXml" Target="../ink/ink3395.xml"/><Relationship Id="rId422" Type="http://schemas.openxmlformats.org/officeDocument/2006/relationships/customXml" Target="../ink/ink3478.xml"/><Relationship Id="rId464" Type="http://schemas.openxmlformats.org/officeDocument/2006/relationships/image" Target="../media/image3364.png"/><Relationship Id="rId299" Type="http://schemas.openxmlformats.org/officeDocument/2006/relationships/customXml" Target="../ink/ink3416.xml"/><Relationship Id="rId727" Type="http://schemas.openxmlformats.org/officeDocument/2006/relationships/image" Target="../media/image3491.png"/><Relationship Id="rId63" Type="http://schemas.openxmlformats.org/officeDocument/2006/relationships/customXml" Target="../ink/ink3297.xml"/><Relationship Id="rId159" Type="http://schemas.openxmlformats.org/officeDocument/2006/relationships/customXml" Target="../ink/ink3346.xml"/><Relationship Id="rId366" Type="http://schemas.openxmlformats.org/officeDocument/2006/relationships/image" Target="../media/image3321.png"/><Relationship Id="rId573" Type="http://schemas.openxmlformats.org/officeDocument/2006/relationships/customXml" Target="../ink/ink3556.xml"/><Relationship Id="rId226" Type="http://schemas.openxmlformats.org/officeDocument/2006/relationships/image" Target="../media/image3253.png"/><Relationship Id="rId433" Type="http://schemas.openxmlformats.org/officeDocument/2006/relationships/image" Target="../media/image3352.png"/><Relationship Id="rId640" Type="http://schemas.openxmlformats.org/officeDocument/2006/relationships/image" Target="../media/image3449.png"/><Relationship Id="rId74" Type="http://schemas.openxmlformats.org/officeDocument/2006/relationships/customXml" Target="../ink/ink3303.xml"/><Relationship Id="rId377" Type="http://schemas.openxmlformats.org/officeDocument/2006/relationships/customXml" Target="../ink/ink3455.xml"/><Relationship Id="rId500" Type="http://schemas.openxmlformats.org/officeDocument/2006/relationships/image" Target="../media/image3382.png"/><Relationship Id="rId584" Type="http://schemas.openxmlformats.org/officeDocument/2006/relationships/image" Target="../media/image3423.png"/><Relationship Id="rId5" Type="http://schemas.openxmlformats.org/officeDocument/2006/relationships/image" Target="../media/image3150.png"/><Relationship Id="rId237" Type="http://schemas.openxmlformats.org/officeDocument/2006/relationships/customXml" Target="../ink/ink3385.xml"/><Relationship Id="rId444" Type="http://schemas.openxmlformats.org/officeDocument/2006/relationships/customXml" Target="../ink/ink3489.xml"/><Relationship Id="rId651" Type="http://schemas.openxmlformats.org/officeDocument/2006/relationships/customXml" Target="../ink/ink3596.xml"/><Relationship Id="rId290" Type="http://schemas.openxmlformats.org/officeDocument/2006/relationships/image" Target="../media/image3285.png"/><Relationship Id="rId304" Type="http://schemas.openxmlformats.org/officeDocument/2006/relationships/image" Target="../media/image3292.png"/><Relationship Id="rId388" Type="http://schemas.openxmlformats.org/officeDocument/2006/relationships/image" Target="../media/image3331.png"/><Relationship Id="rId511" Type="http://schemas.openxmlformats.org/officeDocument/2006/relationships/customXml" Target="../ink/ink3525.xml"/><Relationship Id="rId609" Type="http://schemas.openxmlformats.org/officeDocument/2006/relationships/image" Target="../media/image3434.png"/><Relationship Id="rId85" Type="http://schemas.openxmlformats.org/officeDocument/2006/relationships/customXml" Target="../ink/ink3309.xml"/><Relationship Id="rId150" Type="http://schemas.openxmlformats.org/officeDocument/2006/relationships/image" Target="../media/image3219.png"/><Relationship Id="rId595" Type="http://schemas.openxmlformats.org/officeDocument/2006/relationships/customXml" Target="../ink/ink3567.xml"/><Relationship Id="rId248" Type="http://schemas.openxmlformats.org/officeDocument/2006/relationships/image" Target="../media/image3264.png"/><Relationship Id="rId455" Type="http://schemas.openxmlformats.org/officeDocument/2006/relationships/customXml" Target="../ink/ink3495.xml"/><Relationship Id="rId662" Type="http://schemas.openxmlformats.org/officeDocument/2006/relationships/customXml" Target="../ink/ink3602.xml"/><Relationship Id="rId12" Type="http://schemas.openxmlformats.org/officeDocument/2006/relationships/customXml" Target="../ink/ink3271.xml"/><Relationship Id="rId108" Type="http://schemas.openxmlformats.org/officeDocument/2006/relationships/image" Target="../media/image3198.png"/><Relationship Id="rId315" Type="http://schemas.openxmlformats.org/officeDocument/2006/relationships/customXml" Target="../ink/ink3424.xml"/><Relationship Id="rId522" Type="http://schemas.openxmlformats.org/officeDocument/2006/relationships/image" Target="../media/image3393.png"/><Relationship Id="rId96" Type="http://schemas.openxmlformats.org/officeDocument/2006/relationships/image" Target="../media/image3192.png"/><Relationship Id="rId161" Type="http://schemas.openxmlformats.org/officeDocument/2006/relationships/customXml" Target="../ink/ink3347.xml"/><Relationship Id="rId399" Type="http://schemas.openxmlformats.org/officeDocument/2006/relationships/customXml" Target="../ink/ink3466.xml"/><Relationship Id="rId259" Type="http://schemas.openxmlformats.org/officeDocument/2006/relationships/customXml" Target="../ink/ink3396.xml"/><Relationship Id="rId466" Type="http://schemas.openxmlformats.org/officeDocument/2006/relationships/image" Target="../media/image3365.png"/><Relationship Id="rId673" Type="http://schemas.openxmlformats.org/officeDocument/2006/relationships/image" Target="../media/image3465.png"/><Relationship Id="rId23" Type="http://schemas.openxmlformats.org/officeDocument/2006/relationships/image" Target="../media/image3159.png"/><Relationship Id="rId119" Type="http://schemas.openxmlformats.org/officeDocument/2006/relationships/customXml" Target="../ink/ink3326.xml"/><Relationship Id="rId326" Type="http://schemas.openxmlformats.org/officeDocument/2006/relationships/image" Target="../media/image3303.png"/><Relationship Id="rId533" Type="http://schemas.openxmlformats.org/officeDocument/2006/relationships/customXml" Target="../ink/ink3536.xml"/><Relationship Id="rId172" Type="http://schemas.openxmlformats.org/officeDocument/2006/relationships/image" Target="../media/image3228.png"/><Relationship Id="rId477" Type="http://schemas.openxmlformats.org/officeDocument/2006/relationships/customXml" Target="../ink/ink3508.xml"/><Relationship Id="rId600" Type="http://schemas.openxmlformats.org/officeDocument/2006/relationships/image" Target="../media/image2835.png"/><Relationship Id="rId684" Type="http://schemas.openxmlformats.org/officeDocument/2006/relationships/customXml" Target="../ink/ink3613.xml"/><Relationship Id="rId337" Type="http://schemas.openxmlformats.org/officeDocument/2006/relationships/customXml" Target="../ink/ink3435.xml"/><Relationship Id="rId34" Type="http://schemas.openxmlformats.org/officeDocument/2006/relationships/customXml" Target="../ink/ink3282.xml"/><Relationship Id="rId544" Type="http://schemas.openxmlformats.org/officeDocument/2006/relationships/image" Target="../media/image3403.png"/><Relationship Id="rId183" Type="http://schemas.openxmlformats.org/officeDocument/2006/relationships/customXml" Target="../ink/ink3358.xml"/><Relationship Id="rId390" Type="http://schemas.openxmlformats.org/officeDocument/2006/relationships/image" Target="../media/image3332.png"/><Relationship Id="rId404" Type="http://schemas.openxmlformats.org/officeDocument/2006/relationships/image" Target="../media/image3339.png"/><Relationship Id="rId611" Type="http://schemas.openxmlformats.org/officeDocument/2006/relationships/image" Target="../media/image3435.png"/><Relationship Id="rId250" Type="http://schemas.openxmlformats.org/officeDocument/2006/relationships/image" Target="../media/image3265.png"/><Relationship Id="rId488" Type="http://schemas.openxmlformats.org/officeDocument/2006/relationships/image" Target="../media/image3376.png"/><Relationship Id="rId695" Type="http://schemas.openxmlformats.org/officeDocument/2006/relationships/image" Target="../media/image3475.png"/><Relationship Id="rId709" Type="http://schemas.openxmlformats.org/officeDocument/2006/relationships/image" Target="../media/image3482.png"/><Relationship Id="rId45" Type="http://schemas.openxmlformats.org/officeDocument/2006/relationships/image" Target="../media/image986.png"/><Relationship Id="rId110" Type="http://schemas.openxmlformats.org/officeDocument/2006/relationships/image" Target="../media/image3199.png"/><Relationship Id="rId348" Type="http://schemas.openxmlformats.org/officeDocument/2006/relationships/image" Target="../media/image3315.png"/><Relationship Id="rId555" Type="http://schemas.openxmlformats.org/officeDocument/2006/relationships/customXml" Target="../ink/ink3547.xml"/><Relationship Id="rId194" Type="http://schemas.openxmlformats.org/officeDocument/2006/relationships/image" Target="../media/image3237.png"/><Relationship Id="rId208" Type="http://schemas.openxmlformats.org/officeDocument/2006/relationships/image" Target="../media/image3244.png"/><Relationship Id="rId415" Type="http://schemas.openxmlformats.org/officeDocument/2006/relationships/customXml" Target="../ink/ink3474.xml"/><Relationship Id="rId622" Type="http://schemas.openxmlformats.org/officeDocument/2006/relationships/customXml" Target="../ink/ink3581.xml"/><Relationship Id="rId261" Type="http://schemas.openxmlformats.org/officeDocument/2006/relationships/customXml" Target="../ink/ink3397.xml"/><Relationship Id="rId499" Type="http://schemas.openxmlformats.org/officeDocument/2006/relationships/customXml" Target="../ink/ink3519.xml"/><Relationship Id="rId56" Type="http://schemas.openxmlformats.org/officeDocument/2006/relationships/image" Target="../media/image3173.png"/><Relationship Id="rId359" Type="http://schemas.openxmlformats.org/officeDocument/2006/relationships/customXml" Target="../ink/ink3446.xml"/><Relationship Id="rId566" Type="http://schemas.openxmlformats.org/officeDocument/2006/relationships/image" Target="../media/image3414.png"/><Relationship Id="rId121" Type="http://schemas.openxmlformats.org/officeDocument/2006/relationships/customXml" Target="../ink/ink3327.xml"/><Relationship Id="rId219" Type="http://schemas.openxmlformats.org/officeDocument/2006/relationships/customXml" Target="../ink/ink3376.xml"/><Relationship Id="rId426" Type="http://schemas.openxmlformats.org/officeDocument/2006/relationships/customXml" Target="../ink/ink3480.xml"/><Relationship Id="rId633" Type="http://schemas.openxmlformats.org/officeDocument/2006/relationships/image" Target="../media/image3446.png"/><Relationship Id="rId67" Type="http://schemas.openxmlformats.org/officeDocument/2006/relationships/image" Target="../media/image3178.png"/><Relationship Id="rId272" Type="http://schemas.openxmlformats.org/officeDocument/2006/relationships/image" Target="../media/image3276.png"/><Relationship Id="rId577" Type="http://schemas.openxmlformats.org/officeDocument/2006/relationships/customXml" Target="../ink/ink3558.xml"/><Relationship Id="rId700" Type="http://schemas.openxmlformats.org/officeDocument/2006/relationships/customXml" Target="../ink/ink3622.xml"/><Relationship Id="rId132" Type="http://schemas.openxmlformats.org/officeDocument/2006/relationships/image" Target="../media/image3211.png"/><Relationship Id="rId437" Type="http://schemas.openxmlformats.org/officeDocument/2006/relationships/image" Target="../media/image3354.png"/><Relationship Id="rId644" Type="http://schemas.openxmlformats.org/officeDocument/2006/relationships/image" Target="../media/image3451.png"/><Relationship Id="rId283" Type="http://schemas.openxmlformats.org/officeDocument/2006/relationships/customXml" Target="../ink/ink3408.xml"/><Relationship Id="rId490" Type="http://schemas.openxmlformats.org/officeDocument/2006/relationships/image" Target="../media/image3377.png"/><Relationship Id="rId504" Type="http://schemas.openxmlformats.org/officeDocument/2006/relationships/image" Target="../media/image3384.png"/><Relationship Id="rId711" Type="http://schemas.openxmlformats.org/officeDocument/2006/relationships/image" Target="../media/image3483.png"/><Relationship Id="rId78" Type="http://schemas.openxmlformats.org/officeDocument/2006/relationships/customXml" Target="../ink/ink3305.xml"/><Relationship Id="rId143" Type="http://schemas.openxmlformats.org/officeDocument/2006/relationships/customXml" Target="../ink/ink3338.xml"/><Relationship Id="rId350" Type="http://schemas.openxmlformats.org/officeDocument/2006/relationships/image" Target="../media/image3316.png"/><Relationship Id="rId588" Type="http://schemas.openxmlformats.org/officeDocument/2006/relationships/image" Target="../media/image3425.png"/><Relationship Id="rId9" Type="http://schemas.openxmlformats.org/officeDocument/2006/relationships/image" Target="../media/image3152.png"/><Relationship Id="rId210" Type="http://schemas.openxmlformats.org/officeDocument/2006/relationships/image" Target="../media/image3245.png"/><Relationship Id="rId448" Type="http://schemas.openxmlformats.org/officeDocument/2006/relationships/customXml" Target="../ink/ink3491.xml"/><Relationship Id="rId655" Type="http://schemas.openxmlformats.org/officeDocument/2006/relationships/customXml" Target="../ink/ink3598.xml"/><Relationship Id="rId294" Type="http://schemas.openxmlformats.org/officeDocument/2006/relationships/image" Target="../media/image3287.png"/><Relationship Id="rId308" Type="http://schemas.openxmlformats.org/officeDocument/2006/relationships/image" Target="../media/image3294.png"/><Relationship Id="rId515" Type="http://schemas.openxmlformats.org/officeDocument/2006/relationships/customXml" Target="../ink/ink3527.xml"/><Relationship Id="rId722" Type="http://schemas.openxmlformats.org/officeDocument/2006/relationships/customXml" Target="../ink/ink3633.xml"/><Relationship Id="rId89" Type="http://schemas.openxmlformats.org/officeDocument/2006/relationships/customXml" Target="../ink/ink3311.xml"/><Relationship Id="rId154" Type="http://schemas.openxmlformats.org/officeDocument/2006/relationships/image" Target="../media/image1751.png"/><Relationship Id="rId361" Type="http://schemas.openxmlformats.org/officeDocument/2006/relationships/customXml" Target="../ink/ink3447.xml"/><Relationship Id="rId599" Type="http://schemas.openxmlformats.org/officeDocument/2006/relationships/customXml" Target="../ink/ink3569.xml"/><Relationship Id="rId459" Type="http://schemas.openxmlformats.org/officeDocument/2006/relationships/image" Target="../media/image3363.png"/><Relationship Id="rId666" Type="http://schemas.openxmlformats.org/officeDocument/2006/relationships/customXml" Target="../ink/ink3604.xml"/><Relationship Id="rId16" Type="http://schemas.openxmlformats.org/officeDocument/2006/relationships/customXml" Target="../ink/ink3273.xml"/><Relationship Id="rId221" Type="http://schemas.openxmlformats.org/officeDocument/2006/relationships/customXml" Target="../ink/ink3377.xml"/><Relationship Id="rId319" Type="http://schemas.openxmlformats.org/officeDocument/2006/relationships/customXml" Target="../ink/ink3426.xml"/><Relationship Id="rId526" Type="http://schemas.openxmlformats.org/officeDocument/2006/relationships/image" Target="../media/image2755.png"/><Relationship Id="rId733" Type="http://schemas.openxmlformats.org/officeDocument/2006/relationships/image" Target="../media/image3494.png"/><Relationship Id="rId165" Type="http://schemas.openxmlformats.org/officeDocument/2006/relationships/customXml" Target="../ink/ink3349.xml"/><Relationship Id="rId372" Type="http://schemas.openxmlformats.org/officeDocument/2006/relationships/image" Target="../media/image3323.png"/><Relationship Id="rId677" Type="http://schemas.openxmlformats.org/officeDocument/2006/relationships/image" Target="../media/image3467.png"/><Relationship Id="rId232" Type="http://schemas.openxmlformats.org/officeDocument/2006/relationships/image" Target="../media/image3256.png"/><Relationship Id="rId27" Type="http://schemas.openxmlformats.org/officeDocument/2006/relationships/image" Target="../media/image3161.png"/><Relationship Id="rId537" Type="http://schemas.openxmlformats.org/officeDocument/2006/relationships/customXml" Target="../ink/ink3538.xml"/><Relationship Id="rId80" Type="http://schemas.openxmlformats.org/officeDocument/2006/relationships/image" Target="../media/image3184.png"/><Relationship Id="rId176" Type="http://schemas.openxmlformats.org/officeDocument/2006/relationships/image" Target="../media/image2092.png"/><Relationship Id="rId383" Type="http://schemas.openxmlformats.org/officeDocument/2006/relationships/customXml" Target="../ink/ink3458.xml"/><Relationship Id="rId590" Type="http://schemas.openxmlformats.org/officeDocument/2006/relationships/image" Target="../media/image3426.png"/><Relationship Id="rId604" Type="http://schemas.openxmlformats.org/officeDocument/2006/relationships/customXml" Target="../ink/ink3572.xml"/><Relationship Id="rId243" Type="http://schemas.openxmlformats.org/officeDocument/2006/relationships/customXml" Target="../ink/ink3388.xml"/><Relationship Id="rId450" Type="http://schemas.openxmlformats.org/officeDocument/2006/relationships/customXml" Target="../ink/ink3492.xml"/><Relationship Id="rId688" Type="http://schemas.openxmlformats.org/officeDocument/2006/relationships/image" Target="../media/image3472.png"/><Relationship Id="rId38" Type="http://schemas.openxmlformats.org/officeDocument/2006/relationships/customXml" Target="../ink/ink3284.xml"/><Relationship Id="rId103" Type="http://schemas.openxmlformats.org/officeDocument/2006/relationships/customXml" Target="../ink/ink3318.xml"/><Relationship Id="rId310" Type="http://schemas.openxmlformats.org/officeDocument/2006/relationships/image" Target="../media/image3295.png"/><Relationship Id="rId548" Type="http://schemas.openxmlformats.org/officeDocument/2006/relationships/image" Target="../media/image3405.png"/><Relationship Id="rId91" Type="http://schemas.openxmlformats.org/officeDocument/2006/relationships/customXml" Target="../ink/ink3312.xml"/><Relationship Id="rId187" Type="http://schemas.openxmlformats.org/officeDocument/2006/relationships/customXml" Target="../ink/ink3360.xml"/><Relationship Id="rId394" Type="http://schemas.openxmlformats.org/officeDocument/2006/relationships/image" Target="../media/image3334.png"/><Relationship Id="rId408" Type="http://schemas.openxmlformats.org/officeDocument/2006/relationships/image" Target="../media/image3341.png"/><Relationship Id="rId615" Type="http://schemas.openxmlformats.org/officeDocument/2006/relationships/image" Target="../media/image3437.png"/><Relationship Id="rId254" Type="http://schemas.openxmlformats.org/officeDocument/2006/relationships/image" Target="../media/image3267.png"/><Relationship Id="rId699" Type="http://schemas.openxmlformats.org/officeDocument/2006/relationships/image" Target="../media/image3477.png"/><Relationship Id="rId49" Type="http://schemas.openxmlformats.org/officeDocument/2006/relationships/image" Target="../media/image3170.png"/><Relationship Id="rId114" Type="http://schemas.openxmlformats.org/officeDocument/2006/relationships/image" Target="../media/image3202.png"/><Relationship Id="rId461" Type="http://schemas.openxmlformats.org/officeDocument/2006/relationships/customXml" Target="../ink/ink3499.xml"/><Relationship Id="rId559" Type="http://schemas.openxmlformats.org/officeDocument/2006/relationships/customXml" Target="../ink/ink3549.xml"/><Relationship Id="rId198" Type="http://schemas.openxmlformats.org/officeDocument/2006/relationships/image" Target="../media/image3239.png"/><Relationship Id="rId321" Type="http://schemas.openxmlformats.org/officeDocument/2006/relationships/customXml" Target="../ink/ink3427.xml"/><Relationship Id="rId419" Type="http://schemas.openxmlformats.org/officeDocument/2006/relationships/image" Target="../media/image1897.png"/><Relationship Id="rId626" Type="http://schemas.openxmlformats.org/officeDocument/2006/relationships/customXml" Target="../ink/ink3583.xml"/><Relationship Id="rId265" Type="http://schemas.openxmlformats.org/officeDocument/2006/relationships/customXml" Target="../ink/ink3399.xml"/><Relationship Id="rId472" Type="http://schemas.openxmlformats.org/officeDocument/2006/relationships/image" Target="../media/image3368.png"/><Relationship Id="rId125" Type="http://schemas.openxmlformats.org/officeDocument/2006/relationships/customXml" Target="../ink/ink3329.xml"/><Relationship Id="rId332" Type="http://schemas.openxmlformats.org/officeDocument/2006/relationships/image" Target="../media/image3306.png"/><Relationship Id="rId637" Type="http://schemas.openxmlformats.org/officeDocument/2006/relationships/customXml" Target="../ink/ink3589.xml"/><Relationship Id="rId276" Type="http://schemas.openxmlformats.org/officeDocument/2006/relationships/image" Target="../media/image3278.png"/><Relationship Id="rId483" Type="http://schemas.openxmlformats.org/officeDocument/2006/relationships/customXml" Target="../ink/ink3511.xml"/><Relationship Id="rId690" Type="http://schemas.openxmlformats.org/officeDocument/2006/relationships/customXml" Target="../ink/ink3617.xml"/><Relationship Id="rId704" Type="http://schemas.openxmlformats.org/officeDocument/2006/relationships/customXml" Target="../ink/ink3624.xml"/><Relationship Id="rId40" Type="http://schemas.openxmlformats.org/officeDocument/2006/relationships/customXml" Target="../ink/ink3285.xml"/><Relationship Id="rId136" Type="http://schemas.openxmlformats.org/officeDocument/2006/relationships/image" Target="../media/image3213.png"/><Relationship Id="rId343" Type="http://schemas.openxmlformats.org/officeDocument/2006/relationships/customXml" Target="../ink/ink3438.xml"/><Relationship Id="rId550" Type="http://schemas.openxmlformats.org/officeDocument/2006/relationships/image" Target="../media/image3406.png"/><Relationship Id="rId203" Type="http://schemas.openxmlformats.org/officeDocument/2006/relationships/customXml" Target="../ink/ink3368.xml"/><Relationship Id="rId648" Type="http://schemas.openxmlformats.org/officeDocument/2006/relationships/image" Target="../media/image3453.png"/><Relationship Id="rId287" Type="http://schemas.openxmlformats.org/officeDocument/2006/relationships/customXml" Target="../ink/ink3410.xml"/><Relationship Id="rId410" Type="http://schemas.openxmlformats.org/officeDocument/2006/relationships/image" Target="../media/image3342.png"/><Relationship Id="rId494" Type="http://schemas.openxmlformats.org/officeDocument/2006/relationships/image" Target="../media/image3379.png"/><Relationship Id="rId508" Type="http://schemas.openxmlformats.org/officeDocument/2006/relationships/image" Target="../media/image3386.png"/><Relationship Id="rId715" Type="http://schemas.openxmlformats.org/officeDocument/2006/relationships/image" Target="../media/image3485.png"/><Relationship Id="rId147" Type="http://schemas.openxmlformats.org/officeDocument/2006/relationships/customXml" Target="../ink/ink3340.xml"/><Relationship Id="rId354" Type="http://schemas.openxmlformats.org/officeDocument/2006/relationships/image" Target="../media/image3318.png"/><Relationship Id="rId51" Type="http://schemas.openxmlformats.org/officeDocument/2006/relationships/image" Target="../media/image3171.png"/><Relationship Id="rId561" Type="http://schemas.openxmlformats.org/officeDocument/2006/relationships/customXml" Target="../ink/ink3550.xml"/><Relationship Id="rId659" Type="http://schemas.openxmlformats.org/officeDocument/2006/relationships/image" Target="../media/image3458.png"/></Relationships>
</file>

<file path=ppt/slides/_rels/slide58.xml.rels><?xml version="1.0" encoding="UTF-8" standalone="yes"?>
<Relationships xmlns="http://schemas.openxmlformats.org/package/2006/relationships"><Relationship Id="rId117" Type="http://schemas.openxmlformats.org/officeDocument/2006/relationships/image" Target="../media/image3526.png"/><Relationship Id="rId21" Type="http://schemas.openxmlformats.org/officeDocument/2006/relationships/image" Target="../media/image3353.png"/><Relationship Id="rId324" Type="http://schemas.openxmlformats.org/officeDocument/2006/relationships/customXml" Target="../ink/ink3808.xml"/><Relationship Id="rId531" Type="http://schemas.openxmlformats.org/officeDocument/2006/relationships/customXml" Target="../ink/ink3915.xml"/><Relationship Id="rId629" Type="http://schemas.openxmlformats.org/officeDocument/2006/relationships/image" Target="../media/image3772.png"/><Relationship Id="rId170" Type="http://schemas.openxmlformats.org/officeDocument/2006/relationships/customXml" Target="../ink/ink3730.xml"/><Relationship Id="rId268" Type="http://schemas.openxmlformats.org/officeDocument/2006/relationships/customXml" Target="../ink/ink3780.xml"/><Relationship Id="rId475" Type="http://schemas.openxmlformats.org/officeDocument/2006/relationships/image" Target="../media/image3698.png"/><Relationship Id="rId32" Type="http://schemas.openxmlformats.org/officeDocument/2006/relationships/image" Target="../media/image3219.png"/><Relationship Id="rId128" Type="http://schemas.openxmlformats.org/officeDocument/2006/relationships/customXml" Target="../ink/ink3709.xml"/><Relationship Id="rId335" Type="http://schemas.openxmlformats.org/officeDocument/2006/relationships/image" Target="../media/image3632.png"/><Relationship Id="rId542" Type="http://schemas.openxmlformats.org/officeDocument/2006/relationships/customXml" Target="../ink/ink3921.xml"/><Relationship Id="rId181" Type="http://schemas.openxmlformats.org/officeDocument/2006/relationships/image" Target="../media/image3557.png"/><Relationship Id="rId402" Type="http://schemas.openxmlformats.org/officeDocument/2006/relationships/image" Target="../media/image3664.png"/><Relationship Id="rId279" Type="http://schemas.openxmlformats.org/officeDocument/2006/relationships/image" Target="../media/image3603.png"/><Relationship Id="rId486" Type="http://schemas.openxmlformats.org/officeDocument/2006/relationships/customXml" Target="../ink/ink3892.xml"/><Relationship Id="rId43" Type="http://schemas.openxmlformats.org/officeDocument/2006/relationships/customXml" Target="../ink/ink3664.xml"/><Relationship Id="rId139" Type="http://schemas.openxmlformats.org/officeDocument/2006/relationships/image" Target="../media/image3536.png"/><Relationship Id="rId346" Type="http://schemas.openxmlformats.org/officeDocument/2006/relationships/image" Target="../media/image3637.png"/><Relationship Id="rId553" Type="http://schemas.openxmlformats.org/officeDocument/2006/relationships/image" Target="../media/image3736.png"/><Relationship Id="rId192" Type="http://schemas.openxmlformats.org/officeDocument/2006/relationships/customXml" Target="../ink/ink3741.xml"/><Relationship Id="rId206" Type="http://schemas.openxmlformats.org/officeDocument/2006/relationships/image" Target="../media/image3569.png"/><Relationship Id="rId413" Type="http://schemas.openxmlformats.org/officeDocument/2006/relationships/customXml" Target="../ink/ink3854.xml"/><Relationship Id="rId497" Type="http://schemas.openxmlformats.org/officeDocument/2006/relationships/image" Target="../media/image3708.png"/><Relationship Id="rId620" Type="http://schemas.openxmlformats.org/officeDocument/2006/relationships/customXml" Target="../ink/ink3961.xml"/><Relationship Id="rId357" Type="http://schemas.openxmlformats.org/officeDocument/2006/relationships/customXml" Target="../ink/ink3826.xml"/><Relationship Id="rId54" Type="http://schemas.openxmlformats.org/officeDocument/2006/relationships/customXml" Target="../ink/ink3671.xml"/><Relationship Id="rId217" Type="http://schemas.openxmlformats.org/officeDocument/2006/relationships/customXml" Target="../ink/ink3754.xml"/><Relationship Id="rId564" Type="http://schemas.openxmlformats.org/officeDocument/2006/relationships/image" Target="../media/image3740.png"/><Relationship Id="rId424" Type="http://schemas.openxmlformats.org/officeDocument/2006/relationships/customXml" Target="../ink/ink3860.xml"/><Relationship Id="rId631" Type="http://schemas.openxmlformats.org/officeDocument/2006/relationships/image" Target="../media/image3773.png"/><Relationship Id="rId270" Type="http://schemas.openxmlformats.org/officeDocument/2006/relationships/customXml" Target="../ink/ink3781.xml"/><Relationship Id="rId65" Type="http://schemas.openxmlformats.org/officeDocument/2006/relationships/image" Target="../media/image3501.png"/><Relationship Id="rId130" Type="http://schemas.openxmlformats.org/officeDocument/2006/relationships/customXml" Target="../ink/ink3710.xml"/><Relationship Id="rId368" Type="http://schemas.openxmlformats.org/officeDocument/2006/relationships/image" Target="../media/image3647.png"/><Relationship Id="rId575" Type="http://schemas.openxmlformats.org/officeDocument/2006/relationships/customXml" Target="../ink/ink3938.xml"/><Relationship Id="rId228" Type="http://schemas.openxmlformats.org/officeDocument/2006/relationships/image" Target="../media/image3579.png"/><Relationship Id="rId435" Type="http://schemas.openxmlformats.org/officeDocument/2006/relationships/image" Target="../media/image3680.png"/><Relationship Id="rId642" Type="http://schemas.openxmlformats.org/officeDocument/2006/relationships/customXml" Target="../ink/ink3972.xml"/><Relationship Id="rId281" Type="http://schemas.openxmlformats.org/officeDocument/2006/relationships/image" Target="../media/image3604.png"/><Relationship Id="rId502" Type="http://schemas.openxmlformats.org/officeDocument/2006/relationships/customXml" Target="../ink/ink3900.xml"/><Relationship Id="rId76" Type="http://schemas.openxmlformats.org/officeDocument/2006/relationships/customXml" Target="../ink/ink3682.xml"/><Relationship Id="rId141" Type="http://schemas.openxmlformats.org/officeDocument/2006/relationships/image" Target="../media/image3537.png"/><Relationship Id="rId379" Type="http://schemas.openxmlformats.org/officeDocument/2006/relationships/customXml" Target="../ink/ink3837.xml"/><Relationship Id="rId586" Type="http://schemas.openxmlformats.org/officeDocument/2006/relationships/image" Target="../media/image3751.png"/><Relationship Id="rId7" Type="http://schemas.openxmlformats.org/officeDocument/2006/relationships/image" Target="../media/image3187.png"/><Relationship Id="rId239" Type="http://schemas.openxmlformats.org/officeDocument/2006/relationships/customXml" Target="../ink/ink3765.xml"/><Relationship Id="rId446" Type="http://schemas.openxmlformats.org/officeDocument/2006/relationships/customXml" Target="../ink/ink3871.xml"/><Relationship Id="rId292" Type="http://schemas.openxmlformats.org/officeDocument/2006/relationships/customXml" Target="../ink/ink3792.xml"/><Relationship Id="rId306" Type="http://schemas.openxmlformats.org/officeDocument/2006/relationships/customXml" Target="../ink/ink3799.xml"/><Relationship Id="rId87" Type="http://schemas.openxmlformats.org/officeDocument/2006/relationships/customXml" Target="../ink/ink3688.xml"/><Relationship Id="rId513" Type="http://schemas.openxmlformats.org/officeDocument/2006/relationships/image" Target="../media/image3717.png"/><Relationship Id="rId597" Type="http://schemas.openxmlformats.org/officeDocument/2006/relationships/customXml" Target="../ink/ink3949.xml"/><Relationship Id="rId152" Type="http://schemas.openxmlformats.org/officeDocument/2006/relationships/customXml" Target="../ink/ink3721.xml"/><Relationship Id="rId457" Type="http://schemas.openxmlformats.org/officeDocument/2006/relationships/image" Target="../media/image3690.png"/><Relationship Id="rId14" Type="http://schemas.openxmlformats.org/officeDocument/2006/relationships/customXml" Target="../ink/ink3648.xml"/><Relationship Id="rId317" Type="http://schemas.openxmlformats.org/officeDocument/2006/relationships/image" Target="../media/image3623.png"/><Relationship Id="rId524" Type="http://schemas.openxmlformats.org/officeDocument/2006/relationships/image" Target="../media/image3722.png"/><Relationship Id="rId98" Type="http://schemas.openxmlformats.org/officeDocument/2006/relationships/image" Target="../media/image3517.png"/><Relationship Id="rId163" Type="http://schemas.openxmlformats.org/officeDocument/2006/relationships/image" Target="../media/image3548.png"/><Relationship Id="rId370" Type="http://schemas.openxmlformats.org/officeDocument/2006/relationships/image" Target="../media/image3648.png"/><Relationship Id="rId230" Type="http://schemas.openxmlformats.org/officeDocument/2006/relationships/image" Target="../media/image3580.png"/><Relationship Id="rId468" Type="http://schemas.openxmlformats.org/officeDocument/2006/relationships/customXml" Target="../ink/ink3883.xml"/><Relationship Id="rId25" Type="http://schemas.openxmlformats.org/officeDocument/2006/relationships/image" Target="../media/image2210.png"/><Relationship Id="rId328" Type="http://schemas.openxmlformats.org/officeDocument/2006/relationships/customXml" Target="../ink/ink3810.xml"/><Relationship Id="rId535" Type="http://schemas.openxmlformats.org/officeDocument/2006/relationships/customXml" Target="../ink/ink3917.xml"/><Relationship Id="rId174" Type="http://schemas.openxmlformats.org/officeDocument/2006/relationships/customXml" Target="../ink/ink3732.xml"/><Relationship Id="rId381" Type="http://schemas.openxmlformats.org/officeDocument/2006/relationships/customXml" Target="../ink/ink3838.xml"/><Relationship Id="rId602" Type="http://schemas.openxmlformats.org/officeDocument/2006/relationships/image" Target="../media/image3759.png"/><Relationship Id="rId241" Type="http://schemas.openxmlformats.org/officeDocument/2006/relationships/image" Target="../media/image3585.png"/><Relationship Id="rId479" Type="http://schemas.openxmlformats.org/officeDocument/2006/relationships/image" Target="../media/image3700.png"/><Relationship Id="rId36" Type="http://schemas.openxmlformats.org/officeDocument/2006/relationships/customXml" Target="../ink/ink3660.xml"/><Relationship Id="rId339" Type="http://schemas.openxmlformats.org/officeDocument/2006/relationships/customXml" Target="../ink/ink3816.xml"/><Relationship Id="rId546" Type="http://schemas.openxmlformats.org/officeDocument/2006/relationships/customXml" Target="../ink/ink3923.xml"/><Relationship Id="rId101" Type="http://schemas.openxmlformats.org/officeDocument/2006/relationships/customXml" Target="../ink/ink3695.xml"/><Relationship Id="rId185" Type="http://schemas.openxmlformats.org/officeDocument/2006/relationships/image" Target="../media/image3559.png"/><Relationship Id="rId406" Type="http://schemas.openxmlformats.org/officeDocument/2006/relationships/image" Target="../media/image3666.png"/><Relationship Id="rId392" Type="http://schemas.openxmlformats.org/officeDocument/2006/relationships/image" Target="../media/image3659.png"/><Relationship Id="rId613" Type="http://schemas.openxmlformats.org/officeDocument/2006/relationships/image" Target="../media/image3764.png"/><Relationship Id="rId252" Type="http://schemas.openxmlformats.org/officeDocument/2006/relationships/customXml" Target="../ink/ink3772.xml"/><Relationship Id="rId47" Type="http://schemas.openxmlformats.org/officeDocument/2006/relationships/customXml" Target="../ink/ink3667.xml"/><Relationship Id="rId112" Type="http://schemas.openxmlformats.org/officeDocument/2006/relationships/customXml" Target="../ink/ink3701.xml"/><Relationship Id="rId557" Type="http://schemas.openxmlformats.org/officeDocument/2006/relationships/customXml" Target="../ink/ink3929.xml"/><Relationship Id="rId196" Type="http://schemas.openxmlformats.org/officeDocument/2006/relationships/customXml" Target="../ink/ink3743.xml"/><Relationship Id="rId417" Type="http://schemas.openxmlformats.org/officeDocument/2006/relationships/image" Target="../media/image3671.png"/><Relationship Id="rId624" Type="http://schemas.openxmlformats.org/officeDocument/2006/relationships/customXml" Target="../ink/ink3963.xml"/><Relationship Id="rId16" Type="http://schemas.openxmlformats.org/officeDocument/2006/relationships/customXml" Target="../ink/ink3649.xml"/><Relationship Id="rId221" Type="http://schemas.openxmlformats.org/officeDocument/2006/relationships/customXml" Target="../ink/ink3756.xml"/><Relationship Id="rId263" Type="http://schemas.openxmlformats.org/officeDocument/2006/relationships/image" Target="../media/image3596.png"/><Relationship Id="rId319" Type="http://schemas.openxmlformats.org/officeDocument/2006/relationships/image" Target="../media/image3624.png"/><Relationship Id="rId470" Type="http://schemas.openxmlformats.org/officeDocument/2006/relationships/customXml" Target="../ink/ink3884.xml"/><Relationship Id="rId526" Type="http://schemas.openxmlformats.org/officeDocument/2006/relationships/image" Target="../media/image3723.png"/><Relationship Id="rId58" Type="http://schemas.openxmlformats.org/officeDocument/2006/relationships/customXml" Target="../ink/ink3673.xml"/><Relationship Id="rId123" Type="http://schemas.openxmlformats.org/officeDocument/2006/relationships/image" Target="../media/image3529.png"/><Relationship Id="rId330" Type="http://schemas.openxmlformats.org/officeDocument/2006/relationships/customXml" Target="../ink/ink3811.xml"/><Relationship Id="rId568" Type="http://schemas.openxmlformats.org/officeDocument/2006/relationships/image" Target="../media/image3742.png"/><Relationship Id="rId165" Type="http://schemas.openxmlformats.org/officeDocument/2006/relationships/image" Target="../media/image3549.png"/><Relationship Id="rId372" Type="http://schemas.openxmlformats.org/officeDocument/2006/relationships/image" Target="../media/image3649.png"/><Relationship Id="rId428" Type="http://schemas.openxmlformats.org/officeDocument/2006/relationships/customXml" Target="../ink/ink3862.xml"/><Relationship Id="rId635" Type="http://schemas.openxmlformats.org/officeDocument/2006/relationships/image" Target="../media/image1842.png"/><Relationship Id="rId232" Type="http://schemas.openxmlformats.org/officeDocument/2006/relationships/image" Target="../media/image3581.png"/><Relationship Id="rId274" Type="http://schemas.openxmlformats.org/officeDocument/2006/relationships/customXml" Target="../ink/ink3783.xml"/><Relationship Id="rId481" Type="http://schemas.openxmlformats.org/officeDocument/2006/relationships/image" Target="../media/image3701.png"/><Relationship Id="rId27" Type="http://schemas.openxmlformats.org/officeDocument/2006/relationships/customXml" Target="../ink/ink3655.xml"/><Relationship Id="rId69" Type="http://schemas.openxmlformats.org/officeDocument/2006/relationships/image" Target="../media/image3503.png"/><Relationship Id="rId134" Type="http://schemas.openxmlformats.org/officeDocument/2006/relationships/customXml" Target="../ink/ink3712.xml"/><Relationship Id="rId537" Type="http://schemas.openxmlformats.org/officeDocument/2006/relationships/customXml" Target="../ink/ink3918.xml"/><Relationship Id="rId579" Type="http://schemas.openxmlformats.org/officeDocument/2006/relationships/customXml" Target="../ink/ink3940.xml"/><Relationship Id="rId80" Type="http://schemas.openxmlformats.org/officeDocument/2006/relationships/customXml" Target="../ink/ink3684.xml"/><Relationship Id="rId176" Type="http://schemas.openxmlformats.org/officeDocument/2006/relationships/customXml" Target="../ink/ink3733.xml"/><Relationship Id="rId341" Type="http://schemas.openxmlformats.org/officeDocument/2006/relationships/customXml" Target="../ink/ink3817.xml"/><Relationship Id="rId383" Type="http://schemas.openxmlformats.org/officeDocument/2006/relationships/customXml" Target="../ink/ink3839.xml"/><Relationship Id="rId439" Type="http://schemas.openxmlformats.org/officeDocument/2006/relationships/image" Target="../media/image3682.png"/><Relationship Id="rId590" Type="http://schemas.openxmlformats.org/officeDocument/2006/relationships/image" Target="../media/image3753.png"/><Relationship Id="rId604" Type="http://schemas.openxmlformats.org/officeDocument/2006/relationships/image" Target="../media/image3760.png"/><Relationship Id="rId646" Type="http://schemas.openxmlformats.org/officeDocument/2006/relationships/customXml" Target="../ink/ink3974.xml"/><Relationship Id="rId201" Type="http://schemas.openxmlformats.org/officeDocument/2006/relationships/customXml" Target="../ink/ink3746.xml"/><Relationship Id="rId243" Type="http://schemas.openxmlformats.org/officeDocument/2006/relationships/image" Target="../media/image3586.png"/><Relationship Id="rId285" Type="http://schemas.openxmlformats.org/officeDocument/2006/relationships/image" Target="../media/image3606.png"/><Relationship Id="rId450" Type="http://schemas.openxmlformats.org/officeDocument/2006/relationships/customXml" Target="../ink/ink3874.xml"/><Relationship Id="rId506" Type="http://schemas.openxmlformats.org/officeDocument/2006/relationships/customXml" Target="../ink/ink3902.xml"/><Relationship Id="rId38" Type="http://schemas.openxmlformats.org/officeDocument/2006/relationships/image" Target="../media/image3394.png"/><Relationship Id="rId103" Type="http://schemas.openxmlformats.org/officeDocument/2006/relationships/customXml" Target="../ink/ink3696.xml"/><Relationship Id="rId310" Type="http://schemas.openxmlformats.org/officeDocument/2006/relationships/customXml" Target="../ink/ink3801.xml"/><Relationship Id="rId492" Type="http://schemas.openxmlformats.org/officeDocument/2006/relationships/customXml" Target="../ink/ink3895.xml"/><Relationship Id="rId548" Type="http://schemas.openxmlformats.org/officeDocument/2006/relationships/customXml" Target="../ink/ink3924.xml"/><Relationship Id="rId91" Type="http://schemas.openxmlformats.org/officeDocument/2006/relationships/customXml" Target="../ink/ink3690.xml"/><Relationship Id="rId145" Type="http://schemas.openxmlformats.org/officeDocument/2006/relationships/image" Target="../media/image3539.png"/><Relationship Id="rId187" Type="http://schemas.openxmlformats.org/officeDocument/2006/relationships/image" Target="../media/image3560.png"/><Relationship Id="rId352" Type="http://schemas.openxmlformats.org/officeDocument/2006/relationships/customXml" Target="../ink/ink3823.xml"/><Relationship Id="rId394" Type="http://schemas.openxmlformats.org/officeDocument/2006/relationships/image" Target="../media/image3660.png"/><Relationship Id="rId408" Type="http://schemas.openxmlformats.org/officeDocument/2006/relationships/image" Target="../media/image3667.png"/><Relationship Id="rId615" Type="http://schemas.openxmlformats.org/officeDocument/2006/relationships/image" Target="../media/image3765.png"/><Relationship Id="rId212" Type="http://schemas.openxmlformats.org/officeDocument/2006/relationships/image" Target="../media/image3572.png"/><Relationship Id="rId254" Type="http://schemas.openxmlformats.org/officeDocument/2006/relationships/customXml" Target="../ink/ink3773.xml"/><Relationship Id="rId49" Type="http://schemas.openxmlformats.org/officeDocument/2006/relationships/customXml" Target="../ink/ink3668.xml"/><Relationship Id="rId114" Type="http://schemas.openxmlformats.org/officeDocument/2006/relationships/customXml" Target="../ink/ink3702.xml"/><Relationship Id="rId296" Type="http://schemas.openxmlformats.org/officeDocument/2006/relationships/customXml" Target="../ink/ink3794.xml"/><Relationship Id="rId461" Type="http://schemas.openxmlformats.org/officeDocument/2006/relationships/image" Target="../media/image3692.png"/><Relationship Id="rId517" Type="http://schemas.openxmlformats.org/officeDocument/2006/relationships/image" Target="../media/image3719.png"/><Relationship Id="rId559" Type="http://schemas.openxmlformats.org/officeDocument/2006/relationships/customXml" Target="../ink/ink3930.xml"/><Relationship Id="rId60" Type="http://schemas.openxmlformats.org/officeDocument/2006/relationships/customXml" Target="../ink/ink3674.xml"/><Relationship Id="rId156" Type="http://schemas.openxmlformats.org/officeDocument/2006/relationships/customXml" Target="../ink/ink3723.xml"/><Relationship Id="rId198" Type="http://schemas.openxmlformats.org/officeDocument/2006/relationships/customXml" Target="../ink/ink3744.xml"/><Relationship Id="rId321" Type="http://schemas.openxmlformats.org/officeDocument/2006/relationships/image" Target="../media/image3625.png"/><Relationship Id="rId363" Type="http://schemas.openxmlformats.org/officeDocument/2006/relationships/customXml" Target="../ink/ink3829.xml"/><Relationship Id="rId419" Type="http://schemas.openxmlformats.org/officeDocument/2006/relationships/image" Target="../media/image3672.png"/><Relationship Id="rId570" Type="http://schemas.openxmlformats.org/officeDocument/2006/relationships/image" Target="../media/image3743.png"/><Relationship Id="rId626" Type="http://schemas.openxmlformats.org/officeDocument/2006/relationships/customXml" Target="../ink/ink3964.xml"/><Relationship Id="rId223" Type="http://schemas.openxmlformats.org/officeDocument/2006/relationships/customXml" Target="../ink/ink3757.xml"/><Relationship Id="rId430" Type="http://schemas.openxmlformats.org/officeDocument/2006/relationships/customXml" Target="../ink/ink3863.xml"/><Relationship Id="rId18" Type="http://schemas.openxmlformats.org/officeDocument/2006/relationships/customXml" Target="../ink/ink3650.xml"/><Relationship Id="rId265" Type="http://schemas.openxmlformats.org/officeDocument/2006/relationships/image" Target="../media/image3597.png"/><Relationship Id="rId472" Type="http://schemas.openxmlformats.org/officeDocument/2006/relationships/customXml" Target="../ink/ink3885.xml"/><Relationship Id="rId528" Type="http://schemas.openxmlformats.org/officeDocument/2006/relationships/image" Target="../media/image3724.png"/><Relationship Id="rId125" Type="http://schemas.openxmlformats.org/officeDocument/2006/relationships/image" Target="../media/image3530.png"/><Relationship Id="rId167" Type="http://schemas.openxmlformats.org/officeDocument/2006/relationships/image" Target="../media/image3550.png"/><Relationship Id="rId332" Type="http://schemas.openxmlformats.org/officeDocument/2006/relationships/customXml" Target="../ink/ink3812.xml"/><Relationship Id="rId374" Type="http://schemas.openxmlformats.org/officeDocument/2006/relationships/image" Target="../media/image3650.png"/><Relationship Id="rId581" Type="http://schemas.openxmlformats.org/officeDocument/2006/relationships/customXml" Target="../ink/ink3941.xml"/><Relationship Id="rId71" Type="http://schemas.openxmlformats.org/officeDocument/2006/relationships/image" Target="../media/image3504.png"/><Relationship Id="rId234" Type="http://schemas.openxmlformats.org/officeDocument/2006/relationships/image" Target="../media/image3582.png"/><Relationship Id="rId637" Type="http://schemas.openxmlformats.org/officeDocument/2006/relationships/image" Target="../media/image1854.png"/><Relationship Id="rId2" Type="http://schemas.openxmlformats.org/officeDocument/2006/relationships/customXml" Target="../ink/ink3641.xml"/><Relationship Id="rId29" Type="http://schemas.openxmlformats.org/officeDocument/2006/relationships/customXml" Target="../ink/ink3656.xml"/><Relationship Id="rId276" Type="http://schemas.openxmlformats.org/officeDocument/2006/relationships/customXml" Target="../ink/ink3784.xml"/><Relationship Id="rId441" Type="http://schemas.openxmlformats.org/officeDocument/2006/relationships/image" Target="../media/image3683.png"/><Relationship Id="rId483" Type="http://schemas.openxmlformats.org/officeDocument/2006/relationships/image" Target="../media/image3702.png"/><Relationship Id="rId539" Type="http://schemas.openxmlformats.org/officeDocument/2006/relationships/image" Target="../media/image3729.png"/><Relationship Id="rId40" Type="http://schemas.openxmlformats.org/officeDocument/2006/relationships/image" Target="../media/image3410.png"/><Relationship Id="rId136" Type="http://schemas.openxmlformats.org/officeDocument/2006/relationships/customXml" Target="../ink/ink3713.xml"/><Relationship Id="rId178" Type="http://schemas.openxmlformats.org/officeDocument/2006/relationships/customXml" Target="../ink/ink3734.xml"/><Relationship Id="rId301" Type="http://schemas.openxmlformats.org/officeDocument/2006/relationships/image" Target="../media/image3615.png"/><Relationship Id="rId343" Type="http://schemas.openxmlformats.org/officeDocument/2006/relationships/customXml" Target="../ink/ink3818.xml"/><Relationship Id="rId550" Type="http://schemas.openxmlformats.org/officeDocument/2006/relationships/customXml" Target="../ink/ink3925.xml"/><Relationship Id="rId82" Type="http://schemas.openxmlformats.org/officeDocument/2006/relationships/customXml" Target="../ink/ink3685.xml"/><Relationship Id="rId203" Type="http://schemas.openxmlformats.org/officeDocument/2006/relationships/customXml" Target="../ink/ink3747.xml"/><Relationship Id="rId385" Type="http://schemas.openxmlformats.org/officeDocument/2006/relationships/customXml" Target="../ink/ink3840.xml"/><Relationship Id="rId592" Type="http://schemas.openxmlformats.org/officeDocument/2006/relationships/image" Target="../media/image3754.png"/><Relationship Id="rId606" Type="http://schemas.openxmlformats.org/officeDocument/2006/relationships/image" Target="../media/image3761.png"/><Relationship Id="rId648" Type="http://schemas.openxmlformats.org/officeDocument/2006/relationships/customXml" Target="../ink/ink3975.xml"/><Relationship Id="rId245" Type="http://schemas.openxmlformats.org/officeDocument/2006/relationships/image" Target="../media/image3587.png"/><Relationship Id="rId287" Type="http://schemas.openxmlformats.org/officeDocument/2006/relationships/image" Target="../media/image3607.png"/><Relationship Id="rId410" Type="http://schemas.openxmlformats.org/officeDocument/2006/relationships/image" Target="../media/image3668.png"/><Relationship Id="rId452" Type="http://schemas.openxmlformats.org/officeDocument/2006/relationships/customXml" Target="../ink/ink3875.xml"/><Relationship Id="rId494" Type="http://schemas.openxmlformats.org/officeDocument/2006/relationships/customXml" Target="../ink/ink3896.xml"/><Relationship Id="rId508" Type="http://schemas.openxmlformats.org/officeDocument/2006/relationships/customXml" Target="../ink/ink3903.xml"/><Relationship Id="rId105" Type="http://schemas.openxmlformats.org/officeDocument/2006/relationships/customXml" Target="../ink/ink3697.xml"/><Relationship Id="rId147" Type="http://schemas.openxmlformats.org/officeDocument/2006/relationships/image" Target="../media/image3540.png"/><Relationship Id="rId312" Type="http://schemas.openxmlformats.org/officeDocument/2006/relationships/customXml" Target="../ink/ink3802.xml"/><Relationship Id="rId354" Type="http://schemas.openxmlformats.org/officeDocument/2006/relationships/customXml" Target="../ink/ink3824.xml"/><Relationship Id="rId51" Type="http://schemas.openxmlformats.org/officeDocument/2006/relationships/image" Target="../media/image3474.png"/><Relationship Id="rId93" Type="http://schemas.openxmlformats.org/officeDocument/2006/relationships/customXml" Target="../ink/ink3691.xml"/><Relationship Id="rId189" Type="http://schemas.openxmlformats.org/officeDocument/2006/relationships/image" Target="../media/image3561.png"/><Relationship Id="rId396" Type="http://schemas.openxmlformats.org/officeDocument/2006/relationships/image" Target="../media/image3661.png"/><Relationship Id="rId561" Type="http://schemas.openxmlformats.org/officeDocument/2006/relationships/customXml" Target="../ink/ink3931.xml"/><Relationship Id="rId617" Type="http://schemas.openxmlformats.org/officeDocument/2006/relationships/image" Target="../media/image3766.png"/><Relationship Id="rId214" Type="http://schemas.openxmlformats.org/officeDocument/2006/relationships/image" Target="../media/image3573.png"/><Relationship Id="rId256" Type="http://schemas.openxmlformats.org/officeDocument/2006/relationships/customXml" Target="../ink/ink3774.xml"/><Relationship Id="rId298" Type="http://schemas.openxmlformats.org/officeDocument/2006/relationships/customXml" Target="../ink/ink3795.xml"/><Relationship Id="rId421" Type="http://schemas.openxmlformats.org/officeDocument/2006/relationships/image" Target="../media/image3673.png"/><Relationship Id="rId463" Type="http://schemas.openxmlformats.org/officeDocument/2006/relationships/image" Target="../media/image3693.png"/><Relationship Id="rId519" Type="http://schemas.openxmlformats.org/officeDocument/2006/relationships/image" Target="../media/image3720.png"/><Relationship Id="rId116" Type="http://schemas.openxmlformats.org/officeDocument/2006/relationships/customXml" Target="../ink/ink3703.xml"/><Relationship Id="rId158" Type="http://schemas.openxmlformats.org/officeDocument/2006/relationships/customXml" Target="../ink/ink3724.xml"/><Relationship Id="rId323" Type="http://schemas.openxmlformats.org/officeDocument/2006/relationships/image" Target="../media/image3626.png"/><Relationship Id="rId530" Type="http://schemas.openxmlformats.org/officeDocument/2006/relationships/image" Target="../media/image3725.png"/><Relationship Id="rId20" Type="http://schemas.openxmlformats.org/officeDocument/2006/relationships/customXml" Target="../ink/ink3651.xml"/><Relationship Id="rId62" Type="http://schemas.openxmlformats.org/officeDocument/2006/relationships/customXml" Target="../ink/ink3675.xml"/><Relationship Id="rId365" Type="http://schemas.openxmlformats.org/officeDocument/2006/relationships/customXml" Target="../ink/ink3830.xml"/><Relationship Id="rId572" Type="http://schemas.openxmlformats.org/officeDocument/2006/relationships/image" Target="../media/image3744.png"/><Relationship Id="rId628" Type="http://schemas.openxmlformats.org/officeDocument/2006/relationships/customXml" Target="../ink/ink3965.xml"/><Relationship Id="rId225" Type="http://schemas.openxmlformats.org/officeDocument/2006/relationships/customXml" Target="../ink/ink3758.xml"/><Relationship Id="rId267" Type="http://schemas.openxmlformats.org/officeDocument/2006/relationships/image" Target="../media/image3598.png"/><Relationship Id="rId432" Type="http://schemas.openxmlformats.org/officeDocument/2006/relationships/customXml" Target="../ink/ink3864.xml"/><Relationship Id="rId474" Type="http://schemas.openxmlformats.org/officeDocument/2006/relationships/customXml" Target="../ink/ink3886.xml"/><Relationship Id="rId127" Type="http://schemas.openxmlformats.org/officeDocument/2006/relationships/image" Target="../media/image3531.png"/><Relationship Id="rId31" Type="http://schemas.openxmlformats.org/officeDocument/2006/relationships/customXml" Target="../ink/ink3657.xml"/><Relationship Id="rId73" Type="http://schemas.openxmlformats.org/officeDocument/2006/relationships/image" Target="../media/image3505.png"/><Relationship Id="rId169" Type="http://schemas.openxmlformats.org/officeDocument/2006/relationships/image" Target="../media/image3551.png"/><Relationship Id="rId334" Type="http://schemas.openxmlformats.org/officeDocument/2006/relationships/customXml" Target="../ink/ink3813.xml"/><Relationship Id="rId376" Type="http://schemas.openxmlformats.org/officeDocument/2006/relationships/image" Target="../media/image3651.png"/><Relationship Id="rId541" Type="http://schemas.openxmlformats.org/officeDocument/2006/relationships/image" Target="../media/image3730.png"/><Relationship Id="rId583" Type="http://schemas.openxmlformats.org/officeDocument/2006/relationships/customXml" Target="../ink/ink3942.xml"/><Relationship Id="rId639" Type="http://schemas.openxmlformats.org/officeDocument/2006/relationships/image" Target="../media/image3775.png"/><Relationship Id="rId4" Type="http://schemas.openxmlformats.org/officeDocument/2006/relationships/customXml" Target="../ink/ink3642.xml"/><Relationship Id="rId180" Type="http://schemas.openxmlformats.org/officeDocument/2006/relationships/customXml" Target="../ink/ink3735.xml"/><Relationship Id="rId236" Type="http://schemas.openxmlformats.org/officeDocument/2006/relationships/image" Target="../media/image3583.png"/><Relationship Id="rId278" Type="http://schemas.openxmlformats.org/officeDocument/2006/relationships/customXml" Target="../ink/ink3785.xml"/><Relationship Id="rId401" Type="http://schemas.openxmlformats.org/officeDocument/2006/relationships/customXml" Target="../ink/ink3848.xml"/><Relationship Id="rId443" Type="http://schemas.openxmlformats.org/officeDocument/2006/relationships/image" Target="../media/image3684.png"/><Relationship Id="rId303" Type="http://schemas.openxmlformats.org/officeDocument/2006/relationships/image" Target="../media/image3616.png"/><Relationship Id="rId485" Type="http://schemas.openxmlformats.org/officeDocument/2006/relationships/image" Target="../media/image3703.png"/><Relationship Id="rId42" Type="http://schemas.openxmlformats.org/officeDocument/2006/relationships/image" Target="../media/image3422.png"/><Relationship Id="rId84" Type="http://schemas.openxmlformats.org/officeDocument/2006/relationships/customXml" Target="../ink/ink3686.xml"/><Relationship Id="rId138" Type="http://schemas.openxmlformats.org/officeDocument/2006/relationships/customXml" Target="../ink/ink3714.xml"/><Relationship Id="rId345" Type="http://schemas.openxmlformats.org/officeDocument/2006/relationships/customXml" Target="../ink/ink3819.xml"/><Relationship Id="rId387" Type="http://schemas.openxmlformats.org/officeDocument/2006/relationships/customXml" Target="../ink/ink3841.xml"/><Relationship Id="rId510" Type="http://schemas.openxmlformats.org/officeDocument/2006/relationships/customXml" Target="../ink/ink3904.xml"/><Relationship Id="rId552" Type="http://schemas.openxmlformats.org/officeDocument/2006/relationships/customXml" Target="../ink/ink3926.xml"/><Relationship Id="rId594" Type="http://schemas.openxmlformats.org/officeDocument/2006/relationships/image" Target="../media/image3755.png"/><Relationship Id="rId608" Type="http://schemas.openxmlformats.org/officeDocument/2006/relationships/customXml" Target="../ink/ink3955.xml"/><Relationship Id="rId191" Type="http://schemas.openxmlformats.org/officeDocument/2006/relationships/image" Target="../media/image3562.png"/><Relationship Id="rId205" Type="http://schemas.openxmlformats.org/officeDocument/2006/relationships/customXml" Target="../ink/ink3748.xml"/><Relationship Id="rId247" Type="http://schemas.openxmlformats.org/officeDocument/2006/relationships/image" Target="../media/image3588.png"/><Relationship Id="rId412" Type="http://schemas.openxmlformats.org/officeDocument/2006/relationships/image" Target="../media/image3669.png"/><Relationship Id="rId107" Type="http://schemas.openxmlformats.org/officeDocument/2006/relationships/customXml" Target="../ink/ink3698.xml"/><Relationship Id="rId289" Type="http://schemas.openxmlformats.org/officeDocument/2006/relationships/image" Target="../media/image3608.png"/><Relationship Id="rId454" Type="http://schemas.openxmlformats.org/officeDocument/2006/relationships/customXml" Target="../ink/ink3876.xml"/><Relationship Id="rId496" Type="http://schemas.openxmlformats.org/officeDocument/2006/relationships/customXml" Target="../ink/ink3897.xml"/><Relationship Id="rId11" Type="http://schemas.openxmlformats.org/officeDocument/2006/relationships/image" Target="../media/image3233.png"/><Relationship Id="rId53" Type="http://schemas.openxmlformats.org/officeDocument/2006/relationships/image" Target="../media/image3484.png"/><Relationship Id="rId149" Type="http://schemas.openxmlformats.org/officeDocument/2006/relationships/image" Target="../media/image3541.png"/><Relationship Id="rId314" Type="http://schemas.openxmlformats.org/officeDocument/2006/relationships/customXml" Target="../ink/ink3803.xml"/><Relationship Id="rId356" Type="http://schemas.openxmlformats.org/officeDocument/2006/relationships/image" Target="../media/image3641.png"/><Relationship Id="rId398" Type="http://schemas.openxmlformats.org/officeDocument/2006/relationships/image" Target="../media/image3662.png"/><Relationship Id="rId521" Type="http://schemas.openxmlformats.org/officeDocument/2006/relationships/customXml" Target="../ink/ink3910.xml"/><Relationship Id="rId563" Type="http://schemas.openxmlformats.org/officeDocument/2006/relationships/customXml" Target="../ink/ink3932.xml"/><Relationship Id="rId619" Type="http://schemas.openxmlformats.org/officeDocument/2006/relationships/image" Target="../media/image3767.png"/><Relationship Id="rId95" Type="http://schemas.openxmlformats.org/officeDocument/2006/relationships/customXml" Target="../ink/ink3692.xml"/><Relationship Id="rId160" Type="http://schemas.openxmlformats.org/officeDocument/2006/relationships/customXml" Target="../ink/ink3725.xml"/><Relationship Id="rId216" Type="http://schemas.openxmlformats.org/officeDocument/2006/relationships/image" Target="../media/image3574.png"/><Relationship Id="rId423" Type="http://schemas.openxmlformats.org/officeDocument/2006/relationships/image" Target="../media/image3674.png"/><Relationship Id="rId258" Type="http://schemas.openxmlformats.org/officeDocument/2006/relationships/customXml" Target="../ink/ink3775.xml"/><Relationship Id="rId465" Type="http://schemas.openxmlformats.org/officeDocument/2006/relationships/image" Target="../media/image3694.png"/><Relationship Id="rId630" Type="http://schemas.openxmlformats.org/officeDocument/2006/relationships/customXml" Target="../ink/ink3966.xml"/><Relationship Id="rId22" Type="http://schemas.openxmlformats.org/officeDocument/2006/relationships/customXml" Target="../ink/ink3652.xml"/><Relationship Id="rId64" Type="http://schemas.openxmlformats.org/officeDocument/2006/relationships/customXml" Target="../ink/ink3676.xml"/><Relationship Id="rId118" Type="http://schemas.openxmlformats.org/officeDocument/2006/relationships/customXml" Target="../ink/ink3704.xml"/><Relationship Id="rId325" Type="http://schemas.openxmlformats.org/officeDocument/2006/relationships/image" Target="../media/image3627.png"/><Relationship Id="rId367" Type="http://schemas.openxmlformats.org/officeDocument/2006/relationships/customXml" Target="../ink/ink3831.xml"/><Relationship Id="rId532" Type="http://schemas.openxmlformats.org/officeDocument/2006/relationships/image" Target="../media/image3726.png"/><Relationship Id="rId574" Type="http://schemas.openxmlformats.org/officeDocument/2006/relationships/image" Target="../media/image3745.png"/><Relationship Id="rId171" Type="http://schemas.openxmlformats.org/officeDocument/2006/relationships/image" Target="../media/image3552.png"/><Relationship Id="rId227" Type="http://schemas.openxmlformats.org/officeDocument/2006/relationships/customXml" Target="../ink/ink3759.xml"/><Relationship Id="rId269" Type="http://schemas.openxmlformats.org/officeDocument/2006/relationships/image" Target="../media/image2579.png"/><Relationship Id="rId434" Type="http://schemas.openxmlformats.org/officeDocument/2006/relationships/customXml" Target="../ink/ink3865.xml"/><Relationship Id="rId476" Type="http://schemas.openxmlformats.org/officeDocument/2006/relationships/customXml" Target="../ink/ink3887.xml"/><Relationship Id="rId641" Type="http://schemas.openxmlformats.org/officeDocument/2006/relationships/image" Target="../media/image3776.png"/><Relationship Id="rId33" Type="http://schemas.openxmlformats.org/officeDocument/2006/relationships/customXml" Target="../ink/ink3658.xml"/><Relationship Id="rId129" Type="http://schemas.openxmlformats.org/officeDocument/2006/relationships/image" Target="../media/image3532.png"/><Relationship Id="rId280" Type="http://schemas.openxmlformats.org/officeDocument/2006/relationships/customXml" Target="../ink/ink3786.xml"/><Relationship Id="rId336" Type="http://schemas.openxmlformats.org/officeDocument/2006/relationships/customXml" Target="../ink/ink3814.xml"/><Relationship Id="rId501" Type="http://schemas.openxmlformats.org/officeDocument/2006/relationships/image" Target="../media/image3711.png"/><Relationship Id="rId543" Type="http://schemas.openxmlformats.org/officeDocument/2006/relationships/image" Target="../media/image3731.png"/><Relationship Id="rId75" Type="http://schemas.openxmlformats.org/officeDocument/2006/relationships/image" Target="../media/image3506.png"/><Relationship Id="rId140" Type="http://schemas.openxmlformats.org/officeDocument/2006/relationships/customXml" Target="../ink/ink3715.xml"/><Relationship Id="rId182" Type="http://schemas.openxmlformats.org/officeDocument/2006/relationships/customXml" Target="../ink/ink3736.xml"/><Relationship Id="rId378" Type="http://schemas.openxmlformats.org/officeDocument/2006/relationships/image" Target="../media/image3652.png"/><Relationship Id="rId403" Type="http://schemas.openxmlformats.org/officeDocument/2006/relationships/customXml" Target="../ink/ink3849.xml"/><Relationship Id="rId585" Type="http://schemas.openxmlformats.org/officeDocument/2006/relationships/customXml" Target="../ink/ink3943.xml"/><Relationship Id="rId6" Type="http://schemas.openxmlformats.org/officeDocument/2006/relationships/customXml" Target="../ink/ink3644.xml"/><Relationship Id="rId238" Type="http://schemas.openxmlformats.org/officeDocument/2006/relationships/image" Target="../media/image3584.png"/><Relationship Id="rId445" Type="http://schemas.openxmlformats.org/officeDocument/2006/relationships/image" Target="../media/image3685.png"/><Relationship Id="rId487" Type="http://schemas.openxmlformats.org/officeDocument/2006/relationships/image" Target="../media/image3704.png"/><Relationship Id="rId610" Type="http://schemas.openxmlformats.org/officeDocument/2006/relationships/customXml" Target="../ink/ink3956.xml"/><Relationship Id="rId291" Type="http://schemas.openxmlformats.org/officeDocument/2006/relationships/image" Target="../media/image3609.png"/><Relationship Id="rId305" Type="http://schemas.openxmlformats.org/officeDocument/2006/relationships/image" Target="../media/image3617.png"/><Relationship Id="rId347" Type="http://schemas.openxmlformats.org/officeDocument/2006/relationships/customXml" Target="../ink/ink3820.xml"/><Relationship Id="rId512" Type="http://schemas.openxmlformats.org/officeDocument/2006/relationships/customXml" Target="../ink/ink3905.xml"/><Relationship Id="rId44" Type="http://schemas.openxmlformats.org/officeDocument/2006/relationships/customXml" Target="../ink/ink3665.xml"/><Relationship Id="rId86" Type="http://schemas.openxmlformats.org/officeDocument/2006/relationships/customXml" Target="../ink/ink3687.xml"/><Relationship Id="rId151" Type="http://schemas.openxmlformats.org/officeDocument/2006/relationships/image" Target="../media/image3542.png"/><Relationship Id="rId389" Type="http://schemas.openxmlformats.org/officeDocument/2006/relationships/customXml" Target="../ink/ink3842.xml"/><Relationship Id="rId554" Type="http://schemas.openxmlformats.org/officeDocument/2006/relationships/customXml" Target="../ink/ink3927.xml"/><Relationship Id="rId596" Type="http://schemas.openxmlformats.org/officeDocument/2006/relationships/image" Target="../media/image3756.png"/><Relationship Id="rId193" Type="http://schemas.openxmlformats.org/officeDocument/2006/relationships/image" Target="../media/image3563.png"/><Relationship Id="rId207" Type="http://schemas.openxmlformats.org/officeDocument/2006/relationships/customXml" Target="../ink/ink3749.xml"/><Relationship Id="rId249" Type="http://schemas.openxmlformats.org/officeDocument/2006/relationships/image" Target="../media/image3589.png"/><Relationship Id="rId414" Type="http://schemas.openxmlformats.org/officeDocument/2006/relationships/customXml" Target="../ink/ink3855.xml"/><Relationship Id="rId456" Type="http://schemas.openxmlformats.org/officeDocument/2006/relationships/customXml" Target="../ink/ink3877.xml"/><Relationship Id="rId498" Type="http://schemas.openxmlformats.org/officeDocument/2006/relationships/customXml" Target="../ink/ink3898.xml"/><Relationship Id="rId621" Type="http://schemas.openxmlformats.org/officeDocument/2006/relationships/image" Target="../media/image3768.png"/><Relationship Id="rId13" Type="http://schemas.openxmlformats.org/officeDocument/2006/relationships/image" Target="../media/image3292.png"/><Relationship Id="rId109" Type="http://schemas.openxmlformats.org/officeDocument/2006/relationships/customXml" Target="../ink/ink3699.xml"/><Relationship Id="rId260" Type="http://schemas.openxmlformats.org/officeDocument/2006/relationships/customXml" Target="../ink/ink3776.xml"/><Relationship Id="rId316" Type="http://schemas.openxmlformats.org/officeDocument/2006/relationships/customXml" Target="../ink/ink3804.xml"/><Relationship Id="rId523" Type="http://schemas.openxmlformats.org/officeDocument/2006/relationships/customXml" Target="../ink/ink3911.xml"/><Relationship Id="rId55" Type="http://schemas.openxmlformats.org/officeDocument/2006/relationships/image" Target="../media/image3489.png"/><Relationship Id="rId97" Type="http://schemas.openxmlformats.org/officeDocument/2006/relationships/customXml" Target="../ink/ink3693.xml"/><Relationship Id="rId120" Type="http://schemas.openxmlformats.org/officeDocument/2006/relationships/customXml" Target="../ink/ink3705.xml"/><Relationship Id="rId358" Type="http://schemas.openxmlformats.org/officeDocument/2006/relationships/image" Target="../media/image3642.png"/><Relationship Id="rId565" Type="http://schemas.openxmlformats.org/officeDocument/2006/relationships/customXml" Target="../ink/ink3933.xml"/><Relationship Id="rId162" Type="http://schemas.openxmlformats.org/officeDocument/2006/relationships/customXml" Target="../ink/ink3726.xml"/><Relationship Id="rId218" Type="http://schemas.openxmlformats.org/officeDocument/2006/relationships/image" Target="../media/image3575.png"/><Relationship Id="rId425" Type="http://schemas.openxmlformats.org/officeDocument/2006/relationships/image" Target="../media/image3675.png"/><Relationship Id="rId467" Type="http://schemas.openxmlformats.org/officeDocument/2006/relationships/image" Target="../media/image3695.png"/><Relationship Id="rId632" Type="http://schemas.openxmlformats.org/officeDocument/2006/relationships/customXml" Target="../ink/ink3967.xml"/><Relationship Id="rId271" Type="http://schemas.openxmlformats.org/officeDocument/2006/relationships/image" Target="../media/image3599.png"/><Relationship Id="rId24" Type="http://schemas.openxmlformats.org/officeDocument/2006/relationships/customXml" Target="../ink/ink3653.xml"/><Relationship Id="rId66" Type="http://schemas.openxmlformats.org/officeDocument/2006/relationships/customXml" Target="../ink/ink3677.xml"/><Relationship Id="rId131" Type="http://schemas.openxmlformats.org/officeDocument/2006/relationships/image" Target="../media/image3533.png"/><Relationship Id="rId327" Type="http://schemas.openxmlformats.org/officeDocument/2006/relationships/image" Target="../media/image3628.png"/><Relationship Id="rId369" Type="http://schemas.openxmlformats.org/officeDocument/2006/relationships/customXml" Target="../ink/ink3832.xml"/><Relationship Id="rId534" Type="http://schemas.openxmlformats.org/officeDocument/2006/relationships/image" Target="../media/image3727.png"/><Relationship Id="rId576" Type="http://schemas.openxmlformats.org/officeDocument/2006/relationships/image" Target="../media/image3746.png"/><Relationship Id="rId173" Type="http://schemas.openxmlformats.org/officeDocument/2006/relationships/image" Target="../media/image3553.png"/><Relationship Id="rId229" Type="http://schemas.openxmlformats.org/officeDocument/2006/relationships/customXml" Target="../ink/ink3760.xml"/><Relationship Id="rId380" Type="http://schemas.openxmlformats.org/officeDocument/2006/relationships/image" Target="../media/image3653.png"/><Relationship Id="rId436" Type="http://schemas.openxmlformats.org/officeDocument/2006/relationships/customXml" Target="../ink/ink3866.xml"/><Relationship Id="rId601" Type="http://schemas.openxmlformats.org/officeDocument/2006/relationships/customXml" Target="../ink/ink3951.xml"/><Relationship Id="rId643" Type="http://schemas.openxmlformats.org/officeDocument/2006/relationships/image" Target="../media/image3777.png"/><Relationship Id="rId240" Type="http://schemas.openxmlformats.org/officeDocument/2006/relationships/customXml" Target="../ink/ink3766.xml"/><Relationship Id="rId478" Type="http://schemas.openxmlformats.org/officeDocument/2006/relationships/customXml" Target="../ink/ink3888.xml"/><Relationship Id="rId35" Type="http://schemas.openxmlformats.org/officeDocument/2006/relationships/customXml" Target="../ink/ink3659.xml"/><Relationship Id="rId77" Type="http://schemas.openxmlformats.org/officeDocument/2006/relationships/image" Target="../media/image3507.png"/><Relationship Id="rId100" Type="http://schemas.openxmlformats.org/officeDocument/2006/relationships/image" Target="../media/image3518.png"/><Relationship Id="rId282" Type="http://schemas.openxmlformats.org/officeDocument/2006/relationships/customXml" Target="../ink/ink3787.xml"/><Relationship Id="rId338" Type="http://schemas.openxmlformats.org/officeDocument/2006/relationships/customXml" Target="../ink/ink3815.xml"/><Relationship Id="rId503" Type="http://schemas.openxmlformats.org/officeDocument/2006/relationships/image" Target="../media/image3712.png"/><Relationship Id="rId545" Type="http://schemas.openxmlformats.org/officeDocument/2006/relationships/image" Target="../media/image3732.png"/><Relationship Id="rId587" Type="http://schemas.openxmlformats.org/officeDocument/2006/relationships/customXml" Target="../ink/ink3944.xml"/><Relationship Id="rId8" Type="http://schemas.openxmlformats.org/officeDocument/2006/relationships/customXml" Target="../ink/ink3645.xml"/><Relationship Id="rId142" Type="http://schemas.openxmlformats.org/officeDocument/2006/relationships/customXml" Target="../ink/ink3716.xml"/><Relationship Id="rId184" Type="http://schemas.openxmlformats.org/officeDocument/2006/relationships/customXml" Target="../ink/ink3737.xml"/><Relationship Id="rId391" Type="http://schemas.openxmlformats.org/officeDocument/2006/relationships/customXml" Target="../ink/ink3843.xml"/><Relationship Id="rId405" Type="http://schemas.openxmlformats.org/officeDocument/2006/relationships/customXml" Target="../ink/ink3850.xml"/><Relationship Id="rId447" Type="http://schemas.openxmlformats.org/officeDocument/2006/relationships/customXml" Target="../ink/ink3872.xml"/><Relationship Id="rId612" Type="http://schemas.openxmlformats.org/officeDocument/2006/relationships/customXml" Target="../ink/ink3957.xml"/><Relationship Id="rId251" Type="http://schemas.openxmlformats.org/officeDocument/2006/relationships/image" Target="../media/image3590.png"/><Relationship Id="rId489" Type="http://schemas.openxmlformats.org/officeDocument/2006/relationships/image" Target="../media/image3705.png"/><Relationship Id="rId46" Type="http://schemas.openxmlformats.org/officeDocument/2006/relationships/image" Target="../media/image1777.png"/><Relationship Id="rId293" Type="http://schemas.openxmlformats.org/officeDocument/2006/relationships/image" Target="../media/image3611.png"/><Relationship Id="rId307" Type="http://schemas.openxmlformats.org/officeDocument/2006/relationships/image" Target="../media/image3618.png"/><Relationship Id="rId349" Type="http://schemas.openxmlformats.org/officeDocument/2006/relationships/image" Target="../media/image3638.png"/><Relationship Id="rId514" Type="http://schemas.openxmlformats.org/officeDocument/2006/relationships/customXml" Target="../ink/ink3906.xml"/><Relationship Id="rId556" Type="http://schemas.openxmlformats.org/officeDocument/2006/relationships/customXml" Target="../ink/ink3928.xml"/><Relationship Id="rId88" Type="http://schemas.openxmlformats.org/officeDocument/2006/relationships/image" Target="../media/image3512.png"/><Relationship Id="rId111" Type="http://schemas.openxmlformats.org/officeDocument/2006/relationships/image" Target="../media/image3523.png"/><Relationship Id="rId153" Type="http://schemas.openxmlformats.org/officeDocument/2006/relationships/image" Target="../media/image3543.png"/><Relationship Id="rId195" Type="http://schemas.openxmlformats.org/officeDocument/2006/relationships/image" Target="../media/image3564.png"/><Relationship Id="rId209" Type="http://schemas.openxmlformats.org/officeDocument/2006/relationships/customXml" Target="../ink/ink3750.xml"/><Relationship Id="rId360" Type="http://schemas.openxmlformats.org/officeDocument/2006/relationships/image" Target="../media/image3643.png"/><Relationship Id="rId416" Type="http://schemas.openxmlformats.org/officeDocument/2006/relationships/customXml" Target="../ink/ink3856.xml"/><Relationship Id="rId598" Type="http://schemas.openxmlformats.org/officeDocument/2006/relationships/image" Target="../media/image3757.png"/><Relationship Id="rId220" Type="http://schemas.openxmlformats.org/officeDocument/2006/relationships/image" Target="../media/image3576.png"/><Relationship Id="rId458" Type="http://schemas.openxmlformats.org/officeDocument/2006/relationships/customXml" Target="../ink/ink3878.xml"/><Relationship Id="rId623" Type="http://schemas.openxmlformats.org/officeDocument/2006/relationships/image" Target="../media/image3769.png"/><Relationship Id="rId15" Type="http://schemas.openxmlformats.org/officeDocument/2006/relationships/image" Target="../media/image3319.png"/><Relationship Id="rId57" Type="http://schemas.openxmlformats.org/officeDocument/2006/relationships/image" Target="../media/image3497.png"/><Relationship Id="rId262" Type="http://schemas.openxmlformats.org/officeDocument/2006/relationships/customXml" Target="../ink/ink3777.xml"/><Relationship Id="rId318" Type="http://schemas.openxmlformats.org/officeDocument/2006/relationships/customXml" Target="../ink/ink3805.xml"/><Relationship Id="rId525" Type="http://schemas.openxmlformats.org/officeDocument/2006/relationships/customXml" Target="../ink/ink3912.xml"/><Relationship Id="rId567" Type="http://schemas.openxmlformats.org/officeDocument/2006/relationships/customXml" Target="../ink/ink3934.xml"/><Relationship Id="rId99" Type="http://schemas.openxmlformats.org/officeDocument/2006/relationships/customXml" Target="../ink/ink3694.xml"/><Relationship Id="rId122" Type="http://schemas.openxmlformats.org/officeDocument/2006/relationships/customXml" Target="../ink/ink3706.xml"/><Relationship Id="rId164" Type="http://schemas.openxmlformats.org/officeDocument/2006/relationships/customXml" Target="../ink/ink3727.xml"/><Relationship Id="rId371" Type="http://schemas.openxmlformats.org/officeDocument/2006/relationships/customXml" Target="../ink/ink3833.xml"/><Relationship Id="rId427" Type="http://schemas.openxmlformats.org/officeDocument/2006/relationships/image" Target="../media/image3676.png"/><Relationship Id="rId469" Type="http://schemas.openxmlformats.org/officeDocument/2006/relationships/image" Target="../media/image1778.png"/><Relationship Id="rId634" Type="http://schemas.openxmlformats.org/officeDocument/2006/relationships/customXml" Target="../ink/ink3968.xml"/><Relationship Id="rId26" Type="http://schemas.openxmlformats.org/officeDocument/2006/relationships/customXml" Target="../ink/ink3654.xml"/><Relationship Id="rId231" Type="http://schemas.openxmlformats.org/officeDocument/2006/relationships/customXml" Target="../ink/ink3761.xml"/><Relationship Id="rId273" Type="http://schemas.openxmlformats.org/officeDocument/2006/relationships/image" Target="../media/image3600.png"/><Relationship Id="rId329" Type="http://schemas.openxmlformats.org/officeDocument/2006/relationships/image" Target="../media/image3629.png"/><Relationship Id="rId480" Type="http://schemas.openxmlformats.org/officeDocument/2006/relationships/customXml" Target="../ink/ink3889.xml"/><Relationship Id="rId536" Type="http://schemas.openxmlformats.org/officeDocument/2006/relationships/image" Target="../media/image3728.png"/><Relationship Id="rId68" Type="http://schemas.openxmlformats.org/officeDocument/2006/relationships/customXml" Target="../ink/ink3678.xml"/><Relationship Id="rId133" Type="http://schemas.openxmlformats.org/officeDocument/2006/relationships/image" Target="../media/image3097.png"/><Relationship Id="rId175" Type="http://schemas.openxmlformats.org/officeDocument/2006/relationships/image" Target="../media/image3554.png"/><Relationship Id="rId340" Type="http://schemas.openxmlformats.org/officeDocument/2006/relationships/image" Target="../media/image3634.png"/><Relationship Id="rId578" Type="http://schemas.openxmlformats.org/officeDocument/2006/relationships/image" Target="../media/image3747.png"/><Relationship Id="rId200" Type="http://schemas.openxmlformats.org/officeDocument/2006/relationships/customXml" Target="../ink/ink3745.xml"/><Relationship Id="rId382" Type="http://schemas.openxmlformats.org/officeDocument/2006/relationships/image" Target="../media/image3654.png"/><Relationship Id="rId438" Type="http://schemas.openxmlformats.org/officeDocument/2006/relationships/customXml" Target="../ink/ink3867.xml"/><Relationship Id="rId603" Type="http://schemas.openxmlformats.org/officeDocument/2006/relationships/customXml" Target="../ink/ink3952.xml"/><Relationship Id="rId645" Type="http://schemas.openxmlformats.org/officeDocument/2006/relationships/image" Target="../media/image3778.png"/><Relationship Id="rId242" Type="http://schemas.openxmlformats.org/officeDocument/2006/relationships/customXml" Target="../ink/ink3767.xml"/><Relationship Id="rId284" Type="http://schemas.openxmlformats.org/officeDocument/2006/relationships/customXml" Target="../ink/ink3788.xml"/><Relationship Id="rId491" Type="http://schemas.openxmlformats.org/officeDocument/2006/relationships/image" Target="../media/image3706.png"/><Relationship Id="rId505" Type="http://schemas.openxmlformats.org/officeDocument/2006/relationships/image" Target="../media/image3713.png"/><Relationship Id="rId37" Type="http://schemas.openxmlformats.org/officeDocument/2006/relationships/customXml" Target="../ink/ink3661.xml"/><Relationship Id="rId79" Type="http://schemas.openxmlformats.org/officeDocument/2006/relationships/image" Target="../media/image3508.png"/><Relationship Id="rId102" Type="http://schemas.openxmlformats.org/officeDocument/2006/relationships/image" Target="../media/image3519.png"/><Relationship Id="rId144" Type="http://schemas.openxmlformats.org/officeDocument/2006/relationships/customXml" Target="../ink/ink3717.xml"/><Relationship Id="rId547" Type="http://schemas.openxmlformats.org/officeDocument/2006/relationships/image" Target="../media/image3733.png"/><Relationship Id="rId589" Type="http://schemas.openxmlformats.org/officeDocument/2006/relationships/customXml" Target="../ink/ink3945.xml"/><Relationship Id="rId90" Type="http://schemas.openxmlformats.org/officeDocument/2006/relationships/image" Target="../media/image3513.png"/><Relationship Id="rId186" Type="http://schemas.openxmlformats.org/officeDocument/2006/relationships/customXml" Target="../ink/ink3738.xml"/><Relationship Id="rId351" Type="http://schemas.openxmlformats.org/officeDocument/2006/relationships/image" Target="../media/image3639.png"/><Relationship Id="rId393" Type="http://schemas.openxmlformats.org/officeDocument/2006/relationships/customXml" Target="../ink/ink3844.xml"/><Relationship Id="rId407" Type="http://schemas.openxmlformats.org/officeDocument/2006/relationships/customXml" Target="../ink/ink3851.xml"/><Relationship Id="rId449" Type="http://schemas.openxmlformats.org/officeDocument/2006/relationships/customXml" Target="../ink/ink3873.xml"/><Relationship Id="rId614" Type="http://schemas.openxmlformats.org/officeDocument/2006/relationships/customXml" Target="../ink/ink3958.xml"/><Relationship Id="rId211" Type="http://schemas.openxmlformats.org/officeDocument/2006/relationships/customXml" Target="../ink/ink3751.xml"/><Relationship Id="rId253" Type="http://schemas.openxmlformats.org/officeDocument/2006/relationships/image" Target="../media/image3591.png"/><Relationship Id="rId295" Type="http://schemas.openxmlformats.org/officeDocument/2006/relationships/image" Target="../media/image3612.png"/><Relationship Id="rId309" Type="http://schemas.openxmlformats.org/officeDocument/2006/relationships/image" Target="../media/image3619.png"/><Relationship Id="rId460" Type="http://schemas.openxmlformats.org/officeDocument/2006/relationships/customXml" Target="../ink/ink3879.xml"/><Relationship Id="rId516" Type="http://schemas.openxmlformats.org/officeDocument/2006/relationships/customXml" Target="../ink/ink3907.xml"/><Relationship Id="rId48" Type="http://schemas.openxmlformats.org/officeDocument/2006/relationships/image" Target="../media/image3472.png"/><Relationship Id="rId113" Type="http://schemas.openxmlformats.org/officeDocument/2006/relationships/image" Target="../media/image3524.png"/><Relationship Id="rId320" Type="http://schemas.openxmlformats.org/officeDocument/2006/relationships/customXml" Target="../ink/ink3806.xml"/><Relationship Id="rId558" Type="http://schemas.openxmlformats.org/officeDocument/2006/relationships/image" Target="../media/image2077.png"/><Relationship Id="rId155" Type="http://schemas.openxmlformats.org/officeDocument/2006/relationships/image" Target="../media/image3544.png"/><Relationship Id="rId197" Type="http://schemas.openxmlformats.org/officeDocument/2006/relationships/image" Target="../media/image3565.png"/><Relationship Id="rId362" Type="http://schemas.openxmlformats.org/officeDocument/2006/relationships/image" Target="../media/image3644.png"/><Relationship Id="rId418" Type="http://schemas.openxmlformats.org/officeDocument/2006/relationships/customXml" Target="../ink/ink3857.xml"/><Relationship Id="rId625" Type="http://schemas.openxmlformats.org/officeDocument/2006/relationships/image" Target="../media/image3770.png"/><Relationship Id="rId222" Type="http://schemas.openxmlformats.org/officeDocument/2006/relationships/image" Target="../media/image3577.png"/><Relationship Id="rId264" Type="http://schemas.openxmlformats.org/officeDocument/2006/relationships/customXml" Target="../ink/ink3778.xml"/><Relationship Id="rId471" Type="http://schemas.openxmlformats.org/officeDocument/2006/relationships/image" Target="../media/image3696.png"/><Relationship Id="rId17" Type="http://schemas.openxmlformats.org/officeDocument/2006/relationships/image" Target="../media/image1898.png"/><Relationship Id="rId59" Type="http://schemas.openxmlformats.org/officeDocument/2006/relationships/image" Target="../media/image3498.png"/><Relationship Id="rId124" Type="http://schemas.openxmlformats.org/officeDocument/2006/relationships/customXml" Target="../ink/ink3707.xml"/><Relationship Id="rId527" Type="http://schemas.openxmlformats.org/officeDocument/2006/relationships/customXml" Target="../ink/ink3913.xml"/><Relationship Id="rId569" Type="http://schemas.openxmlformats.org/officeDocument/2006/relationships/customXml" Target="../ink/ink3935.xml"/><Relationship Id="rId70" Type="http://schemas.openxmlformats.org/officeDocument/2006/relationships/customXml" Target="../ink/ink3679.xml"/><Relationship Id="rId166" Type="http://schemas.openxmlformats.org/officeDocument/2006/relationships/customXml" Target="../ink/ink3728.xml"/><Relationship Id="rId331" Type="http://schemas.openxmlformats.org/officeDocument/2006/relationships/image" Target="../media/image3630.png"/><Relationship Id="rId373" Type="http://schemas.openxmlformats.org/officeDocument/2006/relationships/customXml" Target="../ink/ink3834.xml"/><Relationship Id="rId429" Type="http://schemas.openxmlformats.org/officeDocument/2006/relationships/image" Target="../media/image3677.png"/><Relationship Id="rId580" Type="http://schemas.openxmlformats.org/officeDocument/2006/relationships/image" Target="../media/image3748.png"/><Relationship Id="rId636" Type="http://schemas.openxmlformats.org/officeDocument/2006/relationships/customXml" Target="../ink/ink3969.xml"/><Relationship Id="rId1" Type="http://schemas.openxmlformats.org/officeDocument/2006/relationships/slideLayout" Target="../slideLayouts/slideLayout2.xml"/><Relationship Id="rId233" Type="http://schemas.openxmlformats.org/officeDocument/2006/relationships/customXml" Target="../ink/ink3762.xml"/><Relationship Id="rId440" Type="http://schemas.openxmlformats.org/officeDocument/2006/relationships/customXml" Target="../ink/ink3868.xml"/><Relationship Id="rId28" Type="http://schemas.openxmlformats.org/officeDocument/2006/relationships/image" Target="../media/image3360.png"/><Relationship Id="rId275" Type="http://schemas.openxmlformats.org/officeDocument/2006/relationships/image" Target="../media/image3601.png"/><Relationship Id="rId300" Type="http://schemas.openxmlformats.org/officeDocument/2006/relationships/customXml" Target="../ink/ink3796.xml"/><Relationship Id="rId482" Type="http://schemas.openxmlformats.org/officeDocument/2006/relationships/customXml" Target="../ink/ink3890.xml"/><Relationship Id="rId538" Type="http://schemas.openxmlformats.org/officeDocument/2006/relationships/customXml" Target="../ink/ink3919.xml"/><Relationship Id="rId81" Type="http://schemas.openxmlformats.org/officeDocument/2006/relationships/image" Target="../media/image3509.png"/><Relationship Id="rId135" Type="http://schemas.openxmlformats.org/officeDocument/2006/relationships/image" Target="../media/image3534.png"/><Relationship Id="rId177" Type="http://schemas.openxmlformats.org/officeDocument/2006/relationships/image" Target="../media/image3555.png"/><Relationship Id="rId342" Type="http://schemas.openxmlformats.org/officeDocument/2006/relationships/image" Target="../media/image3635.png"/><Relationship Id="rId384" Type="http://schemas.openxmlformats.org/officeDocument/2006/relationships/image" Target="../media/image3655.png"/><Relationship Id="rId591" Type="http://schemas.openxmlformats.org/officeDocument/2006/relationships/customXml" Target="../ink/ink3946.xml"/><Relationship Id="rId605" Type="http://schemas.openxmlformats.org/officeDocument/2006/relationships/customXml" Target="../ink/ink3953.xml"/><Relationship Id="rId202" Type="http://schemas.openxmlformats.org/officeDocument/2006/relationships/image" Target="../media/image3567.png"/><Relationship Id="rId244" Type="http://schemas.openxmlformats.org/officeDocument/2006/relationships/customXml" Target="../ink/ink3768.xml"/><Relationship Id="rId647" Type="http://schemas.openxmlformats.org/officeDocument/2006/relationships/image" Target="../media/image3779.png"/><Relationship Id="rId39" Type="http://schemas.openxmlformats.org/officeDocument/2006/relationships/customXml" Target="../ink/ink3662.xml"/><Relationship Id="rId286" Type="http://schemas.openxmlformats.org/officeDocument/2006/relationships/customXml" Target="../ink/ink3789.xml"/><Relationship Id="rId451" Type="http://schemas.openxmlformats.org/officeDocument/2006/relationships/image" Target="../media/image3687.png"/><Relationship Id="rId493" Type="http://schemas.openxmlformats.org/officeDocument/2006/relationships/image" Target="../media/image2809.png"/><Relationship Id="rId507" Type="http://schemas.openxmlformats.org/officeDocument/2006/relationships/image" Target="../media/image3714.png"/><Relationship Id="rId549" Type="http://schemas.openxmlformats.org/officeDocument/2006/relationships/image" Target="../media/image3734.png"/><Relationship Id="rId50" Type="http://schemas.openxmlformats.org/officeDocument/2006/relationships/customXml" Target="../ink/ink3669.xml"/><Relationship Id="rId104" Type="http://schemas.openxmlformats.org/officeDocument/2006/relationships/image" Target="../media/image3520.png"/><Relationship Id="rId146" Type="http://schemas.openxmlformats.org/officeDocument/2006/relationships/customXml" Target="../ink/ink3718.xml"/><Relationship Id="rId188" Type="http://schemas.openxmlformats.org/officeDocument/2006/relationships/customXml" Target="../ink/ink3739.xml"/><Relationship Id="rId311" Type="http://schemas.openxmlformats.org/officeDocument/2006/relationships/image" Target="../media/image3620.png"/><Relationship Id="rId353" Type="http://schemas.openxmlformats.org/officeDocument/2006/relationships/image" Target="../media/image3640.png"/><Relationship Id="rId395" Type="http://schemas.openxmlformats.org/officeDocument/2006/relationships/customXml" Target="../ink/ink3845.xml"/><Relationship Id="rId409" Type="http://schemas.openxmlformats.org/officeDocument/2006/relationships/customXml" Target="../ink/ink3852.xml"/><Relationship Id="rId560" Type="http://schemas.openxmlformats.org/officeDocument/2006/relationships/image" Target="../media/image3738.png"/><Relationship Id="rId92" Type="http://schemas.openxmlformats.org/officeDocument/2006/relationships/image" Target="../media/image3514.png"/><Relationship Id="rId213" Type="http://schemas.openxmlformats.org/officeDocument/2006/relationships/customXml" Target="../ink/ink3752.xml"/><Relationship Id="rId420" Type="http://schemas.openxmlformats.org/officeDocument/2006/relationships/customXml" Target="../ink/ink3858.xml"/><Relationship Id="rId616" Type="http://schemas.openxmlformats.org/officeDocument/2006/relationships/customXml" Target="../ink/ink3959.xml"/><Relationship Id="rId255" Type="http://schemas.openxmlformats.org/officeDocument/2006/relationships/image" Target="../media/image3592.png"/><Relationship Id="rId297" Type="http://schemas.openxmlformats.org/officeDocument/2006/relationships/image" Target="../media/image3613.png"/><Relationship Id="rId462" Type="http://schemas.openxmlformats.org/officeDocument/2006/relationships/customXml" Target="../ink/ink3880.xml"/><Relationship Id="rId518" Type="http://schemas.openxmlformats.org/officeDocument/2006/relationships/customXml" Target="../ink/ink3908.xml"/><Relationship Id="rId115" Type="http://schemas.openxmlformats.org/officeDocument/2006/relationships/image" Target="../media/image3525.png"/><Relationship Id="rId157" Type="http://schemas.openxmlformats.org/officeDocument/2006/relationships/image" Target="../media/image3545.png"/><Relationship Id="rId322" Type="http://schemas.openxmlformats.org/officeDocument/2006/relationships/customXml" Target="../ink/ink3807.xml"/><Relationship Id="rId364" Type="http://schemas.openxmlformats.org/officeDocument/2006/relationships/image" Target="../media/image3645.png"/><Relationship Id="rId61" Type="http://schemas.openxmlformats.org/officeDocument/2006/relationships/image" Target="../media/image3499.png"/><Relationship Id="rId199" Type="http://schemas.openxmlformats.org/officeDocument/2006/relationships/image" Target="../media/image3566.png"/><Relationship Id="rId571" Type="http://schemas.openxmlformats.org/officeDocument/2006/relationships/customXml" Target="../ink/ink3936.xml"/><Relationship Id="rId627" Type="http://schemas.openxmlformats.org/officeDocument/2006/relationships/image" Target="../media/image3771.png"/><Relationship Id="rId19" Type="http://schemas.openxmlformats.org/officeDocument/2006/relationships/image" Target="../media/image1844.png"/><Relationship Id="rId224" Type="http://schemas.openxmlformats.org/officeDocument/2006/relationships/image" Target="../media/image3222.png"/><Relationship Id="rId266" Type="http://schemas.openxmlformats.org/officeDocument/2006/relationships/customXml" Target="../ink/ink3779.xml"/><Relationship Id="rId431" Type="http://schemas.openxmlformats.org/officeDocument/2006/relationships/image" Target="../media/image3678.png"/><Relationship Id="rId473" Type="http://schemas.openxmlformats.org/officeDocument/2006/relationships/image" Target="../media/image3697.png"/><Relationship Id="rId529" Type="http://schemas.openxmlformats.org/officeDocument/2006/relationships/customXml" Target="../ink/ink3914.xml"/><Relationship Id="rId30" Type="http://schemas.openxmlformats.org/officeDocument/2006/relationships/image" Target="../media/image3362.png"/><Relationship Id="rId126" Type="http://schemas.openxmlformats.org/officeDocument/2006/relationships/customXml" Target="../ink/ink3708.xml"/><Relationship Id="rId168" Type="http://schemas.openxmlformats.org/officeDocument/2006/relationships/customXml" Target="../ink/ink3729.xml"/><Relationship Id="rId333" Type="http://schemas.openxmlformats.org/officeDocument/2006/relationships/image" Target="../media/image3631.png"/><Relationship Id="rId540" Type="http://schemas.openxmlformats.org/officeDocument/2006/relationships/customXml" Target="../ink/ink3920.xml"/><Relationship Id="rId72" Type="http://schemas.openxmlformats.org/officeDocument/2006/relationships/customXml" Target="../ink/ink3680.xml"/><Relationship Id="rId375" Type="http://schemas.openxmlformats.org/officeDocument/2006/relationships/customXml" Target="../ink/ink3835.xml"/><Relationship Id="rId582" Type="http://schemas.openxmlformats.org/officeDocument/2006/relationships/image" Target="../media/image3749.png"/><Relationship Id="rId638" Type="http://schemas.openxmlformats.org/officeDocument/2006/relationships/customXml" Target="../ink/ink3970.xml"/><Relationship Id="rId3" Type="http://schemas.openxmlformats.org/officeDocument/2006/relationships/image" Target="../media/image986.png"/><Relationship Id="rId235" Type="http://schemas.openxmlformats.org/officeDocument/2006/relationships/customXml" Target="../ink/ink3763.xml"/><Relationship Id="rId277" Type="http://schemas.openxmlformats.org/officeDocument/2006/relationships/image" Target="../media/image3602.png"/><Relationship Id="rId400" Type="http://schemas.openxmlformats.org/officeDocument/2006/relationships/image" Target="../media/image3663.png"/><Relationship Id="rId442" Type="http://schemas.openxmlformats.org/officeDocument/2006/relationships/customXml" Target="../ink/ink3869.xml"/><Relationship Id="rId484" Type="http://schemas.openxmlformats.org/officeDocument/2006/relationships/customXml" Target="../ink/ink3891.xml"/><Relationship Id="rId137" Type="http://schemas.openxmlformats.org/officeDocument/2006/relationships/image" Target="../media/image3535.png"/><Relationship Id="rId302" Type="http://schemas.openxmlformats.org/officeDocument/2006/relationships/customXml" Target="../ink/ink3797.xml"/><Relationship Id="rId344" Type="http://schemas.openxmlformats.org/officeDocument/2006/relationships/image" Target="../media/image3636.png"/><Relationship Id="rId41" Type="http://schemas.openxmlformats.org/officeDocument/2006/relationships/customXml" Target="../ink/ink3663.xml"/><Relationship Id="rId83" Type="http://schemas.openxmlformats.org/officeDocument/2006/relationships/image" Target="../media/image3510.png"/><Relationship Id="rId179" Type="http://schemas.openxmlformats.org/officeDocument/2006/relationships/image" Target="../media/image3556.png"/><Relationship Id="rId386" Type="http://schemas.openxmlformats.org/officeDocument/2006/relationships/image" Target="../media/image3656.png"/><Relationship Id="rId551" Type="http://schemas.openxmlformats.org/officeDocument/2006/relationships/image" Target="../media/image3735.png"/><Relationship Id="rId593" Type="http://schemas.openxmlformats.org/officeDocument/2006/relationships/customXml" Target="../ink/ink3947.xml"/><Relationship Id="rId607" Type="http://schemas.openxmlformats.org/officeDocument/2006/relationships/customXml" Target="../ink/ink3954.xml"/><Relationship Id="rId649" Type="http://schemas.openxmlformats.org/officeDocument/2006/relationships/image" Target="../media/image3780.png"/><Relationship Id="rId190" Type="http://schemas.openxmlformats.org/officeDocument/2006/relationships/customXml" Target="../ink/ink3740.xml"/><Relationship Id="rId204" Type="http://schemas.openxmlformats.org/officeDocument/2006/relationships/image" Target="../media/image3568.png"/><Relationship Id="rId246" Type="http://schemas.openxmlformats.org/officeDocument/2006/relationships/customXml" Target="../ink/ink3769.xml"/><Relationship Id="rId288" Type="http://schemas.openxmlformats.org/officeDocument/2006/relationships/customXml" Target="../ink/ink3790.xml"/><Relationship Id="rId411" Type="http://schemas.openxmlformats.org/officeDocument/2006/relationships/customXml" Target="../ink/ink3853.xml"/><Relationship Id="rId453" Type="http://schemas.openxmlformats.org/officeDocument/2006/relationships/image" Target="../media/image3688.png"/><Relationship Id="rId509" Type="http://schemas.openxmlformats.org/officeDocument/2006/relationships/image" Target="../media/image3715.png"/><Relationship Id="rId106" Type="http://schemas.openxmlformats.org/officeDocument/2006/relationships/image" Target="../media/image3521.png"/><Relationship Id="rId313" Type="http://schemas.openxmlformats.org/officeDocument/2006/relationships/image" Target="../media/image3621.png"/><Relationship Id="rId495" Type="http://schemas.openxmlformats.org/officeDocument/2006/relationships/image" Target="../media/image3707.png"/><Relationship Id="rId10" Type="http://schemas.openxmlformats.org/officeDocument/2006/relationships/customXml" Target="../ink/ink3646.xml"/><Relationship Id="rId52" Type="http://schemas.openxmlformats.org/officeDocument/2006/relationships/customXml" Target="../ink/ink3670.xml"/><Relationship Id="rId94" Type="http://schemas.openxmlformats.org/officeDocument/2006/relationships/image" Target="../media/image3515.png"/><Relationship Id="rId148" Type="http://schemas.openxmlformats.org/officeDocument/2006/relationships/customXml" Target="../ink/ink3719.xml"/><Relationship Id="rId355" Type="http://schemas.openxmlformats.org/officeDocument/2006/relationships/customXml" Target="../ink/ink3825.xml"/><Relationship Id="rId397" Type="http://schemas.openxmlformats.org/officeDocument/2006/relationships/customXml" Target="../ink/ink3846.xml"/><Relationship Id="rId520" Type="http://schemas.openxmlformats.org/officeDocument/2006/relationships/customXml" Target="../ink/ink3909.xml"/><Relationship Id="rId562" Type="http://schemas.openxmlformats.org/officeDocument/2006/relationships/image" Target="../media/image3739.png"/><Relationship Id="rId618" Type="http://schemas.openxmlformats.org/officeDocument/2006/relationships/customXml" Target="../ink/ink3960.xml"/><Relationship Id="rId215" Type="http://schemas.openxmlformats.org/officeDocument/2006/relationships/customXml" Target="../ink/ink3753.xml"/><Relationship Id="rId257" Type="http://schemas.openxmlformats.org/officeDocument/2006/relationships/image" Target="../media/image3593.png"/><Relationship Id="rId422" Type="http://schemas.openxmlformats.org/officeDocument/2006/relationships/customXml" Target="../ink/ink3859.xml"/><Relationship Id="rId464" Type="http://schemas.openxmlformats.org/officeDocument/2006/relationships/customXml" Target="../ink/ink3881.xml"/><Relationship Id="rId299" Type="http://schemas.openxmlformats.org/officeDocument/2006/relationships/image" Target="../media/image3614.png"/><Relationship Id="rId63" Type="http://schemas.openxmlformats.org/officeDocument/2006/relationships/image" Target="../media/image3500.png"/><Relationship Id="rId159" Type="http://schemas.openxmlformats.org/officeDocument/2006/relationships/image" Target="../media/image3546.png"/><Relationship Id="rId366" Type="http://schemas.openxmlformats.org/officeDocument/2006/relationships/image" Target="../media/image3646.png"/><Relationship Id="rId573" Type="http://schemas.openxmlformats.org/officeDocument/2006/relationships/customXml" Target="../ink/ink3937.xml"/><Relationship Id="rId226" Type="http://schemas.openxmlformats.org/officeDocument/2006/relationships/image" Target="../media/image3578.png"/><Relationship Id="rId433" Type="http://schemas.openxmlformats.org/officeDocument/2006/relationships/image" Target="../media/image3679.png"/><Relationship Id="rId640" Type="http://schemas.openxmlformats.org/officeDocument/2006/relationships/customXml" Target="../ink/ink3971.xml"/><Relationship Id="rId74" Type="http://schemas.openxmlformats.org/officeDocument/2006/relationships/customXml" Target="../ink/ink3681.xml"/><Relationship Id="rId377" Type="http://schemas.openxmlformats.org/officeDocument/2006/relationships/customXml" Target="../ink/ink3836.xml"/><Relationship Id="rId500" Type="http://schemas.openxmlformats.org/officeDocument/2006/relationships/customXml" Target="../ink/ink3899.xml"/><Relationship Id="rId584" Type="http://schemas.openxmlformats.org/officeDocument/2006/relationships/image" Target="../media/image3750.png"/><Relationship Id="rId5" Type="http://schemas.openxmlformats.org/officeDocument/2006/relationships/customXml" Target="../ink/ink3643.xml"/><Relationship Id="rId237" Type="http://schemas.openxmlformats.org/officeDocument/2006/relationships/customXml" Target="../ink/ink3764.xml"/><Relationship Id="rId444" Type="http://schemas.openxmlformats.org/officeDocument/2006/relationships/customXml" Target="../ink/ink3870.xml"/><Relationship Id="rId290" Type="http://schemas.openxmlformats.org/officeDocument/2006/relationships/customXml" Target="../ink/ink3791.xml"/><Relationship Id="rId304" Type="http://schemas.openxmlformats.org/officeDocument/2006/relationships/customXml" Target="../ink/ink3798.xml"/><Relationship Id="rId388" Type="http://schemas.openxmlformats.org/officeDocument/2006/relationships/image" Target="../media/image3657.png"/><Relationship Id="rId511" Type="http://schemas.openxmlformats.org/officeDocument/2006/relationships/image" Target="../media/image3716.png"/><Relationship Id="rId609" Type="http://schemas.openxmlformats.org/officeDocument/2006/relationships/image" Target="../media/image3762.png"/><Relationship Id="rId85" Type="http://schemas.openxmlformats.org/officeDocument/2006/relationships/image" Target="../media/image3511.png"/><Relationship Id="rId150" Type="http://schemas.openxmlformats.org/officeDocument/2006/relationships/customXml" Target="../ink/ink3720.xml"/><Relationship Id="rId595" Type="http://schemas.openxmlformats.org/officeDocument/2006/relationships/customXml" Target="../ink/ink3948.xml"/><Relationship Id="rId248" Type="http://schemas.openxmlformats.org/officeDocument/2006/relationships/customXml" Target="../ink/ink3770.xml"/><Relationship Id="rId455" Type="http://schemas.openxmlformats.org/officeDocument/2006/relationships/image" Target="../media/image3689.png"/><Relationship Id="rId12" Type="http://schemas.openxmlformats.org/officeDocument/2006/relationships/customXml" Target="../ink/ink3647.xml"/><Relationship Id="rId108" Type="http://schemas.openxmlformats.org/officeDocument/2006/relationships/image" Target="../media/image3522.png"/><Relationship Id="rId315" Type="http://schemas.openxmlformats.org/officeDocument/2006/relationships/image" Target="../media/image3622.png"/><Relationship Id="rId522" Type="http://schemas.openxmlformats.org/officeDocument/2006/relationships/image" Target="../media/image3721.png"/><Relationship Id="rId96" Type="http://schemas.openxmlformats.org/officeDocument/2006/relationships/image" Target="../media/image3516.png"/><Relationship Id="rId161" Type="http://schemas.openxmlformats.org/officeDocument/2006/relationships/image" Target="../media/image3547.png"/><Relationship Id="rId399" Type="http://schemas.openxmlformats.org/officeDocument/2006/relationships/customXml" Target="../ink/ink3847.xml"/><Relationship Id="rId259" Type="http://schemas.openxmlformats.org/officeDocument/2006/relationships/image" Target="../media/image3594.png"/><Relationship Id="rId466" Type="http://schemas.openxmlformats.org/officeDocument/2006/relationships/customXml" Target="../ink/ink3882.xml"/><Relationship Id="rId23" Type="http://schemas.openxmlformats.org/officeDocument/2006/relationships/image" Target="../media/image3354.png"/><Relationship Id="rId119" Type="http://schemas.openxmlformats.org/officeDocument/2006/relationships/image" Target="../media/image3527.png"/><Relationship Id="rId326" Type="http://schemas.openxmlformats.org/officeDocument/2006/relationships/customXml" Target="../ink/ink3809.xml"/><Relationship Id="rId533" Type="http://schemas.openxmlformats.org/officeDocument/2006/relationships/customXml" Target="../ink/ink3916.xml"/><Relationship Id="rId172" Type="http://schemas.openxmlformats.org/officeDocument/2006/relationships/customXml" Target="../ink/ink3731.xml"/><Relationship Id="rId477" Type="http://schemas.openxmlformats.org/officeDocument/2006/relationships/image" Target="../media/image3699.png"/><Relationship Id="rId600" Type="http://schemas.openxmlformats.org/officeDocument/2006/relationships/image" Target="../media/image3758.png"/><Relationship Id="rId337" Type="http://schemas.openxmlformats.org/officeDocument/2006/relationships/image" Target="../media/image3633.png"/><Relationship Id="rId34" Type="http://schemas.openxmlformats.org/officeDocument/2006/relationships/image" Target="../media/image3363.png"/><Relationship Id="rId544" Type="http://schemas.openxmlformats.org/officeDocument/2006/relationships/customXml" Target="../ink/ink3922.xml"/><Relationship Id="rId183" Type="http://schemas.openxmlformats.org/officeDocument/2006/relationships/image" Target="../media/image3558.png"/><Relationship Id="rId390" Type="http://schemas.openxmlformats.org/officeDocument/2006/relationships/image" Target="../media/image3658.png"/><Relationship Id="rId404" Type="http://schemas.openxmlformats.org/officeDocument/2006/relationships/image" Target="../media/image3665.png"/><Relationship Id="rId611" Type="http://schemas.openxmlformats.org/officeDocument/2006/relationships/image" Target="../media/image3763.png"/><Relationship Id="rId250" Type="http://schemas.openxmlformats.org/officeDocument/2006/relationships/customXml" Target="../ink/ink3771.xml"/><Relationship Id="rId488" Type="http://schemas.openxmlformats.org/officeDocument/2006/relationships/customXml" Target="../ink/ink3893.xml"/><Relationship Id="rId45" Type="http://schemas.openxmlformats.org/officeDocument/2006/relationships/customXml" Target="../ink/ink3666.xml"/><Relationship Id="rId110" Type="http://schemas.openxmlformats.org/officeDocument/2006/relationships/customXml" Target="../ink/ink3700.xml"/><Relationship Id="rId348" Type="http://schemas.openxmlformats.org/officeDocument/2006/relationships/customXml" Target="../ink/ink3821.xml"/><Relationship Id="rId555" Type="http://schemas.openxmlformats.org/officeDocument/2006/relationships/image" Target="../media/image3737.png"/><Relationship Id="rId194" Type="http://schemas.openxmlformats.org/officeDocument/2006/relationships/customXml" Target="../ink/ink3742.xml"/><Relationship Id="rId208" Type="http://schemas.openxmlformats.org/officeDocument/2006/relationships/image" Target="../media/image3570.png"/><Relationship Id="rId415" Type="http://schemas.openxmlformats.org/officeDocument/2006/relationships/image" Target="../media/image3670.png"/><Relationship Id="rId622" Type="http://schemas.openxmlformats.org/officeDocument/2006/relationships/customXml" Target="../ink/ink3962.xml"/><Relationship Id="rId261" Type="http://schemas.openxmlformats.org/officeDocument/2006/relationships/image" Target="../media/image3595.png"/><Relationship Id="rId499" Type="http://schemas.openxmlformats.org/officeDocument/2006/relationships/image" Target="../media/image3709.png"/><Relationship Id="rId56" Type="http://schemas.openxmlformats.org/officeDocument/2006/relationships/customXml" Target="../ink/ink3672.xml"/><Relationship Id="rId359" Type="http://schemas.openxmlformats.org/officeDocument/2006/relationships/customXml" Target="../ink/ink3827.xml"/><Relationship Id="rId566" Type="http://schemas.openxmlformats.org/officeDocument/2006/relationships/image" Target="../media/image3741.png"/><Relationship Id="rId121" Type="http://schemas.openxmlformats.org/officeDocument/2006/relationships/image" Target="../media/image3528.png"/><Relationship Id="rId219" Type="http://schemas.openxmlformats.org/officeDocument/2006/relationships/customXml" Target="../ink/ink3755.xml"/><Relationship Id="rId426" Type="http://schemas.openxmlformats.org/officeDocument/2006/relationships/customXml" Target="../ink/ink3861.xml"/><Relationship Id="rId633" Type="http://schemas.openxmlformats.org/officeDocument/2006/relationships/image" Target="../media/image3774.png"/><Relationship Id="rId67" Type="http://schemas.openxmlformats.org/officeDocument/2006/relationships/image" Target="../media/image3502.png"/><Relationship Id="rId272" Type="http://schemas.openxmlformats.org/officeDocument/2006/relationships/customXml" Target="../ink/ink3782.xml"/><Relationship Id="rId577" Type="http://schemas.openxmlformats.org/officeDocument/2006/relationships/customXml" Target="../ink/ink3939.xml"/><Relationship Id="rId132" Type="http://schemas.openxmlformats.org/officeDocument/2006/relationships/customXml" Target="../ink/ink3711.xml"/><Relationship Id="rId437" Type="http://schemas.openxmlformats.org/officeDocument/2006/relationships/image" Target="../media/image3681.png"/><Relationship Id="rId644" Type="http://schemas.openxmlformats.org/officeDocument/2006/relationships/customXml" Target="../ink/ink3973.xml"/><Relationship Id="rId283" Type="http://schemas.openxmlformats.org/officeDocument/2006/relationships/image" Target="../media/image3605.png"/><Relationship Id="rId490" Type="http://schemas.openxmlformats.org/officeDocument/2006/relationships/customXml" Target="../ink/ink3894.xml"/><Relationship Id="rId504" Type="http://schemas.openxmlformats.org/officeDocument/2006/relationships/customXml" Target="../ink/ink3901.xml"/><Relationship Id="rId78" Type="http://schemas.openxmlformats.org/officeDocument/2006/relationships/customXml" Target="../ink/ink3683.xml"/><Relationship Id="rId143" Type="http://schemas.openxmlformats.org/officeDocument/2006/relationships/image" Target="../media/image3538.png"/><Relationship Id="rId350" Type="http://schemas.openxmlformats.org/officeDocument/2006/relationships/customXml" Target="../ink/ink3822.xml"/><Relationship Id="rId588" Type="http://schemas.openxmlformats.org/officeDocument/2006/relationships/image" Target="../media/image3752.png"/><Relationship Id="rId9" Type="http://schemas.openxmlformats.org/officeDocument/2006/relationships/image" Target="../media/image3229.png"/><Relationship Id="rId210" Type="http://schemas.openxmlformats.org/officeDocument/2006/relationships/image" Target="../media/image3571.png"/><Relationship Id="rId448" Type="http://schemas.openxmlformats.org/officeDocument/2006/relationships/image" Target="../media/image3686.png"/><Relationship Id="rId294" Type="http://schemas.openxmlformats.org/officeDocument/2006/relationships/customXml" Target="../ink/ink3793.xml"/><Relationship Id="rId308" Type="http://schemas.openxmlformats.org/officeDocument/2006/relationships/customXml" Target="../ink/ink3800.xml"/><Relationship Id="rId515" Type="http://schemas.openxmlformats.org/officeDocument/2006/relationships/image" Target="../media/image3718.png"/><Relationship Id="rId89" Type="http://schemas.openxmlformats.org/officeDocument/2006/relationships/customXml" Target="../ink/ink3689.xml"/><Relationship Id="rId154" Type="http://schemas.openxmlformats.org/officeDocument/2006/relationships/customXml" Target="../ink/ink3722.xml"/><Relationship Id="rId361" Type="http://schemas.openxmlformats.org/officeDocument/2006/relationships/customXml" Target="../ink/ink3828.xml"/><Relationship Id="rId599" Type="http://schemas.openxmlformats.org/officeDocument/2006/relationships/customXml" Target="../ink/ink3950.xml"/><Relationship Id="rId459" Type="http://schemas.openxmlformats.org/officeDocument/2006/relationships/image" Target="../media/image3691.png"/></Relationships>
</file>

<file path=ppt/slides/_rels/slide59.xml.rels><?xml version="1.0" encoding="UTF-8" standalone="yes"?>
<Relationships xmlns="http://schemas.openxmlformats.org/package/2006/relationships"><Relationship Id="rId3" Type="http://schemas.openxmlformats.org/officeDocument/2006/relationships/image" Target="../media/image6910.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7810.png"/><Relationship Id="rId5" Type="http://schemas.openxmlformats.org/officeDocument/2006/relationships/image" Target="../media/image8710.png"/><Relationship Id="rId4" Type="http://schemas.openxmlformats.org/officeDocument/2006/relationships/image" Target="../media/image7610.png"/></Relationships>
</file>

<file path=ppt/slides/_rels/slide60.xml.rels><?xml version="1.0" encoding="UTF-8" standalone="yes"?>
<Relationships xmlns="http://schemas.openxmlformats.org/package/2006/relationships"><Relationship Id="rId3" Type="http://schemas.openxmlformats.org/officeDocument/2006/relationships/image" Target="../media/image7110.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8110.png"/><Relationship Id="rId4" Type="http://schemas.openxmlformats.org/officeDocument/2006/relationships/image" Target="../media/image8010.png"/></Relationships>
</file>

<file path=ppt/slides/_rels/slide61.xml.rels><?xml version="1.0" encoding="UTF-8" standalone="yes"?>
<Relationships xmlns="http://schemas.openxmlformats.org/package/2006/relationships"><Relationship Id="rId3" Type="http://schemas.openxmlformats.org/officeDocument/2006/relationships/image" Target="../media/image7910.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781.png"/></Relationships>
</file>

<file path=ppt/slides/_rels/slide62.xml.rels><?xml version="1.0" encoding="UTF-8" standalone="yes"?>
<Relationships xmlns="http://schemas.openxmlformats.org/package/2006/relationships"><Relationship Id="rId3" Type="http://schemas.openxmlformats.org/officeDocument/2006/relationships/image" Target="../media/image3783.png"/><Relationship Id="rId2" Type="http://schemas.openxmlformats.org/officeDocument/2006/relationships/image" Target="../media/image378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785.png"/><Relationship Id="rId2" Type="http://schemas.openxmlformats.org/officeDocument/2006/relationships/image" Target="../media/image378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78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8910.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9010.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3787.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3788.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3789.png"/></Relationships>
</file>

<file path=ppt/slides/_rels/slide77.xml.rels><?xml version="1.0" encoding="UTF-8" standalone="yes"?>
<Relationships xmlns="http://schemas.openxmlformats.org/package/2006/relationships"><Relationship Id="rId2" Type="http://schemas.openxmlformats.org/officeDocument/2006/relationships/image" Target="../media/image378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hyperlink" Target="https://colab.research.google.com/drive/10rLeF4nn7tSXrQ-VCSFs0-s-UztlZwd0?usp=sharing" TargetMode="External"/><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hyperlink" Target="https://colab.research.google.com/drive/1_uU5IsSQzcWgJrb0cJoKjjSSjxIiCFL8?usp=sharing" TargetMode="External"/><Relationship Id="rId4" Type="http://schemas.openxmlformats.org/officeDocument/2006/relationships/hyperlink" Target="https://colab.research.google.com/drive/1On4ljEcaClq454jKBqC13vo02MeKgqXK?usp=shar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027873" y="784909"/>
            <a:ext cx="6029864" cy="5878010"/>
          </a:xfrm>
          <a:prstGeom prst="rect">
            <a:avLst/>
          </a:prstGeom>
        </p:spPr>
      </p:pic>
      <p:sp>
        <p:nvSpPr>
          <p:cNvPr id="5" name="Title 1"/>
          <p:cNvSpPr txBox="1">
            <a:spLocks/>
          </p:cNvSpPr>
          <p:nvPr/>
        </p:nvSpPr>
        <p:spPr bwMode="auto">
          <a:xfrm>
            <a:off x="584224" y="128768"/>
            <a:ext cx="11571136" cy="589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normAutofit fontScale="90000" lnSpcReduction="10000"/>
          </a:bodyPr>
          <a:lstStyle>
            <a:lvl1pPr algn="l" rtl="0" eaLnBrk="1" fontAlgn="base" hangingPunct="1">
              <a:spcBef>
                <a:spcPct val="0"/>
              </a:spcBef>
              <a:spcAft>
                <a:spcPct val="0"/>
              </a:spcAft>
              <a:defRPr sz="6667" kern="1200">
                <a:solidFill>
                  <a:schemeClr val="tx2"/>
                </a:solidFill>
                <a:latin typeface="+mj-lt"/>
                <a:ea typeface="+mj-ea"/>
                <a:cs typeface="+mj-cs"/>
              </a:defRPr>
            </a:lvl1pPr>
            <a:lvl2pPr algn="l" rtl="0" eaLnBrk="1" fontAlgn="base" hangingPunct="1">
              <a:spcBef>
                <a:spcPct val="0"/>
              </a:spcBef>
              <a:spcAft>
                <a:spcPct val="0"/>
              </a:spcAft>
              <a:defRPr sz="6667">
                <a:solidFill>
                  <a:schemeClr val="tx2"/>
                </a:solidFill>
                <a:latin typeface="Calibri" pitchFamily="34" charset="0"/>
              </a:defRPr>
            </a:lvl2pPr>
            <a:lvl3pPr algn="l" rtl="0" eaLnBrk="1" fontAlgn="base" hangingPunct="1">
              <a:spcBef>
                <a:spcPct val="0"/>
              </a:spcBef>
              <a:spcAft>
                <a:spcPct val="0"/>
              </a:spcAft>
              <a:defRPr sz="6667">
                <a:solidFill>
                  <a:schemeClr val="tx2"/>
                </a:solidFill>
                <a:latin typeface="Calibri" pitchFamily="34" charset="0"/>
              </a:defRPr>
            </a:lvl3pPr>
            <a:lvl4pPr algn="l" rtl="0" eaLnBrk="1" fontAlgn="base" hangingPunct="1">
              <a:spcBef>
                <a:spcPct val="0"/>
              </a:spcBef>
              <a:spcAft>
                <a:spcPct val="0"/>
              </a:spcAft>
              <a:defRPr sz="6667">
                <a:solidFill>
                  <a:schemeClr val="tx2"/>
                </a:solidFill>
                <a:latin typeface="Calibri" pitchFamily="34" charset="0"/>
              </a:defRPr>
            </a:lvl4pPr>
            <a:lvl5pPr algn="l" rtl="0" eaLnBrk="1" fontAlgn="base" hangingPunct="1">
              <a:spcBef>
                <a:spcPct val="0"/>
              </a:spcBef>
              <a:spcAft>
                <a:spcPct val="0"/>
              </a:spcAft>
              <a:defRPr sz="6667">
                <a:solidFill>
                  <a:schemeClr val="tx2"/>
                </a:solidFill>
                <a:latin typeface="Calibri" pitchFamily="34" charset="0"/>
              </a:defRPr>
            </a:lvl5pPr>
            <a:lvl6pPr marL="609585" algn="l" rtl="0" eaLnBrk="1" fontAlgn="base" hangingPunct="1">
              <a:spcBef>
                <a:spcPct val="0"/>
              </a:spcBef>
              <a:spcAft>
                <a:spcPct val="0"/>
              </a:spcAft>
              <a:defRPr sz="6667">
                <a:solidFill>
                  <a:schemeClr val="tx2"/>
                </a:solidFill>
                <a:latin typeface="Calibri" pitchFamily="34" charset="0"/>
              </a:defRPr>
            </a:lvl6pPr>
            <a:lvl7pPr marL="1219170" algn="l" rtl="0" eaLnBrk="1" fontAlgn="base" hangingPunct="1">
              <a:spcBef>
                <a:spcPct val="0"/>
              </a:spcBef>
              <a:spcAft>
                <a:spcPct val="0"/>
              </a:spcAft>
              <a:defRPr sz="6667">
                <a:solidFill>
                  <a:schemeClr val="tx2"/>
                </a:solidFill>
                <a:latin typeface="Calibri" pitchFamily="34" charset="0"/>
              </a:defRPr>
            </a:lvl7pPr>
            <a:lvl8pPr marL="1828754" algn="l" rtl="0" eaLnBrk="1" fontAlgn="base" hangingPunct="1">
              <a:spcBef>
                <a:spcPct val="0"/>
              </a:spcBef>
              <a:spcAft>
                <a:spcPct val="0"/>
              </a:spcAft>
              <a:defRPr sz="6667">
                <a:solidFill>
                  <a:schemeClr val="tx2"/>
                </a:solidFill>
                <a:latin typeface="Calibri" pitchFamily="34" charset="0"/>
              </a:defRPr>
            </a:lvl8pPr>
            <a:lvl9pPr marL="2438339" algn="l" rtl="0" eaLnBrk="1" fontAlgn="base" hangingPunct="1">
              <a:spcBef>
                <a:spcPct val="0"/>
              </a:spcBef>
              <a:spcAft>
                <a:spcPct val="0"/>
              </a:spcAft>
              <a:defRPr sz="6667">
                <a:solidFill>
                  <a:schemeClr val="tx2"/>
                </a:solidFill>
                <a:latin typeface="Calibri" pitchFamily="34" charset="0"/>
              </a:defRPr>
            </a:lvl9pPr>
          </a:lstStyle>
          <a:p>
            <a:pPr algn="ctr"/>
            <a:r>
              <a:rPr lang="en-US" sz="4267" b="1" dirty="0">
                <a:solidFill>
                  <a:srgbClr val="0070C0"/>
                </a:solidFill>
                <a:latin typeface="Arial" pitchFamily="34" charset="0"/>
                <a:cs typeface="Arial" pitchFamily="34" charset="0"/>
              </a:rPr>
              <a:t>Statistical Distance</a:t>
            </a:r>
            <a:endParaRPr lang="en-IN" sz="4267" b="1" dirty="0">
              <a:solidFill>
                <a:srgbClr val="0070C0"/>
              </a:solidFill>
              <a:latin typeface="Arial" pitchFamily="34" charset="0"/>
              <a:cs typeface="Arial" pitchFamily="34" charset="0"/>
            </a:endParaRPr>
          </a:p>
        </p:txBody>
      </p:sp>
    </p:spTree>
    <p:extLst>
      <p:ext uri="{BB962C8B-B14F-4D97-AF65-F5344CB8AC3E}">
        <p14:creationId xmlns:p14="http://schemas.microsoft.com/office/powerpoint/2010/main" val="24716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066A58-9F02-F32A-88AF-E418F874A882}"/>
              </a:ext>
            </a:extLst>
          </p:cNvPr>
          <p:cNvSpPr txBox="1"/>
          <p:nvPr/>
        </p:nvSpPr>
        <p:spPr>
          <a:xfrm>
            <a:off x="584224" y="1485503"/>
            <a:ext cx="11002180" cy="3755772"/>
          </a:xfrm>
          <a:prstGeom prst="rect">
            <a:avLst/>
          </a:prstGeom>
          <a:noFill/>
        </p:spPr>
        <p:txBody>
          <a:bodyPr wrap="square" rtlCol="0">
            <a:spAutoFit/>
          </a:bodyPr>
          <a:lstStyle/>
          <a:p>
            <a:pPr algn="just" defTabSz="1219170">
              <a:lnSpc>
                <a:spcPct val="150000"/>
              </a:lnSpc>
              <a:buClr>
                <a:srgbClr val="0000FF"/>
              </a:buClr>
            </a:pPr>
            <a:r>
              <a:rPr lang="en-US" sz="2267" b="1" dirty="0">
                <a:solidFill>
                  <a:schemeClr val="bg1"/>
                </a:solidFill>
                <a:latin typeface="Arial" panose="020B0604020202020204" pitchFamily="34" charset="0"/>
                <a:cs typeface="Arial" panose="020B0604020202020204" pitchFamily="34" charset="0"/>
              </a:rPr>
              <a:t>Reference Books</a:t>
            </a:r>
          </a:p>
          <a:p>
            <a:pPr marL="380990" indent="-380990" algn="just" defTabSz="1219170">
              <a:lnSpc>
                <a:spcPct val="150000"/>
              </a:lnSpc>
              <a:buClr>
                <a:srgbClr val="0000FF"/>
              </a:buClr>
              <a:buFont typeface="Wingdings" panose="05000000000000000000" pitchFamily="2" charset="2"/>
              <a:buChar char="v"/>
            </a:pPr>
            <a:r>
              <a:rPr lang="it-IT" sz="2267" dirty="0">
                <a:solidFill>
                  <a:schemeClr val="bg1"/>
                </a:solidFill>
                <a:latin typeface="Arial" panose="020B0604020202020204" pitchFamily="34" charset="0"/>
                <a:cs typeface="Arial" panose="020B0604020202020204" pitchFamily="34" charset="0"/>
              </a:rPr>
              <a:t>Brereton R. J., </a:t>
            </a:r>
            <a:r>
              <a:rPr lang="en-US" sz="2267" dirty="0">
                <a:solidFill>
                  <a:schemeClr val="bg1"/>
                </a:solidFill>
                <a:latin typeface="Arial" panose="020B0604020202020204" pitchFamily="34" charset="0"/>
                <a:cs typeface="Arial" panose="020B0604020202020204" pitchFamily="34" charset="0"/>
              </a:rPr>
              <a:t>The Chi Squared and </a:t>
            </a:r>
            <a:r>
              <a:rPr lang="en-US" sz="2267" dirty="0" err="1">
                <a:solidFill>
                  <a:schemeClr val="bg1"/>
                </a:solidFill>
                <a:latin typeface="Arial" panose="020B0604020202020204" pitchFamily="34" charset="0"/>
                <a:cs typeface="Arial" panose="020B0604020202020204" pitchFamily="34" charset="0"/>
              </a:rPr>
              <a:t>Multinormal</a:t>
            </a:r>
            <a:r>
              <a:rPr lang="en-US" sz="2267" dirty="0">
                <a:solidFill>
                  <a:schemeClr val="bg1"/>
                </a:solidFill>
                <a:latin typeface="Arial" panose="020B0604020202020204" pitchFamily="34" charset="0"/>
                <a:cs typeface="Arial" panose="020B0604020202020204" pitchFamily="34" charset="0"/>
              </a:rPr>
              <a:t> Distributions, </a:t>
            </a:r>
            <a:r>
              <a:rPr lang="it-IT" sz="2267" dirty="0">
                <a:solidFill>
                  <a:schemeClr val="bg1"/>
                </a:solidFill>
                <a:latin typeface="Arial" panose="020B0604020202020204" pitchFamily="34" charset="0"/>
                <a:cs typeface="Arial" panose="020B0604020202020204" pitchFamily="34" charset="0"/>
              </a:rPr>
              <a:t>J. Chemometrics 2015, 29: 9–12</a:t>
            </a:r>
          </a:p>
          <a:p>
            <a:pPr marL="380990" indent="-380990" algn="just" defTabSz="1219170">
              <a:lnSpc>
                <a:spcPct val="150000"/>
              </a:lnSpc>
              <a:buClr>
                <a:srgbClr val="0000FF"/>
              </a:buClr>
              <a:buFont typeface="Wingdings" panose="05000000000000000000" pitchFamily="2" charset="2"/>
              <a:buChar char="v"/>
            </a:pPr>
            <a:r>
              <a:rPr lang="en-US" sz="2267" dirty="0">
                <a:solidFill>
                  <a:schemeClr val="bg1"/>
                </a:solidFill>
                <a:latin typeface="Arial" panose="020B0604020202020204" pitchFamily="34" charset="0"/>
                <a:cs typeface="Arial" panose="020B0604020202020204" pitchFamily="34" charset="0"/>
              </a:rPr>
              <a:t>Johnson R A and D W Wichern, Applied Multivariate Statistical Analysis, Prentice Hall, 2002. </a:t>
            </a:r>
          </a:p>
          <a:p>
            <a:pPr marL="380990" indent="-380990" algn="just" defTabSz="1219170">
              <a:lnSpc>
                <a:spcPct val="150000"/>
              </a:lnSpc>
              <a:buClr>
                <a:srgbClr val="0000FF"/>
              </a:buClr>
              <a:buFont typeface="Wingdings" panose="05000000000000000000" pitchFamily="2" charset="2"/>
              <a:buChar char="v"/>
            </a:pPr>
            <a:r>
              <a:rPr lang="en-US" sz="2267" dirty="0" err="1">
                <a:solidFill>
                  <a:schemeClr val="bg1"/>
                </a:solidFill>
                <a:latin typeface="Arial" panose="020B0604020202020204" pitchFamily="34" charset="0"/>
                <a:cs typeface="Arial" panose="020B0604020202020204" pitchFamily="34" charset="0"/>
              </a:rPr>
              <a:t>Maiti</a:t>
            </a:r>
            <a:r>
              <a:rPr lang="en-US" sz="2267" dirty="0">
                <a:solidFill>
                  <a:schemeClr val="bg1"/>
                </a:solidFill>
                <a:latin typeface="Arial" panose="020B0604020202020204" pitchFamily="34" charset="0"/>
                <a:cs typeface="Arial" panose="020B0604020202020204" pitchFamily="34" charset="0"/>
              </a:rPr>
              <a:t> J, Multivariate Statistical Modeling in Engineering and Management, CRC Press, 2023</a:t>
            </a:r>
          </a:p>
        </p:txBody>
      </p:sp>
    </p:spTree>
    <p:extLst>
      <p:ext uri="{BB962C8B-B14F-4D97-AF65-F5344CB8AC3E}">
        <p14:creationId xmlns:p14="http://schemas.microsoft.com/office/powerpoint/2010/main" val="2948767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2C36248-ACAF-63A0-D213-045476761D9D}"/>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F8707A59-C135-2805-BCE9-312CBCAFB408}"/>
              </a:ext>
            </a:extLst>
          </p:cNvPr>
          <p:cNvSpPr>
            <a:spLocks noGrp="1"/>
          </p:cNvSpPr>
          <p:nvPr>
            <p:ph type="ctrTitle"/>
          </p:nvPr>
        </p:nvSpPr>
        <p:spPr>
          <a:xfrm>
            <a:off x="224109" y="309417"/>
            <a:ext cx="11571136" cy="589235"/>
          </a:xfrm>
        </p:spPr>
        <p:txBody>
          <a:bodyPr>
            <a:normAutofit/>
          </a:bodyPr>
          <a:lstStyle/>
          <a:p>
            <a:pPr algn="ctr"/>
            <a:r>
              <a:rPr lang="en-US" sz="3600" dirty="0">
                <a:solidFill>
                  <a:srgbClr val="0070C0"/>
                </a:solidFill>
                <a:latin typeface="Arial" pitchFamily="34" charset="0"/>
                <a:cs typeface="Arial" pitchFamily="34" charset="0"/>
              </a:rPr>
              <a:t>Two-Dimensional Scattered Data Plot</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D0AEF292-F3DE-6D8F-9E52-994164B7D4E9}"/>
              </a:ext>
            </a:extLst>
          </p:cNvPr>
          <p:cNvSpPr txBox="1"/>
          <p:nvPr/>
        </p:nvSpPr>
        <p:spPr>
          <a:xfrm>
            <a:off x="440966" y="1202449"/>
            <a:ext cx="6405675" cy="4455066"/>
          </a:xfrm>
          <a:prstGeom prst="rect">
            <a:avLst/>
          </a:prstGeom>
          <a:noFill/>
        </p:spPr>
        <p:txBody>
          <a:bodyPr wrap="square" rtlCol="0">
            <a:spAutoFit/>
          </a:bodyPr>
          <a:lstStyle/>
          <a:p>
            <a:pPr marL="380990" indent="-380990" algn="just" defTabSz="1219170">
              <a:lnSpc>
                <a:spcPct val="150000"/>
              </a:lnSpc>
              <a:buClr>
                <a:srgbClr val="0000FF"/>
              </a:buClr>
              <a:buFont typeface="Wingdings" panose="05000000000000000000" pitchFamily="2" charset="2"/>
              <a:buChar char="v"/>
            </a:pPr>
            <a:r>
              <a:rPr lang="en-US" sz="2100" dirty="0">
                <a:solidFill>
                  <a:prstClr val="black"/>
                </a:solidFill>
                <a:latin typeface="Arial" panose="020B0604020202020204" pitchFamily="34" charset="0"/>
                <a:cs typeface="Arial" panose="020B0604020202020204" pitchFamily="34" charset="0"/>
              </a:rPr>
              <a:t>Consider Fig. on RHS, a bivariate scatter plot of variables X and Y </a:t>
            </a:r>
          </a:p>
          <a:p>
            <a:pPr marL="380990" indent="-380990" algn="just" defTabSz="1219170">
              <a:lnSpc>
                <a:spcPct val="150000"/>
              </a:lnSpc>
              <a:buClr>
                <a:srgbClr val="0000FF"/>
              </a:buClr>
              <a:buFont typeface="Wingdings" panose="05000000000000000000" pitchFamily="2" charset="2"/>
              <a:buChar char="v"/>
            </a:pPr>
            <a:r>
              <a:rPr lang="en-US" sz="2100" dirty="0">
                <a:solidFill>
                  <a:prstClr val="black"/>
                </a:solidFill>
                <a:latin typeface="Arial" panose="020B0604020202020204" pitchFamily="34" charset="0"/>
                <a:cs typeface="Arial" panose="020B0604020202020204" pitchFamily="34" charset="0"/>
              </a:rPr>
              <a:t>The population (sample) is characterized by the two variables X and Y </a:t>
            </a:r>
          </a:p>
          <a:p>
            <a:pPr marL="342900" indent="-342900" algn="just" defTabSz="1219170">
              <a:lnSpc>
                <a:spcPct val="150000"/>
              </a:lnSpc>
              <a:buClr>
                <a:srgbClr val="0000FF"/>
              </a:buClr>
              <a:buFont typeface="Wingdings" panose="05000000000000000000" pitchFamily="2" charset="2"/>
              <a:buChar char="v"/>
            </a:pPr>
            <a:r>
              <a:rPr lang="en-US" sz="2100" dirty="0">
                <a:solidFill>
                  <a:prstClr val="black"/>
                </a:solidFill>
                <a:latin typeface="Arial" panose="020B0604020202020204" pitchFamily="34" charset="0"/>
                <a:cs typeface="Arial" panose="020B0604020202020204" pitchFamily="34" charset="0"/>
              </a:rPr>
              <a:t>The population (sample) shows scattered values along both X and Y dimensions.</a:t>
            </a:r>
          </a:p>
          <a:p>
            <a:pPr marL="342900" indent="-342900" algn="just" defTabSz="1219170">
              <a:lnSpc>
                <a:spcPct val="150000"/>
              </a:lnSpc>
              <a:buClr>
                <a:srgbClr val="0000FF"/>
              </a:buClr>
              <a:buFont typeface="Wingdings" panose="05000000000000000000" pitchFamily="2" charset="2"/>
              <a:buChar char="v"/>
            </a:pPr>
            <a:r>
              <a:rPr lang="en-US" sz="2100" dirty="0">
                <a:solidFill>
                  <a:prstClr val="black"/>
                </a:solidFill>
                <a:latin typeface="Arial" panose="020B0604020202020204" pitchFamily="34" charset="0"/>
                <a:cs typeface="Arial" panose="020B0604020202020204" pitchFamily="34" charset="0"/>
              </a:rPr>
              <a:t>Variability along X (</a:t>
            </a:r>
            <a:r>
              <a:rPr lang="en-US" sz="2100" dirty="0">
                <a:solidFill>
                  <a:prstClr val="black"/>
                </a:solidFill>
                <a:latin typeface="Arial" panose="020B0604020202020204" pitchFamily="34" charset="0"/>
                <a:cs typeface="Arial" panose="020B0604020202020204" pitchFamily="34" charset="0"/>
                <a:sym typeface="Symbol" panose="05050102010706020507" pitchFamily="18" charset="2"/>
              </a:rPr>
              <a:t></a:t>
            </a:r>
            <a:r>
              <a:rPr lang="en-US" sz="2100" baseline="-25000" dirty="0">
                <a:solidFill>
                  <a:prstClr val="black"/>
                </a:solidFill>
                <a:latin typeface="Arial" panose="020B0604020202020204" pitchFamily="34" charset="0"/>
                <a:cs typeface="Arial" panose="020B0604020202020204" pitchFamily="34" charset="0"/>
                <a:sym typeface="Symbol" panose="05050102010706020507" pitchFamily="18" charset="2"/>
              </a:rPr>
              <a:t>X</a:t>
            </a:r>
            <a:r>
              <a:rPr lang="en-US" sz="2100" baseline="30000" dirty="0">
                <a:solidFill>
                  <a:prstClr val="black"/>
                </a:solidFill>
                <a:latin typeface="Arial" panose="020B0604020202020204" pitchFamily="34" charset="0"/>
                <a:cs typeface="Arial" panose="020B0604020202020204" pitchFamily="34" charset="0"/>
                <a:sym typeface="Symbol" panose="05050102010706020507" pitchFamily="18" charset="2"/>
              </a:rPr>
              <a:t>2</a:t>
            </a:r>
            <a:r>
              <a:rPr lang="en-US" sz="2100" dirty="0">
                <a:solidFill>
                  <a:prstClr val="black"/>
                </a:solidFill>
                <a:latin typeface="Arial" panose="020B0604020202020204" pitchFamily="34" charset="0"/>
                <a:cs typeface="Arial" panose="020B0604020202020204" pitchFamily="34" charset="0"/>
                <a:sym typeface="Symbol" panose="05050102010706020507" pitchFamily="18" charset="2"/>
              </a:rPr>
              <a:t> ) is greater than along Y (</a:t>
            </a:r>
            <a:r>
              <a:rPr lang="en-US" sz="2100" dirty="0">
                <a:solidFill>
                  <a:prstClr val="black"/>
                </a:solidFill>
                <a:latin typeface="Arial" panose="020B0604020202020204" pitchFamily="34" charset="0"/>
                <a:cs typeface="Arial" panose="020B0604020202020204" pitchFamily="34" charset="0"/>
              </a:rPr>
              <a:t>say </a:t>
            </a:r>
            <a:r>
              <a:rPr lang="en-US" sz="2100" dirty="0">
                <a:solidFill>
                  <a:prstClr val="black"/>
                </a:solidFill>
                <a:latin typeface="Arial" panose="020B0604020202020204" pitchFamily="34" charset="0"/>
                <a:cs typeface="Arial" panose="020B0604020202020204" pitchFamily="34" charset="0"/>
                <a:sym typeface="Symbol" panose="05050102010706020507" pitchFamily="18" charset="2"/>
              </a:rPr>
              <a:t></a:t>
            </a:r>
            <a:r>
              <a:rPr lang="en-US" sz="2100" baseline="-25000" dirty="0">
                <a:solidFill>
                  <a:prstClr val="black"/>
                </a:solidFill>
                <a:latin typeface="Arial" panose="020B0604020202020204" pitchFamily="34" charset="0"/>
                <a:cs typeface="Arial" panose="020B0604020202020204" pitchFamily="34" charset="0"/>
                <a:sym typeface="Symbol" panose="05050102010706020507" pitchFamily="18" charset="2"/>
              </a:rPr>
              <a:t>Y</a:t>
            </a:r>
            <a:r>
              <a:rPr lang="en-US" sz="2100" baseline="30000" dirty="0">
                <a:solidFill>
                  <a:prstClr val="black"/>
                </a:solidFill>
                <a:latin typeface="Arial" panose="020B0604020202020204" pitchFamily="34" charset="0"/>
                <a:cs typeface="Arial" panose="020B0604020202020204" pitchFamily="34" charset="0"/>
                <a:sym typeface="Symbol" panose="05050102010706020507" pitchFamily="18" charset="2"/>
              </a:rPr>
              <a:t>2</a:t>
            </a:r>
            <a:r>
              <a:rPr lang="en-US" sz="2100" dirty="0">
                <a:solidFill>
                  <a:prstClr val="black"/>
                </a:solidFill>
                <a:latin typeface="Arial" panose="020B0604020202020204" pitchFamily="34" charset="0"/>
                <a:cs typeface="Arial" panose="020B0604020202020204" pitchFamily="34" charset="0"/>
                <a:sym typeface="Symbol" panose="05050102010706020507" pitchFamily="18" charset="2"/>
              </a:rPr>
              <a:t>), </a:t>
            </a:r>
          </a:p>
          <a:p>
            <a:pPr marL="342900" indent="-342900" algn="just" defTabSz="1219170">
              <a:lnSpc>
                <a:spcPct val="150000"/>
              </a:lnSpc>
              <a:buClr>
                <a:srgbClr val="0000FF"/>
              </a:buClr>
              <a:buFont typeface="Wingdings" panose="05000000000000000000" pitchFamily="2" charset="2"/>
              <a:buChar char="v"/>
            </a:pPr>
            <a:r>
              <a:rPr lang="en-US" sz="2100" dirty="0">
                <a:solidFill>
                  <a:prstClr val="black"/>
                </a:solidFill>
                <a:latin typeface="Arial" panose="020B0604020202020204" pitchFamily="34" charset="0"/>
                <a:cs typeface="Arial" panose="020B0604020202020204" pitchFamily="34" charset="0"/>
                <a:sym typeface="Symbol" panose="05050102010706020507" pitchFamily="18" charset="2"/>
              </a:rPr>
              <a:t>The two variables are not correlated</a:t>
            </a:r>
          </a:p>
        </p:txBody>
      </p:sp>
      <p:pic>
        <p:nvPicPr>
          <p:cNvPr id="3" name="Picture 2"/>
          <p:cNvPicPr>
            <a:picLocks noChangeAspect="1"/>
          </p:cNvPicPr>
          <p:nvPr/>
        </p:nvPicPr>
        <p:blipFill>
          <a:blip r:embed="rId3"/>
          <a:stretch>
            <a:fillRect/>
          </a:stretch>
        </p:blipFill>
        <p:spPr>
          <a:xfrm>
            <a:off x="7202595" y="1081742"/>
            <a:ext cx="4763165" cy="4696480"/>
          </a:xfrm>
          <a:prstGeom prst="rect">
            <a:avLst/>
          </a:prstGeom>
        </p:spPr>
      </p:pic>
    </p:spTree>
    <p:extLst>
      <p:ext uri="{BB962C8B-B14F-4D97-AF65-F5344CB8AC3E}">
        <p14:creationId xmlns:p14="http://schemas.microsoft.com/office/powerpoint/2010/main" val="2193317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36248-ACAF-63A0-D213-045476761D9D}"/>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F8707A59-C135-2805-BCE9-312CBCAFB408}"/>
              </a:ext>
            </a:extLst>
          </p:cNvPr>
          <p:cNvSpPr>
            <a:spLocks noGrp="1"/>
          </p:cNvSpPr>
          <p:nvPr>
            <p:ph type="ctrTitle"/>
          </p:nvPr>
        </p:nvSpPr>
        <p:spPr>
          <a:xfrm>
            <a:off x="246969" y="58756"/>
            <a:ext cx="11571136" cy="589235"/>
          </a:xfrm>
        </p:spPr>
        <p:txBody>
          <a:bodyPr>
            <a:normAutofit/>
          </a:bodyPr>
          <a:lstStyle/>
          <a:p>
            <a:pPr algn="ctr"/>
            <a:r>
              <a:rPr lang="en-US" sz="3600" dirty="0">
                <a:solidFill>
                  <a:srgbClr val="0070C0"/>
                </a:solidFill>
                <a:latin typeface="Arial" pitchFamily="34" charset="0"/>
                <a:cs typeface="Arial" pitchFamily="34" charset="0"/>
              </a:rPr>
              <a:t>Two-Dimensional Scattered Data Plot</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D0AEF292-F3DE-6D8F-9E52-994164B7D4E9}"/>
              </a:ext>
            </a:extLst>
          </p:cNvPr>
          <p:cNvSpPr txBox="1"/>
          <p:nvPr/>
        </p:nvSpPr>
        <p:spPr>
          <a:xfrm>
            <a:off x="85989" y="671142"/>
            <a:ext cx="6977751" cy="5909310"/>
          </a:xfrm>
          <a:prstGeom prst="rect">
            <a:avLst/>
          </a:prstGeom>
          <a:noFill/>
        </p:spPr>
        <p:txBody>
          <a:bodyPr wrap="square" rtlCol="0">
            <a:spAutoFit/>
          </a:bodyPr>
          <a:lstStyle/>
          <a:p>
            <a:pPr marL="380990" indent="-380990" algn="just" defTabSz="1219170">
              <a:lnSpc>
                <a:spcPct val="150000"/>
              </a:lnSpc>
              <a:buClr>
                <a:srgbClr val="0000FF"/>
              </a:buClr>
              <a:buFont typeface="Wingdings" panose="05000000000000000000" pitchFamily="2" charset="2"/>
              <a:buChar char="v"/>
            </a:pPr>
            <a:r>
              <a:rPr lang="en-US" b="1" dirty="0">
                <a:solidFill>
                  <a:prstClr val="black"/>
                </a:solidFill>
                <a:latin typeface="Arial" panose="020B0604020202020204" pitchFamily="34" charset="0"/>
                <a:cs typeface="Arial" panose="020B0604020202020204" pitchFamily="34" charset="0"/>
              </a:rPr>
              <a:t>Data Generation: </a:t>
            </a:r>
            <a:r>
              <a:rPr lang="en-US" dirty="0">
                <a:solidFill>
                  <a:prstClr val="black"/>
                </a:solidFill>
                <a:latin typeface="Arial" panose="020B0604020202020204" pitchFamily="34" charset="0"/>
                <a:cs typeface="Arial" panose="020B0604020202020204" pitchFamily="34" charset="0"/>
              </a:rPr>
              <a:t>The dataset consists of 300 points drawn from a bivariate normal distribution where the dimensions are independent.</a:t>
            </a:r>
          </a:p>
          <a:p>
            <a:pPr marL="380990" indent="-380990" algn="just" defTabSz="1219170">
              <a:lnSpc>
                <a:spcPct val="150000"/>
              </a:lnSpc>
              <a:buClr>
                <a:srgbClr val="0000FF"/>
              </a:buClr>
              <a:buFont typeface="Wingdings" panose="05000000000000000000" pitchFamily="2" charset="2"/>
              <a:buChar char="v"/>
            </a:pPr>
            <a:r>
              <a:rPr lang="en-US" b="1" dirty="0">
                <a:solidFill>
                  <a:prstClr val="black"/>
                </a:solidFill>
                <a:latin typeface="Arial" panose="020B0604020202020204" pitchFamily="34" charset="0"/>
                <a:cs typeface="Arial" panose="020B0604020202020204" pitchFamily="34" charset="0"/>
              </a:rPr>
              <a:t>X-axis Variance: </a:t>
            </a:r>
            <a:r>
              <a:rPr lang="en-US" dirty="0">
                <a:solidFill>
                  <a:prstClr val="black"/>
                </a:solidFill>
                <a:latin typeface="Arial" panose="020B0604020202020204" pitchFamily="34" charset="0"/>
                <a:cs typeface="Arial" panose="020B0604020202020204" pitchFamily="34" charset="0"/>
              </a:rPr>
              <a:t>The standard deviation along the X-axis is set to </a:t>
            </a:r>
            <a:r>
              <a:rPr lang="en-US" dirty="0" err="1">
                <a:solidFill>
                  <a:prstClr val="black"/>
                </a:solidFill>
                <a:latin typeface="Arial" panose="020B0604020202020204" pitchFamily="34" charset="0"/>
                <a:cs typeface="Arial" panose="020B0604020202020204" pitchFamily="34" charset="0"/>
              </a:rPr>
              <a:t>σ</a:t>
            </a:r>
            <a:r>
              <a:rPr lang="en-US" baseline="-25000" dirty="0" err="1">
                <a:solidFill>
                  <a:prstClr val="black"/>
                </a:solidFill>
                <a:latin typeface="Arial" panose="020B0604020202020204" pitchFamily="34" charset="0"/>
                <a:cs typeface="Arial" panose="020B0604020202020204" pitchFamily="34" charset="0"/>
              </a:rPr>
              <a:t>x</a:t>
            </a:r>
            <a:r>
              <a:rPr lang="en-US" dirty="0">
                <a:solidFill>
                  <a:prstClr val="black"/>
                </a:solidFill>
                <a:latin typeface="Arial" panose="020B0604020202020204" pitchFamily="34" charset="0"/>
                <a:cs typeface="Arial" panose="020B0604020202020204" pitchFamily="34" charset="0"/>
              </a:rPr>
              <a:t>​=3.0, yielding a variance of σ</a:t>
            </a:r>
            <a:r>
              <a:rPr lang="en-US" baseline="-25000" dirty="0">
                <a:solidFill>
                  <a:prstClr val="black"/>
                </a:solidFill>
                <a:latin typeface="Arial" panose="020B0604020202020204" pitchFamily="34" charset="0"/>
                <a:cs typeface="Arial" panose="020B0604020202020204" pitchFamily="34" charset="0"/>
              </a:rPr>
              <a:t>x</a:t>
            </a:r>
            <a:r>
              <a:rPr lang="en-US" baseline="30000" dirty="0">
                <a:solidFill>
                  <a:prstClr val="black"/>
                </a:solidFill>
                <a:latin typeface="Arial" panose="020B0604020202020204" pitchFamily="34" charset="0"/>
                <a:cs typeface="Arial" panose="020B0604020202020204" pitchFamily="34" charset="0"/>
              </a:rPr>
              <a:t>2</a:t>
            </a:r>
            <a:r>
              <a:rPr lang="en-US" dirty="0">
                <a:solidFill>
                  <a:prstClr val="black"/>
                </a:solidFill>
                <a:latin typeface="Arial" panose="020B0604020202020204" pitchFamily="34" charset="0"/>
                <a:cs typeface="Arial" panose="020B0604020202020204" pitchFamily="34" charset="0"/>
              </a:rPr>
              <a:t>​=9.0</a:t>
            </a:r>
          </a:p>
          <a:p>
            <a:pPr marL="380990" indent="-380990" algn="just" defTabSz="1219170">
              <a:lnSpc>
                <a:spcPct val="150000"/>
              </a:lnSpc>
              <a:buClr>
                <a:srgbClr val="0000FF"/>
              </a:buClr>
              <a:buFont typeface="Wingdings" panose="05000000000000000000" pitchFamily="2" charset="2"/>
              <a:buChar char="v"/>
            </a:pPr>
            <a:r>
              <a:rPr lang="en-US" b="1" dirty="0">
                <a:solidFill>
                  <a:prstClr val="black"/>
                </a:solidFill>
                <a:latin typeface="Arial" panose="020B0604020202020204" pitchFamily="34" charset="0"/>
                <a:cs typeface="Arial" panose="020B0604020202020204" pitchFamily="34" charset="0"/>
              </a:rPr>
              <a:t>Y-axis Variance: </a:t>
            </a:r>
            <a:r>
              <a:rPr lang="en-US" dirty="0">
                <a:solidFill>
                  <a:prstClr val="black"/>
                </a:solidFill>
                <a:latin typeface="Arial" panose="020B0604020202020204" pitchFamily="34" charset="0"/>
                <a:cs typeface="Arial" panose="020B0604020202020204" pitchFamily="34" charset="0"/>
              </a:rPr>
              <a:t>The standard deviation along the Y-axis is set to </a:t>
            </a:r>
            <a:r>
              <a:rPr lang="en-US" dirty="0" err="1">
                <a:solidFill>
                  <a:prstClr val="black"/>
                </a:solidFill>
                <a:latin typeface="Arial" panose="020B0604020202020204" pitchFamily="34" charset="0"/>
                <a:cs typeface="Arial" panose="020B0604020202020204" pitchFamily="34" charset="0"/>
              </a:rPr>
              <a:t>σ</a:t>
            </a:r>
            <a:r>
              <a:rPr lang="en-US" baseline="-25000" dirty="0" err="1">
                <a:solidFill>
                  <a:prstClr val="black"/>
                </a:solidFill>
                <a:latin typeface="Arial" panose="020B0604020202020204" pitchFamily="34" charset="0"/>
                <a:cs typeface="Arial" panose="020B0604020202020204" pitchFamily="34" charset="0"/>
              </a:rPr>
              <a:t>y</a:t>
            </a:r>
            <a:r>
              <a:rPr lang="en-US" baseline="-25000" dirty="0">
                <a:solidFill>
                  <a:prstClr val="black"/>
                </a:solidFill>
                <a:latin typeface="Arial" panose="020B0604020202020204" pitchFamily="34" charset="0"/>
                <a:cs typeface="Arial" panose="020B0604020202020204" pitchFamily="34" charset="0"/>
              </a:rPr>
              <a:t>​</a:t>
            </a:r>
            <a:r>
              <a:rPr lang="en-US" dirty="0">
                <a:solidFill>
                  <a:prstClr val="black"/>
                </a:solidFill>
                <a:latin typeface="Arial" panose="020B0604020202020204" pitchFamily="34" charset="0"/>
                <a:cs typeface="Arial" panose="020B0604020202020204" pitchFamily="34" charset="0"/>
              </a:rPr>
              <a:t>=1.0, yielding a variance of σ</a:t>
            </a:r>
            <a:r>
              <a:rPr lang="en-US" baseline="-25000" dirty="0">
                <a:solidFill>
                  <a:prstClr val="black"/>
                </a:solidFill>
                <a:latin typeface="Arial" panose="020B0604020202020204" pitchFamily="34" charset="0"/>
                <a:cs typeface="Arial" panose="020B0604020202020204" pitchFamily="34" charset="0"/>
              </a:rPr>
              <a:t>y</a:t>
            </a:r>
            <a:r>
              <a:rPr lang="en-US" baseline="30000" dirty="0">
                <a:solidFill>
                  <a:prstClr val="black"/>
                </a:solidFill>
                <a:latin typeface="Arial" panose="020B0604020202020204" pitchFamily="34" charset="0"/>
                <a:cs typeface="Arial" panose="020B0604020202020204" pitchFamily="34" charset="0"/>
              </a:rPr>
              <a:t>2</a:t>
            </a:r>
            <a:r>
              <a:rPr lang="en-US" dirty="0">
                <a:solidFill>
                  <a:prstClr val="black"/>
                </a:solidFill>
                <a:latin typeface="Arial" panose="020B0604020202020204" pitchFamily="34" charset="0"/>
                <a:cs typeface="Arial" panose="020B0604020202020204" pitchFamily="34" charset="0"/>
              </a:rPr>
              <a:t>​=1.0</a:t>
            </a:r>
          </a:p>
          <a:p>
            <a:pPr marL="380990" indent="-380990" algn="just" defTabSz="1219170">
              <a:lnSpc>
                <a:spcPct val="150000"/>
              </a:lnSpc>
              <a:buClr>
                <a:srgbClr val="0000FF"/>
              </a:buClr>
              <a:buFont typeface="Wingdings" panose="05000000000000000000" pitchFamily="2" charset="2"/>
              <a:buChar char="v"/>
            </a:pPr>
            <a:r>
              <a:rPr lang="en-US" dirty="0">
                <a:solidFill>
                  <a:prstClr val="black"/>
                </a:solidFill>
                <a:latin typeface="Arial" panose="020B0604020202020204" pitchFamily="34" charset="0"/>
                <a:cs typeface="Arial" panose="020B0604020202020204" pitchFamily="34" charset="0"/>
              </a:rPr>
              <a:t> </a:t>
            </a:r>
            <a:r>
              <a:rPr lang="en-US" b="1" dirty="0">
                <a:solidFill>
                  <a:prstClr val="black"/>
                </a:solidFill>
                <a:latin typeface="Arial" panose="020B0604020202020204" pitchFamily="34" charset="0"/>
                <a:cs typeface="Arial" panose="020B0604020202020204" pitchFamily="34" charset="0"/>
              </a:rPr>
              <a:t>Visual Scale: </a:t>
            </a:r>
            <a:r>
              <a:rPr lang="en-US" dirty="0">
                <a:solidFill>
                  <a:prstClr val="black"/>
                </a:solidFill>
                <a:latin typeface="Arial" panose="020B0604020202020204" pitchFamily="34" charset="0"/>
                <a:cs typeface="Arial" panose="020B0604020202020204" pitchFamily="34" charset="0"/>
              </a:rPr>
              <a:t>To accurately represent the true geometric difference in variance without stretching distortion, the plot utilizes an </a:t>
            </a:r>
            <a:r>
              <a:rPr lang="en-US" dirty="0">
                <a:solidFill>
                  <a:srgbClr val="7030A0"/>
                </a:solidFill>
                <a:latin typeface="Arial" panose="020B0604020202020204" pitchFamily="34" charset="0"/>
                <a:cs typeface="Arial" panose="020B0604020202020204" pitchFamily="34" charset="0"/>
              </a:rPr>
              <a:t>equal aspect ratio </a:t>
            </a:r>
            <a:r>
              <a:rPr lang="en-US" dirty="0">
                <a:solidFill>
                  <a:prstClr val="black"/>
                </a:solidFill>
                <a:latin typeface="Arial" panose="020B0604020202020204" pitchFamily="34" charset="0"/>
                <a:cs typeface="Arial" panose="020B0604020202020204" pitchFamily="34" charset="0"/>
              </a:rPr>
              <a:t>with symmetric axis limits ranging from −10 to 10.</a:t>
            </a:r>
          </a:p>
          <a:p>
            <a:pPr marL="380990" indent="-380990" algn="just" defTabSz="1219170">
              <a:lnSpc>
                <a:spcPct val="150000"/>
              </a:lnSpc>
              <a:buClr>
                <a:srgbClr val="0000FF"/>
              </a:buClr>
              <a:buFont typeface="Wingdings" panose="05000000000000000000" pitchFamily="2" charset="2"/>
              <a:buChar char="v"/>
            </a:pPr>
            <a:r>
              <a:rPr lang="en-US" dirty="0">
                <a:solidFill>
                  <a:prstClr val="black"/>
                </a:solidFill>
                <a:latin typeface="Arial" panose="020B0604020202020204" pitchFamily="34" charset="0"/>
                <a:cs typeface="Arial" panose="020B0604020202020204" pitchFamily="34" charset="0"/>
              </a:rPr>
              <a:t>The data points stretch horizontally into an elongated oval shape, clearly demonstrating that the spread (dispersion) of data is 3 times wider along the X-axis than along the Y-axis.</a:t>
            </a:r>
            <a:endParaRPr lang="en-US" dirty="0">
              <a:solidFill>
                <a:prstClr val="black"/>
              </a:solidFill>
              <a:latin typeface="Arial" panose="020B0604020202020204" pitchFamily="34" charset="0"/>
              <a:cs typeface="Arial" panose="020B0604020202020204" pitchFamily="34" charset="0"/>
              <a:sym typeface="Symbol" panose="05050102010706020507" pitchFamily="18" charset="2"/>
            </a:endParaRPr>
          </a:p>
        </p:txBody>
      </p:sp>
      <p:pic>
        <p:nvPicPr>
          <p:cNvPr id="3" name="Picture 2"/>
          <p:cNvPicPr>
            <a:picLocks noChangeAspect="1"/>
          </p:cNvPicPr>
          <p:nvPr/>
        </p:nvPicPr>
        <p:blipFill>
          <a:blip r:embed="rId3"/>
          <a:stretch>
            <a:fillRect/>
          </a:stretch>
        </p:blipFill>
        <p:spPr>
          <a:xfrm>
            <a:off x="7202595" y="1081742"/>
            <a:ext cx="4763165" cy="4696480"/>
          </a:xfrm>
          <a:prstGeom prst="rect">
            <a:avLst/>
          </a:prstGeom>
        </p:spPr>
      </p:pic>
    </p:spTree>
    <p:extLst>
      <p:ext uri="{BB962C8B-B14F-4D97-AF65-F5344CB8AC3E}">
        <p14:creationId xmlns:p14="http://schemas.microsoft.com/office/powerpoint/2010/main" val="1124294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36248-ACAF-63A0-D213-045476761D9D}"/>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F8707A59-C135-2805-BCE9-312CBCAFB408}"/>
              </a:ext>
            </a:extLst>
          </p:cNvPr>
          <p:cNvSpPr>
            <a:spLocks noGrp="1"/>
          </p:cNvSpPr>
          <p:nvPr>
            <p:ph type="ctrTitle"/>
          </p:nvPr>
        </p:nvSpPr>
        <p:spPr>
          <a:xfrm>
            <a:off x="247976" y="0"/>
            <a:ext cx="11571136" cy="589235"/>
          </a:xfrm>
        </p:spPr>
        <p:txBody>
          <a:bodyPr>
            <a:normAutofit/>
          </a:bodyPr>
          <a:lstStyle/>
          <a:p>
            <a:pPr algn="ctr"/>
            <a:r>
              <a:rPr lang="en-US" sz="3600" dirty="0">
                <a:solidFill>
                  <a:srgbClr val="0070C0"/>
                </a:solidFill>
                <a:latin typeface="Arial" pitchFamily="34" charset="0"/>
                <a:cs typeface="Arial" pitchFamily="34" charset="0"/>
              </a:rPr>
              <a:t>Python Code: 2 D Scatter Plot</a:t>
            </a:r>
            <a:endParaRPr lang="en-IN" sz="3600" dirty="0">
              <a:solidFill>
                <a:srgbClr val="0070C0"/>
              </a:solidFill>
              <a:latin typeface="Arial" pitchFamily="34" charset="0"/>
              <a:cs typeface="Arial" pitchFamily="34" charset="0"/>
            </a:endParaRPr>
          </a:p>
        </p:txBody>
      </p:sp>
      <p:sp>
        <p:nvSpPr>
          <p:cNvPr id="11" name="TextBox 10"/>
          <p:cNvSpPr txBox="1"/>
          <p:nvPr/>
        </p:nvSpPr>
        <p:spPr>
          <a:xfrm>
            <a:off x="0" y="440166"/>
            <a:ext cx="6195956" cy="6340197"/>
          </a:xfrm>
          <a:prstGeom prst="rect">
            <a:avLst/>
          </a:prstGeom>
          <a:noFill/>
        </p:spPr>
        <p:txBody>
          <a:bodyPr wrap="square" rtlCol="0">
            <a:spAutoFit/>
          </a:bodyPr>
          <a:lstStyle/>
          <a:p>
            <a:r>
              <a:rPr lang="en-IN" sz="1400" dirty="0">
                <a:solidFill>
                  <a:srgbClr val="9723B4"/>
                </a:solidFill>
                <a:latin typeface="Arial" panose="020B0604020202020204" pitchFamily="34" charset="0"/>
                <a:cs typeface="Arial" panose="020B0604020202020204" pitchFamily="34" charset="0"/>
              </a:rPr>
              <a:t>import</a:t>
            </a:r>
            <a:r>
              <a:rPr lang="en-IN" sz="1400" dirty="0">
                <a:solidFill>
                  <a:srgbClr val="000000"/>
                </a:solidFill>
                <a:latin typeface="Arial" panose="020B0604020202020204" pitchFamily="34" charset="0"/>
                <a:cs typeface="Arial" panose="020B0604020202020204" pitchFamily="34" charset="0"/>
              </a:rPr>
              <a:t> </a:t>
            </a:r>
            <a:r>
              <a:rPr lang="en-IN" sz="1400" dirty="0" err="1">
                <a:solidFill>
                  <a:srgbClr val="000000"/>
                </a:solidFill>
                <a:latin typeface="Arial" panose="020B0604020202020204" pitchFamily="34" charset="0"/>
                <a:cs typeface="Arial" panose="020B0604020202020204" pitchFamily="34" charset="0"/>
              </a:rPr>
              <a:t>numpy</a:t>
            </a:r>
            <a:r>
              <a:rPr lang="en-IN" sz="1400" dirty="0">
                <a:solidFill>
                  <a:srgbClr val="000000"/>
                </a:solidFill>
                <a:latin typeface="Arial" panose="020B0604020202020204" pitchFamily="34" charset="0"/>
                <a:cs typeface="Arial" panose="020B0604020202020204" pitchFamily="34" charset="0"/>
              </a:rPr>
              <a:t> </a:t>
            </a:r>
            <a:r>
              <a:rPr lang="en-IN" sz="1400" dirty="0">
                <a:solidFill>
                  <a:srgbClr val="9723B4"/>
                </a:solidFill>
                <a:latin typeface="Arial" panose="020B0604020202020204" pitchFamily="34" charset="0"/>
                <a:cs typeface="Arial" panose="020B0604020202020204" pitchFamily="34" charset="0"/>
              </a:rPr>
              <a:t>as</a:t>
            </a:r>
            <a:r>
              <a:rPr lang="en-IN" sz="1400" dirty="0">
                <a:solidFill>
                  <a:srgbClr val="000000"/>
                </a:solidFill>
                <a:latin typeface="Arial" panose="020B0604020202020204" pitchFamily="34" charset="0"/>
                <a:cs typeface="Arial" panose="020B0604020202020204" pitchFamily="34" charset="0"/>
              </a:rPr>
              <a:t> np</a:t>
            </a:r>
          </a:p>
          <a:p>
            <a:r>
              <a:rPr lang="en-IN" sz="1400" dirty="0">
                <a:solidFill>
                  <a:srgbClr val="9723B4"/>
                </a:solidFill>
                <a:latin typeface="Arial" panose="020B0604020202020204" pitchFamily="34" charset="0"/>
                <a:cs typeface="Arial" panose="020B0604020202020204" pitchFamily="34" charset="0"/>
              </a:rPr>
              <a:t>import</a:t>
            </a:r>
            <a:r>
              <a:rPr lang="en-IN" sz="1400" dirty="0">
                <a:solidFill>
                  <a:srgbClr val="000000"/>
                </a:solidFill>
                <a:latin typeface="Arial" panose="020B0604020202020204" pitchFamily="34" charset="0"/>
                <a:cs typeface="Arial" panose="020B0604020202020204" pitchFamily="34" charset="0"/>
              </a:rPr>
              <a:t> </a:t>
            </a:r>
            <a:r>
              <a:rPr lang="en-IN" sz="1400" dirty="0" err="1">
                <a:solidFill>
                  <a:srgbClr val="000000"/>
                </a:solidFill>
                <a:latin typeface="Arial" panose="020B0604020202020204" pitchFamily="34" charset="0"/>
                <a:cs typeface="Arial" panose="020B0604020202020204" pitchFamily="34" charset="0"/>
              </a:rPr>
              <a:t>matplotlib.pyplot</a:t>
            </a:r>
            <a:r>
              <a:rPr lang="en-IN" sz="1400" dirty="0">
                <a:solidFill>
                  <a:srgbClr val="000000"/>
                </a:solidFill>
                <a:latin typeface="Arial" panose="020B0604020202020204" pitchFamily="34" charset="0"/>
                <a:cs typeface="Arial" panose="020B0604020202020204" pitchFamily="34" charset="0"/>
              </a:rPr>
              <a:t> </a:t>
            </a:r>
            <a:r>
              <a:rPr lang="en-IN" sz="1400" dirty="0">
                <a:solidFill>
                  <a:srgbClr val="9723B4"/>
                </a:solidFill>
                <a:latin typeface="Arial" panose="020B0604020202020204" pitchFamily="34" charset="0"/>
                <a:cs typeface="Arial" panose="020B0604020202020204" pitchFamily="34" charset="0"/>
              </a:rPr>
              <a:t>as</a:t>
            </a:r>
            <a:r>
              <a:rPr lang="en-IN" sz="1400" dirty="0">
                <a:solidFill>
                  <a:srgbClr val="000000"/>
                </a:solidFill>
                <a:latin typeface="Arial" panose="020B0604020202020204" pitchFamily="34" charset="0"/>
                <a:cs typeface="Arial" panose="020B0604020202020204" pitchFamily="34" charset="0"/>
              </a:rPr>
              <a:t> </a:t>
            </a:r>
            <a:r>
              <a:rPr lang="en-IN" sz="1400" dirty="0" err="1">
                <a:solidFill>
                  <a:srgbClr val="000000"/>
                </a:solidFill>
                <a:latin typeface="Arial" panose="020B0604020202020204" pitchFamily="34" charset="0"/>
                <a:cs typeface="Arial" panose="020B0604020202020204" pitchFamily="34" charset="0"/>
              </a:rPr>
              <a:t>plt</a:t>
            </a:r>
            <a:endParaRPr lang="en-IN" sz="1400" dirty="0">
              <a:solidFill>
                <a:srgbClr val="000000"/>
              </a:solidFill>
              <a:latin typeface="Arial" panose="020B0604020202020204" pitchFamily="34" charset="0"/>
              <a:cs typeface="Arial" panose="020B0604020202020204" pitchFamily="34" charset="0"/>
            </a:endParaRPr>
          </a:p>
          <a:p>
            <a:br>
              <a:rPr lang="en-IN" sz="1400" dirty="0">
                <a:solidFill>
                  <a:srgbClr val="000000"/>
                </a:solidFill>
                <a:latin typeface="Arial" panose="020B0604020202020204" pitchFamily="34" charset="0"/>
                <a:cs typeface="Arial" panose="020B0604020202020204" pitchFamily="34" charset="0"/>
              </a:rPr>
            </a:br>
            <a:r>
              <a:rPr lang="en-IN" sz="1400" dirty="0">
                <a:solidFill>
                  <a:srgbClr val="008000"/>
                </a:solidFill>
                <a:latin typeface="Arial" panose="020B0604020202020204" pitchFamily="34" charset="0"/>
                <a:cs typeface="Arial" panose="020B0604020202020204" pitchFamily="34" charset="0"/>
              </a:rPr>
              <a:t># Set random seed for reproducibility</a:t>
            </a:r>
            <a:endParaRPr lang="en-IN" sz="1400" dirty="0">
              <a:solidFill>
                <a:srgbClr val="000000"/>
              </a:solidFill>
              <a:latin typeface="Arial" panose="020B0604020202020204" pitchFamily="34" charset="0"/>
              <a:cs typeface="Arial" panose="020B0604020202020204" pitchFamily="34" charset="0"/>
            </a:endParaRPr>
          </a:p>
          <a:p>
            <a:r>
              <a:rPr lang="en-IN" sz="1400" dirty="0" err="1">
                <a:solidFill>
                  <a:srgbClr val="000000"/>
                </a:solidFill>
                <a:latin typeface="Arial" panose="020B0604020202020204" pitchFamily="34" charset="0"/>
                <a:cs typeface="Arial" panose="020B0604020202020204" pitchFamily="34" charset="0"/>
              </a:rPr>
              <a:t>np.random.seed</a:t>
            </a:r>
            <a:r>
              <a:rPr lang="en-IN" sz="1400" dirty="0">
                <a:solidFill>
                  <a:srgbClr val="000000"/>
                </a:solidFill>
                <a:latin typeface="Arial" panose="020B0604020202020204" pitchFamily="34" charset="0"/>
                <a:cs typeface="Arial" panose="020B0604020202020204" pitchFamily="34" charset="0"/>
              </a:rPr>
              <a:t>(</a:t>
            </a:r>
            <a:r>
              <a:rPr lang="en-IN" sz="1400" dirty="0">
                <a:solidFill>
                  <a:srgbClr val="116644"/>
                </a:solidFill>
                <a:latin typeface="Arial" panose="020B0604020202020204" pitchFamily="34" charset="0"/>
                <a:cs typeface="Arial" panose="020B0604020202020204" pitchFamily="34" charset="0"/>
              </a:rPr>
              <a:t>42</a:t>
            </a:r>
            <a:r>
              <a:rPr lang="en-IN" sz="1400" dirty="0">
                <a:solidFill>
                  <a:srgbClr val="000000"/>
                </a:solidFill>
                <a:latin typeface="Arial" panose="020B0604020202020204" pitchFamily="34" charset="0"/>
                <a:cs typeface="Arial" panose="020B0604020202020204" pitchFamily="34" charset="0"/>
              </a:rPr>
              <a:t>)</a:t>
            </a:r>
          </a:p>
          <a:p>
            <a:br>
              <a:rPr lang="en-IN" sz="1400" dirty="0">
                <a:solidFill>
                  <a:srgbClr val="000000"/>
                </a:solidFill>
                <a:latin typeface="Arial" panose="020B0604020202020204" pitchFamily="34" charset="0"/>
                <a:cs typeface="Arial" panose="020B0604020202020204" pitchFamily="34" charset="0"/>
              </a:rPr>
            </a:br>
            <a:r>
              <a:rPr lang="en-IN" sz="1400" dirty="0">
                <a:solidFill>
                  <a:srgbClr val="008000"/>
                </a:solidFill>
                <a:latin typeface="Arial" panose="020B0604020202020204" pitchFamily="34" charset="0"/>
                <a:cs typeface="Arial" panose="020B0604020202020204" pitchFamily="34" charset="0"/>
              </a:rPr>
              <a:t># Generate data: X has a variance of 9, Y has a variance of 1</a:t>
            </a:r>
            <a:endParaRPr lang="en-IN" sz="1400" dirty="0">
              <a:solidFill>
                <a:srgbClr val="000000"/>
              </a:solidFill>
              <a:latin typeface="Arial" panose="020B0604020202020204" pitchFamily="34" charset="0"/>
              <a:cs typeface="Arial" panose="020B0604020202020204" pitchFamily="34" charset="0"/>
            </a:endParaRPr>
          </a:p>
          <a:p>
            <a:r>
              <a:rPr lang="en-IN" sz="1400" dirty="0">
                <a:solidFill>
                  <a:srgbClr val="000000"/>
                </a:solidFill>
                <a:latin typeface="Arial" panose="020B0604020202020204" pitchFamily="34" charset="0"/>
                <a:cs typeface="Arial" panose="020B0604020202020204" pitchFamily="34" charset="0"/>
              </a:rPr>
              <a:t>x = </a:t>
            </a:r>
            <a:r>
              <a:rPr lang="en-IN" sz="1400" dirty="0" err="1">
                <a:solidFill>
                  <a:srgbClr val="000000"/>
                </a:solidFill>
                <a:latin typeface="Arial" panose="020B0604020202020204" pitchFamily="34" charset="0"/>
                <a:cs typeface="Arial" panose="020B0604020202020204" pitchFamily="34" charset="0"/>
              </a:rPr>
              <a:t>np.random.normal</a:t>
            </a:r>
            <a:r>
              <a:rPr lang="en-IN" sz="1400" dirty="0">
                <a:solidFill>
                  <a:srgbClr val="000000"/>
                </a:solidFill>
                <a:latin typeface="Arial" panose="020B0604020202020204" pitchFamily="34" charset="0"/>
                <a:cs typeface="Arial" panose="020B0604020202020204" pitchFamily="34" charset="0"/>
              </a:rPr>
              <a:t>(</a:t>
            </a:r>
            <a:r>
              <a:rPr lang="en-IN" sz="1400" dirty="0" err="1">
                <a:solidFill>
                  <a:srgbClr val="000000"/>
                </a:solidFill>
                <a:latin typeface="Arial" panose="020B0604020202020204" pitchFamily="34" charset="0"/>
                <a:cs typeface="Arial" panose="020B0604020202020204" pitchFamily="34" charset="0"/>
              </a:rPr>
              <a:t>loc</a:t>
            </a:r>
            <a:r>
              <a:rPr lang="en-IN" sz="1400" dirty="0">
                <a:solidFill>
                  <a:srgbClr val="000000"/>
                </a:solidFill>
                <a:latin typeface="Arial" panose="020B0604020202020204" pitchFamily="34" charset="0"/>
                <a:cs typeface="Arial" panose="020B0604020202020204" pitchFamily="34" charset="0"/>
              </a:rPr>
              <a:t>=</a:t>
            </a:r>
            <a:r>
              <a:rPr lang="en-IN" sz="1400" dirty="0">
                <a:solidFill>
                  <a:srgbClr val="116644"/>
                </a:solidFill>
                <a:latin typeface="Arial" panose="020B0604020202020204" pitchFamily="34" charset="0"/>
                <a:cs typeface="Arial" panose="020B0604020202020204" pitchFamily="34" charset="0"/>
              </a:rPr>
              <a:t>0</a:t>
            </a:r>
            <a:r>
              <a:rPr lang="en-IN" sz="1400" dirty="0">
                <a:solidFill>
                  <a:srgbClr val="000000"/>
                </a:solidFill>
                <a:latin typeface="Arial" panose="020B0604020202020204" pitchFamily="34" charset="0"/>
                <a:cs typeface="Arial" panose="020B0604020202020204" pitchFamily="34" charset="0"/>
              </a:rPr>
              <a:t>, scale=</a:t>
            </a:r>
            <a:r>
              <a:rPr lang="en-IN" sz="1400" dirty="0">
                <a:solidFill>
                  <a:srgbClr val="116644"/>
                </a:solidFill>
                <a:latin typeface="Arial" panose="020B0604020202020204" pitchFamily="34" charset="0"/>
                <a:cs typeface="Arial" panose="020B0604020202020204" pitchFamily="34" charset="0"/>
              </a:rPr>
              <a:t>3.0</a:t>
            </a:r>
            <a:r>
              <a:rPr lang="en-IN" sz="1400" dirty="0">
                <a:solidFill>
                  <a:srgbClr val="000000"/>
                </a:solidFill>
                <a:latin typeface="Arial" panose="020B0604020202020204" pitchFamily="34" charset="0"/>
                <a:cs typeface="Arial" panose="020B0604020202020204" pitchFamily="34" charset="0"/>
              </a:rPr>
              <a:t>, size=</a:t>
            </a:r>
            <a:r>
              <a:rPr lang="en-IN" sz="1400" dirty="0">
                <a:solidFill>
                  <a:srgbClr val="116644"/>
                </a:solidFill>
                <a:latin typeface="Arial" panose="020B0604020202020204" pitchFamily="34" charset="0"/>
                <a:cs typeface="Arial" panose="020B0604020202020204" pitchFamily="34" charset="0"/>
              </a:rPr>
              <a:t>300</a:t>
            </a:r>
            <a:r>
              <a:rPr lang="en-IN" sz="1400" dirty="0">
                <a:solidFill>
                  <a:srgbClr val="000000"/>
                </a:solidFill>
                <a:latin typeface="Arial" panose="020B0604020202020204" pitchFamily="34" charset="0"/>
                <a:cs typeface="Arial" panose="020B0604020202020204" pitchFamily="34" charset="0"/>
              </a:rPr>
              <a:t>)</a:t>
            </a:r>
          </a:p>
          <a:p>
            <a:r>
              <a:rPr lang="en-IN" sz="1400" dirty="0">
                <a:solidFill>
                  <a:srgbClr val="000000"/>
                </a:solidFill>
                <a:latin typeface="Arial" panose="020B0604020202020204" pitchFamily="34" charset="0"/>
                <a:cs typeface="Arial" panose="020B0604020202020204" pitchFamily="34" charset="0"/>
              </a:rPr>
              <a:t>y = </a:t>
            </a:r>
            <a:r>
              <a:rPr lang="en-IN" sz="1400" dirty="0" err="1">
                <a:solidFill>
                  <a:srgbClr val="000000"/>
                </a:solidFill>
                <a:latin typeface="Arial" panose="020B0604020202020204" pitchFamily="34" charset="0"/>
                <a:cs typeface="Arial" panose="020B0604020202020204" pitchFamily="34" charset="0"/>
              </a:rPr>
              <a:t>np.random.normal</a:t>
            </a:r>
            <a:r>
              <a:rPr lang="en-IN" sz="1400" dirty="0">
                <a:solidFill>
                  <a:srgbClr val="000000"/>
                </a:solidFill>
                <a:latin typeface="Arial" panose="020B0604020202020204" pitchFamily="34" charset="0"/>
                <a:cs typeface="Arial" panose="020B0604020202020204" pitchFamily="34" charset="0"/>
              </a:rPr>
              <a:t>(</a:t>
            </a:r>
            <a:r>
              <a:rPr lang="en-IN" sz="1400" dirty="0" err="1">
                <a:solidFill>
                  <a:srgbClr val="000000"/>
                </a:solidFill>
                <a:latin typeface="Arial" panose="020B0604020202020204" pitchFamily="34" charset="0"/>
                <a:cs typeface="Arial" panose="020B0604020202020204" pitchFamily="34" charset="0"/>
              </a:rPr>
              <a:t>loc</a:t>
            </a:r>
            <a:r>
              <a:rPr lang="en-IN" sz="1400" dirty="0">
                <a:solidFill>
                  <a:srgbClr val="000000"/>
                </a:solidFill>
                <a:latin typeface="Arial" panose="020B0604020202020204" pitchFamily="34" charset="0"/>
                <a:cs typeface="Arial" panose="020B0604020202020204" pitchFamily="34" charset="0"/>
              </a:rPr>
              <a:t>=</a:t>
            </a:r>
            <a:r>
              <a:rPr lang="en-IN" sz="1400" dirty="0">
                <a:solidFill>
                  <a:srgbClr val="116644"/>
                </a:solidFill>
                <a:latin typeface="Arial" panose="020B0604020202020204" pitchFamily="34" charset="0"/>
                <a:cs typeface="Arial" panose="020B0604020202020204" pitchFamily="34" charset="0"/>
              </a:rPr>
              <a:t>0</a:t>
            </a:r>
            <a:r>
              <a:rPr lang="en-IN" sz="1400" dirty="0">
                <a:solidFill>
                  <a:srgbClr val="000000"/>
                </a:solidFill>
                <a:latin typeface="Arial" panose="020B0604020202020204" pitchFamily="34" charset="0"/>
                <a:cs typeface="Arial" panose="020B0604020202020204" pitchFamily="34" charset="0"/>
              </a:rPr>
              <a:t>, scale=</a:t>
            </a:r>
            <a:r>
              <a:rPr lang="en-IN" sz="1400" dirty="0">
                <a:solidFill>
                  <a:srgbClr val="116644"/>
                </a:solidFill>
                <a:latin typeface="Arial" panose="020B0604020202020204" pitchFamily="34" charset="0"/>
                <a:cs typeface="Arial" panose="020B0604020202020204" pitchFamily="34" charset="0"/>
              </a:rPr>
              <a:t>1.0</a:t>
            </a:r>
            <a:r>
              <a:rPr lang="en-IN" sz="1400" dirty="0">
                <a:solidFill>
                  <a:srgbClr val="000000"/>
                </a:solidFill>
                <a:latin typeface="Arial" panose="020B0604020202020204" pitchFamily="34" charset="0"/>
                <a:cs typeface="Arial" panose="020B0604020202020204" pitchFamily="34" charset="0"/>
              </a:rPr>
              <a:t>, size=</a:t>
            </a:r>
            <a:r>
              <a:rPr lang="en-IN" sz="1400" dirty="0">
                <a:solidFill>
                  <a:srgbClr val="116644"/>
                </a:solidFill>
                <a:latin typeface="Arial" panose="020B0604020202020204" pitchFamily="34" charset="0"/>
                <a:cs typeface="Arial" panose="020B0604020202020204" pitchFamily="34" charset="0"/>
              </a:rPr>
              <a:t>300</a:t>
            </a:r>
            <a:r>
              <a:rPr lang="en-IN" sz="1400" dirty="0">
                <a:solidFill>
                  <a:srgbClr val="000000"/>
                </a:solidFill>
                <a:latin typeface="Arial" panose="020B0604020202020204" pitchFamily="34" charset="0"/>
                <a:cs typeface="Arial" panose="020B0604020202020204" pitchFamily="34" charset="0"/>
              </a:rPr>
              <a:t>)</a:t>
            </a:r>
          </a:p>
          <a:p>
            <a:br>
              <a:rPr lang="en-IN" sz="1400" dirty="0">
                <a:solidFill>
                  <a:srgbClr val="000000"/>
                </a:solidFill>
                <a:latin typeface="Arial" panose="020B0604020202020204" pitchFamily="34" charset="0"/>
                <a:cs typeface="Arial" panose="020B0604020202020204" pitchFamily="34" charset="0"/>
              </a:rPr>
            </a:br>
            <a:r>
              <a:rPr lang="en-IN" sz="1400" dirty="0">
                <a:solidFill>
                  <a:srgbClr val="008000"/>
                </a:solidFill>
                <a:latin typeface="Arial" panose="020B0604020202020204" pitchFamily="34" charset="0"/>
                <a:cs typeface="Arial" panose="020B0604020202020204" pitchFamily="34" charset="0"/>
              </a:rPr>
              <a:t># Create the scatter plot using subplots</a:t>
            </a:r>
            <a:endParaRPr lang="en-IN" sz="1400" dirty="0">
              <a:solidFill>
                <a:srgbClr val="000000"/>
              </a:solidFill>
              <a:latin typeface="Arial" panose="020B0604020202020204" pitchFamily="34" charset="0"/>
              <a:cs typeface="Arial" panose="020B0604020202020204" pitchFamily="34" charset="0"/>
            </a:endParaRPr>
          </a:p>
          <a:p>
            <a:r>
              <a:rPr lang="en-IN" sz="1400" dirty="0">
                <a:solidFill>
                  <a:srgbClr val="000000"/>
                </a:solidFill>
                <a:latin typeface="Arial" panose="020B0604020202020204" pitchFamily="34" charset="0"/>
                <a:cs typeface="Arial" panose="020B0604020202020204" pitchFamily="34" charset="0"/>
              </a:rPr>
              <a:t>fig, </a:t>
            </a:r>
            <a:r>
              <a:rPr lang="en-IN" sz="1400" dirty="0" err="1">
                <a:solidFill>
                  <a:srgbClr val="000000"/>
                </a:solidFill>
                <a:latin typeface="Arial" panose="020B0604020202020204" pitchFamily="34" charset="0"/>
                <a:cs typeface="Arial" panose="020B0604020202020204" pitchFamily="34" charset="0"/>
              </a:rPr>
              <a:t>ax</a:t>
            </a:r>
            <a:r>
              <a:rPr lang="en-IN" sz="1400" dirty="0">
                <a:solidFill>
                  <a:srgbClr val="000000"/>
                </a:solidFill>
                <a:latin typeface="Arial" panose="020B0604020202020204" pitchFamily="34" charset="0"/>
                <a:cs typeface="Arial" panose="020B0604020202020204" pitchFamily="34" charset="0"/>
              </a:rPr>
              <a:t> = </a:t>
            </a:r>
            <a:r>
              <a:rPr lang="en-IN" sz="1400" dirty="0" err="1">
                <a:solidFill>
                  <a:srgbClr val="000000"/>
                </a:solidFill>
                <a:latin typeface="Arial" panose="020B0604020202020204" pitchFamily="34" charset="0"/>
                <a:cs typeface="Arial" panose="020B0604020202020204" pitchFamily="34" charset="0"/>
              </a:rPr>
              <a:t>plt.subplots</a:t>
            </a:r>
            <a:r>
              <a:rPr lang="en-IN" sz="1400" dirty="0">
                <a:solidFill>
                  <a:srgbClr val="000000"/>
                </a:solidFill>
                <a:latin typeface="Arial" panose="020B0604020202020204" pitchFamily="34" charset="0"/>
                <a:cs typeface="Arial" panose="020B0604020202020204" pitchFamily="34" charset="0"/>
              </a:rPr>
              <a:t>(</a:t>
            </a:r>
            <a:r>
              <a:rPr lang="en-IN" sz="1400" dirty="0" err="1">
                <a:solidFill>
                  <a:srgbClr val="000000"/>
                </a:solidFill>
                <a:latin typeface="Arial" panose="020B0604020202020204" pitchFamily="34" charset="0"/>
                <a:cs typeface="Arial" panose="020B0604020202020204" pitchFamily="34" charset="0"/>
              </a:rPr>
              <a:t>figsize</a:t>
            </a:r>
            <a:r>
              <a:rPr lang="en-IN" sz="1400" dirty="0">
                <a:solidFill>
                  <a:srgbClr val="000000"/>
                </a:solidFill>
                <a:latin typeface="Arial" panose="020B0604020202020204" pitchFamily="34" charset="0"/>
                <a:cs typeface="Arial" panose="020B0604020202020204" pitchFamily="34" charset="0"/>
              </a:rPr>
              <a:t>=(</a:t>
            </a:r>
            <a:r>
              <a:rPr lang="en-IN" sz="1400" dirty="0">
                <a:solidFill>
                  <a:srgbClr val="116644"/>
                </a:solidFill>
                <a:latin typeface="Arial" panose="020B0604020202020204" pitchFamily="34" charset="0"/>
                <a:cs typeface="Arial" panose="020B0604020202020204" pitchFamily="34" charset="0"/>
              </a:rPr>
              <a:t>8</a:t>
            </a:r>
            <a:r>
              <a:rPr lang="en-IN" sz="1400" dirty="0">
                <a:solidFill>
                  <a:srgbClr val="000000"/>
                </a:solidFill>
                <a:latin typeface="Arial" panose="020B0604020202020204" pitchFamily="34" charset="0"/>
                <a:cs typeface="Arial" panose="020B0604020202020204" pitchFamily="34" charset="0"/>
              </a:rPr>
              <a:t>, </a:t>
            </a:r>
            <a:r>
              <a:rPr lang="en-IN" sz="1400" dirty="0">
                <a:solidFill>
                  <a:srgbClr val="116644"/>
                </a:solidFill>
                <a:latin typeface="Arial" panose="020B0604020202020204" pitchFamily="34" charset="0"/>
                <a:cs typeface="Arial" panose="020B0604020202020204" pitchFamily="34" charset="0"/>
              </a:rPr>
              <a:t>6</a:t>
            </a:r>
            <a:r>
              <a:rPr lang="en-IN" sz="1400" dirty="0">
                <a:solidFill>
                  <a:srgbClr val="000000"/>
                </a:solidFill>
                <a:latin typeface="Arial" panose="020B0604020202020204" pitchFamily="34" charset="0"/>
                <a:cs typeface="Arial" panose="020B0604020202020204" pitchFamily="34" charset="0"/>
              </a:rPr>
              <a:t>))</a:t>
            </a:r>
          </a:p>
          <a:p>
            <a:r>
              <a:rPr lang="en-IN" sz="1400" dirty="0" err="1">
                <a:solidFill>
                  <a:srgbClr val="000000"/>
                </a:solidFill>
                <a:latin typeface="Arial" panose="020B0604020202020204" pitchFamily="34" charset="0"/>
                <a:cs typeface="Arial" panose="020B0604020202020204" pitchFamily="34" charset="0"/>
              </a:rPr>
              <a:t>ax.scatter</a:t>
            </a:r>
            <a:r>
              <a:rPr lang="en-IN" sz="1400" dirty="0">
                <a:solidFill>
                  <a:srgbClr val="000000"/>
                </a:solidFill>
                <a:latin typeface="Arial" panose="020B0604020202020204" pitchFamily="34" charset="0"/>
                <a:cs typeface="Arial" panose="020B0604020202020204" pitchFamily="34" charset="0"/>
              </a:rPr>
              <a:t>(x, y, alpha=</a:t>
            </a:r>
            <a:r>
              <a:rPr lang="en-IN" sz="1400" dirty="0">
                <a:solidFill>
                  <a:srgbClr val="116644"/>
                </a:solidFill>
                <a:latin typeface="Arial" panose="020B0604020202020204" pitchFamily="34" charset="0"/>
                <a:cs typeface="Arial" panose="020B0604020202020204" pitchFamily="34" charset="0"/>
              </a:rPr>
              <a:t>0.7</a:t>
            </a:r>
            <a:r>
              <a:rPr lang="en-IN" sz="1400" dirty="0">
                <a:solidFill>
                  <a:srgbClr val="000000"/>
                </a:solidFill>
                <a:latin typeface="Arial" panose="020B0604020202020204" pitchFamily="34" charset="0"/>
                <a:cs typeface="Arial" panose="020B0604020202020204" pitchFamily="34" charset="0"/>
              </a:rPr>
              <a:t>, </a:t>
            </a:r>
            <a:r>
              <a:rPr lang="en-IN" sz="1400" dirty="0" err="1">
                <a:solidFill>
                  <a:srgbClr val="000000"/>
                </a:solidFill>
                <a:latin typeface="Arial" panose="020B0604020202020204" pitchFamily="34" charset="0"/>
                <a:cs typeface="Arial" panose="020B0604020202020204" pitchFamily="34" charset="0"/>
              </a:rPr>
              <a:t>color</a:t>
            </a:r>
            <a:r>
              <a:rPr lang="en-IN" sz="1400" dirty="0">
                <a:solidFill>
                  <a:srgbClr val="000000"/>
                </a:solidFill>
                <a:latin typeface="Arial" panose="020B0604020202020204" pitchFamily="34" charset="0"/>
                <a:cs typeface="Arial" panose="020B0604020202020204" pitchFamily="34" charset="0"/>
              </a:rPr>
              <a:t>=</a:t>
            </a:r>
            <a:r>
              <a:rPr lang="en-IN" sz="1400" dirty="0">
                <a:solidFill>
                  <a:srgbClr val="A31515"/>
                </a:solidFill>
                <a:latin typeface="Arial" panose="020B0604020202020204" pitchFamily="34" charset="0"/>
                <a:cs typeface="Arial" panose="020B0604020202020204" pitchFamily="34" charset="0"/>
              </a:rPr>
              <a:t>'teal'</a:t>
            </a:r>
            <a:r>
              <a:rPr lang="en-IN" sz="1400" dirty="0">
                <a:solidFill>
                  <a:srgbClr val="000000"/>
                </a:solidFill>
                <a:latin typeface="Arial" panose="020B0604020202020204" pitchFamily="34" charset="0"/>
                <a:cs typeface="Arial" panose="020B0604020202020204" pitchFamily="34" charset="0"/>
              </a:rPr>
              <a:t>, </a:t>
            </a:r>
            <a:r>
              <a:rPr lang="en-IN" sz="1400" dirty="0" err="1">
                <a:solidFill>
                  <a:srgbClr val="000000"/>
                </a:solidFill>
                <a:latin typeface="Arial" panose="020B0604020202020204" pitchFamily="34" charset="0"/>
                <a:cs typeface="Arial" panose="020B0604020202020204" pitchFamily="34" charset="0"/>
              </a:rPr>
              <a:t>edgecolor</a:t>
            </a:r>
            <a:r>
              <a:rPr lang="en-IN" sz="1400" dirty="0">
                <a:solidFill>
                  <a:srgbClr val="000000"/>
                </a:solidFill>
                <a:latin typeface="Arial" panose="020B0604020202020204" pitchFamily="34" charset="0"/>
                <a:cs typeface="Arial" panose="020B0604020202020204" pitchFamily="34" charset="0"/>
              </a:rPr>
              <a:t>=</a:t>
            </a:r>
            <a:r>
              <a:rPr lang="en-IN" sz="1400" dirty="0">
                <a:solidFill>
                  <a:srgbClr val="A31515"/>
                </a:solidFill>
                <a:latin typeface="Arial" panose="020B0604020202020204" pitchFamily="34" charset="0"/>
                <a:cs typeface="Arial" panose="020B0604020202020204" pitchFamily="34" charset="0"/>
              </a:rPr>
              <a:t>'w'</a:t>
            </a:r>
            <a:r>
              <a:rPr lang="en-IN" sz="1400" dirty="0">
                <a:solidFill>
                  <a:srgbClr val="000000"/>
                </a:solidFill>
                <a:latin typeface="Arial" panose="020B0604020202020204" pitchFamily="34" charset="0"/>
                <a:cs typeface="Arial" panose="020B0604020202020204" pitchFamily="34" charset="0"/>
              </a:rPr>
              <a:t>, linewidth=</a:t>
            </a:r>
            <a:r>
              <a:rPr lang="en-IN" sz="1400" dirty="0">
                <a:solidFill>
                  <a:srgbClr val="116644"/>
                </a:solidFill>
                <a:latin typeface="Arial" panose="020B0604020202020204" pitchFamily="34" charset="0"/>
                <a:cs typeface="Arial" panose="020B0604020202020204" pitchFamily="34" charset="0"/>
              </a:rPr>
              <a:t>0.5</a:t>
            </a:r>
            <a:r>
              <a:rPr lang="en-IN" sz="1400" dirty="0">
                <a:solidFill>
                  <a:srgbClr val="000000"/>
                </a:solidFill>
                <a:latin typeface="Arial" panose="020B0604020202020204" pitchFamily="34" charset="0"/>
                <a:cs typeface="Arial" panose="020B0604020202020204" pitchFamily="34" charset="0"/>
              </a:rPr>
              <a:t>)</a:t>
            </a:r>
          </a:p>
          <a:p>
            <a:br>
              <a:rPr lang="en-IN" sz="1400" dirty="0">
                <a:solidFill>
                  <a:srgbClr val="000000"/>
                </a:solidFill>
                <a:latin typeface="Arial" panose="020B0604020202020204" pitchFamily="34" charset="0"/>
                <a:cs typeface="Arial" panose="020B0604020202020204" pitchFamily="34" charset="0"/>
              </a:rPr>
            </a:br>
            <a:r>
              <a:rPr lang="en-IN" sz="1400" dirty="0">
                <a:solidFill>
                  <a:srgbClr val="008000"/>
                </a:solidFill>
                <a:latin typeface="Arial" panose="020B0604020202020204" pitchFamily="34" charset="0"/>
                <a:cs typeface="Arial" panose="020B0604020202020204" pitchFamily="34" charset="0"/>
              </a:rPr>
              <a:t># Set titles and labels using </a:t>
            </a:r>
            <a:r>
              <a:rPr lang="en-IN" sz="1400" dirty="0" err="1">
                <a:solidFill>
                  <a:srgbClr val="008000"/>
                </a:solidFill>
                <a:latin typeface="Arial" panose="020B0604020202020204" pitchFamily="34" charset="0"/>
                <a:cs typeface="Arial" panose="020B0604020202020204" pitchFamily="34" charset="0"/>
              </a:rPr>
              <a:t>LaTeX</a:t>
            </a:r>
            <a:r>
              <a:rPr lang="en-IN" sz="1400" dirty="0">
                <a:solidFill>
                  <a:srgbClr val="008000"/>
                </a:solidFill>
                <a:latin typeface="Arial" panose="020B0604020202020204" pitchFamily="34" charset="0"/>
                <a:cs typeface="Arial" panose="020B0604020202020204" pitchFamily="34" charset="0"/>
              </a:rPr>
              <a:t> formatting</a:t>
            </a:r>
            <a:endParaRPr lang="en-IN" sz="1400" dirty="0">
              <a:solidFill>
                <a:srgbClr val="000000"/>
              </a:solidFill>
              <a:latin typeface="Arial" panose="020B0604020202020204" pitchFamily="34" charset="0"/>
              <a:cs typeface="Arial" panose="020B0604020202020204" pitchFamily="34" charset="0"/>
            </a:endParaRPr>
          </a:p>
          <a:p>
            <a:r>
              <a:rPr lang="en-IN" sz="1400" dirty="0" err="1">
                <a:solidFill>
                  <a:srgbClr val="000000"/>
                </a:solidFill>
                <a:latin typeface="Arial" panose="020B0604020202020204" pitchFamily="34" charset="0"/>
                <a:cs typeface="Arial" panose="020B0604020202020204" pitchFamily="34" charset="0"/>
              </a:rPr>
              <a:t>ax.set_title</a:t>
            </a:r>
            <a:r>
              <a:rPr lang="en-IN" sz="1400" dirty="0">
                <a:solidFill>
                  <a:srgbClr val="000000"/>
                </a:solidFill>
                <a:latin typeface="Arial" panose="020B0604020202020204" pitchFamily="34" charset="0"/>
                <a:cs typeface="Arial" panose="020B0604020202020204" pitchFamily="34" charset="0"/>
              </a:rPr>
              <a:t>(</a:t>
            </a:r>
            <a:r>
              <a:rPr lang="en-IN" sz="1400" dirty="0">
                <a:solidFill>
                  <a:srgbClr val="A31515"/>
                </a:solidFill>
                <a:latin typeface="Arial" panose="020B0604020202020204" pitchFamily="34" charset="0"/>
                <a:cs typeface="Arial" panose="020B0604020202020204" pitchFamily="34" charset="0"/>
              </a:rPr>
              <a:t>'Bivariate Scatter Plot: More Variance along X than Y'</a:t>
            </a:r>
            <a:r>
              <a:rPr lang="en-IN" sz="1400" dirty="0">
                <a:solidFill>
                  <a:srgbClr val="000000"/>
                </a:solidFill>
                <a:latin typeface="Arial" panose="020B0604020202020204" pitchFamily="34" charset="0"/>
                <a:cs typeface="Arial" panose="020B0604020202020204" pitchFamily="34" charset="0"/>
              </a:rPr>
              <a:t>, </a:t>
            </a:r>
            <a:r>
              <a:rPr lang="en-IN" sz="1400" dirty="0" err="1">
                <a:solidFill>
                  <a:srgbClr val="000000"/>
                </a:solidFill>
                <a:latin typeface="Arial" panose="020B0604020202020204" pitchFamily="34" charset="0"/>
                <a:cs typeface="Arial" panose="020B0604020202020204" pitchFamily="34" charset="0"/>
              </a:rPr>
              <a:t>fontsize</a:t>
            </a:r>
            <a:r>
              <a:rPr lang="en-IN" sz="1400" dirty="0">
                <a:solidFill>
                  <a:srgbClr val="000000"/>
                </a:solidFill>
                <a:latin typeface="Arial" panose="020B0604020202020204" pitchFamily="34" charset="0"/>
                <a:cs typeface="Arial" panose="020B0604020202020204" pitchFamily="34" charset="0"/>
              </a:rPr>
              <a:t>=</a:t>
            </a:r>
            <a:r>
              <a:rPr lang="en-IN" sz="1400" dirty="0">
                <a:solidFill>
                  <a:srgbClr val="116644"/>
                </a:solidFill>
                <a:latin typeface="Arial" panose="020B0604020202020204" pitchFamily="34" charset="0"/>
                <a:cs typeface="Arial" panose="020B0604020202020204" pitchFamily="34" charset="0"/>
              </a:rPr>
              <a:t>14</a:t>
            </a:r>
            <a:r>
              <a:rPr lang="en-IN" sz="1400" dirty="0">
                <a:solidFill>
                  <a:srgbClr val="000000"/>
                </a:solidFill>
                <a:latin typeface="Arial" panose="020B0604020202020204" pitchFamily="34" charset="0"/>
                <a:cs typeface="Arial" panose="020B0604020202020204" pitchFamily="34" charset="0"/>
              </a:rPr>
              <a:t>, pad=</a:t>
            </a:r>
            <a:r>
              <a:rPr lang="en-IN" sz="1400" dirty="0">
                <a:solidFill>
                  <a:srgbClr val="116644"/>
                </a:solidFill>
                <a:latin typeface="Arial" panose="020B0604020202020204" pitchFamily="34" charset="0"/>
                <a:cs typeface="Arial" panose="020B0604020202020204" pitchFamily="34" charset="0"/>
              </a:rPr>
              <a:t>15</a:t>
            </a:r>
            <a:r>
              <a:rPr lang="en-IN" sz="1400" dirty="0">
                <a:solidFill>
                  <a:srgbClr val="000000"/>
                </a:solidFill>
                <a:latin typeface="Arial" panose="020B0604020202020204" pitchFamily="34" charset="0"/>
                <a:cs typeface="Arial" panose="020B0604020202020204" pitchFamily="34" charset="0"/>
              </a:rPr>
              <a:t>)</a:t>
            </a:r>
          </a:p>
          <a:p>
            <a:r>
              <a:rPr lang="en-IN" sz="1400" dirty="0" err="1">
                <a:solidFill>
                  <a:srgbClr val="000000"/>
                </a:solidFill>
                <a:latin typeface="Arial" panose="020B0604020202020204" pitchFamily="34" charset="0"/>
                <a:cs typeface="Arial" panose="020B0604020202020204" pitchFamily="34" charset="0"/>
              </a:rPr>
              <a:t>ax.set_xlabel</a:t>
            </a:r>
            <a:r>
              <a:rPr lang="en-IN" sz="1400" dirty="0">
                <a:solidFill>
                  <a:srgbClr val="000000"/>
                </a:solidFill>
                <a:latin typeface="Arial" panose="020B0604020202020204" pitchFamily="34" charset="0"/>
                <a:cs typeface="Arial" panose="020B0604020202020204" pitchFamily="34" charset="0"/>
              </a:rPr>
              <a:t>(</a:t>
            </a:r>
            <a:r>
              <a:rPr lang="en-IN" sz="1400" dirty="0">
                <a:solidFill>
                  <a:srgbClr val="A31515"/>
                </a:solidFill>
                <a:latin typeface="Arial" panose="020B0604020202020204" pitchFamily="34" charset="0"/>
                <a:cs typeface="Arial" panose="020B0604020202020204" pitchFamily="34" charset="0"/>
              </a:rPr>
              <a:t>'X-axis (Higher Variance, $\sigma^2 = 9$)'</a:t>
            </a:r>
            <a:r>
              <a:rPr lang="en-IN" sz="1400" dirty="0">
                <a:solidFill>
                  <a:srgbClr val="000000"/>
                </a:solidFill>
                <a:latin typeface="Arial" panose="020B0604020202020204" pitchFamily="34" charset="0"/>
                <a:cs typeface="Arial" panose="020B0604020202020204" pitchFamily="34" charset="0"/>
              </a:rPr>
              <a:t>, </a:t>
            </a:r>
            <a:r>
              <a:rPr lang="en-IN" sz="1400" dirty="0" err="1">
                <a:solidFill>
                  <a:srgbClr val="000000"/>
                </a:solidFill>
                <a:latin typeface="Arial" panose="020B0604020202020204" pitchFamily="34" charset="0"/>
                <a:cs typeface="Arial" panose="020B0604020202020204" pitchFamily="34" charset="0"/>
              </a:rPr>
              <a:t>fontsize</a:t>
            </a:r>
            <a:r>
              <a:rPr lang="en-IN" sz="1400" dirty="0">
                <a:solidFill>
                  <a:srgbClr val="000000"/>
                </a:solidFill>
                <a:latin typeface="Arial" panose="020B0604020202020204" pitchFamily="34" charset="0"/>
                <a:cs typeface="Arial" panose="020B0604020202020204" pitchFamily="34" charset="0"/>
              </a:rPr>
              <a:t>=</a:t>
            </a:r>
            <a:r>
              <a:rPr lang="en-IN" sz="1400" dirty="0">
                <a:solidFill>
                  <a:srgbClr val="116644"/>
                </a:solidFill>
                <a:latin typeface="Arial" panose="020B0604020202020204" pitchFamily="34" charset="0"/>
                <a:cs typeface="Arial" panose="020B0604020202020204" pitchFamily="34" charset="0"/>
              </a:rPr>
              <a:t>12</a:t>
            </a:r>
            <a:r>
              <a:rPr lang="en-IN" sz="1400" dirty="0">
                <a:solidFill>
                  <a:srgbClr val="000000"/>
                </a:solidFill>
                <a:latin typeface="Arial" panose="020B0604020202020204" pitchFamily="34" charset="0"/>
                <a:cs typeface="Arial" panose="020B0604020202020204" pitchFamily="34" charset="0"/>
              </a:rPr>
              <a:t>)</a:t>
            </a:r>
          </a:p>
          <a:p>
            <a:r>
              <a:rPr lang="en-IN" sz="1400" dirty="0" err="1">
                <a:solidFill>
                  <a:srgbClr val="000000"/>
                </a:solidFill>
                <a:latin typeface="Arial" panose="020B0604020202020204" pitchFamily="34" charset="0"/>
                <a:cs typeface="Arial" panose="020B0604020202020204" pitchFamily="34" charset="0"/>
              </a:rPr>
              <a:t>ax.set_ylabel</a:t>
            </a:r>
            <a:r>
              <a:rPr lang="en-IN" sz="1400" dirty="0">
                <a:solidFill>
                  <a:srgbClr val="000000"/>
                </a:solidFill>
                <a:latin typeface="Arial" panose="020B0604020202020204" pitchFamily="34" charset="0"/>
                <a:cs typeface="Arial" panose="020B0604020202020204" pitchFamily="34" charset="0"/>
              </a:rPr>
              <a:t>(</a:t>
            </a:r>
            <a:r>
              <a:rPr lang="en-IN" sz="1400" dirty="0">
                <a:solidFill>
                  <a:srgbClr val="A31515"/>
                </a:solidFill>
                <a:latin typeface="Arial" panose="020B0604020202020204" pitchFamily="34" charset="0"/>
                <a:cs typeface="Arial" panose="020B0604020202020204" pitchFamily="34" charset="0"/>
              </a:rPr>
              <a:t>'Y-axis (Lower Variance, $\sigma^2 = 1$)'</a:t>
            </a:r>
            <a:r>
              <a:rPr lang="en-IN" sz="1400" dirty="0">
                <a:solidFill>
                  <a:srgbClr val="000000"/>
                </a:solidFill>
                <a:latin typeface="Arial" panose="020B0604020202020204" pitchFamily="34" charset="0"/>
                <a:cs typeface="Arial" panose="020B0604020202020204" pitchFamily="34" charset="0"/>
              </a:rPr>
              <a:t>, </a:t>
            </a:r>
            <a:r>
              <a:rPr lang="en-IN" sz="1400" dirty="0" err="1">
                <a:solidFill>
                  <a:srgbClr val="000000"/>
                </a:solidFill>
                <a:latin typeface="Arial" panose="020B0604020202020204" pitchFamily="34" charset="0"/>
                <a:cs typeface="Arial" panose="020B0604020202020204" pitchFamily="34" charset="0"/>
              </a:rPr>
              <a:t>fontsize</a:t>
            </a:r>
            <a:r>
              <a:rPr lang="en-IN" sz="1400" dirty="0">
                <a:solidFill>
                  <a:srgbClr val="000000"/>
                </a:solidFill>
                <a:latin typeface="Arial" panose="020B0604020202020204" pitchFamily="34" charset="0"/>
                <a:cs typeface="Arial" panose="020B0604020202020204" pitchFamily="34" charset="0"/>
              </a:rPr>
              <a:t>=</a:t>
            </a:r>
            <a:r>
              <a:rPr lang="en-IN" sz="1400" dirty="0">
                <a:solidFill>
                  <a:srgbClr val="116644"/>
                </a:solidFill>
                <a:latin typeface="Arial" panose="020B0604020202020204" pitchFamily="34" charset="0"/>
                <a:cs typeface="Arial" panose="020B0604020202020204" pitchFamily="34" charset="0"/>
              </a:rPr>
              <a:t>12</a:t>
            </a:r>
            <a:r>
              <a:rPr lang="en-IN" sz="1400" dirty="0">
                <a:solidFill>
                  <a:srgbClr val="000000"/>
                </a:solidFill>
                <a:latin typeface="Arial" panose="020B0604020202020204" pitchFamily="34" charset="0"/>
                <a:cs typeface="Arial" panose="020B0604020202020204" pitchFamily="34" charset="0"/>
              </a:rPr>
              <a:t>)</a:t>
            </a:r>
          </a:p>
          <a:p>
            <a:br>
              <a:rPr lang="en-IN" sz="1400" dirty="0">
                <a:solidFill>
                  <a:srgbClr val="000000"/>
                </a:solidFill>
                <a:latin typeface="Arial" panose="020B0604020202020204" pitchFamily="34" charset="0"/>
                <a:cs typeface="Arial" panose="020B0604020202020204" pitchFamily="34" charset="0"/>
              </a:rPr>
            </a:br>
            <a:r>
              <a:rPr lang="en-IN" sz="1400" dirty="0">
                <a:solidFill>
                  <a:srgbClr val="008000"/>
                </a:solidFill>
                <a:latin typeface="Arial" panose="020B0604020202020204" pitchFamily="34" charset="0"/>
                <a:cs typeface="Arial" panose="020B0604020202020204" pitchFamily="34" charset="0"/>
              </a:rPr>
              <a:t># Set equal aspect ratio and matching limits to perfectly visualize the variance difference</a:t>
            </a:r>
            <a:endParaRPr lang="en-IN" sz="1400" dirty="0">
              <a:solidFill>
                <a:srgbClr val="000000"/>
              </a:solidFill>
              <a:latin typeface="Arial" panose="020B0604020202020204" pitchFamily="34" charset="0"/>
              <a:cs typeface="Arial" panose="020B0604020202020204" pitchFamily="34" charset="0"/>
            </a:endParaRPr>
          </a:p>
          <a:p>
            <a:r>
              <a:rPr lang="en-IN" sz="1400" dirty="0" err="1">
                <a:solidFill>
                  <a:srgbClr val="000000"/>
                </a:solidFill>
                <a:latin typeface="Arial" panose="020B0604020202020204" pitchFamily="34" charset="0"/>
                <a:cs typeface="Arial" panose="020B0604020202020204" pitchFamily="34" charset="0"/>
              </a:rPr>
              <a:t>ax.set_aspect</a:t>
            </a:r>
            <a:r>
              <a:rPr lang="en-IN" sz="1400" dirty="0">
                <a:solidFill>
                  <a:srgbClr val="000000"/>
                </a:solidFill>
                <a:latin typeface="Arial" panose="020B0604020202020204" pitchFamily="34" charset="0"/>
                <a:cs typeface="Arial" panose="020B0604020202020204" pitchFamily="34" charset="0"/>
              </a:rPr>
              <a:t>(</a:t>
            </a:r>
            <a:r>
              <a:rPr lang="en-IN" sz="1400" dirty="0">
                <a:solidFill>
                  <a:srgbClr val="A31515"/>
                </a:solidFill>
                <a:latin typeface="Arial" panose="020B0604020202020204" pitchFamily="34" charset="0"/>
                <a:cs typeface="Arial" panose="020B0604020202020204" pitchFamily="34" charset="0"/>
              </a:rPr>
              <a:t>'equal'</a:t>
            </a:r>
            <a:r>
              <a:rPr lang="en-IN" sz="1400" dirty="0">
                <a:solidFill>
                  <a:srgbClr val="000000"/>
                </a:solidFill>
                <a:latin typeface="Arial" panose="020B0604020202020204" pitchFamily="34" charset="0"/>
                <a:cs typeface="Arial" panose="020B0604020202020204" pitchFamily="34" charset="0"/>
              </a:rPr>
              <a:t>, adjustable=</a:t>
            </a:r>
            <a:r>
              <a:rPr lang="en-IN" sz="1400" dirty="0">
                <a:solidFill>
                  <a:srgbClr val="A31515"/>
                </a:solidFill>
                <a:latin typeface="Arial" panose="020B0604020202020204" pitchFamily="34" charset="0"/>
                <a:cs typeface="Arial" panose="020B0604020202020204" pitchFamily="34" charset="0"/>
              </a:rPr>
              <a:t>'box'</a:t>
            </a:r>
            <a:r>
              <a:rPr lang="en-IN" sz="1400" dirty="0">
                <a:solidFill>
                  <a:srgbClr val="000000"/>
                </a:solidFill>
                <a:latin typeface="Arial" panose="020B0604020202020204" pitchFamily="34" charset="0"/>
                <a:cs typeface="Arial" panose="020B0604020202020204" pitchFamily="34" charset="0"/>
              </a:rPr>
              <a:t>)</a:t>
            </a:r>
          </a:p>
          <a:p>
            <a:r>
              <a:rPr lang="en-IN" sz="1400" dirty="0" err="1">
                <a:solidFill>
                  <a:srgbClr val="000000"/>
                </a:solidFill>
                <a:latin typeface="Arial" panose="020B0604020202020204" pitchFamily="34" charset="0"/>
                <a:cs typeface="Arial" panose="020B0604020202020204" pitchFamily="34" charset="0"/>
              </a:rPr>
              <a:t>ax.set_xlim</a:t>
            </a:r>
            <a:r>
              <a:rPr lang="en-IN" sz="1400" dirty="0">
                <a:solidFill>
                  <a:srgbClr val="000000"/>
                </a:solidFill>
                <a:latin typeface="Arial" panose="020B0604020202020204" pitchFamily="34" charset="0"/>
                <a:cs typeface="Arial" panose="020B0604020202020204" pitchFamily="34" charset="0"/>
              </a:rPr>
              <a:t>(</a:t>
            </a:r>
            <a:r>
              <a:rPr lang="en-IN" sz="1400" dirty="0">
                <a:solidFill>
                  <a:srgbClr val="116644"/>
                </a:solidFill>
                <a:latin typeface="Arial" panose="020B0604020202020204" pitchFamily="34" charset="0"/>
                <a:cs typeface="Arial" panose="020B0604020202020204" pitchFamily="34" charset="0"/>
              </a:rPr>
              <a:t>-10</a:t>
            </a:r>
            <a:r>
              <a:rPr lang="en-IN" sz="1400" dirty="0">
                <a:solidFill>
                  <a:srgbClr val="000000"/>
                </a:solidFill>
                <a:latin typeface="Arial" panose="020B0604020202020204" pitchFamily="34" charset="0"/>
                <a:cs typeface="Arial" panose="020B0604020202020204" pitchFamily="34" charset="0"/>
              </a:rPr>
              <a:t>, </a:t>
            </a:r>
            <a:r>
              <a:rPr lang="en-IN" sz="1400" dirty="0">
                <a:solidFill>
                  <a:srgbClr val="116644"/>
                </a:solidFill>
                <a:latin typeface="Arial" panose="020B0604020202020204" pitchFamily="34" charset="0"/>
                <a:cs typeface="Arial" panose="020B0604020202020204" pitchFamily="34" charset="0"/>
              </a:rPr>
              <a:t>10</a:t>
            </a:r>
            <a:r>
              <a:rPr lang="en-IN" sz="1400" dirty="0">
                <a:solidFill>
                  <a:srgbClr val="000000"/>
                </a:solidFill>
                <a:latin typeface="Arial" panose="020B0604020202020204" pitchFamily="34" charset="0"/>
                <a:cs typeface="Arial" panose="020B0604020202020204" pitchFamily="34" charset="0"/>
              </a:rPr>
              <a:t>)</a:t>
            </a:r>
          </a:p>
          <a:p>
            <a:r>
              <a:rPr lang="en-IN" sz="1400" dirty="0" err="1">
                <a:solidFill>
                  <a:srgbClr val="000000"/>
                </a:solidFill>
                <a:latin typeface="Arial" panose="020B0604020202020204" pitchFamily="34" charset="0"/>
                <a:cs typeface="Arial" panose="020B0604020202020204" pitchFamily="34" charset="0"/>
              </a:rPr>
              <a:t>ax.set_ylim</a:t>
            </a:r>
            <a:r>
              <a:rPr lang="en-IN" sz="1400" dirty="0">
                <a:solidFill>
                  <a:srgbClr val="000000"/>
                </a:solidFill>
                <a:latin typeface="Arial" panose="020B0604020202020204" pitchFamily="34" charset="0"/>
                <a:cs typeface="Arial" panose="020B0604020202020204" pitchFamily="34" charset="0"/>
              </a:rPr>
              <a:t>(</a:t>
            </a:r>
            <a:r>
              <a:rPr lang="en-IN" sz="1400" dirty="0">
                <a:solidFill>
                  <a:srgbClr val="116644"/>
                </a:solidFill>
                <a:latin typeface="Arial" panose="020B0604020202020204" pitchFamily="34" charset="0"/>
                <a:cs typeface="Arial" panose="020B0604020202020204" pitchFamily="34" charset="0"/>
              </a:rPr>
              <a:t>-10</a:t>
            </a:r>
            <a:r>
              <a:rPr lang="en-IN" sz="1400" dirty="0">
                <a:solidFill>
                  <a:srgbClr val="000000"/>
                </a:solidFill>
                <a:latin typeface="Arial" panose="020B0604020202020204" pitchFamily="34" charset="0"/>
                <a:cs typeface="Arial" panose="020B0604020202020204" pitchFamily="34" charset="0"/>
              </a:rPr>
              <a:t>, </a:t>
            </a:r>
            <a:r>
              <a:rPr lang="en-IN" sz="1400" dirty="0">
                <a:solidFill>
                  <a:srgbClr val="116644"/>
                </a:solidFill>
                <a:latin typeface="Arial" panose="020B0604020202020204" pitchFamily="34" charset="0"/>
                <a:cs typeface="Arial" panose="020B0604020202020204" pitchFamily="34" charset="0"/>
              </a:rPr>
              <a:t>10</a:t>
            </a:r>
            <a:r>
              <a:rPr lang="en-IN" sz="1400" dirty="0">
                <a:solidFill>
                  <a:srgbClr val="000000"/>
                </a:solidFill>
                <a:latin typeface="Arial" panose="020B0604020202020204" pitchFamily="34" charset="0"/>
                <a:cs typeface="Arial" panose="020B0604020202020204" pitchFamily="34" charset="0"/>
              </a:rPr>
              <a:t>)</a:t>
            </a:r>
          </a:p>
          <a:p>
            <a:r>
              <a:rPr lang="en-IN" sz="1400" dirty="0" err="1">
                <a:solidFill>
                  <a:srgbClr val="000000"/>
                </a:solidFill>
                <a:latin typeface="Arial" panose="020B0604020202020204" pitchFamily="34" charset="0"/>
                <a:cs typeface="Arial" panose="020B0604020202020204" pitchFamily="34" charset="0"/>
              </a:rPr>
              <a:t>ax.grid</a:t>
            </a:r>
            <a:r>
              <a:rPr lang="en-IN" sz="1400" dirty="0">
                <a:solidFill>
                  <a:srgbClr val="000000"/>
                </a:solidFill>
                <a:latin typeface="Arial" panose="020B0604020202020204" pitchFamily="34" charset="0"/>
                <a:cs typeface="Arial" panose="020B0604020202020204" pitchFamily="34" charset="0"/>
              </a:rPr>
              <a:t>(</a:t>
            </a:r>
            <a:r>
              <a:rPr lang="en-IN" sz="1400" dirty="0">
                <a:solidFill>
                  <a:srgbClr val="0000FF"/>
                </a:solidFill>
                <a:latin typeface="Arial" panose="020B0604020202020204" pitchFamily="34" charset="0"/>
                <a:cs typeface="Arial" panose="020B0604020202020204" pitchFamily="34" charset="0"/>
              </a:rPr>
              <a:t>True</a:t>
            </a:r>
            <a:r>
              <a:rPr lang="en-IN" sz="1400" dirty="0">
                <a:solidFill>
                  <a:srgbClr val="000000"/>
                </a:solidFill>
                <a:latin typeface="Arial" panose="020B0604020202020204" pitchFamily="34" charset="0"/>
                <a:cs typeface="Arial" panose="020B0604020202020204" pitchFamily="34" charset="0"/>
              </a:rPr>
              <a:t>, </a:t>
            </a:r>
            <a:r>
              <a:rPr lang="en-IN" sz="1400" dirty="0" err="1">
                <a:solidFill>
                  <a:srgbClr val="000000"/>
                </a:solidFill>
                <a:latin typeface="Arial" panose="020B0604020202020204" pitchFamily="34" charset="0"/>
                <a:cs typeface="Arial" panose="020B0604020202020204" pitchFamily="34" charset="0"/>
              </a:rPr>
              <a:t>linestyle</a:t>
            </a:r>
            <a:r>
              <a:rPr lang="en-IN" sz="1400" dirty="0">
                <a:solidFill>
                  <a:srgbClr val="000000"/>
                </a:solidFill>
                <a:latin typeface="Arial" panose="020B0604020202020204" pitchFamily="34" charset="0"/>
                <a:cs typeface="Arial" panose="020B0604020202020204" pitchFamily="34" charset="0"/>
              </a:rPr>
              <a:t>=</a:t>
            </a:r>
            <a:r>
              <a:rPr lang="en-IN" sz="1400" dirty="0">
                <a:solidFill>
                  <a:srgbClr val="A31515"/>
                </a:solidFill>
                <a:latin typeface="Arial" panose="020B0604020202020204" pitchFamily="34" charset="0"/>
                <a:cs typeface="Arial" panose="020B0604020202020204" pitchFamily="34" charset="0"/>
              </a:rPr>
              <a:t>'--'</a:t>
            </a:r>
            <a:r>
              <a:rPr lang="en-IN" sz="1400" dirty="0">
                <a:solidFill>
                  <a:srgbClr val="000000"/>
                </a:solidFill>
                <a:latin typeface="Arial" panose="020B0604020202020204" pitchFamily="34" charset="0"/>
                <a:cs typeface="Arial" panose="020B0604020202020204" pitchFamily="34" charset="0"/>
              </a:rPr>
              <a:t>, alpha=</a:t>
            </a:r>
            <a:r>
              <a:rPr lang="en-IN" sz="1400" dirty="0">
                <a:solidFill>
                  <a:srgbClr val="116644"/>
                </a:solidFill>
                <a:latin typeface="Arial" panose="020B0604020202020204" pitchFamily="34" charset="0"/>
                <a:cs typeface="Arial" panose="020B0604020202020204" pitchFamily="34" charset="0"/>
              </a:rPr>
              <a:t>0.5</a:t>
            </a:r>
            <a:r>
              <a:rPr lang="en-IN" sz="1400" dirty="0">
                <a:solidFill>
                  <a:srgbClr val="000000"/>
                </a:solidFill>
                <a:latin typeface="Arial" panose="020B0604020202020204" pitchFamily="34" charset="0"/>
                <a:cs typeface="Arial" panose="020B0604020202020204" pitchFamily="34" charset="0"/>
              </a:rPr>
              <a:t>)</a:t>
            </a:r>
          </a:p>
          <a:p>
            <a:br>
              <a:rPr lang="en-IN" sz="1400" dirty="0">
                <a:solidFill>
                  <a:srgbClr val="000000"/>
                </a:solidFill>
                <a:latin typeface="Arial" panose="020B0604020202020204" pitchFamily="34" charset="0"/>
                <a:cs typeface="Arial" panose="020B0604020202020204" pitchFamily="34" charset="0"/>
              </a:rPr>
            </a:br>
            <a:r>
              <a:rPr lang="en-IN" sz="1400" dirty="0" err="1">
                <a:solidFill>
                  <a:srgbClr val="000000"/>
                </a:solidFill>
                <a:latin typeface="Arial" panose="020B0604020202020204" pitchFamily="34" charset="0"/>
                <a:cs typeface="Arial" panose="020B0604020202020204" pitchFamily="34" charset="0"/>
              </a:rPr>
              <a:t>plt.tight_layout</a:t>
            </a:r>
            <a:r>
              <a:rPr lang="en-IN" sz="1400" dirty="0">
                <a:solidFill>
                  <a:srgbClr val="000000"/>
                </a:solidFill>
                <a:latin typeface="Arial" panose="020B0604020202020204" pitchFamily="34" charset="0"/>
                <a:cs typeface="Arial" panose="020B0604020202020204" pitchFamily="34" charset="0"/>
              </a:rPr>
              <a:t>()</a:t>
            </a:r>
          </a:p>
          <a:p>
            <a:r>
              <a:rPr lang="en-IN" sz="1400" dirty="0" err="1">
                <a:solidFill>
                  <a:srgbClr val="000000"/>
                </a:solidFill>
                <a:latin typeface="Arial" panose="020B0604020202020204" pitchFamily="34" charset="0"/>
                <a:cs typeface="Arial" panose="020B0604020202020204" pitchFamily="34" charset="0"/>
              </a:rPr>
              <a:t>plt.savefig</a:t>
            </a:r>
            <a:r>
              <a:rPr lang="en-IN" sz="1400" dirty="0">
                <a:solidFill>
                  <a:srgbClr val="000000"/>
                </a:solidFill>
                <a:latin typeface="Arial" panose="020B0604020202020204" pitchFamily="34" charset="0"/>
                <a:cs typeface="Arial" panose="020B0604020202020204" pitchFamily="34" charset="0"/>
              </a:rPr>
              <a:t>(</a:t>
            </a:r>
            <a:r>
              <a:rPr lang="en-IN" sz="1400" dirty="0">
                <a:solidFill>
                  <a:srgbClr val="A31515"/>
                </a:solidFill>
                <a:latin typeface="Arial" panose="020B0604020202020204" pitchFamily="34" charset="0"/>
                <a:cs typeface="Arial" panose="020B0604020202020204" pitchFamily="34" charset="0"/>
              </a:rPr>
              <a:t>'scatter_plot_variance.png'</a:t>
            </a:r>
            <a:r>
              <a:rPr lang="en-IN" sz="1400" dirty="0">
                <a:solidFill>
                  <a:srgbClr val="000000"/>
                </a:solidFill>
                <a:latin typeface="Arial" panose="020B0604020202020204" pitchFamily="34" charset="0"/>
                <a:cs typeface="Arial" panose="020B0604020202020204" pitchFamily="34" charset="0"/>
              </a:rPr>
              <a:t>, dpi=</a:t>
            </a:r>
            <a:r>
              <a:rPr lang="en-IN" sz="1400" dirty="0">
                <a:solidFill>
                  <a:srgbClr val="116644"/>
                </a:solidFill>
                <a:latin typeface="Arial" panose="020B0604020202020204" pitchFamily="34" charset="0"/>
                <a:cs typeface="Arial" panose="020B0604020202020204" pitchFamily="34" charset="0"/>
              </a:rPr>
              <a:t>300</a:t>
            </a:r>
            <a:r>
              <a:rPr lang="en-IN" sz="1400" dirty="0">
                <a:solidFill>
                  <a:srgbClr val="000000"/>
                </a:solidFill>
                <a:latin typeface="Arial" panose="020B0604020202020204" pitchFamily="34" charset="0"/>
                <a:cs typeface="Arial" panose="020B0604020202020204" pitchFamily="34" charset="0"/>
              </a:rPr>
              <a:t>)</a:t>
            </a:r>
            <a:endParaRPr lang="en-IN" sz="1400" b="0" dirty="0">
              <a:solidFill>
                <a:srgbClr val="000000"/>
              </a:solidFill>
              <a:effectLst/>
              <a:latin typeface="Arial" panose="020B0604020202020204" pitchFamily="34" charset="0"/>
              <a:cs typeface="Arial" panose="020B0604020202020204" pitchFamily="34" charset="0"/>
            </a:endParaRPr>
          </a:p>
        </p:txBody>
      </p:sp>
      <p:pic>
        <p:nvPicPr>
          <p:cNvPr id="13" name="Picture 12"/>
          <p:cNvPicPr>
            <a:picLocks noChangeAspect="1"/>
          </p:cNvPicPr>
          <p:nvPr/>
        </p:nvPicPr>
        <p:blipFill>
          <a:blip r:embed="rId3"/>
          <a:stretch>
            <a:fillRect/>
          </a:stretch>
        </p:blipFill>
        <p:spPr>
          <a:xfrm>
            <a:off x="6564240" y="1150753"/>
            <a:ext cx="4763165" cy="4696480"/>
          </a:xfrm>
          <a:prstGeom prst="rect">
            <a:avLst/>
          </a:prstGeom>
        </p:spPr>
      </p:pic>
    </p:spTree>
    <p:extLst>
      <p:ext uri="{BB962C8B-B14F-4D97-AF65-F5344CB8AC3E}">
        <p14:creationId xmlns:p14="http://schemas.microsoft.com/office/powerpoint/2010/main" val="2840285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36248-ACAF-63A0-D213-045476761D9D}"/>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F8707A59-C135-2805-BCE9-312CBCAFB408}"/>
              </a:ext>
            </a:extLst>
          </p:cNvPr>
          <p:cNvSpPr>
            <a:spLocks noGrp="1"/>
          </p:cNvSpPr>
          <p:nvPr>
            <p:ph type="ctrTitle"/>
          </p:nvPr>
        </p:nvSpPr>
        <p:spPr>
          <a:xfrm>
            <a:off x="247976" y="0"/>
            <a:ext cx="11571136" cy="589235"/>
          </a:xfrm>
        </p:spPr>
        <p:txBody>
          <a:bodyPr>
            <a:normAutofit/>
          </a:bodyPr>
          <a:lstStyle/>
          <a:p>
            <a:pPr algn="ctr"/>
            <a:r>
              <a:rPr lang="en-US" sz="3600" dirty="0" err="1">
                <a:solidFill>
                  <a:srgbClr val="0070C0"/>
                </a:solidFill>
                <a:latin typeface="Arial" pitchFamily="34" charset="0"/>
                <a:cs typeface="Arial" pitchFamily="34" charset="0"/>
              </a:rPr>
              <a:t>Matlab</a:t>
            </a:r>
            <a:r>
              <a:rPr lang="en-US" sz="3600" dirty="0">
                <a:solidFill>
                  <a:srgbClr val="0070C0"/>
                </a:solidFill>
                <a:latin typeface="Arial" pitchFamily="34" charset="0"/>
                <a:cs typeface="Arial" pitchFamily="34" charset="0"/>
              </a:rPr>
              <a:t> Code: 2 D Scatter Plot</a:t>
            </a:r>
            <a:endParaRPr lang="en-IN" sz="3600" dirty="0">
              <a:solidFill>
                <a:srgbClr val="0070C0"/>
              </a:solidFill>
              <a:latin typeface="Arial" pitchFamily="34" charset="0"/>
              <a:cs typeface="Arial" pitchFamily="34" charset="0"/>
            </a:endParaRPr>
          </a:p>
        </p:txBody>
      </p:sp>
      <p:sp>
        <p:nvSpPr>
          <p:cNvPr id="11" name="TextBox 10"/>
          <p:cNvSpPr txBox="1"/>
          <p:nvPr/>
        </p:nvSpPr>
        <p:spPr>
          <a:xfrm>
            <a:off x="247976" y="724837"/>
            <a:ext cx="6195956" cy="5875134"/>
          </a:xfrm>
          <a:prstGeom prst="rect">
            <a:avLst/>
          </a:prstGeom>
          <a:noFill/>
        </p:spPr>
        <p:txBody>
          <a:bodyPr wrap="square" rtlCol="0">
            <a:spAutoFit/>
          </a:bodyPr>
          <a:lstStyle/>
          <a:p>
            <a:pPr>
              <a:lnSpc>
                <a:spcPct val="150000"/>
              </a:lnSpc>
            </a:pPr>
            <a:r>
              <a:rPr lang="en-IN" sz="1200" dirty="0">
                <a:solidFill>
                  <a:schemeClr val="bg1"/>
                </a:solidFill>
                <a:latin typeface="Arial" panose="020B0604020202020204" pitchFamily="34" charset="0"/>
                <a:cs typeface="Arial" panose="020B0604020202020204" pitchFamily="34" charset="0"/>
              </a:rPr>
              <a:t>% 1. Set seed for reproducibility</a:t>
            </a:r>
          </a:p>
          <a:p>
            <a:pPr>
              <a:lnSpc>
                <a:spcPct val="150000"/>
              </a:lnSpc>
            </a:pPr>
            <a:r>
              <a:rPr lang="en-IN" sz="1200" dirty="0" err="1">
                <a:solidFill>
                  <a:schemeClr val="bg1"/>
                </a:solidFill>
                <a:latin typeface="Arial" panose="020B0604020202020204" pitchFamily="34" charset="0"/>
                <a:cs typeface="Arial" panose="020B0604020202020204" pitchFamily="34" charset="0"/>
              </a:rPr>
              <a:t>rng</a:t>
            </a:r>
            <a:r>
              <a:rPr lang="en-IN" sz="1200" dirty="0">
                <a:solidFill>
                  <a:schemeClr val="bg1"/>
                </a:solidFill>
                <a:latin typeface="Arial" panose="020B0604020202020204" pitchFamily="34" charset="0"/>
                <a:cs typeface="Arial" panose="020B0604020202020204" pitchFamily="34" charset="0"/>
              </a:rPr>
              <a:t>(42);</a:t>
            </a:r>
          </a:p>
          <a:p>
            <a:pPr>
              <a:lnSpc>
                <a:spcPct val="150000"/>
              </a:lnSpc>
            </a:pPr>
            <a:r>
              <a:rPr lang="en-IN" sz="1200" dirty="0">
                <a:solidFill>
                  <a:schemeClr val="bg1"/>
                </a:solidFill>
                <a:latin typeface="Arial" panose="020B0604020202020204" pitchFamily="34" charset="0"/>
                <a:cs typeface="Arial" panose="020B0604020202020204" pitchFamily="34" charset="0"/>
              </a:rPr>
              <a:t>% 2. Define parameters (X has higher variance than Y)</a:t>
            </a:r>
          </a:p>
          <a:p>
            <a:pPr>
              <a:lnSpc>
                <a:spcPct val="150000"/>
              </a:lnSpc>
            </a:pPr>
            <a:r>
              <a:rPr lang="en-IN" sz="1200" dirty="0" err="1">
                <a:solidFill>
                  <a:schemeClr val="bg1"/>
                </a:solidFill>
                <a:latin typeface="Arial" panose="020B0604020202020204" pitchFamily="34" charset="0"/>
                <a:cs typeface="Arial" panose="020B0604020202020204" pitchFamily="34" charset="0"/>
              </a:rPr>
              <a:t>num_points</a:t>
            </a:r>
            <a:r>
              <a:rPr lang="en-IN" sz="1200" dirty="0">
                <a:solidFill>
                  <a:schemeClr val="bg1"/>
                </a:solidFill>
                <a:latin typeface="Arial" panose="020B0604020202020204" pitchFamily="34" charset="0"/>
                <a:cs typeface="Arial" panose="020B0604020202020204" pitchFamily="34" charset="0"/>
              </a:rPr>
              <a:t> = 300;</a:t>
            </a:r>
          </a:p>
          <a:p>
            <a:pPr>
              <a:lnSpc>
                <a:spcPct val="150000"/>
              </a:lnSpc>
            </a:pPr>
            <a:r>
              <a:rPr lang="en-IN" sz="1200" dirty="0" err="1">
                <a:solidFill>
                  <a:schemeClr val="bg1"/>
                </a:solidFill>
                <a:latin typeface="Arial" panose="020B0604020202020204" pitchFamily="34" charset="0"/>
                <a:cs typeface="Arial" panose="020B0604020202020204" pitchFamily="34" charset="0"/>
              </a:rPr>
              <a:t>mean_x</a:t>
            </a:r>
            <a:r>
              <a:rPr lang="en-IN" sz="1200" dirty="0">
                <a:solidFill>
                  <a:schemeClr val="bg1"/>
                </a:solidFill>
                <a:latin typeface="Arial" panose="020B0604020202020204" pitchFamily="34" charset="0"/>
                <a:cs typeface="Arial" panose="020B0604020202020204" pitchFamily="34" charset="0"/>
              </a:rPr>
              <a:t> = 0; </a:t>
            </a:r>
            <a:r>
              <a:rPr lang="en-IN" sz="1200" dirty="0" err="1">
                <a:solidFill>
                  <a:schemeClr val="bg1"/>
                </a:solidFill>
                <a:latin typeface="Arial" panose="020B0604020202020204" pitchFamily="34" charset="0"/>
                <a:cs typeface="Arial" panose="020B0604020202020204" pitchFamily="34" charset="0"/>
              </a:rPr>
              <a:t>mean_y</a:t>
            </a:r>
            <a:r>
              <a:rPr lang="en-IN" sz="1200" dirty="0">
                <a:solidFill>
                  <a:schemeClr val="bg1"/>
                </a:solidFill>
                <a:latin typeface="Arial" panose="020B0604020202020204" pitchFamily="34" charset="0"/>
                <a:cs typeface="Arial" panose="020B0604020202020204" pitchFamily="34" charset="0"/>
              </a:rPr>
              <a:t> = 0;</a:t>
            </a:r>
          </a:p>
          <a:p>
            <a:pPr>
              <a:lnSpc>
                <a:spcPct val="150000"/>
              </a:lnSpc>
            </a:pPr>
            <a:r>
              <a:rPr lang="en-IN" sz="1200" dirty="0" err="1">
                <a:solidFill>
                  <a:schemeClr val="bg1"/>
                </a:solidFill>
                <a:latin typeface="Arial" panose="020B0604020202020204" pitchFamily="34" charset="0"/>
                <a:cs typeface="Arial" panose="020B0604020202020204" pitchFamily="34" charset="0"/>
              </a:rPr>
              <a:t>std_x</a:t>
            </a:r>
            <a:r>
              <a:rPr lang="en-IN" sz="1200" dirty="0">
                <a:solidFill>
                  <a:schemeClr val="bg1"/>
                </a:solidFill>
                <a:latin typeface="Arial" panose="020B0604020202020204" pitchFamily="34" charset="0"/>
                <a:cs typeface="Arial" panose="020B0604020202020204" pitchFamily="34" charset="0"/>
              </a:rPr>
              <a:t> = 3.0; </a:t>
            </a:r>
            <a:r>
              <a:rPr lang="en-IN" sz="1200" dirty="0" err="1">
                <a:solidFill>
                  <a:schemeClr val="bg1"/>
                </a:solidFill>
                <a:latin typeface="Arial" panose="020B0604020202020204" pitchFamily="34" charset="0"/>
                <a:cs typeface="Arial" panose="020B0604020202020204" pitchFamily="34" charset="0"/>
              </a:rPr>
              <a:t>std_y</a:t>
            </a:r>
            <a:r>
              <a:rPr lang="en-IN" sz="1200" dirty="0">
                <a:solidFill>
                  <a:schemeClr val="bg1"/>
                </a:solidFill>
                <a:latin typeface="Arial" panose="020B0604020202020204" pitchFamily="34" charset="0"/>
                <a:cs typeface="Arial" panose="020B0604020202020204" pitchFamily="34" charset="0"/>
              </a:rPr>
              <a:t> = 1.0; % Variance X = 9, Variance Y = 1</a:t>
            </a:r>
          </a:p>
          <a:p>
            <a:pPr>
              <a:lnSpc>
                <a:spcPct val="150000"/>
              </a:lnSpc>
            </a:pPr>
            <a:r>
              <a:rPr lang="en-IN" sz="1200" dirty="0">
                <a:solidFill>
                  <a:schemeClr val="bg1"/>
                </a:solidFill>
                <a:latin typeface="Arial" panose="020B0604020202020204" pitchFamily="34" charset="0"/>
                <a:cs typeface="Arial" panose="020B0604020202020204" pitchFamily="34" charset="0"/>
              </a:rPr>
              <a:t>% 3. Generate independent normally distributed data</a:t>
            </a:r>
          </a:p>
          <a:p>
            <a:pPr>
              <a:lnSpc>
                <a:spcPct val="150000"/>
              </a:lnSpc>
            </a:pPr>
            <a:r>
              <a:rPr lang="en-IN" sz="1200" dirty="0">
                <a:solidFill>
                  <a:schemeClr val="bg1"/>
                </a:solidFill>
                <a:latin typeface="Arial" panose="020B0604020202020204" pitchFamily="34" charset="0"/>
                <a:cs typeface="Arial" panose="020B0604020202020204" pitchFamily="34" charset="0"/>
              </a:rPr>
              <a:t>x = </a:t>
            </a:r>
            <a:r>
              <a:rPr lang="en-IN" sz="1200" dirty="0" err="1">
                <a:solidFill>
                  <a:schemeClr val="bg1"/>
                </a:solidFill>
                <a:latin typeface="Arial" panose="020B0604020202020204" pitchFamily="34" charset="0"/>
                <a:cs typeface="Arial" panose="020B0604020202020204" pitchFamily="34" charset="0"/>
              </a:rPr>
              <a:t>mean_x</a:t>
            </a:r>
            <a:r>
              <a:rPr lang="en-IN" sz="1200" dirty="0">
                <a:solidFill>
                  <a:schemeClr val="bg1"/>
                </a:solidFill>
                <a:latin typeface="Arial" panose="020B0604020202020204" pitchFamily="34" charset="0"/>
                <a:cs typeface="Arial" panose="020B0604020202020204" pitchFamily="34" charset="0"/>
              </a:rPr>
              <a:t> + </a:t>
            </a:r>
            <a:r>
              <a:rPr lang="en-IN" sz="1200" dirty="0" err="1">
                <a:solidFill>
                  <a:schemeClr val="bg1"/>
                </a:solidFill>
                <a:latin typeface="Arial" panose="020B0604020202020204" pitchFamily="34" charset="0"/>
                <a:cs typeface="Arial" panose="020B0604020202020204" pitchFamily="34" charset="0"/>
              </a:rPr>
              <a:t>std_x</a:t>
            </a:r>
            <a:r>
              <a:rPr lang="en-IN" sz="1200" dirty="0">
                <a:solidFill>
                  <a:schemeClr val="bg1"/>
                </a:solidFill>
                <a:latin typeface="Arial" panose="020B0604020202020204" pitchFamily="34" charset="0"/>
                <a:cs typeface="Arial" panose="020B0604020202020204" pitchFamily="34" charset="0"/>
              </a:rPr>
              <a:t> * </a:t>
            </a:r>
            <a:r>
              <a:rPr lang="en-IN" sz="1200" dirty="0" err="1">
                <a:solidFill>
                  <a:schemeClr val="bg1"/>
                </a:solidFill>
                <a:latin typeface="Arial" panose="020B0604020202020204" pitchFamily="34" charset="0"/>
                <a:cs typeface="Arial" panose="020B0604020202020204" pitchFamily="34" charset="0"/>
              </a:rPr>
              <a:t>randn</a:t>
            </a:r>
            <a:r>
              <a:rPr lang="en-IN" sz="1200" dirty="0">
                <a:solidFill>
                  <a:schemeClr val="bg1"/>
                </a:solidFill>
                <a:latin typeface="Arial" panose="020B0604020202020204" pitchFamily="34" charset="0"/>
                <a:cs typeface="Arial" panose="020B0604020202020204" pitchFamily="34" charset="0"/>
              </a:rPr>
              <a:t>(</a:t>
            </a:r>
            <a:r>
              <a:rPr lang="en-IN" sz="1200" dirty="0" err="1">
                <a:solidFill>
                  <a:schemeClr val="bg1"/>
                </a:solidFill>
                <a:latin typeface="Arial" panose="020B0604020202020204" pitchFamily="34" charset="0"/>
                <a:cs typeface="Arial" panose="020B0604020202020204" pitchFamily="34" charset="0"/>
              </a:rPr>
              <a:t>num_points</a:t>
            </a:r>
            <a:r>
              <a:rPr lang="en-IN" sz="1200" dirty="0">
                <a:solidFill>
                  <a:schemeClr val="bg1"/>
                </a:solidFill>
                <a:latin typeface="Arial" panose="020B0604020202020204" pitchFamily="34" charset="0"/>
                <a:cs typeface="Arial" panose="020B0604020202020204" pitchFamily="34" charset="0"/>
              </a:rPr>
              <a:t>, 1);</a:t>
            </a:r>
          </a:p>
          <a:p>
            <a:pPr>
              <a:lnSpc>
                <a:spcPct val="150000"/>
              </a:lnSpc>
            </a:pPr>
            <a:r>
              <a:rPr lang="en-IN" sz="1200" dirty="0">
                <a:solidFill>
                  <a:schemeClr val="bg1"/>
                </a:solidFill>
                <a:latin typeface="Arial" panose="020B0604020202020204" pitchFamily="34" charset="0"/>
                <a:cs typeface="Arial" panose="020B0604020202020204" pitchFamily="34" charset="0"/>
              </a:rPr>
              <a:t>y = </a:t>
            </a:r>
            <a:r>
              <a:rPr lang="en-IN" sz="1200" dirty="0" err="1">
                <a:solidFill>
                  <a:schemeClr val="bg1"/>
                </a:solidFill>
                <a:latin typeface="Arial" panose="020B0604020202020204" pitchFamily="34" charset="0"/>
                <a:cs typeface="Arial" panose="020B0604020202020204" pitchFamily="34" charset="0"/>
              </a:rPr>
              <a:t>mean_y</a:t>
            </a:r>
            <a:r>
              <a:rPr lang="en-IN" sz="1200" dirty="0">
                <a:solidFill>
                  <a:schemeClr val="bg1"/>
                </a:solidFill>
                <a:latin typeface="Arial" panose="020B0604020202020204" pitchFamily="34" charset="0"/>
                <a:cs typeface="Arial" panose="020B0604020202020204" pitchFamily="34" charset="0"/>
              </a:rPr>
              <a:t> + </a:t>
            </a:r>
            <a:r>
              <a:rPr lang="en-IN" sz="1200" dirty="0" err="1">
                <a:solidFill>
                  <a:schemeClr val="bg1"/>
                </a:solidFill>
                <a:latin typeface="Arial" panose="020B0604020202020204" pitchFamily="34" charset="0"/>
                <a:cs typeface="Arial" panose="020B0604020202020204" pitchFamily="34" charset="0"/>
              </a:rPr>
              <a:t>std_y</a:t>
            </a:r>
            <a:r>
              <a:rPr lang="en-IN" sz="1200" dirty="0">
                <a:solidFill>
                  <a:schemeClr val="bg1"/>
                </a:solidFill>
                <a:latin typeface="Arial" panose="020B0604020202020204" pitchFamily="34" charset="0"/>
                <a:cs typeface="Arial" panose="020B0604020202020204" pitchFamily="34" charset="0"/>
              </a:rPr>
              <a:t> * </a:t>
            </a:r>
            <a:r>
              <a:rPr lang="en-IN" sz="1200" dirty="0" err="1">
                <a:solidFill>
                  <a:schemeClr val="bg1"/>
                </a:solidFill>
                <a:latin typeface="Arial" panose="020B0604020202020204" pitchFamily="34" charset="0"/>
                <a:cs typeface="Arial" panose="020B0604020202020204" pitchFamily="34" charset="0"/>
              </a:rPr>
              <a:t>randn</a:t>
            </a:r>
            <a:r>
              <a:rPr lang="en-IN" sz="1200" dirty="0">
                <a:solidFill>
                  <a:schemeClr val="bg1"/>
                </a:solidFill>
                <a:latin typeface="Arial" panose="020B0604020202020204" pitchFamily="34" charset="0"/>
                <a:cs typeface="Arial" panose="020B0604020202020204" pitchFamily="34" charset="0"/>
              </a:rPr>
              <a:t>(</a:t>
            </a:r>
            <a:r>
              <a:rPr lang="en-IN" sz="1200" dirty="0" err="1">
                <a:solidFill>
                  <a:schemeClr val="bg1"/>
                </a:solidFill>
                <a:latin typeface="Arial" panose="020B0604020202020204" pitchFamily="34" charset="0"/>
                <a:cs typeface="Arial" panose="020B0604020202020204" pitchFamily="34" charset="0"/>
              </a:rPr>
              <a:t>num_points</a:t>
            </a:r>
            <a:r>
              <a:rPr lang="en-IN" sz="1200" dirty="0">
                <a:solidFill>
                  <a:schemeClr val="bg1"/>
                </a:solidFill>
                <a:latin typeface="Arial" panose="020B0604020202020204" pitchFamily="34" charset="0"/>
                <a:cs typeface="Arial" panose="020B0604020202020204" pitchFamily="34" charset="0"/>
              </a:rPr>
              <a:t>, 1);</a:t>
            </a:r>
          </a:p>
          <a:p>
            <a:pPr>
              <a:lnSpc>
                <a:spcPct val="150000"/>
              </a:lnSpc>
            </a:pPr>
            <a:r>
              <a:rPr lang="en-IN" sz="1200" dirty="0">
                <a:solidFill>
                  <a:schemeClr val="bg1"/>
                </a:solidFill>
                <a:latin typeface="Arial" panose="020B0604020202020204" pitchFamily="34" charset="0"/>
                <a:cs typeface="Arial" panose="020B0604020202020204" pitchFamily="34" charset="0"/>
              </a:rPr>
              <a:t>% 4. Create the scatter plot</a:t>
            </a:r>
          </a:p>
          <a:p>
            <a:pPr>
              <a:lnSpc>
                <a:spcPct val="150000"/>
              </a:lnSpc>
            </a:pPr>
            <a:r>
              <a:rPr lang="en-IN" sz="1200" dirty="0">
                <a:solidFill>
                  <a:schemeClr val="bg1"/>
                </a:solidFill>
                <a:latin typeface="Arial" panose="020B0604020202020204" pitchFamily="34" charset="0"/>
                <a:cs typeface="Arial" panose="020B0604020202020204" pitchFamily="34" charset="0"/>
              </a:rPr>
              <a:t>figure('</a:t>
            </a:r>
            <a:r>
              <a:rPr lang="en-IN" sz="1200" dirty="0" err="1">
                <a:solidFill>
                  <a:schemeClr val="bg1"/>
                </a:solidFill>
                <a:latin typeface="Arial" panose="020B0604020202020204" pitchFamily="34" charset="0"/>
                <a:cs typeface="Arial" panose="020B0604020202020204" pitchFamily="34" charset="0"/>
              </a:rPr>
              <a:t>Color</a:t>
            </a:r>
            <a:r>
              <a:rPr lang="en-IN" sz="1200" dirty="0">
                <a:solidFill>
                  <a:schemeClr val="bg1"/>
                </a:solidFill>
                <a:latin typeface="Arial" panose="020B0604020202020204" pitchFamily="34" charset="0"/>
                <a:cs typeface="Arial" panose="020B0604020202020204" pitchFamily="34" charset="0"/>
              </a:rPr>
              <a:t>', 'w'); % Open a white background figure</a:t>
            </a:r>
          </a:p>
          <a:p>
            <a:pPr>
              <a:lnSpc>
                <a:spcPct val="150000"/>
              </a:lnSpc>
            </a:pPr>
            <a:r>
              <a:rPr lang="en-IN" sz="1200" dirty="0">
                <a:solidFill>
                  <a:schemeClr val="bg1"/>
                </a:solidFill>
                <a:latin typeface="Arial" panose="020B0604020202020204" pitchFamily="34" charset="0"/>
                <a:cs typeface="Arial" panose="020B0604020202020204" pitchFamily="34" charset="0"/>
              </a:rPr>
              <a:t>scatter(x, y, 35, 'filled', '</a:t>
            </a:r>
            <a:r>
              <a:rPr lang="en-IN" sz="1200" dirty="0" err="1">
                <a:solidFill>
                  <a:schemeClr val="bg1"/>
                </a:solidFill>
                <a:latin typeface="Arial" panose="020B0604020202020204" pitchFamily="34" charset="0"/>
                <a:cs typeface="Arial" panose="020B0604020202020204" pitchFamily="34" charset="0"/>
              </a:rPr>
              <a:t>MarkerFaceColor</a:t>
            </a:r>
            <a:r>
              <a:rPr lang="en-IN" sz="1200" dirty="0">
                <a:solidFill>
                  <a:schemeClr val="bg1"/>
                </a:solidFill>
                <a:latin typeface="Arial" panose="020B0604020202020204" pitchFamily="34" charset="0"/>
                <a:cs typeface="Arial" panose="020B0604020202020204" pitchFamily="34" charset="0"/>
              </a:rPr>
              <a:t>', [0 0.5 0.5], '</a:t>
            </a:r>
            <a:r>
              <a:rPr lang="en-IN" sz="1200" dirty="0" err="1">
                <a:solidFill>
                  <a:schemeClr val="bg1"/>
                </a:solidFill>
                <a:latin typeface="Arial" panose="020B0604020202020204" pitchFamily="34" charset="0"/>
                <a:cs typeface="Arial" panose="020B0604020202020204" pitchFamily="34" charset="0"/>
              </a:rPr>
              <a:t>MarkerEdgeColor</a:t>
            </a:r>
            <a:r>
              <a:rPr lang="en-IN" sz="1200" dirty="0">
                <a:solidFill>
                  <a:schemeClr val="bg1"/>
                </a:solidFill>
                <a:latin typeface="Arial" panose="020B0604020202020204" pitchFamily="34" charset="0"/>
                <a:cs typeface="Arial" panose="020B0604020202020204" pitchFamily="34" charset="0"/>
              </a:rPr>
              <a:t>', 'w');</a:t>
            </a:r>
          </a:p>
          <a:p>
            <a:pPr>
              <a:lnSpc>
                <a:spcPct val="150000"/>
              </a:lnSpc>
            </a:pPr>
            <a:r>
              <a:rPr lang="en-IN" sz="1200" dirty="0">
                <a:solidFill>
                  <a:schemeClr val="bg1"/>
                </a:solidFill>
                <a:latin typeface="Arial" panose="020B0604020202020204" pitchFamily="34" charset="0"/>
                <a:cs typeface="Arial" panose="020B0604020202020204" pitchFamily="34" charset="0"/>
              </a:rPr>
              <a:t>% 5. Format labels and titles</a:t>
            </a:r>
          </a:p>
          <a:p>
            <a:pPr>
              <a:lnSpc>
                <a:spcPct val="150000"/>
              </a:lnSpc>
            </a:pPr>
            <a:r>
              <a:rPr lang="en-IN" sz="1200" dirty="0">
                <a:solidFill>
                  <a:schemeClr val="bg1"/>
                </a:solidFill>
                <a:latin typeface="Arial" panose="020B0604020202020204" pitchFamily="34" charset="0"/>
                <a:cs typeface="Arial" panose="020B0604020202020204" pitchFamily="34" charset="0"/>
              </a:rPr>
              <a:t>title('Bivariate Scatter Plot: Higher Variance along X', '</a:t>
            </a:r>
            <a:r>
              <a:rPr lang="en-IN" sz="1200" dirty="0" err="1">
                <a:solidFill>
                  <a:schemeClr val="bg1"/>
                </a:solidFill>
                <a:latin typeface="Arial" panose="020B0604020202020204" pitchFamily="34" charset="0"/>
                <a:cs typeface="Arial" panose="020B0604020202020204" pitchFamily="34" charset="0"/>
              </a:rPr>
              <a:t>FontSize</a:t>
            </a:r>
            <a:r>
              <a:rPr lang="en-IN" sz="1200" dirty="0">
                <a:solidFill>
                  <a:schemeClr val="bg1"/>
                </a:solidFill>
                <a:latin typeface="Arial" panose="020B0604020202020204" pitchFamily="34" charset="0"/>
                <a:cs typeface="Arial" panose="020B0604020202020204" pitchFamily="34" charset="0"/>
              </a:rPr>
              <a:t>', 14);</a:t>
            </a:r>
          </a:p>
          <a:p>
            <a:pPr>
              <a:lnSpc>
                <a:spcPct val="150000"/>
              </a:lnSpc>
            </a:pPr>
            <a:r>
              <a:rPr lang="en-IN" sz="1200" dirty="0" err="1">
                <a:solidFill>
                  <a:schemeClr val="bg1"/>
                </a:solidFill>
                <a:latin typeface="Arial" panose="020B0604020202020204" pitchFamily="34" charset="0"/>
                <a:cs typeface="Arial" panose="020B0604020202020204" pitchFamily="34" charset="0"/>
              </a:rPr>
              <a:t>xlabel</a:t>
            </a:r>
            <a:r>
              <a:rPr lang="en-IN" sz="1200" dirty="0">
                <a:solidFill>
                  <a:schemeClr val="bg1"/>
                </a:solidFill>
                <a:latin typeface="Arial" panose="020B0604020202020204" pitchFamily="34" charset="0"/>
                <a:cs typeface="Arial" panose="020B0604020202020204" pitchFamily="34" charset="0"/>
              </a:rPr>
              <a:t>('X-axis (\sigma^2 = 9)', '</a:t>
            </a:r>
            <a:r>
              <a:rPr lang="en-IN" sz="1200" dirty="0" err="1">
                <a:solidFill>
                  <a:schemeClr val="bg1"/>
                </a:solidFill>
                <a:latin typeface="Arial" panose="020B0604020202020204" pitchFamily="34" charset="0"/>
                <a:cs typeface="Arial" panose="020B0604020202020204" pitchFamily="34" charset="0"/>
              </a:rPr>
              <a:t>FontSize</a:t>
            </a:r>
            <a:r>
              <a:rPr lang="en-IN" sz="1200" dirty="0">
                <a:solidFill>
                  <a:schemeClr val="bg1"/>
                </a:solidFill>
                <a:latin typeface="Arial" panose="020B0604020202020204" pitchFamily="34" charset="0"/>
                <a:cs typeface="Arial" panose="020B0604020202020204" pitchFamily="34" charset="0"/>
              </a:rPr>
              <a:t>', 12);</a:t>
            </a:r>
          </a:p>
          <a:p>
            <a:pPr>
              <a:lnSpc>
                <a:spcPct val="150000"/>
              </a:lnSpc>
            </a:pPr>
            <a:r>
              <a:rPr lang="en-IN" sz="1200" dirty="0" err="1">
                <a:solidFill>
                  <a:schemeClr val="bg1"/>
                </a:solidFill>
                <a:latin typeface="Arial" panose="020B0604020202020204" pitchFamily="34" charset="0"/>
                <a:cs typeface="Arial" panose="020B0604020202020204" pitchFamily="34" charset="0"/>
              </a:rPr>
              <a:t>ylabel</a:t>
            </a:r>
            <a:r>
              <a:rPr lang="en-IN" sz="1200" dirty="0">
                <a:solidFill>
                  <a:schemeClr val="bg1"/>
                </a:solidFill>
                <a:latin typeface="Arial" panose="020B0604020202020204" pitchFamily="34" charset="0"/>
                <a:cs typeface="Arial" panose="020B0604020202020204" pitchFamily="34" charset="0"/>
              </a:rPr>
              <a:t>('Y-axis (\sigma^2 = 1)', '</a:t>
            </a:r>
            <a:r>
              <a:rPr lang="en-IN" sz="1200" dirty="0" err="1">
                <a:solidFill>
                  <a:schemeClr val="bg1"/>
                </a:solidFill>
                <a:latin typeface="Arial" panose="020B0604020202020204" pitchFamily="34" charset="0"/>
                <a:cs typeface="Arial" panose="020B0604020202020204" pitchFamily="34" charset="0"/>
              </a:rPr>
              <a:t>FontSize</a:t>
            </a:r>
            <a:r>
              <a:rPr lang="en-IN" sz="1200" dirty="0">
                <a:solidFill>
                  <a:schemeClr val="bg1"/>
                </a:solidFill>
                <a:latin typeface="Arial" panose="020B0604020202020204" pitchFamily="34" charset="0"/>
                <a:cs typeface="Arial" panose="020B0604020202020204" pitchFamily="34" charset="0"/>
              </a:rPr>
              <a:t>', 12);</a:t>
            </a:r>
          </a:p>
          <a:p>
            <a:pPr>
              <a:lnSpc>
                <a:spcPct val="150000"/>
              </a:lnSpc>
            </a:pPr>
            <a:r>
              <a:rPr lang="en-IN" sz="1200" dirty="0">
                <a:solidFill>
                  <a:schemeClr val="bg1"/>
                </a:solidFill>
                <a:latin typeface="Arial" panose="020B0604020202020204" pitchFamily="34" charset="0"/>
                <a:cs typeface="Arial" panose="020B0604020202020204" pitchFamily="34" charset="0"/>
              </a:rPr>
              <a:t>% 6. Adjust axes for true geometric representation</a:t>
            </a:r>
          </a:p>
          <a:p>
            <a:pPr>
              <a:lnSpc>
                <a:spcPct val="150000"/>
              </a:lnSpc>
            </a:pPr>
            <a:r>
              <a:rPr lang="en-IN" sz="1200" dirty="0">
                <a:solidFill>
                  <a:schemeClr val="bg1"/>
                </a:solidFill>
                <a:latin typeface="Arial" panose="020B0604020202020204" pitchFamily="34" charset="0"/>
                <a:cs typeface="Arial" panose="020B0604020202020204" pitchFamily="34" charset="0"/>
              </a:rPr>
              <a:t>grid on;</a:t>
            </a:r>
          </a:p>
          <a:p>
            <a:pPr>
              <a:lnSpc>
                <a:spcPct val="150000"/>
              </a:lnSpc>
            </a:pPr>
            <a:r>
              <a:rPr lang="en-IN" sz="1200" dirty="0">
                <a:solidFill>
                  <a:schemeClr val="bg1"/>
                </a:solidFill>
                <a:latin typeface="Arial" panose="020B0604020202020204" pitchFamily="34" charset="0"/>
                <a:cs typeface="Arial" panose="020B0604020202020204" pitchFamily="34" charset="0"/>
              </a:rPr>
              <a:t>axis equal; % CRITICAL: Keeps 1 unit on X equal to 1 unit on Y</a:t>
            </a:r>
          </a:p>
          <a:p>
            <a:pPr>
              <a:lnSpc>
                <a:spcPct val="150000"/>
              </a:lnSpc>
            </a:pPr>
            <a:r>
              <a:rPr lang="en-IN" sz="1200" dirty="0" err="1">
                <a:solidFill>
                  <a:schemeClr val="bg1"/>
                </a:solidFill>
                <a:latin typeface="Arial" panose="020B0604020202020204" pitchFamily="34" charset="0"/>
                <a:cs typeface="Arial" panose="020B0604020202020204" pitchFamily="34" charset="0"/>
              </a:rPr>
              <a:t>xlim</a:t>
            </a:r>
            <a:r>
              <a:rPr lang="en-IN" sz="1200" dirty="0">
                <a:solidFill>
                  <a:schemeClr val="bg1"/>
                </a:solidFill>
                <a:latin typeface="Arial" panose="020B0604020202020204" pitchFamily="34" charset="0"/>
                <a:cs typeface="Arial" panose="020B0604020202020204" pitchFamily="34" charset="0"/>
              </a:rPr>
              <a:t>([-10, 10]);</a:t>
            </a:r>
          </a:p>
          <a:p>
            <a:pPr>
              <a:lnSpc>
                <a:spcPct val="150000"/>
              </a:lnSpc>
            </a:pPr>
            <a:r>
              <a:rPr lang="en-IN" sz="1200" dirty="0" err="1">
                <a:solidFill>
                  <a:schemeClr val="bg1"/>
                </a:solidFill>
                <a:latin typeface="Arial" panose="020B0604020202020204" pitchFamily="34" charset="0"/>
                <a:cs typeface="Arial" panose="020B0604020202020204" pitchFamily="34" charset="0"/>
              </a:rPr>
              <a:t>ylim</a:t>
            </a:r>
            <a:r>
              <a:rPr lang="en-IN" sz="1200" dirty="0">
                <a:solidFill>
                  <a:schemeClr val="bg1"/>
                </a:solidFill>
                <a:latin typeface="Arial" panose="020B0604020202020204" pitchFamily="34" charset="0"/>
                <a:cs typeface="Arial" panose="020B0604020202020204" pitchFamily="34" charset="0"/>
              </a:rPr>
              <a:t>([-10, 10]);</a:t>
            </a:r>
            <a:endParaRPr lang="en-IN" sz="1200" b="0" i="0" dirty="0">
              <a:solidFill>
                <a:schemeClr val="bg1"/>
              </a:solidFill>
              <a:effectLst/>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stretch>
            <a:fillRect/>
          </a:stretch>
        </p:blipFill>
        <p:spPr>
          <a:xfrm>
            <a:off x="6796285" y="1285335"/>
            <a:ext cx="4354650" cy="4420630"/>
          </a:xfrm>
          <a:prstGeom prst="rect">
            <a:avLst/>
          </a:prstGeom>
        </p:spPr>
      </p:pic>
    </p:spTree>
    <p:extLst>
      <p:ext uri="{BB962C8B-B14F-4D97-AF65-F5344CB8AC3E}">
        <p14:creationId xmlns:p14="http://schemas.microsoft.com/office/powerpoint/2010/main" val="1282969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36248-ACAF-63A0-D213-045476761D9D}"/>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F8707A59-C135-2805-BCE9-312CBCAFB408}"/>
              </a:ext>
            </a:extLst>
          </p:cNvPr>
          <p:cNvSpPr>
            <a:spLocks noGrp="1"/>
          </p:cNvSpPr>
          <p:nvPr>
            <p:ph type="ctrTitle"/>
          </p:nvPr>
        </p:nvSpPr>
        <p:spPr>
          <a:xfrm>
            <a:off x="247976" y="0"/>
            <a:ext cx="11571136" cy="589235"/>
          </a:xfrm>
        </p:spPr>
        <p:txBody>
          <a:bodyPr>
            <a:normAutofit/>
          </a:bodyPr>
          <a:lstStyle/>
          <a:p>
            <a:pPr algn="ctr"/>
            <a:r>
              <a:rPr lang="en-US" sz="3600" dirty="0">
                <a:solidFill>
                  <a:srgbClr val="0070C0"/>
                </a:solidFill>
                <a:latin typeface="Arial" pitchFamily="34" charset="0"/>
                <a:cs typeface="Arial" pitchFamily="34" charset="0"/>
              </a:rPr>
              <a:t>Python Code: 3 D Scatter Plot</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D0AEF292-F3DE-6D8F-9E52-994164B7D4E9}"/>
              </a:ext>
            </a:extLst>
          </p:cNvPr>
          <p:cNvSpPr txBox="1"/>
          <p:nvPr/>
        </p:nvSpPr>
        <p:spPr>
          <a:xfrm>
            <a:off x="0" y="-74264"/>
            <a:ext cx="6977751" cy="6506846"/>
          </a:xfrm>
          <a:prstGeom prst="rect">
            <a:avLst/>
          </a:prstGeom>
          <a:noFill/>
        </p:spPr>
        <p:txBody>
          <a:bodyPr wrap="square" rtlCol="0">
            <a:spAutoFit/>
          </a:bodyPr>
          <a:lstStyle/>
          <a:p>
            <a:pPr algn="just" defTabSz="1219170">
              <a:lnSpc>
                <a:spcPct val="150000"/>
              </a:lnSpc>
              <a:buClr>
                <a:srgbClr val="0000FF"/>
              </a:buClr>
            </a:pP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import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numpy</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as np</a:t>
            </a:r>
          </a:p>
          <a:p>
            <a:pPr algn="just" defTabSz="1219170">
              <a:lnSpc>
                <a:spcPct val="150000"/>
              </a:lnSpc>
              <a:buClr>
                <a:srgbClr val="0000FF"/>
              </a:buClr>
            </a:pP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import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matplotlib.pyplot</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as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plt</a:t>
            </a:r>
            <a:endParaRPr lang="en-US" sz="900" dirty="0">
              <a:solidFill>
                <a:prstClr val="black"/>
              </a:solidFill>
              <a:latin typeface="Arial" panose="020B0604020202020204" pitchFamily="34" charset="0"/>
              <a:cs typeface="Arial" panose="020B0604020202020204" pitchFamily="34" charset="0"/>
              <a:sym typeface="Symbol" panose="05050102010706020507" pitchFamily="18" charset="2"/>
            </a:endParaRPr>
          </a:p>
          <a:p>
            <a:pPr algn="just" defTabSz="1219170">
              <a:lnSpc>
                <a:spcPct val="150000"/>
              </a:lnSpc>
              <a:buClr>
                <a:srgbClr val="0000FF"/>
              </a:buClr>
            </a:pP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Set random seed for reproducibility</a:t>
            </a:r>
          </a:p>
          <a:p>
            <a:pPr algn="just" defTabSz="1219170">
              <a:lnSpc>
                <a:spcPct val="150000"/>
              </a:lnSpc>
              <a:buClr>
                <a:srgbClr val="0000FF"/>
              </a:buClr>
            </a:pP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np.random.seed</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(101)</a:t>
            </a:r>
          </a:p>
          <a:p>
            <a:pPr algn="just" defTabSz="1219170">
              <a:lnSpc>
                <a:spcPct val="150000"/>
              </a:lnSpc>
              <a:buClr>
                <a:srgbClr val="0000FF"/>
              </a:buClr>
            </a:pP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Generate 3D data with specified variances</a:t>
            </a:r>
          </a:p>
          <a:p>
            <a:pPr algn="just" defTabSz="1219170">
              <a:lnSpc>
                <a:spcPct val="150000"/>
              </a:lnSpc>
              <a:buClr>
                <a:srgbClr val="0000FF"/>
              </a:buClr>
            </a:pP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X variance: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std</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 3.0 -&gt;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var</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 9.0</a:t>
            </a:r>
          </a:p>
          <a:p>
            <a:pPr algn="just" defTabSz="1219170">
              <a:lnSpc>
                <a:spcPct val="150000"/>
              </a:lnSpc>
              <a:buClr>
                <a:srgbClr val="0000FF"/>
              </a:buClr>
            </a:pP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Y variance: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std</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 1.0 -&gt;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var</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 1.0</a:t>
            </a:r>
          </a:p>
          <a:p>
            <a:pPr algn="just" defTabSz="1219170">
              <a:lnSpc>
                <a:spcPct val="150000"/>
              </a:lnSpc>
              <a:buClr>
                <a:srgbClr val="0000FF"/>
              </a:buClr>
            </a:pP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Z variance: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std</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 4.0 -&gt;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var</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 16.0</a:t>
            </a:r>
          </a:p>
          <a:p>
            <a:pPr algn="just" defTabSz="1219170">
              <a:lnSpc>
                <a:spcPct val="150000"/>
              </a:lnSpc>
              <a:buClr>
                <a:srgbClr val="0000FF"/>
              </a:buClr>
            </a:pP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n_samples</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 400</a:t>
            </a:r>
          </a:p>
          <a:p>
            <a:pPr algn="just" defTabSz="1219170">
              <a:lnSpc>
                <a:spcPct val="150000"/>
              </a:lnSpc>
              <a:buClr>
                <a:srgbClr val="0000FF"/>
              </a:buClr>
            </a:pP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x =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np.random.normal</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loc</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=0, scale=3.0, size=</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n_samples</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a:t>
            </a:r>
          </a:p>
          <a:p>
            <a:pPr algn="just" defTabSz="1219170">
              <a:lnSpc>
                <a:spcPct val="150000"/>
              </a:lnSpc>
              <a:buClr>
                <a:srgbClr val="0000FF"/>
              </a:buClr>
            </a:pP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y =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np.random.normal</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loc</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=0, scale=1.0, size=</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n_samples</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a:t>
            </a:r>
          </a:p>
          <a:p>
            <a:pPr algn="just" defTabSz="1219170">
              <a:lnSpc>
                <a:spcPct val="150000"/>
              </a:lnSpc>
              <a:buClr>
                <a:srgbClr val="0000FF"/>
              </a:buClr>
            </a:pP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z =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np.random.normal</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loc</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=0, scale=4.0, size=</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n_samples</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a:t>
            </a:r>
          </a:p>
          <a:p>
            <a:pPr algn="just" defTabSz="1219170">
              <a:lnSpc>
                <a:spcPct val="150000"/>
              </a:lnSpc>
              <a:buClr>
                <a:srgbClr val="0000FF"/>
              </a:buClr>
            </a:pP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Create 3D subplot</a:t>
            </a:r>
          </a:p>
          <a:p>
            <a:pPr algn="just" defTabSz="1219170">
              <a:lnSpc>
                <a:spcPct val="150000"/>
              </a:lnSpc>
              <a:buClr>
                <a:srgbClr val="0000FF"/>
              </a:buClr>
            </a:pP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fig, ax =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plt.subplots</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figsize</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=(8, 8),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subplot_kw</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={"projection": "3d"})</a:t>
            </a:r>
          </a:p>
          <a:p>
            <a:pPr algn="just" defTabSz="1219170">
              <a:lnSpc>
                <a:spcPct val="150000"/>
              </a:lnSpc>
              <a:buClr>
                <a:srgbClr val="0000FF"/>
              </a:buClr>
            </a:pP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Plot the 3D scatter points</a:t>
            </a:r>
          </a:p>
          <a:p>
            <a:pPr algn="just" defTabSz="1219170">
              <a:lnSpc>
                <a:spcPct val="150000"/>
              </a:lnSpc>
              <a:buClr>
                <a:srgbClr val="0000FF"/>
              </a:buClr>
            </a:pP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sc</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ax.scatter</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(x, y, z, c=z,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cmap</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='plasma', alpha=0.6,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edgecolors</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='w', linewidth=0.3, s=30)</a:t>
            </a:r>
          </a:p>
          <a:p>
            <a:pPr algn="just" defTabSz="1219170">
              <a:lnSpc>
                <a:spcPct val="150000"/>
              </a:lnSpc>
              <a:buClr>
                <a:srgbClr val="0000FF"/>
              </a:buClr>
            </a:pP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Set labels using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LaTeX</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formatting</a:t>
            </a:r>
          </a:p>
          <a:p>
            <a:pPr algn="just" defTabSz="1219170">
              <a:lnSpc>
                <a:spcPct val="150000"/>
              </a:lnSpc>
              <a:buClr>
                <a:srgbClr val="0000FF"/>
              </a:buClr>
            </a:pP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ax.set_xlabel</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('X-axis ($\sigma^2 = 9.0$)',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fontsize</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=11)</a:t>
            </a:r>
          </a:p>
          <a:p>
            <a:pPr algn="just" defTabSz="1219170">
              <a:lnSpc>
                <a:spcPct val="150000"/>
              </a:lnSpc>
              <a:buClr>
                <a:srgbClr val="0000FF"/>
              </a:buClr>
            </a:pP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ax.set_ylabel</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('Y-axis ($\sigma^2 = 1.0$)',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fontsize</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=11)</a:t>
            </a:r>
          </a:p>
          <a:p>
            <a:pPr algn="just" defTabSz="1219170">
              <a:lnSpc>
                <a:spcPct val="150000"/>
              </a:lnSpc>
              <a:buClr>
                <a:srgbClr val="0000FF"/>
              </a:buClr>
            </a:pP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ax.set_zlabel</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('Z-axis ($\sigma^2 = 16.0$)',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fontsize</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=11)</a:t>
            </a:r>
          </a:p>
          <a:p>
            <a:pPr algn="just" defTabSz="1219170">
              <a:lnSpc>
                <a:spcPct val="150000"/>
              </a:lnSpc>
              <a:buClr>
                <a:srgbClr val="0000FF"/>
              </a:buClr>
            </a:pP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ax.set_title</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('Tri-variate Scatter Plot (Uniform 1:1:1 Spatial Axes)',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fontsize</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=13, pad=20)</a:t>
            </a:r>
          </a:p>
          <a:p>
            <a:pPr algn="just" defTabSz="1219170">
              <a:lnSpc>
                <a:spcPct val="150000"/>
              </a:lnSpc>
              <a:buClr>
                <a:srgbClr val="0000FF"/>
              </a:buClr>
            </a:pP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CRITICAL: Force the physical bounding box to be a perfect cube</a:t>
            </a:r>
          </a:p>
          <a:p>
            <a:pPr algn="just" defTabSz="1219170">
              <a:lnSpc>
                <a:spcPct val="150000"/>
              </a:lnSpc>
              <a:buClr>
                <a:srgbClr val="0000FF"/>
              </a:buClr>
            </a:pP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ax.set_box_aspect</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([1, 1, 1]) </a:t>
            </a:r>
          </a:p>
          <a:p>
            <a:pPr algn="just" defTabSz="1219170">
              <a:lnSpc>
                <a:spcPct val="150000"/>
              </a:lnSpc>
              <a:buClr>
                <a:srgbClr val="0000FF"/>
              </a:buClr>
            </a:pP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Enforce uniform coordinate limits across all axes</a:t>
            </a:r>
          </a:p>
          <a:p>
            <a:pPr algn="just" defTabSz="1219170">
              <a:lnSpc>
                <a:spcPct val="150000"/>
              </a:lnSpc>
              <a:buClr>
                <a:srgbClr val="0000FF"/>
              </a:buClr>
            </a:pP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ax.set_xlim</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(-12, 12)</a:t>
            </a:r>
          </a:p>
          <a:p>
            <a:pPr algn="just" defTabSz="1219170">
              <a:lnSpc>
                <a:spcPct val="150000"/>
              </a:lnSpc>
              <a:buClr>
                <a:srgbClr val="0000FF"/>
              </a:buClr>
            </a:pP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ax.set_ylim</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(-12, 12)</a:t>
            </a:r>
          </a:p>
          <a:p>
            <a:pPr algn="just" defTabSz="1219170">
              <a:lnSpc>
                <a:spcPct val="150000"/>
              </a:lnSpc>
              <a:buClr>
                <a:srgbClr val="0000FF"/>
              </a:buClr>
            </a:pP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ax.set_zlim</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(-12, 12)</a:t>
            </a:r>
          </a:p>
          <a:p>
            <a:pPr algn="just" defTabSz="1219170">
              <a:lnSpc>
                <a:spcPct val="150000"/>
              </a:lnSpc>
              <a:buClr>
                <a:srgbClr val="0000FF"/>
              </a:buClr>
            </a:pP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 Adjust viewing angle for an optimal 3D perspective</a:t>
            </a:r>
          </a:p>
          <a:p>
            <a:pPr algn="just" defTabSz="1219170">
              <a:lnSpc>
                <a:spcPct val="150000"/>
              </a:lnSpc>
              <a:buClr>
                <a:srgbClr val="0000FF"/>
              </a:buClr>
            </a:pP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ax.view_init</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elev</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=20, </a:t>
            </a:r>
            <a:r>
              <a:rPr lang="en-US" sz="900" dirty="0" err="1">
                <a:solidFill>
                  <a:prstClr val="black"/>
                </a:solidFill>
                <a:latin typeface="Arial" panose="020B0604020202020204" pitchFamily="34" charset="0"/>
                <a:cs typeface="Arial" panose="020B0604020202020204" pitchFamily="34" charset="0"/>
                <a:sym typeface="Symbol" panose="05050102010706020507" pitchFamily="18" charset="2"/>
              </a:rPr>
              <a:t>azim</a:t>
            </a:r>
            <a:r>
              <a:rPr lang="en-US" sz="900" dirty="0">
                <a:solidFill>
                  <a:prstClr val="black"/>
                </a:solidFill>
                <a:latin typeface="Arial" panose="020B0604020202020204" pitchFamily="34" charset="0"/>
                <a:cs typeface="Arial" panose="020B0604020202020204" pitchFamily="34" charset="0"/>
                <a:sym typeface="Symbol" panose="05050102010706020507" pitchFamily="18" charset="2"/>
              </a:rPr>
              <a:t>=45)</a:t>
            </a:r>
          </a:p>
          <a:p>
            <a:pPr algn="just" defTabSz="1219170">
              <a:lnSpc>
                <a:spcPct val="150000"/>
              </a:lnSpc>
              <a:buClr>
                <a:srgbClr val="0000FF"/>
              </a:buClr>
            </a:pPr>
            <a:r>
              <a:rPr lang="en-US" sz="900" dirty="0" err="1">
                <a:solidFill>
                  <a:schemeClr val="bg1"/>
                </a:solidFill>
                <a:latin typeface="Arial" panose="020B0604020202020204" pitchFamily="34" charset="0"/>
                <a:cs typeface="Arial" panose="020B0604020202020204" pitchFamily="34" charset="0"/>
                <a:sym typeface="Symbol" panose="05050102010706020507" pitchFamily="18" charset="2"/>
              </a:rPr>
              <a:t>plt.tight_layout</a:t>
            </a:r>
            <a:r>
              <a:rPr lang="en-US" sz="900" dirty="0">
                <a:solidFill>
                  <a:schemeClr val="bg1"/>
                </a:solidFill>
                <a:latin typeface="Arial" panose="020B0604020202020204" pitchFamily="34" charset="0"/>
                <a:cs typeface="Arial" panose="020B0604020202020204" pitchFamily="34" charset="0"/>
                <a:sym typeface="Symbol" panose="05050102010706020507" pitchFamily="18" charset="2"/>
              </a:rPr>
              <a:t>()    </a:t>
            </a:r>
          </a:p>
          <a:p>
            <a:pPr algn="just" defTabSz="1219170">
              <a:lnSpc>
                <a:spcPct val="150000"/>
              </a:lnSpc>
              <a:buClr>
                <a:srgbClr val="0000FF"/>
              </a:buClr>
            </a:pPr>
            <a:r>
              <a:rPr lang="en-US" sz="900" dirty="0" err="1">
                <a:solidFill>
                  <a:schemeClr val="bg1"/>
                </a:solidFill>
                <a:latin typeface="Arial" panose="020B0604020202020204" pitchFamily="34" charset="0"/>
                <a:cs typeface="Arial" panose="020B0604020202020204" pitchFamily="34" charset="0"/>
                <a:sym typeface="Symbol" panose="05050102010706020507" pitchFamily="18" charset="2"/>
              </a:rPr>
              <a:t>plt.show</a:t>
            </a:r>
            <a:r>
              <a:rPr lang="en-US" sz="900" dirty="0">
                <a:solidFill>
                  <a:schemeClr val="bg1"/>
                </a:solidFill>
                <a:latin typeface="Arial" panose="020B0604020202020204" pitchFamily="34" charset="0"/>
                <a:cs typeface="Arial" panose="020B0604020202020204" pitchFamily="34" charset="0"/>
                <a:sym typeface="Symbol" panose="05050102010706020507" pitchFamily="18" charset="2"/>
              </a:rPr>
              <a:t>()</a:t>
            </a:r>
          </a:p>
        </p:txBody>
      </p:sp>
      <p:pic>
        <p:nvPicPr>
          <p:cNvPr id="5" name="Picture 4"/>
          <p:cNvPicPr>
            <a:picLocks noChangeAspect="1"/>
          </p:cNvPicPr>
          <p:nvPr/>
        </p:nvPicPr>
        <p:blipFill>
          <a:blip r:embed="rId3"/>
          <a:stretch>
            <a:fillRect/>
          </a:stretch>
        </p:blipFill>
        <p:spPr>
          <a:xfrm>
            <a:off x="6392777" y="920012"/>
            <a:ext cx="5799223" cy="5708994"/>
          </a:xfrm>
          <a:prstGeom prst="rect">
            <a:avLst/>
          </a:prstGeom>
        </p:spPr>
      </p:pic>
    </p:spTree>
    <p:extLst>
      <p:ext uri="{BB962C8B-B14F-4D97-AF65-F5344CB8AC3E}">
        <p14:creationId xmlns:p14="http://schemas.microsoft.com/office/powerpoint/2010/main" val="18715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36248-ACAF-63A0-D213-045476761D9D}"/>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F8707A59-C135-2805-BCE9-312CBCAFB408}"/>
              </a:ext>
            </a:extLst>
          </p:cNvPr>
          <p:cNvSpPr>
            <a:spLocks noGrp="1"/>
          </p:cNvSpPr>
          <p:nvPr>
            <p:ph type="ctrTitle"/>
          </p:nvPr>
        </p:nvSpPr>
        <p:spPr>
          <a:xfrm>
            <a:off x="5779698" y="189781"/>
            <a:ext cx="6288657" cy="589235"/>
          </a:xfrm>
        </p:spPr>
        <p:txBody>
          <a:bodyPr>
            <a:normAutofit fontScale="90000"/>
          </a:bodyPr>
          <a:lstStyle/>
          <a:p>
            <a:pPr algn="ctr"/>
            <a:r>
              <a:rPr lang="en-US" sz="3600" dirty="0" err="1">
                <a:solidFill>
                  <a:srgbClr val="0070C0"/>
                </a:solidFill>
                <a:latin typeface="Arial" pitchFamily="34" charset="0"/>
                <a:cs typeface="Arial" pitchFamily="34" charset="0"/>
              </a:rPr>
              <a:t>Matlab</a:t>
            </a:r>
            <a:r>
              <a:rPr lang="en-US" sz="3600" dirty="0">
                <a:solidFill>
                  <a:srgbClr val="0070C0"/>
                </a:solidFill>
                <a:latin typeface="Arial" pitchFamily="34" charset="0"/>
                <a:cs typeface="Arial" pitchFamily="34" charset="0"/>
              </a:rPr>
              <a:t> Code: 3-D Scatter Plot</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D0AEF292-F3DE-6D8F-9E52-994164B7D4E9}"/>
              </a:ext>
            </a:extLst>
          </p:cNvPr>
          <p:cNvSpPr txBox="1"/>
          <p:nvPr/>
        </p:nvSpPr>
        <p:spPr>
          <a:xfrm>
            <a:off x="105007" y="484398"/>
            <a:ext cx="5980296" cy="6348148"/>
          </a:xfrm>
          <a:prstGeom prst="rect">
            <a:avLst/>
          </a:prstGeom>
          <a:noFill/>
        </p:spPr>
        <p:txBody>
          <a:bodyPr wrap="square" rtlCol="0">
            <a:spAutoFit/>
          </a:bodyPr>
          <a:lstStyle/>
          <a:p>
            <a:pPr algn="just" defTabSz="1219170">
              <a:lnSpc>
                <a:spcPct val="150000"/>
              </a:lnSpc>
              <a:buClr>
                <a:srgbClr val="0000FF"/>
              </a:buClr>
            </a:pP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1. Set random seed for reproducibility</a:t>
            </a:r>
          </a:p>
          <a:p>
            <a:pPr algn="just" defTabSz="1219170">
              <a:lnSpc>
                <a:spcPct val="150000"/>
              </a:lnSpc>
              <a:buClr>
                <a:srgbClr val="0000FF"/>
              </a:buClr>
            </a:pP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rng</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(101);</a:t>
            </a:r>
          </a:p>
          <a:p>
            <a:pPr algn="just" defTabSz="1219170">
              <a:lnSpc>
                <a:spcPct val="150000"/>
              </a:lnSpc>
              <a:buClr>
                <a:srgbClr val="0000FF"/>
              </a:buClr>
            </a:pP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2. Define statistical parameters (Standard Deviations)</a:t>
            </a:r>
          </a:p>
          <a:p>
            <a:pPr algn="just" defTabSz="1219170">
              <a:lnSpc>
                <a:spcPct val="150000"/>
              </a:lnSpc>
              <a:buClr>
                <a:srgbClr val="0000FF"/>
              </a:buClr>
            </a:pP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num_points</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 500;</a:t>
            </a:r>
          </a:p>
          <a:p>
            <a:pPr algn="just" defTabSz="1219170">
              <a:lnSpc>
                <a:spcPct val="150000"/>
              </a:lnSpc>
              <a:buClr>
                <a:srgbClr val="0000FF"/>
              </a:buClr>
            </a:pP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std_x</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 3.0;   % Variance (sigma^2) = 9.0</a:t>
            </a:r>
          </a:p>
          <a:p>
            <a:pPr algn="just" defTabSz="1219170">
              <a:lnSpc>
                <a:spcPct val="150000"/>
              </a:lnSpc>
              <a:buClr>
                <a:srgbClr val="0000FF"/>
              </a:buClr>
            </a:pP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std_y</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 1.0;   % Variance (sigma^2) = 1.0</a:t>
            </a:r>
          </a:p>
          <a:p>
            <a:pPr algn="just" defTabSz="1219170">
              <a:lnSpc>
                <a:spcPct val="150000"/>
              </a:lnSpc>
              <a:buClr>
                <a:srgbClr val="0000FF"/>
              </a:buClr>
            </a:pP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std_z</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 4.0;   % Variance (sigma^2) = 16.0</a:t>
            </a:r>
          </a:p>
          <a:p>
            <a:pPr algn="just" defTabSz="1219170">
              <a:lnSpc>
                <a:spcPct val="150000"/>
              </a:lnSpc>
              <a:buClr>
                <a:srgbClr val="0000FF"/>
              </a:buClr>
            </a:pP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3. Generate independent normally distributed data</a:t>
            </a:r>
          </a:p>
          <a:p>
            <a:pPr algn="just" defTabSz="1219170">
              <a:lnSpc>
                <a:spcPct val="150000"/>
              </a:lnSpc>
              <a:buClr>
                <a:srgbClr val="0000FF"/>
              </a:buClr>
            </a:pP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x = </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std_x</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 </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randn</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num_points</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1);</a:t>
            </a:r>
          </a:p>
          <a:p>
            <a:pPr algn="just" defTabSz="1219170">
              <a:lnSpc>
                <a:spcPct val="150000"/>
              </a:lnSpc>
              <a:buClr>
                <a:srgbClr val="0000FF"/>
              </a:buClr>
            </a:pP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y = </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std_y</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 </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randn</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num_points</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1);</a:t>
            </a:r>
          </a:p>
          <a:p>
            <a:pPr algn="just" defTabSz="1219170">
              <a:lnSpc>
                <a:spcPct val="150000"/>
              </a:lnSpc>
              <a:buClr>
                <a:srgbClr val="0000FF"/>
              </a:buClr>
            </a:pP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z = </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std_z</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 </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randn</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num_points</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1);</a:t>
            </a:r>
          </a:p>
          <a:p>
            <a:pPr algn="just" defTabSz="1219170">
              <a:lnSpc>
                <a:spcPct val="150000"/>
              </a:lnSpc>
              <a:buClr>
                <a:srgbClr val="0000FF"/>
              </a:buClr>
            </a:pP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4. Create a clean figure with a white background</a:t>
            </a:r>
          </a:p>
          <a:p>
            <a:pPr algn="just" defTabSz="1219170">
              <a:lnSpc>
                <a:spcPct val="150000"/>
              </a:lnSpc>
              <a:buClr>
                <a:srgbClr val="0000FF"/>
              </a:buClr>
            </a:pP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figure('Color', 'w', 'Position', [100, 100, 750, 650]); </a:t>
            </a:r>
          </a:p>
          <a:p>
            <a:pPr algn="just" defTabSz="1219170">
              <a:lnSpc>
                <a:spcPct val="150000"/>
              </a:lnSpc>
              <a:buClr>
                <a:srgbClr val="0000FF"/>
              </a:buClr>
            </a:pP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5. Generate 3D scatter plot </a:t>
            </a:r>
          </a:p>
          <a:p>
            <a:pPr algn="just" defTabSz="1219170">
              <a:lnSpc>
                <a:spcPct val="150000"/>
              </a:lnSpc>
              <a:buClr>
                <a:srgbClr val="0000FF"/>
              </a:buClr>
            </a:pP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Points are color-mapped by their Z-axis values using the '</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parula</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colormap</a:t>
            </a:r>
            <a:endParaRPr lang="en-US" sz="800" dirty="0">
              <a:solidFill>
                <a:prstClr val="black"/>
              </a:solidFill>
              <a:latin typeface="Arial" panose="020B0604020202020204" pitchFamily="34" charset="0"/>
              <a:cs typeface="Arial" panose="020B0604020202020204" pitchFamily="34" charset="0"/>
              <a:sym typeface="Symbol" panose="05050102010706020507" pitchFamily="18" charset="2"/>
            </a:endParaRPr>
          </a:p>
          <a:p>
            <a:pPr algn="just" defTabSz="1219170">
              <a:lnSpc>
                <a:spcPct val="150000"/>
              </a:lnSpc>
              <a:buClr>
                <a:srgbClr val="0000FF"/>
              </a:buClr>
            </a:pP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scatter3(x, y, z, 35, z, 'filled', '</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MarkerEdgeColor</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'w', '</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MarkerFaceAlpha</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0.7);</a:t>
            </a:r>
          </a:p>
          <a:p>
            <a:pPr algn="just" defTabSz="1219170">
              <a:lnSpc>
                <a:spcPct val="150000"/>
              </a:lnSpc>
              <a:buClr>
                <a:srgbClr val="0000FF"/>
              </a:buClr>
            </a:pP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colormap</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parula</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a:t>
            </a:r>
          </a:p>
          <a:p>
            <a:pPr algn="just" defTabSz="1219170">
              <a:lnSpc>
                <a:spcPct val="150000"/>
              </a:lnSpc>
              <a:buClr>
                <a:srgbClr val="0000FF"/>
              </a:buClr>
            </a:pP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cb</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 </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colorbar</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a:t>
            </a:r>
          </a:p>
          <a:p>
            <a:pPr algn="just" defTabSz="1219170">
              <a:lnSpc>
                <a:spcPct val="150000"/>
              </a:lnSpc>
              <a:buClr>
                <a:srgbClr val="0000FF"/>
              </a:buClr>
            </a:pP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ylabel</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cb</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'Z-Value Intensity', '</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FontSize</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10);</a:t>
            </a:r>
          </a:p>
          <a:p>
            <a:pPr algn="just" defTabSz="1219170">
              <a:lnSpc>
                <a:spcPct val="150000"/>
              </a:lnSpc>
              <a:buClr>
                <a:srgbClr val="0000FF"/>
              </a:buClr>
            </a:pP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6. Add labels containing the explicit variance (\sigma^2) values</a:t>
            </a:r>
          </a:p>
          <a:p>
            <a:pPr algn="just" defTabSz="1219170">
              <a:lnSpc>
                <a:spcPct val="150000"/>
              </a:lnSpc>
              <a:buClr>
                <a:srgbClr val="0000FF"/>
              </a:buClr>
            </a:pP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title({'</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Trivariate</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Scatter Plot', 'More Variance along X and Z than Y'}, '</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FontSize</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14, '</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FontWeight</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'bold');</a:t>
            </a:r>
          </a:p>
          <a:p>
            <a:pPr algn="just" defTabSz="1219170">
              <a:lnSpc>
                <a:spcPct val="150000"/>
              </a:lnSpc>
              <a:buClr>
                <a:srgbClr val="0000FF"/>
              </a:buClr>
            </a:pP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xlabel</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('X-Axis (Variance, \sigma^2 = 9.0)', '</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FontSize</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11);</a:t>
            </a:r>
          </a:p>
          <a:p>
            <a:pPr algn="just" defTabSz="1219170">
              <a:lnSpc>
                <a:spcPct val="150000"/>
              </a:lnSpc>
              <a:buClr>
                <a:srgbClr val="0000FF"/>
              </a:buClr>
            </a:pP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ylabel</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('Y-Axis (Variance, \sigma^2 = 1.0)', '</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FontSize</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11);</a:t>
            </a:r>
          </a:p>
          <a:p>
            <a:pPr algn="just" defTabSz="1219170">
              <a:lnSpc>
                <a:spcPct val="150000"/>
              </a:lnSpc>
              <a:buClr>
                <a:srgbClr val="0000FF"/>
              </a:buClr>
            </a:pP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zlabel</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('Z-Axis (Variance, \sigma^2 = 16.0)', '</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FontSize</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11);</a:t>
            </a:r>
          </a:p>
          <a:p>
            <a:pPr algn="just" defTabSz="1219170">
              <a:lnSpc>
                <a:spcPct val="150000"/>
              </a:lnSpc>
              <a:buClr>
                <a:srgbClr val="0000FF"/>
              </a:buClr>
            </a:pP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7. CRITICAL: Force uniform spatial distance scale along all 3 axes</a:t>
            </a:r>
          </a:p>
          <a:p>
            <a:pPr algn="just" defTabSz="1219170">
              <a:lnSpc>
                <a:spcPct val="150000"/>
              </a:lnSpc>
              <a:buClr>
                <a:srgbClr val="0000FF"/>
              </a:buClr>
            </a:pP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grid on;</a:t>
            </a:r>
          </a:p>
          <a:p>
            <a:pPr algn="just" defTabSz="1219170">
              <a:lnSpc>
                <a:spcPct val="150000"/>
              </a:lnSpc>
              <a:buClr>
                <a:srgbClr val="0000FF"/>
              </a:buClr>
            </a:pP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axis equal; % Ensures 1 unit physically looks the same on X, Y, and Z</a:t>
            </a:r>
          </a:p>
          <a:p>
            <a:pPr algn="just" defTabSz="1219170">
              <a:lnSpc>
                <a:spcPct val="150000"/>
              </a:lnSpc>
              <a:buClr>
                <a:srgbClr val="0000FF"/>
              </a:buClr>
            </a:pP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8. Enforce identical bounding limits to maintain a perfect cubic grid</a:t>
            </a:r>
          </a:p>
          <a:p>
            <a:pPr algn="just" defTabSz="1219170">
              <a:lnSpc>
                <a:spcPct val="150000"/>
              </a:lnSpc>
              <a:buClr>
                <a:srgbClr val="0000FF"/>
              </a:buClr>
            </a:pP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axis_limit</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 12;</a:t>
            </a:r>
          </a:p>
          <a:p>
            <a:pPr algn="just" defTabSz="1219170">
              <a:lnSpc>
                <a:spcPct val="150000"/>
              </a:lnSpc>
              <a:buClr>
                <a:srgbClr val="0000FF"/>
              </a:buClr>
            </a:pP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xlim</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axis_limit</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axis_limit</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a:t>
            </a:r>
          </a:p>
          <a:p>
            <a:pPr algn="just" defTabSz="1219170">
              <a:lnSpc>
                <a:spcPct val="150000"/>
              </a:lnSpc>
              <a:buClr>
                <a:srgbClr val="0000FF"/>
              </a:buClr>
            </a:pP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ylim</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axis_limit</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axis_limit</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a:t>
            </a:r>
          </a:p>
          <a:p>
            <a:pPr algn="just" defTabSz="1219170">
              <a:lnSpc>
                <a:spcPct val="150000"/>
              </a:lnSpc>
              <a:buClr>
                <a:srgbClr val="0000FF"/>
              </a:buClr>
            </a:pP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zlim</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axis_limit</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a:t>
            </a:r>
            <a:r>
              <a:rPr lang="en-US" sz="800" dirty="0" err="1">
                <a:solidFill>
                  <a:prstClr val="black"/>
                </a:solidFill>
                <a:latin typeface="Arial" panose="020B0604020202020204" pitchFamily="34" charset="0"/>
                <a:cs typeface="Arial" panose="020B0604020202020204" pitchFamily="34" charset="0"/>
                <a:sym typeface="Symbol" panose="05050102010706020507" pitchFamily="18" charset="2"/>
              </a:rPr>
              <a:t>axis_limit</a:t>
            </a: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a:t>
            </a:r>
          </a:p>
          <a:p>
            <a:pPr algn="just" defTabSz="1219170">
              <a:lnSpc>
                <a:spcPct val="150000"/>
              </a:lnSpc>
              <a:buClr>
                <a:srgbClr val="0000FF"/>
              </a:buClr>
            </a:pP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 9. Set the optimal 3D isometric perspective view (Azimuth, Elevation)</a:t>
            </a:r>
          </a:p>
          <a:p>
            <a:pPr algn="just" defTabSz="1219170">
              <a:lnSpc>
                <a:spcPct val="150000"/>
              </a:lnSpc>
              <a:buClr>
                <a:srgbClr val="0000FF"/>
              </a:buClr>
            </a:pPr>
            <a:r>
              <a:rPr lang="en-US" sz="800" dirty="0">
                <a:solidFill>
                  <a:prstClr val="black"/>
                </a:solidFill>
                <a:latin typeface="Arial" panose="020B0604020202020204" pitchFamily="34" charset="0"/>
                <a:cs typeface="Arial" panose="020B0604020202020204" pitchFamily="34" charset="0"/>
                <a:sym typeface="Symbol" panose="05050102010706020507" pitchFamily="18" charset="2"/>
              </a:rPr>
              <a:t>view(40, 25);</a:t>
            </a:r>
          </a:p>
        </p:txBody>
      </p:sp>
      <p:pic>
        <p:nvPicPr>
          <p:cNvPr id="7" name="Picture 6"/>
          <p:cNvPicPr>
            <a:picLocks noChangeAspect="1"/>
          </p:cNvPicPr>
          <p:nvPr/>
        </p:nvPicPr>
        <p:blipFill>
          <a:blip r:embed="rId3"/>
          <a:stretch>
            <a:fillRect/>
          </a:stretch>
        </p:blipFill>
        <p:spPr>
          <a:xfrm>
            <a:off x="6187731" y="971343"/>
            <a:ext cx="5259998" cy="5127532"/>
          </a:xfrm>
          <a:prstGeom prst="rect">
            <a:avLst/>
          </a:prstGeom>
        </p:spPr>
      </p:pic>
    </p:spTree>
    <p:extLst>
      <p:ext uri="{BB962C8B-B14F-4D97-AF65-F5344CB8AC3E}">
        <p14:creationId xmlns:p14="http://schemas.microsoft.com/office/powerpoint/2010/main" val="2948748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2C55EDE-9886-5296-17A7-60E759478EBE}"/>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4588C937-5148-6BB7-6319-7920F9FEBEE4}"/>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latin typeface="Arial" pitchFamily="34" charset="0"/>
                <a:cs typeface="Arial" pitchFamily="34" charset="0"/>
              </a:rPr>
              <a:t>Some Essential Background</a:t>
            </a:r>
            <a:endParaRPr lang="en-IN" sz="3600" dirty="0">
              <a:solidFill>
                <a:srgbClr val="0070C0"/>
              </a:solidFill>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A935E46-D26C-C5DD-3DB1-C731EA1C48AD}"/>
                  </a:ext>
                </a:extLst>
              </p:cNvPr>
              <p:cNvSpPr txBox="1"/>
              <p:nvPr/>
            </p:nvSpPr>
            <p:spPr>
              <a:xfrm>
                <a:off x="381739" y="474935"/>
                <a:ext cx="7908821" cy="5749138"/>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dirty="0">
                    <a:solidFill>
                      <a:srgbClr val="00B0F0"/>
                    </a:solidFill>
                    <a:latin typeface="Arial" panose="020B0604020202020204" pitchFamily="34" charset="0"/>
                    <a:cs typeface="Arial" panose="020B0604020202020204" pitchFamily="34" charset="0"/>
                  </a:rPr>
                  <a:t>Statistical Distance:</a:t>
                </a:r>
                <a:r>
                  <a:rPr lang="en-US" dirty="0">
                    <a:solidFill>
                      <a:schemeClr val="bg1"/>
                    </a:solidFill>
                    <a:latin typeface="Arial" panose="020B0604020202020204" pitchFamily="34" charset="0"/>
                    <a:cs typeface="Arial" panose="020B0604020202020204" pitchFamily="34" charset="0"/>
                  </a:rPr>
                  <a:t> </a:t>
                </a:r>
                <a:r>
                  <a:rPr lang="en-US" dirty="0">
                    <a:solidFill>
                      <a:srgbClr val="C00000"/>
                    </a:solidFill>
                    <a:latin typeface="Arial" panose="020B0604020202020204" pitchFamily="34" charset="0"/>
                    <a:cs typeface="Arial" panose="020B0604020202020204" pitchFamily="34" charset="0"/>
                  </a:rPr>
                  <a:t>Crucial</a:t>
                </a:r>
                <a:r>
                  <a:rPr lang="en-US" dirty="0">
                    <a:solidFill>
                      <a:schemeClr val="bg1"/>
                    </a:solidFill>
                    <a:latin typeface="Arial" panose="020B0604020202020204" pitchFamily="34" charset="0"/>
                    <a:cs typeface="Arial" panose="020B0604020202020204" pitchFamily="34" charset="0"/>
                  </a:rPr>
                  <a:t> to multivariate data analysis. </a:t>
                </a:r>
              </a:p>
              <a:p>
                <a:pPr marL="285750" indent="-285750" algn="just">
                  <a:lnSpc>
                    <a:spcPct val="200000"/>
                  </a:lnSpc>
                  <a:buClr>
                    <a:srgbClr val="0000FF"/>
                  </a:buClr>
                  <a:buFont typeface="Wingdings" panose="05000000000000000000" pitchFamily="2" charset="2"/>
                  <a:buChar char="v"/>
                </a:pPr>
                <a:r>
                  <a:rPr lang="en-US" dirty="0">
                    <a:solidFill>
                      <a:schemeClr val="bg1"/>
                    </a:solidFill>
                    <a:latin typeface="Arial" panose="020B0604020202020204" pitchFamily="34" charset="0"/>
                    <a:cs typeface="Arial" panose="020B0604020202020204" pitchFamily="34" charset="0"/>
                  </a:rPr>
                  <a:t>Let us first learn about </a:t>
                </a:r>
                <a:r>
                  <a:rPr lang="en-US" dirty="0">
                    <a:solidFill>
                      <a:srgbClr val="00B0F0"/>
                    </a:solidFill>
                    <a:latin typeface="Arial" panose="020B0604020202020204" pitchFamily="34" charset="0"/>
                    <a:cs typeface="Arial" panose="020B0604020202020204" pitchFamily="34" charset="0"/>
                  </a:rPr>
                  <a:t>Euclidian Distance</a:t>
                </a:r>
                <a:r>
                  <a:rPr lang="en-US" dirty="0">
                    <a:solidFill>
                      <a:schemeClr val="bg1"/>
                    </a:solidFill>
                    <a:latin typeface="Arial" panose="020B0604020202020204" pitchFamily="34" charset="0"/>
                    <a:cs typeface="Arial" panose="020B0604020202020204" pitchFamily="34" charset="0"/>
                  </a:rPr>
                  <a:t> which may be familiar to you and  </a:t>
                </a:r>
              </a:p>
              <a:p>
                <a:pPr marL="285750" indent="-285750" algn="just">
                  <a:lnSpc>
                    <a:spcPct val="200000"/>
                  </a:lnSpc>
                  <a:buClr>
                    <a:srgbClr val="0000FF"/>
                  </a:buClr>
                  <a:buFont typeface="Wingdings" panose="05000000000000000000" pitchFamily="2" charset="2"/>
                  <a:buChar char="v"/>
                </a:pPr>
                <a:r>
                  <a:rPr lang="en-US" dirty="0">
                    <a:solidFill>
                      <a:schemeClr val="bg1"/>
                    </a:solidFill>
                    <a:latin typeface="Arial" panose="020B0604020202020204" pitchFamily="34" charset="0"/>
                    <a:cs typeface="Arial" panose="020B0604020202020204" pitchFamily="34" charset="0"/>
                  </a:rPr>
                  <a:t>then get into the meaning of </a:t>
                </a:r>
                <a:r>
                  <a:rPr lang="en-US" dirty="0">
                    <a:solidFill>
                      <a:srgbClr val="CC00FF"/>
                    </a:solidFill>
                    <a:latin typeface="Arial" panose="020B0604020202020204" pitchFamily="34" charset="0"/>
                    <a:cs typeface="Arial" panose="020B0604020202020204" pitchFamily="34" charset="0"/>
                  </a:rPr>
                  <a:t>Statistical Distance</a:t>
                </a:r>
                <a:r>
                  <a:rPr lang="en-US" dirty="0">
                    <a:solidFill>
                      <a:schemeClr val="bg1"/>
                    </a:solidFill>
                    <a:latin typeface="Arial" panose="020B0604020202020204" pitchFamily="34" charset="0"/>
                    <a:cs typeface="Arial" panose="020B0604020202020204" pitchFamily="34" charset="0"/>
                  </a:rPr>
                  <a:t>. </a:t>
                </a:r>
              </a:p>
              <a:p>
                <a:pPr marL="285750" indent="-285750" algn="just">
                  <a:lnSpc>
                    <a:spcPct val="200000"/>
                  </a:lnSpc>
                  <a:buClr>
                    <a:srgbClr val="0000FF"/>
                  </a:buClr>
                  <a:buFont typeface="Wingdings" panose="05000000000000000000" pitchFamily="2" charset="2"/>
                  <a:buChar char="v"/>
                </a:pPr>
                <a:r>
                  <a:rPr lang="en-US" dirty="0">
                    <a:solidFill>
                      <a:schemeClr val="bg1"/>
                    </a:solidFill>
                    <a:latin typeface="Arial" panose="020B0604020202020204" pitchFamily="34" charset="0"/>
                    <a:cs typeface="Arial" panose="020B0604020202020204" pitchFamily="34" charset="0"/>
                  </a:rPr>
                  <a:t>Euclidean Distance is a measure of the distance between two points in a </a:t>
                </a:r>
                <a:r>
                  <a:rPr lang="en-US" dirty="0">
                    <a:solidFill>
                      <a:srgbClr val="7030A0"/>
                    </a:solidFill>
                    <a:latin typeface="Arial" panose="020B0604020202020204" pitchFamily="34" charset="0"/>
                    <a:cs typeface="Arial" panose="020B0604020202020204" pitchFamily="34" charset="0"/>
                  </a:rPr>
                  <a:t>Cartesian coordinate system</a:t>
                </a:r>
                <a:r>
                  <a:rPr lang="en-US" dirty="0">
                    <a:solidFill>
                      <a:schemeClr val="bg1"/>
                    </a:solidFill>
                    <a:latin typeface="Arial" panose="020B0604020202020204" pitchFamily="34" charset="0"/>
                    <a:cs typeface="Arial" panose="020B0604020202020204" pitchFamily="34" charset="0"/>
                  </a:rPr>
                  <a:t>. </a:t>
                </a:r>
              </a:p>
              <a:p>
                <a:pPr marL="285750" indent="-285750" algn="just">
                  <a:lnSpc>
                    <a:spcPct val="200000"/>
                  </a:lnSpc>
                  <a:buClr>
                    <a:srgbClr val="0000FF"/>
                  </a:buClr>
                  <a:buFont typeface="Wingdings" panose="05000000000000000000" pitchFamily="2" charset="2"/>
                  <a:buChar char="v"/>
                </a:pPr>
                <a:r>
                  <a:rPr lang="en-US" dirty="0">
                    <a:solidFill>
                      <a:schemeClr val="bg1"/>
                    </a:solidFill>
                    <a:latin typeface="Arial" panose="020B0604020202020204" pitchFamily="34" charset="0"/>
                    <a:cs typeface="Arial" panose="020B0604020202020204" pitchFamily="34" charset="0"/>
                  </a:rPr>
                  <a:t>Denoted by X</a:t>
                </a:r>
                <a:r>
                  <a:rPr lang="en-US" baseline="-25000" dirty="0">
                    <a:solidFill>
                      <a:schemeClr val="bg1"/>
                    </a:solidFill>
                    <a:latin typeface="Arial" panose="020B0604020202020204" pitchFamily="34" charset="0"/>
                    <a:cs typeface="Arial" panose="020B0604020202020204" pitchFamily="34" charset="0"/>
                  </a:rPr>
                  <a:t>1</a:t>
                </a:r>
                <a:r>
                  <a:rPr lang="en-US" dirty="0">
                    <a:solidFill>
                      <a:schemeClr val="bg1"/>
                    </a:solidFill>
                    <a:latin typeface="Arial" panose="020B0604020202020204" pitchFamily="34" charset="0"/>
                    <a:cs typeface="Arial" panose="020B0604020202020204" pitchFamily="34" charset="0"/>
                  </a:rPr>
                  <a:t> and X</a:t>
                </a:r>
                <a:r>
                  <a:rPr lang="en-US" baseline="-25000" dirty="0">
                    <a:solidFill>
                      <a:schemeClr val="bg1"/>
                    </a:solidFill>
                    <a:latin typeface="Arial" panose="020B0604020202020204" pitchFamily="34" charset="0"/>
                    <a:cs typeface="Arial" panose="020B0604020202020204" pitchFamily="34" charset="0"/>
                  </a:rPr>
                  <a:t>2</a:t>
                </a:r>
                <a:r>
                  <a:rPr lang="en-US" dirty="0">
                    <a:solidFill>
                      <a:schemeClr val="bg1"/>
                    </a:solidFill>
                    <a:latin typeface="Arial" panose="020B0604020202020204" pitchFamily="34" charset="0"/>
                    <a:cs typeface="Arial" panose="020B0604020202020204" pitchFamily="34" charset="0"/>
                  </a:rPr>
                  <a:t> axes, the Cartesian coordinate system can be represented (see Fig.) </a:t>
                </a:r>
              </a:p>
              <a:p>
                <a:pPr marL="285750" indent="-285750" algn="just">
                  <a:lnSpc>
                    <a:spcPct val="200000"/>
                  </a:lnSpc>
                  <a:buClr>
                    <a:srgbClr val="0000FF"/>
                  </a:buClr>
                  <a:buFont typeface="Wingdings" panose="05000000000000000000" pitchFamily="2" charset="2"/>
                  <a:buChar char="v"/>
                </a:pPr>
                <a:r>
                  <a:rPr lang="en-US" dirty="0">
                    <a:solidFill>
                      <a:schemeClr val="bg1"/>
                    </a:solidFill>
                    <a:latin typeface="Arial" panose="020B0604020202020204" pitchFamily="34" charset="0"/>
                    <a:cs typeface="Arial" panose="020B0604020202020204" pitchFamily="34" charset="0"/>
                  </a:rPr>
                  <a:t>The distance between the origin O (0,0) and a point P (x</a:t>
                </a:r>
                <a:r>
                  <a:rPr lang="en-US" baseline="-25000" dirty="0">
                    <a:solidFill>
                      <a:schemeClr val="bg1"/>
                    </a:solidFill>
                    <a:latin typeface="Arial" panose="020B0604020202020204" pitchFamily="34" charset="0"/>
                    <a:cs typeface="Arial" panose="020B0604020202020204" pitchFamily="34" charset="0"/>
                  </a:rPr>
                  <a:t>1</a:t>
                </a:r>
                <a:r>
                  <a:rPr lang="en-US" dirty="0">
                    <a:solidFill>
                      <a:schemeClr val="bg1"/>
                    </a:solidFill>
                    <a:latin typeface="Arial" panose="020B0604020202020204" pitchFamily="34" charset="0"/>
                    <a:cs typeface="Arial" panose="020B0604020202020204" pitchFamily="34" charset="0"/>
                  </a:rPr>
                  <a:t>, x</a:t>
                </a:r>
                <a:r>
                  <a:rPr lang="en-US" baseline="-25000" dirty="0">
                    <a:solidFill>
                      <a:schemeClr val="bg1"/>
                    </a:solidFill>
                    <a:latin typeface="Arial" panose="020B0604020202020204" pitchFamily="34" charset="0"/>
                    <a:cs typeface="Arial" panose="020B0604020202020204" pitchFamily="34" charset="0"/>
                  </a:rPr>
                  <a:t>2</a:t>
                </a:r>
                <a:r>
                  <a:rPr lang="en-US" dirty="0">
                    <a:solidFill>
                      <a:schemeClr val="bg1"/>
                    </a:solidFill>
                    <a:latin typeface="Arial" panose="020B0604020202020204" pitchFamily="34" charset="0"/>
                    <a:cs typeface="Arial" panose="020B0604020202020204" pitchFamily="34" charset="0"/>
                  </a:rPr>
                  <a:t>) may be written as: </a:t>
                </a:r>
                <a14:m>
                  <m:oMath xmlns:m="http://schemas.openxmlformats.org/officeDocument/2006/math">
                    <m:r>
                      <m:rPr>
                        <m:sty m:val="p"/>
                      </m:rPr>
                      <a:rPr lang="en-IN" b="0" i="0" smtClean="0">
                        <a:solidFill>
                          <a:schemeClr val="bg1"/>
                        </a:solidFill>
                        <a:latin typeface="Cambria Math" panose="02040503050406030204" pitchFamily="18" charset="0"/>
                        <a:cs typeface="Arial" panose="020B0604020202020204" pitchFamily="34" charset="0"/>
                      </a:rPr>
                      <m:t>d</m:t>
                    </m:r>
                    <m:d>
                      <m:dPr>
                        <m:ctrlPr>
                          <a:rPr lang="en-IN" b="0" i="1" smtClean="0">
                            <a:solidFill>
                              <a:schemeClr val="bg1"/>
                            </a:solidFill>
                            <a:latin typeface="Cambria Math" panose="02040503050406030204" pitchFamily="18" charset="0"/>
                            <a:cs typeface="Arial" panose="020B0604020202020204" pitchFamily="34" charset="0"/>
                          </a:rPr>
                        </m:ctrlPr>
                      </m:dPr>
                      <m:e>
                        <m:r>
                          <m:rPr>
                            <m:sty m:val="p"/>
                          </m:rPr>
                          <a:rPr lang="en-IN" b="0" i="0" smtClean="0">
                            <a:solidFill>
                              <a:schemeClr val="bg1"/>
                            </a:solidFill>
                            <a:latin typeface="Cambria Math" panose="02040503050406030204" pitchFamily="18" charset="0"/>
                            <a:cs typeface="Arial" panose="020B0604020202020204" pitchFamily="34" charset="0"/>
                          </a:rPr>
                          <m:t>OP</m:t>
                        </m:r>
                      </m:e>
                    </m:d>
                    <m:r>
                      <a:rPr lang="en-IN" b="0" i="0" smtClean="0">
                        <a:solidFill>
                          <a:schemeClr val="bg1"/>
                        </a:solidFill>
                        <a:latin typeface="Cambria Math" panose="02040503050406030204" pitchFamily="18" charset="0"/>
                        <a:cs typeface="Arial" panose="020B0604020202020204" pitchFamily="34" charset="0"/>
                      </a:rPr>
                      <m:t>= </m:t>
                    </m:r>
                    <m:rad>
                      <m:radPr>
                        <m:degHide m:val="on"/>
                        <m:ctrlPr>
                          <a:rPr lang="en-IN" b="0" i="1" smtClean="0">
                            <a:solidFill>
                              <a:schemeClr val="bg1"/>
                            </a:solidFill>
                            <a:latin typeface="Cambria Math" panose="02040503050406030204" pitchFamily="18" charset="0"/>
                            <a:cs typeface="Arial" panose="020B0604020202020204" pitchFamily="34" charset="0"/>
                          </a:rPr>
                        </m:ctrlPr>
                      </m:radPr>
                      <m:deg/>
                      <m:e>
                        <m:sSubSup>
                          <m:sSubSupPr>
                            <m:ctrlPr>
                              <a:rPr lang="en-IN" b="0" i="1" smtClean="0">
                                <a:solidFill>
                                  <a:schemeClr val="bg1"/>
                                </a:solidFill>
                                <a:latin typeface="Cambria Math" panose="02040503050406030204" pitchFamily="18" charset="0"/>
                                <a:cs typeface="Arial" panose="020B0604020202020204" pitchFamily="34" charset="0"/>
                              </a:rPr>
                            </m:ctrlPr>
                          </m:sSubSupPr>
                          <m:e>
                            <m:r>
                              <m:rPr>
                                <m:sty m:val="p"/>
                              </m:rPr>
                              <a:rPr lang="en-IN" b="0" i="0" smtClean="0">
                                <a:solidFill>
                                  <a:schemeClr val="bg1"/>
                                </a:solidFill>
                                <a:latin typeface="Cambria Math" panose="02040503050406030204" pitchFamily="18" charset="0"/>
                                <a:cs typeface="Arial" panose="020B0604020202020204" pitchFamily="34" charset="0"/>
                              </a:rPr>
                              <m:t>x</m:t>
                            </m:r>
                          </m:e>
                          <m:sub>
                            <m:r>
                              <a:rPr lang="en-IN" b="0" i="0" smtClean="0">
                                <a:solidFill>
                                  <a:schemeClr val="bg1"/>
                                </a:solidFill>
                                <a:latin typeface="Cambria Math" panose="02040503050406030204" pitchFamily="18" charset="0"/>
                                <a:cs typeface="Arial" panose="020B0604020202020204" pitchFamily="34" charset="0"/>
                              </a:rPr>
                              <m:t>1</m:t>
                            </m:r>
                          </m:sub>
                          <m:sup>
                            <m:r>
                              <a:rPr lang="en-IN" b="0" i="0" smtClean="0">
                                <a:solidFill>
                                  <a:schemeClr val="bg1"/>
                                </a:solidFill>
                                <a:latin typeface="Cambria Math" panose="02040503050406030204" pitchFamily="18" charset="0"/>
                                <a:cs typeface="Arial" panose="020B0604020202020204" pitchFamily="34" charset="0"/>
                              </a:rPr>
                              <m:t>2</m:t>
                            </m:r>
                          </m:sup>
                        </m:sSubSup>
                        <m:r>
                          <a:rPr lang="en-IN" b="0" i="0" smtClean="0">
                            <a:solidFill>
                              <a:schemeClr val="bg1"/>
                            </a:solidFill>
                            <a:latin typeface="Cambria Math" panose="02040503050406030204" pitchFamily="18" charset="0"/>
                            <a:cs typeface="Arial" panose="020B0604020202020204" pitchFamily="34" charset="0"/>
                          </a:rPr>
                          <m:t>+</m:t>
                        </m:r>
                        <m:sSubSup>
                          <m:sSubSupPr>
                            <m:ctrlPr>
                              <a:rPr lang="en-IN" b="0" i="1" smtClean="0">
                                <a:solidFill>
                                  <a:schemeClr val="bg1"/>
                                </a:solidFill>
                                <a:latin typeface="Cambria Math" panose="02040503050406030204" pitchFamily="18" charset="0"/>
                                <a:cs typeface="Arial" panose="020B0604020202020204" pitchFamily="34" charset="0"/>
                              </a:rPr>
                            </m:ctrlPr>
                          </m:sSubSupPr>
                          <m:e>
                            <m:r>
                              <m:rPr>
                                <m:sty m:val="p"/>
                              </m:rPr>
                              <a:rPr lang="en-IN" b="0" i="0" smtClean="0">
                                <a:solidFill>
                                  <a:schemeClr val="bg1"/>
                                </a:solidFill>
                                <a:latin typeface="Cambria Math" panose="02040503050406030204" pitchFamily="18" charset="0"/>
                                <a:cs typeface="Arial" panose="020B0604020202020204" pitchFamily="34" charset="0"/>
                              </a:rPr>
                              <m:t>x</m:t>
                            </m:r>
                          </m:e>
                          <m:sub>
                            <m:r>
                              <a:rPr lang="en-IN" b="0" i="0" smtClean="0">
                                <a:solidFill>
                                  <a:schemeClr val="bg1"/>
                                </a:solidFill>
                                <a:latin typeface="Cambria Math" panose="02040503050406030204" pitchFamily="18" charset="0"/>
                                <a:cs typeface="Arial" panose="020B0604020202020204" pitchFamily="34" charset="0"/>
                              </a:rPr>
                              <m:t>2</m:t>
                            </m:r>
                          </m:sub>
                          <m:sup>
                            <m:r>
                              <a:rPr lang="en-IN" b="0" i="0" smtClean="0">
                                <a:solidFill>
                                  <a:schemeClr val="bg1"/>
                                </a:solidFill>
                                <a:latin typeface="Cambria Math" panose="02040503050406030204" pitchFamily="18" charset="0"/>
                                <a:cs typeface="Arial" panose="020B0604020202020204" pitchFamily="34" charset="0"/>
                              </a:rPr>
                              <m:t>2</m:t>
                            </m:r>
                          </m:sup>
                        </m:sSubSup>
                      </m:e>
                    </m:rad>
                  </m:oMath>
                </a14:m>
                <a:endParaRPr lang="en-IN" dirty="0">
                  <a:solidFill>
                    <a:schemeClr val="bg1"/>
                  </a:solidFill>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CA935E46-D26C-C5DD-3DB1-C731EA1C48AD}"/>
                  </a:ext>
                </a:extLst>
              </p:cNvPr>
              <p:cNvSpPr txBox="1">
                <a:spLocks noRot="1" noChangeAspect="1" noMove="1" noResize="1" noEditPoints="1" noAdjustHandles="1" noChangeArrowheads="1" noChangeShapeType="1" noTextEdit="1"/>
              </p:cNvSpPr>
              <p:nvPr/>
            </p:nvSpPr>
            <p:spPr>
              <a:xfrm>
                <a:off x="381739" y="474935"/>
                <a:ext cx="7908821" cy="5749138"/>
              </a:xfrm>
              <a:prstGeom prst="rect">
                <a:avLst/>
              </a:prstGeom>
              <a:blipFill>
                <a:blip r:embed="rId3"/>
                <a:stretch>
                  <a:fillRect l="-540" r="-617"/>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8663940" y="2019140"/>
            <a:ext cx="2948425" cy="3001391"/>
          </a:xfrm>
          <a:prstGeom prst="rect">
            <a:avLst/>
          </a:prstGeom>
        </p:spPr>
      </p:pic>
    </p:spTree>
    <p:extLst>
      <p:ext uri="{BB962C8B-B14F-4D97-AF65-F5344CB8AC3E}">
        <p14:creationId xmlns:p14="http://schemas.microsoft.com/office/powerpoint/2010/main" val="3204742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7992899" y="4210477"/>
                <a:ext cx="3523657" cy="1604414"/>
              </a:xfrm>
              <a:prstGeom prst="rect">
                <a:avLst/>
              </a:prstGeom>
            </p:spPr>
            <p:txBody>
              <a:bodyPr wrap="none">
                <a:spAutoFit/>
              </a:bodyPr>
              <a:lstStyle/>
              <a:p>
                <a:pPr>
                  <a:lnSpc>
                    <a:spcPct val="200000"/>
                  </a:lnSpc>
                </a:pPr>
                <a14:m>
                  <m:oMathPara xmlns:m="http://schemas.openxmlformats.org/officeDocument/2006/math">
                    <m:oMathParaPr>
                      <m:jc m:val="centerGroup"/>
                    </m:oMathParaPr>
                    <m:oMath xmlns:m="http://schemas.openxmlformats.org/officeDocument/2006/math">
                      <m:sSubSup>
                        <m:sSubSupPr>
                          <m:ctrlPr>
                            <a:rPr lang="en-IN" sz="2400" b="0" i="1" smtClean="0">
                              <a:solidFill>
                                <a:schemeClr val="bg1"/>
                              </a:solidFill>
                              <a:latin typeface="Cambria Math" panose="02040503050406030204" pitchFamily="18" charset="0"/>
                              <a:cs typeface="Arial" panose="020B0604020202020204" pitchFamily="34" charset="0"/>
                            </a:rPr>
                          </m:ctrlPr>
                        </m:sSubSupPr>
                        <m:e>
                          <m:r>
                            <m:rPr>
                              <m:sty m:val="p"/>
                            </m:rPr>
                            <a:rPr lang="en-IN" sz="2400" i="0" smtClean="0">
                              <a:solidFill>
                                <a:schemeClr val="bg1"/>
                              </a:solidFill>
                              <a:latin typeface="Cambria Math" panose="02040503050406030204" pitchFamily="18" charset="0"/>
                              <a:cs typeface="Arial" panose="020B0604020202020204" pitchFamily="34" charset="0"/>
                            </a:rPr>
                            <m:t>d</m:t>
                          </m:r>
                        </m:e>
                        <m:sub>
                          <m:r>
                            <m:rPr>
                              <m:sty m:val="p"/>
                            </m:rPr>
                            <a:rPr lang="en-IN" sz="2400" b="0" i="0" smtClean="0">
                              <a:solidFill>
                                <a:schemeClr val="bg1"/>
                              </a:solidFill>
                              <a:latin typeface="Cambria Math" panose="02040503050406030204" pitchFamily="18" charset="0"/>
                              <a:cs typeface="Arial" panose="020B0604020202020204" pitchFamily="34" charset="0"/>
                            </a:rPr>
                            <m:t>OP</m:t>
                          </m:r>
                        </m:sub>
                        <m:sup>
                          <m:r>
                            <a:rPr lang="en-IN" sz="2400" b="0" i="0" smtClean="0">
                              <a:solidFill>
                                <a:schemeClr val="bg1"/>
                              </a:solidFill>
                              <a:latin typeface="Cambria Math" panose="02040503050406030204" pitchFamily="18" charset="0"/>
                              <a:cs typeface="Arial" panose="020B0604020202020204" pitchFamily="34" charset="0"/>
                            </a:rPr>
                            <m:t>2</m:t>
                          </m:r>
                        </m:sup>
                      </m:sSubSup>
                      <m:r>
                        <a:rPr lang="en-IN" sz="2400">
                          <a:solidFill>
                            <a:schemeClr val="bg1"/>
                          </a:solidFill>
                          <a:latin typeface="Cambria Math" panose="02040503050406030204" pitchFamily="18" charset="0"/>
                          <a:cs typeface="Arial" panose="020B0604020202020204" pitchFamily="34" charset="0"/>
                        </a:rPr>
                        <m:t>=</m:t>
                      </m:r>
                      <m:sSubSup>
                        <m:sSubSupPr>
                          <m:ctrlPr>
                            <a:rPr lang="en-IN" sz="2400" i="1">
                              <a:solidFill>
                                <a:schemeClr val="bg1"/>
                              </a:solidFill>
                              <a:latin typeface="Cambria Math" panose="02040503050406030204" pitchFamily="18" charset="0"/>
                              <a:cs typeface="Arial" panose="020B0604020202020204" pitchFamily="34" charset="0"/>
                            </a:rPr>
                          </m:ctrlPr>
                        </m:sSubSupPr>
                        <m:e>
                          <m:r>
                            <m:rPr>
                              <m:sty m:val="p"/>
                            </m:rPr>
                            <a:rPr lang="en-IN" sz="2400">
                              <a:solidFill>
                                <a:schemeClr val="bg1"/>
                              </a:solidFill>
                              <a:latin typeface="Cambria Math" panose="02040503050406030204" pitchFamily="18" charset="0"/>
                              <a:cs typeface="Arial" panose="020B0604020202020204" pitchFamily="34" charset="0"/>
                            </a:rPr>
                            <m:t>x</m:t>
                          </m:r>
                        </m:e>
                        <m:sub>
                          <m:r>
                            <a:rPr lang="en-IN" sz="2400">
                              <a:solidFill>
                                <a:schemeClr val="bg1"/>
                              </a:solidFill>
                              <a:latin typeface="Cambria Math" panose="02040503050406030204" pitchFamily="18" charset="0"/>
                              <a:cs typeface="Arial" panose="020B0604020202020204" pitchFamily="34" charset="0"/>
                            </a:rPr>
                            <m:t>1</m:t>
                          </m:r>
                        </m:sub>
                        <m:sup>
                          <m:r>
                            <a:rPr lang="en-IN" sz="2400">
                              <a:solidFill>
                                <a:schemeClr val="bg1"/>
                              </a:solidFill>
                              <a:latin typeface="Cambria Math" panose="02040503050406030204" pitchFamily="18" charset="0"/>
                              <a:cs typeface="Arial" panose="020B0604020202020204" pitchFamily="34" charset="0"/>
                            </a:rPr>
                            <m:t>2</m:t>
                          </m:r>
                        </m:sup>
                      </m:sSubSup>
                      <m:r>
                        <a:rPr lang="en-IN" sz="2400">
                          <a:solidFill>
                            <a:schemeClr val="bg1"/>
                          </a:solidFill>
                          <a:latin typeface="Cambria Math" panose="02040503050406030204" pitchFamily="18" charset="0"/>
                          <a:cs typeface="Arial" panose="020B0604020202020204" pitchFamily="34" charset="0"/>
                        </a:rPr>
                        <m:t>+</m:t>
                      </m:r>
                      <m:sSubSup>
                        <m:sSubSupPr>
                          <m:ctrlPr>
                            <a:rPr lang="en-IN" sz="2400" i="1">
                              <a:solidFill>
                                <a:schemeClr val="bg1"/>
                              </a:solidFill>
                              <a:latin typeface="Cambria Math" panose="02040503050406030204" pitchFamily="18" charset="0"/>
                              <a:cs typeface="Arial" panose="020B0604020202020204" pitchFamily="34" charset="0"/>
                            </a:rPr>
                          </m:ctrlPr>
                        </m:sSubSupPr>
                        <m:e>
                          <m:r>
                            <m:rPr>
                              <m:sty m:val="p"/>
                            </m:rPr>
                            <a:rPr lang="en-IN" sz="2400">
                              <a:solidFill>
                                <a:schemeClr val="bg1"/>
                              </a:solidFill>
                              <a:latin typeface="Cambria Math" panose="02040503050406030204" pitchFamily="18" charset="0"/>
                              <a:cs typeface="Arial" panose="020B0604020202020204" pitchFamily="34" charset="0"/>
                            </a:rPr>
                            <m:t>x</m:t>
                          </m:r>
                        </m:e>
                        <m:sub>
                          <m:r>
                            <a:rPr lang="en-IN" sz="2400">
                              <a:solidFill>
                                <a:schemeClr val="bg1"/>
                              </a:solidFill>
                              <a:latin typeface="Cambria Math" panose="02040503050406030204" pitchFamily="18" charset="0"/>
                              <a:cs typeface="Arial" panose="020B0604020202020204" pitchFamily="34" charset="0"/>
                            </a:rPr>
                            <m:t>2</m:t>
                          </m:r>
                        </m:sub>
                        <m:sup>
                          <m:r>
                            <a:rPr lang="en-IN" sz="2400">
                              <a:solidFill>
                                <a:schemeClr val="bg1"/>
                              </a:solidFill>
                              <a:latin typeface="Cambria Math" panose="02040503050406030204" pitchFamily="18" charset="0"/>
                              <a:cs typeface="Arial" panose="020B0604020202020204" pitchFamily="34" charset="0"/>
                            </a:rPr>
                            <m:t>2</m:t>
                          </m:r>
                        </m:sup>
                      </m:sSubSup>
                    </m:oMath>
                  </m:oMathPara>
                </a14:m>
                <a:endParaRPr lang="en-IN" sz="2400" dirty="0"/>
              </a:p>
              <a:p>
                <a:pPr algn="ctr">
                  <a:lnSpc>
                    <a:spcPct val="200000"/>
                  </a:lnSpc>
                </a:pPr>
                <a14:m>
                  <m:oMath xmlns:m="http://schemas.openxmlformats.org/officeDocument/2006/math">
                    <m:sSub>
                      <m:sSubPr>
                        <m:ctrlPr>
                          <a:rPr lang="en-IN" sz="2400" i="1">
                            <a:solidFill>
                              <a:schemeClr val="bg1"/>
                            </a:solidFill>
                            <a:latin typeface="Cambria Math" panose="02040503050406030204" pitchFamily="18" charset="0"/>
                            <a:cs typeface="Arial" panose="020B0604020202020204" pitchFamily="34" charset="0"/>
                          </a:rPr>
                        </m:ctrlPr>
                      </m:sSubPr>
                      <m:e>
                        <m:r>
                          <m:rPr>
                            <m:sty m:val="p"/>
                          </m:rPr>
                          <a:rPr lang="en-IN" sz="2400">
                            <a:solidFill>
                              <a:schemeClr val="bg1"/>
                            </a:solidFill>
                            <a:latin typeface="Cambria Math" panose="02040503050406030204" pitchFamily="18" charset="0"/>
                            <a:cs typeface="Arial" panose="020B0604020202020204" pitchFamily="34" charset="0"/>
                          </a:rPr>
                          <m:t>d</m:t>
                        </m:r>
                      </m:e>
                      <m:sub>
                        <m:r>
                          <m:rPr>
                            <m:sty m:val="p"/>
                          </m:rPr>
                          <a:rPr lang="en-IN" sz="2400">
                            <a:solidFill>
                              <a:schemeClr val="bg1"/>
                            </a:solidFill>
                            <a:latin typeface="Cambria Math" panose="02040503050406030204" pitchFamily="18" charset="0"/>
                            <a:cs typeface="Arial" panose="020B0604020202020204" pitchFamily="34" charset="0"/>
                          </a:rPr>
                          <m:t>OP</m:t>
                        </m:r>
                      </m:sub>
                    </m:sSub>
                  </m:oMath>
                </a14:m>
                <a:r>
                  <a:rPr lang="en-IN" sz="2400" dirty="0">
                    <a:solidFill>
                      <a:srgbClr val="C00000"/>
                    </a:solidFill>
                    <a:latin typeface="Arial" panose="020B0604020202020204" pitchFamily="34" charset="0"/>
                    <a:cs typeface="Arial" panose="020B0604020202020204" pitchFamily="34" charset="0"/>
                  </a:rPr>
                  <a:t>= radius of the circle </a:t>
                </a:r>
              </a:p>
            </p:txBody>
          </p:sp>
        </mc:Choice>
        <mc:Fallback xmlns="">
          <p:sp>
            <p:nvSpPr>
              <p:cNvPr id="2" name="Rectangle 1"/>
              <p:cNvSpPr>
                <a:spLocks noRot="1" noChangeAspect="1" noMove="1" noResize="1" noEditPoints="1" noAdjustHandles="1" noChangeArrowheads="1" noChangeShapeType="1" noTextEdit="1"/>
              </p:cNvSpPr>
              <p:nvPr/>
            </p:nvSpPr>
            <p:spPr>
              <a:xfrm>
                <a:off x="7992899" y="4210477"/>
                <a:ext cx="3523657" cy="1604414"/>
              </a:xfrm>
              <a:prstGeom prst="rect">
                <a:avLst/>
              </a:prstGeom>
              <a:blipFill>
                <a:blip r:embed="rId2"/>
                <a:stretch>
                  <a:fillRect l="-173" r="-2249" b="-1141"/>
                </a:stretch>
              </a:blipFill>
            </p:spPr>
            <p:txBody>
              <a:bodyPr/>
              <a:lstStyle/>
              <a:p>
                <a:r>
                  <a:rPr lang="en-IN">
                    <a:noFill/>
                  </a:rPr>
                  <a:t> </a:t>
                </a:r>
              </a:p>
            </p:txBody>
          </p:sp>
        </mc:Fallback>
      </mc:AlternateContent>
      <p:sp>
        <p:nvSpPr>
          <p:cNvPr id="5" name="Rectangle 4"/>
          <p:cNvSpPr/>
          <p:nvPr/>
        </p:nvSpPr>
        <p:spPr>
          <a:xfrm>
            <a:off x="404268" y="3391705"/>
            <a:ext cx="6575652" cy="3108223"/>
          </a:xfrm>
          <a:prstGeom prst="rect">
            <a:avLst/>
          </a:prstGeom>
        </p:spPr>
        <p:txBody>
          <a:bodyPr wrap="square">
            <a:spAutoFit/>
          </a:bodyPr>
          <a:lstStyle/>
          <a:p>
            <a:pPr marL="285750" indent="-285750" algn="just">
              <a:lnSpc>
                <a:spcPct val="150000"/>
              </a:lnSpc>
              <a:buClr>
                <a:srgbClr val="0000FF"/>
              </a:buClr>
              <a:buFont typeface="Wingdings" panose="05000000000000000000" pitchFamily="2" charset="2"/>
              <a:buChar char="v"/>
            </a:pPr>
            <a:r>
              <a:rPr lang="en-US" sz="1900" dirty="0">
                <a:solidFill>
                  <a:schemeClr val="bg1"/>
                </a:solidFill>
                <a:latin typeface="Arial" panose="020B0604020202020204" pitchFamily="34" charset="0"/>
                <a:cs typeface="Arial" panose="020B0604020202020204" pitchFamily="34" charset="0"/>
              </a:rPr>
              <a:t>The specific algebraic formula used to calculate this distance was not actually written by Euclid. </a:t>
            </a:r>
          </a:p>
          <a:p>
            <a:pPr marL="285750" indent="-285750" algn="just">
              <a:lnSpc>
                <a:spcPct val="150000"/>
              </a:lnSpc>
              <a:buClr>
                <a:srgbClr val="0000FF"/>
              </a:buClr>
              <a:buFont typeface="Wingdings" panose="05000000000000000000" pitchFamily="2" charset="2"/>
              <a:buChar char="v"/>
            </a:pPr>
            <a:r>
              <a:rPr lang="en-US" sz="1900" dirty="0">
                <a:solidFill>
                  <a:schemeClr val="bg1"/>
                </a:solidFill>
                <a:latin typeface="Arial" panose="020B0604020202020204" pitchFamily="34" charset="0"/>
                <a:cs typeface="Arial" panose="020B0604020202020204" pitchFamily="34" charset="0"/>
              </a:rPr>
              <a:t>Instead, the distance formula itself was first published in 1731 by the French mathematician </a:t>
            </a:r>
            <a:r>
              <a:rPr lang="en-US" sz="1900" b="1" dirty="0">
                <a:solidFill>
                  <a:schemeClr val="bg1"/>
                </a:solidFill>
                <a:latin typeface="Arial" panose="020B0604020202020204" pitchFamily="34" charset="0"/>
                <a:cs typeface="Arial" panose="020B0604020202020204" pitchFamily="34" charset="0"/>
              </a:rPr>
              <a:t>Alexis </a:t>
            </a:r>
            <a:r>
              <a:rPr lang="en-US" sz="1900" b="1" dirty="0" err="1">
                <a:solidFill>
                  <a:schemeClr val="bg1"/>
                </a:solidFill>
                <a:latin typeface="Arial" panose="020B0604020202020204" pitchFamily="34" charset="0"/>
                <a:cs typeface="Arial" panose="020B0604020202020204" pitchFamily="34" charset="0"/>
              </a:rPr>
              <a:t>Clairaut</a:t>
            </a:r>
            <a:r>
              <a:rPr lang="en-US" sz="1900" dirty="0">
                <a:solidFill>
                  <a:schemeClr val="bg1"/>
                </a:solidFill>
                <a:latin typeface="Arial" panose="020B0604020202020204" pitchFamily="34" charset="0"/>
                <a:cs typeface="Arial" panose="020B0604020202020204" pitchFamily="34" charset="0"/>
              </a:rPr>
              <a:t>. </a:t>
            </a:r>
          </a:p>
          <a:p>
            <a:pPr marL="285750" indent="-285750" algn="just">
              <a:lnSpc>
                <a:spcPct val="150000"/>
              </a:lnSpc>
              <a:buClr>
                <a:srgbClr val="0000FF"/>
              </a:buClr>
              <a:buFont typeface="Wingdings" panose="05000000000000000000" pitchFamily="2" charset="2"/>
              <a:buChar char="v"/>
            </a:pPr>
            <a:r>
              <a:rPr lang="en-US" sz="1900" dirty="0">
                <a:solidFill>
                  <a:schemeClr val="bg1"/>
                </a:solidFill>
                <a:latin typeface="Arial" panose="020B0604020202020204" pitchFamily="34" charset="0"/>
                <a:cs typeface="Arial" panose="020B0604020202020204" pitchFamily="34" charset="0"/>
              </a:rPr>
              <a:t>It builds upon the Pythagorean theorem and the Cartesian coordinate system introduced by René Descartes in 1637</a:t>
            </a:r>
            <a:endParaRPr lang="en-IN" sz="1900" dirty="0">
              <a:solidFill>
                <a:schemeClr val="bg1"/>
              </a:solidFill>
              <a:latin typeface="Arial" panose="020B0604020202020204" pitchFamily="34" charset="0"/>
              <a:cs typeface="Arial" panose="020B0604020202020204" pitchFamily="34" charset="0"/>
            </a:endParaRPr>
          </a:p>
        </p:txBody>
      </p:sp>
      <p:pic>
        <p:nvPicPr>
          <p:cNvPr id="3074" name="Picture 2" descr="https://upload.wikimedia.org/wikipedia/commons/thumb/a/a0/Alexis_Clairault.jpg/250px-Alexis_Clairaul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3910" y="673824"/>
            <a:ext cx="2381250" cy="28384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4"/>
          <a:stretch>
            <a:fillRect/>
          </a:stretch>
        </p:blipFill>
        <p:spPr>
          <a:xfrm>
            <a:off x="2069180" y="122566"/>
            <a:ext cx="3219100" cy="3276928"/>
          </a:xfrm>
          <a:prstGeom prst="rect">
            <a:avLst/>
          </a:prstGeom>
        </p:spPr>
      </p:pic>
      <p:sp>
        <p:nvSpPr>
          <p:cNvPr id="3" name="Rectangle 2"/>
          <p:cNvSpPr/>
          <p:nvPr/>
        </p:nvSpPr>
        <p:spPr>
          <a:xfrm>
            <a:off x="8860892" y="3594854"/>
            <a:ext cx="1787669" cy="369332"/>
          </a:xfrm>
          <a:prstGeom prst="rect">
            <a:avLst/>
          </a:prstGeom>
        </p:spPr>
        <p:txBody>
          <a:bodyPr wrap="none">
            <a:spAutoFit/>
          </a:bodyPr>
          <a:lstStyle/>
          <a:p>
            <a:r>
              <a:rPr lang="en-US" b="1" dirty="0">
                <a:solidFill>
                  <a:schemeClr val="accent6">
                    <a:lumMod val="50000"/>
                  </a:schemeClr>
                </a:solidFill>
                <a:latin typeface="Arial" panose="020B0604020202020204" pitchFamily="34" charset="0"/>
                <a:cs typeface="Arial" panose="020B0604020202020204" pitchFamily="34" charset="0"/>
              </a:rPr>
              <a:t>Alexis </a:t>
            </a:r>
            <a:r>
              <a:rPr lang="en-US" b="1" dirty="0" err="1">
                <a:solidFill>
                  <a:schemeClr val="accent6">
                    <a:lumMod val="50000"/>
                  </a:schemeClr>
                </a:solidFill>
                <a:latin typeface="Arial" panose="020B0604020202020204" pitchFamily="34" charset="0"/>
                <a:cs typeface="Arial" panose="020B0604020202020204" pitchFamily="34" charset="0"/>
              </a:rPr>
              <a:t>Clairaut</a:t>
            </a:r>
            <a:endParaRPr lang="en-IN" dirty="0">
              <a:solidFill>
                <a:schemeClr val="accent6">
                  <a:lumMod val="50000"/>
                </a:schemeClr>
              </a:solidFill>
            </a:endParaRPr>
          </a:p>
        </p:txBody>
      </p:sp>
    </p:spTree>
    <p:extLst>
      <p:ext uri="{BB962C8B-B14F-4D97-AF65-F5344CB8AC3E}">
        <p14:creationId xmlns:p14="http://schemas.microsoft.com/office/powerpoint/2010/main" val="1170868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D33834F-9ADF-F0DF-8E11-A36D0F7A634E}"/>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DB7ECB84-DF9A-5D71-C359-DBB4AD1C3752}"/>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latin typeface="Arial" pitchFamily="34" charset="0"/>
                <a:cs typeface="Arial" pitchFamily="34" charset="0"/>
              </a:rPr>
              <a:t>Euclidean Distance: General Form</a:t>
            </a:r>
            <a:endParaRPr lang="en-IN" sz="3600" dirty="0">
              <a:solidFill>
                <a:srgbClr val="0070C0"/>
              </a:solidFill>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1D88AC1-8B78-26EF-23E5-B2D7832C5E94}"/>
                  </a:ext>
                </a:extLst>
              </p:cNvPr>
              <p:cNvSpPr txBox="1"/>
              <p:nvPr/>
            </p:nvSpPr>
            <p:spPr>
              <a:xfrm>
                <a:off x="127484" y="589235"/>
                <a:ext cx="8928415" cy="6210033"/>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Measure the distance from a fixed-point Q with coordinate (q</a:t>
                </a:r>
                <a:r>
                  <a:rPr lang="en-US" sz="2200" baseline="-25000" dirty="0">
                    <a:solidFill>
                      <a:schemeClr val="bg1"/>
                    </a:solidFill>
                    <a:latin typeface="Arial" panose="020B0604020202020204" pitchFamily="34" charset="0"/>
                    <a:cs typeface="Arial" panose="020B0604020202020204" pitchFamily="34" charset="0"/>
                  </a:rPr>
                  <a:t>1</a:t>
                </a:r>
                <a:r>
                  <a:rPr lang="en-US" sz="2200" dirty="0">
                    <a:solidFill>
                      <a:schemeClr val="bg1"/>
                    </a:solidFill>
                    <a:latin typeface="Arial" panose="020B0604020202020204" pitchFamily="34" charset="0"/>
                    <a:cs typeface="Arial" panose="020B0604020202020204" pitchFamily="34" charset="0"/>
                  </a:rPr>
                  <a:t>,q</a:t>
                </a:r>
                <a:r>
                  <a:rPr lang="en-US" sz="2200" baseline="-25000" dirty="0">
                    <a:solidFill>
                      <a:schemeClr val="bg1"/>
                    </a:solidFill>
                    <a:latin typeface="Arial" panose="020B0604020202020204" pitchFamily="34" charset="0"/>
                    <a:cs typeface="Arial" panose="020B0604020202020204" pitchFamily="34" charset="0"/>
                  </a:rPr>
                  <a:t>2</a:t>
                </a:r>
                <a:r>
                  <a:rPr lang="en-US" sz="2200" dirty="0">
                    <a:solidFill>
                      <a:schemeClr val="bg1"/>
                    </a:solidFill>
                    <a:latin typeface="Arial" panose="020B0604020202020204" pitchFamily="34" charset="0"/>
                    <a:cs typeface="Arial" panose="020B0604020202020204" pitchFamily="34" charset="0"/>
                  </a:rPr>
                  <a:t> ,...,</a:t>
                </a:r>
                <a:r>
                  <a:rPr lang="en-US" sz="2200" dirty="0" err="1">
                    <a:solidFill>
                      <a:schemeClr val="bg1"/>
                    </a:solidFill>
                    <a:latin typeface="Arial" panose="020B0604020202020204" pitchFamily="34" charset="0"/>
                    <a:cs typeface="Arial" panose="020B0604020202020204" pitchFamily="34" charset="0"/>
                  </a:rPr>
                  <a:t>q</a:t>
                </a:r>
                <a:r>
                  <a:rPr lang="en-US" sz="2200" baseline="-25000" dirty="0" err="1">
                    <a:solidFill>
                      <a:schemeClr val="bg1"/>
                    </a:solidFill>
                    <a:latin typeface="Arial" panose="020B0604020202020204" pitchFamily="34" charset="0"/>
                    <a:cs typeface="Arial" panose="020B0604020202020204" pitchFamily="34" charset="0"/>
                  </a:rPr>
                  <a:t>p</a:t>
                </a:r>
                <a:r>
                  <a:rPr lang="en-US" sz="2200" dirty="0">
                    <a:solidFill>
                      <a:schemeClr val="bg1"/>
                    </a:solidFill>
                    <a:latin typeface="Arial" panose="020B0604020202020204" pitchFamily="34" charset="0"/>
                    <a:cs typeface="Arial" panose="020B0604020202020204" pitchFamily="34" charset="0"/>
                  </a:rPr>
                  <a:t>) to</a:t>
                </a:r>
              </a:p>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P with coordinates (x</a:t>
                </a:r>
                <a:r>
                  <a:rPr lang="en-US" sz="2200" baseline="-25000" dirty="0">
                    <a:solidFill>
                      <a:schemeClr val="bg1"/>
                    </a:solidFill>
                    <a:latin typeface="Arial" panose="020B0604020202020204" pitchFamily="34" charset="0"/>
                    <a:cs typeface="Arial" panose="020B0604020202020204" pitchFamily="34" charset="0"/>
                  </a:rPr>
                  <a:t>1</a:t>
                </a:r>
                <a:r>
                  <a:rPr lang="en-US" sz="2200" dirty="0">
                    <a:solidFill>
                      <a:schemeClr val="bg1"/>
                    </a:solidFill>
                    <a:latin typeface="Arial" panose="020B0604020202020204" pitchFamily="34" charset="0"/>
                    <a:cs typeface="Arial" panose="020B0604020202020204" pitchFamily="34" charset="0"/>
                  </a:rPr>
                  <a:t>, x</a:t>
                </a:r>
                <a:r>
                  <a:rPr lang="en-US" sz="2200" baseline="-25000" dirty="0">
                    <a:solidFill>
                      <a:schemeClr val="bg1"/>
                    </a:solidFill>
                    <a:latin typeface="Arial" panose="020B0604020202020204" pitchFamily="34" charset="0"/>
                    <a:cs typeface="Arial" panose="020B0604020202020204" pitchFamily="34" charset="0"/>
                  </a:rPr>
                  <a:t>2</a:t>
                </a:r>
                <a:r>
                  <a:rPr lang="en-US" sz="2200" dirty="0">
                    <a:solidFill>
                      <a:schemeClr val="bg1"/>
                    </a:solidFill>
                    <a:latin typeface="Arial" panose="020B0604020202020204" pitchFamily="34" charset="0"/>
                    <a:cs typeface="Arial" panose="020B0604020202020204" pitchFamily="34" charset="0"/>
                  </a:rPr>
                  <a:t>, …, x</a:t>
                </a:r>
                <a:r>
                  <a:rPr lang="en-US" sz="2200" baseline="-25000" dirty="0">
                    <a:solidFill>
                      <a:schemeClr val="bg1"/>
                    </a:solidFill>
                    <a:latin typeface="Arial" panose="020B0604020202020204" pitchFamily="34" charset="0"/>
                    <a:cs typeface="Arial" panose="020B0604020202020204" pitchFamily="34" charset="0"/>
                  </a:rPr>
                  <a:t>p</a:t>
                </a:r>
                <a:r>
                  <a:rPr lang="en-US" sz="2200" dirty="0">
                    <a:solidFill>
                      <a:schemeClr val="bg1"/>
                    </a:solidFill>
                    <a:latin typeface="Arial" panose="020B0604020202020204" pitchFamily="34" charset="0"/>
                    <a:cs typeface="Arial" panose="020B0604020202020204" pitchFamily="34" charset="0"/>
                  </a:rPr>
                  <a:t>), the distance d(PQ) is</a:t>
                </a:r>
              </a:p>
              <a:p>
                <a:pPr algn="ctr">
                  <a:lnSpc>
                    <a:spcPct val="200000"/>
                  </a:lnSpc>
                  <a:buClr>
                    <a:srgbClr val="0000FF"/>
                  </a:buClr>
                </a:pPr>
                <a14:m>
                  <m:oMathPara xmlns:m="http://schemas.openxmlformats.org/officeDocument/2006/math">
                    <m:oMathParaPr>
                      <m:jc m:val="centerGroup"/>
                    </m:oMathParaPr>
                    <m:oMath xmlns:m="http://schemas.openxmlformats.org/officeDocument/2006/math">
                      <m:r>
                        <m:rPr>
                          <m:sty m:val="p"/>
                        </m:rPr>
                        <a:rPr lang="en-IN" sz="2200" b="0" i="0" smtClean="0">
                          <a:solidFill>
                            <a:schemeClr val="bg1"/>
                          </a:solidFill>
                          <a:latin typeface="Cambria Math" panose="02040503050406030204" pitchFamily="18" charset="0"/>
                          <a:cs typeface="Arial" panose="020B0604020202020204" pitchFamily="34" charset="0"/>
                        </a:rPr>
                        <m:t>d</m:t>
                      </m:r>
                      <m:d>
                        <m:dPr>
                          <m:ctrlPr>
                            <a:rPr lang="en-IN" sz="2200" b="0" i="1" smtClean="0">
                              <a:solidFill>
                                <a:schemeClr val="bg1"/>
                              </a:solidFill>
                              <a:latin typeface="Cambria Math" panose="02040503050406030204" pitchFamily="18" charset="0"/>
                              <a:cs typeface="Arial" panose="020B0604020202020204" pitchFamily="34" charset="0"/>
                            </a:rPr>
                          </m:ctrlPr>
                        </m:dPr>
                        <m:e>
                          <m:r>
                            <m:rPr>
                              <m:sty m:val="p"/>
                            </m:rPr>
                            <a:rPr lang="en-IN" sz="2200" b="0" i="0" smtClean="0">
                              <a:solidFill>
                                <a:schemeClr val="bg1"/>
                              </a:solidFill>
                              <a:latin typeface="Cambria Math" panose="02040503050406030204" pitchFamily="18" charset="0"/>
                              <a:cs typeface="Arial" panose="020B0604020202020204" pitchFamily="34" charset="0"/>
                            </a:rPr>
                            <m:t>PQ</m:t>
                          </m:r>
                        </m:e>
                      </m:d>
                      <m:r>
                        <a:rPr lang="en-IN" sz="2200" b="0" i="0" smtClean="0">
                          <a:solidFill>
                            <a:schemeClr val="bg1"/>
                          </a:solidFill>
                          <a:latin typeface="Cambria Math" panose="02040503050406030204" pitchFamily="18" charset="0"/>
                          <a:cs typeface="Arial" panose="020B0604020202020204" pitchFamily="34" charset="0"/>
                        </a:rPr>
                        <m:t>= </m:t>
                      </m:r>
                      <m:rad>
                        <m:radPr>
                          <m:degHide m:val="on"/>
                          <m:ctrlPr>
                            <a:rPr lang="en-IN" sz="2200" b="0" i="1" smtClean="0">
                              <a:solidFill>
                                <a:schemeClr val="bg1"/>
                              </a:solidFill>
                              <a:latin typeface="Cambria Math" panose="02040503050406030204" pitchFamily="18" charset="0"/>
                              <a:cs typeface="Arial" panose="020B0604020202020204" pitchFamily="34" charset="0"/>
                            </a:rPr>
                          </m:ctrlPr>
                        </m:radPr>
                        <m:deg/>
                        <m:e>
                          <m:sSup>
                            <m:sSupPr>
                              <m:ctrlPr>
                                <a:rPr lang="en-IN" sz="2200" b="0" i="1" smtClean="0">
                                  <a:solidFill>
                                    <a:schemeClr val="bg1"/>
                                  </a:solidFill>
                                  <a:latin typeface="Cambria Math" panose="02040503050406030204" pitchFamily="18" charset="0"/>
                                  <a:cs typeface="Arial" panose="020B0604020202020204" pitchFamily="34" charset="0"/>
                                </a:rPr>
                              </m:ctrlPr>
                            </m:sSupPr>
                            <m:e>
                              <m:d>
                                <m:dPr>
                                  <m:ctrlPr>
                                    <a:rPr lang="en-IN" sz="2200" b="0" i="1" smtClean="0">
                                      <a:solidFill>
                                        <a:schemeClr val="bg1"/>
                                      </a:solidFill>
                                      <a:latin typeface="Cambria Math" panose="02040503050406030204" pitchFamily="18" charset="0"/>
                                      <a:cs typeface="Arial" panose="020B0604020202020204" pitchFamily="34" charset="0"/>
                                    </a:rPr>
                                  </m:ctrlPr>
                                </m:dPr>
                                <m:e>
                                  <m:sSub>
                                    <m:sSubPr>
                                      <m:ctrlPr>
                                        <a:rPr lang="en-IN" sz="2200" b="0" i="1" smtClean="0">
                                          <a:solidFill>
                                            <a:schemeClr val="bg1"/>
                                          </a:solidFill>
                                          <a:latin typeface="Cambria Math" panose="02040503050406030204" pitchFamily="18" charset="0"/>
                                          <a:cs typeface="Arial" panose="020B0604020202020204" pitchFamily="34" charset="0"/>
                                        </a:rPr>
                                      </m:ctrlPr>
                                    </m:sSubPr>
                                    <m:e>
                                      <m:r>
                                        <m:rPr>
                                          <m:sty m:val="p"/>
                                        </m:rPr>
                                        <a:rPr lang="en-IN" sz="2200" b="0" i="0" smtClean="0">
                                          <a:solidFill>
                                            <a:schemeClr val="bg1"/>
                                          </a:solidFill>
                                          <a:latin typeface="Cambria Math" panose="02040503050406030204" pitchFamily="18" charset="0"/>
                                          <a:cs typeface="Arial" panose="020B0604020202020204" pitchFamily="34" charset="0"/>
                                        </a:rPr>
                                        <m:t>x</m:t>
                                      </m:r>
                                    </m:e>
                                    <m:sub>
                                      <m:r>
                                        <a:rPr lang="en-IN" sz="2200" b="0" i="0" smtClean="0">
                                          <a:solidFill>
                                            <a:schemeClr val="bg1"/>
                                          </a:solidFill>
                                          <a:latin typeface="Cambria Math" panose="02040503050406030204" pitchFamily="18" charset="0"/>
                                          <a:cs typeface="Arial" panose="020B0604020202020204" pitchFamily="34" charset="0"/>
                                        </a:rPr>
                                        <m:t>1</m:t>
                                      </m:r>
                                    </m:sub>
                                  </m:sSub>
                                  <m:r>
                                    <a:rPr lang="en-IN" sz="2200" b="0" i="0" smtClean="0">
                                      <a:solidFill>
                                        <a:schemeClr val="bg1"/>
                                      </a:solidFill>
                                      <a:latin typeface="Cambria Math" panose="02040503050406030204" pitchFamily="18" charset="0"/>
                                      <a:cs typeface="Arial" panose="020B0604020202020204" pitchFamily="34" charset="0"/>
                                    </a:rPr>
                                    <m:t>−</m:t>
                                  </m:r>
                                  <m:sSub>
                                    <m:sSubPr>
                                      <m:ctrlPr>
                                        <a:rPr lang="en-IN" sz="2200" b="0" i="1" smtClean="0">
                                          <a:solidFill>
                                            <a:schemeClr val="bg1"/>
                                          </a:solidFill>
                                          <a:latin typeface="Cambria Math" panose="02040503050406030204" pitchFamily="18" charset="0"/>
                                          <a:cs typeface="Arial" panose="020B0604020202020204" pitchFamily="34" charset="0"/>
                                        </a:rPr>
                                      </m:ctrlPr>
                                    </m:sSubPr>
                                    <m:e>
                                      <m:r>
                                        <m:rPr>
                                          <m:sty m:val="p"/>
                                        </m:rPr>
                                        <a:rPr lang="en-IN" sz="2200" b="0" i="0" smtClean="0">
                                          <a:solidFill>
                                            <a:schemeClr val="bg1"/>
                                          </a:solidFill>
                                          <a:latin typeface="Cambria Math" panose="02040503050406030204" pitchFamily="18" charset="0"/>
                                          <a:cs typeface="Arial" panose="020B0604020202020204" pitchFamily="34" charset="0"/>
                                        </a:rPr>
                                        <m:t>q</m:t>
                                      </m:r>
                                    </m:e>
                                    <m:sub>
                                      <m:r>
                                        <a:rPr lang="en-IN" sz="2200" b="0" i="0" smtClean="0">
                                          <a:solidFill>
                                            <a:schemeClr val="bg1"/>
                                          </a:solidFill>
                                          <a:latin typeface="Cambria Math" panose="02040503050406030204" pitchFamily="18" charset="0"/>
                                          <a:cs typeface="Arial" panose="020B0604020202020204" pitchFamily="34" charset="0"/>
                                        </a:rPr>
                                        <m:t>1</m:t>
                                      </m:r>
                                    </m:sub>
                                  </m:sSub>
                                </m:e>
                              </m:d>
                            </m:e>
                            <m:sup>
                              <m:r>
                                <a:rPr lang="en-IN" sz="2200" b="0" i="0" smtClean="0">
                                  <a:solidFill>
                                    <a:schemeClr val="bg1"/>
                                  </a:solidFill>
                                  <a:latin typeface="Cambria Math" panose="02040503050406030204" pitchFamily="18" charset="0"/>
                                  <a:cs typeface="Arial" panose="020B0604020202020204" pitchFamily="34" charset="0"/>
                                </a:rPr>
                                <m:t>2</m:t>
                              </m:r>
                            </m:sup>
                          </m:sSup>
                          <m:r>
                            <a:rPr lang="en-IN" sz="2200" b="0" i="0" smtClean="0">
                              <a:solidFill>
                                <a:schemeClr val="bg1"/>
                              </a:solidFill>
                              <a:latin typeface="Cambria Math" panose="02040503050406030204" pitchFamily="18" charset="0"/>
                              <a:cs typeface="Arial" panose="020B0604020202020204" pitchFamily="34" charset="0"/>
                            </a:rPr>
                            <m:t>+</m:t>
                          </m:r>
                          <m:sSup>
                            <m:sSupPr>
                              <m:ctrlPr>
                                <a:rPr lang="en-IN" sz="2200" i="1">
                                  <a:solidFill>
                                    <a:schemeClr val="bg1"/>
                                  </a:solidFill>
                                  <a:latin typeface="Cambria Math" panose="02040503050406030204" pitchFamily="18" charset="0"/>
                                  <a:cs typeface="Arial" panose="020B0604020202020204" pitchFamily="34" charset="0"/>
                                </a:rPr>
                              </m:ctrlPr>
                            </m:sSupPr>
                            <m:e>
                              <m:d>
                                <m:dPr>
                                  <m:ctrlPr>
                                    <a:rPr lang="en-IN" sz="2200" i="1">
                                      <a:solidFill>
                                        <a:schemeClr val="bg1"/>
                                      </a:solidFill>
                                      <a:latin typeface="Cambria Math" panose="02040503050406030204" pitchFamily="18" charset="0"/>
                                      <a:cs typeface="Arial" panose="020B0604020202020204" pitchFamily="34" charset="0"/>
                                    </a:rPr>
                                  </m:ctrlPr>
                                </m:dPr>
                                <m:e>
                                  <m:sSub>
                                    <m:sSubPr>
                                      <m:ctrlPr>
                                        <a:rPr lang="en-IN" sz="2200" i="1">
                                          <a:solidFill>
                                            <a:schemeClr val="bg1"/>
                                          </a:solidFill>
                                          <a:latin typeface="Cambria Math" panose="02040503050406030204" pitchFamily="18" charset="0"/>
                                          <a:cs typeface="Arial" panose="020B0604020202020204" pitchFamily="34" charset="0"/>
                                        </a:rPr>
                                      </m:ctrlPr>
                                    </m:sSubPr>
                                    <m:e>
                                      <m:r>
                                        <m:rPr>
                                          <m:sty m:val="p"/>
                                        </m:rPr>
                                        <a:rPr lang="en-IN" sz="2200" b="0" i="0" smtClean="0">
                                          <a:solidFill>
                                            <a:schemeClr val="bg1"/>
                                          </a:solidFill>
                                          <a:latin typeface="Cambria Math" panose="02040503050406030204" pitchFamily="18" charset="0"/>
                                          <a:cs typeface="Arial" panose="020B0604020202020204" pitchFamily="34" charset="0"/>
                                        </a:rPr>
                                        <m:t>x</m:t>
                                      </m:r>
                                    </m:e>
                                    <m:sub>
                                      <m:r>
                                        <a:rPr lang="en-IN" sz="2200" b="0" i="0" smtClean="0">
                                          <a:solidFill>
                                            <a:schemeClr val="bg1"/>
                                          </a:solidFill>
                                          <a:latin typeface="Cambria Math" panose="02040503050406030204" pitchFamily="18" charset="0"/>
                                          <a:cs typeface="Arial" panose="020B0604020202020204" pitchFamily="34" charset="0"/>
                                        </a:rPr>
                                        <m:t>2</m:t>
                                      </m:r>
                                    </m:sub>
                                  </m:sSub>
                                  <m:r>
                                    <a:rPr lang="en-IN" sz="2200" i="0">
                                      <a:solidFill>
                                        <a:schemeClr val="bg1"/>
                                      </a:solidFill>
                                      <a:latin typeface="Cambria Math" panose="02040503050406030204" pitchFamily="18" charset="0"/>
                                      <a:cs typeface="Arial" panose="020B0604020202020204" pitchFamily="34" charset="0"/>
                                    </a:rPr>
                                    <m:t>−</m:t>
                                  </m:r>
                                  <m:sSub>
                                    <m:sSubPr>
                                      <m:ctrlPr>
                                        <a:rPr lang="en-IN" sz="2200" i="1">
                                          <a:solidFill>
                                            <a:schemeClr val="bg1"/>
                                          </a:solidFill>
                                          <a:latin typeface="Cambria Math" panose="02040503050406030204" pitchFamily="18" charset="0"/>
                                          <a:cs typeface="Arial" panose="020B0604020202020204" pitchFamily="34" charset="0"/>
                                        </a:rPr>
                                      </m:ctrlPr>
                                    </m:sSubPr>
                                    <m:e>
                                      <m:r>
                                        <m:rPr>
                                          <m:sty m:val="p"/>
                                        </m:rPr>
                                        <a:rPr lang="en-IN" sz="2200" b="0" i="0" smtClean="0">
                                          <a:solidFill>
                                            <a:schemeClr val="bg1"/>
                                          </a:solidFill>
                                          <a:latin typeface="Cambria Math" panose="02040503050406030204" pitchFamily="18" charset="0"/>
                                          <a:cs typeface="Arial" panose="020B0604020202020204" pitchFamily="34" charset="0"/>
                                        </a:rPr>
                                        <m:t>q</m:t>
                                      </m:r>
                                    </m:e>
                                    <m:sub>
                                      <m:r>
                                        <a:rPr lang="en-IN" sz="2200" b="0" i="0" smtClean="0">
                                          <a:solidFill>
                                            <a:schemeClr val="bg1"/>
                                          </a:solidFill>
                                          <a:latin typeface="Cambria Math" panose="02040503050406030204" pitchFamily="18" charset="0"/>
                                          <a:cs typeface="Arial" panose="020B0604020202020204" pitchFamily="34" charset="0"/>
                                        </a:rPr>
                                        <m:t>2</m:t>
                                      </m:r>
                                    </m:sub>
                                  </m:sSub>
                                </m:e>
                              </m:d>
                            </m:e>
                            <m:sup>
                              <m:r>
                                <a:rPr lang="en-IN" sz="2200" i="0">
                                  <a:solidFill>
                                    <a:schemeClr val="bg1"/>
                                  </a:solidFill>
                                  <a:latin typeface="Cambria Math" panose="02040503050406030204" pitchFamily="18" charset="0"/>
                                  <a:cs typeface="Arial" panose="020B0604020202020204" pitchFamily="34" charset="0"/>
                                </a:rPr>
                                <m:t>2</m:t>
                              </m:r>
                            </m:sup>
                          </m:sSup>
                          <m:r>
                            <a:rPr lang="en-IN" sz="2200" b="0" i="0" smtClean="0">
                              <a:solidFill>
                                <a:schemeClr val="bg1"/>
                              </a:solidFill>
                              <a:latin typeface="Cambria Math" panose="02040503050406030204" pitchFamily="18" charset="0"/>
                              <a:cs typeface="Arial" panose="020B0604020202020204" pitchFamily="34" charset="0"/>
                            </a:rPr>
                            <m:t>+…+</m:t>
                          </m:r>
                          <m:sSup>
                            <m:sSupPr>
                              <m:ctrlPr>
                                <a:rPr lang="en-IN" sz="2200" i="1">
                                  <a:solidFill>
                                    <a:schemeClr val="bg1"/>
                                  </a:solidFill>
                                  <a:latin typeface="Cambria Math" panose="02040503050406030204" pitchFamily="18" charset="0"/>
                                  <a:cs typeface="Arial" panose="020B0604020202020204" pitchFamily="34" charset="0"/>
                                </a:rPr>
                              </m:ctrlPr>
                            </m:sSupPr>
                            <m:e>
                              <m:d>
                                <m:dPr>
                                  <m:ctrlPr>
                                    <a:rPr lang="en-IN" sz="2200" i="1">
                                      <a:solidFill>
                                        <a:schemeClr val="bg1"/>
                                      </a:solidFill>
                                      <a:latin typeface="Cambria Math" panose="02040503050406030204" pitchFamily="18" charset="0"/>
                                      <a:cs typeface="Arial" panose="020B0604020202020204" pitchFamily="34" charset="0"/>
                                    </a:rPr>
                                  </m:ctrlPr>
                                </m:dPr>
                                <m:e>
                                  <m:sSub>
                                    <m:sSubPr>
                                      <m:ctrlPr>
                                        <a:rPr lang="en-IN" sz="2200" i="1">
                                          <a:solidFill>
                                            <a:schemeClr val="bg1"/>
                                          </a:solidFill>
                                          <a:latin typeface="Cambria Math" panose="02040503050406030204" pitchFamily="18" charset="0"/>
                                          <a:cs typeface="Arial" panose="020B0604020202020204" pitchFamily="34" charset="0"/>
                                        </a:rPr>
                                      </m:ctrlPr>
                                    </m:sSubPr>
                                    <m:e>
                                      <m:r>
                                        <m:rPr>
                                          <m:sty m:val="p"/>
                                        </m:rPr>
                                        <a:rPr lang="en-IN" sz="2200" b="0" i="0" smtClean="0">
                                          <a:solidFill>
                                            <a:schemeClr val="bg1"/>
                                          </a:solidFill>
                                          <a:latin typeface="Cambria Math" panose="02040503050406030204" pitchFamily="18" charset="0"/>
                                          <a:cs typeface="Arial" panose="020B0604020202020204" pitchFamily="34" charset="0"/>
                                        </a:rPr>
                                        <m:t>x</m:t>
                                      </m:r>
                                    </m:e>
                                    <m:sub>
                                      <m:r>
                                        <m:rPr>
                                          <m:sty m:val="p"/>
                                        </m:rPr>
                                        <a:rPr lang="en-IN" sz="2200" b="0" i="0" smtClean="0">
                                          <a:solidFill>
                                            <a:schemeClr val="bg1"/>
                                          </a:solidFill>
                                          <a:latin typeface="Cambria Math" panose="02040503050406030204" pitchFamily="18" charset="0"/>
                                          <a:cs typeface="Arial" panose="020B0604020202020204" pitchFamily="34" charset="0"/>
                                        </a:rPr>
                                        <m:t>p</m:t>
                                      </m:r>
                                    </m:sub>
                                  </m:sSub>
                                  <m:r>
                                    <a:rPr lang="en-IN" sz="2200" i="0">
                                      <a:solidFill>
                                        <a:schemeClr val="bg1"/>
                                      </a:solidFill>
                                      <a:latin typeface="Cambria Math" panose="02040503050406030204" pitchFamily="18" charset="0"/>
                                      <a:cs typeface="Arial" panose="020B0604020202020204" pitchFamily="34" charset="0"/>
                                    </a:rPr>
                                    <m:t>−</m:t>
                                  </m:r>
                                  <m:sSub>
                                    <m:sSubPr>
                                      <m:ctrlPr>
                                        <a:rPr lang="en-IN" sz="2200" i="1">
                                          <a:solidFill>
                                            <a:schemeClr val="bg1"/>
                                          </a:solidFill>
                                          <a:latin typeface="Cambria Math" panose="02040503050406030204" pitchFamily="18" charset="0"/>
                                          <a:cs typeface="Arial" panose="020B0604020202020204" pitchFamily="34" charset="0"/>
                                        </a:rPr>
                                      </m:ctrlPr>
                                    </m:sSubPr>
                                    <m:e>
                                      <m:r>
                                        <m:rPr>
                                          <m:sty m:val="p"/>
                                        </m:rPr>
                                        <a:rPr lang="en-IN" sz="2200" b="0" i="0" smtClean="0">
                                          <a:solidFill>
                                            <a:schemeClr val="bg1"/>
                                          </a:solidFill>
                                          <a:latin typeface="Cambria Math" panose="02040503050406030204" pitchFamily="18" charset="0"/>
                                          <a:cs typeface="Arial" panose="020B0604020202020204" pitchFamily="34" charset="0"/>
                                        </a:rPr>
                                        <m:t>q</m:t>
                                      </m:r>
                                    </m:e>
                                    <m:sub>
                                      <m:r>
                                        <m:rPr>
                                          <m:sty m:val="p"/>
                                        </m:rPr>
                                        <a:rPr lang="en-IN" sz="2200" b="0" i="0" smtClean="0">
                                          <a:solidFill>
                                            <a:schemeClr val="bg1"/>
                                          </a:solidFill>
                                          <a:latin typeface="Cambria Math" panose="02040503050406030204" pitchFamily="18" charset="0"/>
                                          <a:cs typeface="Arial" panose="020B0604020202020204" pitchFamily="34" charset="0"/>
                                        </a:rPr>
                                        <m:t>p</m:t>
                                      </m:r>
                                    </m:sub>
                                  </m:sSub>
                                </m:e>
                              </m:d>
                            </m:e>
                            <m:sup>
                              <m:r>
                                <a:rPr lang="en-IN" sz="2200" i="0">
                                  <a:solidFill>
                                    <a:schemeClr val="bg1"/>
                                  </a:solidFill>
                                  <a:latin typeface="Cambria Math" panose="02040503050406030204" pitchFamily="18" charset="0"/>
                                  <a:cs typeface="Arial" panose="020B0604020202020204" pitchFamily="34" charset="0"/>
                                </a:rPr>
                                <m:t>2</m:t>
                              </m:r>
                            </m:sup>
                          </m:sSup>
                        </m:e>
                      </m:rad>
                    </m:oMath>
                  </m:oMathPara>
                </a14:m>
                <a:endParaRPr lang="en-IN" sz="2200" dirty="0">
                  <a:solidFill>
                    <a:schemeClr val="bg1"/>
                  </a:solidFill>
                  <a:latin typeface="Arial" panose="020B0604020202020204" pitchFamily="34" charset="0"/>
                  <a:cs typeface="Arial" panose="020B0604020202020204" pitchFamily="34" charset="0"/>
                </a:endParaRPr>
              </a:p>
              <a:p>
                <a:pPr marL="342900" indent="-34290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Equation is that of a hypersphere centered at some arbitrary point Q, respectively. </a:t>
                </a:r>
              </a:p>
              <a:p>
                <a:pPr marL="342900" indent="-34290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All points on the surface of this </a:t>
                </a:r>
                <a:r>
                  <a:rPr lang="en-US" sz="2200" dirty="0">
                    <a:solidFill>
                      <a:srgbClr val="FF00FF"/>
                    </a:solidFill>
                    <a:latin typeface="Arial" panose="020B0604020202020204" pitchFamily="34" charset="0"/>
                    <a:cs typeface="Arial" panose="020B0604020202020204" pitchFamily="34" charset="0"/>
                  </a:rPr>
                  <a:t>hypersphere</a:t>
                </a:r>
                <a:r>
                  <a:rPr lang="en-US" sz="2200" dirty="0">
                    <a:solidFill>
                      <a:schemeClr val="bg1"/>
                    </a:solidFill>
                    <a:latin typeface="Arial" panose="020B0604020202020204" pitchFamily="34" charset="0"/>
                    <a:cs typeface="Arial" panose="020B0604020202020204" pitchFamily="34" charset="0"/>
                  </a:rPr>
                  <a:t> are equidistance (d) from its center.</a:t>
                </a:r>
                <a:endParaRPr lang="en-IN" sz="2200" dirty="0">
                  <a:solidFill>
                    <a:schemeClr val="bg1"/>
                  </a:solidFill>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31D88AC1-8B78-26EF-23E5-B2D7832C5E94}"/>
                  </a:ext>
                </a:extLst>
              </p:cNvPr>
              <p:cNvSpPr txBox="1">
                <a:spLocks noRot="1" noChangeAspect="1" noMove="1" noResize="1" noEditPoints="1" noAdjustHandles="1" noChangeArrowheads="1" noChangeShapeType="1" noTextEdit="1"/>
              </p:cNvSpPr>
              <p:nvPr/>
            </p:nvSpPr>
            <p:spPr>
              <a:xfrm>
                <a:off x="127484" y="589235"/>
                <a:ext cx="8928415" cy="6210033"/>
              </a:xfrm>
              <a:prstGeom prst="rect">
                <a:avLst/>
              </a:prstGeom>
              <a:blipFill>
                <a:blip r:embed="rId3"/>
                <a:stretch>
                  <a:fillRect l="-751" r="-819"/>
                </a:stretch>
              </a:blipFill>
            </p:spPr>
            <p:txBody>
              <a:bodyPr/>
              <a:lstStyle/>
              <a:p>
                <a:r>
                  <a:rPr lang="en-IN">
                    <a:noFill/>
                  </a:rPr>
                  <a:t> </a:t>
                </a:r>
              </a:p>
            </p:txBody>
          </p:sp>
        </mc:Fallback>
      </mc:AlternateContent>
      <p:pic>
        <p:nvPicPr>
          <p:cNvPr id="5" name="Picture 4"/>
          <p:cNvPicPr>
            <a:picLocks noChangeAspect="1"/>
          </p:cNvPicPr>
          <p:nvPr/>
        </p:nvPicPr>
        <p:blipFill>
          <a:blip r:embed="rId4"/>
          <a:stretch>
            <a:fillRect/>
          </a:stretch>
        </p:blipFill>
        <p:spPr>
          <a:xfrm>
            <a:off x="9445887" y="2235199"/>
            <a:ext cx="2536906" cy="2443493"/>
          </a:xfrm>
          <a:prstGeom prst="rect">
            <a:avLst/>
          </a:prstGeom>
        </p:spPr>
      </p:pic>
      <p:sp>
        <p:nvSpPr>
          <p:cNvPr id="7" name="Rectangle 6"/>
          <p:cNvSpPr/>
          <p:nvPr/>
        </p:nvSpPr>
        <p:spPr>
          <a:xfrm>
            <a:off x="9980806" y="2235199"/>
            <a:ext cx="1467068" cy="369332"/>
          </a:xfrm>
          <a:prstGeom prst="rect">
            <a:avLst/>
          </a:prstGeom>
        </p:spPr>
        <p:txBody>
          <a:bodyPr wrap="none">
            <a:spAutoFit/>
          </a:bodyPr>
          <a:lstStyle/>
          <a:p>
            <a:r>
              <a:rPr lang="en-US" dirty="0">
                <a:solidFill>
                  <a:srgbClr val="FF00FF"/>
                </a:solidFill>
                <a:latin typeface="Arial" panose="020B0604020202020204" pitchFamily="34" charset="0"/>
                <a:cs typeface="Arial" panose="020B0604020202020204" pitchFamily="34" charset="0"/>
              </a:rPr>
              <a:t>hypersphere</a:t>
            </a:r>
            <a:endParaRPr lang="en-IN" dirty="0"/>
          </a:p>
        </p:txBody>
      </p:sp>
      <p:sp>
        <p:nvSpPr>
          <p:cNvPr id="8" name="Rectangle 7"/>
          <p:cNvSpPr/>
          <p:nvPr/>
        </p:nvSpPr>
        <p:spPr>
          <a:xfrm>
            <a:off x="4073839" y="6488668"/>
            <a:ext cx="5372048" cy="369332"/>
          </a:xfrm>
          <a:prstGeom prst="rect">
            <a:avLst/>
          </a:prstGeom>
        </p:spPr>
        <p:txBody>
          <a:bodyPr wrap="none">
            <a:spAutoFit/>
          </a:bodyPr>
          <a:lstStyle/>
          <a:p>
            <a:r>
              <a:rPr lang="en-IN" dirty="0">
                <a:solidFill>
                  <a:schemeClr val="bg1"/>
                </a:solidFill>
                <a:latin typeface="Arial" panose="020B0604020202020204" pitchFamily="34" charset="0"/>
                <a:cs typeface="Arial" panose="020B0604020202020204" pitchFamily="34" charset="0"/>
              </a:rPr>
              <a:t>https://www.youtube.com/watch?v=XFW769hqa1U</a:t>
            </a:r>
          </a:p>
        </p:txBody>
      </p:sp>
    </p:spTree>
    <p:extLst>
      <p:ext uri="{BB962C8B-B14F-4D97-AF65-F5344CB8AC3E}">
        <p14:creationId xmlns:p14="http://schemas.microsoft.com/office/powerpoint/2010/main" val="61416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6F007F7-8F65-AEC4-1E65-474CB65D5F2D}"/>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AA1887EC-A0D0-AEDD-12E9-480229E40F03}"/>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latin typeface="Arial" pitchFamily="34" charset="0"/>
                <a:cs typeface="Arial" pitchFamily="34" charset="0"/>
              </a:rPr>
              <a:t>A. Uncorrelated X</a:t>
            </a:r>
            <a:r>
              <a:rPr lang="en-US" sz="3600" baseline="-25000" dirty="0">
                <a:solidFill>
                  <a:srgbClr val="0070C0"/>
                </a:solidFill>
                <a:latin typeface="Arial" pitchFamily="34" charset="0"/>
                <a:cs typeface="Arial" pitchFamily="34" charset="0"/>
              </a:rPr>
              <a:t>1</a:t>
            </a:r>
            <a:r>
              <a:rPr lang="en-US" sz="3600" dirty="0">
                <a:solidFill>
                  <a:srgbClr val="0070C0"/>
                </a:solidFill>
                <a:latin typeface="Arial" pitchFamily="34" charset="0"/>
                <a:cs typeface="Arial" pitchFamily="34" charset="0"/>
              </a:rPr>
              <a:t> and X</a:t>
            </a:r>
            <a:r>
              <a:rPr lang="en-US" sz="3600" baseline="-25000" dirty="0">
                <a:solidFill>
                  <a:srgbClr val="0070C0"/>
                </a:solidFill>
                <a:latin typeface="Arial" pitchFamily="34" charset="0"/>
                <a:cs typeface="Arial" pitchFamily="34" charset="0"/>
              </a:rPr>
              <a:t>2</a:t>
            </a:r>
            <a:r>
              <a:rPr lang="en-US" sz="3600" dirty="0">
                <a:solidFill>
                  <a:srgbClr val="0070C0"/>
                </a:solidFill>
                <a:latin typeface="Arial" pitchFamily="34" charset="0"/>
                <a:cs typeface="Arial" pitchFamily="34" charset="0"/>
              </a:rPr>
              <a:t> With Equal Variances</a:t>
            </a:r>
            <a:endParaRPr lang="en-IN" sz="3600" baseline="-25000" dirty="0">
              <a:solidFill>
                <a:srgbClr val="0070C0"/>
              </a:solidFill>
              <a:latin typeface="Arial" pitchFamily="34" charset="0"/>
              <a:cs typeface="Arial" pitchFamily="34" charset="0"/>
            </a:endParaRPr>
          </a:p>
        </p:txBody>
      </p:sp>
      <p:sp>
        <p:nvSpPr>
          <p:cNvPr id="6" name="TextBox 5">
            <a:extLst>
              <a:ext uri="{FF2B5EF4-FFF2-40B4-BE49-F238E27FC236}">
                <a16:creationId xmlns:a16="http://schemas.microsoft.com/office/drawing/2014/main" id="{12E3C3A6-7F93-2510-7604-039562FACFB1}"/>
              </a:ext>
            </a:extLst>
          </p:cNvPr>
          <p:cNvSpPr txBox="1"/>
          <p:nvPr/>
        </p:nvSpPr>
        <p:spPr>
          <a:xfrm>
            <a:off x="92701" y="485715"/>
            <a:ext cx="6842938" cy="6555641"/>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100" dirty="0">
                <a:solidFill>
                  <a:schemeClr val="bg1"/>
                </a:solidFill>
                <a:latin typeface="Arial" panose="020B0604020202020204" pitchFamily="34" charset="0"/>
                <a:cs typeface="Arial" panose="020B0604020202020204" pitchFamily="34" charset="0"/>
              </a:rPr>
              <a:t>Let us now consider four applications A, B, C, and D, each characterized with two variables X</a:t>
            </a:r>
            <a:r>
              <a:rPr lang="en-US" sz="2100" baseline="-25000" dirty="0">
                <a:solidFill>
                  <a:schemeClr val="bg1"/>
                </a:solidFill>
                <a:latin typeface="Arial" panose="020B0604020202020204" pitchFamily="34" charset="0"/>
                <a:cs typeface="Arial" panose="020B0604020202020204" pitchFamily="34" charset="0"/>
              </a:rPr>
              <a:t>1</a:t>
            </a:r>
            <a:r>
              <a:rPr lang="en-US" sz="2100" dirty="0">
                <a:solidFill>
                  <a:schemeClr val="bg1"/>
                </a:solidFill>
                <a:latin typeface="Arial" panose="020B0604020202020204" pitchFamily="34" charset="0"/>
                <a:cs typeface="Arial" panose="020B0604020202020204" pitchFamily="34" charset="0"/>
              </a:rPr>
              <a:t> and X</a:t>
            </a:r>
            <a:r>
              <a:rPr lang="en-US" sz="2100" baseline="-25000" dirty="0">
                <a:solidFill>
                  <a:schemeClr val="bg1"/>
                </a:solidFill>
                <a:latin typeface="Arial" panose="020B0604020202020204" pitchFamily="34" charset="0"/>
                <a:cs typeface="Arial" panose="020B0604020202020204" pitchFamily="34" charset="0"/>
              </a:rPr>
              <a:t>2</a:t>
            </a:r>
            <a:r>
              <a:rPr lang="en-US" sz="2100" dirty="0">
                <a:solidFill>
                  <a:schemeClr val="bg1"/>
                </a:solidFill>
                <a:latin typeface="Arial" panose="020B0604020202020204" pitchFamily="34" charset="0"/>
                <a:cs typeface="Arial" panose="020B0604020202020204" pitchFamily="34" charset="0"/>
              </a:rPr>
              <a:t>. </a:t>
            </a:r>
          </a:p>
          <a:p>
            <a:pPr marL="285750" indent="-285750" algn="just">
              <a:lnSpc>
                <a:spcPct val="200000"/>
              </a:lnSpc>
              <a:buClr>
                <a:srgbClr val="0000FF"/>
              </a:buClr>
              <a:buFont typeface="Wingdings" panose="05000000000000000000" pitchFamily="2" charset="2"/>
              <a:buChar char="v"/>
            </a:pPr>
            <a:r>
              <a:rPr lang="en-US" sz="2100" dirty="0">
                <a:solidFill>
                  <a:schemeClr val="bg1"/>
                </a:solidFill>
                <a:latin typeface="Arial" panose="020B0604020202020204" pitchFamily="34" charset="0"/>
                <a:cs typeface="Arial" panose="020B0604020202020204" pitchFamily="34" charset="0"/>
              </a:rPr>
              <a:t>The scatter plots for each of the four applications are shown in this and other slides</a:t>
            </a:r>
          </a:p>
          <a:p>
            <a:pPr marL="285750" indent="-285750" algn="just">
              <a:lnSpc>
                <a:spcPct val="200000"/>
              </a:lnSpc>
              <a:buClr>
                <a:srgbClr val="0000FF"/>
              </a:buClr>
              <a:buFont typeface="Wingdings" panose="05000000000000000000" pitchFamily="2" charset="2"/>
              <a:buChar char="v"/>
            </a:pPr>
            <a:r>
              <a:rPr lang="en-US" sz="2100" dirty="0">
                <a:solidFill>
                  <a:schemeClr val="bg1"/>
                </a:solidFill>
                <a:latin typeface="Arial" panose="020B0604020202020204" pitchFamily="34" charset="0"/>
                <a:cs typeface="Arial" panose="020B0604020202020204" pitchFamily="34" charset="0"/>
              </a:rPr>
              <a:t>Every point on the scatter is a bivariate observation</a:t>
            </a:r>
          </a:p>
          <a:p>
            <a:pPr marL="285750" indent="-285750" algn="just">
              <a:lnSpc>
                <a:spcPct val="200000"/>
              </a:lnSpc>
              <a:buClr>
                <a:srgbClr val="0000FF"/>
              </a:buClr>
              <a:buFont typeface="Wingdings" panose="05000000000000000000" pitchFamily="2" charset="2"/>
              <a:buChar char="v"/>
            </a:pPr>
            <a:r>
              <a:rPr lang="en-US" sz="2100" dirty="0">
                <a:solidFill>
                  <a:schemeClr val="bg1"/>
                </a:solidFill>
                <a:latin typeface="Arial" panose="020B0604020202020204" pitchFamily="34" charset="0"/>
                <a:cs typeface="Arial" panose="020B0604020202020204" pitchFamily="34" charset="0"/>
              </a:rPr>
              <a:t>The data for process A exhibit a circular pattern that is indicative of </a:t>
            </a:r>
            <a:r>
              <a:rPr lang="en-US" sz="2100" dirty="0">
                <a:solidFill>
                  <a:srgbClr val="CC00FF"/>
                </a:solidFill>
                <a:latin typeface="Arial" panose="020B0604020202020204" pitchFamily="34" charset="0"/>
                <a:cs typeface="Arial" panose="020B0604020202020204" pitchFamily="34" charset="0"/>
              </a:rPr>
              <a:t>equal spread (variance)</a:t>
            </a:r>
            <a:r>
              <a:rPr lang="en-US" sz="2100" dirty="0">
                <a:solidFill>
                  <a:srgbClr val="0033CC"/>
                </a:solidFill>
                <a:latin typeface="Arial" panose="020B0604020202020204" pitchFamily="34" charset="0"/>
                <a:cs typeface="Arial" panose="020B0604020202020204" pitchFamily="34" charset="0"/>
              </a:rPr>
              <a:t> </a:t>
            </a:r>
            <a:r>
              <a:rPr lang="en-US" sz="2100" dirty="0">
                <a:solidFill>
                  <a:schemeClr val="bg1"/>
                </a:solidFill>
                <a:latin typeface="Arial" panose="020B0604020202020204" pitchFamily="34" charset="0"/>
                <a:cs typeface="Arial" panose="020B0604020202020204" pitchFamily="34" charset="0"/>
              </a:rPr>
              <a:t>for the two variables X</a:t>
            </a:r>
            <a:r>
              <a:rPr lang="en-US" sz="2100" baseline="-25000" dirty="0">
                <a:solidFill>
                  <a:schemeClr val="bg1"/>
                </a:solidFill>
                <a:latin typeface="Arial" panose="020B0604020202020204" pitchFamily="34" charset="0"/>
                <a:cs typeface="Arial" panose="020B0604020202020204" pitchFamily="34" charset="0"/>
              </a:rPr>
              <a:t>1</a:t>
            </a:r>
            <a:r>
              <a:rPr lang="en-US" sz="2100" dirty="0">
                <a:solidFill>
                  <a:schemeClr val="bg1"/>
                </a:solidFill>
                <a:latin typeface="Arial" panose="020B0604020202020204" pitchFamily="34" charset="0"/>
                <a:cs typeface="Arial" panose="020B0604020202020204" pitchFamily="34" charset="0"/>
              </a:rPr>
              <a:t> and X</a:t>
            </a:r>
            <a:r>
              <a:rPr lang="en-US" sz="2100" baseline="-25000" dirty="0">
                <a:solidFill>
                  <a:schemeClr val="bg1"/>
                </a:solidFill>
                <a:latin typeface="Arial" panose="020B0604020202020204" pitchFamily="34" charset="0"/>
                <a:cs typeface="Arial" panose="020B0604020202020204" pitchFamily="34" charset="0"/>
              </a:rPr>
              <a:t>2</a:t>
            </a:r>
            <a:r>
              <a:rPr lang="en-US" sz="2100" dirty="0">
                <a:solidFill>
                  <a:schemeClr val="bg1"/>
                </a:solidFill>
                <a:latin typeface="Arial" panose="020B0604020202020204" pitchFamily="34" charset="0"/>
                <a:cs typeface="Arial" panose="020B0604020202020204" pitchFamily="34" charset="0"/>
              </a:rPr>
              <a:t>. </a:t>
            </a:r>
          </a:p>
          <a:p>
            <a:pPr marL="285750" indent="-285750" algn="just">
              <a:lnSpc>
                <a:spcPct val="200000"/>
              </a:lnSpc>
              <a:buClr>
                <a:srgbClr val="0000FF"/>
              </a:buClr>
              <a:buFont typeface="Wingdings" panose="05000000000000000000" pitchFamily="2" charset="2"/>
              <a:buChar char="v"/>
            </a:pPr>
            <a:r>
              <a:rPr lang="en-US" sz="2100" dirty="0">
                <a:solidFill>
                  <a:schemeClr val="bg1"/>
                </a:solidFill>
                <a:latin typeface="Arial" panose="020B0604020202020204" pitchFamily="34" charset="0"/>
                <a:cs typeface="Arial" panose="020B0604020202020204" pitchFamily="34" charset="0"/>
              </a:rPr>
              <a:t>In such a case, there is </a:t>
            </a:r>
            <a:r>
              <a:rPr lang="en-US" sz="2100" dirty="0">
                <a:solidFill>
                  <a:srgbClr val="00B050"/>
                </a:solidFill>
                <a:latin typeface="Arial" panose="020B0604020202020204" pitchFamily="34" charset="0"/>
                <a:cs typeface="Arial" panose="020B0604020202020204" pitchFamily="34" charset="0"/>
              </a:rPr>
              <a:t>no correlation </a:t>
            </a:r>
            <a:r>
              <a:rPr lang="en-US" sz="2100" dirty="0">
                <a:solidFill>
                  <a:schemeClr val="bg1"/>
                </a:solidFill>
                <a:latin typeface="Arial" panose="020B0604020202020204" pitchFamily="34" charset="0"/>
                <a:cs typeface="Arial" panose="020B0604020202020204" pitchFamily="34" charset="0"/>
              </a:rPr>
              <a:t>between the two variables X</a:t>
            </a:r>
            <a:r>
              <a:rPr lang="en-US" sz="2100" baseline="-25000" dirty="0">
                <a:solidFill>
                  <a:schemeClr val="bg1"/>
                </a:solidFill>
                <a:latin typeface="Arial" panose="020B0604020202020204" pitchFamily="34" charset="0"/>
                <a:cs typeface="Arial" panose="020B0604020202020204" pitchFamily="34" charset="0"/>
              </a:rPr>
              <a:t>1</a:t>
            </a:r>
            <a:r>
              <a:rPr lang="en-US" sz="2100" dirty="0">
                <a:solidFill>
                  <a:schemeClr val="bg1"/>
                </a:solidFill>
                <a:latin typeface="Arial" panose="020B0604020202020204" pitchFamily="34" charset="0"/>
                <a:cs typeface="Arial" panose="020B0604020202020204" pitchFamily="34" charset="0"/>
              </a:rPr>
              <a:t> and X</a:t>
            </a:r>
            <a:r>
              <a:rPr lang="en-US" sz="2100" baseline="-25000" dirty="0">
                <a:solidFill>
                  <a:schemeClr val="bg1"/>
                </a:solidFill>
                <a:latin typeface="Arial" panose="020B0604020202020204" pitchFamily="34" charset="0"/>
                <a:cs typeface="Arial" panose="020B0604020202020204" pitchFamily="34" charset="0"/>
              </a:rPr>
              <a:t>2</a:t>
            </a:r>
            <a:r>
              <a:rPr lang="en-US" sz="2100" dirty="0">
                <a:solidFill>
                  <a:schemeClr val="bg1"/>
                </a:solidFill>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3" name="TextBox 2"/>
              <p:cNvSpPr txBox="1"/>
              <p:nvPr/>
            </p:nvSpPr>
            <p:spPr>
              <a:xfrm>
                <a:off x="8695426" y="5875352"/>
                <a:ext cx="1759788" cy="615810"/>
              </a:xfrm>
              <a:prstGeom prst="rect">
                <a:avLst/>
              </a:prstGeom>
              <a:noFill/>
            </p:spPr>
            <p:txBody>
              <a:bodyPr wrap="square" lIns="0" tIns="0" rIns="0" bIns="0" rtlCol="0">
                <a:spAutoFit/>
              </a:bodyPr>
              <a:lstStyle/>
              <a:p>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a:t>
                </a:r>
                <a14:m>
                  <m:oMath xmlns:m="http://schemas.openxmlformats.org/officeDocument/2006/math">
                    <m:d>
                      <m:dPr>
                        <m:begChr m:val="["/>
                        <m:endChr m:val="]"/>
                        <m:ctrlPr>
                          <a:rPr lang="en-IN" sz="2400" i="1" smtClean="0">
                            <a:solidFill>
                              <a:schemeClr val="bg1"/>
                            </a:solidFill>
                            <a:latin typeface="Cambria Math" panose="02040503050406030204" pitchFamily="18" charset="0"/>
                          </a:rPr>
                        </m:ctrlPr>
                      </m:dPr>
                      <m:e>
                        <m:m>
                          <m:mPr>
                            <m:mcs>
                              <m:mc>
                                <m:mcPr>
                                  <m:count m:val="2"/>
                                  <m:mcJc m:val="center"/>
                                </m:mcPr>
                              </m:mc>
                            </m:mcs>
                            <m:ctrlPr>
                              <a:rPr lang="en-IN" sz="2400" i="1" smtClean="0">
                                <a:solidFill>
                                  <a:schemeClr val="bg1"/>
                                </a:solidFill>
                                <a:latin typeface="Cambria Math" panose="02040503050406030204" pitchFamily="18" charset="0"/>
                              </a:rPr>
                            </m:ctrlPr>
                          </m:mPr>
                          <m:mr>
                            <m:e>
                              <m:r>
                                <m:rPr>
                                  <m:brk m:alnAt="7"/>
                                </m:rPr>
                                <a:rPr lang="en-IN" sz="2400" b="0" i="1" smtClean="0">
                                  <a:solidFill>
                                    <a:schemeClr val="bg1"/>
                                  </a:solidFill>
                                  <a:latin typeface="Cambria Math" panose="02040503050406030204" pitchFamily="18" charset="0"/>
                                </a:rPr>
                                <m:t>1</m:t>
                              </m:r>
                            </m:e>
                            <m:e>
                              <m:r>
                                <a:rPr lang="en-IN" sz="2400" b="0" i="1" smtClean="0">
                                  <a:solidFill>
                                    <a:schemeClr val="bg1"/>
                                  </a:solidFill>
                                  <a:latin typeface="Cambria Math" panose="02040503050406030204" pitchFamily="18" charset="0"/>
                                </a:rPr>
                                <m:t>0</m:t>
                              </m:r>
                            </m:e>
                          </m:mr>
                          <m:mr>
                            <m:e>
                              <m:r>
                                <a:rPr lang="en-IN" sz="2400" b="0" i="1" smtClean="0">
                                  <a:solidFill>
                                    <a:schemeClr val="bg1"/>
                                  </a:solidFill>
                                  <a:latin typeface="Cambria Math" panose="02040503050406030204" pitchFamily="18" charset="0"/>
                                </a:rPr>
                                <m:t>0</m:t>
                              </m:r>
                            </m:e>
                            <m:e>
                              <m:r>
                                <a:rPr lang="en-IN" sz="2400" b="0" i="1" smtClean="0">
                                  <a:solidFill>
                                    <a:schemeClr val="bg1"/>
                                  </a:solidFill>
                                  <a:latin typeface="Cambria Math" panose="02040503050406030204" pitchFamily="18" charset="0"/>
                                </a:rPr>
                                <m:t>1</m:t>
                              </m:r>
                            </m:e>
                          </m:mr>
                        </m:m>
                      </m:e>
                    </m:d>
                  </m:oMath>
                </a14:m>
                <a:endParaRPr lang="en-IN" sz="2400" dirty="0">
                  <a:solidFill>
                    <a:schemeClr val="bg1"/>
                  </a:solidFill>
                  <a:latin typeface="Arial" panose="020B0604020202020204" pitchFamily="34" charset="0"/>
                  <a:cs typeface="Arial" panose="020B0604020202020204" pitchFamily="34" charset="0"/>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8695426" y="5875352"/>
                <a:ext cx="1759788" cy="615810"/>
              </a:xfrm>
              <a:prstGeom prst="rect">
                <a:avLst/>
              </a:prstGeom>
              <a:blipFill>
                <a:blip r:embed="rId3"/>
                <a:stretch>
                  <a:fillRect l="-10381" b="-8911"/>
                </a:stretch>
              </a:blipFill>
            </p:spPr>
            <p:txBody>
              <a:bodyPr/>
              <a:lstStyle/>
              <a:p>
                <a:r>
                  <a:rPr lang="en-IN">
                    <a:noFill/>
                  </a:rPr>
                  <a:t> </a:t>
                </a:r>
              </a:p>
            </p:txBody>
          </p:sp>
        </mc:Fallback>
      </mc:AlternateContent>
      <p:grpSp>
        <p:nvGrpSpPr>
          <p:cNvPr id="7" name="Group 6"/>
          <p:cNvGrpSpPr/>
          <p:nvPr/>
        </p:nvGrpSpPr>
        <p:grpSpPr>
          <a:xfrm>
            <a:off x="7009402" y="805659"/>
            <a:ext cx="4801083" cy="4853269"/>
            <a:chOff x="7009402" y="805659"/>
            <a:chExt cx="4801083" cy="4853269"/>
          </a:xfrm>
        </p:grpSpPr>
        <p:pic>
          <p:nvPicPr>
            <p:cNvPr id="2" name="Picture 1"/>
            <p:cNvPicPr>
              <a:picLocks noChangeAspect="1"/>
            </p:cNvPicPr>
            <p:nvPr/>
          </p:nvPicPr>
          <p:blipFill>
            <a:blip r:embed="rId4"/>
            <a:stretch>
              <a:fillRect/>
            </a:stretch>
          </p:blipFill>
          <p:spPr>
            <a:xfrm>
              <a:off x="7009402" y="805659"/>
              <a:ext cx="4801083" cy="4853269"/>
            </a:xfrm>
            <a:prstGeom prst="rect">
              <a:avLst/>
            </a:prstGeom>
          </p:spPr>
        </p:pic>
        <p:sp>
          <p:nvSpPr>
            <p:cNvPr id="5" name="Oval 4"/>
            <p:cNvSpPr/>
            <p:nvPr/>
          </p:nvSpPr>
          <p:spPr>
            <a:xfrm>
              <a:off x="7957995" y="1733910"/>
              <a:ext cx="2888055" cy="2964839"/>
            </a:xfrm>
            <a:prstGeom prst="ellipse">
              <a:avLst/>
            </a:prstGeom>
            <a:solidFill>
              <a:srgbClr val="00B0F0">
                <a:alpha val="3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2516517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007F7-8F65-AEC4-1E65-474CB65D5F2D}"/>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AA1887EC-A0D0-AEDD-12E9-480229E40F03}"/>
              </a:ext>
            </a:extLst>
          </p:cNvPr>
          <p:cNvSpPr>
            <a:spLocks noGrp="1"/>
          </p:cNvSpPr>
          <p:nvPr>
            <p:ph type="ctrTitle"/>
          </p:nvPr>
        </p:nvSpPr>
        <p:spPr>
          <a:xfrm>
            <a:off x="92701" y="0"/>
            <a:ext cx="11571136" cy="589235"/>
          </a:xfrm>
        </p:spPr>
        <p:txBody>
          <a:bodyPr>
            <a:normAutofit/>
          </a:bodyPr>
          <a:lstStyle/>
          <a:p>
            <a:pPr algn="ctr"/>
            <a:r>
              <a:rPr lang="en-US" sz="3600" dirty="0">
                <a:solidFill>
                  <a:srgbClr val="0070C0"/>
                </a:solidFill>
                <a:latin typeface="Arial" pitchFamily="34" charset="0"/>
                <a:cs typeface="Arial" pitchFamily="34" charset="0"/>
              </a:rPr>
              <a:t>B. Uncorrelated X</a:t>
            </a:r>
            <a:r>
              <a:rPr lang="en-US" sz="3600" baseline="-25000" dirty="0">
                <a:solidFill>
                  <a:srgbClr val="0070C0"/>
                </a:solidFill>
                <a:latin typeface="Arial" pitchFamily="34" charset="0"/>
                <a:cs typeface="Arial" pitchFamily="34" charset="0"/>
              </a:rPr>
              <a:t>1</a:t>
            </a:r>
            <a:r>
              <a:rPr lang="en-US" sz="3600" dirty="0">
                <a:solidFill>
                  <a:srgbClr val="0070C0"/>
                </a:solidFill>
                <a:latin typeface="Arial" pitchFamily="34" charset="0"/>
                <a:cs typeface="Arial" pitchFamily="34" charset="0"/>
              </a:rPr>
              <a:t> and X</a:t>
            </a:r>
            <a:r>
              <a:rPr lang="en-US" sz="3600" baseline="-25000" dirty="0">
                <a:solidFill>
                  <a:srgbClr val="0070C0"/>
                </a:solidFill>
                <a:latin typeface="Arial" pitchFamily="34" charset="0"/>
                <a:cs typeface="Arial" pitchFamily="34" charset="0"/>
              </a:rPr>
              <a:t>2 </a:t>
            </a:r>
            <a:r>
              <a:rPr lang="en-US" sz="3600" dirty="0">
                <a:solidFill>
                  <a:srgbClr val="0070C0"/>
                </a:solidFill>
                <a:latin typeface="Arial" pitchFamily="34" charset="0"/>
                <a:cs typeface="Arial" pitchFamily="34" charset="0"/>
              </a:rPr>
              <a:t>with Different Variances</a:t>
            </a:r>
            <a:endParaRPr lang="en-IN" sz="3600" baseline="-25000" dirty="0">
              <a:solidFill>
                <a:srgbClr val="0070C0"/>
              </a:solidFill>
              <a:latin typeface="Arial" pitchFamily="34" charset="0"/>
              <a:cs typeface="Arial" pitchFamily="34" charset="0"/>
            </a:endParaRPr>
          </a:p>
        </p:txBody>
      </p:sp>
      <p:sp>
        <p:nvSpPr>
          <p:cNvPr id="6" name="TextBox 5">
            <a:extLst>
              <a:ext uri="{FF2B5EF4-FFF2-40B4-BE49-F238E27FC236}">
                <a16:creationId xmlns:a16="http://schemas.microsoft.com/office/drawing/2014/main" id="{12E3C3A6-7F93-2510-7604-039562FACFB1}"/>
              </a:ext>
            </a:extLst>
          </p:cNvPr>
          <p:cNvSpPr txBox="1"/>
          <p:nvPr/>
        </p:nvSpPr>
        <p:spPr>
          <a:xfrm>
            <a:off x="228166" y="445201"/>
            <a:ext cx="6437419" cy="3671005"/>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The data for process A exhibit an elliptic pattern that is indicative of </a:t>
            </a:r>
            <a:r>
              <a:rPr lang="en-US" sz="2400" dirty="0">
                <a:solidFill>
                  <a:srgbClr val="0033CC"/>
                </a:solidFill>
                <a:latin typeface="Arial" panose="020B0604020202020204" pitchFamily="34" charset="0"/>
                <a:cs typeface="Arial" panose="020B0604020202020204" pitchFamily="34" charset="0"/>
              </a:rPr>
              <a:t>different spread (variance) </a:t>
            </a:r>
            <a:r>
              <a:rPr lang="en-US" sz="2400" dirty="0">
                <a:solidFill>
                  <a:schemeClr val="bg1"/>
                </a:solidFill>
                <a:latin typeface="Arial" panose="020B0604020202020204" pitchFamily="34" charset="0"/>
                <a:cs typeface="Arial" panose="020B0604020202020204" pitchFamily="34" charset="0"/>
              </a:rPr>
              <a:t>for the two variables X</a:t>
            </a:r>
            <a:r>
              <a:rPr lang="en-US" sz="2400" baseline="-25000" dirty="0">
                <a:solidFill>
                  <a:schemeClr val="bg1"/>
                </a:solidFill>
                <a:latin typeface="Arial" panose="020B0604020202020204" pitchFamily="34" charset="0"/>
                <a:cs typeface="Arial" panose="020B0604020202020204" pitchFamily="34" charset="0"/>
              </a:rPr>
              <a:t>1</a:t>
            </a:r>
            <a:r>
              <a:rPr lang="en-US" sz="2400" dirty="0">
                <a:solidFill>
                  <a:schemeClr val="bg1"/>
                </a:solidFill>
                <a:latin typeface="Arial" panose="020B0604020202020204" pitchFamily="34" charset="0"/>
                <a:cs typeface="Arial" panose="020B0604020202020204" pitchFamily="34" charset="0"/>
              </a:rPr>
              <a:t> and X</a:t>
            </a:r>
            <a:r>
              <a:rPr lang="en-US" sz="2400" baseline="-25000" dirty="0">
                <a:solidFill>
                  <a:schemeClr val="bg1"/>
                </a:solidFill>
                <a:latin typeface="Arial" panose="020B0604020202020204" pitchFamily="34" charset="0"/>
                <a:cs typeface="Arial" panose="020B0604020202020204" pitchFamily="34" charset="0"/>
              </a:rPr>
              <a:t>2</a:t>
            </a:r>
            <a:r>
              <a:rPr lang="en-US" sz="2400" dirty="0">
                <a:solidFill>
                  <a:schemeClr val="bg1"/>
                </a:solidFill>
                <a:latin typeface="Arial" panose="020B0604020202020204" pitchFamily="34" charset="0"/>
                <a:cs typeface="Arial" panose="020B0604020202020204" pitchFamily="34" charset="0"/>
              </a:rPr>
              <a:t>. </a:t>
            </a:r>
          </a:p>
          <a:p>
            <a:pPr marL="285750" indent="-28575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However, there is </a:t>
            </a:r>
            <a:r>
              <a:rPr lang="en-US" sz="2400" dirty="0">
                <a:solidFill>
                  <a:srgbClr val="00B050"/>
                </a:solidFill>
                <a:latin typeface="Arial" panose="020B0604020202020204" pitchFamily="34" charset="0"/>
                <a:cs typeface="Arial" panose="020B0604020202020204" pitchFamily="34" charset="0"/>
              </a:rPr>
              <a:t>no correlation </a:t>
            </a:r>
            <a:r>
              <a:rPr lang="en-US" sz="2400" dirty="0">
                <a:solidFill>
                  <a:schemeClr val="bg1"/>
                </a:solidFill>
                <a:latin typeface="Arial" panose="020B0604020202020204" pitchFamily="34" charset="0"/>
                <a:cs typeface="Arial" panose="020B0604020202020204" pitchFamily="34" charset="0"/>
              </a:rPr>
              <a:t>between the two variables X</a:t>
            </a:r>
            <a:r>
              <a:rPr lang="en-US" sz="2400" baseline="-25000" dirty="0">
                <a:solidFill>
                  <a:schemeClr val="bg1"/>
                </a:solidFill>
                <a:latin typeface="Arial" panose="020B0604020202020204" pitchFamily="34" charset="0"/>
                <a:cs typeface="Arial" panose="020B0604020202020204" pitchFamily="34" charset="0"/>
              </a:rPr>
              <a:t>1</a:t>
            </a:r>
            <a:r>
              <a:rPr lang="en-US" sz="2400" dirty="0">
                <a:solidFill>
                  <a:schemeClr val="bg1"/>
                </a:solidFill>
                <a:latin typeface="Arial" panose="020B0604020202020204" pitchFamily="34" charset="0"/>
                <a:cs typeface="Arial" panose="020B0604020202020204" pitchFamily="34" charset="0"/>
              </a:rPr>
              <a:t> and X</a:t>
            </a:r>
            <a:r>
              <a:rPr lang="en-US" sz="2400" baseline="-25000" dirty="0">
                <a:solidFill>
                  <a:schemeClr val="bg1"/>
                </a:solidFill>
                <a:latin typeface="Arial" panose="020B0604020202020204" pitchFamily="34" charset="0"/>
                <a:cs typeface="Arial" panose="020B0604020202020204" pitchFamily="34" charset="0"/>
              </a:rPr>
              <a:t>2</a:t>
            </a:r>
            <a:r>
              <a:rPr lang="en-US" sz="2400" dirty="0">
                <a:solidFill>
                  <a:schemeClr val="bg1"/>
                </a:solidFill>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3" name="TextBox 2"/>
              <p:cNvSpPr txBox="1"/>
              <p:nvPr/>
            </p:nvSpPr>
            <p:spPr>
              <a:xfrm>
                <a:off x="8695426" y="5875352"/>
                <a:ext cx="1759788" cy="615810"/>
              </a:xfrm>
              <a:prstGeom prst="rect">
                <a:avLst/>
              </a:prstGeom>
              <a:noFill/>
            </p:spPr>
            <p:txBody>
              <a:bodyPr wrap="square" lIns="0" tIns="0" rIns="0" bIns="0" rtlCol="0">
                <a:spAutoFit/>
              </a:bodyPr>
              <a:lstStyle/>
              <a:p>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a:t>
                </a:r>
                <a14:m>
                  <m:oMath xmlns:m="http://schemas.openxmlformats.org/officeDocument/2006/math">
                    <m:d>
                      <m:dPr>
                        <m:begChr m:val="["/>
                        <m:endChr m:val="]"/>
                        <m:ctrlPr>
                          <a:rPr lang="en-IN" sz="2400" i="1" smtClean="0">
                            <a:solidFill>
                              <a:schemeClr val="bg1"/>
                            </a:solidFill>
                            <a:latin typeface="Cambria Math" panose="02040503050406030204" pitchFamily="18" charset="0"/>
                          </a:rPr>
                        </m:ctrlPr>
                      </m:dPr>
                      <m:e>
                        <m:m>
                          <m:mPr>
                            <m:mcs>
                              <m:mc>
                                <m:mcPr>
                                  <m:count m:val="2"/>
                                  <m:mcJc m:val="center"/>
                                </m:mcPr>
                              </m:mc>
                            </m:mcs>
                            <m:ctrlPr>
                              <a:rPr lang="en-IN" sz="2400" i="1" smtClean="0">
                                <a:solidFill>
                                  <a:schemeClr val="bg1"/>
                                </a:solidFill>
                                <a:latin typeface="Cambria Math" panose="02040503050406030204" pitchFamily="18" charset="0"/>
                              </a:rPr>
                            </m:ctrlPr>
                          </m:mPr>
                          <m:mr>
                            <m:e>
                              <m:r>
                                <a:rPr lang="en-IN" sz="2400" b="0" i="1" smtClean="0">
                                  <a:solidFill>
                                    <a:schemeClr val="bg1"/>
                                  </a:solidFill>
                                  <a:latin typeface="Cambria Math" panose="02040503050406030204" pitchFamily="18" charset="0"/>
                                </a:rPr>
                                <m:t>3</m:t>
                              </m:r>
                            </m:e>
                            <m:e>
                              <m:r>
                                <a:rPr lang="en-IN" sz="2400" b="0" i="1" smtClean="0">
                                  <a:solidFill>
                                    <a:schemeClr val="bg1"/>
                                  </a:solidFill>
                                  <a:latin typeface="Cambria Math" panose="02040503050406030204" pitchFamily="18" charset="0"/>
                                </a:rPr>
                                <m:t>0</m:t>
                              </m:r>
                            </m:e>
                          </m:mr>
                          <m:mr>
                            <m:e>
                              <m:r>
                                <a:rPr lang="en-IN" sz="2400" b="0" i="1" smtClean="0">
                                  <a:solidFill>
                                    <a:schemeClr val="bg1"/>
                                  </a:solidFill>
                                  <a:latin typeface="Cambria Math" panose="02040503050406030204" pitchFamily="18" charset="0"/>
                                </a:rPr>
                                <m:t>0</m:t>
                              </m:r>
                            </m:e>
                            <m:e>
                              <m:r>
                                <a:rPr lang="en-IN" sz="2400" b="0" i="1" smtClean="0">
                                  <a:solidFill>
                                    <a:schemeClr val="bg1"/>
                                  </a:solidFill>
                                  <a:latin typeface="Cambria Math" panose="02040503050406030204" pitchFamily="18" charset="0"/>
                                </a:rPr>
                                <m:t>1</m:t>
                              </m:r>
                            </m:e>
                          </m:mr>
                        </m:m>
                      </m:e>
                    </m:d>
                  </m:oMath>
                </a14:m>
                <a:endParaRPr lang="en-IN" sz="2400" dirty="0">
                  <a:solidFill>
                    <a:schemeClr val="bg1"/>
                  </a:solidFill>
                  <a:latin typeface="Arial" panose="020B0604020202020204" pitchFamily="34" charset="0"/>
                  <a:cs typeface="Arial" panose="020B0604020202020204" pitchFamily="34" charset="0"/>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8695426" y="5875352"/>
                <a:ext cx="1759788" cy="615810"/>
              </a:xfrm>
              <a:prstGeom prst="rect">
                <a:avLst/>
              </a:prstGeom>
              <a:blipFill>
                <a:blip r:embed="rId3"/>
                <a:stretch>
                  <a:fillRect l="-10381" b="-8911"/>
                </a:stretch>
              </a:blipFill>
            </p:spPr>
            <p:txBody>
              <a:bodyPr/>
              <a:lstStyle/>
              <a:p>
                <a:r>
                  <a:rPr lang="en-IN">
                    <a:noFill/>
                  </a:rPr>
                  <a:t> </a:t>
                </a:r>
              </a:p>
            </p:txBody>
          </p:sp>
        </mc:Fallback>
      </mc:AlternateContent>
      <p:grpSp>
        <p:nvGrpSpPr>
          <p:cNvPr id="7" name="Group 6"/>
          <p:cNvGrpSpPr/>
          <p:nvPr/>
        </p:nvGrpSpPr>
        <p:grpSpPr>
          <a:xfrm>
            <a:off x="7305531" y="917036"/>
            <a:ext cx="4363059" cy="4544059"/>
            <a:chOff x="7305531" y="917036"/>
            <a:chExt cx="4363059" cy="4544059"/>
          </a:xfrm>
        </p:grpSpPr>
        <p:pic>
          <p:nvPicPr>
            <p:cNvPr id="4" name="Picture 3"/>
            <p:cNvPicPr>
              <a:picLocks noChangeAspect="1"/>
            </p:cNvPicPr>
            <p:nvPr/>
          </p:nvPicPr>
          <p:blipFill>
            <a:blip r:embed="rId4"/>
            <a:stretch>
              <a:fillRect/>
            </a:stretch>
          </p:blipFill>
          <p:spPr>
            <a:xfrm>
              <a:off x="7305531" y="917036"/>
              <a:ext cx="4363059" cy="4544059"/>
            </a:xfrm>
            <a:prstGeom prst="rect">
              <a:avLst/>
            </a:prstGeom>
          </p:spPr>
        </p:pic>
        <p:sp>
          <p:nvSpPr>
            <p:cNvPr id="5" name="Oval 4"/>
            <p:cNvSpPr/>
            <p:nvPr/>
          </p:nvSpPr>
          <p:spPr>
            <a:xfrm>
              <a:off x="7876515" y="2562130"/>
              <a:ext cx="3431264" cy="1376127"/>
            </a:xfrm>
            <a:prstGeom prst="ellipse">
              <a:avLst/>
            </a:prstGeom>
            <a:solidFill>
              <a:schemeClr val="accent6">
                <a:lumMod val="75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 name="Group 1">
            <a:extLst>
              <a:ext uri="{FF2B5EF4-FFF2-40B4-BE49-F238E27FC236}">
                <a16:creationId xmlns:a16="http://schemas.microsoft.com/office/drawing/2014/main" id="{6A897B76-16FC-8424-7918-877DE9C2579B}"/>
              </a:ext>
            </a:extLst>
          </p:cNvPr>
          <p:cNvGrpSpPr/>
          <p:nvPr/>
        </p:nvGrpSpPr>
        <p:grpSpPr>
          <a:xfrm>
            <a:off x="4647905" y="3908919"/>
            <a:ext cx="2588664" cy="2822758"/>
            <a:chOff x="7009402" y="805659"/>
            <a:chExt cx="4801083" cy="4853269"/>
          </a:xfrm>
        </p:grpSpPr>
        <p:pic>
          <p:nvPicPr>
            <p:cNvPr id="8" name="Picture 7">
              <a:extLst>
                <a:ext uri="{FF2B5EF4-FFF2-40B4-BE49-F238E27FC236}">
                  <a16:creationId xmlns:a16="http://schemas.microsoft.com/office/drawing/2014/main" id="{0F3DC10D-6747-F838-4E2F-8F5CB7719B63}"/>
                </a:ext>
              </a:extLst>
            </p:cNvPr>
            <p:cNvPicPr>
              <a:picLocks noChangeAspect="1"/>
            </p:cNvPicPr>
            <p:nvPr/>
          </p:nvPicPr>
          <p:blipFill>
            <a:blip r:embed="rId5"/>
            <a:stretch>
              <a:fillRect/>
            </a:stretch>
          </p:blipFill>
          <p:spPr>
            <a:xfrm>
              <a:off x="7009402" y="805659"/>
              <a:ext cx="4801083" cy="4853269"/>
            </a:xfrm>
            <a:prstGeom prst="rect">
              <a:avLst/>
            </a:prstGeom>
          </p:spPr>
        </p:pic>
        <p:sp>
          <p:nvSpPr>
            <p:cNvPr id="9" name="Oval 8">
              <a:extLst>
                <a:ext uri="{FF2B5EF4-FFF2-40B4-BE49-F238E27FC236}">
                  <a16:creationId xmlns:a16="http://schemas.microsoft.com/office/drawing/2014/main" id="{8A231375-DD71-4CA3-B2EF-BD2247FE796A}"/>
                </a:ext>
              </a:extLst>
            </p:cNvPr>
            <p:cNvSpPr/>
            <p:nvPr/>
          </p:nvSpPr>
          <p:spPr>
            <a:xfrm>
              <a:off x="7957995" y="1733910"/>
              <a:ext cx="2888055" cy="2964839"/>
            </a:xfrm>
            <a:prstGeom prst="ellipse">
              <a:avLst/>
            </a:prstGeom>
            <a:solidFill>
              <a:srgbClr val="00B0F0">
                <a:alpha val="3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2345308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007F7-8F65-AEC4-1E65-474CB65D5F2D}"/>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AA1887EC-A0D0-AEDD-12E9-480229E40F03}"/>
              </a:ext>
            </a:extLst>
          </p:cNvPr>
          <p:cNvSpPr>
            <a:spLocks noGrp="1"/>
          </p:cNvSpPr>
          <p:nvPr>
            <p:ph type="ctrTitle"/>
          </p:nvPr>
        </p:nvSpPr>
        <p:spPr>
          <a:xfrm>
            <a:off x="92701" y="0"/>
            <a:ext cx="11571136" cy="589235"/>
          </a:xfrm>
        </p:spPr>
        <p:txBody>
          <a:bodyPr>
            <a:normAutofit fontScale="90000"/>
          </a:bodyPr>
          <a:lstStyle/>
          <a:p>
            <a:pPr algn="ctr"/>
            <a:r>
              <a:rPr lang="en-US" sz="3600" dirty="0">
                <a:solidFill>
                  <a:srgbClr val="0070C0"/>
                </a:solidFill>
                <a:latin typeface="Arial" pitchFamily="34" charset="0"/>
                <a:cs typeface="Arial" pitchFamily="34" charset="0"/>
              </a:rPr>
              <a:t>C. Positively Correlated X</a:t>
            </a:r>
            <a:r>
              <a:rPr lang="en-US" sz="3600" baseline="-25000" dirty="0">
                <a:solidFill>
                  <a:srgbClr val="0070C0"/>
                </a:solidFill>
                <a:latin typeface="Arial" pitchFamily="34" charset="0"/>
                <a:cs typeface="Arial" pitchFamily="34" charset="0"/>
              </a:rPr>
              <a:t>1</a:t>
            </a:r>
            <a:r>
              <a:rPr lang="en-US" sz="3600" dirty="0">
                <a:solidFill>
                  <a:srgbClr val="0070C0"/>
                </a:solidFill>
                <a:latin typeface="Arial" pitchFamily="34" charset="0"/>
                <a:cs typeface="Arial" pitchFamily="34" charset="0"/>
              </a:rPr>
              <a:t> and X</a:t>
            </a:r>
            <a:r>
              <a:rPr lang="en-US" sz="3600" baseline="-25000" dirty="0">
                <a:solidFill>
                  <a:srgbClr val="0070C0"/>
                </a:solidFill>
                <a:latin typeface="Arial" pitchFamily="34" charset="0"/>
                <a:cs typeface="Arial" pitchFamily="34" charset="0"/>
              </a:rPr>
              <a:t>2 </a:t>
            </a:r>
            <a:r>
              <a:rPr lang="en-US" sz="3600" dirty="0">
                <a:solidFill>
                  <a:srgbClr val="0070C0"/>
                </a:solidFill>
                <a:latin typeface="Arial" pitchFamily="34" charset="0"/>
                <a:cs typeface="Arial" pitchFamily="34" charset="0"/>
              </a:rPr>
              <a:t>with Same Variances</a:t>
            </a:r>
            <a:endParaRPr lang="en-IN" sz="3600" baseline="-25000" dirty="0">
              <a:solidFill>
                <a:srgbClr val="0070C0"/>
              </a:solidFill>
              <a:latin typeface="Arial" pitchFamily="34" charset="0"/>
              <a:cs typeface="Arial" pitchFamily="34" charset="0"/>
            </a:endParaRPr>
          </a:p>
        </p:txBody>
      </p:sp>
      <p:sp>
        <p:nvSpPr>
          <p:cNvPr id="6" name="TextBox 5">
            <a:extLst>
              <a:ext uri="{FF2B5EF4-FFF2-40B4-BE49-F238E27FC236}">
                <a16:creationId xmlns:a16="http://schemas.microsoft.com/office/drawing/2014/main" id="{12E3C3A6-7F93-2510-7604-039562FACFB1}"/>
              </a:ext>
            </a:extLst>
          </p:cNvPr>
          <p:cNvSpPr txBox="1"/>
          <p:nvPr/>
        </p:nvSpPr>
        <p:spPr>
          <a:xfrm>
            <a:off x="697116" y="1107245"/>
            <a:ext cx="5821379" cy="3671005"/>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The data for process C exhibit an elliptic pattern with </a:t>
            </a:r>
            <a:r>
              <a:rPr lang="en-US" sz="2400" dirty="0">
                <a:solidFill>
                  <a:srgbClr val="0033CC"/>
                </a:solidFill>
                <a:latin typeface="Arial" panose="020B0604020202020204" pitchFamily="34" charset="0"/>
                <a:cs typeface="Arial" panose="020B0604020202020204" pitchFamily="34" charset="0"/>
              </a:rPr>
              <a:t>equal variance </a:t>
            </a:r>
            <a:r>
              <a:rPr lang="en-US" sz="2400" dirty="0">
                <a:solidFill>
                  <a:schemeClr val="bg1"/>
                </a:solidFill>
                <a:latin typeface="Arial" panose="020B0604020202020204" pitchFamily="34" charset="0"/>
                <a:cs typeface="Arial" panose="020B0604020202020204" pitchFamily="34" charset="0"/>
              </a:rPr>
              <a:t>for the two variables X</a:t>
            </a:r>
            <a:r>
              <a:rPr lang="en-US" sz="2400" baseline="-25000" dirty="0">
                <a:solidFill>
                  <a:schemeClr val="bg1"/>
                </a:solidFill>
                <a:latin typeface="Arial" panose="020B0604020202020204" pitchFamily="34" charset="0"/>
                <a:cs typeface="Arial" panose="020B0604020202020204" pitchFamily="34" charset="0"/>
              </a:rPr>
              <a:t>1</a:t>
            </a:r>
            <a:r>
              <a:rPr lang="en-US" sz="2400" dirty="0">
                <a:solidFill>
                  <a:schemeClr val="bg1"/>
                </a:solidFill>
                <a:latin typeface="Arial" panose="020B0604020202020204" pitchFamily="34" charset="0"/>
                <a:cs typeface="Arial" panose="020B0604020202020204" pitchFamily="34" charset="0"/>
              </a:rPr>
              <a:t> and X</a:t>
            </a:r>
            <a:r>
              <a:rPr lang="en-US" sz="2400" baseline="-25000" dirty="0">
                <a:solidFill>
                  <a:schemeClr val="bg1"/>
                </a:solidFill>
                <a:latin typeface="Arial" panose="020B0604020202020204" pitchFamily="34" charset="0"/>
                <a:cs typeface="Arial" panose="020B0604020202020204" pitchFamily="34" charset="0"/>
              </a:rPr>
              <a:t>2</a:t>
            </a:r>
            <a:r>
              <a:rPr lang="en-US" sz="2400" dirty="0">
                <a:solidFill>
                  <a:schemeClr val="bg1"/>
                </a:solidFill>
                <a:latin typeface="Arial" panose="020B0604020202020204" pitchFamily="34" charset="0"/>
                <a:cs typeface="Arial" panose="020B0604020202020204" pitchFamily="34" charset="0"/>
              </a:rPr>
              <a:t>. </a:t>
            </a:r>
          </a:p>
          <a:p>
            <a:pPr marL="285750" indent="-28575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However, there is </a:t>
            </a:r>
            <a:r>
              <a:rPr lang="en-US" sz="2400" dirty="0">
                <a:solidFill>
                  <a:srgbClr val="00B050"/>
                </a:solidFill>
                <a:latin typeface="Arial" panose="020B0604020202020204" pitchFamily="34" charset="0"/>
                <a:cs typeface="Arial" panose="020B0604020202020204" pitchFamily="34" charset="0"/>
              </a:rPr>
              <a:t>a positive correlation </a:t>
            </a:r>
            <a:r>
              <a:rPr lang="en-US" sz="2400" dirty="0">
                <a:solidFill>
                  <a:schemeClr val="bg1"/>
                </a:solidFill>
                <a:latin typeface="Arial" panose="020B0604020202020204" pitchFamily="34" charset="0"/>
                <a:cs typeface="Arial" panose="020B0604020202020204" pitchFamily="34" charset="0"/>
              </a:rPr>
              <a:t>between the two variables X</a:t>
            </a:r>
            <a:r>
              <a:rPr lang="en-US" sz="2400" baseline="-25000" dirty="0">
                <a:solidFill>
                  <a:schemeClr val="bg1"/>
                </a:solidFill>
                <a:latin typeface="Arial" panose="020B0604020202020204" pitchFamily="34" charset="0"/>
                <a:cs typeface="Arial" panose="020B0604020202020204" pitchFamily="34" charset="0"/>
              </a:rPr>
              <a:t>1</a:t>
            </a:r>
            <a:r>
              <a:rPr lang="en-US" sz="2400" dirty="0">
                <a:solidFill>
                  <a:schemeClr val="bg1"/>
                </a:solidFill>
                <a:latin typeface="Arial" panose="020B0604020202020204" pitchFamily="34" charset="0"/>
                <a:cs typeface="Arial" panose="020B0604020202020204" pitchFamily="34" charset="0"/>
              </a:rPr>
              <a:t> and X</a:t>
            </a:r>
            <a:r>
              <a:rPr lang="en-US" sz="2400" baseline="-25000" dirty="0">
                <a:solidFill>
                  <a:schemeClr val="bg1"/>
                </a:solidFill>
                <a:latin typeface="Arial" panose="020B0604020202020204" pitchFamily="34" charset="0"/>
                <a:cs typeface="Arial" panose="020B0604020202020204" pitchFamily="34" charset="0"/>
              </a:rPr>
              <a:t>2</a:t>
            </a:r>
            <a:r>
              <a:rPr lang="en-US" sz="2400" dirty="0">
                <a:solidFill>
                  <a:schemeClr val="bg1"/>
                </a:solidFill>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3" name="TextBox 2"/>
              <p:cNvSpPr txBox="1"/>
              <p:nvPr/>
            </p:nvSpPr>
            <p:spPr>
              <a:xfrm>
                <a:off x="8502513" y="6023944"/>
                <a:ext cx="1759788" cy="623312"/>
              </a:xfrm>
              <a:prstGeom prst="rect">
                <a:avLst/>
              </a:prstGeom>
              <a:noFill/>
            </p:spPr>
            <p:txBody>
              <a:bodyPr wrap="square" lIns="0" tIns="0" rIns="0" bIns="0" rtlCol="0">
                <a:spAutoFit/>
              </a:bodyPr>
              <a:lstStyle/>
              <a:p>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a:t>
                </a:r>
                <a14:m>
                  <m:oMath xmlns:m="http://schemas.openxmlformats.org/officeDocument/2006/math">
                    <m:d>
                      <m:dPr>
                        <m:begChr m:val="["/>
                        <m:endChr m:val="]"/>
                        <m:ctrlPr>
                          <a:rPr lang="en-IN" sz="2400" i="1" smtClean="0">
                            <a:solidFill>
                              <a:schemeClr val="bg1"/>
                            </a:solidFill>
                            <a:latin typeface="Cambria Math" panose="02040503050406030204" pitchFamily="18" charset="0"/>
                          </a:rPr>
                        </m:ctrlPr>
                      </m:dPr>
                      <m:e>
                        <m:m>
                          <m:mPr>
                            <m:mcs>
                              <m:mc>
                                <m:mcPr>
                                  <m:count m:val="2"/>
                                  <m:mcJc m:val="center"/>
                                </m:mcPr>
                              </m:mc>
                            </m:mcs>
                            <m:ctrlPr>
                              <a:rPr lang="en-IN" sz="2400" i="1" smtClean="0">
                                <a:solidFill>
                                  <a:schemeClr val="bg1"/>
                                </a:solidFill>
                                <a:latin typeface="Cambria Math" panose="02040503050406030204" pitchFamily="18" charset="0"/>
                              </a:rPr>
                            </m:ctrlPr>
                          </m:mPr>
                          <m:mr>
                            <m:e>
                              <m:r>
                                <a:rPr lang="en-IN" sz="2400" b="0" i="1" smtClean="0">
                                  <a:solidFill>
                                    <a:schemeClr val="bg1"/>
                                  </a:solidFill>
                                  <a:latin typeface="Cambria Math" panose="02040503050406030204" pitchFamily="18" charset="0"/>
                                </a:rPr>
                                <m:t>1.5</m:t>
                              </m:r>
                            </m:e>
                            <m:e>
                              <m:r>
                                <a:rPr lang="en-IN" sz="2400" b="0" i="1" smtClean="0">
                                  <a:solidFill>
                                    <a:schemeClr val="bg1"/>
                                  </a:solidFill>
                                  <a:latin typeface="Cambria Math" panose="02040503050406030204" pitchFamily="18" charset="0"/>
                                </a:rPr>
                                <m:t>1</m:t>
                              </m:r>
                            </m:e>
                          </m:mr>
                          <m:mr>
                            <m:e>
                              <m:r>
                                <a:rPr lang="en-IN" sz="2400" b="0" i="1" smtClean="0">
                                  <a:solidFill>
                                    <a:schemeClr val="bg1"/>
                                  </a:solidFill>
                                  <a:latin typeface="Cambria Math" panose="02040503050406030204" pitchFamily="18" charset="0"/>
                                </a:rPr>
                                <m:t>1</m:t>
                              </m:r>
                            </m:e>
                            <m:e>
                              <m:r>
                                <a:rPr lang="en-IN" sz="2400" b="0" i="1" smtClean="0">
                                  <a:solidFill>
                                    <a:schemeClr val="bg1"/>
                                  </a:solidFill>
                                  <a:latin typeface="Cambria Math" panose="02040503050406030204" pitchFamily="18" charset="0"/>
                                </a:rPr>
                                <m:t>1.5</m:t>
                              </m:r>
                            </m:e>
                          </m:mr>
                        </m:m>
                      </m:e>
                    </m:d>
                  </m:oMath>
                </a14:m>
                <a:endParaRPr lang="en-IN" sz="2400" dirty="0">
                  <a:solidFill>
                    <a:schemeClr val="bg1"/>
                  </a:solidFill>
                  <a:latin typeface="Arial" panose="020B0604020202020204" pitchFamily="34" charset="0"/>
                  <a:cs typeface="Arial" panose="020B0604020202020204" pitchFamily="34" charset="0"/>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8502513" y="6023944"/>
                <a:ext cx="1759788" cy="623312"/>
              </a:xfrm>
              <a:prstGeom prst="rect">
                <a:avLst/>
              </a:prstGeom>
              <a:blipFill>
                <a:blip r:embed="rId3"/>
                <a:stretch>
                  <a:fillRect l="-10764" b="-9804"/>
                </a:stretch>
              </a:blipFill>
            </p:spPr>
            <p:txBody>
              <a:bodyPr/>
              <a:lstStyle/>
              <a:p>
                <a:r>
                  <a:rPr lang="en-IN">
                    <a:noFill/>
                  </a:rPr>
                  <a:t> </a:t>
                </a:r>
              </a:p>
            </p:txBody>
          </p:sp>
        </mc:Fallback>
      </mc:AlternateContent>
      <p:grpSp>
        <p:nvGrpSpPr>
          <p:cNvPr id="8" name="Group 7"/>
          <p:cNvGrpSpPr/>
          <p:nvPr/>
        </p:nvGrpSpPr>
        <p:grpSpPr>
          <a:xfrm>
            <a:off x="6881746" y="589235"/>
            <a:ext cx="5001323" cy="5353797"/>
            <a:chOff x="6881746" y="589235"/>
            <a:chExt cx="5001323" cy="5353797"/>
          </a:xfrm>
        </p:grpSpPr>
        <p:pic>
          <p:nvPicPr>
            <p:cNvPr id="2" name="Picture 1"/>
            <p:cNvPicPr>
              <a:picLocks noChangeAspect="1"/>
            </p:cNvPicPr>
            <p:nvPr/>
          </p:nvPicPr>
          <p:blipFill>
            <a:blip r:embed="rId4"/>
            <a:stretch>
              <a:fillRect/>
            </a:stretch>
          </p:blipFill>
          <p:spPr>
            <a:xfrm>
              <a:off x="6881746" y="589235"/>
              <a:ext cx="5001323" cy="5353797"/>
            </a:xfrm>
            <a:prstGeom prst="rect">
              <a:avLst/>
            </a:prstGeom>
          </p:spPr>
        </p:pic>
        <p:sp>
          <p:nvSpPr>
            <p:cNvPr id="7" name="Oval 6"/>
            <p:cNvSpPr/>
            <p:nvPr/>
          </p:nvSpPr>
          <p:spPr>
            <a:xfrm rot="18968559">
              <a:off x="7673484" y="2703974"/>
              <a:ext cx="3777569" cy="1330859"/>
            </a:xfrm>
            <a:prstGeom prst="ellipse">
              <a:avLst/>
            </a:prstGeom>
            <a:solidFill>
              <a:srgbClr val="00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1786740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007F7-8F65-AEC4-1E65-474CB65D5F2D}"/>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AA1887EC-A0D0-AEDD-12E9-480229E40F03}"/>
              </a:ext>
            </a:extLst>
          </p:cNvPr>
          <p:cNvSpPr>
            <a:spLocks noGrp="1"/>
          </p:cNvSpPr>
          <p:nvPr>
            <p:ph type="ctrTitle"/>
          </p:nvPr>
        </p:nvSpPr>
        <p:spPr>
          <a:xfrm>
            <a:off x="92701" y="0"/>
            <a:ext cx="11571136" cy="589235"/>
          </a:xfrm>
        </p:spPr>
        <p:txBody>
          <a:bodyPr>
            <a:normAutofit fontScale="90000"/>
          </a:bodyPr>
          <a:lstStyle/>
          <a:p>
            <a:pPr algn="ctr"/>
            <a:r>
              <a:rPr lang="en-US" sz="3600" dirty="0">
                <a:solidFill>
                  <a:srgbClr val="0070C0"/>
                </a:solidFill>
                <a:latin typeface="Arial" pitchFamily="34" charset="0"/>
                <a:cs typeface="Arial" pitchFamily="34" charset="0"/>
              </a:rPr>
              <a:t>C. Negatively Correlated X</a:t>
            </a:r>
            <a:r>
              <a:rPr lang="en-US" sz="3600" baseline="-25000" dirty="0">
                <a:solidFill>
                  <a:srgbClr val="0070C0"/>
                </a:solidFill>
                <a:latin typeface="Arial" pitchFamily="34" charset="0"/>
                <a:cs typeface="Arial" pitchFamily="34" charset="0"/>
              </a:rPr>
              <a:t>1</a:t>
            </a:r>
            <a:r>
              <a:rPr lang="en-US" sz="3600" dirty="0">
                <a:solidFill>
                  <a:srgbClr val="0070C0"/>
                </a:solidFill>
                <a:latin typeface="Arial" pitchFamily="34" charset="0"/>
                <a:cs typeface="Arial" pitchFamily="34" charset="0"/>
              </a:rPr>
              <a:t> and X</a:t>
            </a:r>
            <a:r>
              <a:rPr lang="en-US" sz="3600" baseline="-25000" dirty="0">
                <a:solidFill>
                  <a:srgbClr val="0070C0"/>
                </a:solidFill>
                <a:latin typeface="Arial" pitchFamily="34" charset="0"/>
                <a:cs typeface="Arial" pitchFamily="34" charset="0"/>
              </a:rPr>
              <a:t>2 </a:t>
            </a:r>
            <a:r>
              <a:rPr lang="en-US" sz="3600" dirty="0">
                <a:solidFill>
                  <a:srgbClr val="0070C0"/>
                </a:solidFill>
                <a:latin typeface="Arial" pitchFamily="34" charset="0"/>
                <a:cs typeface="Arial" pitchFamily="34" charset="0"/>
              </a:rPr>
              <a:t>with Same Variances</a:t>
            </a:r>
            <a:endParaRPr lang="en-IN" sz="3600" baseline="-25000" dirty="0">
              <a:solidFill>
                <a:srgbClr val="0070C0"/>
              </a:solidFill>
              <a:latin typeface="Arial" pitchFamily="34" charset="0"/>
              <a:cs typeface="Arial" pitchFamily="34" charset="0"/>
            </a:endParaRPr>
          </a:p>
        </p:txBody>
      </p:sp>
      <p:sp>
        <p:nvSpPr>
          <p:cNvPr id="6" name="TextBox 5">
            <a:extLst>
              <a:ext uri="{FF2B5EF4-FFF2-40B4-BE49-F238E27FC236}">
                <a16:creationId xmlns:a16="http://schemas.microsoft.com/office/drawing/2014/main" id="{12E3C3A6-7F93-2510-7604-039562FACFB1}"/>
              </a:ext>
            </a:extLst>
          </p:cNvPr>
          <p:cNvSpPr txBox="1"/>
          <p:nvPr/>
        </p:nvSpPr>
        <p:spPr>
          <a:xfrm>
            <a:off x="697116" y="1107245"/>
            <a:ext cx="5821379" cy="4409669"/>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The data for process C exhibit an elliptic pattern with </a:t>
            </a:r>
            <a:r>
              <a:rPr lang="en-US" sz="2400" dirty="0">
                <a:solidFill>
                  <a:srgbClr val="0033CC"/>
                </a:solidFill>
                <a:latin typeface="Arial" panose="020B0604020202020204" pitchFamily="34" charset="0"/>
                <a:cs typeface="Arial" panose="020B0604020202020204" pitchFamily="34" charset="0"/>
              </a:rPr>
              <a:t>equal variances </a:t>
            </a:r>
            <a:r>
              <a:rPr lang="en-US" sz="2400" dirty="0">
                <a:solidFill>
                  <a:schemeClr val="bg1"/>
                </a:solidFill>
                <a:latin typeface="Arial" panose="020B0604020202020204" pitchFamily="34" charset="0"/>
                <a:cs typeface="Arial" panose="020B0604020202020204" pitchFamily="34" charset="0"/>
              </a:rPr>
              <a:t>for the two variables X</a:t>
            </a:r>
            <a:r>
              <a:rPr lang="en-US" sz="2400" baseline="-25000" dirty="0">
                <a:solidFill>
                  <a:schemeClr val="bg1"/>
                </a:solidFill>
                <a:latin typeface="Arial" panose="020B0604020202020204" pitchFamily="34" charset="0"/>
                <a:cs typeface="Arial" panose="020B0604020202020204" pitchFamily="34" charset="0"/>
              </a:rPr>
              <a:t>1</a:t>
            </a:r>
            <a:r>
              <a:rPr lang="en-US" sz="2400" dirty="0">
                <a:solidFill>
                  <a:schemeClr val="bg1"/>
                </a:solidFill>
                <a:latin typeface="Arial" panose="020B0604020202020204" pitchFamily="34" charset="0"/>
                <a:cs typeface="Arial" panose="020B0604020202020204" pitchFamily="34" charset="0"/>
              </a:rPr>
              <a:t> and X</a:t>
            </a:r>
            <a:r>
              <a:rPr lang="en-US" sz="2400" baseline="-25000" dirty="0">
                <a:solidFill>
                  <a:schemeClr val="bg1"/>
                </a:solidFill>
                <a:latin typeface="Arial" panose="020B0604020202020204" pitchFamily="34" charset="0"/>
                <a:cs typeface="Arial" panose="020B0604020202020204" pitchFamily="34" charset="0"/>
              </a:rPr>
              <a:t>2</a:t>
            </a:r>
            <a:r>
              <a:rPr lang="en-US" sz="2400" dirty="0">
                <a:solidFill>
                  <a:schemeClr val="bg1"/>
                </a:solidFill>
                <a:latin typeface="Arial" panose="020B0604020202020204" pitchFamily="34" charset="0"/>
                <a:cs typeface="Arial" panose="020B0604020202020204" pitchFamily="34" charset="0"/>
              </a:rPr>
              <a:t>. </a:t>
            </a:r>
          </a:p>
          <a:p>
            <a:pPr marL="285750" indent="-28575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However, there is </a:t>
            </a:r>
            <a:r>
              <a:rPr lang="en-US" sz="2400" dirty="0">
                <a:solidFill>
                  <a:srgbClr val="FF0000"/>
                </a:solidFill>
                <a:latin typeface="Arial" panose="020B0604020202020204" pitchFamily="34" charset="0"/>
                <a:cs typeface="Arial" panose="020B0604020202020204" pitchFamily="34" charset="0"/>
              </a:rPr>
              <a:t>a negative correlation</a:t>
            </a:r>
            <a:r>
              <a:rPr lang="en-US" sz="2400" dirty="0">
                <a:solidFill>
                  <a:srgbClr val="00B050"/>
                </a:solidFill>
                <a:latin typeface="Arial" panose="020B0604020202020204" pitchFamily="34" charset="0"/>
                <a:cs typeface="Arial" panose="020B0604020202020204" pitchFamily="34" charset="0"/>
              </a:rPr>
              <a:t> </a:t>
            </a:r>
            <a:r>
              <a:rPr lang="en-US" sz="2400" dirty="0">
                <a:solidFill>
                  <a:schemeClr val="bg1"/>
                </a:solidFill>
                <a:latin typeface="Arial" panose="020B0604020202020204" pitchFamily="34" charset="0"/>
                <a:cs typeface="Arial" panose="020B0604020202020204" pitchFamily="34" charset="0"/>
              </a:rPr>
              <a:t>between the two variables X</a:t>
            </a:r>
            <a:r>
              <a:rPr lang="en-US" sz="2400" baseline="-25000" dirty="0">
                <a:solidFill>
                  <a:schemeClr val="bg1"/>
                </a:solidFill>
                <a:latin typeface="Arial" panose="020B0604020202020204" pitchFamily="34" charset="0"/>
                <a:cs typeface="Arial" panose="020B0604020202020204" pitchFamily="34" charset="0"/>
              </a:rPr>
              <a:t>1</a:t>
            </a:r>
            <a:r>
              <a:rPr lang="en-US" sz="2400" dirty="0">
                <a:solidFill>
                  <a:schemeClr val="bg1"/>
                </a:solidFill>
                <a:latin typeface="Arial" panose="020B0604020202020204" pitchFamily="34" charset="0"/>
                <a:cs typeface="Arial" panose="020B0604020202020204" pitchFamily="34" charset="0"/>
              </a:rPr>
              <a:t> and X</a:t>
            </a:r>
            <a:r>
              <a:rPr lang="en-US" sz="2400" baseline="-25000" dirty="0">
                <a:solidFill>
                  <a:schemeClr val="bg1"/>
                </a:solidFill>
                <a:latin typeface="Arial" panose="020B0604020202020204" pitchFamily="34" charset="0"/>
                <a:cs typeface="Arial" panose="020B0604020202020204" pitchFamily="34" charset="0"/>
              </a:rPr>
              <a:t>2</a:t>
            </a:r>
            <a:r>
              <a:rPr lang="en-US" sz="2400" dirty="0">
                <a:solidFill>
                  <a:schemeClr val="bg1"/>
                </a:solidFill>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3" name="TextBox 2"/>
              <p:cNvSpPr txBox="1"/>
              <p:nvPr/>
            </p:nvSpPr>
            <p:spPr>
              <a:xfrm>
                <a:off x="8695425" y="6188470"/>
                <a:ext cx="1759788" cy="623312"/>
              </a:xfrm>
              <a:prstGeom prst="rect">
                <a:avLst/>
              </a:prstGeom>
              <a:noFill/>
            </p:spPr>
            <p:txBody>
              <a:bodyPr wrap="square" lIns="0" tIns="0" rIns="0" bIns="0" rtlCol="0">
                <a:spAutoFit/>
              </a:bodyPr>
              <a:lstStyle/>
              <a:p>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a:t>
                </a:r>
                <a14:m>
                  <m:oMath xmlns:m="http://schemas.openxmlformats.org/officeDocument/2006/math">
                    <m:d>
                      <m:dPr>
                        <m:begChr m:val="["/>
                        <m:endChr m:val="]"/>
                        <m:ctrlPr>
                          <a:rPr lang="en-IN" sz="2400" i="1" smtClean="0">
                            <a:solidFill>
                              <a:schemeClr val="bg1"/>
                            </a:solidFill>
                            <a:latin typeface="Cambria Math" panose="02040503050406030204" pitchFamily="18" charset="0"/>
                          </a:rPr>
                        </m:ctrlPr>
                      </m:dPr>
                      <m:e>
                        <m:m>
                          <m:mPr>
                            <m:mcs>
                              <m:mc>
                                <m:mcPr>
                                  <m:count m:val="2"/>
                                  <m:mcJc m:val="center"/>
                                </m:mcPr>
                              </m:mc>
                            </m:mcs>
                            <m:ctrlPr>
                              <a:rPr lang="en-IN" sz="2400" i="1" smtClean="0">
                                <a:solidFill>
                                  <a:schemeClr val="bg1"/>
                                </a:solidFill>
                                <a:latin typeface="Cambria Math" panose="02040503050406030204" pitchFamily="18" charset="0"/>
                              </a:rPr>
                            </m:ctrlPr>
                          </m:mPr>
                          <m:mr>
                            <m:e>
                              <m:r>
                                <a:rPr lang="en-IN" sz="2400" b="0" i="1" smtClean="0">
                                  <a:solidFill>
                                    <a:schemeClr val="bg1"/>
                                  </a:solidFill>
                                  <a:latin typeface="Cambria Math" panose="02040503050406030204" pitchFamily="18" charset="0"/>
                                </a:rPr>
                                <m:t>1.5</m:t>
                              </m:r>
                            </m:e>
                            <m:e>
                              <m:r>
                                <a:rPr lang="en-IN" sz="2400" b="0" i="1" smtClean="0">
                                  <a:solidFill>
                                    <a:schemeClr val="bg1"/>
                                  </a:solidFill>
                                  <a:latin typeface="Cambria Math" panose="02040503050406030204" pitchFamily="18" charset="0"/>
                                </a:rPr>
                                <m:t>−1</m:t>
                              </m:r>
                            </m:e>
                          </m:mr>
                          <m:mr>
                            <m:e>
                              <m:r>
                                <a:rPr lang="en-IN" sz="2400" b="0" i="1" smtClean="0">
                                  <a:solidFill>
                                    <a:schemeClr val="bg1"/>
                                  </a:solidFill>
                                  <a:latin typeface="Cambria Math" panose="02040503050406030204" pitchFamily="18" charset="0"/>
                                </a:rPr>
                                <m:t>−1</m:t>
                              </m:r>
                            </m:e>
                            <m:e>
                              <m:r>
                                <a:rPr lang="en-IN" sz="2400" b="0" i="1" smtClean="0">
                                  <a:solidFill>
                                    <a:schemeClr val="bg1"/>
                                  </a:solidFill>
                                  <a:latin typeface="Cambria Math" panose="02040503050406030204" pitchFamily="18" charset="0"/>
                                </a:rPr>
                                <m:t>1.5</m:t>
                              </m:r>
                            </m:e>
                          </m:mr>
                        </m:m>
                      </m:e>
                    </m:d>
                  </m:oMath>
                </a14:m>
                <a:endParaRPr lang="en-IN" sz="2400" dirty="0">
                  <a:solidFill>
                    <a:schemeClr val="bg1"/>
                  </a:solidFill>
                  <a:latin typeface="Arial" panose="020B0604020202020204" pitchFamily="34" charset="0"/>
                  <a:cs typeface="Arial" panose="020B0604020202020204" pitchFamily="34" charset="0"/>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8695425" y="6188470"/>
                <a:ext cx="1759788" cy="623312"/>
              </a:xfrm>
              <a:prstGeom prst="rect">
                <a:avLst/>
              </a:prstGeom>
              <a:blipFill>
                <a:blip r:embed="rId3"/>
                <a:stretch>
                  <a:fillRect l="-10381" b="-9804"/>
                </a:stretch>
              </a:blipFill>
            </p:spPr>
            <p:txBody>
              <a:bodyPr/>
              <a:lstStyle/>
              <a:p>
                <a:r>
                  <a:rPr lang="en-IN">
                    <a:noFill/>
                  </a:rPr>
                  <a:t> </a:t>
                </a:r>
              </a:p>
            </p:txBody>
          </p:sp>
        </mc:Fallback>
      </mc:AlternateContent>
      <p:pic>
        <p:nvPicPr>
          <p:cNvPr id="4" name="Picture 3"/>
          <p:cNvPicPr>
            <a:picLocks noChangeAspect="1"/>
          </p:cNvPicPr>
          <p:nvPr/>
        </p:nvPicPr>
        <p:blipFill>
          <a:blip r:embed="rId4"/>
          <a:stretch>
            <a:fillRect/>
          </a:stretch>
        </p:blipFill>
        <p:spPr>
          <a:xfrm>
            <a:off x="6819318" y="644316"/>
            <a:ext cx="4963218" cy="5344271"/>
          </a:xfrm>
          <a:prstGeom prst="rect">
            <a:avLst/>
          </a:prstGeom>
        </p:spPr>
      </p:pic>
      <p:sp>
        <p:nvSpPr>
          <p:cNvPr id="5" name="Oval 4"/>
          <p:cNvSpPr/>
          <p:nvPr/>
        </p:nvSpPr>
        <p:spPr>
          <a:xfrm rot="2496759">
            <a:off x="7405733" y="2525025"/>
            <a:ext cx="3989562" cy="1711105"/>
          </a:xfrm>
          <a:prstGeom prst="ellipse">
            <a:avLst/>
          </a:prstGeom>
          <a:solidFill>
            <a:srgbClr val="00B050">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40681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007F7-8F65-AEC4-1E65-474CB65D5F2D}"/>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AA1887EC-A0D0-AEDD-12E9-480229E40F03}"/>
              </a:ext>
            </a:extLst>
          </p:cNvPr>
          <p:cNvSpPr>
            <a:spLocks noGrp="1"/>
          </p:cNvSpPr>
          <p:nvPr>
            <p:ph type="ctrTitle"/>
          </p:nvPr>
        </p:nvSpPr>
        <p:spPr>
          <a:xfrm>
            <a:off x="92701" y="0"/>
            <a:ext cx="11571136" cy="624689"/>
          </a:xfrm>
        </p:spPr>
        <p:txBody>
          <a:bodyPr>
            <a:normAutofit fontScale="90000"/>
          </a:bodyPr>
          <a:lstStyle/>
          <a:p>
            <a:pPr algn="ctr"/>
            <a:r>
              <a:rPr lang="en-US" sz="3600" dirty="0">
                <a:solidFill>
                  <a:srgbClr val="0070C0"/>
                </a:solidFill>
                <a:latin typeface="Arial" pitchFamily="34" charset="0"/>
                <a:cs typeface="Arial" pitchFamily="34" charset="0"/>
              </a:rPr>
              <a:t>D. Negatively Correlated X</a:t>
            </a:r>
            <a:r>
              <a:rPr lang="en-US" sz="3600" baseline="-25000" dirty="0">
                <a:solidFill>
                  <a:srgbClr val="0070C0"/>
                </a:solidFill>
                <a:latin typeface="Arial" pitchFamily="34" charset="0"/>
                <a:cs typeface="Arial" pitchFamily="34" charset="0"/>
              </a:rPr>
              <a:t>1</a:t>
            </a:r>
            <a:r>
              <a:rPr lang="en-US" sz="3600" dirty="0">
                <a:solidFill>
                  <a:srgbClr val="0070C0"/>
                </a:solidFill>
                <a:latin typeface="Arial" pitchFamily="34" charset="0"/>
                <a:cs typeface="Arial" pitchFamily="34" charset="0"/>
              </a:rPr>
              <a:t> and X</a:t>
            </a:r>
            <a:r>
              <a:rPr lang="en-US" sz="3600" baseline="-25000" dirty="0">
                <a:solidFill>
                  <a:srgbClr val="0070C0"/>
                </a:solidFill>
                <a:latin typeface="Arial" pitchFamily="34" charset="0"/>
                <a:cs typeface="Arial" pitchFamily="34" charset="0"/>
              </a:rPr>
              <a:t>2 </a:t>
            </a:r>
            <a:r>
              <a:rPr lang="en-US" sz="3600" dirty="0">
                <a:solidFill>
                  <a:srgbClr val="0070C0"/>
                </a:solidFill>
                <a:latin typeface="Arial" pitchFamily="34" charset="0"/>
                <a:cs typeface="Arial" pitchFamily="34" charset="0"/>
              </a:rPr>
              <a:t>with Different Variances</a:t>
            </a:r>
            <a:endParaRPr lang="en-IN" sz="3600" baseline="-25000" dirty="0">
              <a:solidFill>
                <a:srgbClr val="0070C0"/>
              </a:solidFill>
              <a:latin typeface="Arial" pitchFamily="34" charset="0"/>
              <a:cs typeface="Arial" pitchFamily="34" charset="0"/>
            </a:endParaRPr>
          </a:p>
        </p:txBody>
      </p:sp>
      <p:sp>
        <p:nvSpPr>
          <p:cNvPr id="6" name="TextBox 5">
            <a:extLst>
              <a:ext uri="{FF2B5EF4-FFF2-40B4-BE49-F238E27FC236}">
                <a16:creationId xmlns:a16="http://schemas.microsoft.com/office/drawing/2014/main" id="{12E3C3A6-7F93-2510-7604-039562FACFB1}"/>
              </a:ext>
            </a:extLst>
          </p:cNvPr>
          <p:cNvSpPr txBox="1"/>
          <p:nvPr/>
        </p:nvSpPr>
        <p:spPr>
          <a:xfrm>
            <a:off x="697116" y="1107245"/>
            <a:ext cx="5821379" cy="5148332"/>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The data for process C exhibit an elliptic pattern that is indicative of </a:t>
            </a:r>
            <a:r>
              <a:rPr lang="en-US" sz="2400" dirty="0">
                <a:solidFill>
                  <a:srgbClr val="0033CC"/>
                </a:solidFill>
                <a:latin typeface="Arial" panose="020B0604020202020204" pitchFamily="34" charset="0"/>
                <a:cs typeface="Arial" panose="020B0604020202020204" pitchFamily="34" charset="0"/>
              </a:rPr>
              <a:t>unequal variances </a:t>
            </a:r>
            <a:r>
              <a:rPr lang="en-US" sz="2400" dirty="0">
                <a:solidFill>
                  <a:schemeClr val="bg1"/>
                </a:solidFill>
                <a:latin typeface="Arial" panose="020B0604020202020204" pitchFamily="34" charset="0"/>
                <a:cs typeface="Arial" panose="020B0604020202020204" pitchFamily="34" charset="0"/>
              </a:rPr>
              <a:t>for the two variables X</a:t>
            </a:r>
            <a:r>
              <a:rPr lang="en-US" sz="2400" baseline="-25000" dirty="0">
                <a:solidFill>
                  <a:schemeClr val="bg1"/>
                </a:solidFill>
                <a:latin typeface="Arial" panose="020B0604020202020204" pitchFamily="34" charset="0"/>
                <a:cs typeface="Arial" panose="020B0604020202020204" pitchFamily="34" charset="0"/>
              </a:rPr>
              <a:t>1</a:t>
            </a:r>
            <a:r>
              <a:rPr lang="en-US" sz="2400" dirty="0">
                <a:solidFill>
                  <a:schemeClr val="bg1"/>
                </a:solidFill>
                <a:latin typeface="Arial" panose="020B0604020202020204" pitchFamily="34" charset="0"/>
                <a:cs typeface="Arial" panose="020B0604020202020204" pitchFamily="34" charset="0"/>
              </a:rPr>
              <a:t> and X</a:t>
            </a:r>
            <a:r>
              <a:rPr lang="en-US" sz="2400" baseline="-25000" dirty="0">
                <a:solidFill>
                  <a:schemeClr val="bg1"/>
                </a:solidFill>
                <a:latin typeface="Arial" panose="020B0604020202020204" pitchFamily="34" charset="0"/>
                <a:cs typeface="Arial" panose="020B0604020202020204" pitchFamily="34" charset="0"/>
              </a:rPr>
              <a:t>2</a:t>
            </a:r>
            <a:r>
              <a:rPr lang="en-US" sz="2400" dirty="0">
                <a:solidFill>
                  <a:schemeClr val="bg1"/>
                </a:solidFill>
                <a:latin typeface="Arial" panose="020B0604020202020204" pitchFamily="34" charset="0"/>
                <a:cs typeface="Arial" panose="020B0604020202020204" pitchFamily="34" charset="0"/>
              </a:rPr>
              <a:t>. </a:t>
            </a:r>
          </a:p>
          <a:p>
            <a:pPr marL="285750" indent="-28575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Moreover, there is </a:t>
            </a:r>
            <a:r>
              <a:rPr lang="en-US" sz="2400" dirty="0">
                <a:solidFill>
                  <a:srgbClr val="FF0000"/>
                </a:solidFill>
                <a:latin typeface="Arial" panose="020B0604020202020204" pitchFamily="34" charset="0"/>
                <a:cs typeface="Arial" panose="020B0604020202020204" pitchFamily="34" charset="0"/>
              </a:rPr>
              <a:t>a negative correlation</a:t>
            </a:r>
            <a:r>
              <a:rPr lang="en-US" sz="2400" dirty="0">
                <a:solidFill>
                  <a:srgbClr val="00B050"/>
                </a:solidFill>
                <a:latin typeface="Arial" panose="020B0604020202020204" pitchFamily="34" charset="0"/>
                <a:cs typeface="Arial" panose="020B0604020202020204" pitchFamily="34" charset="0"/>
              </a:rPr>
              <a:t> </a:t>
            </a:r>
            <a:r>
              <a:rPr lang="en-US" sz="2400" dirty="0">
                <a:solidFill>
                  <a:schemeClr val="bg1"/>
                </a:solidFill>
                <a:latin typeface="Arial" panose="020B0604020202020204" pitchFamily="34" charset="0"/>
                <a:cs typeface="Arial" panose="020B0604020202020204" pitchFamily="34" charset="0"/>
              </a:rPr>
              <a:t>between the two variables X</a:t>
            </a:r>
            <a:r>
              <a:rPr lang="en-US" sz="2400" baseline="-25000" dirty="0">
                <a:solidFill>
                  <a:schemeClr val="bg1"/>
                </a:solidFill>
                <a:latin typeface="Arial" panose="020B0604020202020204" pitchFamily="34" charset="0"/>
                <a:cs typeface="Arial" panose="020B0604020202020204" pitchFamily="34" charset="0"/>
              </a:rPr>
              <a:t>1</a:t>
            </a:r>
            <a:r>
              <a:rPr lang="en-US" sz="2400" dirty="0">
                <a:solidFill>
                  <a:schemeClr val="bg1"/>
                </a:solidFill>
                <a:latin typeface="Arial" panose="020B0604020202020204" pitchFamily="34" charset="0"/>
                <a:cs typeface="Arial" panose="020B0604020202020204" pitchFamily="34" charset="0"/>
              </a:rPr>
              <a:t> and X</a:t>
            </a:r>
            <a:r>
              <a:rPr lang="en-US" sz="2400" baseline="-25000" dirty="0">
                <a:solidFill>
                  <a:schemeClr val="bg1"/>
                </a:solidFill>
                <a:latin typeface="Arial" panose="020B0604020202020204" pitchFamily="34" charset="0"/>
                <a:cs typeface="Arial" panose="020B0604020202020204" pitchFamily="34" charset="0"/>
              </a:rPr>
              <a:t>2</a:t>
            </a:r>
            <a:r>
              <a:rPr lang="en-US" sz="2400" dirty="0">
                <a:solidFill>
                  <a:schemeClr val="bg1"/>
                </a:solidFill>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3" name="TextBox 2"/>
              <p:cNvSpPr txBox="1"/>
              <p:nvPr/>
            </p:nvSpPr>
            <p:spPr>
              <a:xfrm>
                <a:off x="8849334" y="5746912"/>
                <a:ext cx="1759788" cy="623312"/>
              </a:xfrm>
              <a:prstGeom prst="rect">
                <a:avLst/>
              </a:prstGeom>
              <a:noFill/>
            </p:spPr>
            <p:txBody>
              <a:bodyPr wrap="square" lIns="0" tIns="0" rIns="0" bIns="0" rtlCol="0">
                <a:spAutoFit/>
              </a:bodyPr>
              <a:lstStyle/>
              <a:p>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a:t>
                </a:r>
                <a14:m>
                  <m:oMath xmlns:m="http://schemas.openxmlformats.org/officeDocument/2006/math">
                    <m:d>
                      <m:dPr>
                        <m:begChr m:val="["/>
                        <m:endChr m:val="]"/>
                        <m:ctrlPr>
                          <a:rPr lang="en-IN" sz="2400" i="1" smtClean="0">
                            <a:solidFill>
                              <a:schemeClr val="bg1"/>
                            </a:solidFill>
                            <a:latin typeface="Cambria Math" panose="02040503050406030204" pitchFamily="18" charset="0"/>
                          </a:rPr>
                        </m:ctrlPr>
                      </m:dPr>
                      <m:e>
                        <m:m>
                          <m:mPr>
                            <m:mcs>
                              <m:mc>
                                <m:mcPr>
                                  <m:count m:val="2"/>
                                  <m:mcJc m:val="center"/>
                                </m:mcPr>
                              </m:mc>
                            </m:mcs>
                            <m:ctrlPr>
                              <a:rPr lang="en-IN" sz="2400" i="1" smtClean="0">
                                <a:solidFill>
                                  <a:schemeClr val="bg1"/>
                                </a:solidFill>
                                <a:latin typeface="Cambria Math" panose="02040503050406030204" pitchFamily="18" charset="0"/>
                              </a:rPr>
                            </m:ctrlPr>
                          </m:mPr>
                          <m:mr>
                            <m:e>
                              <m:r>
                                <a:rPr lang="en-IN" sz="2400" b="0" i="1" smtClean="0">
                                  <a:solidFill>
                                    <a:schemeClr val="bg1"/>
                                  </a:solidFill>
                                  <a:latin typeface="Cambria Math" panose="02040503050406030204" pitchFamily="18" charset="0"/>
                                </a:rPr>
                                <m:t>2</m:t>
                              </m:r>
                            </m:e>
                            <m:e>
                              <m:r>
                                <a:rPr lang="en-IN" sz="2400" b="0" i="1" smtClean="0">
                                  <a:solidFill>
                                    <a:schemeClr val="bg1"/>
                                  </a:solidFill>
                                  <a:latin typeface="Cambria Math" panose="02040503050406030204" pitchFamily="18" charset="0"/>
                                </a:rPr>
                                <m:t>−1</m:t>
                              </m:r>
                            </m:e>
                          </m:mr>
                          <m:mr>
                            <m:e>
                              <m:r>
                                <a:rPr lang="en-IN" sz="2400" b="0" i="1" smtClean="0">
                                  <a:solidFill>
                                    <a:schemeClr val="bg1"/>
                                  </a:solidFill>
                                  <a:latin typeface="Cambria Math" panose="02040503050406030204" pitchFamily="18" charset="0"/>
                                </a:rPr>
                                <m:t>−1</m:t>
                              </m:r>
                            </m:e>
                            <m:e>
                              <m:r>
                                <a:rPr lang="en-IN" sz="2400" b="0" i="1" smtClean="0">
                                  <a:solidFill>
                                    <a:schemeClr val="bg1"/>
                                  </a:solidFill>
                                  <a:latin typeface="Cambria Math" panose="02040503050406030204" pitchFamily="18" charset="0"/>
                                </a:rPr>
                                <m:t>4</m:t>
                              </m:r>
                            </m:e>
                          </m:mr>
                        </m:m>
                      </m:e>
                    </m:d>
                  </m:oMath>
                </a14:m>
                <a:endParaRPr lang="en-IN" sz="2400" dirty="0">
                  <a:solidFill>
                    <a:schemeClr val="bg1"/>
                  </a:solidFill>
                  <a:latin typeface="Arial" panose="020B0604020202020204" pitchFamily="34" charset="0"/>
                  <a:cs typeface="Arial" panose="020B0604020202020204" pitchFamily="34" charset="0"/>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8849334" y="5746912"/>
                <a:ext cx="1759788" cy="623312"/>
              </a:xfrm>
              <a:prstGeom prst="rect">
                <a:avLst/>
              </a:prstGeom>
              <a:blipFill>
                <a:blip r:embed="rId3"/>
                <a:stretch>
                  <a:fillRect l="-10764" b="-7843"/>
                </a:stretch>
              </a:blipFill>
            </p:spPr>
            <p:txBody>
              <a:bodyPr/>
              <a:lstStyle/>
              <a:p>
                <a:r>
                  <a:rPr lang="en-IN">
                    <a:noFill/>
                  </a:rPr>
                  <a:t> </a:t>
                </a:r>
              </a:p>
            </p:txBody>
          </p:sp>
        </mc:Fallback>
      </mc:AlternateContent>
      <p:grpSp>
        <p:nvGrpSpPr>
          <p:cNvPr id="9" name="Group 8"/>
          <p:cNvGrpSpPr/>
          <p:nvPr/>
        </p:nvGrpSpPr>
        <p:grpSpPr>
          <a:xfrm>
            <a:off x="6981124" y="1043789"/>
            <a:ext cx="4953000" cy="4191000"/>
            <a:chOff x="6981124" y="1043789"/>
            <a:chExt cx="4953000" cy="4191000"/>
          </a:xfrm>
        </p:grpSpPr>
        <p:pic>
          <p:nvPicPr>
            <p:cNvPr id="7" name="Picture 6"/>
            <p:cNvPicPr>
              <a:picLocks noChangeAspect="1"/>
            </p:cNvPicPr>
            <p:nvPr/>
          </p:nvPicPr>
          <p:blipFill>
            <a:blip r:embed="rId4"/>
            <a:stretch>
              <a:fillRect/>
            </a:stretch>
          </p:blipFill>
          <p:spPr>
            <a:xfrm>
              <a:off x="6981124" y="1043789"/>
              <a:ext cx="4953000" cy="4191000"/>
            </a:xfrm>
            <a:prstGeom prst="rect">
              <a:avLst/>
            </a:prstGeom>
          </p:spPr>
        </p:pic>
        <p:sp>
          <p:nvSpPr>
            <p:cNvPr id="8" name="Oval 7"/>
            <p:cNvSpPr/>
            <p:nvPr/>
          </p:nvSpPr>
          <p:spPr>
            <a:xfrm rot="2420997">
              <a:off x="7646930" y="2511905"/>
              <a:ext cx="3856777" cy="1254768"/>
            </a:xfrm>
            <a:prstGeom prst="ellipse">
              <a:avLst/>
            </a:prstGeom>
            <a:solidFill>
              <a:schemeClr val="accent2">
                <a:lumMod val="75000"/>
                <a:alpha val="2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159424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94019" y="843397"/>
            <a:ext cx="3516640" cy="3188489"/>
            <a:chOff x="7009402" y="805659"/>
            <a:chExt cx="4801083" cy="4853269"/>
          </a:xfrm>
        </p:grpSpPr>
        <p:pic>
          <p:nvPicPr>
            <p:cNvPr id="5" name="Picture 4"/>
            <p:cNvPicPr>
              <a:picLocks noChangeAspect="1"/>
            </p:cNvPicPr>
            <p:nvPr/>
          </p:nvPicPr>
          <p:blipFill>
            <a:blip r:embed="rId2"/>
            <a:stretch>
              <a:fillRect/>
            </a:stretch>
          </p:blipFill>
          <p:spPr>
            <a:xfrm>
              <a:off x="7009402" y="805659"/>
              <a:ext cx="4801083" cy="4853269"/>
            </a:xfrm>
            <a:prstGeom prst="rect">
              <a:avLst/>
            </a:prstGeom>
          </p:spPr>
        </p:pic>
        <p:sp>
          <p:nvSpPr>
            <p:cNvPr id="6" name="Oval 5"/>
            <p:cNvSpPr/>
            <p:nvPr/>
          </p:nvSpPr>
          <p:spPr>
            <a:xfrm>
              <a:off x="7957995" y="1733910"/>
              <a:ext cx="2888055" cy="2964839"/>
            </a:xfrm>
            <a:prstGeom prst="ellipse">
              <a:avLst/>
            </a:prstGeom>
            <a:solidFill>
              <a:srgbClr val="00B0F0">
                <a:alpha val="3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 name="Group 6"/>
          <p:cNvGrpSpPr/>
          <p:nvPr/>
        </p:nvGrpSpPr>
        <p:grpSpPr>
          <a:xfrm>
            <a:off x="3726861" y="635669"/>
            <a:ext cx="3091788" cy="3669014"/>
            <a:chOff x="7305531" y="917036"/>
            <a:chExt cx="4363059" cy="4544059"/>
          </a:xfrm>
        </p:grpSpPr>
        <p:pic>
          <p:nvPicPr>
            <p:cNvPr id="8" name="Picture 7"/>
            <p:cNvPicPr>
              <a:picLocks noChangeAspect="1"/>
            </p:cNvPicPr>
            <p:nvPr/>
          </p:nvPicPr>
          <p:blipFill>
            <a:blip r:embed="rId3"/>
            <a:stretch>
              <a:fillRect/>
            </a:stretch>
          </p:blipFill>
          <p:spPr>
            <a:xfrm>
              <a:off x="7305531" y="917036"/>
              <a:ext cx="4363059" cy="4544059"/>
            </a:xfrm>
            <a:prstGeom prst="rect">
              <a:avLst/>
            </a:prstGeom>
          </p:spPr>
        </p:pic>
        <p:sp>
          <p:nvSpPr>
            <p:cNvPr id="9" name="Oval 8"/>
            <p:cNvSpPr/>
            <p:nvPr/>
          </p:nvSpPr>
          <p:spPr>
            <a:xfrm>
              <a:off x="7876515" y="2562130"/>
              <a:ext cx="3431264" cy="1376127"/>
            </a:xfrm>
            <a:prstGeom prst="ellipse">
              <a:avLst/>
            </a:prstGeom>
            <a:solidFill>
              <a:schemeClr val="accent6">
                <a:lumMod val="75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0" name="Group 9"/>
          <p:cNvGrpSpPr/>
          <p:nvPr/>
        </p:nvGrpSpPr>
        <p:grpSpPr>
          <a:xfrm>
            <a:off x="7799099" y="821424"/>
            <a:ext cx="3673414" cy="3396217"/>
            <a:chOff x="6881746" y="589235"/>
            <a:chExt cx="5001323" cy="5353797"/>
          </a:xfrm>
        </p:grpSpPr>
        <p:pic>
          <p:nvPicPr>
            <p:cNvPr id="11" name="Picture 10"/>
            <p:cNvPicPr>
              <a:picLocks noChangeAspect="1"/>
            </p:cNvPicPr>
            <p:nvPr/>
          </p:nvPicPr>
          <p:blipFill>
            <a:blip r:embed="rId4"/>
            <a:stretch>
              <a:fillRect/>
            </a:stretch>
          </p:blipFill>
          <p:spPr>
            <a:xfrm>
              <a:off x="6881746" y="589235"/>
              <a:ext cx="5001323" cy="5353797"/>
            </a:xfrm>
            <a:prstGeom prst="rect">
              <a:avLst/>
            </a:prstGeom>
          </p:spPr>
        </p:pic>
        <p:sp>
          <p:nvSpPr>
            <p:cNvPr id="12" name="Oval 11"/>
            <p:cNvSpPr/>
            <p:nvPr/>
          </p:nvSpPr>
          <p:spPr>
            <a:xfrm rot="18968559">
              <a:off x="7673484" y="2703974"/>
              <a:ext cx="3777569" cy="1330859"/>
            </a:xfrm>
            <a:prstGeom prst="ellipse">
              <a:avLst/>
            </a:prstGeom>
            <a:solidFill>
              <a:srgbClr val="00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4" name="Title 1">
            <a:extLst>
              <a:ext uri="{FF2B5EF4-FFF2-40B4-BE49-F238E27FC236}">
                <a16:creationId xmlns:a16="http://schemas.microsoft.com/office/drawing/2014/main" id="{AA1887EC-A0D0-AEDD-12E9-480229E40F03}"/>
              </a:ext>
            </a:extLst>
          </p:cNvPr>
          <p:cNvSpPr txBox="1">
            <a:spLocks/>
          </p:cNvSpPr>
          <p:nvPr/>
        </p:nvSpPr>
        <p:spPr bwMode="auto">
          <a:xfrm>
            <a:off x="2327690" y="83696"/>
            <a:ext cx="7257861" cy="40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noAutofit/>
          </a:bodyPr>
          <a:lstStyle>
            <a:lvl1pPr algn="l" rtl="0" eaLnBrk="1" fontAlgn="base" hangingPunct="1">
              <a:spcBef>
                <a:spcPct val="0"/>
              </a:spcBef>
              <a:spcAft>
                <a:spcPct val="0"/>
              </a:spcAft>
              <a:defRPr sz="6667" kern="1200">
                <a:solidFill>
                  <a:schemeClr val="tx2"/>
                </a:solidFill>
                <a:latin typeface="+mj-lt"/>
                <a:ea typeface="+mj-ea"/>
                <a:cs typeface="+mj-cs"/>
              </a:defRPr>
            </a:lvl1pPr>
            <a:lvl2pPr algn="l" rtl="0" eaLnBrk="1" fontAlgn="base" hangingPunct="1">
              <a:spcBef>
                <a:spcPct val="0"/>
              </a:spcBef>
              <a:spcAft>
                <a:spcPct val="0"/>
              </a:spcAft>
              <a:defRPr sz="6667">
                <a:solidFill>
                  <a:schemeClr val="tx2"/>
                </a:solidFill>
                <a:latin typeface="Calibri" pitchFamily="34" charset="0"/>
              </a:defRPr>
            </a:lvl2pPr>
            <a:lvl3pPr algn="l" rtl="0" eaLnBrk="1" fontAlgn="base" hangingPunct="1">
              <a:spcBef>
                <a:spcPct val="0"/>
              </a:spcBef>
              <a:spcAft>
                <a:spcPct val="0"/>
              </a:spcAft>
              <a:defRPr sz="6667">
                <a:solidFill>
                  <a:schemeClr val="tx2"/>
                </a:solidFill>
                <a:latin typeface="Calibri" pitchFamily="34" charset="0"/>
              </a:defRPr>
            </a:lvl3pPr>
            <a:lvl4pPr algn="l" rtl="0" eaLnBrk="1" fontAlgn="base" hangingPunct="1">
              <a:spcBef>
                <a:spcPct val="0"/>
              </a:spcBef>
              <a:spcAft>
                <a:spcPct val="0"/>
              </a:spcAft>
              <a:defRPr sz="6667">
                <a:solidFill>
                  <a:schemeClr val="tx2"/>
                </a:solidFill>
                <a:latin typeface="Calibri" pitchFamily="34" charset="0"/>
              </a:defRPr>
            </a:lvl4pPr>
            <a:lvl5pPr algn="l" rtl="0" eaLnBrk="1" fontAlgn="base" hangingPunct="1">
              <a:spcBef>
                <a:spcPct val="0"/>
              </a:spcBef>
              <a:spcAft>
                <a:spcPct val="0"/>
              </a:spcAft>
              <a:defRPr sz="6667">
                <a:solidFill>
                  <a:schemeClr val="tx2"/>
                </a:solidFill>
                <a:latin typeface="Calibri" pitchFamily="34" charset="0"/>
              </a:defRPr>
            </a:lvl5pPr>
            <a:lvl6pPr marL="609585" algn="l" rtl="0" eaLnBrk="1" fontAlgn="base" hangingPunct="1">
              <a:spcBef>
                <a:spcPct val="0"/>
              </a:spcBef>
              <a:spcAft>
                <a:spcPct val="0"/>
              </a:spcAft>
              <a:defRPr sz="6667">
                <a:solidFill>
                  <a:schemeClr val="tx2"/>
                </a:solidFill>
                <a:latin typeface="Calibri" pitchFamily="34" charset="0"/>
              </a:defRPr>
            </a:lvl6pPr>
            <a:lvl7pPr marL="1219170" algn="l" rtl="0" eaLnBrk="1" fontAlgn="base" hangingPunct="1">
              <a:spcBef>
                <a:spcPct val="0"/>
              </a:spcBef>
              <a:spcAft>
                <a:spcPct val="0"/>
              </a:spcAft>
              <a:defRPr sz="6667">
                <a:solidFill>
                  <a:schemeClr val="tx2"/>
                </a:solidFill>
                <a:latin typeface="Calibri" pitchFamily="34" charset="0"/>
              </a:defRPr>
            </a:lvl7pPr>
            <a:lvl8pPr marL="1828754" algn="l" rtl="0" eaLnBrk="1" fontAlgn="base" hangingPunct="1">
              <a:spcBef>
                <a:spcPct val="0"/>
              </a:spcBef>
              <a:spcAft>
                <a:spcPct val="0"/>
              </a:spcAft>
              <a:defRPr sz="6667">
                <a:solidFill>
                  <a:schemeClr val="tx2"/>
                </a:solidFill>
                <a:latin typeface="Calibri" pitchFamily="34" charset="0"/>
              </a:defRPr>
            </a:lvl8pPr>
            <a:lvl9pPr marL="2438339" algn="l" rtl="0" eaLnBrk="1" fontAlgn="base" hangingPunct="1">
              <a:spcBef>
                <a:spcPct val="0"/>
              </a:spcBef>
              <a:spcAft>
                <a:spcPct val="0"/>
              </a:spcAft>
              <a:defRPr sz="6667">
                <a:solidFill>
                  <a:schemeClr val="tx2"/>
                </a:solidFill>
                <a:latin typeface="Calibri" pitchFamily="34" charset="0"/>
              </a:defRPr>
            </a:lvl9pPr>
          </a:lstStyle>
          <a:p>
            <a:pPr algn="ctr"/>
            <a:r>
              <a:rPr lang="en-US" sz="3200" b="1" dirty="0">
                <a:solidFill>
                  <a:srgbClr val="0070C0"/>
                </a:solidFill>
                <a:latin typeface="Arial" pitchFamily="34" charset="0"/>
                <a:cs typeface="Arial" pitchFamily="34" charset="0"/>
              </a:rPr>
              <a:t>D. Preamble for Statistical Distance</a:t>
            </a:r>
            <a:endParaRPr lang="en-IN" sz="3200" b="1" baseline="-25000" dirty="0">
              <a:solidFill>
                <a:srgbClr val="0070C0"/>
              </a:solidFill>
              <a:latin typeface="Arial" pitchFamily="34" charset="0"/>
              <a:cs typeface="Arial" pitchFamily="34" charset="0"/>
            </a:endParaRPr>
          </a:p>
        </p:txBody>
      </p:sp>
      <p:sp>
        <p:nvSpPr>
          <p:cNvPr id="15" name="TextBox 14"/>
          <p:cNvSpPr txBox="1"/>
          <p:nvPr/>
        </p:nvSpPr>
        <p:spPr>
          <a:xfrm>
            <a:off x="194019" y="3984016"/>
            <a:ext cx="11629807" cy="2862322"/>
          </a:xfrm>
          <a:prstGeom prst="rect">
            <a:avLst/>
          </a:prstGeom>
          <a:noFill/>
        </p:spPr>
        <p:txBody>
          <a:bodyPr wrap="square" rtlCol="0">
            <a:spAutoFit/>
          </a:bodyPr>
          <a:lstStyle/>
          <a:p>
            <a:pPr algn="just">
              <a:lnSpc>
                <a:spcPct val="150000"/>
              </a:lnSpc>
              <a:buClr>
                <a:srgbClr val="0000FF"/>
              </a:buClr>
            </a:pPr>
            <a:r>
              <a:rPr lang="en-US" sz="2000" dirty="0">
                <a:solidFill>
                  <a:schemeClr val="bg1"/>
                </a:solidFill>
                <a:latin typeface="Arial" panose="020B0604020202020204" pitchFamily="34" charset="0"/>
                <a:cs typeface="Arial" panose="020B0604020202020204" pitchFamily="34" charset="0"/>
              </a:rPr>
              <a:t>For computing </a:t>
            </a:r>
            <a:r>
              <a:rPr lang="en-US" sz="2000" b="1" dirty="0">
                <a:solidFill>
                  <a:schemeClr val="bg1"/>
                </a:solidFill>
                <a:latin typeface="Arial" panose="020B0604020202020204" pitchFamily="34" charset="0"/>
                <a:cs typeface="Arial" panose="020B0604020202020204" pitchFamily="34" charset="0"/>
              </a:rPr>
              <a:t>statistical distance </a:t>
            </a:r>
            <a:r>
              <a:rPr lang="en-US" sz="2000" dirty="0">
                <a:solidFill>
                  <a:schemeClr val="bg1"/>
                </a:solidFill>
                <a:latin typeface="Arial" panose="020B0604020202020204" pitchFamily="34" charset="0"/>
                <a:cs typeface="Arial" panose="020B0604020202020204" pitchFamily="34" charset="0"/>
              </a:rPr>
              <a:t>the following conditions may be stated:</a:t>
            </a:r>
          </a:p>
          <a:p>
            <a:pPr marL="342900" indent="-342900" algn="just">
              <a:lnSpc>
                <a:spcPct val="150000"/>
              </a:lnSpc>
              <a:buClr>
                <a:srgbClr val="0000FF"/>
              </a:buClr>
              <a:buFont typeface="Wingdings" panose="05000000000000000000" pitchFamily="2" charset="2"/>
              <a:buChar char="v"/>
            </a:pPr>
            <a:r>
              <a:rPr lang="en-US" sz="2000" dirty="0">
                <a:solidFill>
                  <a:schemeClr val="bg1"/>
                </a:solidFill>
                <a:latin typeface="Arial" panose="020B0604020202020204" pitchFamily="34" charset="0"/>
                <a:cs typeface="Arial" panose="020B0604020202020204" pitchFamily="34" charset="0"/>
              </a:rPr>
              <a:t>Every application is characterized by two (bivariate) or more variables &gt;2 (multivariate) system</a:t>
            </a:r>
          </a:p>
          <a:p>
            <a:pPr marL="342900" indent="-342900" algn="just">
              <a:lnSpc>
                <a:spcPct val="150000"/>
              </a:lnSpc>
              <a:buClr>
                <a:srgbClr val="0000FF"/>
              </a:buClr>
              <a:buFont typeface="Wingdings" panose="05000000000000000000" pitchFamily="2" charset="2"/>
              <a:buChar char="v"/>
            </a:pPr>
            <a:r>
              <a:rPr lang="en-US" sz="2000" dirty="0">
                <a:solidFill>
                  <a:schemeClr val="bg1"/>
                </a:solidFill>
                <a:latin typeface="Arial" panose="020B0604020202020204" pitchFamily="34" charset="0"/>
                <a:cs typeface="Arial" panose="020B0604020202020204" pitchFamily="34" charset="0"/>
              </a:rPr>
              <a:t>The variables, each taken as an individual group, may or may not have equal variance.</a:t>
            </a:r>
          </a:p>
          <a:p>
            <a:pPr marL="342900" indent="-342900" algn="just">
              <a:lnSpc>
                <a:spcPct val="150000"/>
              </a:lnSpc>
              <a:buClr>
                <a:srgbClr val="0000FF"/>
              </a:buClr>
              <a:buFont typeface="Wingdings" panose="05000000000000000000" pitchFamily="2" charset="2"/>
              <a:buChar char="v"/>
            </a:pPr>
            <a:r>
              <a:rPr lang="en-US" sz="2000" dirty="0">
                <a:solidFill>
                  <a:schemeClr val="bg1"/>
                </a:solidFill>
                <a:latin typeface="Arial" panose="020B0604020202020204" pitchFamily="34" charset="0"/>
                <a:cs typeface="Arial" panose="020B0604020202020204" pitchFamily="34" charset="0"/>
              </a:rPr>
              <a:t>The variables, may be either independent or correlated</a:t>
            </a:r>
          </a:p>
          <a:p>
            <a:pPr marL="342900" indent="-342900" algn="just">
              <a:lnSpc>
                <a:spcPct val="150000"/>
              </a:lnSpc>
              <a:buClr>
                <a:srgbClr val="0000FF"/>
              </a:buClr>
              <a:buFont typeface="Wingdings" panose="05000000000000000000" pitchFamily="2" charset="2"/>
              <a:buChar char="v"/>
            </a:pPr>
            <a:r>
              <a:rPr lang="en-US" sz="2000" dirty="0">
                <a:solidFill>
                  <a:schemeClr val="bg1"/>
                </a:solidFill>
                <a:latin typeface="Arial" panose="020B0604020202020204" pitchFamily="34" charset="0"/>
                <a:cs typeface="Arial" panose="020B0604020202020204" pitchFamily="34" charset="0"/>
              </a:rPr>
              <a:t>Variance- covariance relationships given by the </a:t>
            </a:r>
            <a:r>
              <a:rPr lang="en-US" sz="2000" b="1" dirty="0">
                <a:solidFill>
                  <a:srgbClr val="00B0F0"/>
                </a:solidFill>
                <a:latin typeface="Arial" panose="020B0604020202020204" pitchFamily="34" charset="0"/>
                <a:cs typeface="Arial" panose="020B0604020202020204" pitchFamily="34" charset="0"/>
                <a:sym typeface="Symbol" panose="05050102010706020507" pitchFamily="18" charset="2"/>
              </a:rPr>
              <a:t></a:t>
            </a:r>
            <a:r>
              <a:rPr lang="en-US" sz="2000" dirty="0">
                <a:solidFill>
                  <a:srgbClr val="00B0F0"/>
                </a:solidFill>
                <a:latin typeface="Arial" panose="020B0604020202020204" pitchFamily="34" charset="0"/>
                <a:cs typeface="Arial" panose="020B0604020202020204" pitchFamily="34" charset="0"/>
                <a:sym typeface="Symbol" panose="05050102010706020507" pitchFamily="18" charset="2"/>
              </a:rPr>
              <a:t> matrix </a:t>
            </a:r>
            <a:r>
              <a:rPr lang="en-US" sz="2000" dirty="0">
                <a:solidFill>
                  <a:schemeClr val="bg1"/>
                </a:solidFill>
                <a:latin typeface="Arial" panose="020B0604020202020204" pitchFamily="34" charset="0"/>
                <a:cs typeface="Arial" panose="020B0604020202020204" pitchFamily="34" charset="0"/>
              </a:rPr>
              <a:t>define the pattern in the data.</a:t>
            </a:r>
          </a:p>
          <a:p>
            <a:pPr marL="342900" indent="-342900" algn="just">
              <a:lnSpc>
                <a:spcPct val="150000"/>
              </a:lnSpc>
              <a:buClr>
                <a:srgbClr val="0000FF"/>
              </a:buClr>
              <a:buFont typeface="Wingdings" panose="05000000000000000000" pitchFamily="2" charset="2"/>
              <a:buChar char="v"/>
            </a:pPr>
            <a:r>
              <a:rPr lang="en-US" sz="2000" b="1" dirty="0">
                <a:solidFill>
                  <a:srgbClr val="C00000"/>
                </a:solidFill>
                <a:latin typeface="Arial" panose="020B0604020202020204" pitchFamily="34" charset="0"/>
                <a:cs typeface="Arial" panose="020B0604020202020204" pitchFamily="34" charset="0"/>
              </a:rPr>
              <a:t>The pattern may be captured through appropriate distance measure.</a:t>
            </a:r>
            <a:endParaRPr lang="en-IN" sz="20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81860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7E82C6B-1368-54DF-5B65-E9ECD6EC4AE8}"/>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F82A4291-AB08-2035-121A-6B8F424B7DB2}"/>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latin typeface="Arial" pitchFamily="34" charset="0"/>
                <a:cs typeface="Arial" pitchFamily="34" charset="0"/>
              </a:rPr>
              <a:t>Some Essential Background</a:t>
            </a:r>
            <a:endParaRPr lang="en-IN" sz="3600" dirty="0">
              <a:solidFill>
                <a:srgbClr val="0070C0"/>
              </a:solidFill>
              <a:latin typeface="Arial" pitchFamily="34" charset="0"/>
              <a:cs typeface="Arial" pitchFamily="34" charset="0"/>
            </a:endParaRPr>
          </a:p>
        </p:txBody>
      </p:sp>
      <p:sp>
        <p:nvSpPr>
          <p:cNvPr id="6" name="TextBox 5">
            <a:extLst>
              <a:ext uri="{FF2B5EF4-FFF2-40B4-BE49-F238E27FC236}">
                <a16:creationId xmlns:a16="http://schemas.microsoft.com/office/drawing/2014/main" id="{AF36EA6B-67C3-FE3B-B85F-1EE61F0E22AF}"/>
              </a:ext>
            </a:extLst>
          </p:cNvPr>
          <p:cNvSpPr txBox="1"/>
          <p:nvPr/>
        </p:nvSpPr>
        <p:spPr>
          <a:xfrm>
            <a:off x="571296" y="1314767"/>
            <a:ext cx="5311919" cy="3808735"/>
          </a:xfrm>
          <a:prstGeom prst="rect">
            <a:avLst/>
          </a:prstGeom>
          <a:noFill/>
        </p:spPr>
        <p:txBody>
          <a:bodyPr wrap="square" rtlCol="0">
            <a:spAutoFit/>
          </a:bodyPr>
          <a:lstStyle/>
          <a:p>
            <a:pPr marL="285750" indent="-285750" algn="just">
              <a:lnSpc>
                <a:spcPct val="15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Now let us consider Application B. </a:t>
            </a:r>
          </a:p>
          <a:p>
            <a:pPr marL="285750" indent="-285750" algn="just">
              <a:lnSpc>
                <a:spcPct val="15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The pattern that defines the data is an ellipse. </a:t>
            </a:r>
          </a:p>
          <a:p>
            <a:pPr marL="285750" indent="-285750" algn="just">
              <a:lnSpc>
                <a:spcPct val="15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Here the major and minor axes of the ellipse are </a:t>
            </a:r>
            <a:r>
              <a:rPr lang="en-US" sz="2300" dirty="0">
                <a:solidFill>
                  <a:srgbClr val="0000FF"/>
                </a:solidFill>
                <a:latin typeface="Arial" panose="020B0604020202020204" pitchFamily="34" charset="0"/>
                <a:cs typeface="Arial" panose="020B0604020202020204" pitchFamily="34" charset="0"/>
              </a:rPr>
              <a:t>parallel</a:t>
            </a:r>
            <a:r>
              <a:rPr lang="en-US" sz="2300" dirty="0">
                <a:solidFill>
                  <a:schemeClr val="bg1"/>
                </a:solidFill>
                <a:latin typeface="Arial" panose="020B0604020202020204" pitchFamily="34" charset="0"/>
                <a:cs typeface="Arial" panose="020B0604020202020204" pitchFamily="34" charset="0"/>
              </a:rPr>
              <a:t> to the XY−coordinate system. </a:t>
            </a:r>
          </a:p>
          <a:p>
            <a:pPr marL="285750" indent="-285750" algn="just">
              <a:lnSpc>
                <a:spcPct val="15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The center </a:t>
            </a:r>
            <a:r>
              <a:rPr lang="en-US" sz="2300" b="1" dirty="0">
                <a:solidFill>
                  <a:srgbClr val="C00000"/>
                </a:solidFill>
                <a:latin typeface="Arial" panose="020B0604020202020204" pitchFamily="34" charset="0"/>
                <a:cs typeface="Arial" panose="020B0604020202020204" pitchFamily="34" charset="0"/>
              </a:rPr>
              <a:t>C</a:t>
            </a:r>
            <a:r>
              <a:rPr lang="en-US" sz="2300" b="1" dirty="0">
                <a:solidFill>
                  <a:schemeClr val="bg1"/>
                </a:solidFill>
                <a:latin typeface="Arial" panose="020B0604020202020204" pitchFamily="34" charset="0"/>
                <a:cs typeface="Arial" panose="020B0604020202020204" pitchFamily="34" charset="0"/>
              </a:rPr>
              <a:t> </a:t>
            </a:r>
            <a:r>
              <a:rPr lang="en-US" sz="2300" dirty="0">
                <a:solidFill>
                  <a:schemeClr val="bg1"/>
                </a:solidFill>
                <a:latin typeface="Arial" panose="020B0604020202020204" pitchFamily="34" charset="0"/>
                <a:cs typeface="Arial" panose="020B0604020202020204" pitchFamily="34" charset="0"/>
              </a:rPr>
              <a:t>is at the origin (0,0), </a:t>
            </a:r>
          </a:p>
        </p:txBody>
      </p:sp>
      <p:grpSp>
        <p:nvGrpSpPr>
          <p:cNvPr id="4" name="Group 3"/>
          <p:cNvGrpSpPr/>
          <p:nvPr/>
        </p:nvGrpSpPr>
        <p:grpSpPr>
          <a:xfrm>
            <a:off x="6504316" y="1235804"/>
            <a:ext cx="4425352" cy="4654534"/>
            <a:chOff x="6504316" y="1235804"/>
            <a:chExt cx="4425352" cy="4654534"/>
          </a:xfrm>
        </p:grpSpPr>
        <p:grpSp>
          <p:nvGrpSpPr>
            <p:cNvPr id="5" name="Group 4"/>
            <p:cNvGrpSpPr/>
            <p:nvPr/>
          </p:nvGrpSpPr>
          <p:grpSpPr>
            <a:xfrm>
              <a:off x="6504316" y="1235804"/>
              <a:ext cx="4425352" cy="4654534"/>
              <a:chOff x="7305531" y="917036"/>
              <a:chExt cx="4363059" cy="4544059"/>
            </a:xfrm>
          </p:grpSpPr>
          <p:pic>
            <p:nvPicPr>
              <p:cNvPr id="7" name="Picture 6"/>
              <p:cNvPicPr>
                <a:picLocks noChangeAspect="1"/>
              </p:cNvPicPr>
              <p:nvPr/>
            </p:nvPicPr>
            <p:blipFill>
              <a:blip r:embed="rId3"/>
              <a:stretch>
                <a:fillRect/>
              </a:stretch>
            </p:blipFill>
            <p:spPr>
              <a:xfrm>
                <a:off x="7305531" y="917036"/>
                <a:ext cx="4363059" cy="4544059"/>
              </a:xfrm>
              <a:prstGeom prst="rect">
                <a:avLst/>
              </a:prstGeom>
            </p:spPr>
          </p:pic>
          <p:sp>
            <p:nvSpPr>
              <p:cNvPr id="8" name="Oval 7"/>
              <p:cNvSpPr/>
              <p:nvPr/>
            </p:nvSpPr>
            <p:spPr>
              <a:xfrm>
                <a:off x="7876515" y="2562130"/>
                <a:ext cx="3431264" cy="1376127"/>
              </a:xfrm>
              <a:prstGeom prst="ellipse">
                <a:avLst/>
              </a:prstGeom>
              <a:solidFill>
                <a:schemeClr val="accent6">
                  <a:lumMod val="75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 name="TextBox 1"/>
            <p:cNvSpPr txBox="1"/>
            <p:nvPr/>
          </p:nvSpPr>
          <p:spPr>
            <a:xfrm>
              <a:off x="8474208" y="3441018"/>
              <a:ext cx="698740" cy="369332"/>
            </a:xfrm>
            <a:prstGeom prst="rect">
              <a:avLst/>
            </a:prstGeom>
            <a:noFill/>
          </p:spPr>
          <p:txBody>
            <a:bodyPr wrap="square" rtlCol="0">
              <a:spAutoFit/>
            </a:bodyPr>
            <a:lstStyle/>
            <a:p>
              <a:pPr algn="ctr"/>
              <a:r>
                <a:rPr lang="en-IN" b="1" dirty="0">
                  <a:solidFill>
                    <a:srgbClr val="C00000"/>
                  </a:solidFill>
                  <a:latin typeface="Arial" panose="020B0604020202020204" pitchFamily="34" charset="0"/>
                  <a:cs typeface="Arial" panose="020B0604020202020204" pitchFamily="34" charset="0"/>
                </a:rPr>
                <a:t>C</a:t>
              </a:r>
            </a:p>
          </p:txBody>
        </p:sp>
      </p:grpSp>
    </p:spTree>
    <p:extLst>
      <p:ext uri="{BB962C8B-B14F-4D97-AF65-F5344CB8AC3E}">
        <p14:creationId xmlns:p14="http://schemas.microsoft.com/office/powerpoint/2010/main" val="2273038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31B2488-BFB2-0E31-D8AB-2055BBA72541}"/>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5E93D6BA-6765-B578-5FB3-D01AC5D2CED9}"/>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latin typeface="Arial" pitchFamily="34" charset="0"/>
                <a:cs typeface="Arial" pitchFamily="34" charset="0"/>
              </a:rPr>
              <a:t>Uncorrelated Variables</a:t>
            </a:r>
            <a:endParaRPr lang="en-IN" sz="3600" dirty="0">
              <a:solidFill>
                <a:srgbClr val="0070C0"/>
              </a:solidFill>
              <a:latin typeface="Arial" pitchFamily="34" charset="0"/>
              <a:cs typeface="Arial" pitchFamily="34" charset="0"/>
            </a:endParaRPr>
          </a:p>
        </p:txBody>
      </p:sp>
      <p:sp>
        <p:nvSpPr>
          <p:cNvPr id="6" name="TextBox 5">
            <a:extLst>
              <a:ext uri="{FF2B5EF4-FFF2-40B4-BE49-F238E27FC236}">
                <a16:creationId xmlns:a16="http://schemas.microsoft.com/office/drawing/2014/main" id="{5F9C84CB-D87B-E9FD-8A4C-467CC5CC421F}"/>
              </a:ext>
            </a:extLst>
          </p:cNvPr>
          <p:cNvSpPr txBox="1"/>
          <p:nvPr/>
        </p:nvSpPr>
        <p:spPr>
          <a:xfrm>
            <a:off x="239349" y="589235"/>
            <a:ext cx="11118715" cy="5755422"/>
          </a:xfrm>
          <a:prstGeom prst="rect">
            <a:avLst/>
          </a:prstGeom>
          <a:noFill/>
        </p:spPr>
        <p:txBody>
          <a:bodyPr wrap="square" rtlCol="0">
            <a:spAutoFit/>
          </a:bodyPr>
          <a:lstStyle/>
          <a:p>
            <a:pPr algn="just">
              <a:lnSpc>
                <a:spcPct val="200000"/>
              </a:lnSpc>
              <a:buClr>
                <a:srgbClr val="0000FF"/>
              </a:buClr>
            </a:pPr>
            <a:endParaRPr lang="en-US" sz="2300" dirty="0">
              <a:solidFill>
                <a:schemeClr val="bg1"/>
              </a:solidFill>
              <a:latin typeface="Arial" panose="020B0604020202020204" pitchFamily="34" charset="0"/>
              <a:cs typeface="Arial" panose="020B0604020202020204" pitchFamily="34" charset="0"/>
            </a:endParaRPr>
          </a:p>
          <a:p>
            <a:pPr marL="285750" indent="-285750" algn="just">
              <a:lnSpc>
                <a:spcPct val="200000"/>
              </a:lnSpc>
              <a:buClr>
                <a:srgbClr val="0000FF"/>
              </a:buClr>
              <a:buFont typeface="Wingdings" panose="05000000000000000000" pitchFamily="2" charset="2"/>
              <a:buChar char="v"/>
            </a:pPr>
            <a:endParaRPr lang="en-US" sz="2300" dirty="0">
              <a:solidFill>
                <a:schemeClr val="bg1"/>
              </a:solidFill>
              <a:latin typeface="Arial" panose="020B0604020202020204" pitchFamily="34" charset="0"/>
              <a:cs typeface="Arial" panose="020B0604020202020204" pitchFamily="34" charset="0"/>
            </a:endParaRPr>
          </a:p>
          <a:p>
            <a:pPr marL="285750" indent="-28575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No correlation between X</a:t>
            </a:r>
            <a:r>
              <a:rPr lang="en-US" sz="2300" baseline="-25000" dirty="0">
                <a:solidFill>
                  <a:schemeClr val="bg1"/>
                </a:solidFill>
                <a:latin typeface="Arial" panose="020B0604020202020204" pitchFamily="34" charset="0"/>
                <a:cs typeface="Arial" panose="020B0604020202020204" pitchFamily="34" charset="0"/>
              </a:rPr>
              <a:t>1</a:t>
            </a:r>
            <a:r>
              <a:rPr lang="en-US" sz="2300" dirty="0">
                <a:solidFill>
                  <a:schemeClr val="bg1"/>
                </a:solidFill>
                <a:latin typeface="Arial" panose="020B0604020202020204" pitchFamily="34" charset="0"/>
                <a:cs typeface="Arial" panose="020B0604020202020204" pitchFamily="34" charset="0"/>
              </a:rPr>
              <a:t> and X</a:t>
            </a:r>
            <a:r>
              <a:rPr lang="en-US" sz="2300" baseline="-25000" dirty="0">
                <a:solidFill>
                  <a:schemeClr val="bg1"/>
                </a:solidFill>
                <a:latin typeface="Arial" panose="020B0604020202020204" pitchFamily="34" charset="0"/>
                <a:cs typeface="Arial" panose="020B0604020202020204" pitchFamily="34" charset="0"/>
              </a:rPr>
              <a:t>2</a:t>
            </a:r>
            <a:endParaRPr lang="en-US" sz="2300" dirty="0">
              <a:solidFill>
                <a:schemeClr val="bg1"/>
              </a:solidFill>
              <a:latin typeface="Arial" panose="020B0604020202020204" pitchFamily="34" charset="0"/>
              <a:cs typeface="Arial" panose="020B0604020202020204" pitchFamily="34" charset="0"/>
            </a:endParaRPr>
          </a:p>
          <a:p>
            <a:pPr marL="285750" indent="-28575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X</a:t>
            </a:r>
            <a:r>
              <a:rPr lang="en-US" sz="2300" baseline="-25000" dirty="0">
                <a:solidFill>
                  <a:schemeClr val="bg1"/>
                </a:solidFill>
                <a:latin typeface="Arial" panose="020B0604020202020204" pitchFamily="34" charset="0"/>
                <a:cs typeface="Arial" panose="020B0604020202020204" pitchFamily="34" charset="0"/>
              </a:rPr>
              <a:t>1 </a:t>
            </a:r>
            <a:r>
              <a:rPr lang="en-US" sz="2300" dirty="0">
                <a:solidFill>
                  <a:schemeClr val="bg1"/>
                </a:solidFill>
                <a:latin typeface="Arial" panose="020B0604020202020204" pitchFamily="34" charset="0"/>
                <a:cs typeface="Arial" panose="020B0604020202020204" pitchFamily="34" charset="0"/>
              </a:rPr>
              <a:t>and X</a:t>
            </a:r>
            <a:r>
              <a:rPr lang="en-US" sz="2300" baseline="-25000" dirty="0">
                <a:solidFill>
                  <a:schemeClr val="bg1"/>
                </a:solidFill>
                <a:latin typeface="Arial" panose="020B0604020202020204" pitchFamily="34" charset="0"/>
                <a:cs typeface="Arial" panose="020B0604020202020204" pitchFamily="34" charset="0"/>
              </a:rPr>
              <a:t>2</a:t>
            </a:r>
            <a:r>
              <a:rPr lang="en-US" sz="2300" dirty="0">
                <a:solidFill>
                  <a:schemeClr val="bg1"/>
                </a:solidFill>
                <a:latin typeface="Arial" panose="020B0604020202020204" pitchFamily="34" charset="0"/>
                <a:cs typeface="Arial" panose="020B0604020202020204" pitchFamily="34" charset="0"/>
              </a:rPr>
              <a:t> are independent</a:t>
            </a:r>
          </a:p>
          <a:p>
            <a:pPr marL="285750" indent="-28575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From Process C, it is seen that </a:t>
            </a:r>
            <a:r>
              <a:rPr lang="en-US" sz="2300" dirty="0">
                <a:solidFill>
                  <a:schemeClr val="bg1"/>
                </a:solidFill>
                <a:latin typeface="Arial" panose="020B0604020202020204" pitchFamily="34" charset="0"/>
                <a:cs typeface="Arial" panose="020B0604020202020204" pitchFamily="34" charset="0"/>
                <a:sym typeface="Symbol" panose="05050102010706020507" pitchFamily="18" charset="2"/>
              </a:rPr>
              <a:t></a:t>
            </a:r>
            <a:r>
              <a:rPr lang="en-US" sz="2300" baseline="-25000" dirty="0">
                <a:solidFill>
                  <a:schemeClr val="bg1"/>
                </a:solidFill>
                <a:latin typeface="Arial" panose="020B0604020202020204" pitchFamily="34" charset="0"/>
                <a:cs typeface="Arial" panose="020B0604020202020204" pitchFamily="34" charset="0"/>
                <a:sym typeface="Symbol" panose="05050102010706020507" pitchFamily="18" charset="2"/>
              </a:rPr>
              <a:t>11</a:t>
            </a:r>
            <a:r>
              <a:rPr lang="en-US" sz="2300" dirty="0">
                <a:solidFill>
                  <a:schemeClr val="bg1"/>
                </a:solidFill>
                <a:latin typeface="Arial" panose="020B0604020202020204" pitchFamily="34" charset="0"/>
                <a:cs typeface="Arial" panose="020B0604020202020204" pitchFamily="34" charset="0"/>
                <a:sym typeface="Symbol" panose="05050102010706020507" pitchFamily="18" charset="2"/>
              </a:rPr>
              <a:t> is 3 times more  than </a:t>
            </a:r>
            <a:r>
              <a:rPr lang="en-US" sz="2300" baseline="-25000" dirty="0">
                <a:solidFill>
                  <a:schemeClr val="bg1"/>
                </a:solidFill>
                <a:latin typeface="Arial" panose="020B0604020202020204" pitchFamily="34" charset="0"/>
                <a:cs typeface="Arial" panose="020B0604020202020204" pitchFamily="34" charset="0"/>
                <a:sym typeface="Symbol" panose="05050102010706020507" pitchFamily="18" charset="2"/>
              </a:rPr>
              <a:t>22</a:t>
            </a:r>
            <a:r>
              <a:rPr lang="en-US" sz="2300" dirty="0">
                <a:solidFill>
                  <a:schemeClr val="bg1"/>
                </a:solidFill>
                <a:latin typeface="Arial" panose="020B0604020202020204" pitchFamily="34" charset="0"/>
                <a:cs typeface="Arial" panose="020B0604020202020204" pitchFamily="34" charset="0"/>
                <a:sym typeface="Symbol" panose="05050102010706020507" pitchFamily="18" charset="2"/>
              </a:rPr>
              <a:t>.</a:t>
            </a:r>
            <a:r>
              <a:rPr lang="en-US" sz="2300" dirty="0">
                <a:solidFill>
                  <a:schemeClr val="bg1"/>
                </a:solidFill>
                <a:latin typeface="Arial" panose="020B0604020202020204" pitchFamily="34" charset="0"/>
                <a:cs typeface="Arial" panose="020B0604020202020204" pitchFamily="34" charset="0"/>
              </a:rPr>
              <a:t>    </a:t>
            </a:r>
          </a:p>
          <a:p>
            <a:pPr marL="285750" indent="-28575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To obtain the </a:t>
            </a:r>
            <a:r>
              <a:rPr lang="en-US" sz="2300" dirty="0">
                <a:solidFill>
                  <a:srgbClr val="C00000"/>
                </a:solidFill>
                <a:latin typeface="Arial" panose="020B0604020202020204" pitchFamily="34" charset="0"/>
                <a:cs typeface="Arial" panose="020B0604020202020204" pitchFamily="34" charset="0"/>
              </a:rPr>
              <a:t>statistical distance</a:t>
            </a:r>
            <a:r>
              <a:rPr lang="en-US" sz="2300" dirty="0">
                <a:solidFill>
                  <a:schemeClr val="bg1"/>
                </a:solidFill>
                <a:latin typeface="Arial" panose="020B0604020202020204" pitchFamily="34" charset="0"/>
                <a:cs typeface="Arial" panose="020B0604020202020204" pitchFamily="34" charset="0"/>
              </a:rPr>
              <a:t> of P(X</a:t>
            </a:r>
            <a:r>
              <a:rPr lang="en-US" sz="2300" baseline="-25000" dirty="0">
                <a:solidFill>
                  <a:schemeClr val="bg1"/>
                </a:solidFill>
                <a:latin typeface="Arial" panose="020B0604020202020204" pitchFamily="34" charset="0"/>
                <a:cs typeface="Arial" panose="020B0604020202020204" pitchFamily="34" charset="0"/>
              </a:rPr>
              <a:t>1</a:t>
            </a:r>
            <a:r>
              <a:rPr lang="en-US" sz="2300" dirty="0">
                <a:solidFill>
                  <a:schemeClr val="bg1"/>
                </a:solidFill>
                <a:latin typeface="Arial" panose="020B0604020202020204" pitchFamily="34" charset="0"/>
                <a:cs typeface="Arial" panose="020B0604020202020204" pitchFamily="34" charset="0"/>
              </a:rPr>
              <a:t>,X</a:t>
            </a:r>
            <a:r>
              <a:rPr lang="en-US" sz="2300" baseline="-25000" dirty="0">
                <a:solidFill>
                  <a:schemeClr val="bg1"/>
                </a:solidFill>
                <a:latin typeface="Arial" panose="020B0604020202020204" pitchFamily="34" charset="0"/>
                <a:cs typeface="Arial" panose="020B0604020202020204" pitchFamily="34" charset="0"/>
              </a:rPr>
              <a:t>2</a:t>
            </a:r>
            <a:r>
              <a:rPr lang="en-US" sz="2300" dirty="0">
                <a:solidFill>
                  <a:schemeClr val="bg1"/>
                </a:solidFill>
                <a:latin typeface="Arial" panose="020B0604020202020204" pitchFamily="34" charset="0"/>
                <a:cs typeface="Arial" panose="020B0604020202020204" pitchFamily="34" charset="0"/>
              </a:rPr>
              <a:t>) from C(0,0), we first require the coordinates </a:t>
            </a:r>
            <a:r>
              <a:rPr lang="en-US" sz="2300" dirty="0">
                <a:solidFill>
                  <a:srgbClr val="0000FF"/>
                </a:solidFill>
                <a:latin typeface="Arial" panose="020B0604020202020204" pitchFamily="34" charset="0"/>
                <a:cs typeface="Arial" panose="020B0604020202020204" pitchFamily="34" charset="0"/>
              </a:rPr>
              <a:t>to be on equal footing (standardizing)</a:t>
            </a:r>
            <a:r>
              <a:rPr lang="en-US" sz="2300" dirty="0">
                <a:solidFill>
                  <a:schemeClr val="bg1"/>
                </a:solidFill>
                <a:latin typeface="Arial" panose="020B0604020202020204" pitchFamily="34" charset="0"/>
                <a:cs typeface="Arial" panose="020B0604020202020204" pitchFamily="34" charset="0"/>
              </a:rPr>
              <a:t>. </a:t>
            </a:r>
          </a:p>
          <a:p>
            <a:pPr marL="285750" indent="-28575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Standardizing is possible by the following transformation</a:t>
            </a:r>
          </a:p>
        </p:txBody>
      </p:sp>
      <mc:AlternateContent xmlns:mc="http://schemas.openxmlformats.org/markup-compatibility/2006" xmlns:a14="http://schemas.microsoft.com/office/drawing/2010/main">
        <mc:Choice Requires="a14">
          <p:sp>
            <p:nvSpPr>
              <p:cNvPr id="12" name="TextBox 11"/>
              <p:cNvSpPr txBox="1"/>
              <p:nvPr/>
            </p:nvSpPr>
            <p:spPr>
              <a:xfrm>
                <a:off x="2864312" y="1001119"/>
                <a:ext cx="2277374" cy="683970"/>
              </a:xfrm>
              <a:prstGeom prst="rect">
                <a:avLst/>
              </a:prstGeom>
              <a:noFill/>
            </p:spPr>
            <p:txBody>
              <a:bodyPr wrap="square" lIns="0" tIns="0" rIns="0" bIns="0" rtlCol="0">
                <a:spAutoFit/>
              </a:bodyPr>
              <a:lstStyle/>
              <a:p>
                <a:r>
                  <a:rPr lang="en-IN" sz="2400" b="1" dirty="0">
                    <a:solidFill>
                      <a:schemeClr val="bg1"/>
                    </a:solidFill>
                    <a:latin typeface="Arial" panose="020B0604020202020204" pitchFamily="34" charset="0"/>
                    <a:cs typeface="Arial" panose="020B0604020202020204" pitchFamily="34" charset="0"/>
                    <a:sym typeface="Symbol" panose="05050102010706020507" pitchFamily="18" charset="2"/>
                  </a:rPr>
                  <a:t></a:t>
                </a:r>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a:t>
                </a:r>
                <a14:m>
                  <m:oMath xmlns:m="http://schemas.openxmlformats.org/officeDocument/2006/math">
                    <m:d>
                      <m:dPr>
                        <m:begChr m:val="["/>
                        <m:endChr m:val="]"/>
                        <m:ctrlPr>
                          <a:rPr lang="en-IN" sz="2400" i="1" smtClean="0">
                            <a:solidFill>
                              <a:schemeClr val="bg1"/>
                            </a:solidFill>
                            <a:latin typeface="Cambria Math" panose="02040503050406030204" pitchFamily="18" charset="0"/>
                          </a:rPr>
                        </m:ctrlPr>
                      </m:dPr>
                      <m:e>
                        <m:m>
                          <m:mPr>
                            <m:mcs>
                              <m:mc>
                                <m:mcPr>
                                  <m:count m:val="2"/>
                                  <m:mcJc m:val="center"/>
                                </m:mcPr>
                              </m:mc>
                            </m:mcs>
                            <m:ctrlPr>
                              <a:rPr lang="en-IN" sz="2400" i="1" smtClean="0">
                                <a:solidFill>
                                  <a:schemeClr val="bg1"/>
                                </a:solidFill>
                                <a:latin typeface="Cambria Math" panose="02040503050406030204" pitchFamily="18" charset="0"/>
                              </a:rPr>
                            </m:ctrlPr>
                          </m:mPr>
                          <m:mr>
                            <m:e>
                              <m:sSub>
                                <m:sSubPr>
                                  <m:ctrlPr>
                                    <a:rPr lang="en-IN" sz="2400" b="0" i="1" smtClean="0">
                                      <a:solidFill>
                                        <a:schemeClr val="bg1"/>
                                      </a:solidFill>
                                      <a:latin typeface="Cambria Math" panose="02040503050406030204" pitchFamily="18" charset="0"/>
                                      <a:sym typeface="Symbol" panose="05050102010706020507" pitchFamily="18" charset="2"/>
                                    </a:rPr>
                                  </m:ctrlPr>
                                </m:sSubPr>
                                <m:e>
                                  <m:r>
                                    <a:rPr lang="en-IN" sz="2400" b="0" i="1" smtClean="0">
                                      <a:solidFill>
                                        <a:schemeClr val="bg1"/>
                                      </a:solidFill>
                                      <a:latin typeface="Cambria Math" panose="02040503050406030204" pitchFamily="18" charset="0"/>
                                      <a:sym typeface="Symbol" panose="05050102010706020507" pitchFamily="18" charset="2"/>
                                    </a:rPr>
                                    <m:t></m:t>
                                  </m:r>
                                </m:e>
                                <m:sub>
                                  <m:r>
                                    <a:rPr lang="en-IN" sz="2400" b="0" i="1" smtClean="0">
                                      <a:solidFill>
                                        <a:schemeClr val="bg1"/>
                                      </a:solidFill>
                                      <a:latin typeface="Cambria Math" panose="02040503050406030204" pitchFamily="18" charset="0"/>
                                      <a:sym typeface="Symbol" panose="05050102010706020507" pitchFamily="18" charset="2"/>
                                    </a:rPr>
                                    <m:t>11</m:t>
                                  </m:r>
                                </m:sub>
                              </m:sSub>
                            </m:e>
                            <m:e>
                              <m:r>
                                <a:rPr lang="en-IN" sz="2400" b="0" i="1" smtClean="0">
                                  <a:solidFill>
                                    <a:schemeClr val="bg1"/>
                                  </a:solidFill>
                                  <a:latin typeface="Cambria Math" panose="02040503050406030204" pitchFamily="18" charset="0"/>
                                </a:rPr>
                                <m:t>0</m:t>
                              </m:r>
                            </m:e>
                          </m:mr>
                          <m:mr>
                            <m:e>
                              <m:r>
                                <a:rPr lang="en-IN" sz="2400" b="0" i="1" smtClean="0">
                                  <a:solidFill>
                                    <a:schemeClr val="bg1"/>
                                  </a:solidFill>
                                  <a:latin typeface="Cambria Math" panose="02040503050406030204" pitchFamily="18" charset="0"/>
                                </a:rPr>
                                <m:t>0</m:t>
                              </m:r>
                            </m:e>
                            <m:e>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b="0" i="1" smtClean="0">
                                      <a:solidFill>
                                        <a:schemeClr val="bg1"/>
                                      </a:solidFill>
                                      <a:latin typeface="Cambria Math" panose="02040503050406030204" pitchFamily="18" charset="0"/>
                                      <a:sym typeface="Symbol" panose="05050102010706020507" pitchFamily="18" charset="2"/>
                                    </a:rPr>
                                    <m:t>22</m:t>
                                  </m:r>
                                </m:sub>
                              </m:sSub>
                            </m:e>
                          </m:mr>
                        </m:m>
                      </m:e>
                    </m:d>
                  </m:oMath>
                </a14:m>
                <a:endParaRPr lang="en-IN" sz="2400" dirty="0">
                  <a:solidFill>
                    <a:schemeClr val="bg1"/>
                  </a:solidFill>
                  <a:latin typeface="Arial" panose="020B0604020202020204" pitchFamily="34" charset="0"/>
                  <a:cs typeface="Arial" panose="020B0604020202020204" pitchFamily="34" charset="0"/>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864312" y="1001119"/>
                <a:ext cx="2277374" cy="683970"/>
              </a:xfrm>
              <a:prstGeom prst="rect">
                <a:avLst/>
              </a:prstGeom>
              <a:blipFill>
                <a:blip r:embed="rId3"/>
                <a:stretch>
                  <a:fillRect l="-8311" b="-446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9086502" y="589235"/>
                <a:ext cx="1759788" cy="615810"/>
              </a:xfrm>
              <a:prstGeom prst="rect">
                <a:avLst/>
              </a:prstGeom>
              <a:solidFill>
                <a:schemeClr val="tx1"/>
              </a:solidFill>
            </p:spPr>
            <p:txBody>
              <a:bodyPr wrap="square" lIns="0" tIns="0" rIns="0" bIns="0" rtlCol="0">
                <a:spAutoFit/>
              </a:bodyPr>
              <a:lstStyle/>
              <a:p>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a:t>
                </a:r>
                <a14:m>
                  <m:oMath xmlns:m="http://schemas.openxmlformats.org/officeDocument/2006/math">
                    <m:d>
                      <m:dPr>
                        <m:begChr m:val="["/>
                        <m:endChr m:val="]"/>
                        <m:ctrlPr>
                          <a:rPr lang="en-IN" sz="2400" i="1" smtClean="0">
                            <a:solidFill>
                              <a:schemeClr val="bg1"/>
                            </a:solidFill>
                            <a:latin typeface="Cambria Math" panose="02040503050406030204" pitchFamily="18" charset="0"/>
                          </a:rPr>
                        </m:ctrlPr>
                      </m:dPr>
                      <m:e>
                        <m:m>
                          <m:mPr>
                            <m:mcs>
                              <m:mc>
                                <m:mcPr>
                                  <m:count m:val="2"/>
                                  <m:mcJc m:val="center"/>
                                </m:mcPr>
                              </m:mc>
                            </m:mcs>
                            <m:ctrlPr>
                              <a:rPr lang="en-IN" sz="2400" i="1" smtClean="0">
                                <a:solidFill>
                                  <a:schemeClr val="bg1"/>
                                </a:solidFill>
                                <a:latin typeface="Cambria Math" panose="02040503050406030204" pitchFamily="18" charset="0"/>
                              </a:rPr>
                            </m:ctrlPr>
                          </m:mPr>
                          <m:mr>
                            <m:e>
                              <m:r>
                                <a:rPr lang="en-IN" sz="2400" b="0" i="1" smtClean="0">
                                  <a:solidFill>
                                    <a:schemeClr val="bg1"/>
                                  </a:solidFill>
                                  <a:latin typeface="Cambria Math" panose="02040503050406030204" pitchFamily="18" charset="0"/>
                                </a:rPr>
                                <m:t>3</m:t>
                              </m:r>
                            </m:e>
                            <m:e>
                              <m:r>
                                <a:rPr lang="en-IN" sz="2400" b="0" i="1" smtClean="0">
                                  <a:solidFill>
                                    <a:schemeClr val="bg1"/>
                                  </a:solidFill>
                                  <a:latin typeface="Cambria Math" panose="02040503050406030204" pitchFamily="18" charset="0"/>
                                </a:rPr>
                                <m:t>0</m:t>
                              </m:r>
                            </m:e>
                          </m:mr>
                          <m:mr>
                            <m:e>
                              <m:r>
                                <a:rPr lang="en-IN" sz="2400" b="0" i="1" smtClean="0">
                                  <a:solidFill>
                                    <a:schemeClr val="bg1"/>
                                  </a:solidFill>
                                  <a:latin typeface="Cambria Math" panose="02040503050406030204" pitchFamily="18" charset="0"/>
                                </a:rPr>
                                <m:t>0</m:t>
                              </m:r>
                            </m:e>
                            <m:e>
                              <m:r>
                                <a:rPr lang="en-IN" sz="2400" b="0" i="1" smtClean="0">
                                  <a:solidFill>
                                    <a:schemeClr val="bg1"/>
                                  </a:solidFill>
                                  <a:latin typeface="Cambria Math" panose="02040503050406030204" pitchFamily="18" charset="0"/>
                                </a:rPr>
                                <m:t>1</m:t>
                              </m:r>
                            </m:e>
                          </m:mr>
                        </m:m>
                      </m:e>
                    </m:d>
                  </m:oMath>
                </a14:m>
                <a:endParaRPr lang="en-IN" sz="2400" dirty="0">
                  <a:solidFill>
                    <a:schemeClr val="bg1"/>
                  </a:solidFill>
                  <a:latin typeface="Arial" panose="020B0604020202020204" pitchFamily="34" charset="0"/>
                  <a:cs typeface="Arial" panose="020B0604020202020204" pitchFamily="34" charset="0"/>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9086502" y="589235"/>
                <a:ext cx="1759788" cy="615810"/>
              </a:xfrm>
              <a:prstGeom prst="rect">
                <a:avLst/>
              </a:prstGeom>
              <a:blipFill>
                <a:blip r:embed="rId4"/>
                <a:stretch>
                  <a:fillRect l="-10764" b="-8911"/>
                </a:stretch>
              </a:blipFill>
            </p:spPr>
            <p:txBody>
              <a:bodyPr/>
              <a:lstStyle/>
              <a:p>
                <a:r>
                  <a:rPr lang="en-IN">
                    <a:noFill/>
                  </a:rPr>
                  <a:t> </a:t>
                </a:r>
              </a:p>
            </p:txBody>
          </p:sp>
        </mc:Fallback>
      </mc:AlternateContent>
      <p:cxnSp>
        <p:nvCxnSpPr>
          <p:cNvPr id="5" name="Straight Arrow Connector 4"/>
          <p:cNvCxnSpPr/>
          <p:nvPr/>
        </p:nvCxnSpPr>
        <p:spPr>
          <a:xfrm flipV="1">
            <a:off x="10520127" y="1140737"/>
            <a:ext cx="837937" cy="959667"/>
          </a:xfrm>
          <a:prstGeom prst="straightConnector1">
            <a:avLst/>
          </a:prstGeom>
          <a:ln w="15875">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17" name="Group 16"/>
          <p:cNvGrpSpPr/>
          <p:nvPr/>
        </p:nvGrpSpPr>
        <p:grpSpPr>
          <a:xfrm>
            <a:off x="8546471" y="135802"/>
            <a:ext cx="3573101" cy="4074059"/>
            <a:chOff x="8618898" y="0"/>
            <a:chExt cx="3573101" cy="4074059"/>
          </a:xfrm>
        </p:grpSpPr>
        <p:grpSp>
          <p:nvGrpSpPr>
            <p:cNvPr id="7" name="Group 6"/>
            <p:cNvGrpSpPr/>
            <p:nvPr/>
          </p:nvGrpSpPr>
          <p:grpSpPr>
            <a:xfrm>
              <a:off x="8618898" y="0"/>
              <a:ext cx="3573101" cy="4074059"/>
              <a:chOff x="7305531" y="917036"/>
              <a:chExt cx="4363059" cy="4544059"/>
            </a:xfrm>
          </p:grpSpPr>
          <p:pic>
            <p:nvPicPr>
              <p:cNvPr id="9" name="Picture 8"/>
              <p:cNvPicPr>
                <a:picLocks noChangeAspect="1"/>
              </p:cNvPicPr>
              <p:nvPr/>
            </p:nvPicPr>
            <p:blipFill>
              <a:blip r:embed="rId5"/>
              <a:stretch>
                <a:fillRect/>
              </a:stretch>
            </p:blipFill>
            <p:spPr>
              <a:xfrm>
                <a:off x="7305531" y="917036"/>
                <a:ext cx="4363059" cy="4544059"/>
              </a:xfrm>
              <a:prstGeom prst="rect">
                <a:avLst/>
              </a:prstGeom>
            </p:spPr>
          </p:pic>
          <p:sp>
            <p:nvSpPr>
              <p:cNvPr id="10" name="Oval 9"/>
              <p:cNvSpPr/>
              <p:nvPr/>
            </p:nvSpPr>
            <p:spPr>
              <a:xfrm>
                <a:off x="7876515" y="2562130"/>
                <a:ext cx="3431264" cy="1376127"/>
              </a:xfrm>
              <a:prstGeom prst="ellipse">
                <a:avLst/>
              </a:prstGeom>
              <a:solidFill>
                <a:schemeClr val="accent6">
                  <a:lumMod val="75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8" name="TextBox 17"/>
            <p:cNvSpPr txBox="1"/>
            <p:nvPr/>
          </p:nvSpPr>
          <p:spPr>
            <a:xfrm>
              <a:off x="10142138" y="1879508"/>
              <a:ext cx="698740" cy="369332"/>
            </a:xfrm>
            <a:prstGeom prst="rect">
              <a:avLst/>
            </a:prstGeom>
            <a:noFill/>
          </p:spPr>
          <p:txBody>
            <a:bodyPr wrap="square" rtlCol="0">
              <a:spAutoFit/>
            </a:bodyPr>
            <a:lstStyle/>
            <a:p>
              <a:pPr algn="ctr"/>
              <a:r>
                <a:rPr lang="en-IN" b="1" dirty="0">
                  <a:solidFill>
                    <a:srgbClr val="C00000"/>
                  </a:solidFill>
                  <a:latin typeface="Arial" panose="020B0604020202020204" pitchFamily="34" charset="0"/>
                  <a:cs typeface="Arial" panose="020B0604020202020204" pitchFamily="34" charset="0"/>
                </a:rPr>
                <a:t>C</a:t>
              </a:r>
            </a:p>
          </p:txBody>
        </p:sp>
        <p:sp>
          <p:nvSpPr>
            <p:cNvPr id="19" name="TextBox 18"/>
            <p:cNvSpPr txBox="1"/>
            <p:nvPr/>
          </p:nvSpPr>
          <p:spPr>
            <a:xfrm>
              <a:off x="11197775" y="953097"/>
              <a:ext cx="698740" cy="369332"/>
            </a:xfrm>
            <a:prstGeom prst="rect">
              <a:avLst/>
            </a:prstGeom>
            <a:noFill/>
          </p:spPr>
          <p:txBody>
            <a:bodyPr wrap="square" rtlCol="0">
              <a:spAutoFit/>
            </a:bodyPr>
            <a:lstStyle/>
            <a:p>
              <a:pPr algn="ctr"/>
              <a:r>
                <a:rPr lang="en-IN" b="1" dirty="0">
                  <a:solidFill>
                    <a:srgbClr val="C00000"/>
                  </a:solidFill>
                  <a:latin typeface="Arial" panose="020B0604020202020204" pitchFamily="34" charset="0"/>
                  <a:cs typeface="Arial" panose="020B0604020202020204" pitchFamily="34" charset="0"/>
                </a:rPr>
                <a:t>P</a:t>
              </a:r>
            </a:p>
          </p:txBody>
        </p:sp>
      </p:grpSp>
      <p:sp>
        <p:nvSpPr>
          <p:cNvPr id="2" name="Oval 1"/>
          <p:cNvSpPr/>
          <p:nvPr/>
        </p:nvSpPr>
        <p:spPr>
          <a:xfrm flipV="1">
            <a:off x="11296706" y="1159327"/>
            <a:ext cx="45719" cy="45719"/>
          </a:xfrm>
          <a:prstGeom prst="ellipse">
            <a:avLst/>
          </a:prstGeom>
          <a:solidFill>
            <a:srgbClr val="CC00FF"/>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87357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7772D52-020D-9200-205D-014BA20467A9}"/>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12DE8AA8-8F40-B640-5751-DA40F7664EE7}"/>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latin typeface="Arial" pitchFamily="34" charset="0"/>
                <a:cs typeface="Arial" pitchFamily="34" charset="0"/>
              </a:rPr>
              <a:t>Equal Footing</a:t>
            </a:r>
            <a:endParaRPr lang="en-IN" sz="3600" dirty="0">
              <a:solidFill>
                <a:srgbClr val="0070C0"/>
              </a:solidFill>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9A77FB0-E2CF-BBFA-2B59-7B35D17CF6A0}"/>
                  </a:ext>
                </a:extLst>
              </p:cNvPr>
              <p:cNvSpPr txBox="1"/>
              <p:nvPr/>
            </p:nvSpPr>
            <p:spPr>
              <a:xfrm>
                <a:off x="465559" y="504890"/>
                <a:ext cx="11118715" cy="6009209"/>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We defined dimensionless coordinates as given below</a:t>
                </a:r>
              </a:p>
              <a:p>
                <a:pPr algn="ctr">
                  <a:lnSpc>
                    <a:spcPct val="200000"/>
                  </a:lnSpc>
                  <a:buClr>
                    <a:srgbClr val="0000FF"/>
                  </a:buClr>
                </a:pPr>
                <a14:m>
                  <m:oMathPara xmlns:m="http://schemas.openxmlformats.org/officeDocument/2006/math">
                    <m:oMathParaPr>
                      <m:jc m:val="centerGroup"/>
                    </m:oMathParaPr>
                    <m:oMath xmlns:m="http://schemas.openxmlformats.org/officeDocument/2006/math">
                      <m:sSubSup>
                        <m:sSubSupPr>
                          <m:ctrlPr>
                            <a:rPr lang="en-IN" sz="2300" b="0" i="1" smtClean="0">
                              <a:solidFill>
                                <a:schemeClr val="bg1"/>
                              </a:solidFill>
                              <a:latin typeface="Cambria Math" panose="02040503050406030204" pitchFamily="18" charset="0"/>
                              <a:cs typeface="Arial" panose="020B0604020202020204" pitchFamily="34" charset="0"/>
                            </a:rPr>
                          </m:ctrlPr>
                        </m:sSubSupPr>
                        <m:e>
                          <m:r>
                            <m:rPr>
                              <m:sty m:val="p"/>
                            </m:rPr>
                            <a:rPr lang="en-IN" sz="2300" b="0" i="0" smtClean="0">
                              <a:solidFill>
                                <a:schemeClr val="bg1"/>
                              </a:solidFill>
                              <a:latin typeface="Cambria Math" panose="02040503050406030204" pitchFamily="18" charset="0"/>
                              <a:cs typeface="Arial" panose="020B0604020202020204" pitchFamily="34" charset="0"/>
                            </a:rPr>
                            <m:t>x</m:t>
                          </m:r>
                        </m:e>
                        <m:sub>
                          <m:r>
                            <a:rPr lang="en-IN" sz="2300" b="0" i="0" smtClean="0">
                              <a:solidFill>
                                <a:schemeClr val="bg1"/>
                              </a:solidFill>
                              <a:latin typeface="Cambria Math" panose="02040503050406030204" pitchFamily="18" charset="0"/>
                              <a:cs typeface="Arial" panose="020B0604020202020204" pitchFamily="34" charset="0"/>
                            </a:rPr>
                            <m:t>1</m:t>
                          </m:r>
                        </m:sub>
                        <m:sup>
                          <m:r>
                            <a:rPr lang="en-IN" sz="2300" b="0" i="0" smtClean="0">
                              <a:solidFill>
                                <a:schemeClr val="bg1"/>
                              </a:solidFill>
                              <a:latin typeface="Cambria Math" panose="02040503050406030204" pitchFamily="18" charset="0"/>
                              <a:cs typeface="Arial" panose="020B0604020202020204" pitchFamily="34" charset="0"/>
                            </a:rPr>
                            <m:t>∗</m:t>
                          </m:r>
                        </m:sup>
                      </m:sSubSup>
                      <m:r>
                        <a:rPr lang="en-IN" sz="2300" b="0" i="0" smtClean="0">
                          <a:solidFill>
                            <a:schemeClr val="bg1"/>
                          </a:solidFill>
                          <a:latin typeface="Cambria Math" panose="02040503050406030204" pitchFamily="18" charset="0"/>
                          <a:cs typeface="Arial" panose="020B0604020202020204" pitchFamily="34" charset="0"/>
                        </a:rPr>
                        <m:t>=</m:t>
                      </m:r>
                      <m:f>
                        <m:fPr>
                          <m:ctrlPr>
                            <a:rPr lang="en-IN" sz="2300" b="0" i="1" smtClean="0">
                              <a:solidFill>
                                <a:schemeClr val="bg1"/>
                              </a:solidFill>
                              <a:latin typeface="Cambria Math" panose="02040503050406030204" pitchFamily="18" charset="0"/>
                              <a:cs typeface="Arial" panose="020B0604020202020204" pitchFamily="34" charset="0"/>
                            </a:rPr>
                          </m:ctrlPr>
                        </m:fPr>
                        <m:num>
                          <m:sSub>
                            <m:sSubPr>
                              <m:ctrlPr>
                                <a:rPr lang="en-IN" sz="2300" b="0" i="1" smtClean="0">
                                  <a:solidFill>
                                    <a:schemeClr val="bg1"/>
                                  </a:solidFill>
                                  <a:latin typeface="Cambria Math" panose="02040503050406030204" pitchFamily="18" charset="0"/>
                                  <a:cs typeface="Arial" panose="020B0604020202020204" pitchFamily="34" charset="0"/>
                                </a:rPr>
                              </m:ctrlPr>
                            </m:sSubPr>
                            <m:e>
                              <m:r>
                                <m:rPr>
                                  <m:sty m:val="p"/>
                                </m:rPr>
                                <a:rPr lang="en-IN" sz="2300" b="0" i="0" smtClean="0">
                                  <a:solidFill>
                                    <a:schemeClr val="bg1"/>
                                  </a:solidFill>
                                  <a:latin typeface="Cambria Math" panose="02040503050406030204" pitchFamily="18" charset="0"/>
                                  <a:cs typeface="Arial" panose="020B0604020202020204" pitchFamily="34" charset="0"/>
                                </a:rPr>
                                <m:t>x</m:t>
                              </m:r>
                            </m:e>
                            <m:sub>
                              <m:r>
                                <a:rPr lang="en-IN" sz="2300" b="0" i="0" smtClean="0">
                                  <a:solidFill>
                                    <a:schemeClr val="bg1"/>
                                  </a:solidFill>
                                  <a:latin typeface="Cambria Math" panose="02040503050406030204" pitchFamily="18" charset="0"/>
                                  <a:cs typeface="Arial" panose="020B0604020202020204" pitchFamily="34" charset="0"/>
                                </a:rPr>
                                <m:t>1</m:t>
                              </m:r>
                            </m:sub>
                          </m:sSub>
                          <m:r>
                            <a:rPr lang="en-IN" sz="2300" b="0" i="0" smtClean="0">
                              <a:solidFill>
                                <a:schemeClr val="bg1"/>
                              </a:solidFill>
                              <a:latin typeface="Cambria Math" panose="02040503050406030204" pitchFamily="18" charset="0"/>
                              <a:cs typeface="Arial" panose="020B0604020202020204" pitchFamily="34" charset="0"/>
                            </a:rPr>
                            <m:t>−0</m:t>
                          </m:r>
                        </m:num>
                        <m:den>
                          <m:rad>
                            <m:radPr>
                              <m:degHide m:val="on"/>
                              <m:ctrlPr>
                                <a:rPr lang="en-IN" sz="2300" i="1" smtClean="0">
                                  <a:solidFill>
                                    <a:schemeClr val="accent6">
                                      <a:lumMod val="50000"/>
                                    </a:schemeClr>
                                  </a:solidFill>
                                  <a:latin typeface="Cambria Math" panose="02040503050406030204" pitchFamily="18" charset="0"/>
                                  <a:cs typeface="Arial" panose="020B0604020202020204" pitchFamily="34" charset="0"/>
                                </a:rPr>
                              </m:ctrlPr>
                            </m:radPr>
                            <m:deg/>
                            <m:e>
                              <m:sSub>
                                <m:sSubPr>
                                  <m:ctrlPr>
                                    <a:rPr lang="en-IN" sz="2300" i="1">
                                      <a:solidFill>
                                        <a:schemeClr val="accent6">
                                          <a:lumMod val="50000"/>
                                        </a:schemeClr>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2300" i="0">
                                      <a:solidFill>
                                        <a:schemeClr val="accent6">
                                          <a:lumMod val="50000"/>
                                        </a:schemeClr>
                                      </a:solidFill>
                                      <a:latin typeface="Cambria Math" panose="02040503050406030204" pitchFamily="18" charset="0"/>
                                      <a:ea typeface="Cambria Math" panose="02040503050406030204" pitchFamily="18" charset="0"/>
                                      <a:cs typeface="Arial" panose="020B0604020202020204" pitchFamily="34" charset="0"/>
                                    </a:rPr>
                                    <m:t>σ</m:t>
                                  </m:r>
                                </m:e>
                                <m:sub>
                                  <m:r>
                                    <a:rPr lang="en-IN" sz="2300" i="0">
                                      <a:solidFill>
                                        <a:schemeClr val="accent6">
                                          <a:lumMod val="50000"/>
                                        </a:schemeClr>
                                      </a:solidFill>
                                      <a:latin typeface="Cambria Math" panose="02040503050406030204" pitchFamily="18" charset="0"/>
                                      <a:ea typeface="Cambria Math" panose="02040503050406030204" pitchFamily="18" charset="0"/>
                                      <a:cs typeface="Arial" panose="020B0604020202020204" pitchFamily="34" charset="0"/>
                                    </a:rPr>
                                    <m:t>11</m:t>
                                  </m:r>
                                </m:sub>
                              </m:sSub>
                              <m:r>
                                <a:rPr lang="en-IN" sz="2300" i="0">
                                  <a:solidFill>
                                    <a:schemeClr val="accent6">
                                      <a:lumMod val="50000"/>
                                    </a:schemeClr>
                                  </a:solidFill>
                                  <a:latin typeface="Cambria Math" panose="02040503050406030204" pitchFamily="18" charset="0"/>
                                  <a:ea typeface="Cambria Math" panose="02040503050406030204" pitchFamily="18" charset="0"/>
                                  <a:cs typeface="Arial" panose="020B0604020202020204" pitchFamily="34" charset="0"/>
                                </a:rPr>
                                <m:t>  </m:t>
                              </m:r>
                            </m:e>
                          </m:rad>
                        </m:den>
                      </m:f>
                    </m:oMath>
                  </m:oMathPara>
                </a14:m>
                <a:endParaRPr lang="en-US" sz="2300" dirty="0">
                  <a:solidFill>
                    <a:schemeClr val="bg1"/>
                  </a:solidFill>
                  <a:latin typeface="Arial" panose="020B0604020202020204" pitchFamily="34" charset="0"/>
                  <a:cs typeface="Arial" panose="020B0604020202020204" pitchFamily="34" charset="0"/>
                </a:endParaRPr>
              </a:p>
              <a:p>
                <a:pPr algn="ctr">
                  <a:lnSpc>
                    <a:spcPct val="200000"/>
                  </a:lnSpc>
                  <a:buClr>
                    <a:srgbClr val="0000FF"/>
                  </a:buClr>
                </a:pPr>
                <a14:m>
                  <m:oMathPara xmlns:m="http://schemas.openxmlformats.org/officeDocument/2006/math">
                    <m:oMathParaPr>
                      <m:jc m:val="centerGroup"/>
                    </m:oMathParaPr>
                    <m:oMath xmlns:m="http://schemas.openxmlformats.org/officeDocument/2006/math">
                      <m:sSubSup>
                        <m:sSubSupPr>
                          <m:ctrlPr>
                            <a:rPr lang="en-IN" sz="2300" b="0" i="1" smtClean="0">
                              <a:solidFill>
                                <a:schemeClr val="bg1"/>
                              </a:solidFill>
                              <a:latin typeface="Cambria Math" panose="02040503050406030204" pitchFamily="18" charset="0"/>
                              <a:cs typeface="Arial" panose="020B0604020202020204" pitchFamily="34" charset="0"/>
                            </a:rPr>
                          </m:ctrlPr>
                        </m:sSubSupPr>
                        <m:e>
                          <m:r>
                            <m:rPr>
                              <m:sty m:val="p"/>
                            </m:rPr>
                            <a:rPr lang="en-IN" sz="2300" b="0" i="0" smtClean="0">
                              <a:solidFill>
                                <a:schemeClr val="bg1"/>
                              </a:solidFill>
                              <a:latin typeface="Cambria Math" panose="02040503050406030204" pitchFamily="18" charset="0"/>
                              <a:cs typeface="Arial" panose="020B0604020202020204" pitchFamily="34" charset="0"/>
                            </a:rPr>
                            <m:t>x</m:t>
                          </m:r>
                        </m:e>
                        <m:sub>
                          <m:r>
                            <a:rPr lang="en-IN" sz="2300" b="0" i="0" smtClean="0">
                              <a:solidFill>
                                <a:schemeClr val="bg1"/>
                              </a:solidFill>
                              <a:latin typeface="Cambria Math" panose="02040503050406030204" pitchFamily="18" charset="0"/>
                              <a:cs typeface="Arial" panose="020B0604020202020204" pitchFamily="34" charset="0"/>
                            </a:rPr>
                            <m:t>2</m:t>
                          </m:r>
                        </m:sub>
                        <m:sup>
                          <m:r>
                            <a:rPr lang="en-IN" sz="2300" b="0" i="0" smtClean="0">
                              <a:solidFill>
                                <a:schemeClr val="bg1"/>
                              </a:solidFill>
                              <a:latin typeface="Cambria Math" panose="02040503050406030204" pitchFamily="18" charset="0"/>
                              <a:cs typeface="Arial" panose="020B0604020202020204" pitchFamily="34" charset="0"/>
                            </a:rPr>
                            <m:t>∗</m:t>
                          </m:r>
                        </m:sup>
                      </m:sSubSup>
                      <m:r>
                        <a:rPr lang="en-IN" sz="2300" b="0" i="0" smtClean="0">
                          <a:solidFill>
                            <a:schemeClr val="bg1"/>
                          </a:solidFill>
                          <a:latin typeface="Cambria Math" panose="02040503050406030204" pitchFamily="18" charset="0"/>
                          <a:cs typeface="Arial" panose="020B0604020202020204" pitchFamily="34" charset="0"/>
                        </a:rPr>
                        <m:t>=</m:t>
                      </m:r>
                      <m:f>
                        <m:fPr>
                          <m:ctrlPr>
                            <a:rPr lang="en-IN" sz="2300" b="0" i="1" smtClean="0">
                              <a:solidFill>
                                <a:schemeClr val="bg1"/>
                              </a:solidFill>
                              <a:latin typeface="Cambria Math" panose="02040503050406030204" pitchFamily="18" charset="0"/>
                              <a:cs typeface="Arial" panose="020B0604020202020204" pitchFamily="34" charset="0"/>
                            </a:rPr>
                          </m:ctrlPr>
                        </m:fPr>
                        <m:num>
                          <m:sSub>
                            <m:sSubPr>
                              <m:ctrlPr>
                                <a:rPr lang="en-IN" sz="2300" b="0" i="1" smtClean="0">
                                  <a:solidFill>
                                    <a:schemeClr val="bg1"/>
                                  </a:solidFill>
                                  <a:latin typeface="Cambria Math" panose="02040503050406030204" pitchFamily="18" charset="0"/>
                                  <a:cs typeface="Arial" panose="020B0604020202020204" pitchFamily="34" charset="0"/>
                                </a:rPr>
                              </m:ctrlPr>
                            </m:sSubPr>
                            <m:e>
                              <m:r>
                                <m:rPr>
                                  <m:sty m:val="p"/>
                                </m:rPr>
                                <a:rPr lang="en-IN" sz="2300" b="0" i="0" smtClean="0">
                                  <a:solidFill>
                                    <a:schemeClr val="bg1"/>
                                  </a:solidFill>
                                  <a:latin typeface="Cambria Math" panose="02040503050406030204" pitchFamily="18" charset="0"/>
                                  <a:cs typeface="Arial" panose="020B0604020202020204" pitchFamily="34" charset="0"/>
                                </a:rPr>
                                <m:t>x</m:t>
                              </m:r>
                            </m:e>
                            <m:sub>
                              <m:r>
                                <a:rPr lang="en-IN" sz="2300" b="0" i="0" smtClean="0">
                                  <a:solidFill>
                                    <a:schemeClr val="bg1"/>
                                  </a:solidFill>
                                  <a:latin typeface="Cambria Math" panose="02040503050406030204" pitchFamily="18" charset="0"/>
                                  <a:cs typeface="Arial" panose="020B0604020202020204" pitchFamily="34" charset="0"/>
                                </a:rPr>
                                <m:t>2</m:t>
                              </m:r>
                            </m:sub>
                          </m:sSub>
                          <m:r>
                            <a:rPr lang="en-IN" sz="2300" b="0" i="0" smtClean="0">
                              <a:solidFill>
                                <a:schemeClr val="bg1"/>
                              </a:solidFill>
                              <a:latin typeface="Cambria Math" panose="02040503050406030204" pitchFamily="18" charset="0"/>
                              <a:cs typeface="Arial" panose="020B0604020202020204" pitchFamily="34" charset="0"/>
                            </a:rPr>
                            <m:t>−0</m:t>
                          </m:r>
                        </m:num>
                        <m:den>
                          <m:rad>
                            <m:radPr>
                              <m:degHide m:val="on"/>
                              <m:ctrlPr>
                                <a:rPr lang="en-IN" sz="2300" i="1" smtClean="0">
                                  <a:solidFill>
                                    <a:schemeClr val="accent6">
                                      <a:lumMod val="50000"/>
                                    </a:schemeClr>
                                  </a:solidFill>
                                  <a:latin typeface="Cambria Math" panose="02040503050406030204" pitchFamily="18" charset="0"/>
                                  <a:cs typeface="Arial" panose="020B0604020202020204" pitchFamily="34" charset="0"/>
                                </a:rPr>
                              </m:ctrlPr>
                            </m:radPr>
                            <m:deg/>
                            <m:e>
                              <m:sSub>
                                <m:sSubPr>
                                  <m:ctrlPr>
                                    <a:rPr lang="en-IN" sz="2300" i="1">
                                      <a:solidFill>
                                        <a:schemeClr val="accent6">
                                          <a:lumMod val="50000"/>
                                        </a:schemeClr>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2300" i="0">
                                      <a:solidFill>
                                        <a:schemeClr val="accent6">
                                          <a:lumMod val="50000"/>
                                        </a:schemeClr>
                                      </a:solidFill>
                                      <a:latin typeface="Cambria Math" panose="02040503050406030204" pitchFamily="18" charset="0"/>
                                      <a:ea typeface="Cambria Math" panose="02040503050406030204" pitchFamily="18" charset="0"/>
                                      <a:cs typeface="Arial" panose="020B0604020202020204" pitchFamily="34" charset="0"/>
                                    </a:rPr>
                                    <m:t>σ</m:t>
                                  </m:r>
                                </m:e>
                                <m:sub>
                                  <m:r>
                                    <a:rPr lang="en-IN" sz="2300" b="0" i="0" smtClean="0">
                                      <a:solidFill>
                                        <a:schemeClr val="accent6">
                                          <a:lumMod val="50000"/>
                                        </a:schemeClr>
                                      </a:solidFill>
                                      <a:latin typeface="Cambria Math" panose="02040503050406030204" pitchFamily="18" charset="0"/>
                                      <a:ea typeface="Cambria Math" panose="02040503050406030204" pitchFamily="18" charset="0"/>
                                      <a:cs typeface="Arial" panose="020B0604020202020204" pitchFamily="34" charset="0"/>
                                    </a:rPr>
                                    <m:t>22</m:t>
                                  </m:r>
                                </m:sub>
                              </m:sSub>
                              <m:r>
                                <a:rPr lang="en-IN" sz="2300" i="0">
                                  <a:solidFill>
                                    <a:schemeClr val="accent6">
                                      <a:lumMod val="50000"/>
                                    </a:schemeClr>
                                  </a:solidFill>
                                  <a:latin typeface="Cambria Math" panose="02040503050406030204" pitchFamily="18" charset="0"/>
                                  <a:ea typeface="Cambria Math" panose="02040503050406030204" pitchFamily="18" charset="0"/>
                                  <a:cs typeface="Arial" panose="020B0604020202020204" pitchFamily="34" charset="0"/>
                                </a:rPr>
                                <m:t>  </m:t>
                              </m:r>
                            </m:e>
                          </m:rad>
                        </m:den>
                      </m:f>
                    </m:oMath>
                  </m:oMathPara>
                </a14:m>
                <a:endParaRPr lang="en-US" sz="2300" dirty="0">
                  <a:solidFill>
                    <a:schemeClr val="bg1"/>
                  </a:solidFill>
                  <a:latin typeface="Arial" panose="020B0604020202020204" pitchFamily="34" charset="0"/>
                  <a:cs typeface="Arial" panose="020B0604020202020204" pitchFamily="34" charset="0"/>
                </a:endParaRPr>
              </a:p>
              <a:p>
                <a:pPr marL="342900" indent="-342900" algn="just">
                  <a:lnSpc>
                    <a:spcPct val="15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Now, we will </a:t>
                </a:r>
                <a:r>
                  <a:rPr lang="en-US" sz="2300" b="1" dirty="0">
                    <a:solidFill>
                      <a:schemeClr val="bg1"/>
                    </a:solidFill>
                    <a:latin typeface="Arial" panose="020B0604020202020204" pitchFamily="34" charset="0"/>
                    <a:cs typeface="Arial" panose="020B0604020202020204" pitchFamily="34" charset="0"/>
                  </a:rPr>
                  <a:t>define</a:t>
                </a:r>
                <a:r>
                  <a:rPr lang="en-US" sz="2300" dirty="0">
                    <a:solidFill>
                      <a:schemeClr val="bg1"/>
                    </a:solidFill>
                    <a:latin typeface="Arial" panose="020B0604020202020204" pitchFamily="34" charset="0"/>
                    <a:cs typeface="Arial" panose="020B0604020202020204" pitchFamily="34" charset="0"/>
                  </a:rPr>
                  <a:t> the </a:t>
                </a:r>
                <a:r>
                  <a:rPr lang="en-US" sz="2300" b="1" dirty="0">
                    <a:solidFill>
                      <a:srgbClr val="C00000"/>
                    </a:solidFill>
                    <a:latin typeface="Arial" panose="020B0604020202020204" pitchFamily="34" charset="0"/>
                    <a:cs typeface="Arial" panose="020B0604020202020204" pitchFamily="34" charset="0"/>
                  </a:rPr>
                  <a:t>statistical</a:t>
                </a:r>
                <a:r>
                  <a:rPr lang="en-US" sz="2300" dirty="0">
                    <a:solidFill>
                      <a:schemeClr val="bg1"/>
                    </a:solidFill>
                    <a:latin typeface="Arial" panose="020B0604020202020204" pitchFamily="34" charset="0"/>
                    <a:cs typeface="Arial" panose="020B0604020202020204" pitchFamily="34" charset="0"/>
                  </a:rPr>
                  <a:t> </a:t>
                </a:r>
                <a:r>
                  <a:rPr lang="en-US" sz="2300" b="1" dirty="0">
                    <a:solidFill>
                      <a:srgbClr val="C00000"/>
                    </a:solidFill>
                    <a:latin typeface="Arial" panose="020B0604020202020204" pitchFamily="34" charset="0"/>
                    <a:cs typeface="Arial" panose="020B0604020202020204" pitchFamily="34" charset="0"/>
                  </a:rPr>
                  <a:t>distance</a:t>
                </a:r>
                <a:r>
                  <a:rPr lang="en-US" sz="2300" dirty="0">
                    <a:solidFill>
                      <a:schemeClr val="bg1"/>
                    </a:solidFill>
                    <a:latin typeface="Arial" panose="020B0604020202020204" pitchFamily="34" charset="0"/>
                    <a:cs typeface="Arial" panose="020B0604020202020204" pitchFamily="34" charset="0"/>
                  </a:rPr>
                  <a:t> from the </a:t>
                </a:r>
                <a:r>
                  <a:rPr lang="en-US" sz="2300" dirty="0" err="1">
                    <a:solidFill>
                      <a:schemeClr val="bg1"/>
                    </a:solidFill>
                    <a:latin typeface="Arial" panose="020B0604020202020204" pitchFamily="34" charset="0"/>
                    <a:cs typeface="Arial" panose="020B0604020202020204" pitchFamily="34" charset="0"/>
                  </a:rPr>
                  <a:t>centre</a:t>
                </a:r>
                <a:r>
                  <a:rPr lang="en-US" sz="2300" dirty="0">
                    <a:solidFill>
                      <a:schemeClr val="bg1"/>
                    </a:solidFill>
                    <a:latin typeface="Arial" panose="020B0604020202020204" pitchFamily="34" charset="0"/>
                    <a:cs typeface="Arial" panose="020B0604020202020204" pitchFamily="34" charset="0"/>
                  </a:rPr>
                  <a:t> (</a:t>
                </a:r>
                <a:r>
                  <a:rPr lang="en-US" sz="2300" dirty="0">
                    <a:solidFill>
                      <a:schemeClr val="accent6">
                        <a:lumMod val="50000"/>
                      </a:schemeClr>
                    </a:solidFill>
                    <a:latin typeface="Arial" panose="020B0604020202020204" pitchFamily="34" charset="0"/>
                    <a:cs typeface="Arial" panose="020B0604020202020204" pitchFamily="34" charset="0"/>
                  </a:rPr>
                  <a:t>here origin</a:t>
                </a:r>
                <a:r>
                  <a:rPr lang="en-US" sz="2300" dirty="0">
                    <a:solidFill>
                      <a:schemeClr val="bg1"/>
                    </a:solidFill>
                    <a:latin typeface="Arial" panose="020B0604020202020204" pitchFamily="34" charset="0"/>
                    <a:cs typeface="Arial" panose="020B0604020202020204" pitchFamily="34" charset="0"/>
                  </a:rPr>
                  <a:t>) in terms of the transformed variables as</a:t>
                </a:r>
              </a:p>
              <a:p>
                <a:pPr algn="ctr">
                  <a:lnSpc>
                    <a:spcPct val="150000"/>
                  </a:lnSpc>
                  <a:buClr>
                    <a:srgbClr val="0000FF"/>
                  </a:buClr>
                </a:pPr>
                <a14:m>
                  <m:oMathPara xmlns:m="http://schemas.openxmlformats.org/officeDocument/2006/math">
                    <m:oMathParaPr>
                      <m:jc m:val="centerGroup"/>
                    </m:oMathParaPr>
                    <m:oMath xmlns:m="http://schemas.openxmlformats.org/officeDocument/2006/math">
                      <m:f>
                        <m:fPr>
                          <m:ctrlPr>
                            <a:rPr lang="en-IN" sz="2300" b="0" i="1" smtClean="0">
                              <a:solidFill>
                                <a:schemeClr val="bg1"/>
                              </a:solidFill>
                              <a:latin typeface="Cambria Math" panose="02040503050406030204" pitchFamily="18" charset="0"/>
                              <a:cs typeface="Arial" panose="020B0604020202020204" pitchFamily="34" charset="0"/>
                            </a:rPr>
                          </m:ctrlPr>
                        </m:fPr>
                        <m:num>
                          <m:sSubSup>
                            <m:sSubSupPr>
                              <m:ctrlPr>
                                <a:rPr lang="en-IN" sz="2300" b="0" i="1" smtClean="0">
                                  <a:solidFill>
                                    <a:schemeClr val="bg1"/>
                                  </a:solidFill>
                                  <a:latin typeface="Cambria Math" panose="02040503050406030204" pitchFamily="18" charset="0"/>
                                  <a:cs typeface="Arial" panose="020B0604020202020204" pitchFamily="34" charset="0"/>
                                </a:rPr>
                              </m:ctrlPr>
                            </m:sSubSupPr>
                            <m:e>
                              <m:r>
                                <m:rPr>
                                  <m:sty m:val="p"/>
                                </m:rPr>
                                <a:rPr lang="en-IN" sz="2300" b="0" i="0" smtClean="0">
                                  <a:solidFill>
                                    <a:schemeClr val="bg1"/>
                                  </a:solidFill>
                                  <a:latin typeface="Cambria Math" panose="02040503050406030204" pitchFamily="18" charset="0"/>
                                  <a:cs typeface="Arial" panose="020B0604020202020204" pitchFamily="34" charset="0"/>
                                </a:rPr>
                                <m:t>x</m:t>
                              </m:r>
                            </m:e>
                            <m:sub>
                              <m:r>
                                <a:rPr lang="en-IN" sz="2300" b="0" i="0" smtClean="0">
                                  <a:solidFill>
                                    <a:schemeClr val="bg1"/>
                                  </a:solidFill>
                                  <a:latin typeface="Cambria Math" panose="02040503050406030204" pitchFamily="18" charset="0"/>
                                  <a:cs typeface="Arial" panose="020B0604020202020204" pitchFamily="34" charset="0"/>
                                </a:rPr>
                                <m:t>1</m:t>
                              </m:r>
                            </m:sub>
                            <m:sup>
                              <m:r>
                                <a:rPr lang="en-IN" sz="2300" b="0" i="0" smtClean="0">
                                  <a:solidFill>
                                    <a:schemeClr val="bg1"/>
                                  </a:solidFill>
                                  <a:latin typeface="Cambria Math" panose="02040503050406030204" pitchFamily="18" charset="0"/>
                                  <a:cs typeface="Arial" panose="020B0604020202020204" pitchFamily="34" charset="0"/>
                                </a:rPr>
                                <m:t>2</m:t>
                              </m:r>
                            </m:sup>
                          </m:sSubSup>
                        </m:num>
                        <m:den>
                          <m:sSub>
                            <m:sSubPr>
                              <m:ctrlPr>
                                <a:rPr lang="en-IN" sz="23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2300" i="0">
                                  <a:solidFill>
                                    <a:schemeClr val="bg1"/>
                                  </a:solidFill>
                                  <a:latin typeface="Cambria Math" panose="02040503050406030204" pitchFamily="18" charset="0"/>
                                  <a:ea typeface="Cambria Math" panose="02040503050406030204" pitchFamily="18" charset="0"/>
                                  <a:cs typeface="Arial" panose="020B0604020202020204" pitchFamily="34" charset="0"/>
                                </a:rPr>
                                <m:t>σ</m:t>
                              </m:r>
                            </m:e>
                            <m:sub>
                              <m:r>
                                <a:rPr lang="en-IN" sz="2300" i="0">
                                  <a:solidFill>
                                    <a:schemeClr val="bg1"/>
                                  </a:solidFill>
                                  <a:latin typeface="Cambria Math" panose="02040503050406030204" pitchFamily="18" charset="0"/>
                                  <a:ea typeface="Cambria Math" panose="02040503050406030204" pitchFamily="18" charset="0"/>
                                  <a:cs typeface="Arial" panose="020B0604020202020204" pitchFamily="34" charset="0"/>
                                </a:rPr>
                                <m:t>11</m:t>
                              </m:r>
                            </m:sub>
                          </m:sSub>
                        </m:den>
                      </m:f>
                      <m:r>
                        <a:rPr lang="en-IN" sz="2300" b="0" i="0" smtClean="0">
                          <a:solidFill>
                            <a:schemeClr val="bg1"/>
                          </a:solidFill>
                          <a:latin typeface="Cambria Math" panose="02040503050406030204" pitchFamily="18" charset="0"/>
                          <a:cs typeface="Arial" panose="020B0604020202020204" pitchFamily="34" charset="0"/>
                        </a:rPr>
                        <m:t>+</m:t>
                      </m:r>
                      <m:f>
                        <m:fPr>
                          <m:ctrlPr>
                            <a:rPr lang="en-IN" sz="2300" i="1">
                              <a:solidFill>
                                <a:schemeClr val="bg1"/>
                              </a:solidFill>
                              <a:latin typeface="Cambria Math" panose="02040503050406030204" pitchFamily="18" charset="0"/>
                              <a:cs typeface="Arial" panose="020B0604020202020204" pitchFamily="34" charset="0"/>
                            </a:rPr>
                          </m:ctrlPr>
                        </m:fPr>
                        <m:num>
                          <m:sSubSup>
                            <m:sSubSupPr>
                              <m:ctrlPr>
                                <a:rPr lang="en-IN" sz="2300" i="1">
                                  <a:solidFill>
                                    <a:schemeClr val="bg1"/>
                                  </a:solidFill>
                                  <a:latin typeface="Cambria Math" panose="02040503050406030204" pitchFamily="18" charset="0"/>
                                  <a:cs typeface="Arial" panose="020B0604020202020204" pitchFamily="34" charset="0"/>
                                </a:rPr>
                              </m:ctrlPr>
                            </m:sSubSupPr>
                            <m:e>
                              <m:r>
                                <m:rPr>
                                  <m:sty m:val="p"/>
                                </m:rPr>
                                <a:rPr lang="en-IN" sz="2300" i="0">
                                  <a:solidFill>
                                    <a:schemeClr val="bg1"/>
                                  </a:solidFill>
                                  <a:latin typeface="Cambria Math" panose="02040503050406030204" pitchFamily="18" charset="0"/>
                                  <a:cs typeface="Arial" panose="020B0604020202020204" pitchFamily="34" charset="0"/>
                                </a:rPr>
                                <m:t>x</m:t>
                              </m:r>
                            </m:e>
                            <m:sub>
                              <m:r>
                                <a:rPr lang="en-IN" sz="2300" b="0" i="0" smtClean="0">
                                  <a:solidFill>
                                    <a:schemeClr val="bg1"/>
                                  </a:solidFill>
                                  <a:latin typeface="Cambria Math" panose="02040503050406030204" pitchFamily="18" charset="0"/>
                                  <a:cs typeface="Arial" panose="020B0604020202020204" pitchFamily="34" charset="0"/>
                                </a:rPr>
                                <m:t>2</m:t>
                              </m:r>
                            </m:sub>
                            <m:sup>
                              <m:r>
                                <a:rPr lang="en-IN" sz="2300" i="0">
                                  <a:solidFill>
                                    <a:schemeClr val="bg1"/>
                                  </a:solidFill>
                                  <a:latin typeface="Cambria Math" panose="02040503050406030204" pitchFamily="18" charset="0"/>
                                  <a:cs typeface="Arial" panose="020B0604020202020204" pitchFamily="34" charset="0"/>
                                </a:rPr>
                                <m:t>2</m:t>
                              </m:r>
                            </m:sup>
                          </m:sSubSup>
                        </m:num>
                        <m:den>
                          <m:sSub>
                            <m:sSubPr>
                              <m:ctrlPr>
                                <a:rPr lang="en-IN" sz="23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2300" i="0">
                                  <a:solidFill>
                                    <a:schemeClr val="bg1"/>
                                  </a:solidFill>
                                  <a:latin typeface="Cambria Math" panose="02040503050406030204" pitchFamily="18" charset="0"/>
                                  <a:ea typeface="Cambria Math" panose="02040503050406030204" pitchFamily="18" charset="0"/>
                                  <a:cs typeface="Arial" panose="020B0604020202020204" pitchFamily="34" charset="0"/>
                                </a:rPr>
                                <m:t>σ</m:t>
                              </m:r>
                            </m:e>
                            <m:sub>
                              <m:r>
                                <a:rPr lang="en-IN" sz="23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22</m:t>
                              </m:r>
                            </m:sub>
                          </m:sSub>
                        </m:den>
                      </m:f>
                      <m:r>
                        <a:rPr lang="en-IN" sz="23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2300" b="0"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IN" sz="2300" b="0"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d</m:t>
                          </m:r>
                        </m:e>
                        <m:sup>
                          <m:r>
                            <a:rPr lang="en-IN" sz="2300" b="0"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2</m:t>
                          </m:r>
                        </m:sup>
                      </m:sSup>
                    </m:oMath>
                  </m:oMathPara>
                </a14:m>
                <a:endParaRPr lang="en-US" sz="2300" dirty="0">
                  <a:solidFill>
                    <a:schemeClr val="bg1"/>
                  </a:solidFill>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49A77FB0-E2CF-BBFA-2B59-7B35D17CF6A0}"/>
                  </a:ext>
                </a:extLst>
              </p:cNvPr>
              <p:cNvSpPr txBox="1">
                <a:spLocks noRot="1" noChangeAspect="1" noMove="1" noResize="1" noEditPoints="1" noAdjustHandles="1" noChangeArrowheads="1" noChangeShapeType="1" noTextEdit="1"/>
              </p:cNvSpPr>
              <p:nvPr/>
            </p:nvSpPr>
            <p:spPr>
              <a:xfrm>
                <a:off x="465559" y="504890"/>
                <a:ext cx="11118715" cy="6009209"/>
              </a:xfrm>
              <a:prstGeom prst="rect">
                <a:avLst/>
              </a:prstGeom>
              <a:blipFill>
                <a:blip r:embed="rId3"/>
                <a:stretch>
                  <a:fillRect l="-658" r="-822"/>
                </a:stretch>
              </a:blipFill>
            </p:spPr>
            <p:txBody>
              <a:bodyPr/>
              <a:lstStyle/>
              <a:p>
                <a:r>
                  <a:rPr lang="en-IN">
                    <a:noFill/>
                  </a:rPr>
                  <a:t> </a:t>
                </a:r>
              </a:p>
            </p:txBody>
          </p:sp>
        </mc:Fallback>
      </mc:AlternateContent>
      <p:sp>
        <p:nvSpPr>
          <p:cNvPr id="2" name="TextBox 1"/>
          <p:cNvSpPr txBox="1"/>
          <p:nvPr/>
        </p:nvSpPr>
        <p:spPr>
          <a:xfrm>
            <a:off x="7994210" y="1973656"/>
            <a:ext cx="3331675" cy="923330"/>
          </a:xfrm>
          <a:prstGeom prst="rect">
            <a:avLst/>
          </a:prstGeom>
          <a:noFill/>
        </p:spPr>
        <p:txBody>
          <a:bodyPr wrap="square" rtlCol="0">
            <a:spAutoFit/>
          </a:bodyPr>
          <a:lstStyle/>
          <a:p>
            <a:pPr algn="just"/>
            <a:r>
              <a:rPr lang="en-IN" dirty="0">
                <a:solidFill>
                  <a:srgbClr val="7030A0"/>
                </a:solidFill>
                <a:latin typeface="Arial" panose="020B0604020202020204" pitchFamily="34" charset="0"/>
                <a:cs typeface="Arial" panose="020B0604020202020204" pitchFamily="34" charset="0"/>
              </a:rPr>
              <a:t>Note the square root on the variance to give the standard deviation</a:t>
            </a:r>
          </a:p>
        </p:txBody>
      </p:sp>
      <p:cxnSp>
        <p:nvCxnSpPr>
          <p:cNvPr id="4" name="Straight Arrow Connector 3"/>
          <p:cNvCxnSpPr/>
          <p:nvPr/>
        </p:nvCxnSpPr>
        <p:spPr>
          <a:xfrm flipH="1" flipV="1">
            <a:off x="6916848" y="2136618"/>
            <a:ext cx="995882" cy="298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6916848" y="2435321"/>
            <a:ext cx="995882" cy="10107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38465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37D9C73-7C82-1BF0-7450-22891C0A10BA}"/>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4F45DB0C-4E00-51CC-40AE-BE19288F0EB2}"/>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latin typeface="Arial" pitchFamily="34" charset="0"/>
                <a:cs typeface="Arial" pitchFamily="34" charset="0"/>
              </a:rPr>
              <a:t>Equal Footing</a:t>
            </a:r>
            <a:endParaRPr lang="en-IN" sz="3600" dirty="0">
              <a:solidFill>
                <a:srgbClr val="0070C0"/>
              </a:solidFill>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70582DF-DC86-15F6-D0B1-41C83BCEBD47}"/>
                  </a:ext>
                </a:extLst>
              </p:cNvPr>
              <p:cNvSpPr txBox="1"/>
              <p:nvPr/>
            </p:nvSpPr>
            <p:spPr>
              <a:xfrm>
                <a:off x="340875" y="980946"/>
                <a:ext cx="11469610" cy="5258491"/>
              </a:xfrm>
              <a:prstGeom prst="rect">
                <a:avLst/>
              </a:prstGeom>
              <a:noFill/>
            </p:spPr>
            <p:txBody>
              <a:bodyPr wrap="square" rtlCol="0">
                <a:spAutoFit/>
              </a:bodyPr>
              <a:lstStyle/>
              <a:p>
                <a:pPr marL="342900" indent="-34290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Now, we will define the distance in terms of the transformed variables as</a:t>
                </a:r>
              </a:p>
              <a:p>
                <a:pPr algn="ctr">
                  <a:lnSpc>
                    <a:spcPct val="200000"/>
                  </a:lnSpc>
                  <a:buClr>
                    <a:srgbClr val="0000FF"/>
                  </a:buClr>
                </a:pPr>
                <a14:m>
                  <m:oMathPara xmlns:m="http://schemas.openxmlformats.org/officeDocument/2006/math">
                    <m:oMathParaPr>
                      <m:jc m:val="centerGroup"/>
                    </m:oMathParaPr>
                    <m:oMath xmlns:m="http://schemas.openxmlformats.org/officeDocument/2006/math">
                      <m:f>
                        <m:fPr>
                          <m:ctrlPr>
                            <a:rPr lang="en-IN" sz="2300" b="0" i="1" smtClean="0">
                              <a:solidFill>
                                <a:srgbClr val="C00000"/>
                              </a:solidFill>
                              <a:latin typeface="Cambria Math" panose="02040503050406030204" pitchFamily="18" charset="0"/>
                              <a:cs typeface="Arial" panose="020B0604020202020204" pitchFamily="34" charset="0"/>
                            </a:rPr>
                          </m:ctrlPr>
                        </m:fPr>
                        <m:num>
                          <m:sSubSup>
                            <m:sSubSupPr>
                              <m:ctrlPr>
                                <a:rPr lang="en-IN" sz="2300" b="0" i="1" smtClean="0">
                                  <a:solidFill>
                                    <a:srgbClr val="C00000"/>
                                  </a:solidFill>
                                  <a:latin typeface="Cambria Math" panose="02040503050406030204" pitchFamily="18" charset="0"/>
                                  <a:cs typeface="Arial" panose="020B0604020202020204" pitchFamily="34" charset="0"/>
                                </a:rPr>
                              </m:ctrlPr>
                            </m:sSubSupPr>
                            <m:e>
                              <m:r>
                                <m:rPr>
                                  <m:sty m:val="p"/>
                                </m:rPr>
                                <a:rPr lang="en-IN" sz="2300" b="0" i="0" smtClean="0">
                                  <a:solidFill>
                                    <a:srgbClr val="C00000"/>
                                  </a:solidFill>
                                  <a:latin typeface="Cambria Math" panose="02040503050406030204" pitchFamily="18" charset="0"/>
                                  <a:cs typeface="Arial" panose="020B0604020202020204" pitchFamily="34" charset="0"/>
                                </a:rPr>
                                <m:t>x</m:t>
                              </m:r>
                            </m:e>
                            <m:sub>
                              <m:r>
                                <a:rPr lang="en-IN" sz="2300" b="0" i="0" smtClean="0">
                                  <a:solidFill>
                                    <a:srgbClr val="C00000"/>
                                  </a:solidFill>
                                  <a:latin typeface="Cambria Math" panose="02040503050406030204" pitchFamily="18" charset="0"/>
                                  <a:cs typeface="Arial" panose="020B0604020202020204" pitchFamily="34" charset="0"/>
                                </a:rPr>
                                <m:t>1</m:t>
                              </m:r>
                            </m:sub>
                            <m:sup>
                              <m:r>
                                <a:rPr lang="en-IN" sz="2300" b="0" i="0" smtClean="0">
                                  <a:solidFill>
                                    <a:srgbClr val="C00000"/>
                                  </a:solidFill>
                                  <a:latin typeface="Cambria Math" panose="02040503050406030204" pitchFamily="18" charset="0"/>
                                  <a:cs typeface="Arial" panose="020B0604020202020204" pitchFamily="34" charset="0"/>
                                </a:rPr>
                                <m:t>2</m:t>
                              </m:r>
                            </m:sup>
                          </m:sSubSup>
                        </m:num>
                        <m:den>
                          <m:sSub>
                            <m:sSubPr>
                              <m:ctrlPr>
                                <a:rPr lang="en-IN" sz="2300"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2300" i="0">
                                  <a:solidFill>
                                    <a:srgbClr val="C00000"/>
                                  </a:solidFill>
                                  <a:latin typeface="Cambria Math" panose="02040503050406030204" pitchFamily="18" charset="0"/>
                                  <a:ea typeface="Cambria Math" panose="02040503050406030204" pitchFamily="18" charset="0"/>
                                  <a:cs typeface="Arial" panose="020B0604020202020204" pitchFamily="34" charset="0"/>
                                </a:rPr>
                                <m:t>σ</m:t>
                              </m:r>
                            </m:e>
                            <m:sub>
                              <m:r>
                                <a:rPr lang="en-IN" sz="2300" i="0">
                                  <a:solidFill>
                                    <a:srgbClr val="C00000"/>
                                  </a:solidFill>
                                  <a:latin typeface="Cambria Math" panose="02040503050406030204" pitchFamily="18" charset="0"/>
                                  <a:ea typeface="Cambria Math" panose="02040503050406030204" pitchFamily="18" charset="0"/>
                                  <a:cs typeface="Arial" panose="020B0604020202020204" pitchFamily="34" charset="0"/>
                                </a:rPr>
                                <m:t>11</m:t>
                              </m:r>
                            </m:sub>
                          </m:sSub>
                        </m:den>
                      </m:f>
                      <m:r>
                        <a:rPr lang="en-IN" sz="2300" b="0" i="0" smtClean="0">
                          <a:solidFill>
                            <a:srgbClr val="C00000"/>
                          </a:solidFill>
                          <a:latin typeface="Cambria Math" panose="02040503050406030204" pitchFamily="18" charset="0"/>
                          <a:cs typeface="Arial" panose="020B0604020202020204" pitchFamily="34" charset="0"/>
                        </a:rPr>
                        <m:t>+</m:t>
                      </m:r>
                      <m:f>
                        <m:fPr>
                          <m:ctrlPr>
                            <a:rPr lang="en-IN" sz="2300" i="1">
                              <a:solidFill>
                                <a:srgbClr val="C00000"/>
                              </a:solidFill>
                              <a:latin typeface="Cambria Math" panose="02040503050406030204" pitchFamily="18" charset="0"/>
                              <a:cs typeface="Arial" panose="020B0604020202020204" pitchFamily="34" charset="0"/>
                            </a:rPr>
                          </m:ctrlPr>
                        </m:fPr>
                        <m:num>
                          <m:sSubSup>
                            <m:sSubSupPr>
                              <m:ctrlPr>
                                <a:rPr lang="en-IN" sz="2300" i="1">
                                  <a:solidFill>
                                    <a:srgbClr val="C00000"/>
                                  </a:solidFill>
                                  <a:latin typeface="Cambria Math" panose="02040503050406030204" pitchFamily="18" charset="0"/>
                                  <a:cs typeface="Arial" panose="020B0604020202020204" pitchFamily="34" charset="0"/>
                                </a:rPr>
                              </m:ctrlPr>
                            </m:sSubSupPr>
                            <m:e>
                              <m:r>
                                <m:rPr>
                                  <m:sty m:val="p"/>
                                </m:rPr>
                                <a:rPr lang="en-IN" sz="2300" i="0">
                                  <a:solidFill>
                                    <a:srgbClr val="C00000"/>
                                  </a:solidFill>
                                  <a:latin typeface="Cambria Math" panose="02040503050406030204" pitchFamily="18" charset="0"/>
                                  <a:cs typeface="Arial" panose="020B0604020202020204" pitchFamily="34" charset="0"/>
                                </a:rPr>
                                <m:t>x</m:t>
                              </m:r>
                            </m:e>
                            <m:sub>
                              <m:r>
                                <a:rPr lang="en-US" sz="2300" b="0" i="0" smtClean="0">
                                  <a:solidFill>
                                    <a:srgbClr val="C00000"/>
                                  </a:solidFill>
                                  <a:latin typeface="Cambria Math" panose="02040503050406030204" pitchFamily="18" charset="0"/>
                                  <a:cs typeface="Arial" panose="020B0604020202020204" pitchFamily="34" charset="0"/>
                                </a:rPr>
                                <m:t>2</m:t>
                              </m:r>
                            </m:sub>
                            <m:sup>
                              <m:r>
                                <a:rPr lang="en-IN" sz="2300" i="0">
                                  <a:solidFill>
                                    <a:srgbClr val="C00000"/>
                                  </a:solidFill>
                                  <a:latin typeface="Cambria Math" panose="02040503050406030204" pitchFamily="18" charset="0"/>
                                  <a:cs typeface="Arial" panose="020B0604020202020204" pitchFamily="34" charset="0"/>
                                </a:rPr>
                                <m:t>2</m:t>
                              </m:r>
                            </m:sup>
                          </m:sSubSup>
                        </m:num>
                        <m:den>
                          <m:sSub>
                            <m:sSubPr>
                              <m:ctrlPr>
                                <a:rPr lang="en-IN" sz="2300"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2300" i="0">
                                  <a:solidFill>
                                    <a:srgbClr val="C00000"/>
                                  </a:solidFill>
                                  <a:latin typeface="Cambria Math" panose="02040503050406030204" pitchFamily="18" charset="0"/>
                                  <a:ea typeface="Cambria Math" panose="02040503050406030204" pitchFamily="18" charset="0"/>
                                  <a:cs typeface="Arial" panose="020B0604020202020204" pitchFamily="34" charset="0"/>
                                </a:rPr>
                                <m:t>σ</m:t>
                              </m:r>
                            </m:e>
                            <m:sub>
                              <m:r>
                                <a:rPr lang="en-IN" sz="2300" b="0"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22</m:t>
                              </m:r>
                            </m:sub>
                          </m:sSub>
                        </m:den>
                      </m:f>
                      <m:r>
                        <a:rPr lang="en-IN" sz="2300" b="0"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2300" b="0"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IN" sz="2300" b="0"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d</m:t>
                          </m:r>
                        </m:e>
                        <m:sup>
                          <m:r>
                            <a:rPr lang="en-IN" sz="2300" b="0"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2</m:t>
                          </m:r>
                        </m:sup>
                      </m:sSup>
                    </m:oMath>
                  </m:oMathPara>
                </a14:m>
                <a:endParaRPr lang="en-US" sz="2300" dirty="0">
                  <a:solidFill>
                    <a:schemeClr val="bg1"/>
                  </a:solidFill>
                  <a:latin typeface="Arial" panose="020B0604020202020204" pitchFamily="34" charset="0"/>
                  <a:cs typeface="Arial" panose="020B0604020202020204" pitchFamily="34" charset="0"/>
                </a:endParaRPr>
              </a:p>
              <a:p>
                <a:pPr marL="342900" indent="-342900" algn="just">
                  <a:lnSpc>
                    <a:spcPct val="200000"/>
                  </a:lnSpc>
                  <a:buClr>
                    <a:srgbClr val="0000FF"/>
                  </a:buClr>
                  <a:buFont typeface="Wingdings" panose="05000000000000000000" pitchFamily="2" charset="2"/>
                  <a:buChar char="v"/>
                </a:pPr>
                <a:r>
                  <a:rPr lang="en-US" sz="2300" dirty="0">
                    <a:solidFill>
                      <a:srgbClr val="0000FF"/>
                    </a:solidFill>
                    <a:latin typeface="Arial" panose="020B0604020202020204" pitchFamily="34" charset="0"/>
                    <a:cs typeface="Arial" panose="020B0604020202020204" pitchFamily="34" charset="0"/>
                  </a:rPr>
                  <a:t>Eqn. above may be </a:t>
                </a:r>
                <a:r>
                  <a:rPr lang="en-US" sz="2300" dirty="0">
                    <a:solidFill>
                      <a:schemeClr val="accent6">
                        <a:lumMod val="75000"/>
                      </a:schemeClr>
                    </a:solidFill>
                    <a:latin typeface="Arial" panose="020B0604020202020204" pitchFamily="34" charset="0"/>
                    <a:cs typeface="Arial" panose="020B0604020202020204" pitchFamily="34" charset="0"/>
                  </a:rPr>
                  <a:t>related</a:t>
                </a:r>
                <a:r>
                  <a:rPr lang="en-US" sz="2300" dirty="0">
                    <a:solidFill>
                      <a:srgbClr val="0000FF"/>
                    </a:solidFill>
                    <a:latin typeface="Arial" panose="020B0604020202020204" pitchFamily="34" charset="0"/>
                    <a:cs typeface="Arial" panose="020B0604020202020204" pitchFamily="34" charset="0"/>
                  </a:rPr>
                  <a:t> to the equation of an ellipse, centered at the origin (0, 0)</a:t>
                </a:r>
              </a:p>
              <a:p>
                <a:pPr marL="342900" indent="-34290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We may also write as follows</a:t>
                </a:r>
              </a:p>
              <a:p>
                <a:pPr algn="ctr">
                  <a:lnSpc>
                    <a:spcPct val="200000"/>
                  </a:lnSpc>
                  <a:buClr>
                    <a:srgbClr val="0000FF"/>
                  </a:buClr>
                </a:pPr>
                <a14:m>
                  <m:oMathPara xmlns:m="http://schemas.openxmlformats.org/officeDocument/2006/math">
                    <m:oMathParaPr>
                      <m:jc m:val="centerGroup"/>
                    </m:oMathParaPr>
                    <m:oMath xmlns:m="http://schemas.openxmlformats.org/officeDocument/2006/math">
                      <m:sSup>
                        <m:sSupPr>
                          <m:ctrlPr>
                            <a:rPr lang="en-IN" sz="2300" i="1">
                              <a:solidFill>
                                <a:schemeClr val="bg1"/>
                              </a:solidFill>
                              <a:latin typeface="Cambria Math" panose="02040503050406030204" pitchFamily="18" charset="0"/>
                              <a:cs typeface="Arial" panose="020B0604020202020204" pitchFamily="34" charset="0"/>
                            </a:rPr>
                          </m:ctrlPr>
                        </m:sSupPr>
                        <m:e>
                          <m:sSubSup>
                            <m:sSubSupPr>
                              <m:ctrlPr>
                                <a:rPr lang="en-IN" sz="2300" i="1">
                                  <a:solidFill>
                                    <a:schemeClr val="bg1"/>
                                  </a:solidFill>
                                  <a:latin typeface="Cambria Math" panose="02040503050406030204" pitchFamily="18" charset="0"/>
                                  <a:cs typeface="Arial" panose="020B0604020202020204" pitchFamily="34" charset="0"/>
                                </a:rPr>
                              </m:ctrlPr>
                            </m:sSubSupPr>
                            <m:e>
                              <m:r>
                                <m:rPr>
                                  <m:sty m:val="p"/>
                                </m:rPr>
                                <a:rPr lang="en-IN" sz="2300" i="0">
                                  <a:solidFill>
                                    <a:schemeClr val="bg1"/>
                                  </a:solidFill>
                                  <a:latin typeface="Cambria Math" panose="02040503050406030204" pitchFamily="18" charset="0"/>
                                  <a:cs typeface="Arial" panose="020B0604020202020204" pitchFamily="34" charset="0"/>
                                </a:rPr>
                                <m:t>x</m:t>
                              </m:r>
                            </m:e>
                            <m:sub>
                              <m:r>
                                <a:rPr lang="en-IN" sz="2300" i="0">
                                  <a:solidFill>
                                    <a:schemeClr val="bg1"/>
                                  </a:solidFill>
                                  <a:latin typeface="Cambria Math" panose="02040503050406030204" pitchFamily="18" charset="0"/>
                                  <a:cs typeface="Arial" panose="020B0604020202020204" pitchFamily="34" charset="0"/>
                                </a:rPr>
                                <m:t>1</m:t>
                              </m:r>
                            </m:sub>
                            <m:sup>
                              <m:r>
                                <a:rPr lang="en-IN" sz="2300" i="0">
                                  <a:solidFill>
                                    <a:schemeClr val="bg1"/>
                                  </a:solidFill>
                                  <a:latin typeface="Cambria Math" panose="02040503050406030204" pitchFamily="18" charset="0"/>
                                  <a:cs typeface="Arial" panose="020B0604020202020204" pitchFamily="34" charset="0"/>
                                </a:rPr>
                                <m:t>∗</m:t>
                              </m:r>
                            </m:sup>
                          </m:sSubSup>
                        </m:e>
                        <m:sup>
                          <m:r>
                            <a:rPr lang="en-IN" sz="2300" i="0">
                              <a:solidFill>
                                <a:schemeClr val="bg1"/>
                              </a:solidFill>
                              <a:latin typeface="Cambria Math" panose="02040503050406030204" pitchFamily="18" charset="0"/>
                              <a:cs typeface="Arial" panose="020B0604020202020204" pitchFamily="34" charset="0"/>
                            </a:rPr>
                            <m:t>2</m:t>
                          </m:r>
                        </m:sup>
                      </m:sSup>
                      <m:r>
                        <a:rPr lang="en-IN" sz="2300" i="0">
                          <a:solidFill>
                            <a:schemeClr val="bg1"/>
                          </a:solidFill>
                          <a:latin typeface="Cambria Math" panose="02040503050406030204" pitchFamily="18" charset="0"/>
                          <a:cs typeface="Arial" panose="020B0604020202020204" pitchFamily="34" charset="0"/>
                        </a:rPr>
                        <m:t>+</m:t>
                      </m:r>
                      <m:sSup>
                        <m:sSupPr>
                          <m:ctrlPr>
                            <a:rPr lang="en-IN" sz="2300" i="1">
                              <a:solidFill>
                                <a:schemeClr val="bg1"/>
                              </a:solidFill>
                              <a:latin typeface="Cambria Math" panose="02040503050406030204" pitchFamily="18" charset="0"/>
                              <a:cs typeface="Arial" panose="020B0604020202020204" pitchFamily="34" charset="0"/>
                            </a:rPr>
                          </m:ctrlPr>
                        </m:sSupPr>
                        <m:e>
                          <m:sSubSup>
                            <m:sSubSupPr>
                              <m:ctrlPr>
                                <a:rPr lang="en-IN" sz="2300" i="1">
                                  <a:solidFill>
                                    <a:schemeClr val="bg1"/>
                                  </a:solidFill>
                                  <a:latin typeface="Cambria Math" panose="02040503050406030204" pitchFamily="18" charset="0"/>
                                  <a:cs typeface="Arial" panose="020B0604020202020204" pitchFamily="34" charset="0"/>
                                </a:rPr>
                              </m:ctrlPr>
                            </m:sSubSupPr>
                            <m:e>
                              <m:r>
                                <m:rPr>
                                  <m:sty m:val="p"/>
                                </m:rPr>
                                <a:rPr lang="en-IN" sz="2300" i="0">
                                  <a:solidFill>
                                    <a:schemeClr val="bg1"/>
                                  </a:solidFill>
                                  <a:latin typeface="Cambria Math" panose="02040503050406030204" pitchFamily="18" charset="0"/>
                                  <a:cs typeface="Arial" panose="020B0604020202020204" pitchFamily="34" charset="0"/>
                                </a:rPr>
                                <m:t>x</m:t>
                              </m:r>
                            </m:e>
                            <m:sub>
                              <m:r>
                                <a:rPr lang="en-IN" sz="2300" i="0">
                                  <a:solidFill>
                                    <a:schemeClr val="bg1"/>
                                  </a:solidFill>
                                  <a:latin typeface="Cambria Math" panose="02040503050406030204" pitchFamily="18" charset="0"/>
                                  <a:cs typeface="Arial" panose="020B0604020202020204" pitchFamily="34" charset="0"/>
                                </a:rPr>
                                <m:t>2</m:t>
                              </m:r>
                            </m:sub>
                            <m:sup>
                              <m:r>
                                <a:rPr lang="en-IN" sz="2300" i="0">
                                  <a:solidFill>
                                    <a:schemeClr val="bg1"/>
                                  </a:solidFill>
                                  <a:latin typeface="Cambria Math" panose="02040503050406030204" pitchFamily="18" charset="0"/>
                                  <a:cs typeface="Arial" panose="020B0604020202020204" pitchFamily="34" charset="0"/>
                                </a:rPr>
                                <m:t>∗</m:t>
                              </m:r>
                            </m:sup>
                          </m:sSubSup>
                        </m:e>
                        <m:sup>
                          <m:r>
                            <a:rPr lang="en-IN" sz="2300" i="0">
                              <a:solidFill>
                                <a:schemeClr val="bg1"/>
                              </a:solidFill>
                              <a:latin typeface="Cambria Math" panose="02040503050406030204" pitchFamily="18" charset="0"/>
                              <a:cs typeface="Arial" panose="020B0604020202020204" pitchFamily="34" charset="0"/>
                            </a:rPr>
                            <m:t>2</m:t>
                          </m:r>
                        </m:sup>
                      </m:sSup>
                      <m:r>
                        <a:rPr lang="en-IN" sz="2300" i="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23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IN" sz="2300" i="0">
                              <a:solidFill>
                                <a:schemeClr val="bg1"/>
                              </a:solidFill>
                              <a:latin typeface="Cambria Math" panose="02040503050406030204" pitchFamily="18" charset="0"/>
                              <a:ea typeface="Cambria Math" panose="02040503050406030204" pitchFamily="18" charset="0"/>
                              <a:cs typeface="Arial" panose="020B0604020202020204" pitchFamily="34" charset="0"/>
                            </a:rPr>
                            <m:t>d</m:t>
                          </m:r>
                        </m:e>
                        <m:sup>
                          <m:r>
                            <a:rPr lang="en-IN" sz="2300" i="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p>
                      </m:sSup>
                    </m:oMath>
                  </m:oMathPara>
                </a14:m>
                <a:endParaRPr lang="en-US" sz="2300" dirty="0">
                  <a:solidFill>
                    <a:srgbClr val="C00000"/>
                  </a:solidFill>
                  <a:latin typeface="Arial" panose="020B0604020202020204" pitchFamily="34" charset="0"/>
                  <a:cs typeface="Arial" panose="020B0604020202020204" pitchFamily="34" charset="0"/>
                </a:endParaRPr>
              </a:p>
              <a:p>
                <a:pPr marL="342900" indent="-34290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Now, let us do some elementary matrix manipulation with x and </a:t>
                </a:r>
                <a14:m>
                  <m:oMath xmlns:m="http://schemas.openxmlformats.org/officeDocument/2006/math">
                    <m:r>
                      <a:rPr lang="en-IN" sz="2300" i="1">
                        <a:solidFill>
                          <a:srgbClr val="C00000"/>
                        </a:solidFill>
                        <a:latin typeface="Cambria Math" panose="02040503050406030204" pitchFamily="18" charset="0"/>
                        <a:ea typeface="Cambria Math" panose="02040503050406030204" pitchFamily="18" charset="0"/>
                        <a:cs typeface="Arial" panose="020B0604020202020204" pitchFamily="34" charset="0"/>
                      </a:rPr>
                      <m:t>𝜎</m:t>
                    </m:r>
                  </m:oMath>
                </a14:m>
                <a:r>
                  <a:rPr lang="en-US" sz="2300" dirty="0">
                    <a:solidFill>
                      <a:schemeClr val="bg1"/>
                    </a:solidFill>
                    <a:latin typeface="Arial" panose="020B0604020202020204" pitchFamily="34" charset="0"/>
                    <a:cs typeface="Arial" panose="020B0604020202020204" pitchFamily="34" charset="0"/>
                  </a:rPr>
                  <a:t>s as shown below.</a:t>
                </a:r>
              </a:p>
            </p:txBody>
          </p:sp>
        </mc:Choice>
        <mc:Fallback xmlns="">
          <p:sp>
            <p:nvSpPr>
              <p:cNvPr id="6" name="TextBox 5">
                <a:extLst>
                  <a:ext uri="{FF2B5EF4-FFF2-40B4-BE49-F238E27FC236}">
                    <a16:creationId xmlns:a16="http://schemas.microsoft.com/office/drawing/2014/main" id="{070582DF-DC86-15F6-D0B1-41C83BCEBD47}"/>
                  </a:ext>
                </a:extLst>
              </p:cNvPr>
              <p:cNvSpPr txBox="1">
                <a:spLocks noRot="1" noChangeAspect="1" noMove="1" noResize="1" noEditPoints="1" noAdjustHandles="1" noChangeArrowheads="1" noChangeShapeType="1" noTextEdit="1"/>
              </p:cNvSpPr>
              <p:nvPr/>
            </p:nvSpPr>
            <p:spPr>
              <a:xfrm>
                <a:off x="340875" y="980946"/>
                <a:ext cx="11469610" cy="5258491"/>
              </a:xfrm>
              <a:prstGeom prst="rect">
                <a:avLst/>
              </a:prstGeom>
              <a:blipFill>
                <a:blip r:embed="rId3"/>
                <a:stretch>
                  <a:fillRect l="-638"/>
                </a:stretch>
              </a:blipFill>
            </p:spPr>
            <p:txBody>
              <a:bodyPr/>
              <a:lstStyle/>
              <a:p>
                <a:r>
                  <a:rPr lang="en-IN">
                    <a:noFill/>
                  </a:rPr>
                  <a:t> </a:t>
                </a:r>
              </a:p>
            </p:txBody>
          </p:sp>
        </mc:Fallback>
      </mc:AlternateContent>
      <p:grpSp>
        <p:nvGrpSpPr>
          <p:cNvPr id="23" name="Group 22">
            <a:extLst>
              <a:ext uri="{FF2B5EF4-FFF2-40B4-BE49-F238E27FC236}">
                <a16:creationId xmlns:a16="http://schemas.microsoft.com/office/drawing/2014/main" id="{D8DEED04-B7D3-7B81-2D49-9C6D14D9950D}"/>
              </a:ext>
            </a:extLst>
          </p:cNvPr>
          <p:cNvGrpSpPr/>
          <p:nvPr/>
        </p:nvGrpSpPr>
        <p:grpSpPr>
          <a:xfrm>
            <a:off x="4957718" y="1774656"/>
            <a:ext cx="1736640" cy="1600560"/>
            <a:chOff x="4957718" y="1774656"/>
            <a:chExt cx="1736640" cy="1600560"/>
          </a:xfrm>
        </p:grpSpPr>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23DF2043-C5DD-ADC9-CD40-6052DA143CD0}"/>
                    </a:ext>
                  </a:extLst>
                </p14:cNvPr>
                <p14:cNvContentPartPr/>
                <p14:nvPr/>
              </p14:nvContentPartPr>
              <p14:xfrm>
                <a:off x="4957718" y="2087136"/>
                <a:ext cx="660240" cy="1176480"/>
              </p14:xfrm>
            </p:contentPart>
          </mc:Choice>
          <mc:Fallback xmlns="">
            <p:pic>
              <p:nvPicPr>
                <p:cNvPr id="2" name="Ink 1">
                  <a:extLst>
                    <a:ext uri="{FF2B5EF4-FFF2-40B4-BE49-F238E27FC236}">
                      <a16:creationId xmlns:a16="http://schemas.microsoft.com/office/drawing/2014/main" id="{23DF2043-C5DD-ADC9-CD40-6052DA143CD0}"/>
                    </a:ext>
                  </a:extLst>
                </p:cNvPr>
                <p:cNvPicPr/>
                <p:nvPr/>
              </p:nvPicPr>
              <p:blipFill>
                <a:blip r:embed="rId5"/>
                <a:stretch>
                  <a:fillRect/>
                </a:stretch>
              </p:blipFill>
              <p:spPr>
                <a:xfrm>
                  <a:off x="4953398" y="2082816"/>
                  <a:ext cx="668880" cy="1185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FDA53E9F-683A-0812-34FE-8C6CD9617E78}"/>
                    </a:ext>
                  </a:extLst>
                </p14:cNvPr>
                <p14:cNvContentPartPr/>
                <p14:nvPr/>
              </p14:nvContentPartPr>
              <p14:xfrm>
                <a:off x="5510678" y="1911096"/>
                <a:ext cx="188640" cy="142920"/>
              </p14:xfrm>
            </p:contentPart>
          </mc:Choice>
          <mc:Fallback xmlns="">
            <p:pic>
              <p:nvPicPr>
                <p:cNvPr id="3" name="Ink 2">
                  <a:extLst>
                    <a:ext uri="{FF2B5EF4-FFF2-40B4-BE49-F238E27FC236}">
                      <a16:creationId xmlns:a16="http://schemas.microsoft.com/office/drawing/2014/main" id="{FDA53E9F-683A-0812-34FE-8C6CD9617E78}"/>
                    </a:ext>
                  </a:extLst>
                </p:cNvPr>
                <p:cNvPicPr/>
                <p:nvPr/>
              </p:nvPicPr>
              <p:blipFill>
                <a:blip r:embed="rId7"/>
                <a:stretch>
                  <a:fillRect/>
                </a:stretch>
              </p:blipFill>
              <p:spPr>
                <a:xfrm>
                  <a:off x="5506358" y="1906776"/>
                  <a:ext cx="19728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339A0958-9DF9-69F1-F541-9C7CE79947D2}"/>
                    </a:ext>
                  </a:extLst>
                </p14:cNvPr>
                <p14:cNvContentPartPr/>
                <p14:nvPr/>
              </p14:nvContentPartPr>
              <p14:xfrm>
                <a:off x="5735678" y="2032416"/>
                <a:ext cx="18720" cy="119880"/>
              </p14:xfrm>
            </p:contentPart>
          </mc:Choice>
          <mc:Fallback xmlns="">
            <p:pic>
              <p:nvPicPr>
                <p:cNvPr id="4" name="Ink 3">
                  <a:extLst>
                    <a:ext uri="{FF2B5EF4-FFF2-40B4-BE49-F238E27FC236}">
                      <a16:creationId xmlns:a16="http://schemas.microsoft.com/office/drawing/2014/main" id="{339A0958-9DF9-69F1-F541-9C7CE79947D2}"/>
                    </a:ext>
                  </a:extLst>
                </p:cNvPr>
                <p:cNvPicPr/>
                <p:nvPr/>
              </p:nvPicPr>
              <p:blipFill>
                <a:blip r:embed="rId9"/>
                <a:stretch>
                  <a:fillRect/>
                </a:stretch>
              </p:blipFill>
              <p:spPr>
                <a:xfrm>
                  <a:off x="5731358" y="2028096"/>
                  <a:ext cx="2736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 name="Ink 4">
                  <a:extLst>
                    <a:ext uri="{FF2B5EF4-FFF2-40B4-BE49-F238E27FC236}">
                      <a16:creationId xmlns:a16="http://schemas.microsoft.com/office/drawing/2014/main" id="{5BF99AE2-46BC-5717-90CA-C4C56FEAD99A}"/>
                    </a:ext>
                  </a:extLst>
                </p14:cNvPr>
                <p14:cNvContentPartPr/>
                <p14:nvPr/>
              </p14:nvContentPartPr>
              <p14:xfrm>
                <a:off x="5679158" y="1782576"/>
                <a:ext cx="64800" cy="68040"/>
              </p14:xfrm>
            </p:contentPart>
          </mc:Choice>
          <mc:Fallback xmlns="">
            <p:pic>
              <p:nvPicPr>
                <p:cNvPr id="5" name="Ink 4">
                  <a:extLst>
                    <a:ext uri="{FF2B5EF4-FFF2-40B4-BE49-F238E27FC236}">
                      <a16:creationId xmlns:a16="http://schemas.microsoft.com/office/drawing/2014/main" id="{5BF99AE2-46BC-5717-90CA-C4C56FEAD99A}"/>
                    </a:ext>
                  </a:extLst>
                </p:cNvPr>
                <p:cNvPicPr/>
                <p:nvPr/>
              </p:nvPicPr>
              <p:blipFill>
                <a:blip r:embed="rId11"/>
                <a:stretch>
                  <a:fillRect/>
                </a:stretch>
              </p:blipFill>
              <p:spPr>
                <a:xfrm>
                  <a:off x="5674838" y="1778256"/>
                  <a:ext cx="7344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B33138B0-FB3C-2E8D-4C22-510A70F1DFC6}"/>
                    </a:ext>
                  </a:extLst>
                </p14:cNvPr>
                <p14:cNvContentPartPr/>
                <p14:nvPr/>
              </p14:nvContentPartPr>
              <p14:xfrm>
                <a:off x="5704718" y="1782936"/>
                <a:ext cx="39240" cy="84240"/>
              </p14:xfrm>
            </p:contentPart>
          </mc:Choice>
          <mc:Fallback xmlns="">
            <p:pic>
              <p:nvPicPr>
                <p:cNvPr id="7" name="Ink 6">
                  <a:extLst>
                    <a:ext uri="{FF2B5EF4-FFF2-40B4-BE49-F238E27FC236}">
                      <a16:creationId xmlns:a16="http://schemas.microsoft.com/office/drawing/2014/main" id="{B33138B0-FB3C-2E8D-4C22-510A70F1DFC6}"/>
                    </a:ext>
                  </a:extLst>
                </p:cNvPr>
                <p:cNvPicPr/>
                <p:nvPr/>
              </p:nvPicPr>
              <p:blipFill>
                <a:blip r:embed="rId13"/>
                <a:stretch>
                  <a:fillRect/>
                </a:stretch>
              </p:blipFill>
              <p:spPr>
                <a:xfrm>
                  <a:off x="5700398" y="1778616"/>
                  <a:ext cx="4788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E0C4C5A6-7492-9013-210C-157BB0BC2577}"/>
                    </a:ext>
                  </a:extLst>
                </p14:cNvPr>
                <p14:cNvContentPartPr/>
                <p14:nvPr/>
              </p14:nvContentPartPr>
              <p14:xfrm>
                <a:off x="5681318" y="1813176"/>
                <a:ext cx="101520" cy="31680"/>
              </p14:xfrm>
            </p:contentPart>
          </mc:Choice>
          <mc:Fallback xmlns="">
            <p:pic>
              <p:nvPicPr>
                <p:cNvPr id="8" name="Ink 7">
                  <a:extLst>
                    <a:ext uri="{FF2B5EF4-FFF2-40B4-BE49-F238E27FC236}">
                      <a16:creationId xmlns:a16="http://schemas.microsoft.com/office/drawing/2014/main" id="{E0C4C5A6-7492-9013-210C-157BB0BC2577}"/>
                    </a:ext>
                  </a:extLst>
                </p:cNvPr>
                <p:cNvPicPr/>
                <p:nvPr/>
              </p:nvPicPr>
              <p:blipFill>
                <a:blip r:embed="rId15"/>
                <a:stretch>
                  <a:fillRect/>
                </a:stretch>
              </p:blipFill>
              <p:spPr>
                <a:xfrm>
                  <a:off x="5676998" y="1808856"/>
                  <a:ext cx="11016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250A572A-5FC2-1241-FB68-6AAB1B50390E}"/>
                    </a:ext>
                  </a:extLst>
                </p14:cNvPr>
                <p14:cNvContentPartPr/>
                <p14:nvPr/>
              </p14:nvContentPartPr>
              <p14:xfrm>
                <a:off x="5719838" y="1774656"/>
                <a:ext cx="34560" cy="98640"/>
              </p14:xfrm>
            </p:contentPart>
          </mc:Choice>
          <mc:Fallback xmlns="">
            <p:pic>
              <p:nvPicPr>
                <p:cNvPr id="9" name="Ink 8">
                  <a:extLst>
                    <a:ext uri="{FF2B5EF4-FFF2-40B4-BE49-F238E27FC236}">
                      <a16:creationId xmlns:a16="http://schemas.microsoft.com/office/drawing/2014/main" id="{250A572A-5FC2-1241-FB68-6AAB1B50390E}"/>
                    </a:ext>
                  </a:extLst>
                </p:cNvPr>
                <p:cNvPicPr/>
                <p:nvPr/>
              </p:nvPicPr>
              <p:blipFill>
                <a:blip r:embed="rId17"/>
                <a:stretch>
                  <a:fillRect/>
                </a:stretch>
              </p:blipFill>
              <p:spPr>
                <a:xfrm>
                  <a:off x="5715518" y="1770336"/>
                  <a:ext cx="4320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DE205626-7649-CBEB-7349-3D1647F4265D}"/>
                    </a:ext>
                  </a:extLst>
                </p14:cNvPr>
                <p14:cNvContentPartPr/>
                <p14:nvPr/>
              </p14:nvContentPartPr>
              <p14:xfrm>
                <a:off x="5844758" y="1789776"/>
                <a:ext cx="164520" cy="105480"/>
              </p14:xfrm>
            </p:contentPart>
          </mc:Choice>
          <mc:Fallback xmlns="">
            <p:pic>
              <p:nvPicPr>
                <p:cNvPr id="11" name="Ink 10">
                  <a:extLst>
                    <a:ext uri="{FF2B5EF4-FFF2-40B4-BE49-F238E27FC236}">
                      <a16:creationId xmlns:a16="http://schemas.microsoft.com/office/drawing/2014/main" id="{DE205626-7649-CBEB-7349-3D1647F4265D}"/>
                    </a:ext>
                  </a:extLst>
                </p:cNvPr>
                <p:cNvPicPr/>
                <p:nvPr/>
              </p:nvPicPr>
              <p:blipFill>
                <a:blip r:embed="rId19"/>
                <a:stretch>
                  <a:fillRect/>
                </a:stretch>
              </p:blipFill>
              <p:spPr>
                <a:xfrm>
                  <a:off x="5840438" y="1785456"/>
                  <a:ext cx="1731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29121E95-BEA0-C6EA-D48E-3F8411916535}"/>
                    </a:ext>
                  </a:extLst>
                </p14:cNvPr>
                <p14:cNvContentPartPr/>
                <p14:nvPr/>
              </p14:nvContentPartPr>
              <p14:xfrm>
                <a:off x="6196838" y="2104056"/>
                <a:ext cx="157320" cy="127800"/>
              </p14:xfrm>
            </p:contentPart>
          </mc:Choice>
          <mc:Fallback xmlns="">
            <p:pic>
              <p:nvPicPr>
                <p:cNvPr id="12" name="Ink 11">
                  <a:extLst>
                    <a:ext uri="{FF2B5EF4-FFF2-40B4-BE49-F238E27FC236}">
                      <a16:creationId xmlns:a16="http://schemas.microsoft.com/office/drawing/2014/main" id="{29121E95-BEA0-C6EA-D48E-3F8411916535}"/>
                    </a:ext>
                  </a:extLst>
                </p:cNvPr>
                <p:cNvPicPr/>
                <p:nvPr/>
              </p:nvPicPr>
              <p:blipFill>
                <a:blip r:embed="rId21"/>
                <a:stretch>
                  <a:fillRect/>
                </a:stretch>
              </p:blipFill>
              <p:spPr>
                <a:xfrm>
                  <a:off x="6192518" y="2099736"/>
                  <a:ext cx="16596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10B1ED7D-0317-F2DF-5883-B6EBBE05CD1A}"/>
                    </a:ext>
                  </a:extLst>
                </p14:cNvPr>
                <p14:cNvContentPartPr/>
                <p14:nvPr/>
              </p14:nvContentPartPr>
              <p14:xfrm>
                <a:off x="6418238" y="2180376"/>
                <a:ext cx="77400" cy="108360"/>
              </p14:xfrm>
            </p:contentPart>
          </mc:Choice>
          <mc:Fallback xmlns="">
            <p:pic>
              <p:nvPicPr>
                <p:cNvPr id="13" name="Ink 12">
                  <a:extLst>
                    <a:ext uri="{FF2B5EF4-FFF2-40B4-BE49-F238E27FC236}">
                      <a16:creationId xmlns:a16="http://schemas.microsoft.com/office/drawing/2014/main" id="{10B1ED7D-0317-F2DF-5883-B6EBBE05CD1A}"/>
                    </a:ext>
                  </a:extLst>
                </p:cNvPr>
                <p:cNvPicPr/>
                <p:nvPr/>
              </p:nvPicPr>
              <p:blipFill>
                <a:blip r:embed="rId23"/>
                <a:stretch>
                  <a:fillRect/>
                </a:stretch>
              </p:blipFill>
              <p:spPr>
                <a:xfrm>
                  <a:off x="6413918" y="2176056"/>
                  <a:ext cx="8604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0663709D-4FC0-98E9-DDAA-94103C7E37F5}"/>
                    </a:ext>
                  </a:extLst>
                </p14:cNvPr>
                <p14:cNvContentPartPr/>
                <p14:nvPr/>
              </p14:nvContentPartPr>
              <p14:xfrm>
                <a:off x="6384038" y="1950336"/>
                <a:ext cx="97920" cy="36000"/>
              </p14:xfrm>
            </p:contentPart>
          </mc:Choice>
          <mc:Fallback xmlns="">
            <p:pic>
              <p:nvPicPr>
                <p:cNvPr id="14" name="Ink 13">
                  <a:extLst>
                    <a:ext uri="{FF2B5EF4-FFF2-40B4-BE49-F238E27FC236}">
                      <a16:creationId xmlns:a16="http://schemas.microsoft.com/office/drawing/2014/main" id="{0663709D-4FC0-98E9-DDAA-94103C7E37F5}"/>
                    </a:ext>
                  </a:extLst>
                </p:cNvPr>
                <p:cNvPicPr/>
                <p:nvPr/>
              </p:nvPicPr>
              <p:blipFill>
                <a:blip r:embed="rId25"/>
                <a:stretch>
                  <a:fillRect/>
                </a:stretch>
              </p:blipFill>
              <p:spPr>
                <a:xfrm>
                  <a:off x="6379718" y="1946016"/>
                  <a:ext cx="10656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B59CB60F-9517-5E1D-96D3-0E2A932D39D5}"/>
                    </a:ext>
                  </a:extLst>
                </p14:cNvPr>
                <p14:cNvContentPartPr/>
                <p14:nvPr/>
              </p14:nvContentPartPr>
              <p14:xfrm>
                <a:off x="6430478" y="1938816"/>
                <a:ext cx="32400" cy="74880"/>
              </p14:xfrm>
            </p:contentPart>
          </mc:Choice>
          <mc:Fallback xmlns="">
            <p:pic>
              <p:nvPicPr>
                <p:cNvPr id="15" name="Ink 14">
                  <a:extLst>
                    <a:ext uri="{FF2B5EF4-FFF2-40B4-BE49-F238E27FC236}">
                      <a16:creationId xmlns:a16="http://schemas.microsoft.com/office/drawing/2014/main" id="{B59CB60F-9517-5E1D-96D3-0E2A932D39D5}"/>
                    </a:ext>
                  </a:extLst>
                </p:cNvPr>
                <p:cNvPicPr/>
                <p:nvPr/>
              </p:nvPicPr>
              <p:blipFill>
                <a:blip r:embed="rId27"/>
                <a:stretch>
                  <a:fillRect/>
                </a:stretch>
              </p:blipFill>
              <p:spPr>
                <a:xfrm>
                  <a:off x="6426158" y="1934496"/>
                  <a:ext cx="4104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1EDCFF35-25F3-D2EF-0C1F-B8E384E844F7}"/>
                    </a:ext>
                  </a:extLst>
                </p14:cNvPr>
                <p14:cNvContentPartPr/>
                <p14:nvPr/>
              </p14:nvContentPartPr>
              <p14:xfrm>
                <a:off x="6395558" y="1969416"/>
                <a:ext cx="78120" cy="37440"/>
              </p14:xfrm>
            </p:contentPart>
          </mc:Choice>
          <mc:Fallback xmlns="">
            <p:pic>
              <p:nvPicPr>
                <p:cNvPr id="16" name="Ink 15">
                  <a:extLst>
                    <a:ext uri="{FF2B5EF4-FFF2-40B4-BE49-F238E27FC236}">
                      <a16:creationId xmlns:a16="http://schemas.microsoft.com/office/drawing/2014/main" id="{1EDCFF35-25F3-D2EF-0C1F-B8E384E844F7}"/>
                    </a:ext>
                  </a:extLst>
                </p:cNvPr>
                <p:cNvPicPr/>
                <p:nvPr/>
              </p:nvPicPr>
              <p:blipFill>
                <a:blip r:embed="rId29"/>
                <a:stretch>
                  <a:fillRect/>
                </a:stretch>
              </p:blipFill>
              <p:spPr>
                <a:xfrm>
                  <a:off x="6391238" y="1965096"/>
                  <a:ext cx="8676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Ink 16">
                  <a:extLst>
                    <a:ext uri="{FF2B5EF4-FFF2-40B4-BE49-F238E27FC236}">
                      <a16:creationId xmlns:a16="http://schemas.microsoft.com/office/drawing/2014/main" id="{FAE9E5CB-66F4-0EAE-8985-103102B9683D}"/>
                    </a:ext>
                  </a:extLst>
                </p14:cNvPr>
                <p14:cNvContentPartPr/>
                <p14:nvPr/>
              </p14:nvContentPartPr>
              <p14:xfrm>
                <a:off x="6435158" y="1964016"/>
                <a:ext cx="36720" cy="57600"/>
              </p14:xfrm>
            </p:contentPart>
          </mc:Choice>
          <mc:Fallback xmlns="">
            <p:pic>
              <p:nvPicPr>
                <p:cNvPr id="17" name="Ink 16">
                  <a:extLst>
                    <a:ext uri="{FF2B5EF4-FFF2-40B4-BE49-F238E27FC236}">
                      <a16:creationId xmlns:a16="http://schemas.microsoft.com/office/drawing/2014/main" id="{FAE9E5CB-66F4-0EAE-8985-103102B9683D}"/>
                    </a:ext>
                  </a:extLst>
                </p:cNvPr>
                <p:cNvPicPr/>
                <p:nvPr/>
              </p:nvPicPr>
              <p:blipFill>
                <a:blip r:embed="rId31"/>
                <a:stretch>
                  <a:fillRect/>
                </a:stretch>
              </p:blipFill>
              <p:spPr>
                <a:xfrm>
                  <a:off x="6430838" y="1959696"/>
                  <a:ext cx="4536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ADF05989-E0D8-5B3C-6C2C-9025EA2E1721}"/>
                    </a:ext>
                  </a:extLst>
                </p14:cNvPr>
                <p14:cNvContentPartPr/>
                <p14:nvPr/>
              </p14:nvContentPartPr>
              <p14:xfrm>
                <a:off x="6535238" y="1927656"/>
                <a:ext cx="55800" cy="281880"/>
              </p14:xfrm>
            </p:contentPart>
          </mc:Choice>
          <mc:Fallback xmlns="">
            <p:pic>
              <p:nvPicPr>
                <p:cNvPr id="18" name="Ink 17">
                  <a:extLst>
                    <a:ext uri="{FF2B5EF4-FFF2-40B4-BE49-F238E27FC236}">
                      <a16:creationId xmlns:a16="http://schemas.microsoft.com/office/drawing/2014/main" id="{ADF05989-E0D8-5B3C-6C2C-9025EA2E1721}"/>
                    </a:ext>
                  </a:extLst>
                </p:cNvPr>
                <p:cNvPicPr/>
                <p:nvPr/>
              </p:nvPicPr>
              <p:blipFill>
                <a:blip r:embed="rId33"/>
                <a:stretch>
                  <a:fillRect/>
                </a:stretch>
              </p:blipFill>
              <p:spPr>
                <a:xfrm>
                  <a:off x="6530918" y="1923336"/>
                  <a:ext cx="6444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F88FAA5D-3367-E13E-7D0B-1893DD0E7FC5}"/>
                    </a:ext>
                  </a:extLst>
                </p14:cNvPr>
                <p14:cNvContentPartPr/>
                <p14:nvPr/>
              </p14:nvContentPartPr>
              <p14:xfrm>
                <a:off x="6107198" y="2059056"/>
                <a:ext cx="111240" cy="251640"/>
              </p14:xfrm>
            </p:contentPart>
          </mc:Choice>
          <mc:Fallback xmlns="">
            <p:pic>
              <p:nvPicPr>
                <p:cNvPr id="19" name="Ink 18">
                  <a:extLst>
                    <a:ext uri="{FF2B5EF4-FFF2-40B4-BE49-F238E27FC236}">
                      <a16:creationId xmlns:a16="http://schemas.microsoft.com/office/drawing/2014/main" id="{F88FAA5D-3367-E13E-7D0B-1893DD0E7FC5}"/>
                    </a:ext>
                  </a:extLst>
                </p:cNvPr>
                <p:cNvPicPr/>
                <p:nvPr/>
              </p:nvPicPr>
              <p:blipFill>
                <a:blip r:embed="rId35"/>
                <a:stretch>
                  <a:fillRect/>
                </a:stretch>
              </p:blipFill>
              <p:spPr>
                <a:xfrm>
                  <a:off x="6102878" y="2054736"/>
                  <a:ext cx="11988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6908BBB2-E03D-2236-D4E3-B81E80CA22CE}"/>
                    </a:ext>
                  </a:extLst>
                </p14:cNvPr>
                <p14:cNvContentPartPr/>
                <p14:nvPr/>
              </p14:nvContentPartPr>
              <p14:xfrm>
                <a:off x="6533078" y="1837296"/>
                <a:ext cx="161280" cy="100800"/>
              </p14:xfrm>
            </p:contentPart>
          </mc:Choice>
          <mc:Fallback xmlns="">
            <p:pic>
              <p:nvPicPr>
                <p:cNvPr id="20" name="Ink 19">
                  <a:extLst>
                    <a:ext uri="{FF2B5EF4-FFF2-40B4-BE49-F238E27FC236}">
                      <a16:creationId xmlns:a16="http://schemas.microsoft.com/office/drawing/2014/main" id="{6908BBB2-E03D-2236-D4E3-B81E80CA22CE}"/>
                    </a:ext>
                  </a:extLst>
                </p:cNvPr>
                <p:cNvPicPr/>
                <p:nvPr/>
              </p:nvPicPr>
              <p:blipFill>
                <a:blip r:embed="rId37"/>
                <a:stretch>
                  <a:fillRect/>
                </a:stretch>
              </p:blipFill>
              <p:spPr>
                <a:xfrm>
                  <a:off x="6528758" y="1832976"/>
                  <a:ext cx="16992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Ink 21">
                  <a:extLst>
                    <a:ext uri="{FF2B5EF4-FFF2-40B4-BE49-F238E27FC236}">
                      <a16:creationId xmlns:a16="http://schemas.microsoft.com/office/drawing/2014/main" id="{6DFD4D3E-5A11-727F-11AA-2BE8EC02C873}"/>
                    </a:ext>
                  </a:extLst>
                </p14:cNvPr>
                <p14:cNvContentPartPr/>
                <p14:nvPr/>
              </p14:nvContentPartPr>
              <p14:xfrm>
                <a:off x="5789678" y="2272536"/>
                <a:ext cx="634680" cy="1102680"/>
              </p14:xfrm>
            </p:contentPart>
          </mc:Choice>
          <mc:Fallback xmlns="">
            <p:pic>
              <p:nvPicPr>
                <p:cNvPr id="22" name="Ink 21">
                  <a:extLst>
                    <a:ext uri="{FF2B5EF4-FFF2-40B4-BE49-F238E27FC236}">
                      <a16:creationId xmlns:a16="http://schemas.microsoft.com/office/drawing/2014/main" id="{6DFD4D3E-5A11-727F-11AA-2BE8EC02C873}"/>
                    </a:ext>
                  </a:extLst>
                </p:cNvPr>
                <p:cNvPicPr/>
                <p:nvPr/>
              </p:nvPicPr>
              <p:blipFill>
                <a:blip r:embed="rId39"/>
                <a:stretch>
                  <a:fillRect/>
                </a:stretch>
              </p:blipFill>
              <p:spPr>
                <a:xfrm>
                  <a:off x="5785358" y="2268216"/>
                  <a:ext cx="643320" cy="1111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B366121A-C537-812A-2BCC-9EFA26999D9B}"/>
                  </a:ext>
                </a:extLst>
              </p14:cNvPr>
              <p14:cNvContentPartPr/>
              <p14:nvPr/>
            </p14:nvContentPartPr>
            <p14:xfrm>
              <a:off x="6181358" y="2675736"/>
              <a:ext cx="2880" cy="2160"/>
            </p14:xfrm>
          </p:contentPart>
        </mc:Choice>
        <mc:Fallback xmlns="">
          <p:pic>
            <p:nvPicPr>
              <p:cNvPr id="24" name="Ink 23">
                <a:extLst>
                  <a:ext uri="{FF2B5EF4-FFF2-40B4-BE49-F238E27FC236}">
                    <a16:creationId xmlns:a16="http://schemas.microsoft.com/office/drawing/2014/main" id="{B366121A-C537-812A-2BCC-9EFA26999D9B}"/>
                  </a:ext>
                </a:extLst>
              </p:cNvPr>
              <p:cNvPicPr/>
              <p:nvPr/>
            </p:nvPicPr>
            <p:blipFill>
              <a:blip r:embed="rId41"/>
              <a:stretch>
                <a:fillRect/>
              </a:stretch>
            </p:blipFill>
            <p:spPr>
              <a:xfrm>
                <a:off x="6177038" y="2671416"/>
                <a:ext cx="11520" cy="108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04CAB49D-56BF-C8DE-6F09-59C4DEF79447}"/>
                  </a:ext>
                </a:extLst>
              </p14:cNvPr>
              <p14:cNvContentPartPr/>
              <p14:nvPr/>
            </p14:nvContentPartPr>
            <p14:xfrm>
              <a:off x="5667278" y="2998296"/>
              <a:ext cx="360" cy="360"/>
            </p14:xfrm>
          </p:contentPart>
        </mc:Choice>
        <mc:Fallback xmlns="">
          <p:pic>
            <p:nvPicPr>
              <p:cNvPr id="25" name="Ink 24">
                <a:extLst>
                  <a:ext uri="{FF2B5EF4-FFF2-40B4-BE49-F238E27FC236}">
                    <a16:creationId xmlns:a16="http://schemas.microsoft.com/office/drawing/2014/main" id="{04CAB49D-56BF-C8DE-6F09-59C4DEF79447}"/>
                  </a:ext>
                </a:extLst>
              </p:cNvPr>
              <p:cNvPicPr/>
              <p:nvPr/>
            </p:nvPicPr>
            <p:blipFill>
              <a:blip r:embed="rId43"/>
              <a:stretch>
                <a:fillRect/>
              </a:stretch>
            </p:blipFill>
            <p:spPr>
              <a:xfrm>
                <a:off x="5662958" y="2993976"/>
                <a:ext cx="9000" cy="9000"/>
              </a:xfrm>
              <a:prstGeom prst="rect">
                <a:avLst/>
              </a:prstGeom>
            </p:spPr>
          </p:pic>
        </mc:Fallback>
      </mc:AlternateContent>
      <p:grpSp>
        <p:nvGrpSpPr>
          <p:cNvPr id="45" name="Group 44">
            <a:extLst>
              <a:ext uri="{FF2B5EF4-FFF2-40B4-BE49-F238E27FC236}">
                <a16:creationId xmlns:a16="http://schemas.microsoft.com/office/drawing/2014/main" id="{45D66EE9-F7B1-9013-EC5C-DB39B955210C}"/>
              </a:ext>
            </a:extLst>
          </p:cNvPr>
          <p:cNvGrpSpPr/>
          <p:nvPr/>
        </p:nvGrpSpPr>
        <p:grpSpPr>
          <a:xfrm>
            <a:off x="7728278" y="5016456"/>
            <a:ext cx="485280" cy="287640"/>
            <a:chOff x="7728278" y="5016456"/>
            <a:chExt cx="485280" cy="287640"/>
          </a:xfrm>
        </p:grpSpPr>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99E6C0CF-78AE-CB51-800F-598E27AB31C9}"/>
                    </a:ext>
                  </a:extLst>
                </p14:cNvPr>
                <p14:cNvContentPartPr/>
                <p14:nvPr/>
              </p14:nvContentPartPr>
              <p14:xfrm>
                <a:off x="7728278" y="5016456"/>
                <a:ext cx="189360" cy="287640"/>
              </p14:xfrm>
            </p:contentPart>
          </mc:Choice>
          <mc:Fallback xmlns="">
            <p:pic>
              <p:nvPicPr>
                <p:cNvPr id="26" name="Ink 25">
                  <a:extLst>
                    <a:ext uri="{FF2B5EF4-FFF2-40B4-BE49-F238E27FC236}">
                      <a16:creationId xmlns:a16="http://schemas.microsoft.com/office/drawing/2014/main" id="{99E6C0CF-78AE-CB51-800F-598E27AB31C9}"/>
                    </a:ext>
                  </a:extLst>
                </p:cNvPr>
                <p:cNvPicPr/>
                <p:nvPr/>
              </p:nvPicPr>
              <p:blipFill>
                <a:blip r:embed="rId45"/>
                <a:stretch>
                  <a:fillRect/>
                </a:stretch>
              </p:blipFill>
              <p:spPr>
                <a:xfrm>
                  <a:off x="7723958" y="5012136"/>
                  <a:ext cx="198000" cy="2962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7" name="Ink 26">
                  <a:extLst>
                    <a:ext uri="{FF2B5EF4-FFF2-40B4-BE49-F238E27FC236}">
                      <a16:creationId xmlns:a16="http://schemas.microsoft.com/office/drawing/2014/main" id="{76E9D6D6-3AA8-1189-48C8-991DCD6BFE64}"/>
                    </a:ext>
                  </a:extLst>
                </p14:cNvPr>
                <p14:cNvContentPartPr/>
                <p14:nvPr/>
              </p14:nvContentPartPr>
              <p14:xfrm>
                <a:off x="7968038" y="5142456"/>
                <a:ext cx="109080" cy="123120"/>
              </p14:xfrm>
            </p:contentPart>
          </mc:Choice>
          <mc:Fallback xmlns="">
            <p:pic>
              <p:nvPicPr>
                <p:cNvPr id="27" name="Ink 26">
                  <a:extLst>
                    <a:ext uri="{FF2B5EF4-FFF2-40B4-BE49-F238E27FC236}">
                      <a16:creationId xmlns:a16="http://schemas.microsoft.com/office/drawing/2014/main" id="{76E9D6D6-3AA8-1189-48C8-991DCD6BFE64}"/>
                    </a:ext>
                  </a:extLst>
                </p:cNvPr>
                <p:cNvPicPr/>
                <p:nvPr/>
              </p:nvPicPr>
              <p:blipFill>
                <a:blip r:embed="rId47"/>
                <a:stretch>
                  <a:fillRect/>
                </a:stretch>
              </p:blipFill>
              <p:spPr>
                <a:xfrm>
                  <a:off x="7963718" y="5138136"/>
                  <a:ext cx="11772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8" name="Ink 27">
                  <a:extLst>
                    <a:ext uri="{FF2B5EF4-FFF2-40B4-BE49-F238E27FC236}">
                      <a16:creationId xmlns:a16="http://schemas.microsoft.com/office/drawing/2014/main" id="{355A23C9-4790-3550-D08A-74259C51A227}"/>
                    </a:ext>
                  </a:extLst>
                </p14:cNvPr>
                <p14:cNvContentPartPr/>
                <p14:nvPr/>
              </p14:nvContentPartPr>
              <p14:xfrm>
                <a:off x="8128958" y="5039856"/>
                <a:ext cx="46440" cy="226800"/>
              </p14:xfrm>
            </p:contentPart>
          </mc:Choice>
          <mc:Fallback xmlns="">
            <p:pic>
              <p:nvPicPr>
                <p:cNvPr id="28" name="Ink 27">
                  <a:extLst>
                    <a:ext uri="{FF2B5EF4-FFF2-40B4-BE49-F238E27FC236}">
                      <a16:creationId xmlns:a16="http://schemas.microsoft.com/office/drawing/2014/main" id="{355A23C9-4790-3550-D08A-74259C51A227}"/>
                    </a:ext>
                  </a:extLst>
                </p:cNvPr>
                <p:cNvPicPr/>
                <p:nvPr/>
              </p:nvPicPr>
              <p:blipFill>
                <a:blip r:embed="rId49"/>
                <a:stretch>
                  <a:fillRect/>
                </a:stretch>
              </p:blipFill>
              <p:spPr>
                <a:xfrm>
                  <a:off x="8124638" y="5035536"/>
                  <a:ext cx="5508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Ink 28">
                  <a:extLst>
                    <a:ext uri="{FF2B5EF4-FFF2-40B4-BE49-F238E27FC236}">
                      <a16:creationId xmlns:a16="http://schemas.microsoft.com/office/drawing/2014/main" id="{30306CBD-D191-FAFC-F936-02C2FBEB3C48}"/>
                    </a:ext>
                  </a:extLst>
                </p14:cNvPr>
                <p14:cNvContentPartPr/>
                <p14:nvPr/>
              </p14:nvContentPartPr>
              <p14:xfrm>
                <a:off x="8122478" y="5125536"/>
                <a:ext cx="91080" cy="46800"/>
              </p14:xfrm>
            </p:contentPart>
          </mc:Choice>
          <mc:Fallback xmlns="">
            <p:pic>
              <p:nvPicPr>
                <p:cNvPr id="29" name="Ink 28">
                  <a:extLst>
                    <a:ext uri="{FF2B5EF4-FFF2-40B4-BE49-F238E27FC236}">
                      <a16:creationId xmlns:a16="http://schemas.microsoft.com/office/drawing/2014/main" id="{30306CBD-D191-FAFC-F936-02C2FBEB3C48}"/>
                    </a:ext>
                  </a:extLst>
                </p:cNvPr>
                <p:cNvPicPr/>
                <p:nvPr/>
              </p:nvPicPr>
              <p:blipFill>
                <a:blip r:embed="rId51"/>
                <a:stretch>
                  <a:fillRect/>
                </a:stretch>
              </p:blipFill>
              <p:spPr>
                <a:xfrm>
                  <a:off x="8118158" y="5121216"/>
                  <a:ext cx="99720" cy="55440"/>
                </a:xfrm>
                <a:prstGeom prst="rect">
                  <a:avLst/>
                </a:prstGeom>
              </p:spPr>
            </p:pic>
          </mc:Fallback>
        </mc:AlternateContent>
      </p:grpSp>
      <p:grpSp>
        <p:nvGrpSpPr>
          <p:cNvPr id="44" name="Group 43">
            <a:extLst>
              <a:ext uri="{FF2B5EF4-FFF2-40B4-BE49-F238E27FC236}">
                <a16:creationId xmlns:a16="http://schemas.microsoft.com/office/drawing/2014/main" id="{72D4FA02-D58B-A456-D1B1-CF46BADFF4D8}"/>
              </a:ext>
            </a:extLst>
          </p:cNvPr>
          <p:cNvGrpSpPr/>
          <p:nvPr/>
        </p:nvGrpSpPr>
        <p:grpSpPr>
          <a:xfrm>
            <a:off x="8420918" y="4850496"/>
            <a:ext cx="2500560" cy="392760"/>
            <a:chOff x="8420918" y="4850496"/>
            <a:chExt cx="2500560" cy="392760"/>
          </a:xfrm>
        </p:grpSpPr>
        <mc:AlternateContent xmlns:mc="http://schemas.openxmlformats.org/markup-compatibility/2006" xmlns:p14="http://schemas.microsoft.com/office/powerpoint/2010/main">
          <mc:Choice Requires="p14">
            <p:contentPart p14:bwMode="auto" r:id="rId52">
              <p14:nvContentPartPr>
                <p14:cNvPr id="30" name="Ink 29">
                  <a:extLst>
                    <a:ext uri="{FF2B5EF4-FFF2-40B4-BE49-F238E27FC236}">
                      <a16:creationId xmlns:a16="http://schemas.microsoft.com/office/drawing/2014/main" id="{D6E940A7-0D27-4D76-115B-0BB637AE9A4D}"/>
                    </a:ext>
                  </a:extLst>
                </p14:cNvPr>
                <p14:cNvContentPartPr/>
                <p14:nvPr/>
              </p14:nvContentPartPr>
              <p14:xfrm>
                <a:off x="8420918" y="4863096"/>
                <a:ext cx="254160" cy="380160"/>
              </p14:xfrm>
            </p:contentPart>
          </mc:Choice>
          <mc:Fallback xmlns="">
            <p:pic>
              <p:nvPicPr>
                <p:cNvPr id="30" name="Ink 29">
                  <a:extLst>
                    <a:ext uri="{FF2B5EF4-FFF2-40B4-BE49-F238E27FC236}">
                      <a16:creationId xmlns:a16="http://schemas.microsoft.com/office/drawing/2014/main" id="{D6E940A7-0D27-4D76-115B-0BB637AE9A4D}"/>
                    </a:ext>
                  </a:extLst>
                </p:cNvPr>
                <p:cNvPicPr/>
                <p:nvPr/>
              </p:nvPicPr>
              <p:blipFill>
                <a:blip r:embed="rId53"/>
                <a:stretch>
                  <a:fillRect/>
                </a:stretch>
              </p:blipFill>
              <p:spPr>
                <a:xfrm>
                  <a:off x="8416598" y="4858776"/>
                  <a:ext cx="262800" cy="3888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1" name="Ink 30">
                  <a:extLst>
                    <a:ext uri="{FF2B5EF4-FFF2-40B4-BE49-F238E27FC236}">
                      <a16:creationId xmlns:a16="http://schemas.microsoft.com/office/drawing/2014/main" id="{03745534-AA26-503C-CA43-9047324A8C91}"/>
                    </a:ext>
                  </a:extLst>
                </p14:cNvPr>
                <p14:cNvContentPartPr/>
                <p14:nvPr/>
              </p14:nvContentPartPr>
              <p14:xfrm>
                <a:off x="8684438" y="5147496"/>
                <a:ext cx="178560" cy="68400"/>
              </p14:xfrm>
            </p:contentPart>
          </mc:Choice>
          <mc:Fallback xmlns="">
            <p:pic>
              <p:nvPicPr>
                <p:cNvPr id="31" name="Ink 30">
                  <a:extLst>
                    <a:ext uri="{FF2B5EF4-FFF2-40B4-BE49-F238E27FC236}">
                      <a16:creationId xmlns:a16="http://schemas.microsoft.com/office/drawing/2014/main" id="{03745534-AA26-503C-CA43-9047324A8C91}"/>
                    </a:ext>
                  </a:extLst>
                </p:cNvPr>
                <p:cNvPicPr/>
                <p:nvPr/>
              </p:nvPicPr>
              <p:blipFill>
                <a:blip r:embed="rId55"/>
                <a:stretch>
                  <a:fillRect/>
                </a:stretch>
              </p:blipFill>
              <p:spPr>
                <a:xfrm>
                  <a:off x="8680118" y="5143176"/>
                  <a:ext cx="18720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2" name="Ink 31">
                  <a:extLst>
                    <a:ext uri="{FF2B5EF4-FFF2-40B4-BE49-F238E27FC236}">
                      <a16:creationId xmlns:a16="http://schemas.microsoft.com/office/drawing/2014/main" id="{982A63D0-15AA-7912-F73F-FDD42E3F17D2}"/>
                    </a:ext>
                  </a:extLst>
                </p14:cNvPr>
                <p14:cNvContentPartPr/>
                <p14:nvPr/>
              </p14:nvContentPartPr>
              <p14:xfrm>
                <a:off x="8855078" y="4939416"/>
                <a:ext cx="272160" cy="275400"/>
              </p14:xfrm>
            </p:contentPart>
          </mc:Choice>
          <mc:Fallback xmlns="">
            <p:pic>
              <p:nvPicPr>
                <p:cNvPr id="32" name="Ink 31">
                  <a:extLst>
                    <a:ext uri="{FF2B5EF4-FFF2-40B4-BE49-F238E27FC236}">
                      <a16:creationId xmlns:a16="http://schemas.microsoft.com/office/drawing/2014/main" id="{982A63D0-15AA-7912-F73F-FDD42E3F17D2}"/>
                    </a:ext>
                  </a:extLst>
                </p:cNvPr>
                <p:cNvPicPr/>
                <p:nvPr/>
              </p:nvPicPr>
              <p:blipFill>
                <a:blip r:embed="rId57"/>
                <a:stretch>
                  <a:fillRect/>
                </a:stretch>
              </p:blipFill>
              <p:spPr>
                <a:xfrm>
                  <a:off x="8850758" y="4935096"/>
                  <a:ext cx="28080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3" name="Ink 32">
                  <a:extLst>
                    <a:ext uri="{FF2B5EF4-FFF2-40B4-BE49-F238E27FC236}">
                      <a16:creationId xmlns:a16="http://schemas.microsoft.com/office/drawing/2014/main" id="{1D1EF95B-A8AE-AD2A-0841-CF8DCC9CC731}"/>
                    </a:ext>
                  </a:extLst>
                </p14:cNvPr>
                <p14:cNvContentPartPr/>
                <p14:nvPr/>
              </p14:nvContentPartPr>
              <p14:xfrm>
                <a:off x="9098798" y="4998816"/>
                <a:ext cx="29520" cy="23400"/>
              </p14:xfrm>
            </p:contentPart>
          </mc:Choice>
          <mc:Fallback xmlns="">
            <p:pic>
              <p:nvPicPr>
                <p:cNvPr id="33" name="Ink 32">
                  <a:extLst>
                    <a:ext uri="{FF2B5EF4-FFF2-40B4-BE49-F238E27FC236}">
                      <a16:creationId xmlns:a16="http://schemas.microsoft.com/office/drawing/2014/main" id="{1D1EF95B-A8AE-AD2A-0841-CF8DCC9CC731}"/>
                    </a:ext>
                  </a:extLst>
                </p:cNvPr>
                <p:cNvPicPr/>
                <p:nvPr/>
              </p:nvPicPr>
              <p:blipFill>
                <a:blip r:embed="rId59"/>
                <a:stretch>
                  <a:fillRect/>
                </a:stretch>
              </p:blipFill>
              <p:spPr>
                <a:xfrm>
                  <a:off x="9094478" y="4994496"/>
                  <a:ext cx="3816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4" name="Ink 33">
                  <a:extLst>
                    <a:ext uri="{FF2B5EF4-FFF2-40B4-BE49-F238E27FC236}">
                      <a16:creationId xmlns:a16="http://schemas.microsoft.com/office/drawing/2014/main" id="{E127FCB8-784F-AF71-7D75-1CD76CDA7665}"/>
                    </a:ext>
                  </a:extLst>
                </p14:cNvPr>
                <p14:cNvContentPartPr/>
                <p14:nvPr/>
              </p14:nvContentPartPr>
              <p14:xfrm>
                <a:off x="9167198" y="4968576"/>
                <a:ext cx="328320" cy="215280"/>
              </p14:xfrm>
            </p:contentPart>
          </mc:Choice>
          <mc:Fallback xmlns="">
            <p:pic>
              <p:nvPicPr>
                <p:cNvPr id="34" name="Ink 33">
                  <a:extLst>
                    <a:ext uri="{FF2B5EF4-FFF2-40B4-BE49-F238E27FC236}">
                      <a16:creationId xmlns:a16="http://schemas.microsoft.com/office/drawing/2014/main" id="{E127FCB8-784F-AF71-7D75-1CD76CDA7665}"/>
                    </a:ext>
                  </a:extLst>
                </p:cNvPr>
                <p:cNvPicPr/>
                <p:nvPr/>
              </p:nvPicPr>
              <p:blipFill>
                <a:blip r:embed="rId61"/>
                <a:stretch>
                  <a:fillRect/>
                </a:stretch>
              </p:blipFill>
              <p:spPr>
                <a:xfrm>
                  <a:off x="9162878" y="4964256"/>
                  <a:ext cx="33696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5" name="Ink 34">
                  <a:extLst>
                    <a:ext uri="{FF2B5EF4-FFF2-40B4-BE49-F238E27FC236}">
                      <a16:creationId xmlns:a16="http://schemas.microsoft.com/office/drawing/2014/main" id="{54F0351B-3A46-80CA-B34C-8082E3B0B22A}"/>
                    </a:ext>
                  </a:extLst>
                </p14:cNvPr>
                <p14:cNvContentPartPr/>
                <p14:nvPr/>
              </p14:nvContentPartPr>
              <p14:xfrm>
                <a:off x="9480758" y="5065056"/>
                <a:ext cx="109080" cy="82800"/>
              </p14:xfrm>
            </p:contentPart>
          </mc:Choice>
          <mc:Fallback xmlns="">
            <p:pic>
              <p:nvPicPr>
                <p:cNvPr id="35" name="Ink 34">
                  <a:extLst>
                    <a:ext uri="{FF2B5EF4-FFF2-40B4-BE49-F238E27FC236}">
                      <a16:creationId xmlns:a16="http://schemas.microsoft.com/office/drawing/2014/main" id="{54F0351B-3A46-80CA-B34C-8082E3B0B22A}"/>
                    </a:ext>
                  </a:extLst>
                </p:cNvPr>
                <p:cNvPicPr/>
                <p:nvPr/>
              </p:nvPicPr>
              <p:blipFill>
                <a:blip r:embed="rId63"/>
                <a:stretch>
                  <a:fillRect/>
                </a:stretch>
              </p:blipFill>
              <p:spPr>
                <a:xfrm>
                  <a:off x="9476438" y="5060736"/>
                  <a:ext cx="11772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6" name="Ink 35">
                  <a:extLst>
                    <a:ext uri="{FF2B5EF4-FFF2-40B4-BE49-F238E27FC236}">
                      <a16:creationId xmlns:a16="http://schemas.microsoft.com/office/drawing/2014/main" id="{B819C489-EE7B-CBE5-D89E-3DE51ECB150B}"/>
                    </a:ext>
                  </a:extLst>
                </p14:cNvPr>
                <p14:cNvContentPartPr/>
                <p14:nvPr/>
              </p14:nvContentPartPr>
              <p14:xfrm>
                <a:off x="9625478" y="5065056"/>
                <a:ext cx="114480" cy="78120"/>
              </p14:xfrm>
            </p:contentPart>
          </mc:Choice>
          <mc:Fallback xmlns="">
            <p:pic>
              <p:nvPicPr>
                <p:cNvPr id="36" name="Ink 35">
                  <a:extLst>
                    <a:ext uri="{FF2B5EF4-FFF2-40B4-BE49-F238E27FC236}">
                      <a16:creationId xmlns:a16="http://schemas.microsoft.com/office/drawing/2014/main" id="{B819C489-EE7B-CBE5-D89E-3DE51ECB150B}"/>
                    </a:ext>
                  </a:extLst>
                </p:cNvPr>
                <p:cNvPicPr/>
                <p:nvPr/>
              </p:nvPicPr>
              <p:blipFill>
                <a:blip r:embed="rId65"/>
                <a:stretch>
                  <a:fillRect/>
                </a:stretch>
              </p:blipFill>
              <p:spPr>
                <a:xfrm>
                  <a:off x="9621158" y="5060736"/>
                  <a:ext cx="12312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7" name="Ink 36">
                  <a:extLst>
                    <a:ext uri="{FF2B5EF4-FFF2-40B4-BE49-F238E27FC236}">
                      <a16:creationId xmlns:a16="http://schemas.microsoft.com/office/drawing/2014/main" id="{40FA732E-8B2A-3C2D-CD59-BBB3148DBD29}"/>
                    </a:ext>
                  </a:extLst>
                </p14:cNvPr>
                <p14:cNvContentPartPr/>
                <p14:nvPr/>
              </p14:nvContentPartPr>
              <p14:xfrm>
                <a:off x="9887198" y="4895856"/>
                <a:ext cx="235800" cy="214560"/>
              </p14:xfrm>
            </p:contentPart>
          </mc:Choice>
          <mc:Fallback xmlns="">
            <p:pic>
              <p:nvPicPr>
                <p:cNvPr id="37" name="Ink 36">
                  <a:extLst>
                    <a:ext uri="{FF2B5EF4-FFF2-40B4-BE49-F238E27FC236}">
                      <a16:creationId xmlns:a16="http://schemas.microsoft.com/office/drawing/2014/main" id="{40FA732E-8B2A-3C2D-CD59-BBB3148DBD29}"/>
                    </a:ext>
                  </a:extLst>
                </p:cNvPr>
                <p:cNvPicPr/>
                <p:nvPr/>
              </p:nvPicPr>
              <p:blipFill>
                <a:blip r:embed="rId67"/>
                <a:stretch>
                  <a:fillRect/>
                </a:stretch>
              </p:blipFill>
              <p:spPr>
                <a:xfrm>
                  <a:off x="9882878" y="4891536"/>
                  <a:ext cx="24444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8" name="Ink 37">
                  <a:extLst>
                    <a:ext uri="{FF2B5EF4-FFF2-40B4-BE49-F238E27FC236}">
                      <a16:creationId xmlns:a16="http://schemas.microsoft.com/office/drawing/2014/main" id="{2A9B4F6D-D5D5-4EE0-6FD2-BCD45BFA1E3F}"/>
                    </a:ext>
                  </a:extLst>
                </p14:cNvPr>
                <p14:cNvContentPartPr/>
                <p14:nvPr/>
              </p14:nvContentPartPr>
              <p14:xfrm>
                <a:off x="10060358" y="4907376"/>
                <a:ext cx="30960" cy="16560"/>
              </p14:xfrm>
            </p:contentPart>
          </mc:Choice>
          <mc:Fallback xmlns="">
            <p:pic>
              <p:nvPicPr>
                <p:cNvPr id="38" name="Ink 37">
                  <a:extLst>
                    <a:ext uri="{FF2B5EF4-FFF2-40B4-BE49-F238E27FC236}">
                      <a16:creationId xmlns:a16="http://schemas.microsoft.com/office/drawing/2014/main" id="{2A9B4F6D-D5D5-4EE0-6FD2-BCD45BFA1E3F}"/>
                    </a:ext>
                  </a:extLst>
                </p:cNvPr>
                <p:cNvPicPr/>
                <p:nvPr/>
              </p:nvPicPr>
              <p:blipFill>
                <a:blip r:embed="rId69"/>
                <a:stretch>
                  <a:fillRect/>
                </a:stretch>
              </p:blipFill>
              <p:spPr>
                <a:xfrm>
                  <a:off x="10056038" y="4903056"/>
                  <a:ext cx="3960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9" name="Ink 38">
                  <a:extLst>
                    <a:ext uri="{FF2B5EF4-FFF2-40B4-BE49-F238E27FC236}">
                      <a16:creationId xmlns:a16="http://schemas.microsoft.com/office/drawing/2014/main" id="{5D507024-35E4-3F3D-6430-84DBB981986B}"/>
                    </a:ext>
                  </a:extLst>
                </p14:cNvPr>
                <p14:cNvContentPartPr/>
                <p14:nvPr/>
              </p14:nvContentPartPr>
              <p14:xfrm>
                <a:off x="10132718" y="4967136"/>
                <a:ext cx="83160" cy="92520"/>
              </p14:xfrm>
            </p:contentPart>
          </mc:Choice>
          <mc:Fallback xmlns="">
            <p:pic>
              <p:nvPicPr>
                <p:cNvPr id="39" name="Ink 38">
                  <a:extLst>
                    <a:ext uri="{FF2B5EF4-FFF2-40B4-BE49-F238E27FC236}">
                      <a16:creationId xmlns:a16="http://schemas.microsoft.com/office/drawing/2014/main" id="{5D507024-35E4-3F3D-6430-84DBB981986B}"/>
                    </a:ext>
                  </a:extLst>
                </p:cNvPr>
                <p:cNvPicPr/>
                <p:nvPr/>
              </p:nvPicPr>
              <p:blipFill>
                <a:blip r:embed="rId71"/>
                <a:stretch>
                  <a:fillRect/>
                </a:stretch>
              </p:blipFill>
              <p:spPr>
                <a:xfrm>
                  <a:off x="10128398" y="4962816"/>
                  <a:ext cx="9180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0" name="Ink 39">
                  <a:extLst>
                    <a:ext uri="{FF2B5EF4-FFF2-40B4-BE49-F238E27FC236}">
                      <a16:creationId xmlns:a16="http://schemas.microsoft.com/office/drawing/2014/main" id="{62AFA20A-0662-C421-F8EA-7CBA921124E0}"/>
                    </a:ext>
                  </a:extLst>
                </p14:cNvPr>
                <p14:cNvContentPartPr/>
                <p14:nvPr/>
              </p14:nvContentPartPr>
              <p14:xfrm>
                <a:off x="10232078" y="4850496"/>
                <a:ext cx="58320" cy="191880"/>
              </p14:xfrm>
            </p:contentPart>
          </mc:Choice>
          <mc:Fallback xmlns="">
            <p:pic>
              <p:nvPicPr>
                <p:cNvPr id="40" name="Ink 39">
                  <a:extLst>
                    <a:ext uri="{FF2B5EF4-FFF2-40B4-BE49-F238E27FC236}">
                      <a16:creationId xmlns:a16="http://schemas.microsoft.com/office/drawing/2014/main" id="{62AFA20A-0662-C421-F8EA-7CBA921124E0}"/>
                    </a:ext>
                  </a:extLst>
                </p:cNvPr>
                <p:cNvPicPr/>
                <p:nvPr/>
              </p:nvPicPr>
              <p:blipFill>
                <a:blip r:embed="rId73"/>
                <a:stretch>
                  <a:fillRect/>
                </a:stretch>
              </p:blipFill>
              <p:spPr>
                <a:xfrm>
                  <a:off x="10227758" y="4846176"/>
                  <a:ext cx="6696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1" name="Ink 40">
                  <a:extLst>
                    <a:ext uri="{FF2B5EF4-FFF2-40B4-BE49-F238E27FC236}">
                      <a16:creationId xmlns:a16="http://schemas.microsoft.com/office/drawing/2014/main" id="{8E587C34-BB6E-49B9-1BDA-CD5648A676F0}"/>
                    </a:ext>
                  </a:extLst>
                </p14:cNvPr>
                <p14:cNvContentPartPr/>
                <p14:nvPr/>
              </p14:nvContentPartPr>
              <p14:xfrm>
                <a:off x="10277078" y="4933296"/>
                <a:ext cx="214560" cy="74880"/>
              </p14:xfrm>
            </p:contentPart>
          </mc:Choice>
          <mc:Fallback xmlns="">
            <p:pic>
              <p:nvPicPr>
                <p:cNvPr id="41" name="Ink 40">
                  <a:extLst>
                    <a:ext uri="{FF2B5EF4-FFF2-40B4-BE49-F238E27FC236}">
                      <a16:creationId xmlns:a16="http://schemas.microsoft.com/office/drawing/2014/main" id="{8E587C34-BB6E-49B9-1BDA-CD5648A676F0}"/>
                    </a:ext>
                  </a:extLst>
                </p:cNvPr>
                <p:cNvPicPr/>
                <p:nvPr/>
              </p:nvPicPr>
              <p:blipFill>
                <a:blip r:embed="rId75"/>
                <a:stretch>
                  <a:fillRect/>
                </a:stretch>
              </p:blipFill>
              <p:spPr>
                <a:xfrm>
                  <a:off x="10272758" y="4928976"/>
                  <a:ext cx="22320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2" name="Ink 41">
                  <a:extLst>
                    <a:ext uri="{FF2B5EF4-FFF2-40B4-BE49-F238E27FC236}">
                      <a16:creationId xmlns:a16="http://schemas.microsoft.com/office/drawing/2014/main" id="{6E25D825-07A5-DE21-3E3C-7A79A861B927}"/>
                    </a:ext>
                  </a:extLst>
                </p14:cNvPr>
                <p14:cNvContentPartPr/>
                <p14:nvPr/>
              </p14:nvContentPartPr>
              <p14:xfrm>
                <a:off x="10505318" y="4926816"/>
                <a:ext cx="130320" cy="55800"/>
              </p14:xfrm>
            </p:contentPart>
          </mc:Choice>
          <mc:Fallback xmlns="">
            <p:pic>
              <p:nvPicPr>
                <p:cNvPr id="42" name="Ink 41">
                  <a:extLst>
                    <a:ext uri="{FF2B5EF4-FFF2-40B4-BE49-F238E27FC236}">
                      <a16:creationId xmlns:a16="http://schemas.microsoft.com/office/drawing/2014/main" id="{6E25D825-07A5-DE21-3E3C-7A79A861B927}"/>
                    </a:ext>
                  </a:extLst>
                </p:cNvPr>
                <p:cNvPicPr/>
                <p:nvPr/>
              </p:nvPicPr>
              <p:blipFill>
                <a:blip r:embed="rId77"/>
                <a:stretch>
                  <a:fillRect/>
                </a:stretch>
              </p:blipFill>
              <p:spPr>
                <a:xfrm>
                  <a:off x="10500998" y="4922496"/>
                  <a:ext cx="13896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3" name="Ink 42">
                  <a:extLst>
                    <a:ext uri="{FF2B5EF4-FFF2-40B4-BE49-F238E27FC236}">
                      <a16:creationId xmlns:a16="http://schemas.microsoft.com/office/drawing/2014/main" id="{4060A009-5326-40E5-8177-050163A1E9C7}"/>
                    </a:ext>
                  </a:extLst>
                </p14:cNvPr>
                <p14:cNvContentPartPr/>
                <p14:nvPr/>
              </p14:nvContentPartPr>
              <p14:xfrm>
                <a:off x="10680278" y="4886496"/>
                <a:ext cx="241200" cy="80640"/>
              </p14:xfrm>
            </p:contentPart>
          </mc:Choice>
          <mc:Fallback xmlns="">
            <p:pic>
              <p:nvPicPr>
                <p:cNvPr id="43" name="Ink 42">
                  <a:extLst>
                    <a:ext uri="{FF2B5EF4-FFF2-40B4-BE49-F238E27FC236}">
                      <a16:creationId xmlns:a16="http://schemas.microsoft.com/office/drawing/2014/main" id="{4060A009-5326-40E5-8177-050163A1E9C7}"/>
                    </a:ext>
                  </a:extLst>
                </p:cNvPr>
                <p:cNvPicPr/>
                <p:nvPr/>
              </p:nvPicPr>
              <p:blipFill>
                <a:blip r:embed="rId79"/>
                <a:stretch>
                  <a:fillRect/>
                </a:stretch>
              </p:blipFill>
              <p:spPr>
                <a:xfrm>
                  <a:off x="10675958" y="4882176"/>
                  <a:ext cx="249840" cy="89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0">
            <p14:nvContentPartPr>
              <p14:cNvPr id="46" name="Ink 45">
                <a:extLst>
                  <a:ext uri="{FF2B5EF4-FFF2-40B4-BE49-F238E27FC236}">
                    <a16:creationId xmlns:a16="http://schemas.microsoft.com/office/drawing/2014/main" id="{A48C18D6-1BCB-1145-1E07-358893099AF8}"/>
                  </a:ext>
                </a:extLst>
              </p14:cNvPr>
              <p14:cNvContentPartPr/>
              <p14:nvPr/>
            </p14:nvContentPartPr>
            <p14:xfrm>
              <a:off x="8442878" y="4332816"/>
              <a:ext cx="331920" cy="256320"/>
            </p14:xfrm>
          </p:contentPart>
        </mc:Choice>
        <mc:Fallback xmlns="">
          <p:pic>
            <p:nvPicPr>
              <p:cNvPr id="46" name="Ink 45">
                <a:extLst>
                  <a:ext uri="{FF2B5EF4-FFF2-40B4-BE49-F238E27FC236}">
                    <a16:creationId xmlns:a16="http://schemas.microsoft.com/office/drawing/2014/main" id="{A48C18D6-1BCB-1145-1E07-358893099AF8}"/>
                  </a:ext>
                </a:extLst>
              </p:cNvPr>
              <p:cNvPicPr/>
              <p:nvPr/>
            </p:nvPicPr>
            <p:blipFill>
              <a:blip r:embed="rId81"/>
              <a:stretch>
                <a:fillRect/>
              </a:stretch>
            </p:blipFill>
            <p:spPr>
              <a:xfrm>
                <a:off x="8438558" y="4328496"/>
                <a:ext cx="340560" cy="264960"/>
              </a:xfrm>
              <a:prstGeom prst="rect">
                <a:avLst/>
              </a:prstGeom>
            </p:spPr>
          </p:pic>
        </mc:Fallback>
      </mc:AlternateContent>
      <p:grpSp>
        <p:nvGrpSpPr>
          <p:cNvPr id="53" name="Group 52">
            <a:extLst>
              <a:ext uri="{FF2B5EF4-FFF2-40B4-BE49-F238E27FC236}">
                <a16:creationId xmlns:a16="http://schemas.microsoft.com/office/drawing/2014/main" id="{9E3D7A21-4EA7-C7F8-324C-CA66E0624C6F}"/>
              </a:ext>
            </a:extLst>
          </p:cNvPr>
          <p:cNvGrpSpPr/>
          <p:nvPr/>
        </p:nvGrpSpPr>
        <p:grpSpPr>
          <a:xfrm>
            <a:off x="7460798" y="4418136"/>
            <a:ext cx="722880" cy="352080"/>
            <a:chOff x="7460798" y="4418136"/>
            <a:chExt cx="722880" cy="352080"/>
          </a:xfrm>
        </p:grpSpPr>
        <mc:AlternateContent xmlns:mc="http://schemas.openxmlformats.org/markup-compatibility/2006" xmlns:p14="http://schemas.microsoft.com/office/powerpoint/2010/main">
          <mc:Choice Requires="p14">
            <p:contentPart p14:bwMode="auto" r:id="rId82">
              <p14:nvContentPartPr>
                <p14:cNvPr id="47" name="Ink 46">
                  <a:extLst>
                    <a:ext uri="{FF2B5EF4-FFF2-40B4-BE49-F238E27FC236}">
                      <a16:creationId xmlns:a16="http://schemas.microsoft.com/office/drawing/2014/main" id="{39643141-53F9-AE24-8140-70E343BD0D9F}"/>
                    </a:ext>
                  </a:extLst>
                </p14:cNvPr>
                <p14:cNvContentPartPr/>
                <p14:nvPr/>
              </p14:nvContentPartPr>
              <p14:xfrm>
                <a:off x="7460798" y="4627656"/>
                <a:ext cx="197640" cy="61560"/>
              </p14:xfrm>
            </p:contentPart>
          </mc:Choice>
          <mc:Fallback xmlns="">
            <p:pic>
              <p:nvPicPr>
                <p:cNvPr id="47" name="Ink 46">
                  <a:extLst>
                    <a:ext uri="{FF2B5EF4-FFF2-40B4-BE49-F238E27FC236}">
                      <a16:creationId xmlns:a16="http://schemas.microsoft.com/office/drawing/2014/main" id="{39643141-53F9-AE24-8140-70E343BD0D9F}"/>
                    </a:ext>
                  </a:extLst>
                </p:cNvPr>
                <p:cNvPicPr/>
                <p:nvPr/>
              </p:nvPicPr>
              <p:blipFill>
                <a:blip r:embed="rId83"/>
                <a:stretch>
                  <a:fillRect/>
                </a:stretch>
              </p:blipFill>
              <p:spPr>
                <a:xfrm>
                  <a:off x="7456478" y="4623336"/>
                  <a:ext cx="20628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8" name="Ink 47">
                  <a:extLst>
                    <a:ext uri="{FF2B5EF4-FFF2-40B4-BE49-F238E27FC236}">
                      <a16:creationId xmlns:a16="http://schemas.microsoft.com/office/drawing/2014/main" id="{3A73749F-8F45-7D20-9D6A-4F4C6D848ABF}"/>
                    </a:ext>
                  </a:extLst>
                </p14:cNvPr>
                <p14:cNvContentPartPr/>
                <p14:nvPr/>
              </p14:nvContentPartPr>
              <p14:xfrm>
                <a:off x="7466198" y="4703616"/>
                <a:ext cx="203040" cy="66600"/>
              </p14:xfrm>
            </p:contentPart>
          </mc:Choice>
          <mc:Fallback xmlns="">
            <p:pic>
              <p:nvPicPr>
                <p:cNvPr id="48" name="Ink 47">
                  <a:extLst>
                    <a:ext uri="{FF2B5EF4-FFF2-40B4-BE49-F238E27FC236}">
                      <a16:creationId xmlns:a16="http://schemas.microsoft.com/office/drawing/2014/main" id="{3A73749F-8F45-7D20-9D6A-4F4C6D848ABF}"/>
                    </a:ext>
                  </a:extLst>
                </p:cNvPr>
                <p:cNvPicPr/>
                <p:nvPr/>
              </p:nvPicPr>
              <p:blipFill>
                <a:blip r:embed="rId85"/>
                <a:stretch>
                  <a:fillRect/>
                </a:stretch>
              </p:blipFill>
              <p:spPr>
                <a:xfrm>
                  <a:off x="7461878" y="4699296"/>
                  <a:ext cx="21168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9" name="Ink 48">
                  <a:extLst>
                    <a:ext uri="{FF2B5EF4-FFF2-40B4-BE49-F238E27FC236}">
                      <a16:creationId xmlns:a16="http://schemas.microsoft.com/office/drawing/2014/main" id="{8AEF3B0D-D37D-5BF2-272F-B2771EEA14EF}"/>
                    </a:ext>
                  </a:extLst>
                </p14:cNvPr>
                <p14:cNvContentPartPr/>
                <p14:nvPr/>
              </p14:nvContentPartPr>
              <p14:xfrm>
                <a:off x="7730798" y="4432896"/>
                <a:ext cx="158400" cy="289440"/>
              </p14:xfrm>
            </p:contentPart>
          </mc:Choice>
          <mc:Fallback xmlns="">
            <p:pic>
              <p:nvPicPr>
                <p:cNvPr id="49" name="Ink 48">
                  <a:extLst>
                    <a:ext uri="{FF2B5EF4-FFF2-40B4-BE49-F238E27FC236}">
                      <a16:creationId xmlns:a16="http://schemas.microsoft.com/office/drawing/2014/main" id="{8AEF3B0D-D37D-5BF2-272F-B2771EEA14EF}"/>
                    </a:ext>
                  </a:extLst>
                </p:cNvPr>
                <p:cNvPicPr/>
                <p:nvPr/>
              </p:nvPicPr>
              <p:blipFill>
                <a:blip r:embed="rId87"/>
                <a:stretch>
                  <a:fillRect/>
                </a:stretch>
              </p:blipFill>
              <p:spPr>
                <a:xfrm>
                  <a:off x="7726478" y="4428576"/>
                  <a:ext cx="16704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0" name="Ink 49">
                  <a:extLst>
                    <a:ext uri="{FF2B5EF4-FFF2-40B4-BE49-F238E27FC236}">
                      <a16:creationId xmlns:a16="http://schemas.microsoft.com/office/drawing/2014/main" id="{CE25EBA7-A388-3011-A8DA-F35710C29144}"/>
                    </a:ext>
                  </a:extLst>
                </p14:cNvPr>
                <p14:cNvContentPartPr/>
                <p14:nvPr/>
              </p14:nvContentPartPr>
              <p14:xfrm>
                <a:off x="7778678" y="4577616"/>
                <a:ext cx="91080" cy="56880"/>
              </p14:xfrm>
            </p:contentPart>
          </mc:Choice>
          <mc:Fallback xmlns="">
            <p:pic>
              <p:nvPicPr>
                <p:cNvPr id="50" name="Ink 49">
                  <a:extLst>
                    <a:ext uri="{FF2B5EF4-FFF2-40B4-BE49-F238E27FC236}">
                      <a16:creationId xmlns:a16="http://schemas.microsoft.com/office/drawing/2014/main" id="{CE25EBA7-A388-3011-A8DA-F35710C29144}"/>
                    </a:ext>
                  </a:extLst>
                </p:cNvPr>
                <p:cNvPicPr/>
                <p:nvPr/>
              </p:nvPicPr>
              <p:blipFill>
                <a:blip r:embed="rId89"/>
                <a:stretch>
                  <a:fillRect/>
                </a:stretch>
              </p:blipFill>
              <p:spPr>
                <a:xfrm>
                  <a:off x="7774358" y="4573296"/>
                  <a:ext cx="9972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1" name="Ink 50">
                  <a:extLst>
                    <a:ext uri="{FF2B5EF4-FFF2-40B4-BE49-F238E27FC236}">
                      <a16:creationId xmlns:a16="http://schemas.microsoft.com/office/drawing/2014/main" id="{108D28B8-28C0-2F38-FA17-00DE242AC210}"/>
                    </a:ext>
                  </a:extLst>
                </p14:cNvPr>
                <p14:cNvContentPartPr/>
                <p14:nvPr/>
              </p14:nvContentPartPr>
              <p14:xfrm>
                <a:off x="7965518" y="4461696"/>
                <a:ext cx="46800" cy="124920"/>
              </p14:xfrm>
            </p:contentPart>
          </mc:Choice>
          <mc:Fallback xmlns="">
            <p:pic>
              <p:nvPicPr>
                <p:cNvPr id="51" name="Ink 50">
                  <a:extLst>
                    <a:ext uri="{FF2B5EF4-FFF2-40B4-BE49-F238E27FC236}">
                      <a16:creationId xmlns:a16="http://schemas.microsoft.com/office/drawing/2014/main" id="{108D28B8-28C0-2F38-FA17-00DE242AC210}"/>
                    </a:ext>
                  </a:extLst>
                </p:cNvPr>
                <p:cNvPicPr/>
                <p:nvPr/>
              </p:nvPicPr>
              <p:blipFill>
                <a:blip r:embed="rId91"/>
                <a:stretch>
                  <a:fillRect/>
                </a:stretch>
              </p:blipFill>
              <p:spPr>
                <a:xfrm>
                  <a:off x="7961198" y="4457376"/>
                  <a:ext cx="5544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2" name="Ink 51">
                  <a:extLst>
                    <a:ext uri="{FF2B5EF4-FFF2-40B4-BE49-F238E27FC236}">
                      <a16:creationId xmlns:a16="http://schemas.microsoft.com/office/drawing/2014/main" id="{DC980D1C-5147-0024-215D-6CEF843FDB70}"/>
                    </a:ext>
                  </a:extLst>
                </p14:cNvPr>
                <p14:cNvContentPartPr/>
                <p14:nvPr/>
              </p14:nvContentPartPr>
              <p14:xfrm>
                <a:off x="7947518" y="4418136"/>
                <a:ext cx="236160" cy="194760"/>
              </p14:xfrm>
            </p:contentPart>
          </mc:Choice>
          <mc:Fallback xmlns="">
            <p:pic>
              <p:nvPicPr>
                <p:cNvPr id="52" name="Ink 51">
                  <a:extLst>
                    <a:ext uri="{FF2B5EF4-FFF2-40B4-BE49-F238E27FC236}">
                      <a16:creationId xmlns:a16="http://schemas.microsoft.com/office/drawing/2014/main" id="{DC980D1C-5147-0024-215D-6CEF843FDB70}"/>
                    </a:ext>
                  </a:extLst>
                </p:cNvPr>
                <p:cNvPicPr/>
                <p:nvPr/>
              </p:nvPicPr>
              <p:blipFill>
                <a:blip r:embed="rId93"/>
                <a:stretch>
                  <a:fillRect/>
                </a:stretch>
              </p:blipFill>
              <p:spPr>
                <a:xfrm>
                  <a:off x="7943198" y="4413816"/>
                  <a:ext cx="244800" cy="203400"/>
                </a:xfrm>
                <a:prstGeom prst="rect">
                  <a:avLst/>
                </a:prstGeom>
              </p:spPr>
            </p:pic>
          </mc:Fallback>
        </mc:AlternateContent>
      </p:grpSp>
      <p:grpSp>
        <p:nvGrpSpPr>
          <p:cNvPr id="60" name="Group 59">
            <a:extLst>
              <a:ext uri="{FF2B5EF4-FFF2-40B4-BE49-F238E27FC236}">
                <a16:creationId xmlns:a16="http://schemas.microsoft.com/office/drawing/2014/main" id="{0AD5E749-637D-4503-CAED-0BD2316F409F}"/>
              </a:ext>
            </a:extLst>
          </p:cNvPr>
          <p:cNvGrpSpPr/>
          <p:nvPr/>
        </p:nvGrpSpPr>
        <p:grpSpPr>
          <a:xfrm>
            <a:off x="11098958" y="4628016"/>
            <a:ext cx="837360" cy="379800"/>
            <a:chOff x="11098958" y="4628016"/>
            <a:chExt cx="837360" cy="379800"/>
          </a:xfrm>
        </p:grpSpPr>
        <mc:AlternateContent xmlns:mc="http://schemas.openxmlformats.org/markup-compatibility/2006" xmlns:p14="http://schemas.microsoft.com/office/powerpoint/2010/main">
          <mc:Choice Requires="p14">
            <p:contentPart p14:bwMode="auto" r:id="rId94">
              <p14:nvContentPartPr>
                <p14:cNvPr id="54" name="Ink 53">
                  <a:extLst>
                    <a:ext uri="{FF2B5EF4-FFF2-40B4-BE49-F238E27FC236}">
                      <a16:creationId xmlns:a16="http://schemas.microsoft.com/office/drawing/2014/main" id="{F0E47DC8-D0D6-080D-397F-5F7A79DF13D0}"/>
                    </a:ext>
                  </a:extLst>
                </p14:cNvPr>
                <p14:cNvContentPartPr/>
                <p14:nvPr/>
              </p14:nvContentPartPr>
              <p14:xfrm>
                <a:off x="11098958" y="4701456"/>
                <a:ext cx="140760" cy="275400"/>
              </p14:xfrm>
            </p:contentPart>
          </mc:Choice>
          <mc:Fallback xmlns="">
            <p:pic>
              <p:nvPicPr>
                <p:cNvPr id="54" name="Ink 53">
                  <a:extLst>
                    <a:ext uri="{FF2B5EF4-FFF2-40B4-BE49-F238E27FC236}">
                      <a16:creationId xmlns:a16="http://schemas.microsoft.com/office/drawing/2014/main" id="{F0E47DC8-D0D6-080D-397F-5F7A79DF13D0}"/>
                    </a:ext>
                  </a:extLst>
                </p:cNvPr>
                <p:cNvPicPr/>
                <p:nvPr/>
              </p:nvPicPr>
              <p:blipFill>
                <a:blip r:embed="rId95"/>
                <a:stretch>
                  <a:fillRect/>
                </a:stretch>
              </p:blipFill>
              <p:spPr>
                <a:xfrm>
                  <a:off x="11094638" y="4697136"/>
                  <a:ext cx="14940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5" name="Ink 54">
                  <a:extLst>
                    <a:ext uri="{FF2B5EF4-FFF2-40B4-BE49-F238E27FC236}">
                      <a16:creationId xmlns:a16="http://schemas.microsoft.com/office/drawing/2014/main" id="{B819683B-C951-4BE8-2550-FB78BFE16662}"/>
                    </a:ext>
                  </a:extLst>
                </p14:cNvPr>
                <p14:cNvContentPartPr/>
                <p14:nvPr/>
              </p14:nvContentPartPr>
              <p14:xfrm>
                <a:off x="11291198" y="4731696"/>
                <a:ext cx="165600" cy="214920"/>
              </p14:xfrm>
            </p:contentPart>
          </mc:Choice>
          <mc:Fallback xmlns="">
            <p:pic>
              <p:nvPicPr>
                <p:cNvPr id="55" name="Ink 54">
                  <a:extLst>
                    <a:ext uri="{FF2B5EF4-FFF2-40B4-BE49-F238E27FC236}">
                      <a16:creationId xmlns:a16="http://schemas.microsoft.com/office/drawing/2014/main" id="{B819683B-C951-4BE8-2550-FB78BFE16662}"/>
                    </a:ext>
                  </a:extLst>
                </p:cNvPr>
                <p:cNvPicPr/>
                <p:nvPr/>
              </p:nvPicPr>
              <p:blipFill>
                <a:blip r:embed="rId97"/>
                <a:stretch>
                  <a:fillRect/>
                </a:stretch>
              </p:blipFill>
              <p:spPr>
                <a:xfrm>
                  <a:off x="11286878" y="4727376"/>
                  <a:ext cx="17424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6" name="Ink 55">
                  <a:extLst>
                    <a:ext uri="{FF2B5EF4-FFF2-40B4-BE49-F238E27FC236}">
                      <a16:creationId xmlns:a16="http://schemas.microsoft.com/office/drawing/2014/main" id="{5020CFEF-2490-D0AC-E39B-0D9A8845C42E}"/>
                    </a:ext>
                  </a:extLst>
                </p14:cNvPr>
                <p14:cNvContentPartPr/>
                <p14:nvPr/>
              </p14:nvContentPartPr>
              <p14:xfrm>
                <a:off x="11314238" y="4828176"/>
                <a:ext cx="128160" cy="52560"/>
              </p14:xfrm>
            </p:contentPart>
          </mc:Choice>
          <mc:Fallback xmlns="">
            <p:pic>
              <p:nvPicPr>
                <p:cNvPr id="56" name="Ink 55">
                  <a:extLst>
                    <a:ext uri="{FF2B5EF4-FFF2-40B4-BE49-F238E27FC236}">
                      <a16:creationId xmlns:a16="http://schemas.microsoft.com/office/drawing/2014/main" id="{5020CFEF-2490-D0AC-E39B-0D9A8845C42E}"/>
                    </a:ext>
                  </a:extLst>
                </p:cNvPr>
                <p:cNvPicPr/>
                <p:nvPr/>
              </p:nvPicPr>
              <p:blipFill>
                <a:blip r:embed="rId99"/>
                <a:stretch>
                  <a:fillRect/>
                </a:stretch>
              </p:blipFill>
              <p:spPr>
                <a:xfrm>
                  <a:off x="11309918" y="4823856"/>
                  <a:ext cx="13680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7" name="Ink 56">
                  <a:extLst>
                    <a:ext uri="{FF2B5EF4-FFF2-40B4-BE49-F238E27FC236}">
                      <a16:creationId xmlns:a16="http://schemas.microsoft.com/office/drawing/2014/main" id="{D1412DF8-D4FE-6623-36BD-0B9D537C2FB4}"/>
                    </a:ext>
                  </a:extLst>
                </p14:cNvPr>
                <p14:cNvContentPartPr/>
                <p14:nvPr/>
              </p14:nvContentPartPr>
              <p14:xfrm>
                <a:off x="11546078" y="4745376"/>
                <a:ext cx="44280" cy="127440"/>
              </p14:xfrm>
            </p:contentPart>
          </mc:Choice>
          <mc:Fallback xmlns="">
            <p:pic>
              <p:nvPicPr>
                <p:cNvPr id="57" name="Ink 56">
                  <a:extLst>
                    <a:ext uri="{FF2B5EF4-FFF2-40B4-BE49-F238E27FC236}">
                      <a16:creationId xmlns:a16="http://schemas.microsoft.com/office/drawing/2014/main" id="{D1412DF8-D4FE-6623-36BD-0B9D537C2FB4}"/>
                    </a:ext>
                  </a:extLst>
                </p:cNvPr>
                <p:cNvPicPr/>
                <p:nvPr/>
              </p:nvPicPr>
              <p:blipFill>
                <a:blip r:embed="rId101"/>
                <a:stretch>
                  <a:fillRect/>
                </a:stretch>
              </p:blipFill>
              <p:spPr>
                <a:xfrm>
                  <a:off x="11541758" y="4741056"/>
                  <a:ext cx="5292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8" name="Ink 57">
                  <a:extLst>
                    <a:ext uri="{FF2B5EF4-FFF2-40B4-BE49-F238E27FC236}">
                      <a16:creationId xmlns:a16="http://schemas.microsoft.com/office/drawing/2014/main" id="{EE6E6845-EC44-1468-397D-9EC9399A3716}"/>
                    </a:ext>
                  </a:extLst>
                </p14:cNvPr>
                <p14:cNvContentPartPr/>
                <p14:nvPr/>
              </p14:nvContentPartPr>
              <p14:xfrm>
                <a:off x="11555438" y="4717296"/>
                <a:ext cx="212040" cy="178200"/>
              </p14:xfrm>
            </p:contentPart>
          </mc:Choice>
          <mc:Fallback xmlns="">
            <p:pic>
              <p:nvPicPr>
                <p:cNvPr id="58" name="Ink 57">
                  <a:extLst>
                    <a:ext uri="{FF2B5EF4-FFF2-40B4-BE49-F238E27FC236}">
                      <a16:creationId xmlns:a16="http://schemas.microsoft.com/office/drawing/2014/main" id="{EE6E6845-EC44-1468-397D-9EC9399A3716}"/>
                    </a:ext>
                  </a:extLst>
                </p:cNvPr>
                <p:cNvPicPr/>
                <p:nvPr/>
              </p:nvPicPr>
              <p:blipFill>
                <a:blip r:embed="rId103"/>
                <a:stretch>
                  <a:fillRect/>
                </a:stretch>
              </p:blipFill>
              <p:spPr>
                <a:xfrm>
                  <a:off x="11551118" y="4712976"/>
                  <a:ext cx="22068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9" name="Ink 58">
                  <a:extLst>
                    <a:ext uri="{FF2B5EF4-FFF2-40B4-BE49-F238E27FC236}">
                      <a16:creationId xmlns:a16="http://schemas.microsoft.com/office/drawing/2014/main" id="{817DA740-C4E0-C6B3-1781-19DD097EDBEB}"/>
                    </a:ext>
                  </a:extLst>
                </p14:cNvPr>
                <p14:cNvContentPartPr/>
                <p14:nvPr/>
              </p14:nvContentPartPr>
              <p14:xfrm>
                <a:off x="11712038" y="4628016"/>
                <a:ext cx="224280" cy="379800"/>
              </p14:xfrm>
            </p:contentPart>
          </mc:Choice>
          <mc:Fallback xmlns="">
            <p:pic>
              <p:nvPicPr>
                <p:cNvPr id="59" name="Ink 58">
                  <a:extLst>
                    <a:ext uri="{FF2B5EF4-FFF2-40B4-BE49-F238E27FC236}">
                      <a16:creationId xmlns:a16="http://schemas.microsoft.com/office/drawing/2014/main" id="{817DA740-C4E0-C6B3-1781-19DD097EDBEB}"/>
                    </a:ext>
                  </a:extLst>
                </p:cNvPr>
                <p:cNvPicPr/>
                <p:nvPr/>
              </p:nvPicPr>
              <p:blipFill>
                <a:blip r:embed="rId105"/>
                <a:stretch>
                  <a:fillRect/>
                </a:stretch>
              </p:blipFill>
              <p:spPr>
                <a:xfrm>
                  <a:off x="11707718" y="4623696"/>
                  <a:ext cx="232920" cy="388440"/>
                </a:xfrm>
                <a:prstGeom prst="rect">
                  <a:avLst/>
                </a:prstGeom>
              </p:spPr>
            </p:pic>
          </mc:Fallback>
        </mc:AlternateContent>
      </p:grpSp>
      <p:grpSp>
        <p:nvGrpSpPr>
          <p:cNvPr id="13317" name="Group 13316">
            <a:extLst>
              <a:ext uri="{FF2B5EF4-FFF2-40B4-BE49-F238E27FC236}">
                <a16:creationId xmlns:a16="http://schemas.microsoft.com/office/drawing/2014/main" id="{B91C0220-4B61-B7C6-2CB9-2B455E30B667}"/>
              </a:ext>
            </a:extLst>
          </p:cNvPr>
          <p:cNvGrpSpPr/>
          <p:nvPr/>
        </p:nvGrpSpPr>
        <p:grpSpPr>
          <a:xfrm>
            <a:off x="8795318" y="4147416"/>
            <a:ext cx="977040" cy="438120"/>
            <a:chOff x="8795318" y="4147416"/>
            <a:chExt cx="977040" cy="438120"/>
          </a:xfrm>
        </p:grpSpPr>
        <mc:AlternateContent xmlns:mc="http://schemas.openxmlformats.org/markup-compatibility/2006" xmlns:p14="http://schemas.microsoft.com/office/powerpoint/2010/main">
          <mc:Choice Requires="p14">
            <p:contentPart p14:bwMode="auto" r:id="rId106">
              <p14:nvContentPartPr>
                <p14:cNvPr id="61" name="Ink 60">
                  <a:extLst>
                    <a:ext uri="{FF2B5EF4-FFF2-40B4-BE49-F238E27FC236}">
                      <a16:creationId xmlns:a16="http://schemas.microsoft.com/office/drawing/2014/main" id="{12746EA4-2A71-AA3B-D2EA-3AE5978D8311}"/>
                    </a:ext>
                  </a:extLst>
                </p14:cNvPr>
                <p14:cNvContentPartPr/>
                <p14:nvPr/>
              </p14:nvContentPartPr>
              <p14:xfrm>
                <a:off x="8795318" y="4468176"/>
                <a:ext cx="31680" cy="117360"/>
              </p14:xfrm>
            </p:contentPart>
          </mc:Choice>
          <mc:Fallback xmlns="">
            <p:pic>
              <p:nvPicPr>
                <p:cNvPr id="61" name="Ink 60">
                  <a:extLst>
                    <a:ext uri="{FF2B5EF4-FFF2-40B4-BE49-F238E27FC236}">
                      <a16:creationId xmlns:a16="http://schemas.microsoft.com/office/drawing/2014/main" id="{12746EA4-2A71-AA3B-D2EA-3AE5978D8311}"/>
                    </a:ext>
                  </a:extLst>
                </p:cNvPr>
                <p:cNvPicPr/>
                <p:nvPr/>
              </p:nvPicPr>
              <p:blipFill>
                <a:blip r:embed="rId107"/>
                <a:stretch>
                  <a:fillRect/>
                </a:stretch>
              </p:blipFill>
              <p:spPr>
                <a:xfrm>
                  <a:off x="8790998" y="4463856"/>
                  <a:ext cx="40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2" name="Ink 61">
                  <a:extLst>
                    <a:ext uri="{FF2B5EF4-FFF2-40B4-BE49-F238E27FC236}">
                      <a16:creationId xmlns:a16="http://schemas.microsoft.com/office/drawing/2014/main" id="{88FEE288-19FE-2865-E352-E43CC8A69A02}"/>
                    </a:ext>
                  </a:extLst>
                </p14:cNvPr>
                <p14:cNvContentPartPr/>
                <p14:nvPr/>
              </p14:nvContentPartPr>
              <p14:xfrm>
                <a:off x="8871278" y="4485096"/>
                <a:ext cx="59400" cy="86400"/>
              </p14:xfrm>
            </p:contentPart>
          </mc:Choice>
          <mc:Fallback xmlns="">
            <p:pic>
              <p:nvPicPr>
                <p:cNvPr id="62" name="Ink 61">
                  <a:extLst>
                    <a:ext uri="{FF2B5EF4-FFF2-40B4-BE49-F238E27FC236}">
                      <a16:creationId xmlns:a16="http://schemas.microsoft.com/office/drawing/2014/main" id="{88FEE288-19FE-2865-E352-E43CC8A69A02}"/>
                    </a:ext>
                  </a:extLst>
                </p:cNvPr>
                <p:cNvPicPr/>
                <p:nvPr/>
              </p:nvPicPr>
              <p:blipFill>
                <a:blip r:embed="rId109"/>
                <a:stretch>
                  <a:fillRect/>
                </a:stretch>
              </p:blipFill>
              <p:spPr>
                <a:xfrm>
                  <a:off x="8866958" y="4480776"/>
                  <a:ext cx="6804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3" name="Ink 62">
                  <a:extLst>
                    <a:ext uri="{FF2B5EF4-FFF2-40B4-BE49-F238E27FC236}">
                      <a16:creationId xmlns:a16="http://schemas.microsoft.com/office/drawing/2014/main" id="{EB7F6033-C2F8-C2A3-3726-5BAEEF7790D1}"/>
                    </a:ext>
                  </a:extLst>
                </p14:cNvPr>
                <p14:cNvContentPartPr/>
                <p14:nvPr/>
              </p14:nvContentPartPr>
              <p14:xfrm>
                <a:off x="9044438" y="4334976"/>
                <a:ext cx="123840" cy="46440"/>
              </p14:xfrm>
            </p:contentPart>
          </mc:Choice>
          <mc:Fallback xmlns="">
            <p:pic>
              <p:nvPicPr>
                <p:cNvPr id="63" name="Ink 62">
                  <a:extLst>
                    <a:ext uri="{FF2B5EF4-FFF2-40B4-BE49-F238E27FC236}">
                      <a16:creationId xmlns:a16="http://schemas.microsoft.com/office/drawing/2014/main" id="{EB7F6033-C2F8-C2A3-3726-5BAEEF7790D1}"/>
                    </a:ext>
                  </a:extLst>
                </p:cNvPr>
                <p:cNvPicPr/>
                <p:nvPr/>
              </p:nvPicPr>
              <p:blipFill>
                <a:blip r:embed="rId111"/>
                <a:stretch>
                  <a:fillRect/>
                </a:stretch>
              </p:blipFill>
              <p:spPr>
                <a:xfrm>
                  <a:off x="9040118" y="4330656"/>
                  <a:ext cx="13248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3312" name="Ink 13311">
                  <a:extLst>
                    <a:ext uri="{FF2B5EF4-FFF2-40B4-BE49-F238E27FC236}">
                      <a16:creationId xmlns:a16="http://schemas.microsoft.com/office/drawing/2014/main" id="{54922A89-59D6-6922-EA08-9925B484FC68}"/>
                    </a:ext>
                  </a:extLst>
                </p14:cNvPr>
                <p14:cNvContentPartPr/>
                <p14:nvPr/>
              </p14:nvContentPartPr>
              <p14:xfrm>
                <a:off x="9029318" y="4430736"/>
                <a:ext cx="97200" cy="22320"/>
              </p14:xfrm>
            </p:contentPart>
          </mc:Choice>
          <mc:Fallback xmlns="">
            <p:pic>
              <p:nvPicPr>
                <p:cNvPr id="13312" name="Ink 13311">
                  <a:extLst>
                    <a:ext uri="{FF2B5EF4-FFF2-40B4-BE49-F238E27FC236}">
                      <a16:creationId xmlns:a16="http://schemas.microsoft.com/office/drawing/2014/main" id="{54922A89-59D6-6922-EA08-9925B484FC68}"/>
                    </a:ext>
                  </a:extLst>
                </p:cNvPr>
                <p:cNvPicPr/>
                <p:nvPr/>
              </p:nvPicPr>
              <p:blipFill>
                <a:blip r:embed="rId113"/>
                <a:stretch>
                  <a:fillRect/>
                </a:stretch>
              </p:blipFill>
              <p:spPr>
                <a:xfrm>
                  <a:off x="9024998" y="4426416"/>
                  <a:ext cx="10584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3313" name="Ink 13312">
                  <a:extLst>
                    <a:ext uri="{FF2B5EF4-FFF2-40B4-BE49-F238E27FC236}">
                      <a16:creationId xmlns:a16="http://schemas.microsoft.com/office/drawing/2014/main" id="{8D5E9F84-3771-D4BE-0452-782749A7635E}"/>
                    </a:ext>
                  </a:extLst>
                </p14:cNvPr>
                <p14:cNvContentPartPr/>
                <p14:nvPr/>
              </p14:nvContentPartPr>
              <p14:xfrm>
                <a:off x="9238118" y="4147416"/>
                <a:ext cx="325800" cy="206280"/>
              </p14:xfrm>
            </p:contentPart>
          </mc:Choice>
          <mc:Fallback xmlns="">
            <p:pic>
              <p:nvPicPr>
                <p:cNvPr id="13313" name="Ink 13312">
                  <a:extLst>
                    <a:ext uri="{FF2B5EF4-FFF2-40B4-BE49-F238E27FC236}">
                      <a16:creationId xmlns:a16="http://schemas.microsoft.com/office/drawing/2014/main" id="{8D5E9F84-3771-D4BE-0452-782749A7635E}"/>
                    </a:ext>
                  </a:extLst>
                </p:cNvPr>
                <p:cNvPicPr/>
                <p:nvPr/>
              </p:nvPicPr>
              <p:blipFill>
                <a:blip r:embed="rId115"/>
                <a:stretch>
                  <a:fillRect/>
                </a:stretch>
              </p:blipFill>
              <p:spPr>
                <a:xfrm>
                  <a:off x="9233798" y="4143096"/>
                  <a:ext cx="33444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3315" name="Ink 13314">
                  <a:extLst>
                    <a:ext uri="{FF2B5EF4-FFF2-40B4-BE49-F238E27FC236}">
                      <a16:creationId xmlns:a16="http://schemas.microsoft.com/office/drawing/2014/main" id="{13E5C90D-F0CC-116D-F3C1-E614C77A6BE5}"/>
                    </a:ext>
                  </a:extLst>
                </p14:cNvPr>
                <p14:cNvContentPartPr/>
                <p14:nvPr/>
              </p14:nvContentPartPr>
              <p14:xfrm>
                <a:off x="9448718" y="4321656"/>
                <a:ext cx="175320" cy="110160"/>
              </p14:xfrm>
            </p:contentPart>
          </mc:Choice>
          <mc:Fallback xmlns="">
            <p:pic>
              <p:nvPicPr>
                <p:cNvPr id="13315" name="Ink 13314">
                  <a:extLst>
                    <a:ext uri="{FF2B5EF4-FFF2-40B4-BE49-F238E27FC236}">
                      <a16:creationId xmlns:a16="http://schemas.microsoft.com/office/drawing/2014/main" id="{13E5C90D-F0CC-116D-F3C1-E614C77A6BE5}"/>
                    </a:ext>
                  </a:extLst>
                </p:cNvPr>
                <p:cNvPicPr/>
                <p:nvPr/>
              </p:nvPicPr>
              <p:blipFill>
                <a:blip r:embed="rId117"/>
                <a:stretch>
                  <a:fillRect/>
                </a:stretch>
              </p:blipFill>
              <p:spPr>
                <a:xfrm>
                  <a:off x="9444398" y="4317336"/>
                  <a:ext cx="18396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3316" name="Ink 13315">
                  <a:extLst>
                    <a:ext uri="{FF2B5EF4-FFF2-40B4-BE49-F238E27FC236}">
                      <a16:creationId xmlns:a16="http://schemas.microsoft.com/office/drawing/2014/main" id="{A021ED54-1532-BB9F-FC8C-14232AAE21C7}"/>
                    </a:ext>
                  </a:extLst>
                </p14:cNvPr>
                <p14:cNvContentPartPr/>
                <p14:nvPr/>
              </p14:nvContentPartPr>
              <p14:xfrm>
                <a:off x="9626918" y="4260096"/>
                <a:ext cx="145440" cy="100800"/>
              </p14:xfrm>
            </p:contentPart>
          </mc:Choice>
          <mc:Fallback xmlns="">
            <p:pic>
              <p:nvPicPr>
                <p:cNvPr id="13316" name="Ink 13315">
                  <a:extLst>
                    <a:ext uri="{FF2B5EF4-FFF2-40B4-BE49-F238E27FC236}">
                      <a16:creationId xmlns:a16="http://schemas.microsoft.com/office/drawing/2014/main" id="{A021ED54-1532-BB9F-FC8C-14232AAE21C7}"/>
                    </a:ext>
                  </a:extLst>
                </p:cNvPr>
                <p:cNvPicPr/>
                <p:nvPr/>
              </p:nvPicPr>
              <p:blipFill>
                <a:blip r:embed="rId119"/>
                <a:stretch>
                  <a:fillRect/>
                </a:stretch>
              </p:blipFill>
              <p:spPr>
                <a:xfrm>
                  <a:off x="9622598" y="4255776"/>
                  <a:ext cx="154080" cy="109440"/>
                </a:xfrm>
                <a:prstGeom prst="rect">
                  <a:avLst/>
                </a:prstGeom>
              </p:spPr>
            </p:pic>
          </mc:Fallback>
        </mc:AlternateContent>
      </p:grpSp>
      <p:grpSp>
        <p:nvGrpSpPr>
          <p:cNvPr id="13327" name="Group 13326">
            <a:extLst>
              <a:ext uri="{FF2B5EF4-FFF2-40B4-BE49-F238E27FC236}">
                <a16:creationId xmlns:a16="http://schemas.microsoft.com/office/drawing/2014/main" id="{1734E66C-E263-8CD1-776A-6D04581BE31A}"/>
              </a:ext>
            </a:extLst>
          </p:cNvPr>
          <p:cNvGrpSpPr/>
          <p:nvPr/>
        </p:nvGrpSpPr>
        <p:grpSpPr>
          <a:xfrm>
            <a:off x="10113998" y="4188096"/>
            <a:ext cx="663480" cy="245880"/>
            <a:chOff x="10113998" y="4188096"/>
            <a:chExt cx="663480" cy="245880"/>
          </a:xfrm>
        </p:grpSpPr>
        <mc:AlternateContent xmlns:mc="http://schemas.openxmlformats.org/markup-compatibility/2006" xmlns:p14="http://schemas.microsoft.com/office/powerpoint/2010/main">
          <mc:Choice Requires="p14">
            <p:contentPart p14:bwMode="auto" r:id="rId120">
              <p14:nvContentPartPr>
                <p14:cNvPr id="13318" name="Ink 13317">
                  <a:extLst>
                    <a:ext uri="{FF2B5EF4-FFF2-40B4-BE49-F238E27FC236}">
                      <a16:creationId xmlns:a16="http://schemas.microsoft.com/office/drawing/2014/main" id="{71AEB6ED-8CDB-71B5-19D7-967F8AC0E7A4}"/>
                    </a:ext>
                  </a:extLst>
                </p14:cNvPr>
                <p14:cNvContentPartPr/>
                <p14:nvPr/>
              </p14:nvContentPartPr>
              <p14:xfrm>
                <a:off x="10113998" y="4188096"/>
                <a:ext cx="272520" cy="245880"/>
              </p14:xfrm>
            </p:contentPart>
          </mc:Choice>
          <mc:Fallback xmlns="">
            <p:pic>
              <p:nvPicPr>
                <p:cNvPr id="13318" name="Ink 13317">
                  <a:extLst>
                    <a:ext uri="{FF2B5EF4-FFF2-40B4-BE49-F238E27FC236}">
                      <a16:creationId xmlns:a16="http://schemas.microsoft.com/office/drawing/2014/main" id="{71AEB6ED-8CDB-71B5-19D7-967F8AC0E7A4}"/>
                    </a:ext>
                  </a:extLst>
                </p:cNvPr>
                <p:cNvPicPr/>
                <p:nvPr/>
              </p:nvPicPr>
              <p:blipFill>
                <a:blip r:embed="rId121"/>
                <a:stretch>
                  <a:fillRect/>
                </a:stretch>
              </p:blipFill>
              <p:spPr>
                <a:xfrm>
                  <a:off x="10109678" y="4183776"/>
                  <a:ext cx="28116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3319" name="Ink 13318">
                  <a:extLst>
                    <a:ext uri="{FF2B5EF4-FFF2-40B4-BE49-F238E27FC236}">
                      <a16:creationId xmlns:a16="http://schemas.microsoft.com/office/drawing/2014/main" id="{AEE3DE18-663D-E995-3842-A901B4983642}"/>
                    </a:ext>
                  </a:extLst>
                </p14:cNvPr>
                <p14:cNvContentPartPr/>
                <p14:nvPr/>
              </p14:nvContentPartPr>
              <p14:xfrm>
                <a:off x="10386878" y="4343976"/>
                <a:ext cx="97200" cy="53280"/>
              </p14:xfrm>
            </p:contentPart>
          </mc:Choice>
          <mc:Fallback xmlns="">
            <p:pic>
              <p:nvPicPr>
                <p:cNvPr id="13319" name="Ink 13318">
                  <a:extLst>
                    <a:ext uri="{FF2B5EF4-FFF2-40B4-BE49-F238E27FC236}">
                      <a16:creationId xmlns:a16="http://schemas.microsoft.com/office/drawing/2014/main" id="{AEE3DE18-663D-E995-3842-A901B4983642}"/>
                    </a:ext>
                  </a:extLst>
                </p:cNvPr>
                <p:cNvPicPr/>
                <p:nvPr/>
              </p:nvPicPr>
              <p:blipFill>
                <a:blip r:embed="rId123"/>
                <a:stretch>
                  <a:fillRect/>
                </a:stretch>
              </p:blipFill>
              <p:spPr>
                <a:xfrm>
                  <a:off x="10382558" y="4339656"/>
                  <a:ext cx="10584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3320" name="Ink 13319">
                  <a:extLst>
                    <a:ext uri="{FF2B5EF4-FFF2-40B4-BE49-F238E27FC236}">
                      <a16:creationId xmlns:a16="http://schemas.microsoft.com/office/drawing/2014/main" id="{E9B67326-64AA-98FB-0074-6B6D18947B40}"/>
                    </a:ext>
                  </a:extLst>
                </p14:cNvPr>
                <p14:cNvContentPartPr/>
                <p14:nvPr/>
              </p14:nvContentPartPr>
              <p14:xfrm>
                <a:off x="10489478" y="4238856"/>
                <a:ext cx="288000" cy="153360"/>
              </p14:xfrm>
            </p:contentPart>
          </mc:Choice>
          <mc:Fallback xmlns="">
            <p:pic>
              <p:nvPicPr>
                <p:cNvPr id="13320" name="Ink 13319">
                  <a:extLst>
                    <a:ext uri="{FF2B5EF4-FFF2-40B4-BE49-F238E27FC236}">
                      <a16:creationId xmlns:a16="http://schemas.microsoft.com/office/drawing/2014/main" id="{E9B67326-64AA-98FB-0074-6B6D18947B40}"/>
                    </a:ext>
                  </a:extLst>
                </p:cNvPr>
                <p:cNvPicPr/>
                <p:nvPr/>
              </p:nvPicPr>
              <p:blipFill>
                <a:blip r:embed="rId125"/>
                <a:stretch>
                  <a:fillRect/>
                </a:stretch>
              </p:blipFill>
              <p:spPr>
                <a:xfrm>
                  <a:off x="10485158" y="4234536"/>
                  <a:ext cx="296640" cy="162000"/>
                </a:xfrm>
                <a:prstGeom prst="rect">
                  <a:avLst/>
                </a:prstGeom>
              </p:spPr>
            </p:pic>
          </mc:Fallback>
        </mc:AlternateContent>
      </p:grpSp>
      <p:grpSp>
        <p:nvGrpSpPr>
          <p:cNvPr id="13326" name="Group 13325">
            <a:extLst>
              <a:ext uri="{FF2B5EF4-FFF2-40B4-BE49-F238E27FC236}">
                <a16:creationId xmlns:a16="http://schemas.microsoft.com/office/drawing/2014/main" id="{5A006865-A3E6-1D1A-D194-8C22A483ED7D}"/>
              </a:ext>
            </a:extLst>
          </p:cNvPr>
          <p:cNvGrpSpPr/>
          <p:nvPr/>
        </p:nvGrpSpPr>
        <p:grpSpPr>
          <a:xfrm>
            <a:off x="11012558" y="4088736"/>
            <a:ext cx="646200" cy="246600"/>
            <a:chOff x="11012558" y="4088736"/>
            <a:chExt cx="646200" cy="246600"/>
          </a:xfrm>
        </p:grpSpPr>
        <mc:AlternateContent xmlns:mc="http://schemas.openxmlformats.org/markup-compatibility/2006" xmlns:p14="http://schemas.microsoft.com/office/powerpoint/2010/main">
          <mc:Choice Requires="p14">
            <p:contentPart p14:bwMode="auto" r:id="rId126">
              <p14:nvContentPartPr>
                <p14:cNvPr id="13321" name="Ink 13320">
                  <a:extLst>
                    <a:ext uri="{FF2B5EF4-FFF2-40B4-BE49-F238E27FC236}">
                      <a16:creationId xmlns:a16="http://schemas.microsoft.com/office/drawing/2014/main" id="{0E19983A-B33D-46FA-2571-415821F5F27D}"/>
                    </a:ext>
                  </a:extLst>
                </p14:cNvPr>
                <p14:cNvContentPartPr/>
                <p14:nvPr/>
              </p14:nvContentPartPr>
              <p14:xfrm>
                <a:off x="11012558" y="4118976"/>
                <a:ext cx="106920" cy="195120"/>
              </p14:xfrm>
            </p:contentPart>
          </mc:Choice>
          <mc:Fallback xmlns="">
            <p:pic>
              <p:nvPicPr>
                <p:cNvPr id="13321" name="Ink 13320">
                  <a:extLst>
                    <a:ext uri="{FF2B5EF4-FFF2-40B4-BE49-F238E27FC236}">
                      <a16:creationId xmlns:a16="http://schemas.microsoft.com/office/drawing/2014/main" id="{0E19983A-B33D-46FA-2571-415821F5F27D}"/>
                    </a:ext>
                  </a:extLst>
                </p:cNvPr>
                <p:cNvPicPr/>
                <p:nvPr/>
              </p:nvPicPr>
              <p:blipFill>
                <a:blip r:embed="rId127"/>
                <a:stretch>
                  <a:fillRect/>
                </a:stretch>
              </p:blipFill>
              <p:spPr>
                <a:xfrm>
                  <a:off x="11008238" y="4114656"/>
                  <a:ext cx="1155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3322" name="Ink 13321">
                  <a:extLst>
                    <a:ext uri="{FF2B5EF4-FFF2-40B4-BE49-F238E27FC236}">
                      <a16:creationId xmlns:a16="http://schemas.microsoft.com/office/drawing/2014/main" id="{7CF5F309-E89A-393C-B683-A8CBCC60765D}"/>
                    </a:ext>
                  </a:extLst>
                </p14:cNvPr>
                <p14:cNvContentPartPr/>
                <p14:nvPr/>
              </p14:nvContentPartPr>
              <p14:xfrm>
                <a:off x="11148998" y="4145976"/>
                <a:ext cx="114840" cy="105120"/>
              </p14:xfrm>
            </p:contentPart>
          </mc:Choice>
          <mc:Fallback xmlns="">
            <p:pic>
              <p:nvPicPr>
                <p:cNvPr id="13322" name="Ink 13321">
                  <a:extLst>
                    <a:ext uri="{FF2B5EF4-FFF2-40B4-BE49-F238E27FC236}">
                      <a16:creationId xmlns:a16="http://schemas.microsoft.com/office/drawing/2014/main" id="{7CF5F309-E89A-393C-B683-A8CBCC60765D}"/>
                    </a:ext>
                  </a:extLst>
                </p:cNvPr>
                <p:cNvPicPr/>
                <p:nvPr/>
              </p:nvPicPr>
              <p:blipFill>
                <a:blip r:embed="rId129"/>
                <a:stretch>
                  <a:fillRect/>
                </a:stretch>
              </p:blipFill>
              <p:spPr>
                <a:xfrm>
                  <a:off x="11144678" y="4141656"/>
                  <a:ext cx="12348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3323" name="Ink 13322">
                  <a:extLst>
                    <a:ext uri="{FF2B5EF4-FFF2-40B4-BE49-F238E27FC236}">
                      <a16:creationId xmlns:a16="http://schemas.microsoft.com/office/drawing/2014/main" id="{F1C14592-4BFD-F105-702F-25AE125382BB}"/>
                    </a:ext>
                  </a:extLst>
                </p14:cNvPr>
                <p14:cNvContentPartPr/>
                <p14:nvPr/>
              </p14:nvContentPartPr>
              <p14:xfrm>
                <a:off x="11273558" y="4246056"/>
                <a:ext cx="65880" cy="55080"/>
              </p14:xfrm>
            </p:contentPart>
          </mc:Choice>
          <mc:Fallback xmlns="">
            <p:pic>
              <p:nvPicPr>
                <p:cNvPr id="13323" name="Ink 13322">
                  <a:extLst>
                    <a:ext uri="{FF2B5EF4-FFF2-40B4-BE49-F238E27FC236}">
                      <a16:creationId xmlns:a16="http://schemas.microsoft.com/office/drawing/2014/main" id="{F1C14592-4BFD-F105-702F-25AE125382BB}"/>
                    </a:ext>
                  </a:extLst>
                </p:cNvPr>
                <p:cNvPicPr/>
                <p:nvPr/>
              </p:nvPicPr>
              <p:blipFill>
                <a:blip r:embed="rId131"/>
                <a:stretch>
                  <a:fillRect/>
                </a:stretch>
              </p:blipFill>
              <p:spPr>
                <a:xfrm>
                  <a:off x="11269238" y="4241736"/>
                  <a:ext cx="7452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3324" name="Ink 13323">
                  <a:extLst>
                    <a:ext uri="{FF2B5EF4-FFF2-40B4-BE49-F238E27FC236}">
                      <a16:creationId xmlns:a16="http://schemas.microsoft.com/office/drawing/2014/main" id="{5DA83DD4-FDB2-41AE-D6AA-3041D6794A35}"/>
                    </a:ext>
                  </a:extLst>
                </p14:cNvPr>
                <p14:cNvContentPartPr/>
                <p14:nvPr/>
              </p14:nvContentPartPr>
              <p14:xfrm>
                <a:off x="11388398" y="4149216"/>
                <a:ext cx="134280" cy="103320"/>
              </p14:xfrm>
            </p:contentPart>
          </mc:Choice>
          <mc:Fallback xmlns="">
            <p:pic>
              <p:nvPicPr>
                <p:cNvPr id="13324" name="Ink 13323">
                  <a:extLst>
                    <a:ext uri="{FF2B5EF4-FFF2-40B4-BE49-F238E27FC236}">
                      <a16:creationId xmlns:a16="http://schemas.microsoft.com/office/drawing/2014/main" id="{5DA83DD4-FDB2-41AE-D6AA-3041D6794A35}"/>
                    </a:ext>
                  </a:extLst>
                </p:cNvPr>
                <p:cNvPicPr/>
                <p:nvPr/>
              </p:nvPicPr>
              <p:blipFill>
                <a:blip r:embed="rId133"/>
                <a:stretch>
                  <a:fillRect/>
                </a:stretch>
              </p:blipFill>
              <p:spPr>
                <a:xfrm>
                  <a:off x="11384078" y="4144896"/>
                  <a:ext cx="14292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3325" name="Ink 13324">
                  <a:extLst>
                    <a:ext uri="{FF2B5EF4-FFF2-40B4-BE49-F238E27FC236}">
                      <a16:creationId xmlns:a16="http://schemas.microsoft.com/office/drawing/2014/main" id="{73208ACB-76F7-F597-A005-2B349888A7E0}"/>
                    </a:ext>
                  </a:extLst>
                </p14:cNvPr>
                <p14:cNvContentPartPr/>
                <p14:nvPr/>
              </p14:nvContentPartPr>
              <p14:xfrm>
                <a:off x="11527718" y="4088736"/>
                <a:ext cx="131040" cy="246600"/>
              </p14:xfrm>
            </p:contentPart>
          </mc:Choice>
          <mc:Fallback xmlns="">
            <p:pic>
              <p:nvPicPr>
                <p:cNvPr id="13325" name="Ink 13324">
                  <a:extLst>
                    <a:ext uri="{FF2B5EF4-FFF2-40B4-BE49-F238E27FC236}">
                      <a16:creationId xmlns:a16="http://schemas.microsoft.com/office/drawing/2014/main" id="{73208ACB-76F7-F597-A005-2B349888A7E0}"/>
                    </a:ext>
                  </a:extLst>
                </p:cNvPr>
                <p:cNvPicPr/>
                <p:nvPr/>
              </p:nvPicPr>
              <p:blipFill>
                <a:blip r:embed="rId135"/>
                <a:stretch>
                  <a:fillRect/>
                </a:stretch>
              </p:blipFill>
              <p:spPr>
                <a:xfrm>
                  <a:off x="11523398" y="4084416"/>
                  <a:ext cx="139680" cy="255240"/>
                </a:xfrm>
                <a:prstGeom prst="rect">
                  <a:avLst/>
                </a:prstGeom>
              </p:spPr>
            </p:pic>
          </mc:Fallback>
        </mc:AlternateContent>
      </p:grpSp>
    </p:spTree>
    <p:extLst>
      <p:ext uri="{BB962C8B-B14F-4D97-AF65-F5344CB8AC3E}">
        <p14:creationId xmlns:p14="http://schemas.microsoft.com/office/powerpoint/2010/main" val="7970018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p:cNvSpPr txBox="1"/>
              <p:nvPr/>
            </p:nvSpPr>
            <p:spPr>
              <a:xfrm>
                <a:off x="4935427" y="220348"/>
                <a:ext cx="2277374" cy="683970"/>
              </a:xfrm>
              <a:prstGeom prst="rect">
                <a:avLst/>
              </a:prstGeom>
              <a:noFill/>
            </p:spPr>
            <p:txBody>
              <a:bodyPr wrap="square" lIns="0" tIns="0" rIns="0" bIns="0" rtlCol="0">
                <a:spAutoFit/>
              </a:bodyPr>
              <a:lstStyle/>
              <a:p>
                <a:r>
                  <a:rPr lang="en-IN" sz="2400" b="1" dirty="0">
                    <a:solidFill>
                      <a:schemeClr val="bg1"/>
                    </a:solidFill>
                    <a:latin typeface="Arial" panose="020B0604020202020204" pitchFamily="34" charset="0"/>
                    <a:cs typeface="Arial" panose="020B0604020202020204" pitchFamily="34" charset="0"/>
                    <a:sym typeface="Symbol" panose="05050102010706020507" pitchFamily="18" charset="2"/>
                  </a:rPr>
                  <a:t> </a:t>
                </a:r>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a:t>
                </a:r>
                <a14:m>
                  <m:oMath xmlns:m="http://schemas.openxmlformats.org/officeDocument/2006/math">
                    <m:d>
                      <m:dPr>
                        <m:begChr m:val="["/>
                        <m:endChr m:val="]"/>
                        <m:ctrlPr>
                          <a:rPr lang="en-IN" sz="2400" i="1" smtClean="0">
                            <a:solidFill>
                              <a:schemeClr val="bg1"/>
                            </a:solidFill>
                            <a:latin typeface="Cambria Math" panose="02040503050406030204" pitchFamily="18" charset="0"/>
                          </a:rPr>
                        </m:ctrlPr>
                      </m:dPr>
                      <m:e>
                        <m:m>
                          <m:mPr>
                            <m:mcs>
                              <m:mc>
                                <m:mcPr>
                                  <m:count m:val="2"/>
                                  <m:mcJc m:val="center"/>
                                </m:mcPr>
                              </m:mc>
                            </m:mcs>
                            <m:ctrlPr>
                              <a:rPr lang="en-IN" sz="2400" i="1" smtClean="0">
                                <a:solidFill>
                                  <a:schemeClr val="bg1"/>
                                </a:solidFill>
                                <a:latin typeface="Cambria Math" panose="02040503050406030204" pitchFamily="18" charset="0"/>
                              </a:rPr>
                            </m:ctrlPr>
                          </m:mPr>
                          <m:mr>
                            <m:e>
                              <m:sSub>
                                <m:sSubPr>
                                  <m:ctrlPr>
                                    <a:rPr lang="en-IN" sz="2400" b="0" i="1" smtClean="0">
                                      <a:solidFill>
                                        <a:schemeClr val="bg1"/>
                                      </a:solidFill>
                                      <a:latin typeface="Cambria Math" panose="02040503050406030204" pitchFamily="18" charset="0"/>
                                      <a:sym typeface="Symbol" panose="05050102010706020507" pitchFamily="18" charset="2"/>
                                    </a:rPr>
                                  </m:ctrlPr>
                                </m:sSubPr>
                                <m:e>
                                  <m:r>
                                    <a:rPr lang="en-IN" sz="2400" b="0" i="1" smtClean="0">
                                      <a:solidFill>
                                        <a:schemeClr val="bg1"/>
                                      </a:solidFill>
                                      <a:latin typeface="Cambria Math" panose="02040503050406030204" pitchFamily="18" charset="0"/>
                                      <a:sym typeface="Symbol" panose="05050102010706020507" pitchFamily="18" charset="2"/>
                                    </a:rPr>
                                    <m:t></m:t>
                                  </m:r>
                                </m:e>
                                <m:sub>
                                  <m:r>
                                    <a:rPr lang="en-IN" sz="2400" b="0" i="1" smtClean="0">
                                      <a:solidFill>
                                        <a:schemeClr val="bg1"/>
                                      </a:solidFill>
                                      <a:latin typeface="Cambria Math" panose="02040503050406030204" pitchFamily="18" charset="0"/>
                                      <a:sym typeface="Symbol" panose="05050102010706020507" pitchFamily="18" charset="2"/>
                                    </a:rPr>
                                    <m:t>11</m:t>
                                  </m:r>
                                </m:sub>
                              </m:sSub>
                            </m:e>
                            <m:e>
                              <m:r>
                                <a:rPr lang="en-IN" sz="2400" b="0" i="1" smtClean="0">
                                  <a:solidFill>
                                    <a:schemeClr val="bg1"/>
                                  </a:solidFill>
                                  <a:latin typeface="Cambria Math" panose="02040503050406030204" pitchFamily="18" charset="0"/>
                                </a:rPr>
                                <m:t>0</m:t>
                              </m:r>
                            </m:e>
                          </m:mr>
                          <m:mr>
                            <m:e>
                              <m:r>
                                <a:rPr lang="en-IN" sz="2400" b="0" i="1" smtClean="0">
                                  <a:solidFill>
                                    <a:schemeClr val="bg1"/>
                                  </a:solidFill>
                                  <a:latin typeface="Cambria Math" panose="02040503050406030204" pitchFamily="18" charset="0"/>
                                </a:rPr>
                                <m:t>0</m:t>
                              </m:r>
                            </m:e>
                            <m:e>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b="0" i="1" smtClean="0">
                                      <a:solidFill>
                                        <a:schemeClr val="bg1"/>
                                      </a:solidFill>
                                      <a:latin typeface="Cambria Math" panose="02040503050406030204" pitchFamily="18" charset="0"/>
                                      <a:sym typeface="Symbol" panose="05050102010706020507" pitchFamily="18" charset="2"/>
                                    </a:rPr>
                                    <m:t>22</m:t>
                                  </m:r>
                                </m:sub>
                              </m:sSub>
                            </m:e>
                          </m:mr>
                        </m:m>
                      </m:e>
                    </m:d>
                  </m:oMath>
                </a14:m>
                <a:endParaRPr lang="en-IN" sz="2400" dirty="0">
                  <a:solidFill>
                    <a:schemeClr val="bg1"/>
                  </a:solidFill>
                  <a:latin typeface="Arial" panose="020B0604020202020204" pitchFamily="34" charset="0"/>
                  <a:cs typeface="Arial" panose="020B0604020202020204" pitchFamily="34" charset="0"/>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4935427" y="220348"/>
                <a:ext cx="2277374" cy="683970"/>
              </a:xfrm>
              <a:prstGeom prst="rect">
                <a:avLst/>
              </a:prstGeom>
              <a:blipFill>
                <a:blip r:embed="rId2"/>
                <a:stretch>
                  <a:fillRect l="-8311" b="-446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2538387" y="1400741"/>
                <a:ext cx="2206566" cy="1280030"/>
              </a:xfrm>
              <a:prstGeom prst="rect">
                <a:avLst/>
              </a:prstGeom>
            </p:spPr>
            <p:txBody>
              <a:bodyPr wrap="none">
                <a:spAutoFit/>
              </a:bodyPr>
              <a:lstStyle/>
              <a:p>
                <a:r>
                  <a:rPr lang="en-IN" sz="2400" b="1" dirty="0">
                    <a:solidFill>
                      <a:schemeClr val="bg1"/>
                    </a:solidFill>
                    <a:latin typeface="Arial" panose="020B0604020202020204" pitchFamily="34" charset="0"/>
                    <a:cs typeface="Arial" panose="020B0604020202020204" pitchFamily="34" charset="0"/>
                    <a:sym typeface="Symbol" panose="05050102010706020507" pitchFamily="18" charset="2"/>
                  </a:rPr>
                  <a:t> </a:t>
                </a:r>
                <a:r>
                  <a:rPr lang="en-IN" sz="2400" b="1" baseline="30000" dirty="0">
                    <a:solidFill>
                      <a:schemeClr val="bg1"/>
                    </a:solidFill>
                    <a:latin typeface="Arial" panose="020B0604020202020204" pitchFamily="34" charset="0"/>
                    <a:cs typeface="Arial" panose="020B0604020202020204" pitchFamily="34" charset="0"/>
                    <a:sym typeface="Symbol" panose="05050102010706020507" pitchFamily="18" charset="2"/>
                  </a:rPr>
                  <a:t>-1</a:t>
                </a:r>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a:t>
                </a:r>
                <a14:m>
                  <m:oMath xmlns:m="http://schemas.openxmlformats.org/officeDocument/2006/math">
                    <m:d>
                      <m:dPr>
                        <m:begChr m:val="["/>
                        <m:endChr m:val="]"/>
                        <m:ctrlPr>
                          <a:rPr lang="en-IN" sz="2400" i="1">
                            <a:solidFill>
                              <a:schemeClr val="bg1"/>
                            </a:solidFill>
                            <a:latin typeface="Cambria Math" panose="02040503050406030204" pitchFamily="18" charset="0"/>
                          </a:rPr>
                        </m:ctrlPr>
                      </m:dPr>
                      <m:e>
                        <m:m>
                          <m:mPr>
                            <m:mcs>
                              <m:mc>
                                <m:mcPr>
                                  <m:count m:val="2"/>
                                  <m:mcJc m:val="center"/>
                                </m:mcPr>
                              </m:mc>
                            </m:mcs>
                            <m:ctrlPr>
                              <a:rPr lang="en-IN" sz="2400" i="1">
                                <a:solidFill>
                                  <a:schemeClr val="bg1"/>
                                </a:solidFill>
                                <a:latin typeface="Cambria Math" panose="02040503050406030204" pitchFamily="18" charset="0"/>
                              </a:rPr>
                            </m:ctrlPr>
                          </m:mPr>
                          <m:mr>
                            <m:e>
                              <m:f>
                                <m:fPr>
                                  <m:ctrlPr>
                                    <a:rPr lang="en-IN" sz="2400" b="0" i="1" smtClean="0">
                                      <a:solidFill>
                                        <a:schemeClr val="bg1"/>
                                      </a:solidFill>
                                      <a:latin typeface="Cambria Math" panose="02040503050406030204" pitchFamily="18" charset="0"/>
                                    </a:rPr>
                                  </m:ctrlPr>
                                </m:fPr>
                                <m:num>
                                  <m:r>
                                    <m:rPr>
                                      <m:brk m:alnAt="7"/>
                                    </m:rPr>
                                    <a:rPr lang="en-IN" sz="2400" b="0" i="1" smtClean="0">
                                      <a:solidFill>
                                        <a:schemeClr val="bg1"/>
                                      </a:solidFill>
                                      <a:latin typeface="Cambria Math" panose="02040503050406030204" pitchFamily="18" charset="0"/>
                                    </a:rPr>
                                    <m:t>1</m:t>
                                  </m:r>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den>
                              </m:f>
                            </m:e>
                            <m:e>
                              <m:r>
                                <a:rPr lang="en-IN" sz="2400" i="1">
                                  <a:solidFill>
                                    <a:schemeClr val="bg1"/>
                                  </a:solidFill>
                                  <a:latin typeface="Cambria Math" panose="02040503050406030204" pitchFamily="18" charset="0"/>
                                </a:rPr>
                                <m:t>0</m:t>
                              </m:r>
                            </m:e>
                          </m:mr>
                          <m:mr>
                            <m:e>
                              <m:r>
                                <a:rPr lang="en-IN" sz="2400" i="1">
                                  <a:solidFill>
                                    <a:schemeClr val="bg1"/>
                                  </a:solidFill>
                                  <a:latin typeface="Cambria Math" panose="02040503050406030204" pitchFamily="18" charset="0"/>
                                </a:rPr>
                                <m:t>0</m:t>
                              </m:r>
                            </m:e>
                            <m:e>
                              <m:f>
                                <m:fPr>
                                  <m:ctrlPr>
                                    <a:rPr lang="en-IN" sz="2400" b="0" i="1" smtClean="0">
                                      <a:solidFill>
                                        <a:schemeClr val="bg1"/>
                                      </a:solidFill>
                                      <a:latin typeface="Cambria Math" panose="02040503050406030204" pitchFamily="18" charset="0"/>
                                    </a:rPr>
                                  </m:ctrlPr>
                                </m:fPr>
                                <m:num>
                                  <m:r>
                                    <a:rPr lang="en-IN" sz="2400" b="0" i="1" smtClean="0">
                                      <a:solidFill>
                                        <a:schemeClr val="bg1"/>
                                      </a:solidFill>
                                      <a:latin typeface="Cambria Math" panose="02040503050406030204" pitchFamily="18" charset="0"/>
                                    </a:rPr>
                                    <m:t>1</m:t>
                                  </m:r>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22</m:t>
                                      </m:r>
                                    </m:sub>
                                  </m:sSub>
                                </m:den>
                              </m:f>
                            </m:e>
                          </m:mr>
                        </m:m>
                      </m:e>
                    </m:d>
                  </m:oMath>
                </a14:m>
                <a:endParaRPr lang="en-IN" sz="2400" dirty="0"/>
              </a:p>
            </p:txBody>
          </p:sp>
        </mc:Choice>
        <mc:Fallback xmlns="">
          <p:sp>
            <p:nvSpPr>
              <p:cNvPr id="2" name="Rectangle 1"/>
              <p:cNvSpPr>
                <a:spLocks noRot="1" noChangeAspect="1" noMove="1" noResize="1" noEditPoints="1" noAdjustHandles="1" noChangeArrowheads="1" noChangeShapeType="1" noTextEdit="1"/>
              </p:cNvSpPr>
              <p:nvPr/>
            </p:nvSpPr>
            <p:spPr>
              <a:xfrm>
                <a:off x="2538387" y="1400741"/>
                <a:ext cx="2206566" cy="1280030"/>
              </a:xfrm>
              <a:prstGeom prst="rect">
                <a:avLst/>
              </a:prstGeom>
              <a:blipFill>
                <a:blip r:embed="rId3"/>
                <a:stretch>
                  <a:fillRect l="-414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541667" y="1586980"/>
                <a:ext cx="1064893" cy="614912"/>
              </a:xfrm>
              <a:prstGeom prst="rect">
                <a:avLst/>
              </a:prstGeom>
              <a:noFill/>
            </p:spPr>
            <p:txBody>
              <a:bodyPr wrap="square" lIns="0" tIns="0" rIns="0" bIns="0" rtlCol="0">
                <a:spAutoFit/>
              </a:bodyPr>
              <a:lstStyle/>
              <a:p>
                <a:r>
                  <a:rPr lang="en-IN" sz="2400" b="1" dirty="0">
                    <a:solidFill>
                      <a:schemeClr val="bg1"/>
                    </a:solidFill>
                    <a:latin typeface="Arial" panose="020B0604020202020204" pitchFamily="34" charset="0"/>
                    <a:cs typeface="Arial" panose="020B0604020202020204" pitchFamily="34" charset="0"/>
                    <a:sym typeface="Symbol" panose="05050102010706020507" pitchFamily="18" charset="2"/>
                  </a:rPr>
                  <a:t>x</a:t>
                </a:r>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a:t>
                </a:r>
                <a14:m>
                  <m:oMath xmlns:m="http://schemas.openxmlformats.org/officeDocument/2006/math">
                    <m:d>
                      <m:dPr>
                        <m:begChr m:val="["/>
                        <m:endChr m:val="]"/>
                        <m:ctrlPr>
                          <a:rPr lang="en-IN" sz="2400" i="1" smtClean="0">
                            <a:solidFill>
                              <a:schemeClr val="bg1"/>
                            </a:solidFill>
                            <a:latin typeface="Cambria Math" panose="02040503050406030204" pitchFamily="18" charset="0"/>
                          </a:rPr>
                        </m:ctrlPr>
                      </m:dPr>
                      <m:e>
                        <m:m>
                          <m:mPr>
                            <m:mcs>
                              <m:mc>
                                <m:mcPr>
                                  <m:count m:val="1"/>
                                  <m:mcJc m:val="center"/>
                                </m:mcPr>
                              </m:mc>
                            </m:mcs>
                            <m:ctrlPr>
                              <a:rPr lang="en-IN" sz="2400" b="0" i="1" smtClean="0">
                                <a:solidFill>
                                  <a:schemeClr val="bg1"/>
                                </a:solidFill>
                                <a:latin typeface="Cambria Math" panose="02040503050406030204" pitchFamily="18" charset="0"/>
                                <a:sym typeface="Symbol" panose="05050102010706020507" pitchFamily="18" charset="2"/>
                              </a:rPr>
                            </m:ctrlPr>
                          </m:mPr>
                          <m:mr>
                            <m:e>
                              <m:sSub>
                                <m:sSubPr>
                                  <m:ctrlPr>
                                    <a:rPr lang="en-IN" sz="2400" b="0" i="1" smtClean="0">
                                      <a:solidFill>
                                        <a:schemeClr val="bg1"/>
                                      </a:solidFill>
                                      <a:latin typeface="Cambria Math" panose="02040503050406030204" pitchFamily="18" charset="0"/>
                                      <a:sym typeface="Symbol" panose="05050102010706020507" pitchFamily="18" charset="2"/>
                                    </a:rPr>
                                  </m:ctrlPr>
                                </m:sSubPr>
                                <m:e>
                                  <m:r>
                                    <m:rPr>
                                      <m:sty m:val="p"/>
                                    </m:rPr>
                                    <a:rPr lang="en-IN" sz="2400" b="0" i="0" smtClean="0">
                                      <a:solidFill>
                                        <a:schemeClr val="bg1"/>
                                      </a:solidFill>
                                      <a:latin typeface="Cambria Math" panose="02040503050406030204" pitchFamily="18" charset="0"/>
                                      <a:sym typeface="Symbol" panose="05050102010706020507" pitchFamily="18" charset="2"/>
                                    </a:rPr>
                                    <m:t>x</m:t>
                                  </m:r>
                                </m:e>
                                <m:sub>
                                  <m:r>
                                    <a:rPr lang="en-IN" sz="2400" b="0" i="0" smtClean="0">
                                      <a:solidFill>
                                        <a:schemeClr val="bg1"/>
                                      </a:solidFill>
                                      <a:latin typeface="Cambria Math" panose="02040503050406030204" pitchFamily="18" charset="0"/>
                                      <a:sym typeface="Symbol" panose="05050102010706020507" pitchFamily="18" charset="2"/>
                                    </a:rPr>
                                    <m:t>1</m:t>
                                  </m:r>
                                </m:sub>
                              </m:sSub>
                            </m:e>
                          </m:mr>
                          <m:mr>
                            <m:e>
                              <m:sSub>
                                <m:sSubPr>
                                  <m:ctrlPr>
                                    <a:rPr lang="en-IN" sz="2400" b="0" i="1" smtClean="0">
                                      <a:solidFill>
                                        <a:schemeClr val="bg1"/>
                                      </a:solidFill>
                                      <a:latin typeface="Cambria Math" panose="02040503050406030204" pitchFamily="18" charset="0"/>
                                    </a:rPr>
                                  </m:ctrlPr>
                                </m:sSubPr>
                                <m:e>
                                  <m:r>
                                    <m:rPr>
                                      <m:sty m:val="p"/>
                                    </m:rPr>
                                    <a:rPr lang="en-IN" sz="2400" b="0" i="0" smtClean="0">
                                      <a:solidFill>
                                        <a:schemeClr val="bg1"/>
                                      </a:solidFill>
                                      <a:latin typeface="Cambria Math" panose="02040503050406030204" pitchFamily="18" charset="0"/>
                                    </a:rPr>
                                    <m:t>x</m:t>
                                  </m:r>
                                </m:e>
                                <m:sub>
                                  <m:r>
                                    <a:rPr lang="en-IN" sz="2400" b="0" i="0" smtClean="0">
                                      <a:solidFill>
                                        <a:schemeClr val="bg1"/>
                                      </a:solidFill>
                                      <a:latin typeface="Cambria Math" panose="02040503050406030204" pitchFamily="18" charset="0"/>
                                    </a:rPr>
                                    <m:t>2</m:t>
                                  </m:r>
                                </m:sub>
                              </m:sSub>
                            </m:e>
                          </m:mr>
                        </m:m>
                      </m:e>
                    </m:d>
                  </m:oMath>
                </a14:m>
                <a:endParaRPr lang="en-IN" sz="2400" dirty="0">
                  <a:solidFill>
                    <a:schemeClr val="bg1"/>
                  </a:solidFill>
                  <a:latin typeface="Arial" panose="020B0604020202020204" pitchFamily="34" charset="0"/>
                  <a:cs typeface="Arial" panose="020B0604020202020204" pitchFamily="34"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5541667" y="1586980"/>
                <a:ext cx="1064893" cy="614912"/>
              </a:xfrm>
              <a:prstGeom prst="rect">
                <a:avLst/>
              </a:prstGeom>
              <a:blipFill>
                <a:blip r:embed="rId4"/>
                <a:stretch>
                  <a:fillRect l="-17143" b="-990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835608" y="1832560"/>
                <a:ext cx="1628642"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sz="2400" b="1" i="0" smtClean="0">
                          <a:solidFill>
                            <a:schemeClr val="bg1"/>
                          </a:solidFill>
                          <a:latin typeface="Cambria Math" panose="02040503050406030204" pitchFamily="18" charset="0"/>
                          <a:cs typeface="Arial" panose="020B0604020202020204" pitchFamily="34" charset="0"/>
                        </a:rPr>
                        <m:t>𝐱</m:t>
                      </m:r>
                      <m:r>
                        <a:rPr lang="en-IN" sz="2400" b="1" i="0" smtClean="0">
                          <a:solidFill>
                            <a:schemeClr val="bg1"/>
                          </a:solidFill>
                          <a:latin typeface="Cambria Math" panose="02040503050406030204" pitchFamily="18" charset="0"/>
                          <a:cs typeface="Arial" panose="020B0604020202020204" pitchFamily="34" charset="0"/>
                        </a:rPr>
                        <m:t>′</m:t>
                      </m:r>
                      <m:r>
                        <a:rPr lang="en-IN" sz="2400" b="0" i="0" smtClean="0">
                          <a:solidFill>
                            <a:schemeClr val="bg1"/>
                          </a:solidFill>
                          <a:latin typeface="Cambria Math" panose="02040503050406030204" pitchFamily="18" charset="0"/>
                          <a:cs typeface="Arial" panose="020B0604020202020204" pitchFamily="34" charset="0"/>
                        </a:rPr>
                        <m:t>=[</m:t>
                      </m:r>
                      <m:sSub>
                        <m:sSubPr>
                          <m:ctrlPr>
                            <a:rPr lang="en-IN" sz="2400" b="0" i="1" smtClean="0">
                              <a:solidFill>
                                <a:schemeClr val="bg1"/>
                              </a:solidFill>
                              <a:latin typeface="Cambria Math" panose="02040503050406030204" pitchFamily="18" charset="0"/>
                              <a:cs typeface="Arial" panose="020B0604020202020204" pitchFamily="34" charset="0"/>
                            </a:rPr>
                          </m:ctrlPr>
                        </m:sSubPr>
                        <m:e>
                          <m:r>
                            <m:rPr>
                              <m:sty m:val="p"/>
                            </m:rPr>
                            <a:rPr lang="en-IN" sz="2400" b="0" i="0" smtClean="0">
                              <a:solidFill>
                                <a:schemeClr val="bg1"/>
                              </a:solidFill>
                              <a:latin typeface="Cambria Math" panose="02040503050406030204" pitchFamily="18" charset="0"/>
                              <a:cs typeface="Arial" panose="020B0604020202020204" pitchFamily="34" charset="0"/>
                            </a:rPr>
                            <m:t>x</m:t>
                          </m:r>
                        </m:e>
                        <m:sub>
                          <m:r>
                            <a:rPr lang="en-IN" sz="2400" b="0" i="0" smtClean="0">
                              <a:solidFill>
                                <a:schemeClr val="bg1"/>
                              </a:solidFill>
                              <a:latin typeface="Cambria Math" panose="02040503050406030204" pitchFamily="18" charset="0"/>
                              <a:cs typeface="Arial" panose="020B0604020202020204" pitchFamily="34" charset="0"/>
                            </a:rPr>
                            <m:t>1</m:t>
                          </m:r>
                        </m:sub>
                      </m:sSub>
                      <m:r>
                        <a:rPr lang="en-IN" sz="2400" b="0" i="0" smtClean="0">
                          <a:solidFill>
                            <a:schemeClr val="bg1"/>
                          </a:solidFill>
                          <a:latin typeface="Cambria Math" panose="02040503050406030204" pitchFamily="18" charset="0"/>
                          <a:cs typeface="Arial" panose="020B0604020202020204" pitchFamily="34" charset="0"/>
                        </a:rPr>
                        <m:t>  </m:t>
                      </m:r>
                      <m:sSub>
                        <m:sSubPr>
                          <m:ctrlPr>
                            <a:rPr lang="en-IN" sz="2400" b="0" i="1" smtClean="0">
                              <a:solidFill>
                                <a:schemeClr val="bg1"/>
                              </a:solidFill>
                              <a:latin typeface="Cambria Math" panose="02040503050406030204" pitchFamily="18" charset="0"/>
                              <a:cs typeface="Arial" panose="020B0604020202020204" pitchFamily="34" charset="0"/>
                            </a:rPr>
                          </m:ctrlPr>
                        </m:sSubPr>
                        <m:e>
                          <m:r>
                            <m:rPr>
                              <m:sty m:val="p"/>
                            </m:rPr>
                            <a:rPr lang="en-IN" sz="2400" b="0" i="0" smtClean="0">
                              <a:solidFill>
                                <a:schemeClr val="bg1"/>
                              </a:solidFill>
                              <a:latin typeface="Cambria Math" panose="02040503050406030204" pitchFamily="18" charset="0"/>
                              <a:cs typeface="Arial" panose="020B0604020202020204" pitchFamily="34" charset="0"/>
                            </a:rPr>
                            <m:t>x</m:t>
                          </m:r>
                        </m:e>
                        <m:sub>
                          <m:r>
                            <a:rPr lang="en-IN" sz="2400" b="0" i="0" smtClean="0">
                              <a:solidFill>
                                <a:schemeClr val="bg1"/>
                              </a:solidFill>
                              <a:latin typeface="Cambria Math" panose="02040503050406030204" pitchFamily="18" charset="0"/>
                              <a:cs typeface="Arial" panose="020B0604020202020204" pitchFamily="34" charset="0"/>
                            </a:rPr>
                            <m:t>2</m:t>
                          </m:r>
                        </m:sub>
                      </m:sSub>
                      <m:r>
                        <a:rPr lang="en-IN" sz="2400" b="0" i="0" smtClean="0">
                          <a:solidFill>
                            <a:schemeClr val="bg1"/>
                          </a:solidFill>
                          <a:latin typeface="Cambria Math" panose="02040503050406030204" pitchFamily="18" charset="0"/>
                          <a:cs typeface="Arial" panose="020B0604020202020204" pitchFamily="34" charset="0"/>
                        </a:rPr>
                        <m:t>]</m:t>
                      </m:r>
                    </m:oMath>
                  </m:oMathPara>
                </a14:m>
                <a:endParaRPr lang="en-IN" sz="2400" dirty="0">
                  <a:solidFill>
                    <a:schemeClr val="bg1"/>
                  </a:solidFill>
                  <a:latin typeface="Arial" panose="020B0604020202020204" pitchFamily="34" charset="0"/>
                  <a:cs typeface="Arial" panose="020B0604020202020204" pitchFamily="34"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835608" y="1832560"/>
                <a:ext cx="1628642" cy="369332"/>
              </a:xfrm>
              <a:prstGeom prst="rect">
                <a:avLst/>
              </a:prstGeom>
              <a:blipFill>
                <a:blip r:embed="rId5"/>
                <a:stretch>
                  <a:fillRect l="-5224" r="-6716" b="-38333"/>
                </a:stretch>
              </a:blipFill>
            </p:spPr>
            <p:txBody>
              <a:bodyPr/>
              <a:lstStyle/>
              <a:p>
                <a:r>
                  <a:rPr lang="en-IN">
                    <a:noFill/>
                  </a:rPr>
                  <a:t> </a:t>
                </a:r>
              </a:p>
            </p:txBody>
          </p:sp>
        </mc:Fallback>
      </mc:AlternateContent>
      <p:grpSp>
        <p:nvGrpSpPr>
          <p:cNvPr id="10" name="Group 9"/>
          <p:cNvGrpSpPr/>
          <p:nvPr/>
        </p:nvGrpSpPr>
        <p:grpSpPr>
          <a:xfrm>
            <a:off x="8682273" y="2607399"/>
            <a:ext cx="3437299" cy="4178476"/>
            <a:chOff x="8618898" y="0"/>
            <a:chExt cx="3573101" cy="4074059"/>
          </a:xfrm>
        </p:grpSpPr>
        <p:grpSp>
          <p:nvGrpSpPr>
            <p:cNvPr id="11" name="Group 10"/>
            <p:cNvGrpSpPr/>
            <p:nvPr/>
          </p:nvGrpSpPr>
          <p:grpSpPr>
            <a:xfrm>
              <a:off x="8618898" y="0"/>
              <a:ext cx="3573101" cy="4074059"/>
              <a:chOff x="7305531" y="917036"/>
              <a:chExt cx="4363059" cy="4544059"/>
            </a:xfrm>
          </p:grpSpPr>
          <p:pic>
            <p:nvPicPr>
              <p:cNvPr id="14" name="Picture 13"/>
              <p:cNvPicPr>
                <a:picLocks noChangeAspect="1"/>
              </p:cNvPicPr>
              <p:nvPr/>
            </p:nvPicPr>
            <p:blipFill>
              <a:blip r:embed="rId6"/>
              <a:stretch>
                <a:fillRect/>
              </a:stretch>
            </p:blipFill>
            <p:spPr>
              <a:xfrm>
                <a:off x="7305531" y="917036"/>
                <a:ext cx="4363059" cy="4544059"/>
              </a:xfrm>
              <a:prstGeom prst="rect">
                <a:avLst/>
              </a:prstGeom>
            </p:spPr>
          </p:pic>
          <p:sp>
            <p:nvSpPr>
              <p:cNvPr id="15" name="Oval 14"/>
              <p:cNvSpPr/>
              <p:nvPr/>
            </p:nvSpPr>
            <p:spPr>
              <a:xfrm>
                <a:off x="7876515" y="2562130"/>
                <a:ext cx="3431264" cy="1376127"/>
              </a:xfrm>
              <a:prstGeom prst="ellipse">
                <a:avLst/>
              </a:prstGeom>
              <a:solidFill>
                <a:schemeClr val="accent6">
                  <a:lumMod val="75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2" name="TextBox 11"/>
            <p:cNvSpPr txBox="1"/>
            <p:nvPr/>
          </p:nvSpPr>
          <p:spPr>
            <a:xfrm>
              <a:off x="10142138" y="1879508"/>
              <a:ext cx="698740" cy="369332"/>
            </a:xfrm>
            <a:prstGeom prst="rect">
              <a:avLst/>
            </a:prstGeom>
            <a:noFill/>
          </p:spPr>
          <p:txBody>
            <a:bodyPr wrap="square" rtlCol="0">
              <a:spAutoFit/>
            </a:bodyPr>
            <a:lstStyle/>
            <a:p>
              <a:pPr algn="ctr"/>
              <a:r>
                <a:rPr lang="en-IN" b="1" dirty="0">
                  <a:solidFill>
                    <a:srgbClr val="C00000"/>
                  </a:solidFill>
                  <a:latin typeface="Arial" panose="020B0604020202020204" pitchFamily="34" charset="0"/>
                  <a:cs typeface="Arial" panose="020B0604020202020204" pitchFamily="34" charset="0"/>
                </a:rPr>
                <a:t>C</a:t>
              </a:r>
            </a:p>
          </p:txBody>
        </p:sp>
        <p:sp>
          <p:nvSpPr>
            <p:cNvPr id="13" name="TextBox 12"/>
            <p:cNvSpPr txBox="1"/>
            <p:nvPr/>
          </p:nvSpPr>
          <p:spPr>
            <a:xfrm>
              <a:off x="11076291" y="868132"/>
              <a:ext cx="698740" cy="369332"/>
            </a:xfrm>
            <a:prstGeom prst="rect">
              <a:avLst/>
            </a:prstGeom>
            <a:noFill/>
          </p:spPr>
          <p:txBody>
            <a:bodyPr wrap="square" rtlCol="0">
              <a:spAutoFit/>
            </a:bodyPr>
            <a:lstStyle/>
            <a:p>
              <a:pPr algn="ctr"/>
              <a:r>
                <a:rPr lang="en-IN" b="1" dirty="0">
                  <a:solidFill>
                    <a:srgbClr val="C00000"/>
                  </a:solidFill>
                  <a:latin typeface="Arial" panose="020B0604020202020204" pitchFamily="34" charset="0"/>
                  <a:cs typeface="Arial" panose="020B0604020202020204" pitchFamily="34" charset="0"/>
                </a:rPr>
                <a:t>P</a:t>
              </a:r>
            </a:p>
          </p:txBody>
        </p:sp>
      </p:grpSp>
      <p:grpSp>
        <p:nvGrpSpPr>
          <p:cNvPr id="19" name="Group 18"/>
          <p:cNvGrpSpPr/>
          <p:nvPr/>
        </p:nvGrpSpPr>
        <p:grpSpPr>
          <a:xfrm>
            <a:off x="3803515" y="5150158"/>
            <a:ext cx="2803045" cy="899670"/>
            <a:chOff x="3566455" y="4935719"/>
            <a:chExt cx="2803045" cy="899670"/>
          </a:xfrm>
        </p:grpSpPr>
        <mc:AlternateContent xmlns:mc="http://schemas.openxmlformats.org/markup-compatibility/2006" xmlns:a14="http://schemas.microsoft.com/office/drawing/2010/main">
          <mc:Choice Requires="a14">
            <p:sp>
              <p:nvSpPr>
                <p:cNvPr id="9" name="Rectangle 8"/>
                <p:cNvSpPr/>
                <p:nvPr/>
              </p:nvSpPr>
              <p:spPr>
                <a:xfrm>
                  <a:off x="4517455" y="4935719"/>
                  <a:ext cx="1852045" cy="8996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400" b="0" i="0" dirty="0"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f>
                          <m:fPr>
                            <m:ctrlPr>
                              <a:rPr lang="en-IN" sz="2400" i="1">
                                <a:solidFill>
                                  <a:schemeClr val="bg1"/>
                                </a:solidFill>
                                <a:latin typeface="Cambria Math" panose="02040503050406030204" pitchFamily="18" charset="0"/>
                              </a:rPr>
                            </m:ctrlPr>
                          </m:fPr>
                          <m:num>
                            <m:sSubSup>
                              <m:sSubSupPr>
                                <m:ctrlPr>
                                  <a:rPr lang="en-IN" sz="2400" b="0" i="1" smtClean="0">
                                    <a:solidFill>
                                      <a:schemeClr val="bg1"/>
                                    </a:solidFill>
                                    <a:latin typeface="Cambria Math" panose="02040503050406030204" pitchFamily="18" charset="0"/>
                                  </a:rPr>
                                </m:ctrlPr>
                              </m:sSubSupPr>
                              <m:e>
                                <m:r>
                                  <m:rPr>
                                    <m:sty m:val="p"/>
                                  </m:rPr>
                                  <a:rPr lang="en-IN" sz="2400" b="0" i="0" smtClean="0">
                                    <a:solidFill>
                                      <a:schemeClr val="bg1"/>
                                    </a:solidFill>
                                    <a:latin typeface="Cambria Math" panose="02040503050406030204" pitchFamily="18" charset="0"/>
                                  </a:rPr>
                                  <m:t>x</m:t>
                                </m:r>
                              </m:e>
                              <m:sub>
                                <m:r>
                                  <a:rPr lang="en-IN" sz="2400" b="0" i="0" smtClean="0">
                                    <a:solidFill>
                                      <a:schemeClr val="bg1"/>
                                    </a:solidFill>
                                    <a:latin typeface="Cambria Math" panose="02040503050406030204" pitchFamily="18" charset="0"/>
                                  </a:rPr>
                                  <m:t>1</m:t>
                                </m:r>
                              </m:sub>
                              <m:sup>
                                <m:r>
                                  <a:rPr lang="en-IN" sz="2400" b="0" i="0" smtClean="0">
                                    <a:solidFill>
                                      <a:schemeClr val="bg1"/>
                                    </a:solidFill>
                                    <a:latin typeface="Cambria Math" panose="02040503050406030204" pitchFamily="18" charset="0"/>
                                  </a:rPr>
                                  <m:t>2</m:t>
                                </m:r>
                              </m:sup>
                            </m:sSubSup>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0">
                                    <a:solidFill>
                                      <a:schemeClr val="bg1"/>
                                    </a:solidFill>
                                    <a:latin typeface="Cambria Math" panose="02040503050406030204" pitchFamily="18" charset="0"/>
                                    <a:sym typeface="Symbol" panose="05050102010706020507" pitchFamily="18" charset="2"/>
                                  </a:rPr>
                                  <m:t></m:t>
                                </m:r>
                              </m:e>
                              <m:sub>
                                <m:r>
                                  <a:rPr lang="en-IN" sz="2400" i="0">
                                    <a:solidFill>
                                      <a:schemeClr val="bg1"/>
                                    </a:solidFill>
                                    <a:latin typeface="Cambria Math" panose="02040503050406030204" pitchFamily="18" charset="0"/>
                                    <a:sym typeface="Symbol" panose="05050102010706020507" pitchFamily="18" charset="2"/>
                                  </a:rPr>
                                  <m:t>11</m:t>
                                </m:r>
                              </m:sub>
                            </m:sSub>
                          </m:den>
                        </m:f>
                        <m:r>
                          <a:rPr lang="en-IN" sz="2400" b="0" i="0" smtClean="0">
                            <a:solidFill>
                              <a:schemeClr val="bg1"/>
                            </a:solidFill>
                            <a:latin typeface="Cambria Math" panose="02040503050406030204" pitchFamily="18" charset="0"/>
                            <a:sym typeface="Symbol" panose="05050102010706020507" pitchFamily="18" charset="2"/>
                          </a:rPr>
                          <m:t>+</m:t>
                        </m:r>
                        <m:f>
                          <m:fPr>
                            <m:ctrlPr>
                              <a:rPr lang="en-IN" sz="2400" i="1">
                                <a:solidFill>
                                  <a:schemeClr val="bg1"/>
                                </a:solidFill>
                                <a:latin typeface="Cambria Math" panose="02040503050406030204" pitchFamily="18" charset="0"/>
                              </a:rPr>
                            </m:ctrlPr>
                          </m:fPr>
                          <m:num>
                            <m:sSubSup>
                              <m:sSubSupPr>
                                <m:ctrlPr>
                                  <a:rPr lang="en-IN" sz="2400" i="1">
                                    <a:solidFill>
                                      <a:schemeClr val="bg1"/>
                                    </a:solidFill>
                                    <a:latin typeface="Cambria Math" panose="02040503050406030204" pitchFamily="18" charset="0"/>
                                  </a:rPr>
                                </m:ctrlPr>
                              </m:sSubSupPr>
                              <m:e>
                                <m:r>
                                  <m:rPr>
                                    <m:sty m:val="p"/>
                                  </m:rPr>
                                  <a:rPr lang="en-IN" sz="2400" i="0">
                                    <a:solidFill>
                                      <a:schemeClr val="bg1"/>
                                    </a:solidFill>
                                    <a:latin typeface="Cambria Math" panose="02040503050406030204" pitchFamily="18" charset="0"/>
                                  </a:rPr>
                                  <m:t>x</m:t>
                                </m:r>
                              </m:e>
                              <m:sub>
                                <m:r>
                                  <a:rPr lang="en-IN" sz="2400" b="0" i="0" smtClean="0">
                                    <a:solidFill>
                                      <a:schemeClr val="bg1"/>
                                    </a:solidFill>
                                    <a:latin typeface="Cambria Math" panose="02040503050406030204" pitchFamily="18" charset="0"/>
                                  </a:rPr>
                                  <m:t>2</m:t>
                                </m:r>
                              </m:sub>
                              <m:sup>
                                <m:r>
                                  <a:rPr lang="en-IN" sz="2400" i="0">
                                    <a:solidFill>
                                      <a:schemeClr val="bg1"/>
                                    </a:solidFill>
                                    <a:latin typeface="Cambria Math" panose="02040503050406030204" pitchFamily="18" charset="0"/>
                                  </a:rPr>
                                  <m:t>2</m:t>
                                </m:r>
                              </m:sup>
                            </m:sSubSup>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0">
                                    <a:solidFill>
                                      <a:schemeClr val="bg1"/>
                                    </a:solidFill>
                                    <a:latin typeface="Cambria Math" panose="02040503050406030204" pitchFamily="18" charset="0"/>
                                    <a:sym typeface="Symbol" panose="05050102010706020507" pitchFamily="18" charset="2"/>
                                  </a:rPr>
                                  <m:t></m:t>
                                </m:r>
                              </m:e>
                              <m:sub>
                                <m:r>
                                  <a:rPr lang="en-IN" sz="2400" b="0" i="0" smtClean="0">
                                    <a:solidFill>
                                      <a:schemeClr val="bg1"/>
                                    </a:solidFill>
                                    <a:latin typeface="Cambria Math" panose="02040503050406030204" pitchFamily="18" charset="0"/>
                                    <a:sym typeface="Symbol" panose="05050102010706020507" pitchFamily="18" charset="2"/>
                                  </a:rPr>
                                  <m:t>22</m:t>
                                </m:r>
                              </m:sub>
                            </m:sSub>
                          </m:den>
                        </m:f>
                      </m:oMath>
                    </m:oMathPara>
                  </a14:m>
                  <a:endParaRPr lang="en-IN" sz="2400" dirty="0"/>
                </a:p>
              </p:txBody>
            </p:sp>
          </mc:Choice>
          <mc:Fallback xmlns="">
            <p:sp>
              <p:nvSpPr>
                <p:cNvPr id="9" name="Rectangle 8"/>
                <p:cNvSpPr>
                  <a:spLocks noRot="1" noChangeAspect="1" noMove="1" noResize="1" noEditPoints="1" noAdjustHandles="1" noChangeArrowheads="1" noChangeShapeType="1" noTextEdit="1"/>
                </p:cNvSpPr>
                <p:nvPr/>
              </p:nvSpPr>
              <p:spPr>
                <a:xfrm>
                  <a:off x="4517455" y="4935719"/>
                  <a:ext cx="1852045" cy="899670"/>
                </a:xfrm>
                <a:prstGeom prst="rect">
                  <a:avLst/>
                </a:prstGeom>
                <a:blipFill>
                  <a:blip r:embed="rId7"/>
                  <a:stretch>
                    <a:fillRect/>
                  </a:stretch>
                </a:blipFill>
              </p:spPr>
              <p:txBody>
                <a:bodyPr/>
                <a:lstStyle/>
                <a:p>
                  <a:r>
                    <a:rPr lang="en-IN">
                      <a:noFill/>
                    </a:rPr>
                    <a:t> </a:t>
                  </a:r>
                </a:p>
              </p:txBody>
            </p:sp>
          </mc:Fallback>
        </mc:AlternateContent>
        <p:pic>
          <p:nvPicPr>
            <p:cNvPr id="16" name="Picture 15"/>
            <p:cNvPicPr>
              <a:picLocks noChangeAspect="1"/>
            </p:cNvPicPr>
            <p:nvPr/>
          </p:nvPicPr>
          <p:blipFill>
            <a:blip r:embed="rId8"/>
            <a:stretch>
              <a:fillRect/>
            </a:stretch>
          </p:blipFill>
          <p:spPr>
            <a:xfrm>
              <a:off x="3566455" y="5203719"/>
              <a:ext cx="1109568" cy="396274"/>
            </a:xfrm>
            <a:prstGeom prst="rect">
              <a:avLst/>
            </a:prstGeom>
          </p:spPr>
        </p:pic>
      </p:grpSp>
      <p:grpSp>
        <p:nvGrpSpPr>
          <p:cNvPr id="18" name="Group 17"/>
          <p:cNvGrpSpPr/>
          <p:nvPr/>
        </p:nvGrpSpPr>
        <p:grpSpPr>
          <a:xfrm>
            <a:off x="3011671" y="3073953"/>
            <a:ext cx="4519336" cy="1653979"/>
            <a:chOff x="3011671" y="3073953"/>
            <a:chExt cx="4519336" cy="1653979"/>
          </a:xfrm>
        </p:grpSpPr>
        <mc:AlternateContent xmlns:mc="http://schemas.openxmlformats.org/markup-compatibility/2006" xmlns:a14="http://schemas.microsoft.com/office/drawing/2010/main">
          <mc:Choice Requires="a14">
            <p:sp>
              <p:nvSpPr>
                <p:cNvPr id="8" name="Rectangle 7"/>
                <p:cNvSpPr/>
                <p:nvPr/>
              </p:nvSpPr>
              <p:spPr>
                <a:xfrm>
                  <a:off x="3953553" y="3073953"/>
                  <a:ext cx="3577454" cy="16539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400" b="0" i="1" dirty="0"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IN" sz="2400">
                            <a:solidFill>
                              <a:schemeClr val="bg1"/>
                            </a:solidFill>
                            <a:latin typeface="Cambria Math" panose="02040503050406030204" pitchFamily="18" charset="0"/>
                            <a:cs typeface="Arial" panose="020B0604020202020204" pitchFamily="34" charset="0"/>
                          </a:rPr>
                          <m:t>[</m:t>
                        </m:r>
                        <m:sSub>
                          <m:sSubPr>
                            <m:ctrlPr>
                              <a:rPr lang="en-IN" sz="2400" i="1">
                                <a:solidFill>
                                  <a:schemeClr val="bg1"/>
                                </a:solidFill>
                                <a:latin typeface="Cambria Math" panose="02040503050406030204" pitchFamily="18" charset="0"/>
                                <a:cs typeface="Arial" panose="020B0604020202020204" pitchFamily="34" charset="0"/>
                              </a:rPr>
                            </m:ctrlPr>
                          </m:sSubPr>
                          <m:e>
                            <m:r>
                              <m:rPr>
                                <m:sty m:val="p"/>
                              </m:rPr>
                              <a:rPr lang="en-IN" sz="2400">
                                <a:solidFill>
                                  <a:schemeClr val="bg1"/>
                                </a:solidFill>
                                <a:latin typeface="Cambria Math" panose="02040503050406030204" pitchFamily="18" charset="0"/>
                                <a:cs typeface="Arial" panose="020B0604020202020204" pitchFamily="34" charset="0"/>
                              </a:rPr>
                              <m:t>x</m:t>
                            </m:r>
                          </m:e>
                          <m:sub>
                            <m:r>
                              <a:rPr lang="en-IN" sz="2400">
                                <a:solidFill>
                                  <a:schemeClr val="bg1"/>
                                </a:solidFill>
                                <a:latin typeface="Cambria Math" panose="02040503050406030204" pitchFamily="18" charset="0"/>
                                <a:cs typeface="Arial" panose="020B0604020202020204" pitchFamily="34" charset="0"/>
                              </a:rPr>
                              <m:t>1</m:t>
                            </m:r>
                          </m:sub>
                        </m:sSub>
                        <m:r>
                          <a:rPr lang="en-IN" sz="2400">
                            <a:solidFill>
                              <a:schemeClr val="bg1"/>
                            </a:solidFill>
                            <a:latin typeface="Cambria Math" panose="02040503050406030204" pitchFamily="18" charset="0"/>
                            <a:cs typeface="Arial" panose="020B0604020202020204" pitchFamily="34" charset="0"/>
                          </a:rPr>
                          <m:t>  </m:t>
                        </m:r>
                        <m:sSub>
                          <m:sSubPr>
                            <m:ctrlPr>
                              <a:rPr lang="en-IN" sz="2400" i="1">
                                <a:solidFill>
                                  <a:schemeClr val="bg1"/>
                                </a:solidFill>
                                <a:latin typeface="Cambria Math" panose="02040503050406030204" pitchFamily="18" charset="0"/>
                                <a:cs typeface="Arial" panose="020B0604020202020204" pitchFamily="34" charset="0"/>
                              </a:rPr>
                            </m:ctrlPr>
                          </m:sSubPr>
                          <m:e>
                            <m:r>
                              <m:rPr>
                                <m:sty m:val="p"/>
                              </m:rPr>
                              <a:rPr lang="en-IN" sz="2400">
                                <a:solidFill>
                                  <a:schemeClr val="bg1"/>
                                </a:solidFill>
                                <a:latin typeface="Cambria Math" panose="02040503050406030204" pitchFamily="18" charset="0"/>
                                <a:cs typeface="Arial" panose="020B0604020202020204" pitchFamily="34" charset="0"/>
                              </a:rPr>
                              <m:t>x</m:t>
                            </m:r>
                          </m:e>
                          <m:sub>
                            <m:r>
                              <a:rPr lang="en-IN" sz="2400">
                                <a:solidFill>
                                  <a:schemeClr val="bg1"/>
                                </a:solidFill>
                                <a:latin typeface="Cambria Math" panose="02040503050406030204" pitchFamily="18" charset="0"/>
                                <a:cs typeface="Arial" panose="020B0604020202020204" pitchFamily="34" charset="0"/>
                              </a:rPr>
                              <m:t>2</m:t>
                            </m:r>
                          </m:sub>
                        </m:sSub>
                        <m:r>
                          <a:rPr lang="en-IN" sz="2400">
                            <a:solidFill>
                              <a:schemeClr val="bg1"/>
                            </a:solidFill>
                            <a:latin typeface="Cambria Math" panose="02040503050406030204" pitchFamily="18" charset="0"/>
                            <a:cs typeface="Arial" panose="020B0604020202020204" pitchFamily="34" charset="0"/>
                          </a:rPr>
                          <m:t>]</m:t>
                        </m:r>
                        <m:d>
                          <m:dPr>
                            <m:begChr m:val="["/>
                            <m:endChr m:val="]"/>
                            <m:ctrlPr>
                              <a:rPr lang="en-IN" sz="2400" i="1">
                                <a:solidFill>
                                  <a:schemeClr val="bg1"/>
                                </a:solidFill>
                                <a:latin typeface="Cambria Math" panose="02040503050406030204" pitchFamily="18" charset="0"/>
                              </a:rPr>
                            </m:ctrlPr>
                          </m:dPr>
                          <m:e>
                            <m:m>
                              <m:mPr>
                                <m:mcs>
                                  <m:mc>
                                    <m:mcPr>
                                      <m:count m:val="2"/>
                                      <m:mcJc m:val="center"/>
                                    </m:mcPr>
                                  </m:mc>
                                </m:mcs>
                                <m:ctrlPr>
                                  <a:rPr lang="en-IN" sz="2400" i="1">
                                    <a:solidFill>
                                      <a:schemeClr val="bg1"/>
                                    </a:solidFill>
                                    <a:latin typeface="Cambria Math" panose="02040503050406030204" pitchFamily="18" charset="0"/>
                                  </a:rPr>
                                </m:ctrlPr>
                              </m:mPr>
                              <m:mr>
                                <m:e>
                                  <m:f>
                                    <m:fPr>
                                      <m:ctrlPr>
                                        <a:rPr lang="en-IN" sz="2400" b="0" i="1" smtClean="0">
                                          <a:solidFill>
                                            <a:schemeClr val="bg1"/>
                                          </a:solidFill>
                                          <a:latin typeface="Cambria Math" panose="02040503050406030204" pitchFamily="18" charset="0"/>
                                        </a:rPr>
                                      </m:ctrlPr>
                                    </m:fPr>
                                    <m:num>
                                      <m:r>
                                        <m:rPr>
                                          <m:brk m:alnAt="7"/>
                                        </m:rPr>
                                        <a:rPr lang="en-IN" sz="2400" b="0" i="1" smtClean="0">
                                          <a:solidFill>
                                            <a:schemeClr val="bg1"/>
                                          </a:solidFill>
                                          <a:latin typeface="Cambria Math" panose="02040503050406030204" pitchFamily="18" charset="0"/>
                                        </a:rPr>
                                        <m:t>1</m:t>
                                      </m:r>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den>
                                  </m:f>
                                </m:e>
                                <m:e>
                                  <m:r>
                                    <a:rPr lang="en-IN" sz="2400" i="1">
                                      <a:solidFill>
                                        <a:schemeClr val="bg1"/>
                                      </a:solidFill>
                                      <a:latin typeface="Cambria Math" panose="02040503050406030204" pitchFamily="18" charset="0"/>
                                    </a:rPr>
                                    <m:t>0</m:t>
                                  </m:r>
                                </m:e>
                              </m:mr>
                              <m:mr>
                                <m:e>
                                  <m:r>
                                    <a:rPr lang="en-IN" sz="2400" i="1">
                                      <a:solidFill>
                                        <a:schemeClr val="bg1"/>
                                      </a:solidFill>
                                      <a:latin typeface="Cambria Math" panose="02040503050406030204" pitchFamily="18" charset="0"/>
                                    </a:rPr>
                                    <m:t>0</m:t>
                                  </m:r>
                                </m:e>
                                <m:e>
                                  <m:f>
                                    <m:fPr>
                                      <m:ctrlPr>
                                        <a:rPr lang="en-IN" sz="2400" b="0" i="1" smtClean="0">
                                          <a:solidFill>
                                            <a:schemeClr val="bg1"/>
                                          </a:solidFill>
                                          <a:latin typeface="Cambria Math" panose="02040503050406030204" pitchFamily="18" charset="0"/>
                                        </a:rPr>
                                      </m:ctrlPr>
                                    </m:fPr>
                                    <m:num>
                                      <m:r>
                                        <a:rPr lang="en-IN" sz="2400" b="0" i="1" smtClean="0">
                                          <a:solidFill>
                                            <a:schemeClr val="bg1"/>
                                          </a:solidFill>
                                          <a:latin typeface="Cambria Math" panose="02040503050406030204" pitchFamily="18" charset="0"/>
                                        </a:rPr>
                                        <m:t>1</m:t>
                                      </m:r>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22</m:t>
                                          </m:r>
                                        </m:sub>
                                      </m:sSub>
                                    </m:den>
                                  </m:f>
                                </m:e>
                              </m:mr>
                            </m:m>
                          </m:e>
                        </m:d>
                        <m:d>
                          <m:dPr>
                            <m:begChr m:val="["/>
                            <m:endChr m:val="]"/>
                            <m:ctrlPr>
                              <a:rPr lang="en-IN" sz="2400" i="1">
                                <a:solidFill>
                                  <a:schemeClr val="bg1"/>
                                </a:solidFill>
                                <a:latin typeface="Cambria Math" panose="02040503050406030204" pitchFamily="18" charset="0"/>
                              </a:rPr>
                            </m:ctrlPr>
                          </m:dPr>
                          <m:e>
                            <m:m>
                              <m:mPr>
                                <m:mcs>
                                  <m:mc>
                                    <m:mcPr>
                                      <m:count m:val="1"/>
                                      <m:mcJc m:val="center"/>
                                    </m:mcPr>
                                  </m:mc>
                                </m:mcs>
                                <m:ctrlPr>
                                  <a:rPr lang="en-IN" sz="2400" i="1">
                                    <a:solidFill>
                                      <a:schemeClr val="bg1"/>
                                    </a:solidFill>
                                    <a:latin typeface="Cambria Math" panose="02040503050406030204" pitchFamily="18" charset="0"/>
                                  </a:rPr>
                                </m:ctrlPr>
                              </m:mPr>
                              <m:mr>
                                <m:e>
                                  <m:sSub>
                                    <m:sSubPr>
                                      <m:ctrlPr>
                                        <a:rPr lang="en-IN" sz="2400" b="0" i="1" smtClean="0">
                                          <a:solidFill>
                                            <a:schemeClr val="bg1"/>
                                          </a:solidFill>
                                          <a:latin typeface="Cambria Math" panose="02040503050406030204" pitchFamily="18" charset="0"/>
                                        </a:rPr>
                                      </m:ctrlPr>
                                    </m:sSubPr>
                                    <m:e>
                                      <m:r>
                                        <a:rPr lang="en-IN" sz="2400" b="0" i="1" smtClean="0">
                                          <a:solidFill>
                                            <a:schemeClr val="bg1"/>
                                          </a:solidFill>
                                          <a:latin typeface="Cambria Math" panose="02040503050406030204" pitchFamily="18" charset="0"/>
                                        </a:rPr>
                                        <m:t>𝑥</m:t>
                                      </m:r>
                                    </m:e>
                                    <m:sub>
                                      <m:r>
                                        <a:rPr lang="en-IN" sz="2400" b="0" i="1" smtClean="0">
                                          <a:solidFill>
                                            <a:schemeClr val="bg1"/>
                                          </a:solidFill>
                                          <a:latin typeface="Cambria Math" panose="02040503050406030204" pitchFamily="18" charset="0"/>
                                        </a:rPr>
                                        <m:t>1</m:t>
                                      </m:r>
                                    </m:sub>
                                  </m:sSub>
                                </m:e>
                              </m:mr>
                              <m:mr>
                                <m:e>
                                  <m:sSub>
                                    <m:sSubPr>
                                      <m:ctrlPr>
                                        <a:rPr lang="en-IN" sz="2400" b="0" i="1" smtClean="0">
                                          <a:solidFill>
                                            <a:schemeClr val="bg1"/>
                                          </a:solidFill>
                                          <a:latin typeface="Cambria Math" panose="02040503050406030204" pitchFamily="18" charset="0"/>
                                        </a:rPr>
                                      </m:ctrlPr>
                                    </m:sSubPr>
                                    <m:e>
                                      <m:r>
                                        <a:rPr lang="en-IN" sz="2400" b="0" i="1" smtClean="0">
                                          <a:solidFill>
                                            <a:schemeClr val="bg1"/>
                                          </a:solidFill>
                                          <a:latin typeface="Cambria Math" panose="02040503050406030204" pitchFamily="18" charset="0"/>
                                        </a:rPr>
                                        <m:t>𝑥</m:t>
                                      </m:r>
                                    </m:e>
                                    <m:sub>
                                      <m:r>
                                        <a:rPr lang="en-IN" sz="2400" b="0" i="1" smtClean="0">
                                          <a:solidFill>
                                            <a:schemeClr val="bg1"/>
                                          </a:solidFill>
                                          <a:latin typeface="Cambria Math" panose="02040503050406030204" pitchFamily="18" charset="0"/>
                                        </a:rPr>
                                        <m:t>2</m:t>
                                      </m:r>
                                    </m:sub>
                                  </m:sSub>
                                </m:e>
                              </m:mr>
                            </m:m>
                          </m:e>
                        </m:d>
                      </m:oMath>
                    </m:oMathPara>
                  </a14:m>
                  <a:endParaRPr lang="en-IN" sz="2400" dirty="0"/>
                </a:p>
              </p:txBody>
            </p:sp>
          </mc:Choice>
          <mc:Fallback xmlns="">
            <p:sp>
              <p:nvSpPr>
                <p:cNvPr id="8" name="Rectangle 7"/>
                <p:cNvSpPr>
                  <a:spLocks noRot="1" noChangeAspect="1" noMove="1" noResize="1" noEditPoints="1" noAdjustHandles="1" noChangeArrowheads="1" noChangeShapeType="1" noTextEdit="1"/>
                </p:cNvSpPr>
                <p:nvPr/>
              </p:nvSpPr>
              <p:spPr>
                <a:xfrm>
                  <a:off x="3953553" y="3073953"/>
                  <a:ext cx="3577454" cy="1653979"/>
                </a:xfrm>
                <a:prstGeom prst="rect">
                  <a:avLst/>
                </a:prstGeom>
                <a:blipFill>
                  <a:blip r:embed="rId9"/>
                  <a:stretch>
                    <a:fillRect/>
                  </a:stretch>
                </a:blipFill>
              </p:spPr>
              <p:txBody>
                <a:bodyPr/>
                <a:lstStyle/>
                <a:p>
                  <a:r>
                    <a:rPr lang="en-IN">
                      <a:noFill/>
                    </a:rPr>
                    <a:t> </a:t>
                  </a:r>
                </a:p>
              </p:txBody>
            </p:sp>
          </mc:Fallback>
        </mc:AlternateContent>
        <p:pic>
          <p:nvPicPr>
            <p:cNvPr id="17" name="Picture 16"/>
            <p:cNvPicPr>
              <a:picLocks noChangeAspect="1"/>
            </p:cNvPicPr>
            <p:nvPr/>
          </p:nvPicPr>
          <p:blipFill>
            <a:blip r:embed="rId8"/>
            <a:stretch>
              <a:fillRect/>
            </a:stretch>
          </p:blipFill>
          <p:spPr>
            <a:xfrm>
              <a:off x="3011671" y="3723866"/>
              <a:ext cx="1109568" cy="396274"/>
            </a:xfrm>
            <a:prstGeom prst="rect">
              <a:avLst/>
            </a:prstGeom>
          </p:spPr>
        </p:pic>
      </p:grpSp>
      <mc:AlternateContent xmlns:mc="http://schemas.openxmlformats.org/markup-compatibility/2006" xmlns:p14="http://schemas.microsoft.com/office/powerpoint/2010/main">
        <mc:Choice Requires="p14">
          <p:contentPart p14:bwMode="auto" r:id="rId10">
            <p14:nvContentPartPr>
              <p14:cNvPr id="37" name="Ink 36">
                <a:extLst>
                  <a:ext uri="{FF2B5EF4-FFF2-40B4-BE49-F238E27FC236}">
                    <a16:creationId xmlns:a16="http://schemas.microsoft.com/office/drawing/2014/main" id="{5389D68A-23DF-00CD-9774-D48D9340A036}"/>
                  </a:ext>
                </a:extLst>
              </p14:cNvPr>
              <p14:cNvContentPartPr/>
              <p14:nvPr/>
            </p14:nvContentPartPr>
            <p14:xfrm>
              <a:off x="5493038" y="1400616"/>
              <a:ext cx="1060560" cy="1155600"/>
            </p14:xfrm>
          </p:contentPart>
        </mc:Choice>
        <mc:Fallback xmlns="">
          <p:pic>
            <p:nvPicPr>
              <p:cNvPr id="37" name="Ink 36">
                <a:extLst>
                  <a:ext uri="{FF2B5EF4-FFF2-40B4-BE49-F238E27FC236}">
                    <a16:creationId xmlns:a16="http://schemas.microsoft.com/office/drawing/2014/main" id="{5389D68A-23DF-00CD-9774-D48D9340A036}"/>
                  </a:ext>
                </a:extLst>
              </p:cNvPr>
              <p:cNvPicPr/>
              <p:nvPr/>
            </p:nvPicPr>
            <p:blipFill>
              <a:blip r:embed="rId11"/>
              <a:stretch>
                <a:fillRect/>
              </a:stretch>
            </p:blipFill>
            <p:spPr>
              <a:xfrm>
                <a:off x="5486918" y="1394496"/>
                <a:ext cx="1072800" cy="1167840"/>
              </a:xfrm>
              <a:prstGeom prst="rect">
                <a:avLst/>
              </a:prstGeom>
            </p:spPr>
          </p:pic>
        </mc:Fallback>
      </mc:AlternateContent>
      <p:grpSp>
        <p:nvGrpSpPr>
          <p:cNvPr id="49" name="Group 48">
            <a:extLst>
              <a:ext uri="{FF2B5EF4-FFF2-40B4-BE49-F238E27FC236}">
                <a16:creationId xmlns:a16="http://schemas.microsoft.com/office/drawing/2014/main" id="{FF8FF701-8578-9630-BF15-87E94D5F6473}"/>
              </a:ext>
            </a:extLst>
          </p:cNvPr>
          <p:cNvGrpSpPr/>
          <p:nvPr/>
        </p:nvGrpSpPr>
        <p:grpSpPr>
          <a:xfrm>
            <a:off x="10954958" y="3773736"/>
            <a:ext cx="742320" cy="344520"/>
            <a:chOff x="10954958" y="3773736"/>
            <a:chExt cx="742320" cy="344520"/>
          </a:xfrm>
        </p:grpSpPr>
        <mc:AlternateContent xmlns:mc="http://schemas.openxmlformats.org/markup-compatibility/2006" xmlns:p14="http://schemas.microsoft.com/office/powerpoint/2010/main">
          <mc:Choice Requires="p14">
            <p:contentPart p14:bwMode="auto" r:id="rId12">
              <p14:nvContentPartPr>
                <p14:cNvPr id="38" name="Ink 37">
                  <a:extLst>
                    <a:ext uri="{FF2B5EF4-FFF2-40B4-BE49-F238E27FC236}">
                      <a16:creationId xmlns:a16="http://schemas.microsoft.com/office/drawing/2014/main" id="{89C487E7-AC25-692A-7D7A-B8F16CB5B468}"/>
                    </a:ext>
                  </a:extLst>
                </p14:cNvPr>
                <p14:cNvContentPartPr/>
                <p14:nvPr/>
              </p14:nvContentPartPr>
              <p14:xfrm>
                <a:off x="11016518" y="3850776"/>
                <a:ext cx="31680" cy="42120"/>
              </p14:xfrm>
            </p:contentPart>
          </mc:Choice>
          <mc:Fallback xmlns="">
            <p:pic>
              <p:nvPicPr>
                <p:cNvPr id="38" name="Ink 37">
                  <a:extLst>
                    <a:ext uri="{FF2B5EF4-FFF2-40B4-BE49-F238E27FC236}">
                      <a16:creationId xmlns:a16="http://schemas.microsoft.com/office/drawing/2014/main" id="{89C487E7-AC25-692A-7D7A-B8F16CB5B468}"/>
                    </a:ext>
                  </a:extLst>
                </p:cNvPr>
                <p:cNvPicPr/>
                <p:nvPr/>
              </p:nvPicPr>
              <p:blipFill>
                <a:blip r:embed="rId13"/>
                <a:stretch>
                  <a:fillRect/>
                </a:stretch>
              </p:blipFill>
              <p:spPr>
                <a:xfrm>
                  <a:off x="11010398" y="3844656"/>
                  <a:ext cx="4392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9" name="Ink 38">
                  <a:extLst>
                    <a:ext uri="{FF2B5EF4-FFF2-40B4-BE49-F238E27FC236}">
                      <a16:creationId xmlns:a16="http://schemas.microsoft.com/office/drawing/2014/main" id="{28002CAA-B1C6-3C23-C70E-B3C96BD982B6}"/>
                    </a:ext>
                  </a:extLst>
                </p14:cNvPr>
                <p14:cNvContentPartPr/>
                <p14:nvPr/>
              </p14:nvContentPartPr>
              <p14:xfrm>
                <a:off x="10954958" y="3773736"/>
                <a:ext cx="160560" cy="195120"/>
              </p14:xfrm>
            </p:contentPart>
          </mc:Choice>
          <mc:Fallback xmlns="">
            <p:pic>
              <p:nvPicPr>
                <p:cNvPr id="39" name="Ink 38">
                  <a:extLst>
                    <a:ext uri="{FF2B5EF4-FFF2-40B4-BE49-F238E27FC236}">
                      <a16:creationId xmlns:a16="http://schemas.microsoft.com/office/drawing/2014/main" id="{28002CAA-B1C6-3C23-C70E-B3C96BD982B6}"/>
                    </a:ext>
                  </a:extLst>
                </p:cNvPr>
                <p:cNvPicPr/>
                <p:nvPr/>
              </p:nvPicPr>
              <p:blipFill>
                <a:blip r:embed="rId15"/>
                <a:stretch>
                  <a:fillRect/>
                </a:stretch>
              </p:blipFill>
              <p:spPr>
                <a:xfrm>
                  <a:off x="10948838" y="3767616"/>
                  <a:ext cx="17280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1" name="Ink 40">
                  <a:extLst>
                    <a:ext uri="{FF2B5EF4-FFF2-40B4-BE49-F238E27FC236}">
                      <a16:creationId xmlns:a16="http://schemas.microsoft.com/office/drawing/2014/main" id="{5C905E8A-3023-25BE-9997-425BF4C3C3EF}"/>
                    </a:ext>
                  </a:extLst>
                </p14:cNvPr>
                <p14:cNvContentPartPr/>
                <p14:nvPr/>
              </p14:nvContentPartPr>
              <p14:xfrm>
                <a:off x="11134958" y="3911616"/>
                <a:ext cx="119880" cy="93600"/>
              </p14:xfrm>
            </p:contentPart>
          </mc:Choice>
          <mc:Fallback xmlns="">
            <p:pic>
              <p:nvPicPr>
                <p:cNvPr id="41" name="Ink 40">
                  <a:extLst>
                    <a:ext uri="{FF2B5EF4-FFF2-40B4-BE49-F238E27FC236}">
                      <a16:creationId xmlns:a16="http://schemas.microsoft.com/office/drawing/2014/main" id="{5C905E8A-3023-25BE-9997-425BF4C3C3EF}"/>
                    </a:ext>
                  </a:extLst>
                </p:cNvPr>
                <p:cNvPicPr/>
                <p:nvPr/>
              </p:nvPicPr>
              <p:blipFill>
                <a:blip r:embed="rId17"/>
                <a:stretch>
                  <a:fillRect/>
                </a:stretch>
              </p:blipFill>
              <p:spPr>
                <a:xfrm>
                  <a:off x="11128838" y="3905496"/>
                  <a:ext cx="13212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2" name="Ink 41">
                  <a:extLst>
                    <a:ext uri="{FF2B5EF4-FFF2-40B4-BE49-F238E27FC236}">
                      <a16:creationId xmlns:a16="http://schemas.microsoft.com/office/drawing/2014/main" id="{7C436EB9-5378-5FBB-75A9-5620CA1DC598}"/>
                    </a:ext>
                  </a:extLst>
                </p14:cNvPr>
                <p14:cNvContentPartPr/>
                <p14:nvPr/>
              </p14:nvContentPartPr>
              <p14:xfrm>
                <a:off x="11288318" y="3985416"/>
                <a:ext cx="3240" cy="80280"/>
              </p14:xfrm>
            </p:contentPart>
          </mc:Choice>
          <mc:Fallback xmlns="">
            <p:pic>
              <p:nvPicPr>
                <p:cNvPr id="42" name="Ink 41">
                  <a:extLst>
                    <a:ext uri="{FF2B5EF4-FFF2-40B4-BE49-F238E27FC236}">
                      <a16:creationId xmlns:a16="http://schemas.microsoft.com/office/drawing/2014/main" id="{7C436EB9-5378-5FBB-75A9-5620CA1DC598}"/>
                    </a:ext>
                  </a:extLst>
                </p:cNvPr>
                <p:cNvPicPr/>
                <p:nvPr/>
              </p:nvPicPr>
              <p:blipFill>
                <a:blip r:embed="rId19"/>
                <a:stretch>
                  <a:fillRect/>
                </a:stretch>
              </p:blipFill>
              <p:spPr>
                <a:xfrm>
                  <a:off x="11282198" y="3979296"/>
                  <a:ext cx="1548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3" name="Ink 42">
                  <a:extLst>
                    <a:ext uri="{FF2B5EF4-FFF2-40B4-BE49-F238E27FC236}">
                      <a16:creationId xmlns:a16="http://schemas.microsoft.com/office/drawing/2014/main" id="{75C8F937-120D-DF98-873C-8B507ABC57D7}"/>
                    </a:ext>
                  </a:extLst>
                </p14:cNvPr>
                <p14:cNvContentPartPr/>
                <p14:nvPr/>
              </p14:nvContentPartPr>
              <p14:xfrm>
                <a:off x="11317478" y="4012776"/>
                <a:ext cx="52200" cy="73800"/>
              </p14:xfrm>
            </p:contentPart>
          </mc:Choice>
          <mc:Fallback xmlns="">
            <p:pic>
              <p:nvPicPr>
                <p:cNvPr id="43" name="Ink 42">
                  <a:extLst>
                    <a:ext uri="{FF2B5EF4-FFF2-40B4-BE49-F238E27FC236}">
                      <a16:creationId xmlns:a16="http://schemas.microsoft.com/office/drawing/2014/main" id="{75C8F937-120D-DF98-873C-8B507ABC57D7}"/>
                    </a:ext>
                  </a:extLst>
                </p:cNvPr>
                <p:cNvPicPr/>
                <p:nvPr/>
              </p:nvPicPr>
              <p:blipFill>
                <a:blip r:embed="rId21"/>
                <a:stretch>
                  <a:fillRect/>
                </a:stretch>
              </p:blipFill>
              <p:spPr>
                <a:xfrm>
                  <a:off x="11311358" y="4006656"/>
                  <a:ext cx="6444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4" name="Ink 43">
                  <a:extLst>
                    <a:ext uri="{FF2B5EF4-FFF2-40B4-BE49-F238E27FC236}">
                      <a16:creationId xmlns:a16="http://schemas.microsoft.com/office/drawing/2014/main" id="{A1852BBD-EA0E-B07E-545F-9676A7ED1376}"/>
                    </a:ext>
                  </a:extLst>
                </p14:cNvPr>
                <p14:cNvContentPartPr/>
                <p14:nvPr/>
              </p14:nvContentPartPr>
              <p14:xfrm>
                <a:off x="11439518" y="3921696"/>
                <a:ext cx="70200" cy="84960"/>
              </p14:xfrm>
            </p:contentPart>
          </mc:Choice>
          <mc:Fallback xmlns="">
            <p:pic>
              <p:nvPicPr>
                <p:cNvPr id="44" name="Ink 43">
                  <a:extLst>
                    <a:ext uri="{FF2B5EF4-FFF2-40B4-BE49-F238E27FC236}">
                      <a16:creationId xmlns:a16="http://schemas.microsoft.com/office/drawing/2014/main" id="{A1852BBD-EA0E-B07E-545F-9676A7ED1376}"/>
                    </a:ext>
                  </a:extLst>
                </p:cNvPr>
                <p:cNvPicPr/>
                <p:nvPr/>
              </p:nvPicPr>
              <p:blipFill>
                <a:blip r:embed="rId23"/>
                <a:stretch>
                  <a:fillRect/>
                </a:stretch>
              </p:blipFill>
              <p:spPr>
                <a:xfrm>
                  <a:off x="11433398" y="3915576"/>
                  <a:ext cx="8244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5" name="Ink 44">
                  <a:extLst>
                    <a:ext uri="{FF2B5EF4-FFF2-40B4-BE49-F238E27FC236}">
                      <a16:creationId xmlns:a16="http://schemas.microsoft.com/office/drawing/2014/main" id="{78032731-CE33-3FFB-6C1C-165C6BE800E9}"/>
                    </a:ext>
                  </a:extLst>
                </p14:cNvPr>
                <p14:cNvContentPartPr/>
                <p14:nvPr/>
              </p14:nvContentPartPr>
              <p14:xfrm>
                <a:off x="11539238" y="3967056"/>
                <a:ext cx="72720" cy="85320"/>
              </p14:xfrm>
            </p:contentPart>
          </mc:Choice>
          <mc:Fallback xmlns="">
            <p:pic>
              <p:nvPicPr>
                <p:cNvPr id="45" name="Ink 44">
                  <a:extLst>
                    <a:ext uri="{FF2B5EF4-FFF2-40B4-BE49-F238E27FC236}">
                      <a16:creationId xmlns:a16="http://schemas.microsoft.com/office/drawing/2014/main" id="{78032731-CE33-3FFB-6C1C-165C6BE800E9}"/>
                    </a:ext>
                  </a:extLst>
                </p:cNvPr>
                <p:cNvPicPr/>
                <p:nvPr/>
              </p:nvPicPr>
              <p:blipFill>
                <a:blip r:embed="rId25"/>
                <a:stretch>
                  <a:fillRect/>
                </a:stretch>
              </p:blipFill>
              <p:spPr>
                <a:xfrm>
                  <a:off x="11533118" y="3960936"/>
                  <a:ext cx="8496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6" name="Ink 45">
                  <a:extLst>
                    <a:ext uri="{FF2B5EF4-FFF2-40B4-BE49-F238E27FC236}">
                      <a16:creationId xmlns:a16="http://schemas.microsoft.com/office/drawing/2014/main" id="{4814B9CC-5D49-DA33-9517-2796FE67CFF7}"/>
                    </a:ext>
                  </a:extLst>
                </p14:cNvPr>
                <p14:cNvContentPartPr/>
                <p14:nvPr/>
              </p14:nvContentPartPr>
              <p14:xfrm>
                <a:off x="11629598" y="3871296"/>
                <a:ext cx="67680" cy="196200"/>
              </p14:xfrm>
            </p:contentPart>
          </mc:Choice>
          <mc:Fallback xmlns="">
            <p:pic>
              <p:nvPicPr>
                <p:cNvPr id="46" name="Ink 45">
                  <a:extLst>
                    <a:ext uri="{FF2B5EF4-FFF2-40B4-BE49-F238E27FC236}">
                      <a16:creationId xmlns:a16="http://schemas.microsoft.com/office/drawing/2014/main" id="{4814B9CC-5D49-DA33-9517-2796FE67CFF7}"/>
                    </a:ext>
                  </a:extLst>
                </p:cNvPr>
                <p:cNvPicPr/>
                <p:nvPr/>
              </p:nvPicPr>
              <p:blipFill>
                <a:blip r:embed="rId27"/>
                <a:stretch>
                  <a:fillRect/>
                </a:stretch>
              </p:blipFill>
              <p:spPr>
                <a:xfrm>
                  <a:off x="11623478" y="3865176"/>
                  <a:ext cx="7992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7" name="Ink 46">
                  <a:extLst>
                    <a:ext uri="{FF2B5EF4-FFF2-40B4-BE49-F238E27FC236}">
                      <a16:creationId xmlns:a16="http://schemas.microsoft.com/office/drawing/2014/main" id="{16C7EE3C-A45F-CBA2-95A8-7FDA56815040}"/>
                    </a:ext>
                  </a:extLst>
                </p14:cNvPr>
                <p14:cNvContentPartPr/>
                <p14:nvPr/>
              </p14:nvContentPartPr>
              <p14:xfrm>
                <a:off x="11073398" y="3892896"/>
                <a:ext cx="106200" cy="225360"/>
              </p14:xfrm>
            </p:contentPart>
          </mc:Choice>
          <mc:Fallback xmlns="">
            <p:pic>
              <p:nvPicPr>
                <p:cNvPr id="47" name="Ink 46">
                  <a:extLst>
                    <a:ext uri="{FF2B5EF4-FFF2-40B4-BE49-F238E27FC236}">
                      <a16:creationId xmlns:a16="http://schemas.microsoft.com/office/drawing/2014/main" id="{16C7EE3C-A45F-CBA2-95A8-7FDA56815040}"/>
                    </a:ext>
                  </a:extLst>
                </p:cNvPr>
                <p:cNvPicPr/>
                <p:nvPr/>
              </p:nvPicPr>
              <p:blipFill>
                <a:blip r:embed="rId29"/>
                <a:stretch>
                  <a:fillRect/>
                </a:stretch>
              </p:blipFill>
              <p:spPr>
                <a:xfrm>
                  <a:off x="11067278" y="3886776"/>
                  <a:ext cx="11844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8" name="Ink 47">
                  <a:extLst>
                    <a:ext uri="{FF2B5EF4-FFF2-40B4-BE49-F238E27FC236}">
                      <a16:creationId xmlns:a16="http://schemas.microsoft.com/office/drawing/2014/main" id="{C972E05F-4069-FEC7-F52F-77DE8A181DD8}"/>
                    </a:ext>
                  </a:extLst>
                </p14:cNvPr>
                <p14:cNvContentPartPr/>
                <p14:nvPr/>
              </p14:nvContentPartPr>
              <p14:xfrm>
                <a:off x="11480198" y="3900456"/>
                <a:ext cx="72360" cy="62640"/>
              </p14:xfrm>
            </p:contentPart>
          </mc:Choice>
          <mc:Fallback xmlns="">
            <p:pic>
              <p:nvPicPr>
                <p:cNvPr id="48" name="Ink 47">
                  <a:extLst>
                    <a:ext uri="{FF2B5EF4-FFF2-40B4-BE49-F238E27FC236}">
                      <a16:creationId xmlns:a16="http://schemas.microsoft.com/office/drawing/2014/main" id="{C972E05F-4069-FEC7-F52F-77DE8A181DD8}"/>
                    </a:ext>
                  </a:extLst>
                </p:cNvPr>
                <p:cNvPicPr/>
                <p:nvPr/>
              </p:nvPicPr>
              <p:blipFill>
                <a:blip r:embed="rId31"/>
                <a:stretch>
                  <a:fillRect/>
                </a:stretch>
              </p:blipFill>
              <p:spPr>
                <a:xfrm>
                  <a:off x="11474078" y="3894336"/>
                  <a:ext cx="84600" cy="74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
            <p14:nvContentPartPr>
              <p14:cNvPr id="50" name="Ink 49">
                <a:extLst>
                  <a:ext uri="{FF2B5EF4-FFF2-40B4-BE49-F238E27FC236}">
                    <a16:creationId xmlns:a16="http://schemas.microsoft.com/office/drawing/2014/main" id="{7E3EFBB1-77EA-8F21-D46E-8EB33D788C91}"/>
                  </a:ext>
                </a:extLst>
              </p14:cNvPr>
              <p14:cNvContentPartPr/>
              <p14:nvPr/>
            </p14:nvContentPartPr>
            <p14:xfrm>
              <a:off x="6196478" y="2072016"/>
              <a:ext cx="25920" cy="10080"/>
            </p14:xfrm>
          </p:contentPart>
        </mc:Choice>
        <mc:Fallback xmlns="">
          <p:pic>
            <p:nvPicPr>
              <p:cNvPr id="50" name="Ink 49">
                <a:extLst>
                  <a:ext uri="{FF2B5EF4-FFF2-40B4-BE49-F238E27FC236}">
                    <a16:creationId xmlns:a16="http://schemas.microsoft.com/office/drawing/2014/main" id="{7E3EFBB1-77EA-8F21-D46E-8EB33D788C91}"/>
                  </a:ext>
                </a:extLst>
              </p:cNvPr>
              <p:cNvPicPr/>
              <p:nvPr/>
            </p:nvPicPr>
            <p:blipFill>
              <a:blip r:embed="rId33"/>
              <a:stretch>
                <a:fillRect/>
              </a:stretch>
            </p:blipFill>
            <p:spPr>
              <a:xfrm>
                <a:off x="6190358" y="2065896"/>
                <a:ext cx="38160" cy="22320"/>
              </a:xfrm>
              <a:prstGeom prst="rect">
                <a:avLst/>
              </a:prstGeom>
            </p:spPr>
          </p:pic>
        </mc:Fallback>
      </mc:AlternateContent>
      <p:grpSp>
        <p:nvGrpSpPr>
          <p:cNvPr id="54" name="Group 53">
            <a:extLst>
              <a:ext uri="{FF2B5EF4-FFF2-40B4-BE49-F238E27FC236}">
                <a16:creationId xmlns:a16="http://schemas.microsoft.com/office/drawing/2014/main" id="{2CD7D61D-B196-EB0E-48CD-F3F713519724}"/>
              </a:ext>
            </a:extLst>
          </p:cNvPr>
          <p:cNvGrpSpPr/>
          <p:nvPr/>
        </p:nvGrpSpPr>
        <p:grpSpPr>
          <a:xfrm>
            <a:off x="6568718" y="1600416"/>
            <a:ext cx="397800" cy="311400"/>
            <a:chOff x="6568718" y="1600416"/>
            <a:chExt cx="397800" cy="311400"/>
          </a:xfrm>
        </p:grpSpPr>
        <mc:AlternateContent xmlns:mc="http://schemas.openxmlformats.org/markup-compatibility/2006" xmlns:p14="http://schemas.microsoft.com/office/powerpoint/2010/main">
          <mc:Choice Requires="p14">
            <p:contentPart p14:bwMode="auto" r:id="rId34">
              <p14:nvContentPartPr>
                <p14:cNvPr id="51" name="Ink 50">
                  <a:extLst>
                    <a:ext uri="{FF2B5EF4-FFF2-40B4-BE49-F238E27FC236}">
                      <a16:creationId xmlns:a16="http://schemas.microsoft.com/office/drawing/2014/main" id="{6191097D-C404-835E-AB21-6A9DD9DAEDF6}"/>
                    </a:ext>
                  </a:extLst>
                </p14:cNvPr>
                <p14:cNvContentPartPr/>
                <p14:nvPr/>
              </p14:nvContentPartPr>
              <p14:xfrm>
                <a:off x="6568718" y="1738296"/>
                <a:ext cx="194040" cy="173520"/>
              </p14:xfrm>
            </p:contentPart>
          </mc:Choice>
          <mc:Fallback xmlns="">
            <p:pic>
              <p:nvPicPr>
                <p:cNvPr id="51" name="Ink 50">
                  <a:extLst>
                    <a:ext uri="{FF2B5EF4-FFF2-40B4-BE49-F238E27FC236}">
                      <a16:creationId xmlns:a16="http://schemas.microsoft.com/office/drawing/2014/main" id="{6191097D-C404-835E-AB21-6A9DD9DAEDF6}"/>
                    </a:ext>
                  </a:extLst>
                </p:cNvPr>
                <p:cNvPicPr/>
                <p:nvPr/>
              </p:nvPicPr>
              <p:blipFill>
                <a:blip r:embed="rId35"/>
                <a:stretch>
                  <a:fillRect/>
                </a:stretch>
              </p:blipFill>
              <p:spPr>
                <a:xfrm>
                  <a:off x="6562598" y="1732176"/>
                  <a:ext cx="20628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52" name="Ink 51">
                  <a:extLst>
                    <a:ext uri="{FF2B5EF4-FFF2-40B4-BE49-F238E27FC236}">
                      <a16:creationId xmlns:a16="http://schemas.microsoft.com/office/drawing/2014/main" id="{7C96F57C-F92C-B464-F044-BDB9526C621A}"/>
                    </a:ext>
                  </a:extLst>
                </p14:cNvPr>
                <p14:cNvContentPartPr/>
                <p14:nvPr/>
              </p14:nvContentPartPr>
              <p14:xfrm>
                <a:off x="6608318" y="1600416"/>
                <a:ext cx="324720" cy="235440"/>
              </p14:xfrm>
            </p:contentPart>
          </mc:Choice>
          <mc:Fallback xmlns="">
            <p:pic>
              <p:nvPicPr>
                <p:cNvPr id="52" name="Ink 51">
                  <a:extLst>
                    <a:ext uri="{FF2B5EF4-FFF2-40B4-BE49-F238E27FC236}">
                      <a16:creationId xmlns:a16="http://schemas.microsoft.com/office/drawing/2014/main" id="{7C96F57C-F92C-B464-F044-BDB9526C621A}"/>
                    </a:ext>
                  </a:extLst>
                </p:cNvPr>
                <p:cNvPicPr/>
                <p:nvPr/>
              </p:nvPicPr>
              <p:blipFill>
                <a:blip r:embed="rId37"/>
                <a:stretch>
                  <a:fillRect/>
                </a:stretch>
              </p:blipFill>
              <p:spPr>
                <a:xfrm>
                  <a:off x="6602198" y="1594296"/>
                  <a:ext cx="33696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3" name="Ink 52">
                  <a:extLst>
                    <a:ext uri="{FF2B5EF4-FFF2-40B4-BE49-F238E27FC236}">
                      <a16:creationId xmlns:a16="http://schemas.microsoft.com/office/drawing/2014/main" id="{35F5C9E7-A976-BB45-EBE4-3F445107EC38}"/>
                    </a:ext>
                  </a:extLst>
                </p14:cNvPr>
                <p14:cNvContentPartPr/>
                <p14:nvPr/>
              </p14:nvContentPartPr>
              <p14:xfrm>
                <a:off x="6660878" y="1658736"/>
                <a:ext cx="305640" cy="202320"/>
              </p14:xfrm>
            </p:contentPart>
          </mc:Choice>
          <mc:Fallback xmlns="">
            <p:pic>
              <p:nvPicPr>
                <p:cNvPr id="53" name="Ink 52">
                  <a:extLst>
                    <a:ext uri="{FF2B5EF4-FFF2-40B4-BE49-F238E27FC236}">
                      <a16:creationId xmlns:a16="http://schemas.microsoft.com/office/drawing/2014/main" id="{35F5C9E7-A976-BB45-EBE4-3F445107EC38}"/>
                    </a:ext>
                  </a:extLst>
                </p:cNvPr>
                <p:cNvPicPr/>
                <p:nvPr/>
              </p:nvPicPr>
              <p:blipFill>
                <a:blip r:embed="rId39"/>
                <a:stretch>
                  <a:fillRect/>
                </a:stretch>
              </p:blipFill>
              <p:spPr>
                <a:xfrm>
                  <a:off x="6654758" y="1652616"/>
                  <a:ext cx="317880" cy="214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
            <p14:nvContentPartPr>
              <p14:cNvPr id="55" name="Ink 54">
                <a:extLst>
                  <a:ext uri="{FF2B5EF4-FFF2-40B4-BE49-F238E27FC236}">
                    <a16:creationId xmlns:a16="http://schemas.microsoft.com/office/drawing/2014/main" id="{3E8FC256-D5F5-B914-40E2-75EB1D16CA41}"/>
                  </a:ext>
                </a:extLst>
              </p14:cNvPr>
              <p14:cNvContentPartPr/>
              <p14:nvPr/>
            </p14:nvContentPartPr>
            <p14:xfrm>
              <a:off x="7921238" y="2247336"/>
              <a:ext cx="1495440" cy="69480"/>
            </p14:xfrm>
          </p:contentPart>
        </mc:Choice>
        <mc:Fallback xmlns="">
          <p:pic>
            <p:nvPicPr>
              <p:cNvPr id="55" name="Ink 54">
                <a:extLst>
                  <a:ext uri="{FF2B5EF4-FFF2-40B4-BE49-F238E27FC236}">
                    <a16:creationId xmlns:a16="http://schemas.microsoft.com/office/drawing/2014/main" id="{3E8FC256-D5F5-B914-40E2-75EB1D16CA41}"/>
                  </a:ext>
                </a:extLst>
              </p:cNvPr>
              <p:cNvPicPr/>
              <p:nvPr/>
            </p:nvPicPr>
            <p:blipFill>
              <a:blip r:embed="rId41"/>
              <a:stretch>
                <a:fillRect/>
              </a:stretch>
            </p:blipFill>
            <p:spPr>
              <a:xfrm>
                <a:off x="7915118" y="2241216"/>
                <a:ext cx="150768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6" name="Ink 55">
                <a:extLst>
                  <a:ext uri="{FF2B5EF4-FFF2-40B4-BE49-F238E27FC236}">
                    <a16:creationId xmlns:a16="http://schemas.microsoft.com/office/drawing/2014/main" id="{1A8ADB4F-555B-4515-7995-78AD90DF341B}"/>
                  </a:ext>
                </a:extLst>
              </p14:cNvPr>
              <p14:cNvContentPartPr/>
              <p14:nvPr/>
            </p14:nvContentPartPr>
            <p14:xfrm>
              <a:off x="7444598" y="4233456"/>
              <a:ext cx="360" cy="360"/>
            </p14:xfrm>
          </p:contentPart>
        </mc:Choice>
        <mc:Fallback xmlns="">
          <p:pic>
            <p:nvPicPr>
              <p:cNvPr id="56" name="Ink 55">
                <a:extLst>
                  <a:ext uri="{FF2B5EF4-FFF2-40B4-BE49-F238E27FC236}">
                    <a16:creationId xmlns:a16="http://schemas.microsoft.com/office/drawing/2014/main" id="{1A8ADB4F-555B-4515-7995-78AD90DF341B}"/>
                  </a:ext>
                </a:extLst>
              </p:cNvPr>
              <p:cNvPicPr/>
              <p:nvPr/>
            </p:nvPicPr>
            <p:blipFill>
              <a:blip r:embed="rId43"/>
              <a:stretch>
                <a:fillRect/>
              </a:stretch>
            </p:blipFill>
            <p:spPr>
              <a:xfrm>
                <a:off x="7438478" y="42273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78" name="Ink 77">
                <a:extLst>
                  <a:ext uri="{FF2B5EF4-FFF2-40B4-BE49-F238E27FC236}">
                    <a16:creationId xmlns:a16="http://schemas.microsoft.com/office/drawing/2014/main" id="{9BF2E508-7108-41AB-647A-8ADD28DD95C8}"/>
                  </a:ext>
                </a:extLst>
              </p14:cNvPr>
              <p14:cNvContentPartPr/>
              <p14:nvPr/>
            </p14:nvContentPartPr>
            <p14:xfrm>
              <a:off x="4500878" y="2661696"/>
              <a:ext cx="22320" cy="2880"/>
            </p14:xfrm>
          </p:contentPart>
        </mc:Choice>
        <mc:Fallback xmlns="">
          <p:pic>
            <p:nvPicPr>
              <p:cNvPr id="78" name="Ink 77">
                <a:extLst>
                  <a:ext uri="{FF2B5EF4-FFF2-40B4-BE49-F238E27FC236}">
                    <a16:creationId xmlns:a16="http://schemas.microsoft.com/office/drawing/2014/main" id="{9BF2E508-7108-41AB-647A-8ADD28DD95C8}"/>
                  </a:ext>
                </a:extLst>
              </p:cNvPr>
              <p:cNvPicPr/>
              <p:nvPr/>
            </p:nvPicPr>
            <p:blipFill>
              <a:blip r:embed="rId45"/>
              <a:stretch>
                <a:fillRect/>
              </a:stretch>
            </p:blipFill>
            <p:spPr>
              <a:xfrm>
                <a:off x="4494758" y="2655576"/>
                <a:ext cx="34560" cy="151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79" name="Ink 78">
                <a:extLst>
                  <a:ext uri="{FF2B5EF4-FFF2-40B4-BE49-F238E27FC236}">
                    <a16:creationId xmlns:a16="http://schemas.microsoft.com/office/drawing/2014/main" id="{89868295-E535-C417-C1B2-A28F3AA17C64}"/>
                  </a:ext>
                </a:extLst>
              </p14:cNvPr>
              <p14:cNvContentPartPr/>
              <p14:nvPr/>
            </p14:nvContentPartPr>
            <p14:xfrm>
              <a:off x="4134038" y="1443456"/>
              <a:ext cx="297720" cy="464760"/>
            </p14:xfrm>
          </p:contentPart>
        </mc:Choice>
        <mc:Fallback xmlns="">
          <p:pic>
            <p:nvPicPr>
              <p:cNvPr id="79" name="Ink 78">
                <a:extLst>
                  <a:ext uri="{FF2B5EF4-FFF2-40B4-BE49-F238E27FC236}">
                    <a16:creationId xmlns:a16="http://schemas.microsoft.com/office/drawing/2014/main" id="{89868295-E535-C417-C1B2-A28F3AA17C64}"/>
                  </a:ext>
                </a:extLst>
              </p:cNvPr>
              <p:cNvPicPr/>
              <p:nvPr/>
            </p:nvPicPr>
            <p:blipFill>
              <a:blip r:embed="rId47"/>
              <a:stretch>
                <a:fillRect/>
              </a:stretch>
            </p:blipFill>
            <p:spPr>
              <a:xfrm>
                <a:off x="4127918" y="1437336"/>
                <a:ext cx="309960" cy="477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80" name="Ink 79">
                <a:extLst>
                  <a:ext uri="{FF2B5EF4-FFF2-40B4-BE49-F238E27FC236}">
                    <a16:creationId xmlns:a16="http://schemas.microsoft.com/office/drawing/2014/main" id="{686F6D1B-BC36-E9C1-BB28-723795E222F8}"/>
                  </a:ext>
                </a:extLst>
              </p14:cNvPr>
              <p14:cNvContentPartPr/>
              <p14:nvPr/>
            </p14:nvContentPartPr>
            <p14:xfrm>
              <a:off x="3414038" y="2077416"/>
              <a:ext cx="332280" cy="425520"/>
            </p14:xfrm>
          </p:contentPart>
        </mc:Choice>
        <mc:Fallback xmlns="">
          <p:pic>
            <p:nvPicPr>
              <p:cNvPr id="80" name="Ink 79">
                <a:extLst>
                  <a:ext uri="{FF2B5EF4-FFF2-40B4-BE49-F238E27FC236}">
                    <a16:creationId xmlns:a16="http://schemas.microsoft.com/office/drawing/2014/main" id="{686F6D1B-BC36-E9C1-BB28-723795E222F8}"/>
                  </a:ext>
                </a:extLst>
              </p:cNvPr>
              <p:cNvPicPr/>
              <p:nvPr/>
            </p:nvPicPr>
            <p:blipFill>
              <a:blip r:embed="rId49"/>
              <a:stretch>
                <a:fillRect/>
              </a:stretch>
            </p:blipFill>
            <p:spPr>
              <a:xfrm>
                <a:off x="3407918" y="2071296"/>
                <a:ext cx="344520" cy="4377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7" name="Ink 56">
                <a:extLst>
                  <a:ext uri="{FF2B5EF4-FFF2-40B4-BE49-F238E27FC236}">
                    <a16:creationId xmlns:a16="http://schemas.microsoft.com/office/drawing/2014/main" id="{A9C27542-6A9B-BE6E-E06F-2F28CEB0ED3D}"/>
                  </a:ext>
                </a:extLst>
              </p14:cNvPr>
              <p14:cNvContentPartPr/>
              <p14:nvPr/>
            </p14:nvContentPartPr>
            <p14:xfrm>
              <a:off x="2884478" y="3439656"/>
              <a:ext cx="1166760" cy="1340280"/>
            </p14:xfrm>
          </p:contentPart>
        </mc:Choice>
        <mc:Fallback xmlns="">
          <p:pic>
            <p:nvPicPr>
              <p:cNvPr id="57" name="Ink 56">
                <a:extLst>
                  <a:ext uri="{FF2B5EF4-FFF2-40B4-BE49-F238E27FC236}">
                    <a16:creationId xmlns:a16="http://schemas.microsoft.com/office/drawing/2014/main" id="{A9C27542-6A9B-BE6E-E06F-2F28CEB0ED3D}"/>
                  </a:ext>
                </a:extLst>
              </p:cNvPr>
              <p:cNvPicPr/>
              <p:nvPr/>
            </p:nvPicPr>
            <p:blipFill>
              <a:blip r:embed="rId51"/>
              <a:stretch>
                <a:fillRect/>
              </a:stretch>
            </p:blipFill>
            <p:spPr>
              <a:xfrm>
                <a:off x="2878358" y="3433536"/>
                <a:ext cx="1179000" cy="13525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8" name="Ink 57">
                <a:extLst>
                  <a:ext uri="{FF2B5EF4-FFF2-40B4-BE49-F238E27FC236}">
                    <a16:creationId xmlns:a16="http://schemas.microsoft.com/office/drawing/2014/main" id="{120F13A4-1B4F-0537-A9D5-B9DC94F5BC66}"/>
                  </a:ext>
                </a:extLst>
              </p14:cNvPr>
              <p14:cNvContentPartPr/>
              <p14:nvPr/>
            </p14:nvContentPartPr>
            <p14:xfrm>
              <a:off x="1227398" y="4253976"/>
              <a:ext cx="335520" cy="363240"/>
            </p14:xfrm>
          </p:contentPart>
        </mc:Choice>
        <mc:Fallback xmlns="">
          <p:pic>
            <p:nvPicPr>
              <p:cNvPr id="58" name="Ink 57">
                <a:extLst>
                  <a:ext uri="{FF2B5EF4-FFF2-40B4-BE49-F238E27FC236}">
                    <a16:creationId xmlns:a16="http://schemas.microsoft.com/office/drawing/2014/main" id="{120F13A4-1B4F-0537-A9D5-B9DC94F5BC66}"/>
                  </a:ext>
                </a:extLst>
              </p:cNvPr>
              <p:cNvPicPr/>
              <p:nvPr/>
            </p:nvPicPr>
            <p:blipFill>
              <a:blip r:embed="rId53"/>
              <a:stretch>
                <a:fillRect/>
              </a:stretch>
            </p:blipFill>
            <p:spPr>
              <a:xfrm>
                <a:off x="1221278" y="4247856"/>
                <a:ext cx="347760" cy="3754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9" name="Ink 58">
                <a:extLst>
                  <a:ext uri="{FF2B5EF4-FFF2-40B4-BE49-F238E27FC236}">
                    <a16:creationId xmlns:a16="http://schemas.microsoft.com/office/drawing/2014/main" id="{52481EDB-2E21-E096-F78C-5F62A6AA5785}"/>
                  </a:ext>
                </a:extLst>
              </p14:cNvPr>
              <p14:cNvContentPartPr/>
              <p14:nvPr/>
            </p14:nvContentPartPr>
            <p14:xfrm>
              <a:off x="1549598" y="4223736"/>
              <a:ext cx="99360" cy="138960"/>
            </p14:xfrm>
          </p:contentPart>
        </mc:Choice>
        <mc:Fallback xmlns="">
          <p:pic>
            <p:nvPicPr>
              <p:cNvPr id="59" name="Ink 58">
                <a:extLst>
                  <a:ext uri="{FF2B5EF4-FFF2-40B4-BE49-F238E27FC236}">
                    <a16:creationId xmlns:a16="http://schemas.microsoft.com/office/drawing/2014/main" id="{52481EDB-2E21-E096-F78C-5F62A6AA5785}"/>
                  </a:ext>
                </a:extLst>
              </p:cNvPr>
              <p:cNvPicPr/>
              <p:nvPr/>
            </p:nvPicPr>
            <p:blipFill>
              <a:blip r:embed="rId55"/>
              <a:stretch>
                <a:fillRect/>
              </a:stretch>
            </p:blipFill>
            <p:spPr>
              <a:xfrm>
                <a:off x="1543478" y="4217616"/>
                <a:ext cx="11160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63" name="Ink 62">
                <a:extLst>
                  <a:ext uri="{FF2B5EF4-FFF2-40B4-BE49-F238E27FC236}">
                    <a16:creationId xmlns:a16="http://schemas.microsoft.com/office/drawing/2014/main" id="{3AB94CB2-80FC-D85E-A5A2-93F98B1AFB97}"/>
                  </a:ext>
                </a:extLst>
              </p14:cNvPr>
              <p14:cNvContentPartPr/>
              <p14:nvPr/>
            </p14:nvContentPartPr>
            <p14:xfrm>
              <a:off x="1933718" y="3800016"/>
              <a:ext cx="241200" cy="302760"/>
            </p14:xfrm>
          </p:contentPart>
        </mc:Choice>
        <mc:Fallback xmlns="">
          <p:pic>
            <p:nvPicPr>
              <p:cNvPr id="63" name="Ink 62">
                <a:extLst>
                  <a:ext uri="{FF2B5EF4-FFF2-40B4-BE49-F238E27FC236}">
                    <a16:creationId xmlns:a16="http://schemas.microsoft.com/office/drawing/2014/main" id="{3AB94CB2-80FC-D85E-A5A2-93F98B1AFB97}"/>
                  </a:ext>
                </a:extLst>
              </p:cNvPr>
              <p:cNvPicPr/>
              <p:nvPr/>
            </p:nvPicPr>
            <p:blipFill>
              <a:blip r:embed="rId57"/>
              <a:stretch>
                <a:fillRect/>
              </a:stretch>
            </p:blipFill>
            <p:spPr>
              <a:xfrm>
                <a:off x="1927598" y="3793896"/>
                <a:ext cx="25344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64" name="Ink 63">
                <a:extLst>
                  <a:ext uri="{FF2B5EF4-FFF2-40B4-BE49-F238E27FC236}">
                    <a16:creationId xmlns:a16="http://schemas.microsoft.com/office/drawing/2014/main" id="{63E258CD-2D81-3766-DDD7-5EE04EE1594E}"/>
                  </a:ext>
                </a:extLst>
              </p14:cNvPr>
              <p14:cNvContentPartPr/>
              <p14:nvPr/>
            </p14:nvContentPartPr>
            <p14:xfrm>
              <a:off x="2174918" y="3614976"/>
              <a:ext cx="280440" cy="208080"/>
            </p14:xfrm>
          </p:contentPart>
        </mc:Choice>
        <mc:Fallback xmlns="">
          <p:pic>
            <p:nvPicPr>
              <p:cNvPr id="64" name="Ink 63">
                <a:extLst>
                  <a:ext uri="{FF2B5EF4-FFF2-40B4-BE49-F238E27FC236}">
                    <a16:creationId xmlns:a16="http://schemas.microsoft.com/office/drawing/2014/main" id="{63E258CD-2D81-3766-DDD7-5EE04EE1594E}"/>
                  </a:ext>
                </a:extLst>
              </p:cNvPr>
              <p:cNvPicPr/>
              <p:nvPr/>
            </p:nvPicPr>
            <p:blipFill>
              <a:blip r:embed="rId59"/>
              <a:stretch>
                <a:fillRect/>
              </a:stretch>
            </p:blipFill>
            <p:spPr>
              <a:xfrm>
                <a:off x="2168798" y="3608856"/>
                <a:ext cx="29268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65" name="Ink 64">
                <a:extLst>
                  <a:ext uri="{FF2B5EF4-FFF2-40B4-BE49-F238E27FC236}">
                    <a16:creationId xmlns:a16="http://schemas.microsoft.com/office/drawing/2014/main" id="{F9658D78-919F-E8DA-C537-9A7DE74938B4}"/>
                  </a:ext>
                </a:extLst>
              </p14:cNvPr>
              <p14:cNvContentPartPr/>
              <p14:nvPr/>
            </p14:nvContentPartPr>
            <p14:xfrm>
              <a:off x="2458598" y="3310776"/>
              <a:ext cx="230400" cy="300240"/>
            </p14:xfrm>
          </p:contentPart>
        </mc:Choice>
        <mc:Fallback xmlns="">
          <p:pic>
            <p:nvPicPr>
              <p:cNvPr id="65" name="Ink 64">
                <a:extLst>
                  <a:ext uri="{FF2B5EF4-FFF2-40B4-BE49-F238E27FC236}">
                    <a16:creationId xmlns:a16="http://schemas.microsoft.com/office/drawing/2014/main" id="{F9658D78-919F-E8DA-C537-9A7DE74938B4}"/>
                  </a:ext>
                </a:extLst>
              </p:cNvPr>
              <p:cNvPicPr/>
              <p:nvPr/>
            </p:nvPicPr>
            <p:blipFill>
              <a:blip r:embed="rId61"/>
              <a:stretch>
                <a:fillRect/>
              </a:stretch>
            </p:blipFill>
            <p:spPr>
              <a:xfrm>
                <a:off x="2452478" y="3304656"/>
                <a:ext cx="242640" cy="3124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66" name="Ink 65">
                <a:extLst>
                  <a:ext uri="{FF2B5EF4-FFF2-40B4-BE49-F238E27FC236}">
                    <a16:creationId xmlns:a16="http://schemas.microsoft.com/office/drawing/2014/main" id="{934181E0-7238-AA35-CD4F-F04782F49205}"/>
                  </a:ext>
                </a:extLst>
              </p14:cNvPr>
              <p14:cNvContentPartPr/>
              <p14:nvPr/>
            </p14:nvContentPartPr>
            <p14:xfrm>
              <a:off x="1450598" y="4774176"/>
              <a:ext cx="171720" cy="169920"/>
            </p14:xfrm>
          </p:contentPart>
        </mc:Choice>
        <mc:Fallback xmlns="">
          <p:pic>
            <p:nvPicPr>
              <p:cNvPr id="66" name="Ink 65">
                <a:extLst>
                  <a:ext uri="{FF2B5EF4-FFF2-40B4-BE49-F238E27FC236}">
                    <a16:creationId xmlns:a16="http://schemas.microsoft.com/office/drawing/2014/main" id="{934181E0-7238-AA35-CD4F-F04782F49205}"/>
                  </a:ext>
                </a:extLst>
              </p:cNvPr>
              <p:cNvPicPr/>
              <p:nvPr/>
            </p:nvPicPr>
            <p:blipFill>
              <a:blip r:embed="rId63"/>
              <a:stretch>
                <a:fillRect/>
              </a:stretch>
            </p:blipFill>
            <p:spPr>
              <a:xfrm>
                <a:off x="1444478" y="4768056"/>
                <a:ext cx="18396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67" name="Ink 66">
                <a:extLst>
                  <a:ext uri="{FF2B5EF4-FFF2-40B4-BE49-F238E27FC236}">
                    <a16:creationId xmlns:a16="http://schemas.microsoft.com/office/drawing/2014/main" id="{A02C08D6-49A6-CDDC-47AD-6FF05C5E5BC0}"/>
                  </a:ext>
                </a:extLst>
              </p14:cNvPr>
              <p14:cNvContentPartPr/>
              <p14:nvPr/>
            </p14:nvContentPartPr>
            <p14:xfrm>
              <a:off x="1633118" y="4691016"/>
              <a:ext cx="18360" cy="184680"/>
            </p14:xfrm>
          </p:contentPart>
        </mc:Choice>
        <mc:Fallback xmlns="">
          <p:pic>
            <p:nvPicPr>
              <p:cNvPr id="67" name="Ink 66">
                <a:extLst>
                  <a:ext uri="{FF2B5EF4-FFF2-40B4-BE49-F238E27FC236}">
                    <a16:creationId xmlns:a16="http://schemas.microsoft.com/office/drawing/2014/main" id="{A02C08D6-49A6-CDDC-47AD-6FF05C5E5BC0}"/>
                  </a:ext>
                </a:extLst>
              </p:cNvPr>
              <p:cNvPicPr/>
              <p:nvPr/>
            </p:nvPicPr>
            <p:blipFill>
              <a:blip r:embed="rId65"/>
              <a:stretch>
                <a:fillRect/>
              </a:stretch>
            </p:blipFill>
            <p:spPr>
              <a:xfrm>
                <a:off x="1626998" y="4684896"/>
                <a:ext cx="3060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68" name="Ink 67">
                <a:extLst>
                  <a:ext uri="{FF2B5EF4-FFF2-40B4-BE49-F238E27FC236}">
                    <a16:creationId xmlns:a16="http://schemas.microsoft.com/office/drawing/2014/main" id="{E7306143-8AFA-F665-9DB0-129B7ADE4FFF}"/>
                  </a:ext>
                </a:extLst>
              </p14:cNvPr>
              <p14:cNvContentPartPr/>
              <p14:nvPr/>
            </p14:nvContentPartPr>
            <p14:xfrm>
              <a:off x="1601798" y="4748976"/>
              <a:ext cx="137520" cy="45360"/>
            </p14:xfrm>
          </p:contentPart>
        </mc:Choice>
        <mc:Fallback xmlns="">
          <p:pic>
            <p:nvPicPr>
              <p:cNvPr id="68" name="Ink 67">
                <a:extLst>
                  <a:ext uri="{FF2B5EF4-FFF2-40B4-BE49-F238E27FC236}">
                    <a16:creationId xmlns:a16="http://schemas.microsoft.com/office/drawing/2014/main" id="{E7306143-8AFA-F665-9DB0-129B7ADE4FFF}"/>
                  </a:ext>
                </a:extLst>
              </p:cNvPr>
              <p:cNvPicPr/>
              <p:nvPr/>
            </p:nvPicPr>
            <p:blipFill>
              <a:blip r:embed="rId67"/>
              <a:stretch>
                <a:fillRect/>
              </a:stretch>
            </p:blipFill>
            <p:spPr>
              <a:xfrm>
                <a:off x="1595678" y="4742856"/>
                <a:ext cx="14976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69" name="Ink 68">
                <a:extLst>
                  <a:ext uri="{FF2B5EF4-FFF2-40B4-BE49-F238E27FC236}">
                    <a16:creationId xmlns:a16="http://schemas.microsoft.com/office/drawing/2014/main" id="{320D2AA5-C711-E846-5602-06A7220A9B10}"/>
                  </a:ext>
                </a:extLst>
              </p14:cNvPr>
              <p14:cNvContentPartPr/>
              <p14:nvPr/>
            </p14:nvContentPartPr>
            <p14:xfrm>
              <a:off x="1722758" y="4508496"/>
              <a:ext cx="199080" cy="261360"/>
            </p14:xfrm>
          </p:contentPart>
        </mc:Choice>
        <mc:Fallback xmlns="">
          <p:pic>
            <p:nvPicPr>
              <p:cNvPr id="69" name="Ink 68">
                <a:extLst>
                  <a:ext uri="{FF2B5EF4-FFF2-40B4-BE49-F238E27FC236}">
                    <a16:creationId xmlns:a16="http://schemas.microsoft.com/office/drawing/2014/main" id="{320D2AA5-C711-E846-5602-06A7220A9B10}"/>
                  </a:ext>
                </a:extLst>
              </p:cNvPr>
              <p:cNvPicPr/>
              <p:nvPr/>
            </p:nvPicPr>
            <p:blipFill>
              <a:blip r:embed="rId69"/>
              <a:stretch>
                <a:fillRect/>
              </a:stretch>
            </p:blipFill>
            <p:spPr>
              <a:xfrm>
                <a:off x="1716638" y="4502376"/>
                <a:ext cx="211320" cy="2736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70" name="Ink 69">
                <a:extLst>
                  <a:ext uri="{FF2B5EF4-FFF2-40B4-BE49-F238E27FC236}">
                    <a16:creationId xmlns:a16="http://schemas.microsoft.com/office/drawing/2014/main" id="{64A44DD9-8779-5C6D-0DB5-A210F2D700F9}"/>
                  </a:ext>
                </a:extLst>
              </p14:cNvPr>
              <p14:cNvContentPartPr/>
              <p14:nvPr/>
            </p14:nvContentPartPr>
            <p14:xfrm>
              <a:off x="1904558" y="4364496"/>
              <a:ext cx="58680" cy="143280"/>
            </p14:xfrm>
          </p:contentPart>
        </mc:Choice>
        <mc:Fallback xmlns="">
          <p:pic>
            <p:nvPicPr>
              <p:cNvPr id="70" name="Ink 69">
                <a:extLst>
                  <a:ext uri="{FF2B5EF4-FFF2-40B4-BE49-F238E27FC236}">
                    <a16:creationId xmlns:a16="http://schemas.microsoft.com/office/drawing/2014/main" id="{64A44DD9-8779-5C6D-0DB5-A210F2D700F9}"/>
                  </a:ext>
                </a:extLst>
              </p:cNvPr>
              <p:cNvPicPr/>
              <p:nvPr/>
            </p:nvPicPr>
            <p:blipFill>
              <a:blip r:embed="rId71"/>
              <a:stretch>
                <a:fillRect/>
              </a:stretch>
            </p:blipFill>
            <p:spPr>
              <a:xfrm>
                <a:off x="1898438" y="4358376"/>
                <a:ext cx="7092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71" name="Ink 70">
                <a:extLst>
                  <a:ext uri="{FF2B5EF4-FFF2-40B4-BE49-F238E27FC236}">
                    <a16:creationId xmlns:a16="http://schemas.microsoft.com/office/drawing/2014/main" id="{957D4473-F3C6-ED16-A815-CD45F87B48A2}"/>
                  </a:ext>
                </a:extLst>
              </p14:cNvPr>
              <p14:cNvContentPartPr/>
              <p14:nvPr/>
            </p14:nvContentPartPr>
            <p14:xfrm>
              <a:off x="2019398" y="4153176"/>
              <a:ext cx="329760" cy="259200"/>
            </p14:xfrm>
          </p:contentPart>
        </mc:Choice>
        <mc:Fallback xmlns="">
          <p:pic>
            <p:nvPicPr>
              <p:cNvPr id="71" name="Ink 70">
                <a:extLst>
                  <a:ext uri="{FF2B5EF4-FFF2-40B4-BE49-F238E27FC236}">
                    <a16:creationId xmlns:a16="http://schemas.microsoft.com/office/drawing/2014/main" id="{957D4473-F3C6-ED16-A815-CD45F87B48A2}"/>
                  </a:ext>
                </a:extLst>
              </p:cNvPr>
              <p:cNvPicPr/>
              <p:nvPr/>
            </p:nvPicPr>
            <p:blipFill>
              <a:blip r:embed="rId73"/>
              <a:stretch>
                <a:fillRect/>
              </a:stretch>
            </p:blipFill>
            <p:spPr>
              <a:xfrm>
                <a:off x="2013278" y="4147056"/>
                <a:ext cx="34200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72" name="Ink 71">
                <a:extLst>
                  <a:ext uri="{FF2B5EF4-FFF2-40B4-BE49-F238E27FC236}">
                    <a16:creationId xmlns:a16="http://schemas.microsoft.com/office/drawing/2014/main" id="{42B01233-C06A-C7BD-2061-31777DC1BD70}"/>
                  </a:ext>
                </a:extLst>
              </p14:cNvPr>
              <p14:cNvContentPartPr/>
              <p14:nvPr/>
            </p14:nvContentPartPr>
            <p14:xfrm>
              <a:off x="2259518" y="4085136"/>
              <a:ext cx="360" cy="360"/>
            </p14:xfrm>
          </p:contentPart>
        </mc:Choice>
        <mc:Fallback xmlns="">
          <p:pic>
            <p:nvPicPr>
              <p:cNvPr id="72" name="Ink 71">
                <a:extLst>
                  <a:ext uri="{FF2B5EF4-FFF2-40B4-BE49-F238E27FC236}">
                    <a16:creationId xmlns:a16="http://schemas.microsoft.com/office/drawing/2014/main" id="{42B01233-C06A-C7BD-2061-31777DC1BD70}"/>
                  </a:ext>
                </a:extLst>
              </p:cNvPr>
              <p:cNvPicPr/>
              <p:nvPr/>
            </p:nvPicPr>
            <p:blipFill>
              <a:blip r:embed="rId43"/>
              <a:stretch>
                <a:fillRect/>
              </a:stretch>
            </p:blipFill>
            <p:spPr>
              <a:xfrm>
                <a:off x="2253398" y="40790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73" name="Ink 72">
                <a:extLst>
                  <a:ext uri="{FF2B5EF4-FFF2-40B4-BE49-F238E27FC236}">
                    <a16:creationId xmlns:a16="http://schemas.microsoft.com/office/drawing/2014/main" id="{5E276C94-AE0B-A2C8-5B0B-EE4CD543E8CE}"/>
                  </a:ext>
                </a:extLst>
              </p14:cNvPr>
              <p14:cNvContentPartPr/>
              <p14:nvPr/>
            </p14:nvContentPartPr>
            <p14:xfrm>
              <a:off x="2315318" y="3953016"/>
              <a:ext cx="268920" cy="180360"/>
            </p14:xfrm>
          </p:contentPart>
        </mc:Choice>
        <mc:Fallback xmlns="">
          <p:pic>
            <p:nvPicPr>
              <p:cNvPr id="73" name="Ink 72">
                <a:extLst>
                  <a:ext uri="{FF2B5EF4-FFF2-40B4-BE49-F238E27FC236}">
                    <a16:creationId xmlns:a16="http://schemas.microsoft.com/office/drawing/2014/main" id="{5E276C94-AE0B-A2C8-5B0B-EE4CD543E8CE}"/>
                  </a:ext>
                </a:extLst>
              </p:cNvPr>
              <p:cNvPicPr/>
              <p:nvPr/>
            </p:nvPicPr>
            <p:blipFill>
              <a:blip r:embed="rId76"/>
              <a:stretch>
                <a:fillRect/>
              </a:stretch>
            </p:blipFill>
            <p:spPr>
              <a:xfrm>
                <a:off x="2309198" y="3946896"/>
                <a:ext cx="28116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75" name="Ink 74">
                <a:extLst>
                  <a:ext uri="{FF2B5EF4-FFF2-40B4-BE49-F238E27FC236}">
                    <a16:creationId xmlns:a16="http://schemas.microsoft.com/office/drawing/2014/main" id="{5CE09E84-4CDA-92D0-9C80-DA90E6740A39}"/>
                  </a:ext>
                </a:extLst>
              </p14:cNvPr>
              <p14:cNvContentPartPr/>
              <p14:nvPr/>
            </p14:nvContentPartPr>
            <p14:xfrm>
              <a:off x="1607918" y="4095216"/>
              <a:ext cx="84240" cy="114840"/>
            </p14:xfrm>
          </p:contentPart>
        </mc:Choice>
        <mc:Fallback xmlns="">
          <p:pic>
            <p:nvPicPr>
              <p:cNvPr id="75" name="Ink 74">
                <a:extLst>
                  <a:ext uri="{FF2B5EF4-FFF2-40B4-BE49-F238E27FC236}">
                    <a16:creationId xmlns:a16="http://schemas.microsoft.com/office/drawing/2014/main" id="{5CE09E84-4CDA-92D0-9C80-DA90E6740A39}"/>
                  </a:ext>
                </a:extLst>
              </p:cNvPr>
              <p:cNvPicPr/>
              <p:nvPr/>
            </p:nvPicPr>
            <p:blipFill>
              <a:blip r:embed="rId78"/>
              <a:stretch>
                <a:fillRect/>
              </a:stretch>
            </p:blipFill>
            <p:spPr>
              <a:xfrm>
                <a:off x="1601798" y="4089096"/>
                <a:ext cx="964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76" name="Ink 75">
                <a:extLst>
                  <a:ext uri="{FF2B5EF4-FFF2-40B4-BE49-F238E27FC236}">
                    <a16:creationId xmlns:a16="http://schemas.microsoft.com/office/drawing/2014/main" id="{C145608C-2666-CC20-86C7-2D711CE678E5}"/>
                  </a:ext>
                </a:extLst>
              </p14:cNvPr>
              <p14:cNvContentPartPr/>
              <p14:nvPr/>
            </p14:nvContentPartPr>
            <p14:xfrm>
              <a:off x="1684598" y="4043736"/>
              <a:ext cx="138960" cy="83880"/>
            </p14:xfrm>
          </p:contentPart>
        </mc:Choice>
        <mc:Fallback xmlns="">
          <p:pic>
            <p:nvPicPr>
              <p:cNvPr id="76" name="Ink 75">
                <a:extLst>
                  <a:ext uri="{FF2B5EF4-FFF2-40B4-BE49-F238E27FC236}">
                    <a16:creationId xmlns:a16="http://schemas.microsoft.com/office/drawing/2014/main" id="{C145608C-2666-CC20-86C7-2D711CE678E5}"/>
                  </a:ext>
                </a:extLst>
              </p:cNvPr>
              <p:cNvPicPr/>
              <p:nvPr/>
            </p:nvPicPr>
            <p:blipFill>
              <a:blip r:embed="rId80"/>
              <a:stretch>
                <a:fillRect/>
              </a:stretch>
            </p:blipFill>
            <p:spPr>
              <a:xfrm>
                <a:off x="1678478" y="4037616"/>
                <a:ext cx="15120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81" name="Ink 80">
                <a:extLst>
                  <a:ext uri="{FF2B5EF4-FFF2-40B4-BE49-F238E27FC236}">
                    <a16:creationId xmlns:a16="http://schemas.microsoft.com/office/drawing/2014/main" id="{9494FF2E-E9A1-4541-2ACE-7C52F037B9CC}"/>
                  </a:ext>
                </a:extLst>
              </p14:cNvPr>
              <p14:cNvContentPartPr/>
              <p14:nvPr/>
            </p14:nvContentPartPr>
            <p14:xfrm>
              <a:off x="585158" y="3269736"/>
              <a:ext cx="739080" cy="1107000"/>
            </p14:xfrm>
          </p:contentPart>
        </mc:Choice>
        <mc:Fallback xmlns="">
          <p:pic>
            <p:nvPicPr>
              <p:cNvPr id="81" name="Ink 80">
                <a:extLst>
                  <a:ext uri="{FF2B5EF4-FFF2-40B4-BE49-F238E27FC236}">
                    <a16:creationId xmlns:a16="http://schemas.microsoft.com/office/drawing/2014/main" id="{9494FF2E-E9A1-4541-2ACE-7C52F037B9CC}"/>
                  </a:ext>
                </a:extLst>
              </p:cNvPr>
              <p:cNvPicPr/>
              <p:nvPr/>
            </p:nvPicPr>
            <p:blipFill>
              <a:blip r:embed="rId82"/>
              <a:stretch>
                <a:fillRect/>
              </a:stretch>
            </p:blipFill>
            <p:spPr>
              <a:xfrm>
                <a:off x="579038" y="3263616"/>
                <a:ext cx="751320" cy="111924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83" name="Ink 82">
                <a:extLst>
                  <a:ext uri="{FF2B5EF4-FFF2-40B4-BE49-F238E27FC236}">
                    <a16:creationId xmlns:a16="http://schemas.microsoft.com/office/drawing/2014/main" id="{F04D9776-DB30-A2CF-F8E4-4478E2DA16F2}"/>
                  </a:ext>
                </a:extLst>
              </p14:cNvPr>
              <p14:cNvContentPartPr/>
              <p14:nvPr/>
            </p14:nvContentPartPr>
            <p14:xfrm>
              <a:off x="703598" y="3315816"/>
              <a:ext cx="176400" cy="240480"/>
            </p14:xfrm>
          </p:contentPart>
        </mc:Choice>
        <mc:Fallback xmlns="">
          <p:pic>
            <p:nvPicPr>
              <p:cNvPr id="83" name="Ink 82">
                <a:extLst>
                  <a:ext uri="{FF2B5EF4-FFF2-40B4-BE49-F238E27FC236}">
                    <a16:creationId xmlns:a16="http://schemas.microsoft.com/office/drawing/2014/main" id="{F04D9776-DB30-A2CF-F8E4-4478E2DA16F2}"/>
                  </a:ext>
                </a:extLst>
              </p:cNvPr>
              <p:cNvPicPr/>
              <p:nvPr/>
            </p:nvPicPr>
            <p:blipFill>
              <a:blip r:embed="rId84"/>
              <a:stretch>
                <a:fillRect/>
              </a:stretch>
            </p:blipFill>
            <p:spPr>
              <a:xfrm>
                <a:off x="697478" y="3309696"/>
                <a:ext cx="18864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84" name="Ink 83">
                <a:extLst>
                  <a:ext uri="{FF2B5EF4-FFF2-40B4-BE49-F238E27FC236}">
                    <a16:creationId xmlns:a16="http://schemas.microsoft.com/office/drawing/2014/main" id="{9BB64A11-8B02-61F6-D4C6-C3689B347388}"/>
                  </a:ext>
                </a:extLst>
              </p14:cNvPr>
              <p14:cNvContentPartPr/>
              <p14:nvPr/>
            </p14:nvContentPartPr>
            <p14:xfrm>
              <a:off x="935078" y="3377016"/>
              <a:ext cx="92880" cy="83880"/>
            </p14:xfrm>
          </p:contentPart>
        </mc:Choice>
        <mc:Fallback xmlns="">
          <p:pic>
            <p:nvPicPr>
              <p:cNvPr id="84" name="Ink 83">
                <a:extLst>
                  <a:ext uri="{FF2B5EF4-FFF2-40B4-BE49-F238E27FC236}">
                    <a16:creationId xmlns:a16="http://schemas.microsoft.com/office/drawing/2014/main" id="{9BB64A11-8B02-61F6-D4C6-C3689B347388}"/>
                  </a:ext>
                </a:extLst>
              </p:cNvPr>
              <p:cNvPicPr/>
              <p:nvPr/>
            </p:nvPicPr>
            <p:blipFill>
              <a:blip r:embed="rId86"/>
              <a:stretch>
                <a:fillRect/>
              </a:stretch>
            </p:blipFill>
            <p:spPr>
              <a:xfrm>
                <a:off x="928958" y="3370896"/>
                <a:ext cx="10512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85" name="Ink 84">
                <a:extLst>
                  <a:ext uri="{FF2B5EF4-FFF2-40B4-BE49-F238E27FC236}">
                    <a16:creationId xmlns:a16="http://schemas.microsoft.com/office/drawing/2014/main" id="{09196277-B258-1B7B-38A9-386EC246B880}"/>
                  </a:ext>
                </a:extLst>
              </p14:cNvPr>
              <p14:cNvContentPartPr/>
              <p14:nvPr/>
            </p14:nvContentPartPr>
            <p14:xfrm>
              <a:off x="1022198" y="3346056"/>
              <a:ext cx="63720" cy="38880"/>
            </p14:xfrm>
          </p:contentPart>
        </mc:Choice>
        <mc:Fallback xmlns="">
          <p:pic>
            <p:nvPicPr>
              <p:cNvPr id="85" name="Ink 84">
                <a:extLst>
                  <a:ext uri="{FF2B5EF4-FFF2-40B4-BE49-F238E27FC236}">
                    <a16:creationId xmlns:a16="http://schemas.microsoft.com/office/drawing/2014/main" id="{09196277-B258-1B7B-38A9-386EC246B880}"/>
                  </a:ext>
                </a:extLst>
              </p:cNvPr>
              <p:cNvPicPr/>
              <p:nvPr/>
            </p:nvPicPr>
            <p:blipFill>
              <a:blip r:embed="rId88"/>
              <a:stretch>
                <a:fillRect/>
              </a:stretch>
            </p:blipFill>
            <p:spPr>
              <a:xfrm>
                <a:off x="1016078" y="3339936"/>
                <a:ext cx="7596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86" name="Ink 85">
                <a:extLst>
                  <a:ext uri="{FF2B5EF4-FFF2-40B4-BE49-F238E27FC236}">
                    <a16:creationId xmlns:a16="http://schemas.microsoft.com/office/drawing/2014/main" id="{EFCC57EE-9092-0E11-9A69-03FCDDDE35B8}"/>
                  </a:ext>
                </a:extLst>
              </p14:cNvPr>
              <p14:cNvContentPartPr/>
              <p14:nvPr/>
            </p14:nvContentPartPr>
            <p14:xfrm>
              <a:off x="1309838" y="2756016"/>
              <a:ext cx="153360" cy="259560"/>
            </p14:xfrm>
          </p:contentPart>
        </mc:Choice>
        <mc:Fallback xmlns="">
          <p:pic>
            <p:nvPicPr>
              <p:cNvPr id="86" name="Ink 85">
                <a:extLst>
                  <a:ext uri="{FF2B5EF4-FFF2-40B4-BE49-F238E27FC236}">
                    <a16:creationId xmlns:a16="http://schemas.microsoft.com/office/drawing/2014/main" id="{EFCC57EE-9092-0E11-9A69-03FCDDDE35B8}"/>
                  </a:ext>
                </a:extLst>
              </p:cNvPr>
              <p:cNvPicPr/>
              <p:nvPr/>
            </p:nvPicPr>
            <p:blipFill>
              <a:blip r:embed="rId90"/>
              <a:stretch>
                <a:fillRect/>
              </a:stretch>
            </p:blipFill>
            <p:spPr>
              <a:xfrm>
                <a:off x="1303718" y="2749896"/>
                <a:ext cx="16560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87" name="Ink 86">
                <a:extLst>
                  <a:ext uri="{FF2B5EF4-FFF2-40B4-BE49-F238E27FC236}">
                    <a16:creationId xmlns:a16="http://schemas.microsoft.com/office/drawing/2014/main" id="{515D5CCC-354A-F51C-6A07-76E646CDDEB6}"/>
                  </a:ext>
                </a:extLst>
              </p14:cNvPr>
              <p14:cNvContentPartPr/>
              <p14:nvPr/>
            </p14:nvContentPartPr>
            <p14:xfrm>
              <a:off x="1491998" y="2916936"/>
              <a:ext cx="74520" cy="72720"/>
            </p14:xfrm>
          </p:contentPart>
        </mc:Choice>
        <mc:Fallback xmlns="">
          <p:pic>
            <p:nvPicPr>
              <p:cNvPr id="87" name="Ink 86">
                <a:extLst>
                  <a:ext uri="{FF2B5EF4-FFF2-40B4-BE49-F238E27FC236}">
                    <a16:creationId xmlns:a16="http://schemas.microsoft.com/office/drawing/2014/main" id="{515D5CCC-354A-F51C-6A07-76E646CDDEB6}"/>
                  </a:ext>
                </a:extLst>
              </p:cNvPr>
              <p:cNvPicPr/>
              <p:nvPr/>
            </p:nvPicPr>
            <p:blipFill>
              <a:blip r:embed="rId92"/>
              <a:stretch>
                <a:fillRect/>
              </a:stretch>
            </p:blipFill>
            <p:spPr>
              <a:xfrm>
                <a:off x="1485878" y="2910816"/>
                <a:ext cx="8676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88" name="Ink 87">
                <a:extLst>
                  <a:ext uri="{FF2B5EF4-FFF2-40B4-BE49-F238E27FC236}">
                    <a16:creationId xmlns:a16="http://schemas.microsoft.com/office/drawing/2014/main" id="{6F07B82C-1F3A-3C5F-E64B-8010CE485055}"/>
                  </a:ext>
                </a:extLst>
              </p14:cNvPr>
              <p14:cNvContentPartPr/>
              <p14:nvPr/>
            </p14:nvContentPartPr>
            <p14:xfrm>
              <a:off x="1579838" y="2835576"/>
              <a:ext cx="157320" cy="123840"/>
            </p14:xfrm>
          </p:contentPart>
        </mc:Choice>
        <mc:Fallback xmlns="">
          <p:pic>
            <p:nvPicPr>
              <p:cNvPr id="88" name="Ink 87">
                <a:extLst>
                  <a:ext uri="{FF2B5EF4-FFF2-40B4-BE49-F238E27FC236}">
                    <a16:creationId xmlns:a16="http://schemas.microsoft.com/office/drawing/2014/main" id="{6F07B82C-1F3A-3C5F-E64B-8010CE485055}"/>
                  </a:ext>
                </a:extLst>
              </p:cNvPr>
              <p:cNvPicPr/>
              <p:nvPr/>
            </p:nvPicPr>
            <p:blipFill>
              <a:blip r:embed="rId94"/>
              <a:stretch>
                <a:fillRect/>
              </a:stretch>
            </p:blipFill>
            <p:spPr>
              <a:xfrm>
                <a:off x="1573718" y="2829456"/>
                <a:ext cx="16956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89" name="Ink 88">
                <a:extLst>
                  <a:ext uri="{FF2B5EF4-FFF2-40B4-BE49-F238E27FC236}">
                    <a16:creationId xmlns:a16="http://schemas.microsoft.com/office/drawing/2014/main" id="{F9252A5B-7D01-A446-F78C-F2C2B3298F0B}"/>
                  </a:ext>
                </a:extLst>
              </p14:cNvPr>
              <p14:cNvContentPartPr/>
              <p14:nvPr/>
            </p14:nvContentPartPr>
            <p14:xfrm>
              <a:off x="972518" y="3598776"/>
              <a:ext cx="153720" cy="290160"/>
            </p14:xfrm>
          </p:contentPart>
        </mc:Choice>
        <mc:Fallback xmlns="">
          <p:pic>
            <p:nvPicPr>
              <p:cNvPr id="89" name="Ink 88">
                <a:extLst>
                  <a:ext uri="{FF2B5EF4-FFF2-40B4-BE49-F238E27FC236}">
                    <a16:creationId xmlns:a16="http://schemas.microsoft.com/office/drawing/2014/main" id="{F9252A5B-7D01-A446-F78C-F2C2B3298F0B}"/>
                  </a:ext>
                </a:extLst>
              </p:cNvPr>
              <p:cNvPicPr/>
              <p:nvPr/>
            </p:nvPicPr>
            <p:blipFill>
              <a:blip r:embed="rId96"/>
              <a:stretch>
                <a:fillRect/>
              </a:stretch>
            </p:blipFill>
            <p:spPr>
              <a:xfrm>
                <a:off x="966398" y="3592656"/>
                <a:ext cx="16596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90" name="Ink 89">
                <a:extLst>
                  <a:ext uri="{FF2B5EF4-FFF2-40B4-BE49-F238E27FC236}">
                    <a16:creationId xmlns:a16="http://schemas.microsoft.com/office/drawing/2014/main" id="{8361A7EE-1853-CB35-6169-B61FBA27488D}"/>
                  </a:ext>
                </a:extLst>
              </p14:cNvPr>
              <p14:cNvContentPartPr/>
              <p14:nvPr/>
            </p14:nvContentPartPr>
            <p14:xfrm>
              <a:off x="1161878" y="3752496"/>
              <a:ext cx="95760" cy="88920"/>
            </p14:xfrm>
          </p:contentPart>
        </mc:Choice>
        <mc:Fallback xmlns="">
          <p:pic>
            <p:nvPicPr>
              <p:cNvPr id="90" name="Ink 89">
                <a:extLst>
                  <a:ext uri="{FF2B5EF4-FFF2-40B4-BE49-F238E27FC236}">
                    <a16:creationId xmlns:a16="http://schemas.microsoft.com/office/drawing/2014/main" id="{8361A7EE-1853-CB35-6169-B61FBA27488D}"/>
                  </a:ext>
                </a:extLst>
              </p:cNvPr>
              <p:cNvPicPr/>
              <p:nvPr/>
            </p:nvPicPr>
            <p:blipFill>
              <a:blip r:embed="rId98"/>
              <a:stretch>
                <a:fillRect/>
              </a:stretch>
            </p:blipFill>
            <p:spPr>
              <a:xfrm>
                <a:off x="1155758" y="3746376"/>
                <a:ext cx="10800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91" name="Ink 90">
                <a:extLst>
                  <a:ext uri="{FF2B5EF4-FFF2-40B4-BE49-F238E27FC236}">
                    <a16:creationId xmlns:a16="http://schemas.microsoft.com/office/drawing/2014/main" id="{7078F37C-4168-CCC6-D628-476A06ED037B}"/>
                  </a:ext>
                </a:extLst>
              </p14:cNvPr>
              <p14:cNvContentPartPr/>
              <p14:nvPr/>
            </p14:nvContentPartPr>
            <p14:xfrm>
              <a:off x="1245398" y="3680856"/>
              <a:ext cx="239400" cy="137520"/>
            </p14:xfrm>
          </p:contentPart>
        </mc:Choice>
        <mc:Fallback xmlns="">
          <p:pic>
            <p:nvPicPr>
              <p:cNvPr id="91" name="Ink 90">
                <a:extLst>
                  <a:ext uri="{FF2B5EF4-FFF2-40B4-BE49-F238E27FC236}">
                    <a16:creationId xmlns:a16="http://schemas.microsoft.com/office/drawing/2014/main" id="{7078F37C-4168-CCC6-D628-476A06ED037B}"/>
                  </a:ext>
                </a:extLst>
              </p:cNvPr>
              <p:cNvPicPr/>
              <p:nvPr/>
            </p:nvPicPr>
            <p:blipFill>
              <a:blip r:embed="rId100"/>
              <a:stretch>
                <a:fillRect/>
              </a:stretch>
            </p:blipFill>
            <p:spPr>
              <a:xfrm>
                <a:off x="1239278" y="3674736"/>
                <a:ext cx="25164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92" name="Ink 91">
                <a:extLst>
                  <a:ext uri="{FF2B5EF4-FFF2-40B4-BE49-F238E27FC236}">
                    <a16:creationId xmlns:a16="http://schemas.microsoft.com/office/drawing/2014/main" id="{BF8CC468-4022-CD23-F286-80457ECEEC88}"/>
                  </a:ext>
                </a:extLst>
              </p14:cNvPr>
              <p14:cNvContentPartPr/>
              <p14:nvPr/>
            </p14:nvContentPartPr>
            <p14:xfrm>
              <a:off x="1532678" y="3184776"/>
              <a:ext cx="189720" cy="268560"/>
            </p14:xfrm>
          </p:contentPart>
        </mc:Choice>
        <mc:Fallback xmlns="">
          <p:pic>
            <p:nvPicPr>
              <p:cNvPr id="92" name="Ink 91">
                <a:extLst>
                  <a:ext uri="{FF2B5EF4-FFF2-40B4-BE49-F238E27FC236}">
                    <a16:creationId xmlns:a16="http://schemas.microsoft.com/office/drawing/2014/main" id="{BF8CC468-4022-CD23-F286-80457ECEEC88}"/>
                  </a:ext>
                </a:extLst>
              </p:cNvPr>
              <p:cNvPicPr/>
              <p:nvPr/>
            </p:nvPicPr>
            <p:blipFill>
              <a:blip r:embed="rId102"/>
              <a:stretch>
                <a:fillRect/>
              </a:stretch>
            </p:blipFill>
            <p:spPr>
              <a:xfrm>
                <a:off x="1526558" y="3178656"/>
                <a:ext cx="201960"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93" name="Ink 92">
                <a:extLst>
                  <a:ext uri="{FF2B5EF4-FFF2-40B4-BE49-F238E27FC236}">
                    <a16:creationId xmlns:a16="http://schemas.microsoft.com/office/drawing/2014/main" id="{309D31B1-9B57-38D5-F761-0207658CB4C9}"/>
                  </a:ext>
                </a:extLst>
              </p14:cNvPr>
              <p14:cNvContentPartPr/>
              <p14:nvPr/>
            </p14:nvContentPartPr>
            <p14:xfrm>
              <a:off x="1739318" y="3296016"/>
              <a:ext cx="133920" cy="101880"/>
            </p14:xfrm>
          </p:contentPart>
        </mc:Choice>
        <mc:Fallback xmlns="">
          <p:pic>
            <p:nvPicPr>
              <p:cNvPr id="93" name="Ink 92">
                <a:extLst>
                  <a:ext uri="{FF2B5EF4-FFF2-40B4-BE49-F238E27FC236}">
                    <a16:creationId xmlns:a16="http://schemas.microsoft.com/office/drawing/2014/main" id="{309D31B1-9B57-38D5-F761-0207658CB4C9}"/>
                  </a:ext>
                </a:extLst>
              </p:cNvPr>
              <p:cNvPicPr/>
              <p:nvPr/>
            </p:nvPicPr>
            <p:blipFill>
              <a:blip r:embed="rId104"/>
              <a:stretch>
                <a:fillRect/>
              </a:stretch>
            </p:blipFill>
            <p:spPr>
              <a:xfrm>
                <a:off x="1733198" y="3289896"/>
                <a:ext cx="1461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94" name="Ink 93">
                <a:extLst>
                  <a:ext uri="{FF2B5EF4-FFF2-40B4-BE49-F238E27FC236}">
                    <a16:creationId xmlns:a16="http://schemas.microsoft.com/office/drawing/2014/main" id="{FB9A9061-1AE8-0F21-4B89-6A1BA267EC7D}"/>
                  </a:ext>
                </a:extLst>
              </p14:cNvPr>
              <p14:cNvContentPartPr/>
              <p14:nvPr/>
            </p14:nvContentPartPr>
            <p14:xfrm>
              <a:off x="1836158" y="3217896"/>
              <a:ext cx="140760" cy="123840"/>
            </p14:xfrm>
          </p:contentPart>
        </mc:Choice>
        <mc:Fallback xmlns="">
          <p:pic>
            <p:nvPicPr>
              <p:cNvPr id="94" name="Ink 93">
                <a:extLst>
                  <a:ext uri="{FF2B5EF4-FFF2-40B4-BE49-F238E27FC236}">
                    <a16:creationId xmlns:a16="http://schemas.microsoft.com/office/drawing/2014/main" id="{FB9A9061-1AE8-0F21-4B89-6A1BA267EC7D}"/>
                  </a:ext>
                </a:extLst>
              </p:cNvPr>
              <p:cNvPicPr/>
              <p:nvPr/>
            </p:nvPicPr>
            <p:blipFill>
              <a:blip r:embed="rId106"/>
              <a:stretch>
                <a:fillRect/>
              </a:stretch>
            </p:blipFill>
            <p:spPr>
              <a:xfrm>
                <a:off x="1830038" y="3211776"/>
                <a:ext cx="1530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95" name="Ink 94">
                <a:extLst>
                  <a:ext uri="{FF2B5EF4-FFF2-40B4-BE49-F238E27FC236}">
                    <a16:creationId xmlns:a16="http://schemas.microsoft.com/office/drawing/2014/main" id="{B8691798-102F-DF0F-96B4-47FE6478F4F2}"/>
                  </a:ext>
                </a:extLst>
              </p14:cNvPr>
              <p14:cNvContentPartPr/>
              <p14:nvPr/>
            </p14:nvContentPartPr>
            <p14:xfrm>
              <a:off x="1371758" y="2432736"/>
              <a:ext cx="872640" cy="916560"/>
            </p14:xfrm>
          </p:contentPart>
        </mc:Choice>
        <mc:Fallback xmlns="">
          <p:pic>
            <p:nvPicPr>
              <p:cNvPr id="95" name="Ink 94">
                <a:extLst>
                  <a:ext uri="{FF2B5EF4-FFF2-40B4-BE49-F238E27FC236}">
                    <a16:creationId xmlns:a16="http://schemas.microsoft.com/office/drawing/2014/main" id="{B8691798-102F-DF0F-96B4-47FE6478F4F2}"/>
                  </a:ext>
                </a:extLst>
              </p:cNvPr>
              <p:cNvPicPr/>
              <p:nvPr/>
            </p:nvPicPr>
            <p:blipFill>
              <a:blip r:embed="rId108"/>
              <a:stretch>
                <a:fillRect/>
              </a:stretch>
            </p:blipFill>
            <p:spPr>
              <a:xfrm>
                <a:off x="1365638" y="2426616"/>
                <a:ext cx="884880" cy="9288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96" name="Ink 95">
                <a:extLst>
                  <a:ext uri="{FF2B5EF4-FFF2-40B4-BE49-F238E27FC236}">
                    <a16:creationId xmlns:a16="http://schemas.microsoft.com/office/drawing/2014/main" id="{AF651AF5-1264-952B-BD68-D80B2A426EAC}"/>
                  </a:ext>
                </a:extLst>
              </p14:cNvPr>
              <p14:cNvContentPartPr/>
              <p14:nvPr/>
            </p14:nvContentPartPr>
            <p14:xfrm>
              <a:off x="568238" y="2675376"/>
              <a:ext cx="279000" cy="214560"/>
            </p14:xfrm>
          </p:contentPart>
        </mc:Choice>
        <mc:Fallback xmlns="">
          <p:pic>
            <p:nvPicPr>
              <p:cNvPr id="96" name="Ink 95">
                <a:extLst>
                  <a:ext uri="{FF2B5EF4-FFF2-40B4-BE49-F238E27FC236}">
                    <a16:creationId xmlns:a16="http://schemas.microsoft.com/office/drawing/2014/main" id="{AF651AF5-1264-952B-BD68-D80B2A426EAC}"/>
                  </a:ext>
                </a:extLst>
              </p:cNvPr>
              <p:cNvPicPr/>
              <p:nvPr/>
            </p:nvPicPr>
            <p:blipFill>
              <a:blip r:embed="rId110"/>
              <a:stretch>
                <a:fillRect/>
              </a:stretch>
            </p:blipFill>
            <p:spPr>
              <a:xfrm>
                <a:off x="562118" y="2669256"/>
                <a:ext cx="29124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97" name="Ink 96">
                <a:extLst>
                  <a:ext uri="{FF2B5EF4-FFF2-40B4-BE49-F238E27FC236}">
                    <a16:creationId xmlns:a16="http://schemas.microsoft.com/office/drawing/2014/main" id="{D4F65663-5B0D-0026-C5F4-A347BEB07B96}"/>
                  </a:ext>
                </a:extLst>
              </p14:cNvPr>
              <p14:cNvContentPartPr/>
              <p14:nvPr/>
            </p14:nvContentPartPr>
            <p14:xfrm>
              <a:off x="811238" y="2496456"/>
              <a:ext cx="152280" cy="192960"/>
            </p14:xfrm>
          </p:contentPart>
        </mc:Choice>
        <mc:Fallback xmlns="">
          <p:pic>
            <p:nvPicPr>
              <p:cNvPr id="97" name="Ink 96">
                <a:extLst>
                  <a:ext uri="{FF2B5EF4-FFF2-40B4-BE49-F238E27FC236}">
                    <a16:creationId xmlns:a16="http://schemas.microsoft.com/office/drawing/2014/main" id="{D4F65663-5B0D-0026-C5F4-A347BEB07B96}"/>
                  </a:ext>
                </a:extLst>
              </p:cNvPr>
              <p:cNvPicPr/>
              <p:nvPr/>
            </p:nvPicPr>
            <p:blipFill>
              <a:blip r:embed="rId112"/>
              <a:stretch>
                <a:fillRect/>
              </a:stretch>
            </p:blipFill>
            <p:spPr>
              <a:xfrm>
                <a:off x="805118" y="2490336"/>
                <a:ext cx="16452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98" name="Ink 97">
                <a:extLst>
                  <a:ext uri="{FF2B5EF4-FFF2-40B4-BE49-F238E27FC236}">
                    <a16:creationId xmlns:a16="http://schemas.microsoft.com/office/drawing/2014/main" id="{865D57B7-610B-E2E2-1277-ADF1715C69DD}"/>
                  </a:ext>
                </a:extLst>
              </p14:cNvPr>
              <p14:cNvContentPartPr/>
              <p14:nvPr/>
            </p14:nvContentPartPr>
            <p14:xfrm>
              <a:off x="993758" y="2409336"/>
              <a:ext cx="165960" cy="105120"/>
            </p14:xfrm>
          </p:contentPart>
        </mc:Choice>
        <mc:Fallback xmlns="">
          <p:pic>
            <p:nvPicPr>
              <p:cNvPr id="98" name="Ink 97">
                <a:extLst>
                  <a:ext uri="{FF2B5EF4-FFF2-40B4-BE49-F238E27FC236}">
                    <a16:creationId xmlns:a16="http://schemas.microsoft.com/office/drawing/2014/main" id="{865D57B7-610B-E2E2-1277-ADF1715C69DD}"/>
                  </a:ext>
                </a:extLst>
              </p:cNvPr>
              <p:cNvPicPr/>
              <p:nvPr/>
            </p:nvPicPr>
            <p:blipFill>
              <a:blip r:embed="rId114"/>
              <a:stretch>
                <a:fillRect/>
              </a:stretch>
            </p:blipFill>
            <p:spPr>
              <a:xfrm>
                <a:off x="987638" y="2403216"/>
                <a:ext cx="17820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99" name="Ink 98">
                <a:extLst>
                  <a:ext uri="{FF2B5EF4-FFF2-40B4-BE49-F238E27FC236}">
                    <a16:creationId xmlns:a16="http://schemas.microsoft.com/office/drawing/2014/main" id="{7B5C105E-9231-6DC1-026B-88895E107095}"/>
                  </a:ext>
                </a:extLst>
              </p14:cNvPr>
              <p14:cNvContentPartPr/>
              <p14:nvPr/>
            </p14:nvContentPartPr>
            <p14:xfrm>
              <a:off x="1194278" y="2113416"/>
              <a:ext cx="278280" cy="256320"/>
            </p14:xfrm>
          </p:contentPart>
        </mc:Choice>
        <mc:Fallback xmlns="">
          <p:pic>
            <p:nvPicPr>
              <p:cNvPr id="99" name="Ink 98">
                <a:extLst>
                  <a:ext uri="{FF2B5EF4-FFF2-40B4-BE49-F238E27FC236}">
                    <a16:creationId xmlns:a16="http://schemas.microsoft.com/office/drawing/2014/main" id="{7B5C105E-9231-6DC1-026B-88895E107095}"/>
                  </a:ext>
                </a:extLst>
              </p:cNvPr>
              <p:cNvPicPr/>
              <p:nvPr/>
            </p:nvPicPr>
            <p:blipFill>
              <a:blip r:embed="rId116"/>
              <a:stretch>
                <a:fillRect/>
              </a:stretch>
            </p:blipFill>
            <p:spPr>
              <a:xfrm>
                <a:off x="1188158" y="2107296"/>
                <a:ext cx="29052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00" name="Ink 99">
                <a:extLst>
                  <a:ext uri="{FF2B5EF4-FFF2-40B4-BE49-F238E27FC236}">
                    <a16:creationId xmlns:a16="http://schemas.microsoft.com/office/drawing/2014/main" id="{B7C68068-7BFD-6D9D-439F-B19FEFC50E35}"/>
                  </a:ext>
                </a:extLst>
              </p14:cNvPr>
              <p14:cNvContentPartPr/>
              <p14:nvPr/>
            </p14:nvContentPartPr>
            <p14:xfrm>
              <a:off x="1466798" y="1876176"/>
              <a:ext cx="305640" cy="210960"/>
            </p14:xfrm>
          </p:contentPart>
        </mc:Choice>
        <mc:Fallback xmlns="">
          <p:pic>
            <p:nvPicPr>
              <p:cNvPr id="100" name="Ink 99">
                <a:extLst>
                  <a:ext uri="{FF2B5EF4-FFF2-40B4-BE49-F238E27FC236}">
                    <a16:creationId xmlns:a16="http://schemas.microsoft.com/office/drawing/2014/main" id="{B7C68068-7BFD-6D9D-439F-B19FEFC50E35}"/>
                  </a:ext>
                </a:extLst>
              </p:cNvPr>
              <p:cNvPicPr/>
              <p:nvPr/>
            </p:nvPicPr>
            <p:blipFill>
              <a:blip r:embed="rId118"/>
              <a:stretch>
                <a:fillRect/>
              </a:stretch>
            </p:blipFill>
            <p:spPr>
              <a:xfrm>
                <a:off x="1460678" y="1870056"/>
                <a:ext cx="31788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01" name="Ink 100">
                <a:extLst>
                  <a:ext uri="{FF2B5EF4-FFF2-40B4-BE49-F238E27FC236}">
                    <a16:creationId xmlns:a16="http://schemas.microsoft.com/office/drawing/2014/main" id="{3F9DDBEE-36F7-7878-8F34-AD578C8D3BBE}"/>
                  </a:ext>
                </a:extLst>
              </p14:cNvPr>
              <p14:cNvContentPartPr/>
              <p14:nvPr/>
            </p14:nvContentPartPr>
            <p14:xfrm>
              <a:off x="1743998" y="1531296"/>
              <a:ext cx="302040" cy="332280"/>
            </p14:xfrm>
          </p:contentPart>
        </mc:Choice>
        <mc:Fallback xmlns="">
          <p:pic>
            <p:nvPicPr>
              <p:cNvPr id="101" name="Ink 100">
                <a:extLst>
                  <a:ext uri="{FF2B5EF4-FFF2-40B4-BE49-F238E27FC236}">
                    <a16:creationId xmlns:a16="http://schemas.microsoft.com/office/drawing/2014/main" id="{3F9DDBEE-36F7-7878-8F34-AD578C8D3BBE}"/>
                  </a:ext>
                </a:extLst>
              </p:cNvPr>
              <p:cNvPicPr/>
              <p:nvPr/>
            </p:nvPicPr>
            <p:blipFill>
              <a:blip r:embed="rId120"/>
              <a:stretch>
                <a:fillRect/>
              </a:stretch>
            </p:blipFill>
            <p:spPr>
              <a:xfrm>
                <a:off x="1737878" y="1525176"/>
                <a:ext cx="314280" cy="34452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03" name="Ink 102">
                <a:extLst>
                  <a:ext uri="{FF2B5EF4-FFF2-40B4-BE49-F238E27FC236}">
                    <a16:creationId xmlns:a16="http://schemas.microsoft.com/office/drawing/2014/main" id="{05F7355F-C4BF-B5BD-C26D-49E5A07D3524}"/>
                  </a:ext>
                </a:extLst>
              </p14:cNvPr>
              <p14:cNvContentPartPr/>
              <p14:nvPr/>
            </p14:nvContentPartPr>
            <p14:xfrm>
              <a:off x="615758" y="5653656"/>
              <a:ext cx="358560" cy="354240"/>
            </p14:xfrm>
          </p:contentPart>
        </mc:Choice>
        <mc:Fallback xmlns="">
          <p:pic>
            <p:nvPicPr>
              <p:cNvPr id="103" name="Ink 102">
                <a:extLst>
                  <a:ext uri="{FF2B5EF4-FFF2-40B4-BE49-F238E27FC236}">
                    <a16:creationId xmlns:a16="http://schemas.microsoft.com/office/drawing/2014/main" id="{05F7355F-C4BF-B5BD-C26D-49E5A07D3524}"/>
                  </a:ext>
                </a:extLst>
              </p:cNvPr>
              <p:cNvPicPr/>
              <p:nvPr/>
            </p:nvPicPr>
            <p:blipFill>
              <a:blip r:embed="rId122"/>
              <a:stretch>
                <a:fillRect/>
              </a:stretch>
            </p:blipFill>
            <p:spPr>
              <a:xfrm>
                <a:off x="609638" y="5647536"/>
                <a:ext cx="37080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04" name="Ink 103">
                <a:extLst>
                  <a:ext uri="{FF2B5EF4-FFF2-40B4-BE49-F238E27FC236}">
                    <a16:creationId xmlns:a16="http://schemas.microsoft.com/office/drawing/2014/main" id="{7B7CBBE5-3E09-3982-9CBC-7428971B4D69}"/>
                  </a:ext>
                </a:extLst>
              </p14:cNvPr>
              <p14:cNvContentPartPr/>
              <p14:nvPr/>
            </p14:nvContentPartPr>
            <p14:xfrm>
              <a:off x="971078" y="5555016"/>
              <a:ext cx="160560" cy="198000"/>
            </p14:xfrm>
          </p:contentPart>
        </mc:Choice>
        <mc:Fallback xmlns="">
          <p:pic>
            <p:nvPicPr>
              <p:cNvPr id="104" name="Ink 103">
                <a:extLst>
                  <a:ext uri="{FF2B5EF4-FFF2-40B4-BE49-F238E27FC236}">
                    <a16:creationId xmlns:a16="http://schemas.microsoft.com/office/drawing/2014/main" id="{7B7CBBE5-3E09-3982-9CBC-7428971B4D69}"/>
                  </a:ext>
                </a:extLst>
              </p:cNvPr>
              <p:cNvPicPr/>
              <p:nvPr/>
            </p:nvPicPr>
            <p:blipFill>
              <a:blip r:embed="rId124"/>
              <a:stretch>
                <a:fillRect/>
              </a:stretch>
            </p:blipFill>
            <p:spPr>
              <a:xfrm>
                <a:off x="964958" y="5548896"/>
                <a:ext cx="17280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05" name="Ink 104">
                <a:extLst>
                  <a:ext uri="{FF2B5EF4-FFF2-40B4-BE49-F238E27FC236}">
                    <a16:creationId xmlns:a16="http://schemas.microsoft.com/office/drawing/2014/main" id="{86FC9504-D138-A68D-586D-501CCCF505B4}"/>
                  </a:ext>
                </a:extLst>
              </p14:cNvPr>
              <p14:cNvContentPartPr/>
              <p14:nvPr/>
            </p14:nvContentPartPr>
            <p14:xfrm>
              <a:off x="1061078" y="5474376"/>
              <a:ext cx="158040" cy="103320"/>
            </p14:xfrm>
          </p:contentPart>
        </mc:Choice>
        <mc:Fallback xmlns="">
          <p:pic>
            <p:nvPicPr>
              <p:cNvPr id="105" name="Ink 104">
                <a:extLst>
                  <a:ext uri="{FF2B5EF4-FFF2-40B4-BE49-F238E27FC236}">
                    <a16:creationId xmlns:a16="http://schemas.microsoft.com/office/drawing/2014/main" id="{86FC9504-D138-A68D-586D-501CCCF505B4}"/>
                  </a:ext>
                </a:extLst>
              </p:cNvPr>
              <p:cNvPicPr/>
              <p:nvPr/>
            </p:nvPicPr>
            <p:blipFill>
              <a:blip r:embed="rId126"/>
              <a:stretch>
                <a:fillRect/>
              </a:stretch>
            </p:blipFill>
            <p:spPr>
              <a:xfrm>
                <a:off x="1054958" y="5468256"/>
                <a:ext cx="17028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06" name="Ink 105">
                <a:extLst>
                  <a:ext uri="{FF2B5EF4-FFF2-40B4-BE49-F238E27FC236}">
                    <a16:creationId xmlns:a16="http://schemas.microsoft.com/office/drawing/2014/main" id="{9C45F1E3-0851-C771-BA80-BC3CCF6DEF74}"/>
                  </a:ext>
                </a:extLst>
              </p14:cNvPr>
              <p14:cNvContentPartPr/>
              <p14:nvPr/>
            </p14:nvContentPartPr>
            <p14:xfrm>
              <a:off x="1147118" y="5451336"/>
              <a:ext cx="42120" cy="93960"/>
            </p14:xfrm>
          </p:contentPart>
        </mc:Choice>
        <mc:Fallback xmlns="">
          <p:pic>
            <p:nvPicPr>
              <p:cNvPr id="106" name="Ink 105">
                <a:extLst>
                  <a:ext uri="{FF2B5EF4-FFF2-40B4-BE49-F238E27FC236}">
                    <a16:creationId xmlns:a16="http://schemas.microsoft.com/office/drawing/2014/main" id="{9C45F1E3-0851-C771-BA80-BC3CCF6DEF74}"/>
                  </a:ext>
                </a:extLst>
              </p:cNvPr>
              <p:cNvPicPr/>
              <p:nvPr/>
            </p:nvPicPr>
            <p:blipFill>
              <a:blip r:embed="rId128"/>
              <a:stretch>
                <a:fillRect/>
              </a:stretch>
            </p:blipFill>
            <p:spPr>
              <a:xfrm>
                <a:off x="1140998" y="5445216"/>
                <a:ext cx="5436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07" name="Ink 106">
                <a:extLst>
                  <a:ext uri="{FF2B5EF4-FFF2-40B4-BE49-F238E27FC236}">
                    <a16:creationId xmlns:a16="http://schemas.microsoft.com/office/drawing/2014/main" id="{BC878458-93C1-E7A8-EC70-233930FA19A4}"/>
                  </a:ext>
                </a:extLst>
              </p14:cNvPr>
              <p14:cNvContentPartPr/>
              <p14:nvPr/>
            </p14:nvContentPartPr>
            <p14:xfrm>
              <a:off x="1358078" y="5157936"/>
              <a:ext cx="264960" cy="404640"/>
            </p14:xfrm>
          </p:contentPart>
        </mc:Choice>
        <mc:Fallback xmlns="">
          <p:pic>
            <p:nvPicPr>
              <p:cNvPr id="107" name="Ink 106">
                <a:extLst>
                  <a:ext uri="{FF2B5EF4-FFF2-40B4-BE49-F238E27FC236}">
                    <a16:creationId xmlns:a16="http://schemas.microsoft.com/office/drawing/2014/main" id="{BC878458-93C1-E7A8-EC70-233930FA19A4}"/>
                  </a:ext>
                </a:extLst>
              </p:cNvPr>
              <p:cNvPicPr/>
              <p:nvPr/>
            </p:nvPicPr>
            <p:blipFill>
              <a:blip r:embed="rId130"/>
              <a:stretch>
                <a:fillRect/>
              </a:stretch>
            </p:blipFill>
            <p:spPr>
              <a:xfrm>
                <a:off x="1351958" y="5151816"/>
                <a:ext cx="277200" cy="41688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08" name="Ink 107">
                <a:extLst>
                  <a:ext uri="{FF2B5EF4-FFF2-40B4-BE49-F238E27FC236}">
                    <a16:creationId xmlns:a16="http://schemas.microsoft.com/office/drawing/2014/main" id="{0B4030FD-A0C8-9A2E-4398-E783BE9361CE}"/>
                  </a:ext>
                </a:extLst>
              </p14:cNvPr>
              <p14:cNvContentPartPr/>
              <p14:nvPr/>
            </p14:nvContentPartPr>
            <p14:xfrm>
              <a:off x="1616558" y="5004936"/>
              <a:ext cx="270720" cy="181440"/>
            </p14:xfrm>
          </p:contentPart>
        </mc:Choice>
        <mc:Fallback xmlns="">
          <p:pic>
            <p:nvPicPr>
              <p:cNvPr id="108" name="Ink 107">
                <a:extLst>
                  <a:ext uri="{FF2B5EF4-FFF2-40B4-BE49-F238E27FC236}">
                    <a16:creationId xmlns:a16="http://schemas.microsoft.com/office/drawing/2014/main" id="{0B4030FD-A0C8-9A2E-4398-E783BE9361CE}"/>
                  </a:ext>
                </a:extLst>
              </p:cNvPr>
              <p:cNvPicPr/>
              <p:nvPr/>
            </p:nvPicPr>
            <p:blipFill>
              <a:blip r:embed="rId132"/>
              <a:stretch>
                <a:fillRect/>
              </a:stretch>
            </p:blipFill>
            <p:spPr>
              <a:xfrm>
                <a:off x="1610438" y="4998816"/>
                <a:ext cx="28296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09" name="Ink 108">
                <a:extLst>
                  <a:ext uri="{FF2B5EF4-FFF2-40B4-BE49-F238E27FC236}">
                    <a16:creationId xmlns:a16="http://schemas.microsoft.com/office/drawing/2014/main" id="{A8DC48E5-3898-AD1F-0374-F65A6B93B0D4}"/>
                  </a:ext>
                </a:extLst>
              </p14:cNvPr>
              <p14:cNvContentPartPr/>
              <p14:nvPr/>
            </p14:nvContentPartPr>
            <p14:xfrm>
              <a:off x="1856318" y="4766976"/>
              <a:ext cx="169920" cy="244800"/>
            </p14:xfrm>
          </p:contentPart>
        </mc:Choice>
        <mc:Fallback xmlns="">
          <p:pic>
            <p:nvPicPr>
              <p:cNvPr id="109" name="Ink 108">
                <a:extLst>
                  <a:ext uri="{FF2B5EF4-FFF2-40B4-BE49-F238E27FC236}">
                    <a16:creationId xmlns:a16="http://schemas.microsoft.com/office/drawing/2014/main" id="{A8DC48E5-3898-AD1F-0374-F65A6B93B0D4}"/>
                  </a:ext>
                </a:extLst>
              </p:cNvPr>
              <p:cNvPicPr/>
              <p:nvPr/>
            </p:nvPicPr>
            <p:blipFill>
              <a:blip r:embed="rId134"/>
              <a:stretch>
                <a:fillRect/>
              </a:stretch>
            </p:blipFill>
            <p:spPr>
              <a:xfrm>
                <a:off x="1850198" y="4760856"/>
                <a:ext cx="18216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10" name="Ink 109">
                <a:extLst>
                  <a:ext uri="{FF2B5EF4-FFF2-40B4-BE49-F238E27FC236}">
                    <a16:creationId xmlns:a16="http://schemas.microsoft.com/office/drawing/2014/main" id="{5CAF4139-A892-AF96-5350-194ADB996299}"/>
                  </a:ext>
                </a:extLst>
              </p14:cNvPr>
              <p14:cNvContentPartPr/>
              <p14:nvPr/>
            </p14:nvContentPartPr>
            <p14:xfrm>
              <a:off x="2104358" y="4523616"/>
              <a:ext cx="148680" cy="257040"/>
            </p14:xfrm>
          </p:contentPart>
        </mc:Choice>
        <mc:Fallback xmlns="">
          <p:pic>
            <p:nvPicPr>
              <p:cNvPr id="110" name="Ink 109">
                <a:extLst>
                  <a:ext uri="{FF2B5EF4-FFF2-40B4-BE49-F238E27FC236}">
                    <a16:creationId xmlns:a16="http://schemas.microsoft.com/office/drawing/2014/main" id="{5CAF4139-A892-AF96-5350-194ADB996299}"/>
                  </a:ext>
                </a:extLst>
              </p:cNvPr>
              <p:cNvPicPr/>
              <p:nvPr/>
            </p:nvPicPr>
            <p:blipFill>
              <a:blip r:embed="rId136"/>
              <a:stretch>
                <a:fillRect/>
              </a:stretch>
            </p:blipFill>
            <p:spPr>
              <a:xfrm>
                <a:off x="2098238" y="4517496"/>
                <a:ext cx="16092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11" name="Ink 110">
                <a:extLst>
                  <a:ext uri="{FF2B5EF4-FFF2-40B4-BE49-F238E27FC236}">
                    <a16:creationId xmlns:a16="http://schemas.microsoft.com/office/drawing/2014/main" id="{3C36D50E-8115-83FE-FF70-1545543CC80C}"/>
                  </a:ext>
                </a:extLst>
              </p14:cNvPr>
              <p14:cNvContentPartPr/>
              <p14:nvPr/>
            </p14:nvContentPartPr>
            <p14:xfrm>
              <a:off x="2178878" y="4519656"/>
              <a:ext cx="152640" cy="59760"/>
            </p14:xfrm>
          </p:contentPart>
        </mc:Choice>
        <mc:Fallback xmlns="">
          <p:pic>
            <p:nvPicPr>
              <p:cNvPr id="111" name="Ink 110">
                <a:extLst>
                  <a:ext uri="{FF2B5EF4-FFF2-40B4-BE49-F238E27FC236}">
                    <a16:creationId xmlns:a16="http://schemas.microsoft.com/office/drawing/2014/main" id="{3C36D50E-8115-83FE-FF70-1545543CC80C}"/>
                  </a:ext>
                </a:extLst>
              </p:cNvPr>
              <p:cNvPicPr/>
              <p:nvPr/>
            </p:nvPicPr>
            <p:blipFill>
              <a:blip r:embed="rId138"/>
              <a:stretch>
                <a:fillRect/>
              </a:stretch>
            </p:blipFill>
            <p:spPr>
              <a:xfrm>
                <a:off x="2172758" y="4513536"/>
                <a:ext cx="16488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12" name="Ink 111">
                <a:extLst>
                  <a:ext uri="{FF2B5EF4-FFF2-40B4-BE49-F238E27FC236}">
                    <a16:creationId xmlns:a16="http://schemas.microsoft.com/office/drawing/2014/main" id="{A4F24250-2916-F0A9-6F31-E93198135039}"/>
                  </a:ext>
                </a:extLst>
              </p14:cNvPr>
              <p14:cNvContentPartPr/>
              <p14:nvPr/>
            </p14:nvContentPartPr>
            <p14:xfrm>
              <a:off x="2313878" y="4420656"/>
              <a:ext cx="177120" cy="238320"/>
            </p14:xfrm>
          </p:contentPart>
        </mc:Choice>
        <mc:Fallback xmlns="">
          <p:pic>
            <p:nvPicPr>
              <p:cNvPr id="112" name="Ink 111">
                <a:extLst>
                  <a:ext uri="{FF2B5EF4-FFF2-40B4-BE49-F238E27FC236}">
                    <a16:creationId xmlns:a16="http://schemas.microsoft.com/office/drawing/2014/main" id="{A4F24250-2916-F0A9-6F31-E93198135039}"/>
                  </a:ext>
                </a:extLst>
              </p:cNvPr>
              <p:cNvPicPr/>
              <p:nvPr/>
            </p:nvPicPr>
            <p:blipFill>
              <a:blip r:embed="rId140"/>
              <a:stretch>
                <a:fillRect/>
              </a:stretch>
            </p:blipFill>
            <p:spPr>
              <a:xfrm>
                <a:off x="2307758" y="4414536"/>
                <a:ext cx="18936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13" name="Ink 112">
                <a:extLst>
                  <a:ext uri="{FF2B5EF4-FFF2-40B4-BE49-F238E27FC236}">
                    <a16:creationId xmlns:a16="http://schemas.microsoft.com/office/drawing/2014/main" id="{39B3BD84-4494-985F-8376-960CA7C03DF4}"/>
                  </a:ext>
                </a:extLst>
              </p14:cNvPr>
              <p14:cNvContentPartPr/>
              <p14:nvPr/>
            </p14:nvContentPartPr>
            <p14:xfrm>
              <a:off x="2395598" y="4315536"/>
              <a:ext cx="69480" cy="96840"/>
            </p14:xfrm>
          </p:contentPart>
        </mc:Choice>
        <mc:Fallback xmlns="">
          <p:pic>
            <p:nvPicPr>
              <p:cNvPr id="113" name="Ink 112">
                <a:extLst>
                  <a:ext uri="{FF2B5EF4-FFF2-40B4-BE49-F238E27FC236}">
                    <a16:creationId xmlns:a16="http://schemas.microsoft.com/office/drawing/2014/main" id="{39B3BD84-4494-985F-8376-960CA7C03DF4}"/>
                  </a:ext>
                </a:extLst>
              </p:cNvPr>
              <p:cNvPicPr/>
              <p:nvPr/>
            </p:nvPicPr>
            <p:blipFill>
              <a:blip r:embed="rId142"/>
              <a:stretch>
                <a:fillRect/>
              </a:stretch>
            </p:blipFill>
            <p:spPr>
              <a:xfrm>
                <a:off x="2389478" y="4309416"/>
                <a:ext cx="8172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15" name="Ink 114">
                <a:extLst>
                  <a:ext uri="{FF2B5EF4-FFF2-40B4-BE49-F238E27FC236}">
                    <a16:creationId xmlns:a16="http://schemas.microsoft.com/office/drawing/2014/main" id="{8F3B637F-CFAB-BB97-441E-51BBA09B9E87}"/>
                  </a:ext>
                </a:extLst>
              </p14:cNvPr>
              <p14:cNvContentPartPr/>
              <p14:nvPr/>
            </p14:nvContentPartPr>
            <p14:xfrm>
              <a:off x="2496758" y="4167216"/>
              <a:ext cx="151200" cy="174960"/>
            </p14:xfrm>
          </p:contentPart>
        </mc:Choice>
        <mc:Fallback xmlns="">
          <p:pic>
            <p:nvPicPr>
              <p:cNvPr id="115" name="Ink 114">
                <a:extLst>
                  <a:ext uri="{FF2B5EF4-FFF2-40B4-BE49-F238E27FC236}">
                    <a16:creationId xmlns:a16="http://schemas.microsoft.com/office/drawing/2014/main" id="{8F3B637F-CFAB-BB97-441E-51BBA09B9E87}"/>
                  </a:ext>
                </a:extLst>
              </p:cNvPr>
              <p:cNvPicPr/>
              <p:nvPr/>
            </p:nvPicPr>
            <p:blipFill>
              <a:blip r:embed="rId144"/>
              <a:stretch>
                <a:fillRect/>
              </a:stretch>
            </p:blipFill>
            <p:spPr>
              <a:xfrm>
                <a:off x="2490638" y="4161096"/>
                <a:ext cx="16344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16" name="Ink 115">
                <a:extLst>
                  <a:ext uri="{FF2B5EF4-FFF2-40B4-BE49-F238E27FC236}">
                    <a16:creationId xmlns:a16="http://schemas.microsoft.com/office/drawing/2014/main" id="{3BE7DE9E-96A1-358C-C54D-694CD2FD6839}"/>
                  </a:ext>
                </a:extLst>
              </p14:cNvPr>
              <p14:cNvContentPartPr/>
              <p14:nvPr/>
            </p14:nvContentPartPr>
            <p14:xfrm>
              <a:off x="2628518" y="4099896"/>
              <a:ext cx="360" cy="360"/>
            </p14:xfrm>
          </p:contentPart>
        </mc:Choice>
        <mc:Fallback xmlns="">
          <p:pic>
            <p:nvPicPr>
              <p:cNvPr id="116" name="Ink 115">
                <a:extLst>
                  <a:ext uri="{FF2B5EF4-FFF2-40B4-BE49-F238E27FC236}">
                    <a16:creationId xmlns:a16="http://schemas.microsoft.com/office/drawing/2014/main" id="{3BE7DE9E-96A1-358C-C54D-694CD2FD6839}"/>
                  </a:ext>
                </a:extLst>
              </p:cNvPr>
              <p:cNvPicPr/>
              <p:nvPr/>
            </p:nvPicPr>
            <p:blipFill>
              <a:blip r:embed="rId43"/>
              <a:stretch>
                <a:fillRect/>
              </a:stretch>
            </p:blipFill>
            <p:spPr>
              <a:xfrm>
                <a:off x="2622398" y="40937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17" name="Ink 116">
                <a:extLst>
                  <a:ext uri="{FF2B5EF4-FFF2-40B4-BE49-F238E27FC236}">
                    <a16:creationId xmlns:a16="http://schemas.microsoft.com/office/drawing/2014/main" id="{10B3FD9A-B4F9-802D-6123-9188EFA13E1B}"/>
                  </a:ext>
                </a:extLst>
              </p14:cNvPr>
              <p14:cNvContentPartPr/>
              <p14:nvPr/>
            </p14:nvContentPartPr>
            <p14:xfrm>
              <a:off x="2661638" y="3959496"/>
              <a:ext cx="163440" cy="181080"/>
            </p14:xfrm>
          </p:contentPart>
        </mc:Choice>
        <mc:Fallback xmlns="">
          <p:pic>
            <p:nvPicPr>
              <p:cNvPr id="117" name="Ink 116">
                <a:extLst>
                  <a:ext uri="{FF2B5EF4-FFF2-40B4-BE49-F238E27FC236}">
                    <a16:creationId xmlns:a16="http://schemas.microsoft.com/office/drawing/2014/main" id="{10B3FD9A-B4F9-802D-6123-9188EFA13E1B}"/>
                  </a:ext>
                </a:extLst>
              </p:cNvPr>
              <p:cNvPicPr/>
              <p:nvPr/>
            </p:nvPicPr>
            <p:blipFill>
              <a:blip r:embed="rId147"/>
              <a:stretch>
                <a:fillRect/>
              </a:stretch>
            </p:blipFill>
            <p:spPr>
              <a:xfrm>
                <a:off x="2655518" y="3953376"/>
                <a:ext cx="17568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19" name="Ink 118">
                <a:extLst>
                  <a:ext uri="{FF2B5EF4-FFF2-40B4-BE49-F238E27FC236}">
                    <a16:creationId xmlns:a16="http://schemas.microsoft.com/office/drawing/2014/main" id="{15A733A1-6141-3EE3-5C9A-FE808EF8CC8A}"/>
                  </a:ext>
                </a:extLst>
              </p14:cNvPr>
              <p14:cNvContentPartPr/>
              <p14:nvPr/>
            </p14:nvContentPartPr>
            <p14:xfrm>
              <a:off x="1158638" y="2504736"/>
              <a:ext cx="133200" cy="339120"/>
            </p14:xfrm>
          </p:contentPart>
        </mc:Choice>
        <mc:Fallback xmlns="">
          <p:pic>
            <p:nvPicPr>
              <p:cNvPr id="119" name="Ink 118">
                <a:extLst>
                  <a:ext uri="{FF2B5EF4-FFF2-40B4-BE49-F238E27FC236}">
                    <a16:creationId xmlns:a16="http://schemas.microsoft.com/office/drawing/2014/main" id="{15A733A1-6141-3EE3-5C9A-FE808EF8CC8A}"/>
                  </a:ext>
                </a:extLst>
              </p:cNvPr>
              <p:cNvPicPr/>
              <p:nvPr/>
            </p:nvPicPr>
            <p:blipFill>
              <a:blip r:embed="rId149"/>
              <a:stretch>
                <a:fillRect/>
              </a:stretch>
            </p:blipFill>
            <p:spPr>
              <a:xfrm>
                <a:off x="1152518" y="2498616"/>
                <a:ext cx="145440" cy="3513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20" name="Ink 119">
                <a:extLst>
                  <a:ext uri="{FF2B5EF4-FFF2-40B4-BE49-F238E27FC236}">
                    <a16:creationId xmlns:a16="http://schemas.microsoft.com/office/drawing/2014/main" id="{550625D1-E185-C1DF-1712-5DF298DBECE5}"/>
                  </a:ext>
                </a:extLst>
              </p14:cNvPr>
              <p14:cNvContentPartPr/>
              <p14:nvPr/>
            </p14:nvContentPartPr>
            <p14:xfrm>
              <a:off x="844358" y="3535056"/>
              <a:ext cx="104760" cy="193680"/>
            </p14:xfrm>
          </p:contentPart>
        </mc:Choice>
        <mc:Fallback xmlns="">
          <p:pic>
            <p:nvPicPr>
              <p:cNvPr id="120" name="Ink 119">
                <a:extLst>
                  <a:ext uri="{FF2B5EF4-FFF2-40B4-BE49-F238E27FC236}">
                    <a16:creationId xmlns:a16="http://schemas.microsoft.com/office/drawing/2014/main" id="{550625D1-E185-C1DF-1712-5DF298DBECE5}"/>
                  </a:ext>
                </a:extLst>
              </p:cNvPr>
              <p:cNvPicPr/>
              <p:nvPr/>
            </p:nvPicPr>
            <p:blipFill>
              <a:blip r:embed="rId151"/>
              <a:stretch>
                <a:fillRect/>
              </a:stretch>
            </p:blipFill>
            <p:spPr>
              <a:xfrm>
                <a:off x="838238" y="3528936"/>
                <a:ext cx="11700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22" name="Ink 121">
                <a:extLst>
                  <a:ext uri="{FF2B5EF4-FFF2-40B4-BE49-F238E27FC236}">
                    <a16:creationId xmlns:a16="http://schemas.microsoft.com/office/drawing/2014/main" id="{7735A2E5-F349-3AFB-F52C-0191B06B5D34}"/>
                  </a:ext>
                </a:extLst>
              </p14:cNvPr>
              <p14:cNvContentPartPr/>
              <p14:nvPr/>
            </p14:nvContentPartPr>
            <p14:xfrm>
              <a:off x="101318" y="3070656"/>
              <a:ext cx="186120" cy="277920"/>
            </p14:xfrm>
          </p:contentPart>
        </mc:Choice>
        <mc:Fallback xmlns="">
          <p:pic>
            <p:nvPicPr>
              <p:cNvPr id="122" name="Ink 121">
                <a:extLst>
                  <a:ext uri="{FF2B5EF4-FFF2-40B4-BE49-F238E27FC236}">
                    <a16:creationId xmlns:a16="http://schemas.microsoft.com/office/drawing/2014/main" id="{7735A2E5-F349-3AFB-F52C-0191B06B5D34}"/>
                  </a:ext>
                </a:extLst>
              </p:cNvPr>
              <p:cNvPicPr/>
              <p:nvPr/>
            </p:nvPicPr>
            <p:blipFill>
              <a:blip r:embed="rId153"/>
              <a:stretch>
                <a:fillRect/>
              </a:stretch>
            </p:blipFill>
            <p:spPr>
              <a:xfrm>
                <a:off x="95198" y="3064536"/>
                <a:ext cx="19836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23" name="Ink 122">
                <a:extLst>
                  <a:ext uri="{FF2B5EF4-FFF2-40B4-BE49-F238E27FC236}">
                    <a16:creationId xmlns:a16="http://schemas.microsoft.com/office/drawing/2014/main" id="{4E6FEE77-F24C-CC4D-DB19-2F684811EF4F}"/>
                  </a:ext>
                </a:extLst>
              </p14:cNvPr>
              <p14:cNvContentPartPr/>
              <p14:nvPr/>
            </p14:nvContentPartPr>
            <p14:xfrm>
              <a:off x="273038" y="3073176"/>
              <a:ext cx="135720" cy="132840"/>
            </p14:xfrm>
          </p:contentPart>
        </mc:Choice>
        <mc:Fallback xmlns="">
          <p:pic>
            <p:nvPicPr>
              <p:cNvPr id="123" name="Ink 122">
                <a:extLst>
                  <a:ext uri="{FF2B5EF4-FFF2-40B4-BE49-F238E27FC236}">
                    <a16:creationId xmlns:a16="http://schemas.microsoft.com/office/drawing/2014/main" id="{4E6FEE77-F24C-CC4D-DB19-2F684811EF4F}"/>
                  </a:ext>
                </a:extLst>
              </p:cNvPr>
              <p:cNvPicPr/>
              <p:nvPr/>
            </p:nvPicPr>
            <p:blipFill>
              <a:blip r:embed="rId155"/>
              <a:stretch>
                <a:fillRect/>
              </a:stretch>
            </p:blipFill>
            <p:spPr>
              <a:xfrm>
                <a:off x="266918" y="3067056"/>
                <a:ext cx="14796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24" name="Ink 123">
                <a:extLst>
                  <a:ext uri="{FF2B5EF4-FFF2-40B4-BE49-F238E27FC236}">
                    <a16:creationId xmlns:a16="http://schemas.microsoft.com/office/drawing/2014/main" id="{3D76B0D0-B323-64FC-7D74-BA8498BD7DC4}"/>
                  </a:ext>
                </a:extLst>
              </p14:cNvPr>
              <p14:cNvContentPartPr/>
              <p14:nvPr/>
            </p14:nvContentPartPr>
            <p14:xfrm>
              <a:off x="405158" y="2946096"/>
              <a:ext cx="109440" cy="86400"/>
            </p14:xfrm>
          </p:contentPart>
        </mc:Choice>
        <mc:Fallback xmlns="">
          <p:pic>
            <p:nvPicPr>
              <p:cNvPr id="124" name="Ink 123">
                <a:extLst>
                  <a:ext uri="{FF2B5EF4-FFF2-40B4-BE49-F238E27FC236}">
                    <a16:creationId xmlns:a16="http://schemas.microsoft.com/office/drawing/2014/main" id="{3D76B0D0-B323-64FC-7D74-BA8498BD7DC4}"/>
                  </a:ext>
                </a:extLst>
              </p:cNvPr>
              <p:cNvPicPr/>
              <p:nvPr/>
            </p:nvPicPr>
            <p:blipFill>
              <a:blip r:embed="rId157"/>
              <a:stretch>
                <a:fillRect/>
              </a:stretch>
            </p:blipFill>
            <p:spPr>
              <a:xfrm>
                <a:off x="399038" y="2939976"/>
                <a:ext cx="121680" cy="98640"/>
              </a:xfrm>
              <a:prstGeom prst="rect">
                <a:avLst/>
              </a:prstGeom>
            </p:spPr>
          </p:pic>
        </mc:Fallback>
      </mc:AlternateContent>
      <p:grpSp>
        <p:nvGrpSpPr>
          <p:cNvPr id="134" name="Group 133">
            <a:extLst>
              <a:ext uri="{FF2B5EF4-FFF2-40B4-BE49-F238E27FC236}">
                <a16:creationId xmlns:a16="http://schemas.microsoft.com/office/drawing/2014/main" id="{8C17142C-5DD2-F9BD-154A-C05B3670CDC1}"/>
              </a:ext>
            </a:extLst>
          </p:cNvPr>
          <p:cNvGrpSpPr/>
          <p:nvPr/>
        </p:nvGrpSpPr>
        <p:grpSpPr>
          <a:xfrm>
            <a:off x="164678" y="59976"/>
            <a:ext cx="1347480" cy="929160"/>
            <a:chOff x="164678" y="59976"/>
            <a:chExt cx="1347480" cy="929160"/>
          </a:xfrm>
        </p:grpSpPr>
        <mc:AlternateContent xmlns:mc="http://schemas.openxmlformats.org/markup-compatibility/2006" xmlns:p14="http://schemas.microsoft.com/office/powerpoint/2010/main">
          <mc:Choice Requires="p14">
            <p:contentPart p14:bwMode="auto" r:id="rId158">
              <p14:nvContentPartPr>
                <p14:cNvPr id="126" name="Ink 125">
                  <a:extLst>
                    <a:ext uri="{FF2B5EF4-FFF2-40B4-BE49-F238E27FC236}">
                      <a16:creationId xmlns:a16="http://schemas.microsoft.com/office/drawing/2014/main" id="{562845CF-4EED-70F4-BBDC-F107A2B92A72}"/>
                    </a:ext>
                  </a:extLst>
                </p14:cNvPr>
                <p14:cNvContentPartPr/>
                <p14:nvPr/>
              </p14:nvContentPartPr>
              <p14:xfrm>
                <a:off x="164678" y="684216"/>
                <a:ext cx="308160" cy="304920"/>
              </p14:xfrm>
            </p:contentPart>
          </mc:Choice>
          <mc:Fallback xmlns="">
            <p:pic>
              <p:nvPicPr>
                <p:cNvPr id="126" name="Ink 125">
                  <a:extLst>
                    <a:ext uri="{FF2B5EF4-FFF2-40B4-BE49-F238E27FC236}">
                      <a16:creationId xmlns:a16="http://schemas.microsoft.com/office/drawing/2014/main" id="{562845CF-4EED-70F4-BBDC-F107A2B92A72}"/>
                    </a:ext>
                  </a:extLst>
                </p:cNvPr>
                <p:cNvPicPr/>
                <p:nvPr/>
              </p:nvPicPr>
              <p:blipFill>
                <a:blip r:embed="rId159"/>
                <a:stretch>
                  <a:fillRect/>
                </a:stretch>
              </p:blipFill>
              <p:spPr>
                <a:xfrm>
                  <a:off x="158558" y="678096"/>
                  <a:ext cx="320400" cy="3171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27" name="Ink 126">
                  <a:extLst>
                    <a:ext uri="{FF2B5EF4-FFF2-40B4-BE49-F238E27FC236}">
                      <a16:creationId xmlns:a16="http://schemas.microsoft.com/office/drawing/2014/main" id="{DDE83BBD-C89C-B524-3E10-57059AAAC54F}"/>
                    </a:ext>
                  </a:extLst>
                </p14:cNvPr>
                <p14:cNvContentPartPr/>
                <p14:nvPr/>
              </p14:nvContentPartPr>
              <p14:xfrm>
                <a:off x="446558" y="567216"/>
                <a:ext cx="134280" cy="116280"/>
              </p14:xfrm>
            </p:contentPart>
          </mc:Choice>
          <mc:Fallback xmlns="">
            <p:pic>
              <p:nvPicPr>
                <p:cNvPr id="127" name="Ink 126">
                  <a:extLst>
                    <a:ext uri="{FF2B5EF4-FFF2-40B4-BE49-F238E27FC236}">
                      <a16:creationId xmlns:a16="http://schemas.microsoft.com/office/drawing/2014/main" id="{DDE83BBD-C89C-B524-3E10-57059AAAC54F}"/>
                    </a:ext>
                  </a:extLst>
                </p:cNvPr>
                <p:cNvPicPr/>
                <p:nvPr/>
              </p:nvPicPr>
              <p:blipFill>
                <a:blip r:embed="rId161"/>
                <a:stretch>
                  <a:fillRect/>
                </a:stretch>
              </p:blipFill>
              <p:spPr>
                <a:xfrm>
                  <a:off x="440438" y="561096"/>
                  <a:ext cx="14652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28" name="Ink 127">
                  <a:extLst>
                    <a:ext uri="{FF2B5EF4-FFF2-40B4-BE49-F238E27FC236}">
                      <a16:creationId xmlns:a16="http://schemas.microsoft.com/office/drawing/2014/main" id="{C88D3476-8FC5-F71B-2A10-E00A32461EF0}"/>
                    </a:ext>
                  </a:extLst>
                </p14:cNvPr>
                <p14:cNvContentPartPr/>
                <p14:nvPr/>
              </p14:nvContentPartPr>
              <p14:xfrm>
                <a:off x="488678" y="481536"/>
                <a:ext cx="108720" cy="100800"/>
              </p14:xfrm>
            </p:contentPart>
          </mc:Choice>
          <mc:Fallback xmlns="">
            <p:pic>
              <p:nvPicPr>
                <p:cNvPr id="128" name="Ink 127">
                  <a:extLst>
                    <a:ext uri="{FF2B5EF4-FFF2-40B4-BE49-F238E27FC236}">
                      <a16:creationId xmlns:a16="http://schemas.microsoft.com/office/drawing/2014/main" id="{C88D3476-8FC5-F71B-2A10-E00A32461EF0}"/>
                    </a:ext>
                  </a:extLst>
                </p:cNvPr>
                <p:cNvPicPr/>
                <p:nvPr/>
              </p:nvPicPr>
              <p:blipFill>
                <a:blip r:embed="rId163"/>
                <a:stretch>
                  <a:fillRect/>
                </a:stretch>
              </p:blipFill>
              <p:spPr>
                <a:xfrm>
                  <a:off x="482558" y="475416"/>
                  <a:ext cx="12096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29" name="Ink 128">
                  <a:extLst>
                    <a:ext uri="{FF2B5EF4-FFF2-40B4-BE49-F238E27FC236}">
                      <a16:creationId xmlns:a16="http://schemas.microsoft.com/office/drawing/2014/main" id="{F0FC2979-86AF-EDEF-F0A7-C86CA1915A37}"/>
                    </a:ext>
                  </a:extLst>
                </p14:cNvPr>
                <p14:cNvContentPartPr/>
                <p14:nvPr/>
              </p14:nvContentPartPr>
              <p14:xfrm>
                <a:off x="544838" y="494136"/>
                <a:ext cx="58680" cy="102600"/>
              </p14:xfrm>
            </p:contentPart>
          </mc:Choice>
          <mc:Fallback xmlns="">
            <p:pic>
              <p:nvPicPr>
                <p:cNvPr id="129" name="Ink 128">
                  <a:extLst>
                    <a:ext uri="{FF2B5EF4-FFF2-40B4-BE49-F238E27FC236}">
                      <a16:creationId xmlns:a16="http://schemas.microsoft.com/office/drawing/2014/main" id="{F0FC2979-86AF-EDEF-F0A7-C86CA1915A37}"/>
                    </a:ext>
                  </a:extLst>
                </p:cNvPr>
                <p:cNvPicPr/>
                <p:nvPr/>
              </p:nvPicPr>
              <p:blipFill>
                <a:blip r:embed="rId165"/>
                <a:stretch>
                  <a:fillRect/>
                </a:stretch>
              </p:blipFill>
              <p:spPr>
                <a:xfrm>
                  <a:off x="538718" y="488016"/>
                  <a:ext cx="7092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31" name="Ink 130">
                  <a:extLst>
                    <a:ext uri="{FF2B5EF4-FFF2-40B4-BE49-F238E27FC236}">
                      <a16:creationId xmlns:a16="http://schemas.microsoft.com/office/drawing/2014/main" id="{B3DDDEB1-68AA-1288-37C6-40A08132E84A}"/>
                    </a:ext>
                  </a:extLst>
                </p14:cNvPr>
                <p14:cNvContentPartPr/>
                <p14:nvPr/>
              </p14:nvContentPartPr>
              <p14:xfrm>
                <a:off x="724838" y="255816"/>
                <a:ext cx="262440" cy="297000"/>
              </p14:xfrm>
            </p:contentPart>
          </mc:Choice>
          <mc:Fallback xmlns="">
            <p:pic>
              <p:nvPicPr>
                <p:cNvPr id="131" name="Ink 130">
                  <a:extLst>
                    <a:ext uri="{FF2B5EF4-FFF2-40B4-BE49-F238E27FC236}">
                      <a16:creationId xmlns:a16="http://schemas.microsoft.com/office/drawing/2014/main" id="{B3DDDEB1-68AA-1288-37C6-40A08132E84A}"/>
                    </a:ext>
                  </a:extLst>
                </p:cNvPr>
                <p:cNvPicPr/>
                <p:nvPr/>
              </p:nvPicPr>
              <p:blipFill>
                <a:blip r:embed="rId167"/>
                <a:stretch>
                  <a:fillRect/>
                </a:stretch>
              </p:blipFill>
              <p:spPr>
                <a:xfrm>
                  <a:off x="718718" y="249696"/>
                  <a:ext cx="274680" cy="3092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32" name="Ink 131">
                  <a:extLst>
                    <a:ext uri="{FF2B5EF4-FFF2-40B4-BE49-F238E27FC236}">
                      <a16:creationId xmlns:a16="http://schemas.microsoft.com/office/drawing/2014/main" id="{846E26CE-8B97-962A-A7F4-B8DB8D2DDD5F}"/>
                    </a:ext>
                  </a:extLst>
                </p14:cNvPr>
                <p14:cNvContentPartPr/>
                <p14:nvPr/>
              </p14:nvContentPartPr>
              <p14:xfrm>
                <a:off x="1007438" y="192816"/>
                <a:ext cx="232920" cy="105840"/>
              </p14:xfrm>
            </p:contentPart>
          </mc:Choice>
          <mc:Fallback xmlns="">
            <p:pic>
              <p:nvPicPr>
                <p:cNvPr id="132" name="Ink 131">
                  <a:extLst>
                    <a:ext uri="{FF2B5EF4-FFF2-40B4-BE49-F238E27FC236}">
                      <a16:creationId xmlns:a16="http://schemas.microsoft.com/office/drawing/2014/main" id="{846E26CE-8B97-962A-A7F4-B8DB8D2DDD5F}"/>
                    </a:ext>
                  </a:extLst>
                </p:cNvPr>
                <p:cNvPicPr/>
                <p:nvPr/>
              </p:nvPicPr>
              <p:blipFill>
                <a:blip r:embed="rId169"/>
                <a:stretch>
                  <a:fillRect/>
                </a:stretch>
              </p:blipFill>
              <p:spPr>
                <a:xfrm>
                  <a:off x="1001318" y="186696"/>
                  <a:ext cx="24516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33" name="Ink 132">
                  <a:extLst>
                    <a:ext uri="{FF2B5EF4-FFF2-40B4-BE49-F238E27FC236}">
                      <a16:creationId xmlns:a16="http://schemas.microsoft.com/office/drawing/2014/main" id="{41455638-BBDE-72CE-CC99-B8798E7C5D2D}"/>
                    </a:ext>
                  </a:extLst>
                </p14:cNvPr>
                <p14:cNvContentPartPr/>
                <p14:nvPr/>
              </p14:nvContentPartPr>
              <p14:xfrm>
                <a:off x="1277798" y="59976"/>
                <a:ext cx="234360" cy="132480"/>
              </p14:xfrm>
            </p:contentPart>
          </mc:Choice>
          <mc:Fallback xmlns="">
            <p:pic>
              <p:nvPicPr>
                <p:cNvPr id="133" name="Ink 132">
                  <a:extLst>
                    <a:ext uri="{FF2B5EF4-FFF2-40B4-BE49-F238E27FC236}">
                      <a16:creationId xmlns:a16="http://schemas.microsoft.com/office/drawing/2014/main" id="{41455638-BBDE-72CE-CC99-B8798E7C5D2D}"/>
                    </a:ext>
                  </a:extLst>
                </p:cNvPr>
                <p:cNvPicPr/>
                <p:nvPr/>
              </p:nvPicPr>
              <p:blipFill>
                <a:blip r:embed="rId171"/>
                <a:stretch>
                  <a:fillRect/>
                </a:stretch>
              </p:blipFill>
              <p:spPr>
                <a:xfrm>
                  <a:off x="1271678" y="53856"/>
                  <a:ext cx="246600" cy="144720"/>
                </a:xfrm>
                <a:prstGeom prst="rect">
                  <a:avLst/>
                </a:prstGeom>
              </p:spPr>
            </p:pic>
          </mc:Fallback>
        </mc:AlternateContent>
      </p:grpSp>
      <p:grpSp>
        <p:nvGrpSpPr>
          <p:cNvPr id="158" name="Group 157">
            <a:extLst>
              <a:ext uri="{FF2B5EF4-FFF2-40B4-BE49-F238E27FC236}">
                <a16:creationId xmlns:a16="http://schemas.microsoft.com/office/drawing/2014/main" id="{B426B566-0FD2-AA46-38FA-A8A48E659971}"/>
              </a:ext>
            </a:extLst>
          </p:cNvPr>
          <p:cNvGrpSpPr/>
          <p:nvPr/>
        </p:nvGrpSpPr>
        <p:grpSpPr>
          <a:xfrm>
            <a:off x="10477598" y="1271736"/>
            <a:ext cx="1788480" cy="1017720"/>
            <a:chOff x="10477598" y="1271736"/>
            <a:chExt cx="1788480" cy="1017720"/>
          </a:xfrm>
        </p:grpSpPr>
        <mc:AlternateContent xmlns:mc="http://schemas.openxmlformats.org/markup-compatibility/2006" xmlns:p14="http://schemas.microsoft.com/office/powerpoint/2010/main">
          <mc:Choice Requires="p14">
            <p:contentPart p14:bwMode="auto" r:id="rId172">
              <p14:nvContentPartPr>
                <p14:cNvPr id="135" name="Ink 134">
                  <a:extLst>
                    <a:ext uri="{FF2B5EF4-FFF2-40B4-BE49-F238E27FC236}">
                      <a16:creationId xmlns:a16="http://schemas.microsoft.com/office/drawing/2014/main" id="{E6ACC50C-A18E-16CC-C5C2-B31960E95515}"/>
                    </a:ext>
                  </a:extLst>
                </p14:cNvPr>
                <p14:cNvContentPartPr/>
                <p14:nvPr/>
              </p14:nvContentPartPr>
              <p14:xfrm>
                <a:off x="10663358" y="1458216"/>
                <a:ext cx="72360" cy="411840"/>
              </p14:xfrm>
            </p:contentPart>
          </mc:Choice>
          <mc:Fallback xmlns="">
            <p:pic>
              <p:nvPicPr>
                <p:cNvPr id="135" name="Ink 134">
                  <a:extLst>
                    <a:ext uri="{FF2B5EF4-FFF2-40B4-BE49-F238E27FC236}">
                      <a16:creationId xmlns:a16="http://schemas.microsoft.com/office/drawing/2014/main" id="{E6ACC50C-A18E-16CC-C5C2-B31960E95515}"/>
                    </a:ext>
                  </a:extLst>
                </p:cNvPr>
                <p:cNvPicPr/>
                <p:nvPr/>
              </p:nvPicPr>
              <p:blipFill>
                <a:blip r:embed="rId173"/>
                <a:stretch>
                  <a:fillRect/>
                </a:stretch>
              </p:blipFill>
              <p:spPr>
                <a:xfrm>
                  <a:off x="10657238" y="1452096"/>
                  <a:ext cx="84600" cy="4240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36" name="Ink 135">
                  <a:extLst>
                    <a:ext uri="{FF2B5EF4-FFF2-40B4-BE49-F238E27FC236}">
                      <a16:creationId xmlns:a16="http://schemas.microsoft.com/office/drawing/2014/main" id="{54577BD8-BE02-817F-DE05-9F80465BFD6B}"/>
                    </a:ext>
                  </a:extLst>
                </p14:cNvPr>
                <p14:cNvContentPartPr/>
                <p14:nvPr/>
              </p14:nvContentPartPr>
              <p14:xfrm>
                <a:off x="10680638" y="1500336"/>
                <a:ext cx="102960" cy="124920"/>
              </p14:xfrm>
            </p:contentPart>
          </mc:Choice>
          <mc:Fallback xmlns="">
            <p:pic>
              <p:nvPicPr>
                <p:cNvPr id="136" name="Ink 135">
                  <a:extLst>
                    <a:ext uri="{FF2B5EF4-FFF2-40B4-BE49-F238E27FC236}">
                      <a16:creationId xmlns:a16="http://schemas.microsoft.com/office/drawing/2014/main" id="{54577BD8-BE02-817F-DE05-9F80465BFD6B}"/>
                    </a:ext>
                  </a:extLst>
                </p:cNvPr>
                <p:cNvPicPr/>
                <p:nvPr/>
              </p:nvPicPr>
              <p:blipFill>
                <a:blip r:embed="rId175"/>
                <a:stretch>
                  <a:fillRect/>
                </a:stretch>
              </p:blipFill>
              <p:spPr>
                <a:xfrm>
                  <a:off x="10674518" y="1494216"/>
                  <a:ext cx="11520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37" name="Ink 136">
                  <a:extLst>
                    <a:ext uri="{FF2B5EF4-FFF2-40B4-BE49-F238E27FC236}">
                      <a16:creationId xmlns:a16="http://schemas.microsoft.com/office/drawing/2014/main" id="{91EEBFDD-E481-E1E7-F3FD-BDA08D29591E}"/>
                    </a:ext>
                  </a:extLst>
                </p14:cNvPr>
                <p14:cNvContentPartPr/>
                <p14:nvPr/>
              </p14:nvContentPartPr>
              <p14:xfrm>
                <a:off x="11006438" y="1416816"/>
                <a:ext cx="80280" cy="14760"/>
              </p14:xfrm>
            </p:contentPart>
          </mc:Choice>
          <mc:Fallback xmlns="">
            <p:pic>
              <p:nvPicPr>
                <p:cNvPr id="137" name="Ink 136">
                  <a:extLst>
                    <a:ext uri="{FF2B5EF4-FFF2-40B4-BE49-F238E27FC236}">
                      <a16:creationId xmlns:a16="http://schemas.microsoft.com/office/drawing/2014/main" id="{91EEBFDD-E481-E1E7-F3FD-BDA08D29591E}"/>
                    </a:ext>
                  </a:extLst>
                </p:cNvPr>
                <p:cNvPicPr/>
                <p:nvPr/>
              </p:nvPicPr>
              <p:blipFill>
                <a:blip r:embed="rId177"/>
                <a:stretch>
                  <a:fillRect/>
                </a:stretch>
              </p:blipFill>
              <p:spPr>
                <a:xfrm>
                  <a:off x="11000318" y="1410696"/>
                  <a:ext cx="9252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38" name="Ink 137">
                  <a:extLst>
                    <a:ext uri="{FF2B5EF4-FFF2-40B4-BE49-F238E27FC236}">
                      <a16:creationId xmlns:a16="http://schemas.microsoft.com/office/drawing/2014/main" id="{45D12738-642D-CBA1-3EC2-A0D3A8E63EA9}"/>
                    </a:ext>
                  </a:extLst>
                </p14:cNvPr>
                <p14:cNvContentPartPr/>
                <p14:nvPr/>
              </p14:nvContentPartPr>
              <p14:xfrm>
                <a:off x="11008598" y="1434456"/>
                <a:ext cx="144000" cy="45360"/>
              </p14:xfrm>
            </p:contentPart>
          </mc:Choice>
          <mc:Fallback xmlns="">
            <p:pic>
              <p:nvPicPr>
                <p:cNvPr id="138" name="Ink 137">
                  <a:extLst>
                    <a:ext uri="{FF2B5EF4-FFF2-40B4-BE49-F238E27FC236}">
                      <a16:creationId xmlns:a16="http://schemas.microsoft.com/office/drawing/2014/main" id="{45D12738-642D-CBA1-3EC2-A0D3A8E63EA9}"/>
                    </a:ext>
                  </a:extLst>
                </p:cNvPr>
                <p:cNvPicPr/>
                <p:nvPr/>
              </p:nvPicPr>
              <p:blipFill>
                <a:blip r:embed="rId179"/>
                <a:stretch>
                  <a:fillRect/>
                </a:stretch>
              </p:blipFill>
              <p:spPr>
                <a:xfrm>
                  <a:off x="11002478" y="1428336"/>
                  <a:ext cx="15624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39" name="Ink 138">
                  <a:extLst>
                    <a:ext uri="{FF2B5EF4-FFF2-40B4-BE49-F238E27FC236}">
                      <a16:creationId xmlns:a16="http://schemas.microsoft.com/office/drawing/2014/main" id="{3BC052C5-EF00-9C39-E434-C11802E44759}"/>
                    </a:ext>
                  </a:extLst>
                </p14:cNvPr>
                <p14:cNvContentPartPr/>
                <p14:nvPr/>
              </p14:nvContentPartPr>
              <p14:xfrm>
                <a:off x="11367878" y="1271736"/>
                <a:ext cx="221400" cy="132480"/>
              </p14:xfrm>
            </p:contentPart>
          </mc:Choice>
          <mc:Fallback xmlns="">
            <p:pic>
              <p:nvPicPr>
                <p:cNvPr id="139" name="Ink 138">
                  <a:extLst>
                    <a:ext uri="{FF2B5EF4-FFF2-40B4-BE49-F238E27FC236}">
                      <a16:creationId xmlns:a16="http://schemas.microsoft.com/office/drawing/2014/main" id="{3BC052C5-EF00-9C39-E434-C11802E44759}"/>
                    </a:ext>
                  </a:extLst>
                </p:cNvPr>
                <p:cNvPicPr/>
                <p:nvPr/>
              </p:nvPicPr>
              <p:blipFill>
                <a:blip r:embed="rId181"/>
                <a:stretch>
                  <a:fillRect/>
                </a:stretch>
              </p:blipFill>
              <p:spPr>
                <a:xfrm>
                  <a:off x="11361758" y="1265616"/>
                  <a:ext cx="23364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41" name="Ink 140">
                  <a:extLst>
                    <a:ext uri="{FF2B5EF4-FFF2-40B4-BE49-F238E27FC236}">
                      <a16:creationId xmlns:a16="http://schemas.microsoft.com/office/drawing/2014/main" id="{99F51D96-6104-03A7-2BEC-8F69B12919E8}"/>
                    </a:ext>
                  </a:extLst>
                </p14:cNvPr>
                <p14:cNvContentPartPr/>
                <p14:nvPr/>
              </p14:nvContentPartPr>
              <p14:xfrm>
                <a:off x="10477598" y="2140776"/>
                <a:ext cx="226080" cy="148680"/>
              </p14:xfrm>
            </p:contentPart>
          </mc:Choice>
          <mc:Fallback xmlns="">
            <p:pic>
              <p:nvPicPr>
                <p:cNvPr id="141" name="Ink 140">
                  <a:extLst>
                    <a:ext uri="{FF2B5EF4-FFF2-40B4-BE49-F238E27FC236}">
                      <a16:creationId xmlns:a16="http://schemas.microsoft.com/office/drawing/2014/main" id="{99F51D96-6104-03A7-2BEC-8F69B12919E8}"/>
                    </a:ext>
                  </a:extLst>
                </p:cNvPr>
                <p:cNvPicPr/>
                <p:nvPr/>
              </p:nvPicPr>
              <p:blipFill>
                <a:blip r:embed="rId183"/>
                <a:stretch>
                  <a:fillRect/>
                </a:stretch>
              </p:blipFill>
              <p:spPr>
                <a:xfrm>
                  <a:off x="10471478" y="2134656"/>
                  <a:ext cx="23832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42" name="Ink 141">
                  <a:extLst>
                    <a:ext uri="{FF2B5EF4-FFF2-40B4-BE49-F238E27FC236}">
                      <a16:creationId xmlns:a16="http://schemas.microsoft.com/office/drawing/2014/main" id="{13E5242F-2122-79BF-8539-9224C32AD9E6}"/>
                    </a:ext>
                  </a:extLst>
                </p14:cNvPr>
                <p14:cNvContentPartPr/>
                <p14:nvPr/>
              </p14:nvContentPartPr>
              <p14:xfrm>
                <a:off x="10690358" y="1933416"/>
                <a:ext cx="238680" cy="198720"/>
              </p14:xfrm>
            </p:contentPart>
          </mc:Choice>
          <mc:Fallback xmlns="">
            <p:pic>
              <p:nvPicPr>
                <p:cNvPr id="142" name="Ink 141">
                  <a:extLst>
                    <a:ext uri="{FF2B5EF4-FFF2-40B4-BE49-F238E27FC236}">
                      <a16:creationId xmlns:a16="http://schemas.microsoft.com/office/drawing/2014/main" id="{13E5242F-2122-79BF-8539-9224C32AD9E6}"/>
                    </a:ext>
                  </a:extLst>
                </p:cNvPr>
                <p:cNvPicPr/>
                <p:nvPr/>
              </p:nvPicPr>
              <p:blipFill>
                <a:blip r:embed="rId185"/>
                <a:stretch>
                  <a:fillRect/>
                </a:stretch>
              </p:blipFill>
              <p:spPr>
                <a:xfrm>
                  <a:off x="10684238" y="1927296"/>
                  <a:ext cx="25092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43" name="Ink 142">
                  <a:extLst>
                    <a:ext uri="{FF2B5EF4-FFF2-40B4-BE49-F238E27FC236}">
                      <a16:creationId xmlns:a16="http://schemas.microsoft.com/office/drawing/2014/main" id="{74ABAC7D-380B-753B-46B6-A9AFAEBFB8A2}"/>
                    </a:ext>
                  </a:extLst>
                </p14:cNvPr>
                <p14:cNvContentPartPr/>
                <p14:nvPr/>
              </p14:nvContentPartPr>
              <p14:xfrm>
                <a:off x="10977998" y="1937016"/>
                <a:ext cx="141120" cy="86040"/>
              </p14:xfrm>
            </p:contentPart>
          </mc:Choice>
          <mc:Fallback xmlns="">
            <p:pic>
              <p:nvPicPr>
                <p:cNvPr id="143" name="Ink 142">
                  <a:extLst>
                    <a:ext uri="{FF2B5EF4-FFF2-40B4-BE49-F238E27FC236}">
                      <a16:creationId xmlns:a16="http://schemas.microsoft.com/office/drawing/2014/main" id="{74ABAC7D-380B-753B-46B6-A9AFAEBFB8A2}"/>
                    </a:ext>
                  </a:extLst>
                </p:cNvPr>
                <p:cNvPicPr/>
                <p:nvPr/>
              </p:nvPicPr>
              <p:blipFill>
                <a:blip r:embed="rId187"/>
                <a:stretch>
                  <a:fillRect/>
                </a:stretch>
              </p:blipFill>
              <p:spPr>
                <a:xfrm>
                  <a:off x="10971878" y="1930896"/>
                  <a:ext cx="1533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44" name="Ink 143">
                  <a:extLst>
                    <a:ext uri="{FF2B5EF4-FFF2-40B4-BE49-F238E27FC236}">
                      <a16:creationId xmlns:a16="http://schemas.microsoft.com/office/drawing/2014/main" id="{C146026B-6859-1045-5109-A680BB60CCCE}"/>
                    </a:ext>
                  </a:extLst>
                </p14:cNvPr>
                <p14:cNvContentPartPr/>
                <p14:nvPr/>
              </p14:nvContentPartPr>
              <p14:xfrm>
                <a:off x="11128118" y="1789056"/>
                <a:ext cx="79920" cy="164880"/>
              </p14:xfrm>
            </p:contentPart>
          </mc:Choice>
          <mc:Fallback xmlns="">
            <p:pic>
              <p:nvPicPr>
                <p:cNvPr id="144" name="Ink 143">
                  <a:extLst>
                    <a:ext uri="{FF2B5EF4-FFF2-40B4-BE49-F238E27FC236}">
                      <a16:creationId xmlns:a16="http://schemas.microsoft.com/office/drawing/2014/main" id="{C146026B-6859-1045-5109-A680BB60CCCE}"/>
                    </a:ext>
                  </a:extLst>
                </p:cNvPr>
                <p:cNvPicPr/>
                <p:nvPr/>
              </p:nvPicPr>
              <p:blipFill>
                <a:blip r:embed="rId189"/>
                <a:stretch>
                  <a:fillRect/>
                </a:stretch>
              </p:blipFill>
              <p:spPr>
                <a:xfrm>
                  <a:off x="11121998" y="1782936"/>
                  <a:ext cx="9216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45" name="Ink 144">
                  <a:extLst>
                    <a:ext uri="{FF2B5EF4-FFF2-40B4-BE49-F238E27FC236}">
                      <a16:creationId xmlns:a16="http://schemas.microsoft.com/office/drawing/2014/main" id="{73A4E641-57F4-A6AA-7F13-3C7BE98D3980}"/>
                    </a:ext>
                  </a:extLst>
                </p14:cNvPr>
                <p14:cNvContentPartPr/>
                <p14:nvPr/>
              </p14:nvContentPartPr>
              <p14:xfrm>
                <a:off x="11185718" y="1766016"/>
                <a:ext cx="114480" cy="144360"/>
              </p14:xfrm>
            </p:contentPart>
          </mc:Choice>
          <mc:Fallback xmlns="">
            <p:pic>
              <p:nvPicPr>
                <p:cNvPr id="145" name="Ink 144">
                  <a:extLst>
                    <a:ext uri="{FF2B5EF4-FFF2-40B4-BE49-F238E27FC236}">
                      <a16:creationId xmlns:a16="http://schemas.microsoft.com/office/drawing/2014/main" id="{73A4E641-57F4-A6AA-7F13-3C7BE98D3980}"/>
                    </a:ext>
                  </a:extLst>
                </p:cNvPr>
                <p:cNvPicPr/>
                <p:nvPr/>
              </p:nvPicPr>
              <p:blipFill>
                <a:blip r:embed="rId191"/>
                <a:stretch>
                  <a:fillRect/>
                </a:stretch>
              </p:blipFill>
              <p:spPr>
                <a:xfrm>
                  <a:off x="11179598" y="1759896"/>
                  <a:ext cx="12672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46" name="Ink 145">
                  <a:extLst>
                    <a:ext uri="{FF2B5EF4-FFF2-40B4-BE49-F238E27FC236}">
                      <a16:creationId xmlns:a16="http://schemas.microsoft.com/office/drawing/2014/main" id="{99316FA7-0904-864F-408D-28DB46106200}"/>
                    </a:ext>
                  </a:extLst>
                </p14:cNvPr>
                <p14:cNvContentPartPr/>
                <p14:nvPr/>
              </p14:nvContentPartPr>
              <p14:xfrm>
                <a:off x="11132798" y="1746936"/>
                <a:ext cx="216000" cy="120960"/>
              </p14:xfrm>
            </p:contentPart>
          </mc:Choice>
          <mc:Fallback xmlns="">
            <p:pic>
              <p:nvPicPr>
                <p:cNvPr id="146" name="Ink 145">
                  <a:extLst>
                    <a:ext uri="{FF2B5EF4-FFF2-40B4-BE49-F238E27FC236}">
                      <a16:creationId xmlns:a16="http://schemas.microsoft.com/office/drawing/2014/main" id="{99316FA7-0904-864F-408D-28DB46106200}"/>
                    </a:ext>
                  </a:extLst>
                </p:cNvPr>
                <p:cNvPicPr/>
                <p:nvPr/>
              </p:nvPicPr>
              <p:blipFill>
                <a:blip r:embed="rId193"/>
                <a:stretch>
                  <a:fillRect/>
                </a:stretch>
              </p:blipFill>
              <p:spPr>
                <a:xfrm>
                  <a:off x="11126678" y="1740816"/>
                  <a:ext cx="22824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47" name="Ink 146">
                  <a:extLst>
                    <a:ext uri="{FF2B5EF4-FFF2-40B4-BE49-F238E27FC236}">
                      <a16:creationId xmlns:a16="http://schemas.microsoft.com/office/drawing/2014/main" id="{FD493223-2DFA-82F5-6B22-32BEAF2A2C0F}"/>
                    </a:ext>
                  </a:extLst>
                </p14:cNvPr>
                <p14:cNvContentPartPr/>
                <p14:nvPr/>
              </p14:nvContentPartPr>
              <p14:xfrm>
                <a:off x="11182478" y="1804176"/>
                <a:ext cx="166320" cy="75960"/>
              </p14:xfrm>
            </p:contentPart>
          </mc:Choice>
          <mc:Fallback xmlns="">
            <p:pic>
              <p:nvPicPr>
                <p:cNvPr id="147" name="Ink 146">
                  <a:extLst>
                    <a:ext uri="{FF2B5EF4-FFF2-40B4-BE49-F238E27FC236}">
                      <a16:creationId xmlns:a16="http://schemas.microsoft.com/office/drawing/2014/main" id="{FD493223-2DFA-82F5-6B22-32BEAF2A2C0F}"/>
                    </a:ext>
                  </a:extLst>
                </p:cNvPr>
                <p:cNvPicPr/>
                <p:nvPr/>
              </p:nvPicPr>
              <p:blipFill>
                <a:blip r:embed="rId195"/>
                <a:stretch>
                  <a:fillRect/>
                </a:stretch>
              </p:blipFill>
              <p:spPr>
                <a:xfrm>
                  <a:off x="11176358" y="1798056"/>
                  <a:ext cx="17856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48" name="Ink 147">
                  <a:extLst>
                    <a:ext uri="{FF2B5EF4-FFF2-40B4-BE49-F238E27FC236}">
                      <a16:creationId xmlns:a16="http://schemas.microsoft.com/office/drawing/2014/main" id="{864BB779-6768-424B-1DFD-0114AFB68CBA}"/>
                    </a:ext>
                  </a:extLst>
                </p14:cNvPr>
                <p14:cNvContentPartPr/>
                <p14:nvPr/>
              </p14:nvContentPartPr>
              <p14:xfrm>
                <a:off x="11373638" y="1658376"/>
                <a:ext cx="273600" cy="206280"/>
              </p14:xfrm>
            </p:contentPart>
          </mc:Choice>
          <mc:Fallback xmlns="">
            <p:pic>
              <p:nvPicPr>
                <p:cNvPr id="148" name="Ink 147">
                  <a:extLst>
                    <a:ext uri="{FF2B5EF4-FFF2-40B4-BE49-F238E27FC236}">
                      <a16:creationId xmlns:a16="http://schemas.microsoft.com/office/drawing/2014/main" id="{864BB779-6768-424B-1DFD-0114AFB68CBA}"/>
                    </a:ext>
                  </a:extLst>
                </p:cNvPr>
                <p:cNvPicPr/>
                <p:nvPr/>
              </p:nvPicPr>
              <p:blipFill>
                <a:blip r:embed="rId197"/>
                <a:stretch>
                  <a:fillRect/>
                </a:stretch>
              </p:blipFill>
              <p:spPr>
                <a:xfrm>
                  <a:off x="11367518" y="1652256"/>
                  <a:ext cx="28584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49" name="Ink 148">
                  <a:extLst>
                    <a:ext uri="{FF2B5EF4-FFF2-40B4-BE49-F238E27FC236}">
                      <a16:creationId xmlns:a16="http://schemas.microsoft.com/office/drawing/2014/main" id="{B5FFECA0-54C4-7F28-B167-CED47E65C6B6}"/>
                    </a:ext>
                  </a:extLst>
                </p14:cNvPr>
                <p14:cNvContentPartPr/>
                <p14:nvPr/>
              </p14:nvContentPartPr>
              <p14:xfrm>
                <a:off x="11507198" y="1723176"/>
                <a:ext cx="151560" cy="103680"/>
              </p14:xfrm>
            </p:contentPart>
          </mc:Choice>
          <mc:Fallback xmlns="">
            <p:pic>
              <p:nvPicPr>
                <p:cNvPr id="149" name="Ink 148">
                  <a:extLst>
                    <a:ext uri="{FF2B5EF4-FFF2-40B4-BE49-F238E27FC236}">
                      <a16:creationId xmlns:a16="http://schemas.microsoft.com/office/drawing/2014/main" id="{B5FFECA0-54C4-7F28-B167-CED47E65C6B6}"/>
                    </a:ext>
                  </a:extLst>
                </p:cNvPr>
                <p:cNvPicPr/>
                <p:nvPr/>
              </p:nvPicPr>
              <p:blipFill>
                <a:blip r:embed="rId199"/>
                <a:stretch>
                  <a:fillRect/>
                </a:stretch>
              </p:blipFill>
              <p:spPr>
                <a:xfrm>
                  <a:off x="11501078" y="1717056"/>
                  <a:ext cx="16380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50" name="Ink 149">
                  <a:extLst>
                    <a:ext uri="{FF2B5EF4-FFF2-40B4-BE49-F238E27FC236}">
                      <a16:creationId xmlns:a16="http://schemas.microsoft.com/office/drawing/2014/main" id="{84688E8B-3CBC-235D-A163-A035EF73321B}"/>
                    </a:ext>
                  </a:extLst>
                </p14:cNvPr>
                <p14:cNvContentPartPr/>
                <p14:nvPr/>
              </p14:nvContentPartPr>
              <p14:xfrm>
                <a:off x="11637158" y="1571616"/>
                <a:ext cx="134280" cy="82080"/>
              </p14:xfrm>
            </p:contentPart>
          </mc:Choice>
          <mc:Fallback xmlns="">
            <p:pic>
              <p:nvPicPr>
                <p:cNvPr id="150" name="Ink 149">
                  <a:extLst>
                    <a:ext uri="{FF2B5EF4-FFF2-40B4-BE49-F238E27FC236}">
                      <a16:creationId xmlns:a16="http://schemas.microsoft.com/office/drawing/2014/main" id="{84688E8B-3CBC-235D-A163-A035EF73321B}"/>
                    </a:ext>
                  </a:extLst>
                </p:cNvPr>
                <p:cNvPicPr/>
                <p:nvPr/>
              </p:nvPicPr>
              <p:blipFill>
                <a:blip r:embed="rId201"/>
                <a:stretch>
                  <a:fillRect/>
                </a:stretch>
              </p:blipFill>
              <p:spPr>
                <a:xfrm>
                  <a:off x="11631038" y="1565496"/>
                  <a:ext cx="14652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51" name="Ink 150">
                  <a:extLst>
                    <a:ext uri="{FF2B5EF4-FFF2-40B4-BE49-F238E27FC236}">
                      <a16:creationId xmlns:a16="http://schemas.microsoft.com/office/drawing/2014/main" id="{62FB5460-3278-CBAD-26A8-2B026F655DE7}"/>
                    </a:ext>
                  </a:extLst>
                </p14:cNvPr>
                <p14:cNvContentPartPr/>
                <p14:nvPr/>
              </p14:nvContentPartPr>
              <p14:xfrm>
                <a:off x="11777558" y="1557216"/>
                <a:ext cx="192240" cy="60840"/>
              </p14:xfrm>
            </p:contentPart>
          </mc:Choice>
          <mc:Fallback xmlns="">
            <p:pic>
              <p:nvPicPr>
                <p:cNvPr id="151" name="Ink 150">
                  <a:extLst>
                    <a:ext uri="{FF2B5EF4-FFF2-40B4-BE49-F238E27FC236}">
                      <a16:creationId xmlns:a16="http://schemas.microsoft.com/office/drawing/2014/main" id="{62FB5460-3278-CBAD-26A8-2B026F655DE7}"/>
                    </a:ext>
                  </a:extLst>
                </p:cNvPr>
                <p:cNvPicPr/>
                <p:nvPr/>
              </p:nvPicPr>
              <p:blipFill>
                <a:blip r:embed="rId203"/>
                <a:stretch>
                  <a:fillRect/>
                </a:stretch>
              </p:blipFill>
              <p:spPr>
                <a:xfrm>
                  <a:off x="11771438" y="1551096"/>
                  <a:ext cx="20448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52" name="Ink 151">
                  <a:extLst>
                    <a:ext uri="{FF2B5EF4-FFF2-40B4-BE49-F238E27FC236}">
                      <a16:creationId xmlns:a16="http://schemas.microsoft.com/office/drawing/2014/main" id="{599D636C-3DE1-AE2C-E8C1-110A3CEF2969}"/>
                    </a:ext>
                  </a:extLst>
                </p14:cNvPr>
                <p14:cNvContentPartPr/>
                <p14:nvPr/>
              </p14:nvContentPartPr>
              <p14:xfrm>
                <a:off x="11949638" y="1558656"/>
                <a:ext cx="25920" cy="13320"/>
              </p14:xfrm>
            </p:contentPart>
          </mc:Choice>
          <mc:Fallback xmlns="">
            <p:pic>
              <p:nvPicPr>
                <p:cNvPr id="152" name="Ink 151">
                  <a:extLst>
                    <a:ext uri="{FF2B5EF4-FFF2-40B4-BE49-F238E27FC236}">
                      <a16:creationId xmlns:a16="http://schemas.microsoft.com/office/drawing/2014/main" id="{599D636C-3DE1-AE2C-E8C1-110A3CEF2969}"/>
                    </a:ext>
                  </a:extLst>
                </p:cNvPr>
                <p:cNvPicPr/>
                <p:nvPr/>
              </p:nvPicPr>
              <p:blipFill>
                <a:blip r:embed="rId205"/>
                <a:stretch>
                  <a:fillRect/>
                </a:stretch>
              </p:blipFill>
              <p:spPr>
                <a:xfrm>
                  <a:off x="11943518" y="1552536"/>
                  <a:ext cx="3816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53" name="Ink 152">
                  <a:extLst>
                    <a:ext uri="{FF2B5EF4-FFF2-40B4-BE49-F238E27FC236}">
                      <a16:creationId xmlns:a16="http://schemas.microsoft.com/office/drawing/2014/main" id="{4DCBA1ED-31FA-1F6B-8122-CE79A61E0C17}"/>
                    </a:ext>
                  </a:extLst>
                </p14:cNvPr>
                <p14:cNvContentPartPr/>
                <p14:nvPr/>
              </p14:nvContentPartPr>
              <p14:xfrm>
                <a:off x="11902838" y="1494576"/>
                <a:ext cx="360" cy="360"/>
              </p14:xfrm>
            </p:contentPart>
          </mc:Choice>
          <mc:Fallback xmlns="">
            <p:pic>
              <p:nvPicPr>
                <p:cNvPr id="153" name="Ink 152">
                  <a:extLst>
                    <a:ext uri="{FF2B5EF4-FFF2-40B4-BE49-F238E27FC236}">
                      <a16:creationId xmlns:a16="http://schemas.microsoft.com/office/drawing/2014/main" id="{4DCBA1ED-31FA-1F6B-8122-CE79A61E0C17}"/>
                    </a:ext>
                  </a:extLst>
                </p:cNvPr>
                <p:cNvPicPr/>
                <p:nvPr/>
              </p:nvPicPr>
              <p:blipFill>
                <a:blip r:embed="rId43"/>
                <a:stretch>
                  <a:fillRect/>
                </a:stretch>
              </p:blipFill>
              <p:spPr>
                <a:xfrm>
                  <a:off x="11896718" y="14884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54" name="Ink 153">
                  <a:extLst>
                    <a:ext uri="{FF2B5EF4-FFF2-40B4-BE49-F238E27FC236}">
                      <a16:creationId xmlns:a16="http://schemas.microsoft.com/office/drawing/2014/main" id="{3B534026-777A-4DF6-FF5E-630776A43AD6}"/>
                    </a:ext>
                  </a:extLst>
                </p14:cNvPr>
                <p14:cNvContentPartPr/>
                <p14:nvPr/>
              </p14:nvContentPartPr>
              <p14:xfrm>
                <a:off x="11989238" y="1518696"/>
                <a:ext cx="91080" cy="32040"/>
              </p14:xfrm>
            </p:contentPart>
          </mc:Choice>
          <mc:Fallback xmlns="">
            <p:pic>
              <p:nvPicPr>
                <p:cNvPr id="154" name="Ink 153">
                  <a:extLst>
                    <a:ext uri="{FF2B5EF4-FFF2-40B4-BE49-F238E27FC236}">
                      <a16:creationId xmlns:a16="http://schemas.microsoft.com/office/drawing/2014/main" id="{3B534026-777A-4DF6-FF5E-630776A43AD6}"/>
                    </a:ext>
                  </a:extLst>
                </p:cNvPr>
                <p:cNvPicPr/>
                <p:nvPr/>
              </p:nvPicPr>
              <p:blipFill>
                <a:blip r:embed="rId208"/>
                <a:stretch>
                  <a:fillRect/>
                </a:stretch>
              </p:blipFill>
              <p:spPr>
                <a:xfrm>
                  <a:off x="11983118" y="1512576"/>
                  <a:ext cx="10332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55" name="Ink 154">
                  <a:extLst>
                    <a:ext uri="{FF2B5EF4-FFF2-40B4-BE49-F238E27FC236}">
                      <a16:creationId xmlns:a16="http://schemas.microsoft.com/office/drawing/2014/main" id="{75CA01B9-F5D9-D413-B37D-541D5AAD3056}"/>
                    </a:ext>
                  </a:extLst>
                </p14:cNvPr>
                <p14:cNvContentPartPr/>
                <p14:nvPr/>
              </p14:nvContentPartPr>
              <p14:xfrm>
                <a:off x="12016238" y="1438776"/>
                <a:ext cx="101880" cy="90360"/>
              </p14:xfrm>
            </p:contentPart>
          </mc:Choice>
          <mc:Fallback xmlns="">
            <p:pic>
              <p:nvPicPr>
                <p:cNvPr id="155" name="Ink 154">
                  <a:extLst>
                    <a:ext uri="{FF2B5EF4-FFF2-40B4-BE49-F238E27FC236}">
                      <a16:creationId xmlns:a16="http://schemas.microsoft.com/office/drawing/2014/main" id="{75CA01B9-F5D9-D413-B37D-541D5AAD3056}"/>
                    </a:ext>
                  </a:extLst>
                </p:cNvPr>
                <p:cNvPicPr/>
                <p:nvPr/>
              </p:nvPicPr>
              <p:blipFill>
                <a:blip r:embed="rId210"/>
                <a:stretch>
                  <a:fillRect/>
                </a:stretch>
              </p:blipFill>
              <p:spPr>
                <a:xfrm>
                  <a:off x="12010118" y="1432656"/>
                  <a:ext cx="11412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56" name="Ink 155">
                  <a:extLst>
                    <a:ext uri="{FF2B5EF4-FFF2-40B4-BE49-F238E27FC236}">
                      <a16:creationId xmlns:a16="http://schemas.microsoft.com/office/drawing/2014/main" id="{F11F4C4E-9780-BBFE-A777-227103477B56}"/>
                    </a:ext>
                  </a:extLst>
                </p14:cNvPr>
                <p14:cNvContentPartPr/>
                <p14:nvPr/>
              </p14:nvContentPartPr>
              <p14:xfrm>
                <a:off x="12062678" y="1398816"/>
                <a:ext cx="107640" cy="75960"/>
              </p14:xfrm>
            </p:contentPart>
          </mc:Choice>
          <mc:Fallback xmlns="">
            <p:pic>
              <p:nvPicPr>
                <p:cNvPr id="156" name="Ink 155">
                  <a:extLst>
                    <a:ext uri="{FF2B5EF4-FFF2-40B4-BE49-F238E27FC236}">
                      <a16:creationId xmlns:a16="http://schemas.microsoft.com/office/drawing/2014/main" id="{F11F4C4E-9780-BBFE-A777-227103477B56}"/>
                    </a:ext>
                  </a:extLst>
                </p:cNvPr>
                <p:cNvPicPr/>
                <p:nvPr/>
              </p:nvPicPr>
              <p:blipFill>
                <a:blip r:embed="rId212"/>
                <a:stretch>
                  <a:fillRect/>
                </a:stretch>
              </p:blipFill>
              <p:spPr>
                <a:xfrm>
                  <a:off x="12056558" y="1392696"/>
                  <a:ext cx="11988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57" name="Ink 156">
                  <a:extLst>
                    <a:ext uri="{FF2B5EF4-FFF2-40B4-BE49-F238E27FC236}">
                      <a16:creationId xmlns:a16="http://schemas.microsoft.com/office/drawing/2014/main" id="{4BBEBF77-268A-39F2-6D1E-80B45F88D4D4}"/>
                    </a:ext>
                  </a:extLst>
                </p14:cNvPr>
                <p14:cNvContentPartPr/>
                <p14:nvPr/>
              </p14:nvContentPartPr>
              <p14:xfrm>
                <a:off x="12161678" y="1403856"/>
                <a:ext cx="104400" cy="50400"/>
              </p14:xfrm>
            </p:contentPart>
          </mc:Choice>
          <mc:Fallback xmlns="">
            <p:pic>
              <p:nvPicPr>
                <p:cNvPr id="157" name="Ink 156">
                  <a:extLst>
                    <a:ext uri="{FF2B5EF4-FFF2-40B4-BE49-F238E27FC236}">
                      <a16:creationId xmlns:a16="http://schemas.microsoft.com/office/drawing/2014/main" id="{4BBEBF77-268A-39F2-6D1E-80B45F88D4D4}"/>
                    </a:ext>
                  </a:extLst>
                </p:cNvPr>
                <p:cNvPicPr/>
                <p:nvPr/>
              </p:nvPicPr>
              <p:blipFill>
                <a:blip r:embed="rId214"/>
                <a:stretch>
                  <a:fillRect/>
                </a:stretch>
              </p:blipFill>
              <p:spPr>
                <a:xfrm>
                  <a:off x="12155558" y="1397736"/>
                  <a:ext cx="116640" cy="62640"/>
                </a:xfrm>
                <a:prstGeom prst="rect">
                  <a:avLst/>
                </a:prstGeom>
              </p:spPr>
            </p:pic>
          </mc:Fallback>
        </mc:AlternateContent>
      </p:grpSp>
      <p:grpSp>
        <p:nvGrpSpPr>
          <p:cNvPr id="169" name="Group 168">
            <a:extLst>
              <a:ext uri="{FF2B5EF4-FFF2-40B4-BE49-F238E27FC236}">
                <a16:creationId xmlns:a16="http://schemas.microsoft.com/office/drawing/2014/main" id="{53A2FAF7-6EAB-3EC3-B7AB-6B5FD50283B1}"/>
              </a:ext>
            </a:extLst>
          </p:cNvPr>
          <p:cNvGrpSpPr/>
          <p:nvPr/>
        </p:nvGrpSpPr>
        <p:grpSpPr>
          <a:xfrm>
            <a:off x="6011798" y="2243736"/>
            <a:ext cx="259200" cy="168840"/>
            <a:chOff x="6011798" y="2243736"/>
            <a:chExt cx="259200" cy="168840"/>
          </a:xfrm>
        </p:grpSpPr>
        <mc:AlternateContent xmlns:mc="http://schemas.openxmlformats.org/markup-compatibility/2006" xmlns:p14="http://schemas.microsoft.com/office/powerpoint/2010/main">
          <mc:Choice Requires="p14">
            <p:contentPart p14:bwMode="auto" r:id="rId215">
              <p14:nvContentPartPr>
                <p14:cNvPr id="159" name="Ink 158">
                  <a:extLst>
                    <a:ext uri="{FF2B5EF4-FFF2-40B4-BE49-F238E27FC236}">
                      <a16:creationId xmlns:a16="http://schemas.microsoft.com/office/drawing/2014/main" id="{E2E2A7A2-00D1-75B0-D15A-F81E46BB6E64}"/>
                    </a:ext>
                  </a:extLst>
                </p14:cNvPr>
                <p14:cNvContentPartPr/>
                <p14:nvPr/>
              </p14:nvContentPartPr>
              <p14:xfrm>
                <a:off x="6011798" y="2243736"/>
                <a:ext cx="161280" cy="123840"/>
              </p14:xfrm>
            </p:contentPart>
          </mc:Choice>
          <mc:Fallback xmlns="">
            <p:pic>
              <p:nvPicPr>
                <p:cNvPr id="159" name="Ink 158">
                  <a:extLst>
                    <a:ext uri="{FF2B5EF4-FFF2-40B4-BE49-F238E27FC236}">
                      <a16:creationId xmlns:a16="http://schemas.microsoft.com/office/drawing/2014/main" id="{E2E2A7A2-00D1-75B0-D15A-F81E46BB6E64}"/>
                    </a:ext>
                  </a:extLst>
                </p:cNvPr>
                <p:cNvPicPr/>
                <p:nvPr/>
              </p:nvPicPr>
              <p:blipFill>
                <a:blip r:embed="rId216"/>
                <a:stretch>
                  <a:fillRect/>
                </a:stretch>
              </p:blipFill>
              <p:spPr>
                <a:xfrm>
                  <a:off x="6005678" y="2237616"/>
                  <a:ext cx="17352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60" name="Ink 159">
                  <a:extLst>
                    <a:ext uri="{FF2B5EF4-FFF2-40B4-BE49-F238E27FC236}">
                      <a16:creationId xmlns:a16="http://schemas.microsoft.com/office/drawing/2014/main" id="{41DBB94F-3708-B9EB-E1DD-34DF68DAF757}"/>
                    </a:ext>
                  </a:extLst>
                </p14:cNvPr>
                <p14:cNvContentPartPr/>
                <p14:nvPr/>
              </p14:nvContentPartPr>
              <p14:xfrm>
                <a:off x="6198998" y="2279376"/>
                <a:ext cx="72000" cy="133200"/>
              </p14:xfrm>
            </p:contentPart>
          </mc:Choice>
          <mc:Fallback xmlns="">
            <p:pic>
              <p:nvPicPr>
                <p:cNvPr id="160" name="Ink 159">
                  <a:extLst>
                    <a:ext uri="{FF2B5EF4-FFF2-40B4-BE49-F238E27FC236}">
                      <a16:creationId xmlns:a16="http://schemas.microsoft.com/office/drawing/2014/main" id="{41DBB94F-3708-B9EB-E1DD-34DF68DAF757}"/>
                    </a:ext>
                  </a:extLst>
                </p:cNvPr>
                <p:cNvPicPr/>
                <p:nvPr/>
              </p:nvPicPr>
              <p:blipFill>
                <a:blip r:embed="rId218"/>
                <a:stretch>
                  <a:fillRect/>
                </a:stretch>
              </p:blipFill>
              <p:spPr>
                <a:xfrm>
                  <a:off x="6192878" y="2273256"/>
                  <a:ext cx="84240" cy="145440"/>
                </a:xfrm>
                <a:prstGeom prst="rect">
                  <a:avLst/>
                </a:prstGeom>
              </p:spPr>
            </p:pic>
          </mc:Fallback>
        </mc:AlternateContent>
      </p:grpSp>
      <p:grpSp>
        <p:nvGrpSpPr>
          <p:cNvPr id="168" name="Group 167">
            <a:extLst>
              <a:ext uri="{FF2B5EF4-FFF2-40B4-BE49-F238E27FC236}">
                <a16:creationId xmlns:a16="http://schemas.microsoft.com/office/drawing/2014/main" id="{E1B82E65-5DEC-F0E0-C7C6-41D3EB06E478}"/>
              </a:ext>
            </a:extLst>
          </p:cNvPr>
          <p:cNvGrpSpPr/>
          <p:nvPr/>
        </p:nvGrpSpPr>
        <p:grpSpPr>
          <a:xfrm>
            <a:off x="6007478" y="2674656"/>
            <a:ext cx="267840" cy="519840"/>
            <a:chOff x="6007478" y="2674656"/>
            <a:chExt cx="267840" cy="519840"/>
          </a:xfrm>
        </p:grpSpPr>
        <mc:AlternateContent xmlns:mc="http://schemas.openxmlformats.org/markup-compatibility/2006" xmlns:p14="http://schemas.microsoft.com/office/powerpoint/2010/main">
          <mc:Choice Requires="p14">
            <p:contentPart p14:bwMode="auto" r:id="rId219">
              <p14:nvContentPartPr>
                <p14:cNvPr id="161" name="Ink 160">
                  <a:extLst>
                    <a:ext uri="{FF2B5EF4-FFF2-40B4-BE49-F238E27FC236}">
                      <a16:creationId xmlns:a16="http://schemas.microsoft.com/office/drawing/2014/main" id="{B768C9FE-46C1-14CB-4AF2-FF2BC09E887A}"/>
                    </a:ext>
                  </a:extLst>
                </p14:cNvPr>
                <p14:cNvContentPartPr/>
                <p14:nvPr/>
              </p14:nvContentPartPr>
              <p14:xfrm>
                <a:off x="6096038" y="2674656"/>
                <a:ext cx="7560" cy="1080"/>
              </p14:xfrm>
            </p:contentPart>
          </mc:Choice>
          <mc:Fallback xmlns="">
            <p:pic>
              <p:nvPicPr>
                <p:cNvPr id="161" name="Ink 160">
                  <a:extLst>
                    <a:ext uri="{FF2B5EF4-FFF2-40B4-BE49-F238E27FC236}">
                      <a16:creationId xmlns:a16="http://schemas.microsoft.com/office/drawing/2014/main" id="{B768C9FE-46C1-14CB-4AF2-FF2BC09E887A}"/>
                    </a:ext>
                  </a:extLst>
                </p:cNvPr>
                <p:cNvPicPr/>
                <p:nvPr/>
              </p:nvPicPr>
              <p:blipFill>
                <a:blip r:embed="rId220"/>
                <a:stretch>
                  <a:fillRect/>
                </a:stretch>
              </p:blipFill>
              <p:spPr>
                <a:xfrm>
                  <a:off x="6089918" y="2668536"/>
                  <a:ext cx="19800" cy="1332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62" name="Ink 161">
                  <a:extLst>
                    <a:ext uri="{FF2B5EF4-FFF2-40B4-BE49-F238E27FC236}">
                      <a16:creationId xmlns:a16="http://schemas.microsoft.com/office/drawing/2014/main" id="{69E6FE60-3123-7030-9CB3-A48C6B3A9D33}"/>
                    </a:ext>
                  </a:extLst>
                </p14:cNvPr>
                <p14:cNvContentPartPr/>
                <p14:nvPr/>
              </p14:nvContentPartPr>
              <p14:xfrm>
                <a:off x="6113678" y="2774376"/>
                <a:ext cx="360" cy="360"/>
              </p14:xfrm>
            </p:contentPart>
          </mc:Choice>
          <mc:Fallback xmlns="">
            <p:pic>
              <p:nvPicPr>
                <p:cNvPr id="162" name="Ink 161">
                  <a:extLst>
                    <a:ext uri="{FF2B5EF4-FFF2-40B4-BE49-F238E27FC236}">
                      <a16:creationId xmlns:a16="http://schemas.microsoft.com/office/drawing/2014/main" id="{69E6FE60-3123-7030-9CB3-A48C6B3A9D33}"/>
                    </a:ext>
                  </a:extLst>
                </p:cNvPr>
                <p:cNvPicPr/>
                <p:nvPr/>
              </p:nvPicPr>
              <p:blipFill>
                <a:blip r:embed="rId43"/>
                <a:stretch>
                  <a:fillRect/>
                </a:stretch>
              </p:blipFill>
              <p:spPr>
                <a:xfrm>
                  <a:off x="6107558" y="27682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63" name="Ink 162">
                  <a:extLst>
                    <a:ext uri="{FF2B5EF4-FFF2-40B4-BE49-F238E27FC236}">
                      <a16:creationId xmlns:a16="http://schemas.microsoft.com/office/drawing/2014/main" id="{A058E6A2-9842-E2A6-1CEB-0E44AEFE19FA}"/>
                    </a:ext>
                  </a:extLst>
                </p14:cNvPr>
                <p14:cNvContentPartPr/>
                <p14:nvPr/>
              </p14:nvContentPartPr>
              <p14:xfrm>
                <a:off x="6111518" y="2886336"/>
                <a:ext cx="360" cy="360"/>
              </p14:xfrm>
            </p:contentPart>
          </mc:Choice>
          <mc:Fallback xmlns="">
            <p:pic>
              <p:nvPicPr>
                <p:cNvPr id="163" name="Ink 162">
                  <a:extLst>
                    <a:ext uri="{FF2B5EF4-FFF2-40B4-BE49-F238E27FC236}">
                      <a16:creationId xmlns:a16="http://schemas.microsoft.com/office/drawing/2014/main" id="{A058E6A2-9842-E2A6-1CEB-0E44AEFE19FA}"/>
                    </a:ext>
                  </a:extLst>
                </p:cNvPr>
                <p:cNvPicPr/>
                <p:nvPr/>
              </p:nvPicPr>
              <p:blipFill>
                <a:blip r:embed="rId43"/>
                <a:stretch>
                  <a:fillRect/>
                </a:stretch>
              </p:blipFill>
              <p:spPr>
                <a:xfrm>
                  <a:off x="6105398" y="28802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64" name="Ink 163">
                  <a:extLst>
                    <a:ext uri="{FF2B5EF4-FFF2-40B4-BE49-F238E27FC236}">
                      <a16:creationId xmlns:a16="http://schemas.microsoft.com/office/drawing/2014/main" id="{6D71CD94-11CF-AFD9-C0E1-69D404C832A2}"/>
                    </a:ext>
                  </a:extLst>
                </p14:cNvPr>
                <p14:cNvContentPartPr/>
                <p14:nvPr/>
              </p14:nvContentPartPr>
              <p14:xfrm>
                <a:off x="6007478" y="2943216"/>
                <a:ext cx="61920" cy="132480"/>
              </p14:xfrm>
            </p:contentPart>
          </mc:Choice>
          <mc:Fallback xmlns="">
            <p:pic>
              <p:nvPicPr>
                <p:cNvPr id="164" name="Ink 163">
                  <a:extLst>
                    <a:ext uri="{FF2B5EF4-FFF2-40B4-BE49-F238E27FC236}">
                      <a16:creationId xmlns:a16="http://schemas.microsoft.com/office/drawing/2014/main" id="{6D71CD94-11CF-AFD9-C0E1-69D404C832A2}"/>
                    </a:ext>
                  </a:extLst>
                </p:cNvPr>
                <p:cNvPicPr/>
                <p:nvPr/>
              </p:nvPicPr>
              <p:blipFill>
                <a:blip r:embed="rId224"/>
                <a:stretch>
                  <a:fillRect/>
                </a:stretch>
              </p:blipFill>
              <p:spPr>
                <a:xfrm>
                  <a:off x="6001358" y="2937096"/>
                  <a:ext cx="7416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65" name="Ink 164">
                  <a:extLst>
                    <a:ext uri="{FF2B5EF4-FFF2-40B4-BE49-F238E27FC236}">
                      <a16:creationId xmlns:a16="http://schemas.microsoft.com/office/drawing/2014/main" id="{92B4E0CF-31DB-265D-0A36-87A7BF409F4A}"/>
                    </a:ext>
                  </a:extLst>
                </p14:cNvPr>
                <p14:cNvContentPartPr/>
                <p14:nvPr/>
              </p14:nvContentPartPr>
              <p14:xfrm>
                <a:off x="6071558" y="2910816"/>
                <a:ext cx="101160" cy="109440"/>
              </p14:xfrm>
            </p:contentPart>
          </mc:Choice>
          <mc:Fallback xmlns="">
            <p:pic>
              <p:nvPicPr>
                <p:cNvPr id="165" name="Ink 164">
                  <a:extLst>
                    <a:ext uri="{FF2B5EF4-FFF2-40B4-BE49-F238E27FC236}">
                      <a16:creationId xmlns:a16="http://schemas.microsoft.com/office/drawing/2014/main" id="{92B4E0CF-31DB-265D-0A36-87A7BF409F4A}"/>
                    </a:ext>
                  </a:extLst>
                </p:cNvPr>
                <p:cNvPicPr/>
                <p:nvPr/>
              </p:nvPicPr>
              <p:blipFill>
                <a:blip r:embed="rId226"/>
                <a:stretch>
                  <a:fillRect/>
                </a:stretch>
              </p:blipFill>
              <p:spPr>
                <a:xfrm>
                  <a:off x="6065438" y="2904696"/>
                  <a:ext cx="11340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66" name="Ink 165">
                  <a:extLst>
                    <a:ext uri="{FF2B5EF4-FFF2-40B4-BE49-F238E27FC236}">
                      <a16:creationId xmlns:a16="http://schemas.microsoft.com/office/drawing/2014/main" id="{C47D280B-E4D6-11D2-ED66-FDC2A5E61160}"/>
                    </a:ext>
                  </a:extLst>
                </p14:cNvPr>
                <p14:cNvContentPartPr/>
                <p14:nvPr/>
              </p14:nvContentPartPr>
              <p14:xfrm>
                <a:off x="6190358" y="2994336"/>
                <a:ext cx="52920" cy="200160"/>
              </p14:xfrm>
            </p:contentPart>
          </mc:Choice>
          <mc:Fallback xmlns="">
            <p:pic>
              <p:nvPicPr>
                <p:cNvPr id="166" name="Ink 165">
                  <a:extLst>
                    <a:ext uri="{FF2B5EF4-FFF2-40B4-BE49-F238E27FC236}">
                      <a16:creationId xmlns:a16="http://schemas.microsoft.com/office/drawing/2014/main" id="{C47D280B-E4D6-11D2-ED66-FDC2A5E61160}"/>
                    </a:ext>
                  </a:extLst>
                </p:cNvPr>
                <p:cNvPicPr/>
                <p:nvPr/>
              </p:nvPicPr>
              <p:blipFill>
                <a:blip r:embed="rId228"/>
                <a:stretch>
                  <a:fillRect/>
                </a:stretch>
              </p:blipFill>
              <p:spPr>
                <a:xfrm>
                  <a:off x="6184238" y="2988216"/>
                  <a:ext cx="6516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67" name="Ink 166">
                  <a:extLst>
                    <a:ext uri="{FF2B5EF4-FFF2-40B4-BE49-F238E27FC236}">
                      <a16:creationId xmlns:a16="http://schemas.microsoft.com/office/drawing/2014/main" id="{CB70BA72-4E94-D7DD-3C62-DB2A43A97CE2}"/>
                    </a:ext>
                  </a:extLst>
                </p14:cNvPr>
                <p14:cNvContentPartPr/>
                <p14:nvPr/>
              </p14:nvContentPartPr>
              <p14:xfrm>
                <a:off x="6203318" y="2980296"/>
                <a:ext cx="72000" cy="63000"/>
              </p14:xfrm>
            </p:contentPart>
          </mc:Choice>
          <mc:Fallback xmlns="">
            <p:pic>
              <p:nvPicPr>
                <p:cNvPr id="167" name="Ink 166">
                  <a:extLst>
                    <a:ext uri="{FF2B5EF4-FFF2-40B4-BE49-F238E27FC236}">
                      <a16:creationId xmlns:a16="http://schemas.microsoft.com/office/drawing/2014/main" id="{CB70BA72-4E94-D7DD-3C62-DB2A43A97CE2}"/>
                    </a:ext>
                  </a:extLst>
                </p:cNvPr>
                <p:cNvPicPr/>
                <p:nvPr/>
              </p:nvPicPr>
              <p:blipFill>
                <a:blip r:embed="rId230"/>
                <a:stretch>
                  <a:fillRect/>
                </a:stretch>
              </p:blipFill>
              <p:spPr>
                <a:xfrm>
                  <a:off x="6197198" y="2974176"/>
                  <a:ext cx="84240" cy="75240"/>
                </a:xfrm>
                <a:prstGeom prst="rect">
                  <a:avLst/>
                </a:prstGeom>
              </p:spPr>
            </p:pic>
          </mc:Fallback>
        </mc:AlternateContent>
      </p:grpSp>
      <p:grpSp>
        <p:nvGrpSpPr>
          <p:cNvPr id="183" name="Group 182">
            <a:extLst>
              <a:ext uri="{FF2B5EF4-FFF2-40B4-BE49-F238E27FC236}">
                <a16:creationId xmlns:a16="http://schemas.microsoft.com/office/drawing/2014/main" id="{745373B6-84AE-94B3-958C-9FE9A58B7604}"/>
              </a:ext>
            </a:extLst>
          </p:cNvPr>
          <p:cNvGrpSpPr/>
          <p:nvPr/>
        </p:nvGrpSpPr>
        <p:grpSpPr>
          <a:xfrm>
            <a:off x="10256198" y="4618656"/>
            <a:ext cx="1225440" cy="483840"/>
            <a:chOff x="10256198" y="4618656"/>
            <a:chExt cx="1225440" cy="483840"/>
          </a:xfrm>
        </p:grpSpPr>
        <mc:AlternateContent xmlns:mc="http://schemas.openxmlformats.org/markup-compatibility/2006" xmlns:p14="http://schemas.microsoft.com/office/powerpoint/2010/main">
          <mc:Choice Requires="p14">
            <p:contentPart p14:bwMode="auto" r:id="rId231">
              <p14:nvContentPartPr>
                <p14:cNvPr id="170" name="Ink 169">
                  <a:extLst>
                    <a:ext uri="{FF2B5EF4-FFF2-40B4-BE49-F238E27FC236}">
                      <a16:creationId xmlns:a16="http://schemas.microsoft.com/office/drawing/2014/main" id="{7594430A-AA02-C0DD-C6BE-48CDCACEE419}"/>
                    </a:ext>
                  </a:extLst>
                </p14:cNvPr>
                <p14:cNvContentPartPr/>
                <p14:nvPr/>
              </p14:nvContentPartPr>
              <p14:xfrm>
                <a:off x="10506758" y="4804416"/>
                <a:ext cx="40320" cy="53280"/>
              </p14:xfrm>
            </p:contentPart>
          </mc:Choice>
          <mc:Fallback xmlns="">
            <p:pic>
              <p:nvPicPr>
                <p:cNvPr id="170" name="Ink 169">
                  <a:extLst>
                    <a:ext uri="{FF2B5EF4-FFF2-40B4-BE49-F238E27FC236}">
                      <a16:creationId xmlns:a16="http://schemas.microsoft.com/office/drawing/2014/main" id="{7594430A-AA02-C0DD-C6BE-48CDCACEE419}"/>
                    </a:ext>
                  </a:extLst>
                </p:cNvPr>
                <p:cNvPicPr/>
                <p:nvPr/>
              </p:nvPicPr>
              <p:blipFill>
                <a:blip r:embed="rId232"/>
                <a:stretch>
                  <a:fillRect/>
                </a:stretch>
              </p:blipFill>
              <p:spPr>
                <a:xfrm>
                  <a:off x="10500638" y="4798296"/>
                  <a:ext cx="5256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71" name="Ink 170">
                  <a:extLst>
                    <a:ext uri="{FF2B5EF4-FFF2-40B4-BE49-F238E27FC236}">
                      <a16:creationId xmlns:a16="http://schemas.microsoft.com/office/drawing/2014/main" id="{C6578168-E6E1-6012-0A07-02EA05E7EA5B}"/>
                    </a:ext>
                  </a:extLst>
                </p14:cNvPr>
                <p14:cNvContentPartPr/>
                <p14:nvPr/>
              </p14:nvContentPartPr>
              <p14:xfrm>
                <a:off x="10256198" y="4900536"/>
                <a:ext cx="139680" cy="195480"/>
              </p14:xfrm>
            </p:contentPart>
          </mc:Choice>
          <mc:Fallback xmlns="">
            <p:pic>
              <p:nvPicPr>
                <p:cNvPr id="171" name="Ink 170">
                  <a:extLst>
                    <a:ext uri="{FF2B5EF4-FFF2-40B4-BE49-F238E27FC236}">
                      <a16:creationId xmlns:a16="http://schemas.microsoft.com/office/drawing/2014/main" id="{C6578168-E6E1-6012-0A07-02EA05E7EA5B}"/>
                    </a:ext>
                  </a:extLst>
                </p:cNvPr>
                <p:cNvPicPr/>
                <p:nvPr/>
              </p:nvPicPr>
              <p:blipFill>
                <a:blip r:embed="rId234"/>
                <a:stretch>
                  <a:fillRect/>
                </a:stretch>
              </p:blipFill>
              <p:spPr>
                <a:xfrm>
                  <a:off x="10250078" y="4894416"/>
                  <a:ext cx="15192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72" name="Ink 171">
                  <a:extLst>
                    <a:ext uri="{FF2B5EF4-FFF2-40B4-BE49-F238E27FC236}">
                      <a16:creationId xmlns:a16="http://schemas.microsoft.com/office/drawing/2014/main" id="{EB9D753D-3096-E516-F1C0-3AA2B914E7E7}"/>
                    </a:ext>
                  </a:extLst>
                </p14:cNvPr>
                <p14:cNvContentPartPr/>
                <p14:nvPr/>
              </p14:nvContentPartPr>
              <p14:xfrm>
                <a:off x="10390478" y="4951296"/>
                <a:ext cx="94680" cy="76680"/>
              </p14:xfrm>
            </p:contentPart>
          </mc:Choice>
          <mc:Fallback xmlns="">
            <p:pic>
              <p:nvPicPr>
                <p:cNvPr id="172" name="Ink 171">
                  <a:extLst>
                    <a:ext uri="{FF2B5EF4-FFF2-40B4-BE49-F238E27FC236}">
                      <a16:creationId xmlns:a16="http://schemas.microsoft.com/office/drawing/2014/main" id="{EB9D753D-3096-E516-F1C0-3AA2B914E7E7}"/>
                    </a:ext>
                  </a:extLst>
                </p:cNvPr>
                <p:cNvPicPr/>
                <p:nvPr/>
              </p:nvPicPr>
              <p:blipFill>
                <a:blip r:embed="rId236"/>
                <a:stretch>
                  <a:fillRect/>
                </a:stretch>
              </p:blipFill>
              <p:spPr>
                <a:xfrm>
                  <a:off x="10384358" y="4945176"/>
                  <a:ext cx="10692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73" name="Ink 172">
                  <a:extLst>
                    <a:ext uri="{FF2B5EF4-FFF2-40B4-BE49-F238E27FC236}">
                      <a16:creationId xmlns:a16="http://schemas.microsoft.com/office/drawing/2014/main" id="{0F01BF40-468C-1913-A53E-0ED66F98F566}"/>
                    </a:ext>
                  </a:extLst>
                </p14:cNvPr>
                <p14:cNvContentPartPr/>
                <p14:nvPr/>
              </p14:nvContentPartPr>
              <p14:xfrm>
                <a:off x="10462478" y="5012136"/>
                <a:ext cx="56160" cy="90360"/>
              </p14:xfrm>
            </p:contentPart>
          </mc:Choice>
          <mc:Fallback xmlns="">
            <p:pic>
              <p:nvPicPr>
                <p:cNvPr id="173" name="Ink 172">
                  <a:extLst>
                    <a:ext uri="{FF2B5EF4-FFF2-40B4-BE49-F238E27FC236}">
                      <a16:creationId xmlns:a16="http://schemas.microsoft.com/office/drawing/2014/main" id="{0F01BF40-468C-1913-A53E-0ED66F98F566}"/>
                    </a:ext>
                  </a:extLst>
                </p:cNvPr>
                <p:cNvPicPr/>
                <p:nvPr/>
              </p:nvPicPr>
              <p:blipFill>
                <a:blip r:embed="rId238"/>
                <a:stretch>
                  <a:fillRect/>
                </a:stretch>
              </p:blipFill>
              <p:spPr>
                <a:xfrm>
                  <a:off x="10456358" y="5006016"/>
                  <a:ext cx="6840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74" name="Ink 173">
                  <a:extLst>
                    <a:ext uri="{FF2B5EF4-FFF2-40B4-BE49-F238E27FC236}">
                      <a16:creationId xmlns:a16="http://schemas.microsoft.com/office/drawing/2014/main" id="{C3B54DDC-C3DC-7CB3-5287-1A03D2BA6875}"/>
                    </a:ext>
                  </a:extLst>
                </p14:cNvPr>
                <p14:cNvContentPartPr/>
                <p14:nvPr/>
              </p14:nvContentPartPr>
              <p14:xfrm>
                <a:off x="10575878" y="4957056"/>
                <a:ext cx="72360" cy="68760"/>
              </p14:xfrm>
            </p:contentPart>
          </mc:Choice>
          <mc:Fallback xmlns="">
            <p:pic>
              <p:nvPicPr>
                <p:cNvPr id="174" name="Ink 173">
                  <a:extLst>
                    <a:ext uri="{FF2B5EF4-FFF2-40B4-BE49-F238E27FC236}">
                      <a16:creationId xmlns:a16="http://schemas.microsoft.com/office/drawing/2014/main" id="{C3B54DDC-C3DC-7CB3-5287-1A03D2BA6875}"/>
                    </a:ext>
                  </a:extLst>
                </p:cNvPr>
                <p:cNvPicPr/>
                <p:nvPr/>
              </p:nvPicPr>
              <p:blipFill>
                <a:blip r:embed="rId240"/>
                <a:stretch>
                  <a:fillRect/>
                </a:stretch>
              </p:blipFill>
              <p:spPr>
                <a:xfrm>
                  <a:off x="10569758" y="4950936"/>
                  <a:ext cx="8460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75" name="Ink 174">
                  <a:extLst>
                    <a:ext uri="{FF2B5EF4-FFF2-40B4-BE49-F238E27FC236}">
                      <a16:creationId xmlns:a16="http://schemas.microsoft.com/office/drawing/2014/main" id="{E1DBED76-BCC1-78B2-BF3C-96D885891708}"/>
                    </a:ext>
                  </a:extLst>
                </p14:cNvPr>
                <p14:cNvContentPartPr/>
                <p14:nvPr/>
              </p14:nvContentPartPr>
              <p14:xfrm>
                <a:off x="10641398" y="4933296"/>
                <a:ext cx="79920" cy="163440"/>
              </p14:xfrm>
            </p:contentPart>
          </mc:Choice>
          <mc:Fallback xmlns="">
            <p:pic>
              <p:nvPicPr>
                <p:cNvPr id="175" name="Ink 174">
                  <a:extLst>
                    <a:ext uri="{FF2B5EF4-FFF2-40B4-BE49-F238E27FC236}">
                      <a16:creationId xmlns:a16="http://schemas.microsoft.com/office/drawing/2014/main" id="{E1DBED76-BCC1-78B2-BF3C-96D885891708}"/>
                    </a:ext>
                  </a:extLst>
                </p:cNvPr>
                <p:cNvPicPr/>
                <p:nvPr/>
              </p:nvPicPr>
              <p:blipFill>
                <a:blip r:embed="rId242"/>
                <a:stretch>
                  <a:fillRect/>
                </a:stretch>
              </p:blipFill>
              <p:spPr>
                <a:xfrm>
                  <a:off x="10635278" y="4927176"/>
                  <a:ext cx="9216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76" name="Ink 175">
                  <a:extLst>
                    <a:ext uri="{FF2B5EF4-FFF2-40B4-BE49-F238E27FC236}">
                      <a16:creationId xmlns:a16="http://schemas.microsoft.com/office/drawing/2014/main" id="{BF02F2F6-C53C-4E85-3183-F8DF2FA95874}"/>
                    </a:ext>
                  </a:extLst>
                </p14:cNvPr>
                <p14:cNvContentPartPr/>
                <p14:nvPr/>
              </p14:nvContentPartPr>
              <p14:xfrm>
                <a:off x="10770638" y="4669056"/>
                <a:ext cx="194760" cy="237960"/>
              </p14:xfrm>
            </p:contentPart>
          </mc:Choice>
          <mc:Fallback xmlns="">
            <p:pic>
              <p:nvPicPr>
                <p:cNvPr id="176" name="Ink 175">
                  <a:extLst>
                    <a:ext uri="{FF2B5EF4-FFF2-40B4-BE49-F238E27FC236}">
                      <a16:creationId xmlns:a16="http://schemas.microsoft.com/office/drawing/2014/main" id="{BF02F2F6-C53C-4E85-3183-F8DF2FA95874}"/>
                    </a:ext>
                  </a:extLst>
                </p:cNvPr>
                <p:cNvPicPr/>
                <p:nvPr/>
              </p:nvPicPr>
              <p:blipFill>
                <a:blip r:embed="rId244"/>
                <a:stretch>
                  <a:fillRect/>
                </a:stretch>
              </p:blipFill>
              <p:spPr>
                <a:xfrm>
                  <a:off x="10764518" y="4662936"/>
                  <a:ext cx="20700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77" name="Ink 176">
                  <a:extLst>
                    <a:ext uri="{FF2B5EF4-FFF2-40B4-BE49-F238E27FC236}">
                      <a16:creationId xmlns:a16="http://schemas.microsoft.com/office/drawing/2014/main" id="{133BBE0F-EC8B-9DAC-5A45-FB98320A9637}"/>
                    </a:ext>
                  </a:extLst>
                </p14:cNvPr>
                <p14:cNvContentPartPr/>
                <p14:nvPr/>
              </p14:nvContentPartPr>
              <p14:xfrm>
                <a:off x="11009318" y="4767336"/>
                <a:ext cx="37440" cy="60480"/>
              </p14:xfrm>
            </p:contentPart>
          </mc:Choice>
          <mc:Fallback xmlns="">
            <p:pic>
              <p:nvPicPr>
                <p:cNvPr id="177" name="Ink 176">
                  <a:extLst>
                    <a:ext uri="{FF2B5EF4-FFF2-40B4-BE49-F238E27FC236}">
                      <a16:creationId xmlns:a16="http://schemas.microsoft.com/office/drawing/2014/main" id="{133BBE0F-EC8B-9DAC-5A45-FB98320A9637}"/>
                    </a:ext>
                  </a:extLst>
                </p:cNvPr>
                <p:cNvPicPr/>
                <p:nvPr/>
              </p:nvPicPr>
              <p:blipFill>
                <a:blip r:embed="rId246"/>
                <a:stretch>
                  <a:fillRect/>
                </a:stretch>
              </p:blipFill>
              <p:spPr>
                <a:xfrm>
                  <a:off x="11003198" y="4761216"/>
                  <a:ext cx="4968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78" name="Ink 177">
                  <a:extLst>
                    <a:ext uri="{FF2B5EF4-FFF2-40B4-BE49-F238E27FC236}">
                      <a16:creationId xmlns:a16="http://schemas.microsoft.com/office/drawing/2014/main" id="{3DC791AF-C20A-B2A8-1F53-29F1F2E44DBA}"/>
                    </a:ext>
                  </a:extLst>
                </p14:cNvPr>
                <p14:cNvContentPartPr/>
                <p14:nvPr/>
              </p14:nvContentPartPr>
              <p14:xfrm>
                <a:off x="11136758" y="4656096"/>
                <a:ext cx="182520" cy="220320"/>
              </p14:xfrm>
            </p:contentPart>
          </mc:Choice>
          <mc:Fallback xmlns="">
            <p:pic>
              <p:nvPicPr>
                <p:cNvPr id="178" name="Ink 177">
                  <a:extLst>
                    <a:ext uri="{FF2B5EF4-FFF2-40B4-BE49-F238E27FC236}">
                      <a16:creationId xmlns:a16="http://schemas.microsoft.com/office/drawing/2014/main" id="{3DC791AF-C20A-B2A8-1F53-29F1F2E44DBA}"/>
                    </a:ext>
                  </a:extLst>
                </p:cNvPr>
                <p:cNvPicPr/>
                <p:nvPr/>
              </p:nvPicPr>
              <p:blipFill>
                <a:blip r:embed="rId248"/>
                <a:stretch>
                  <a:fillRect/>
                </a:stretch>
              </p:blipFill>
              <p:spPr>
                <a:xfrm>
                  <a:off x="11130638" y="4649976"/>
                  <a:ext cx="19476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79" name="Ink 178">
                  <a:extLst>
                    <a:ext uri="{FF2B5EF4-FFF2-40B4-BE49-F238E27FC236}">
                      <a16:creationId xmlns:a16="http://schemas.microsoft.com/office/drawing/2014/main" id="{F817EA75-E3D7-089C-B744-02F8562EC198}"/>
                    </a:ext>
                  </a:extLst>
                </p14:cNvPr>
                <p14:cNvContentPartPr/>
                <p14:nvPr/>
              </p14:nvContentPartPr>
              <p14:xfrm>
                <a:off x="11328278" y="4738176"/>
                <a:ext cx="153360" cy="92880"/>
              </p14:xfrm>
            </p:contentPart>
          </mc:Choice>
          <mc:Fallback xmlns="">
            <p:pic>
              <p:nvPicPr>
                <p:cNvPr id="179" name="Ink 178">
                  <a:extLst>
                    <a:ext uri="{FF2B5EF4-FFF2-40B4-BE49-F238E27FC236}">
                      <a16:creationId xmlns:a16="http://schemas.microsoft.com/office/drawing/2014/main" id="{F817EA75-E3D7-089C-B744-02F8562EC198}"/>
                    </a:ext>
                  </a:extLst>
                </p:cNvPr>
                <p:cNvPicPr/>
                <p:nvPr/>
              </p:nvPicPr>
              <p:blipFill>
                <a:blip r:embed="rId250"/>
                <a:stretch>
                  <a:fillRect/>
                </a:stretch>
              </p:blipFill>
              <p:spPr>
                <a:xfrm>
                  <a:off x="11322158" y="4732056"/>
                  <a:ext cx="16560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80" name="Ink 179">
                  <a:extLst>
                    <a:ext uri="{FF2B5EF4-FFF2-40B4-BE49-F238E27FC236}">
                      <a16:creationId xmlns:a16="http://schemas.microsoft.com/office/drawing/2014/main" id="{2F6EEBA0-808F-B2E5-0942-88C7D15651F8}"/>
                    </a:ext>
                  </a:extLst>
                </p14:cNvPr>
                <p14:cNvContentPartPr/>
                <p14:nvPr/>
              </p14:nvContentPartPr>
              <p14:xfrm>
                <a:off x="11078798" y="4810536"/>
                <a:ext cx="30960" cy="104760"/>
              </p14:xfrm>
            </p:contentPart>
          </mc:Choice>
          <mc:Fallback xmlns="">
            <p:pic>
              <p:nvPicPr>
                <p:cNvPr id="180" name="Ink 179">
                  <a:extLst>
                    <a:ext uri="{FF2B5EF4-FFF2-40B4-BE49-F238E27FC236}">
                      <a16:creationId xmlns:a16="http://schemas.microsoft.com/office/drawing/2014/main" id="{2F6EEBA0-808F-B2E5-0942-88C7D15651F8}"/>
                    </a:ext>
                  </a:extLst>
                </p:cNvPr>
                <p:cNvPicPr/>
                <p:nvPr/>
              </p:nvPicPr>
              <p:blipFill>
                <a:blip r:embed="rId252"/>
                <a:stretch>
                  <a:fillRect/>
                </a:stretch>
              </p:blipFill>
              <p:spPr>
                <a:xfrm>
                  <a:off x="11072678" y="4804416"/>
                  <a:ext cx="4320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81" name="Ink 180">
                  <a:extLst>
                    <a:ext uri="{FF2B5EF4-FFF2-40B4-BE49-F238E27FC236}">
                      <a16:creationId xmlns:a16="http://schemas.microsoft.com/office/drawing/2014/main" id="{E5E298CC-B2B7-7850-855C-072B37E25B44}"/>
                    </a:ext>
                  </a:extLst>
                </p14:cNvPr>
                <p14:cNvContentPartPr/>
                <p14:nvPr/>
              </p14:nvContentPartPr>
              <p14:xfrm>
                <a:off x="10714478" y="4679496"/>
                <a:ext cx="178920" cy="322200"/>
              </p14:xfrm>
            </p:contentPart>
          </mc:Choice>
          <mc:Fallback xmlns="">
            <p:pic>
              <p:nvPicPr>
                <p:cNvPr id="181" name="Ink 180">
                  <a:extLst>
                    <a:ext uri="{FF2B5EF4-FFF2-40B4-BE49-F238E27FC236}">
                      <a16:creationId xmlns:a16="http://schemas.microsoft.com/office/drawing/2014/main" id="{E5E298CC-B2B7-7850-855C-072B37E25B44}"/>
                    </a:ext>
                  </a:extLst>
                </p:cNvPr>
                <p:cNvPicPr/>
                <p:nvPr/>
              </p:nvPicPr>
              <p:blipFill>
                <a:blip r:embed="rId254"/>
                <a:stretch>
                  <a:fillRect/>
                </a:stretch>
              </p:blipFill>
              <p:spPr>
                <a:xfrm>
                  <a:off x="10708358" y="4673376"/>
                  <a:ext cx="19116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82" name="Ink 181">
                  <a:extLst>
                    <a:ext uri="{FF2B5EF4-FFF2-40B4-BE49-F238E27FC236}">
                      <a16:creationId xmlns:a16="http://schemas.microsoft.com/office/drawing/2014/main" id="{5C847CEF-A1D0-E91D-9C01-6D2A48A692AD}"/>
                    </a:ext>
                  </a:extLst>
                </p14:cNvPr>
                <p14:cNvContentPartPr/>
                <p14:nvPr/>
              </p14:nvContentPartPr>
              <p14:xfrm>
                <a:off x="11369318" y="4618656"/>
                <a:ext cx="91800" cy="277560"/>
              </p14:xfrm>
            </p:contentPart>
          </mc:Choice>
          <mc:Fallback xmlns="">
            <p:pic>
              <p:nvPicPr>
                <p:cNvPr id="182" name="Ink 181">
                  <a:extLst>
                    <a:ext uri="{FF2B5EF4-FFF2-40B4-BE49-F238E27FC236}">
                      <a16:creationId xmlns:a16="http://schemas.microsoft.com/office/drawing/2014/main" id="{5C847CEF-A1D0-E91D-9C01-6D2A48A692AD}"/>
                    </a:ext>
                  </a:extLst>
                </p:cNvPr>
                <p:cNvPicPr/>
                <p:nvPr/>
              </p:nvPicPr>
              <p:blipFill>
                <a:blip r:embed="rId256"/>
                <a:stretch>
                  <a:fillRect/>
                </a:stretch>
              </p:blipFill>
              <p:spPr>
                <a:xfrm>
                  <a:off x="11363198" y="4612536"/>
                  <a:ext cx="104040" cy="289800"/>
                </a:xfrm>
                <a:prstGeom prst="rect">
                  <a:avLst/>
                </a:prstGeom>
              </p:spPr>
            </p:pic>
          </mc:Fallback>
        </mc:AlternateContent>
      </p:grpSp>
      <p:grpSp>
        <p:nvGrpSpPr>
          <p:cNvPr id="254" name="Group 253">
            <a:extLst>
              <a:ext uri="{FF2B5EF4-FFF2-40B4-BE49-F238E27FC236}">
                <a16:creationId xmlns:a16="http://schemas.microsoft.com/office/drawing/2014/main" id="{FE814625-56EF-8734-2F04-DC30C7888816}"/>
              </a:ext>
            </a:extLst>
          </p:cNvPr>
          <p:cNvGrpSpPr/>
          <p:nvPr/>
        </p:nvGrpSpPr>
        <p:grpSpPr>
          <a:xfrm>
            <a:off x="3338438" y="3716136"/>
            <a:ext cx="5570640" cy="3098880"/>
            <a:chOff x="3338438" y="3716136"/>
            <a:chExt cx="5570640" cy="3098880"/>
          </a:xfrm>
        </p:grpSpPr>
        <mc:AlternateContent xmlns:mc="http://schemas.openxmlformats.org/markup-compatibility/2006" xmlns:p14="http://schemas.microsoft.com/office/powerpoint/2010/main">
          <mc:Choice Requires="p14">
            <p:contentPart p14:bwMode="auto" r:id="rId257">
              <p14:nvContentPartPr>
                <p14:cNvPr id="28" name="Ink 27">
                  <a:extLst>
                    <a:ext uri="{FF2B5EF4-FFF2-40B4-BE49-F238E27FC236}">
                      <a16:creationId xmlns:a16="http://schemas.microsoft.com/office/drawing/2014/main" id="{29681FFF-F165-7857-2767-BF6C51EA655F}"/>
                    </a:ext>
                  </a:extLst>
                </p14:cNvPr>
                <p14:cNvContentPartPr/>
                <p14:nvPr/>
              </p14:nvContentPartPr>
              <p14:xfrm>
                <a:off x="3388838" y="3716136"/>
                <a:ext cx="70560" cy="316080"/>
              </p14:xfrm>
            </p:contentPart>
          </mc:Choice>
          <mc:Fallback xmlns="">
            <p:pic>
              <p:nvPicPr>
                <p:cNvPr id="28" name="Ink 27">
                  <a:extLst>
                    <a:ext uri="{FF2B5EF4-FFF2-40B4-BE49-F238E27FC236}">
                      <a16:creationId xmlns:a16="http://schemas.microsoft.com/office/drawing/2014/main" id="{29681FFF-F165-7857-2767-BF6C51EA655F}"/>
                    </a:ext>
                  </a:extLst>
                </p:cNvPr>
                <p:cNvPicPr/>
                <p:nvPr/>
              </p:nvPicPr>
              <p:blipFill>
                <a:blip r:embed="rId258"/>
                <a:stretch>
                  <a:fillRect/>
                </a:stretch>
              </p:blipFill>
              <p:spPr>
                <a:xfrm>
                  <a:off x="3382718" y="3710016"/>
                  <a:ext cx="8280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29" name="Ink 28">
                  <a:extLst>
                    <a:ext uri="{FF2B5EF4-FFF2-40B4-BE49-F238E27FC236}">
                      <a16:creationId xmlns:a16="http://schemas.microsoft.com/office/drawing/2014/main" id="{82B3E3BE-5606-4C9A-D26D-6D864A8310A1}"/>
                    </a:ext>
                  </a:extLst>
                </p14:cNvPr>
                <p14:cNvContentPartPr/>
                <p14:nvPr/>
              </p14:nvContentPartPr>
              <p14:xfrm>
                <a:off x="3464798" y="4085856"/>
                <a:ext cx="34560" cy="140400"/>
              </p14:xfrm>
            </p:contentPart>
          </mc:Choice>
          <mc:Fallback xmlns="">
            <p:pic>
              <p:nvPicPr>
                <p:cNvPr id="29" name="Ink 28">
                  <a:extLst>
                    <a:ext uri="{FF2B5EF4-FFF2-40B4-BE49-F238E27FC236}">
                      <a16:creationId xmlns:a16="http://schemas.microsoft.com/office/drawing/2014/main" id="{82B3E3BE-5606-4C9A-D26D-6D864A8310A1}"/>
                    </a:ext>
                  </a:extLst>
                </p:cNvPr>
                <p:cNvPicPr/>
                <p:nvPr/>
              </p:nvPicPr>
              <p:blipFill>
                <a:blip r:embed="rId260"/>
                <a:stretch>
                  <a:fillRect/>
                </a:stretch>
              </p:blipFill>
              <p:spPr>
                <a:xfrm>
                  <a:off x="3458678" y="4079736"/>
                  <a:ext cx="4680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30" name="Ink 29">
                  <a:extLst>
                    <a:ext uri="{FF2B5EF4-FFF2-40B4-BE49-F238E27FC236}">
                      <a16:creationId xmlns:a16="http://schemas.microsoft.com/office/drawing/2014/main" id="{BD2D67B7-70B4-1155-97F3-98DC3F854EA5}"/>
                    </a:ext>
                  </a:extLst>
                </p14:cNvPr>
                <p14:cNvContentPartPr/>
                <p14:nvPr/>
              </p14:nvContentPartPr>
              <p14:xfrm>
                <a:off x="3338798" y="4164696"/>
                <a:ext cx="337680" cy="374040"/>
              </p14:xfrm>
            </p:contentPart>
          </mc:Choice>
          <mc:Fallback xmlns="">
            <p:pic>
              <p:nvPicPr>
                <p:cNvPr id="30" name="Ink 29">
                  <a:extLst>
                    <a:ext uri="{FF2B5EF4-FFF2-40B4-BE49-F238E27FC236}">
                      <a16:creationId xmlns:a16="http://schemas.microsoft.com/office/drawing/2014/main" id="{BD2D67B7-70B4-1155-97F3-98DC3F854EA5}"/>
                    </a:ext>
                  </a:extLst>
                </p:cNvPr>
                <p:cNvPicPr/>
                <p:nvPr/>
              </p:nvPicPr>
              <p:blipFill>
                <a:blip r:embed="rId262"/>
                <a:stretch>
                  <a:fillRect/>
                </a:stretch>
              </p:blipFill>
              <p:spPr>
                <a:xfrm>
                  <a:off x="3332678" y="4158576"/>
                  <a:ext cx="349920" cy="38628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32" name="Ink 31">
                  <a:extLst>
                    <a:ext uri="{FF2B5EF4-FFF2-40B4-BE49-F238E27FC236}">
                      <a16:creationId xmlns:a16="http://schemas.microsoft.com/office/drawing/2014/main" id="{CE7E87A9-52EA-ED17-A406-9FB00E198B58}"/>
                    </a:ext>
                  </a:extLst>
                </p14:cNvPr>
                <p14:cNvContentPartPr/>
                <p14:nvPr/>
              </p14:nvContentPartPr>
              <p14:xfrm>
                <a:off x="4161038" y="5466816"/>
                <a:ext cx="148320" cy="356040"/>
              </p14:xfrm>
            </p:contentPart>
          </mc:Choice>
          <mc:Fallback xmlns="">
            <p:pic>
              <p:nvPicPr>
                <p:cNvPr id="32" name="Ink 31">
                  <a:extLst>
                    <a:ext uri="{FF2B5EF4-FFF2-40B4-BE49-F238E27FC236}">
                      <a16:creationId xmlns:a16="http://schemas.microsoft.com/office/drawing/2014/main" id="{CE7E87A9-52EA-ED17-A406-9FB00E198B58}"/>
                    </a:ext>
                  </a:extLst>
                </p:cNvPr>
                <p:cNvPicPr/>
                <p:nvPr/>
              </p:nvPicPr>
              <p:blipFill>
                <a:blip r:embed="rId264"/>
                <a:stretch>
                  <a:fillRect/>
                </a:stretch>
              </p:blipFill>
              <p:spPr>
                <a:xfrm>
                  <a:off x="4154918" y="5460696"/>
                  <a:ext cx="16056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33" name="Ink 32">
                  <a:extLst>
                    <a:ext uri="{FF2B5EF4-FFF2-40B4-BE49-F238E27FC236}">
                      <a16:creationId xmlns:a16="http://schemas.microsoft.com/office/drawing/2014/main" id="{BCE7A82D-C1BF-D7DC-9ECE-8A912A3D592E}"/>
                    </a:ext>
                  </a:extLst>
                </p14:cNvPr>
                <p14:cNvContentPartPr/>
                <p14:nvPr/>
              </p14:nvContentPartPr>
              <p14:xfrm>
                <a:off x="4282358" y="5830416"/>
                <a:ext cx="38520" cy="111960"/>
              </p14:xfrm>
            </p:contentPart>
          </mc:Choice>
          <mc:Fallback xmlns="">
            <p:pic>
              <p:nvPicPr>
                <p:cNvPr id="33" name="Ink 32">
                  <a:extLst>
                    <a:ext uri="{FF2B5EF4-FFF2-40B4-BE49-F238E27FC236}">
                      <a16:creationId xmlns:a16="http://schemas.microsoft.com/office/drawing/2014/main" id="{BCE7A82D-C1BF-D7DC-9ECE-8A912A3D592E}"/>
                    </a:ext>
                  </a:extLst>
                </p:cNvPr>
                <p:cNvPicPr/>
                <p:nvPr/>
              </p:nvPicPr>
              <p:blipFill>
                <a:blip r:embed="rId266"/>
                <a:stretch>
                  <a:fillRect/>
                </a:stretch>
              </p:blipFill>
              <p:spPr>
                <a:xfrm>
                  <a:off x="4276238" y="5824296"/>
                  <a:ext cx="5076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35" name="Ink 34">
                  <a:extLst>
                    <a:ext uri="{FF2B5EF4-FFF2-40B4-BE49-F238E27FC236}">
                      <a16:creationId xmlns:a16="http://schemas.microsoft.com/office/drawing/2014/main" id="{8D8EB845-7475-8CF9-4FA7-2D0C5019B4DB}"/>
                    </a:ext>
                  </a:extLst>
                </p14:cNvPr>
                <p14:cNvContentPartPr/>
                <p14:nvPr/>
              </p14:nvContentPartPr>
              <p14:xfrm>
                <a:off x="4175078" y="5909616"/>
                <a:ext cx="376200" cy="365400"/>
              </p14:xfrm>
            </p:contentPart>
          </mc:Choice>
          <mc:Fallback xmlns="">
            <p:pic>
              <p:nvPicPr>
                <p:cNvPr id="35" name="Ink 34">
                  <a:extLst>
                    <a:ext uri="{FF2B5EF4-FFF2-40B4-BE49-F238E27FC236}">
                      <a16:creationId xmlns:a16="http://schemas.microsoft.com/office/drawing/2014/main" id="{8D8EB845-7475-8CF9-4FA7-2D0C5019B4DB}"/>
                    </a:ext>
                  </a:extLst>
                </p:cNvPr>
                <p:cNvPicPr/>
                <p:nvPr/>
              </p:nvPicPr>
              <p:blipFill>
                <a:blip r:embed="rId268"/>
                <a:stretch>
                  <a:fillRect/>
                </a:stretch>
              </p:blipFill>
              <p:spPr>
                <a:xfrm>
                  <a:off x="4168958" y="5903496"/>
                  <a:ext cx="388440" cy="37764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84" name="Ink 183">
                  <a:extLst>
                    <a:ext uri="{FF2B5EF4-FFF2-40B4-BE49-F238E27FC236}">
                      <a16:creationId xmlns:a16="http://schemas.microsoft.com/office/drawing/2014/main" id="{4011BF06-525F-0294-E640-09C91AABCB59}"/>
                    </a:ext>
                  </a:extLst>
                </p14:cNvPr>
                <p14:cNvContentPartPr/>
                <p14:nvPr/>
              </p14:nvContentPartPr>
              <p14:xfrm>
                <a:off x="3338438" y="4941216"/>
                <a:ext cx="3722040" cy="1873800"/>
              </p14:xfrm>
            </p:contentPart>
          </mc:Choice>
          <mc:Fallback xmlns="">
            <p:pic>
              <p:nvPicPr>
                <p:cNvPr id="184" name="Ink 183">
                  <a:extLst>
                    <a:ext uri="{FF2B5EF4-FFF2-40B4-BE49-F238E27FC236}">
                      <a16:creationId xmlns:a16="http://schemas.microsoft.com/office/drawing/2014/main" id="{4011BF06-525F-0294-E640-09C91AABCB59}"/>
                    </a:ext>
                  </a:extLst>
                </p:cNvPr>
                <p:cNvPicPr/>
                <p:nvPr/>
              </p:nvPicPr>
              <p:blipFill>
                <a:blip r:embed="rId270"/>
                <a:stretch>
                  <a:fillRect/>
                </a:stretch>
              </p:blipFill>
              <p:spPr>
                <a:xfrm>
                  <a:off x="3332318" y="4935096"/>
                  <a:ext cx="3734280" cy="188604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86" name="Ink 185">
                  <a:extLst>
                    <a:ext uri="{FF2B5EF4-FFF2-40B4-BE49-F238E27FC236}">
                      <a16:creationId xmlns:a16="http://schemas.microsoft.com/office/drawing/2014/main" id="{78D01B0F-3621-1758-FAB4-E5081E190D80}"/>
                    </a:ext>
                  </a:extLst>
                </p14:cNvPr>
                <p14:cNvContentPartPr/>
                <p14:nvPr/>
              </p14:nvContentPartPr>
              <p14:xfrm>
                <a:off x="7177838" y="5114376"/>
                <a:ext cx="236520" cy="219600"/>
              </p14:xfrm>
            </p:contentPart>
          </mc:Choice>
          <mc:Fallback xmlns="">
            <p:pic>
              <p:nvPicPr>
                <p:cNvPr id="186" name="Ink 185">
                  <a:extLst>
                    <a:ext uri="{FF2B5EF4-FFF2-40B4-BE49-F238E27FC236}">
                      <a16:creationId xmlns:a16="http://schemas.microsoft.com/office/drawing/2014/main" id="{78D01B0F-3621-1758-FAB4-E5081E190D80}"/>
                    </a:ext>
                  </a:extLst>
                </p:cNvPr>
                <p:cNvPicPr/>
                <p:nvPr/>
              </p:nvPicPr>
              <p:blipFill>
                <a:blip r:embed="rId272"/>
                <a:stretch>
                  <a:fillRect/>
                </a:stretch>
              </p:blipFill>
              <p:spPr>
                <a:xfrm>
                  <a:off x="7171718" y="5108256"/>
                  <a:ext cx="24876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87" name="Ink 186">
                  <a:extLst>
                    <a:ext uri="{FF2B5EF4-FFF2-40B4-BE49-F238E27FC236}">
                      <a16:creationId xmlns:a16="http://schemas.microsoft.com/office/drawing/2014/main" id="{8B3689BD-3540-57DB-B89A-D02CA5DC5658}"/>
                    </a:ext>
                  </a:extLst>
                </p14:cNvPr>
                <p14:cNvContentPartPr/>
                <p14:nvPr/>
              </p14:nvContentPartPr>
              <p14:xfrm>
                <a:off x="7343438" y="4912776"/>
                <a:ext cx="20160" cy="128160"/>
              </p14:xfrm>
            </p:contentPart>
          </mc:Choice>
          <mc:Fallback xmlns="">
            <p:pic>
              <p:nvPicPr>
                <p:cNvPr id="187" name="Ink 186">
                  <a:extLst>
                    <a:ext uri="{FF2B5EF4-FFF2-40B4-BE49-F238E27FC236}">
                      <a16:creationId xmlns:a16="http://schemas.microsoft.com/office/drawing/2014/main" id="{8B3689BD-3540-57DB-B89A-D02CA5DC5658}"/>
                    </a:ext>
                  </a:extLst>
                </p:cNvPr>
                <p:cNvPicPr/>
                <p:nvPr/>
              </p:nvPicPr>
              <p:blipFill>
                <a:blip r:embed="rId274"/>
                <a:stretch>
                  <a:fillRect/>
                </a:stretch>
              </p:blipFill>
              <p:spPr>
                <a:xfrm>
                  <a:off x="7337318" y="4906656"/>
                  <a:ext cx="3240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88" name="Ink 187">
                  <a:extLst>
                    <a:ext uri="{FF2B5EF4-FFF2-40B4-BE49-F238E27FC236}">
                      <a16:creationId xmlns:a16="http://schemas.microsoft.com/office/drawing/2014/main" id="{EF028A8B-631B-8A87-AF65-4A877E610B3C}"/>
                    </a:ext>
                  </a:extLst>
                </p14:cNvPr>
                <p14:cNvContentPartPr/>
                <p14:nvPr/>
              </p14:nvContentPartPr>
              <p14:xfrm>
                <a:off x="7672838" y="4808736"/>
                <a:ext cx="61200" cy="132120"/>
              </p14:xfrm>
            </p:contentPart>
          </mc:Choice>
          <mc:Fallback xmlns="">
            <p:pic>
              <p:nvPicPr>
                <p:cNvPr id="188" name="Ink 187">
                  <a:extLst>
                    <a:ext uri="{FF2B5EF4-FFF2-40B4-BE49-F238E27FC236}">
                      <a16:creationId xmlns:a16="http://schemas.microsoft.com/office/drawing/2014/main" id="{EF028A8B-631B-8A87-AF65-4A877E610B3C}"/>
                    </a:ext>
                  </a:extLst>
                </p:cNvPr>
                <p:cNvPicPr/>
                <p:nvPr/>
              </p:nvPicPr>
              <p:blipFill>
                <a:blip r:embed="rId276"/>
                <a:stretch>
                  <a:fillRect/>
                </a:stretch>
              </p:blipFill>
              <p:spPr>
                <a:xfrm>
                  <a:off x="7666718" y="4802616"/>
                  <a:ext cx="7344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90" name="Ink 189">
                  <a:extLst>
                    <a:ext uri="{FF2B5EF4-FFF2-40B4-BE49-F238E27FC236}">
                      <a16:creationId xmlns:a16="http://schemas.microsoft.com/office/drawing/2014/main" id="{0C524CD4-376A-D8E2-6269-27ED90DDD416}"/>
                    </a:ext>
                  </a:extLst>
                </p14:cNvPr>
                <p14:cNvContentPartPr/>
                <p14:nvPr/>
              </p14:nvContentPartPr>
              <p14:xfrm>
                <a:off x="7560518" y="4916736"/>
                <a:ext cx="340200" cy="333360"/>
              </p14:xfrm>
            </p:contentPart>
          </mc:Choice>
          <mc:Fallback xmlns="">
            <p:pic>
              <p:nvPicPr>
                <p:cNvPr id="190" name="Ink 189">
                  <a:extLst>
                    <a:ext uri="{FF2B5EF4-FFF2-40B4-BE49-F238E27FC236}">
                      <a16:creationId xmlns:a16="http://schemas.microsoft.com/office/drawing/2014/main" id="{0C524CD4-376A-D8E2-6269-27ED90DDD416}"/>
                    </a:ext>
                  </a:extLst>
                </p:cNvPr>
                <p:cNvPicPr/>
                <p:nvPr/>
              </p:nvPicPr>
              <p:blipFill>
                <a:blip r:embed="rId278"/>
                <a:stretch>
                  <a:fillRect/>
                </a:stretch>
              </p:blipFill>
              <p:spPr>
                <a:xfrm>
                  <a:off x="7554398" y="4910616"/>
                  <a:ext cx="352440" cy="34560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92" name="Ink 191">
                  <a:extLst>
                    <a:ext uri="{FF2B5EF4-FFF2-40B4-BE49-F238E27FC236}">
                      <a16:creationId xmlns:a16="http://schemas.microsoft.com/office/drawing/2014/main" id="{C58EDCAA-DB64-3D7B-F67F-1C9503A8615E}"/>
                    </a:ext>
                  </a:extLst>
                </p14:cNvPr>
                <p14:cNvContentPartPr/>
                <p14:nvPr/>
              </p14:nvContentPartPr>
              <p14:xfrm>
                <a:off x="7737638" y="4675896"/>
                <a:ext cx="126360" cy="67680"/>
              </p14:xfrm>
            </p:contentPart>
          </mc:Choice>
          <mc:Fallback xmlns="">
            <p:pic>
              <p:nvPicPr>
                <p:cNvPr id="192" name="Ink 191">
                  <a:extLst>
                    <a:ext uri="{FF2B5EF4-FFF2-40B4-BE49-F238E27FC236}">
                      <a16:creationId xmlns:a16="http://schemas.microsoft.com/office/drawing/2014/main" id="{C58EDCAA-DB64-3D7B-F67F-1C9503A8615E}"/>
                    </a:ext>
                  </a:extLst>
                </p:cNvPr>
                <p:cNvPicPr/>
                <p:nvPr/>
              </p:nvPicPr>
              <p:blipFill>
                <a:blip r:embed="rId280"/>
                <a:stretch>
                  <a:fillRect/>
                </a:stretch>
              </p:blipFill>
              <p:spPr>
                <a:xfrm>
                  <a:off x="7731518" y="4669776"/>
                  <a:ext cx="13860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93" name="Ink 192">
                  <a:extLst>
                    <a:ext uri="{FF2B5EF4-FFF2-40B4-BE49-F238E27FC236}">
                      <a16:creationId xmlns:a16="http://schemas.microsoft.com/office/drawing/2014/main" id="{DEE7042A-EFC8-8933-A7F3-0D40A413C330}"/>
                    </a:ext>
                  </a:extLst>
                </p14:cNvPr>
                <p14:cNvContentPartPr/>
                <p14:nvPr/>
              </p14:nvContentPartPr>
              <p14:xfrm>
                <a:off x="7909358" y="4577616"/>
                <a:ext cx="56520" cy="98640"/>
              </p14:xfrm>
            </p:contentPart>
          </mc:Choice>
          <mc:Fallback xmlns="">
            <p:pic>
              <p:nvPicPr>
                <p:cNvPr id="193" name="Ink 192">
                  <a:extLst>
                    <a:ext uri="{FF2B5EF4-FFF2-40B4-BE49-F238E27FC236}">
                      <a16:creationId xmlns:a16="http://schemas.microsoft.com/office/drawing/2014/main" id="{DEE7042A-EFC8-8933-A7F3-0D40A413C330}"/>
                    </a:ext>
                  </a:extLst>
                </p:cNvPr>
                <p:cNvPicPr/>
                <p:nvPr/>
              </p:nvPicPr>
              <p:blipFill>
                <a:blip r:embed="rId282"/>
                <a:stretch>
                  <a:fillRect/>
                </a:stretch>
              </p:blipFill>
              <p:spPr>
                <a:xfrm>
                  <a:off x="7903238" y="4571496"/>
                  <a:ext cx="6876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97" name="Ink 196">
                  <a:extLst>
                    <a:ext uri="{FF2B5EF4-FFF2-40B4-BE49-F238E27FC236}">
                      <a16:creationId xmlns:a16="http://schemas.microsoft.com/office/drawing/2014/main" id="{D263AAC6-3799-786F-3BAD-C623A42FE781}"/>
                    </a:ext>
                  </a:extLst>
                </p14:cNvPr>
                <p14:cNvContentPartPr/>
                <p14:nvPr/>
              </p14:nvContentPartPr>
              <p14:xfrm>
                <a:off x="7145438" y="5182056"/>
                <a:ext cx="110880" cy="186840"/>
              </p14:xfrm>
            </p:contentPart>
          </mc:Choice>
          <mc:Fallback xmlns="">
            <p:pic>
              <p:nvPicPr>
                <p:cNvPr id="197" name="Ink 196">
                  <a:extLst>
                    <a:ext uri="{FF2B5EF4-FFF2-40B4-BE49-F238E27FC236}">
                      <a16:creationId xmlns:a16="http://schemas.microsoft.com/office/drawing/2014/main" id="{D263AAC6-3799-786F-3BAD-C623A42FE781}"/>
                    </a:ext>
                  </a:extLst>
                </p:cNvPr>
                <p:cNvPicPr/>
                <p:nvPr/>
              </p:nvPicPr>
              <p:blipFill>
                <a:blip r:embed="rId284"/>
                <a:stretch>
                  <a:fillRect/>
                </a:stretch>
              </p:blipFill>
              <p:spPr>
                <a:xfrm>
                  <a:off x="7139318" y="5175936"/>
                  <a:ext cx="12312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98" name="Ink 197">
                  <a:extLst>
                    <a:ext uri="{FF2B5EF4-FFF2-40B4-BE49-F238E27FC236}">
                      <a16:creationId xmlns:a16="http://schemas.microsoft.com/office/drawing/2014/main" id="{6E653B9F-8874-FBAD-7120-C9BEB8C82FF1}"/>
                    </a:ext>
                  </a:extLst>
                </p14:cNvPr>
                <p14:cNvContentPartPr/>
                <p14:nvPr/>
              </p14:nvContentPartPr>
              <p14:xfrm>
                <a:off x="7245878" y="5153256"/>
                <a:ext cx="162720" cy="114840"/>
              </p14:xfrm>
            </p:contentPart>
          </mc:Choice>
          <mc:Fallback xmlns="">
            <p:pic>
              <p:nvPicPr>
                <p:cNvPr id="198" name="Ink 197">
                  <a:extLst>
                    <a:ext uri="{FF2B5EF4-FFF2-40B4-BE49-F238E27FC236}">
                      <a16:creationId xmlns:a16="http://schemas.microsoft.com/office/drawing/2014/main" id="{6E653B9F-8874-FBAD-7120-C9BEB8C82FF1}"/>
                    </a:ext>
                  </a:extLst>
                </p:cNvPr>
                <p:cNvPicPr/>
                <p:nvPr/>
              </p:nvPicPr>
              <p:blipFill>
                <a:blip r:embed="rId286"/>
                <a:stretch>
                  <a:fillRect/>
                </a:stretch>
              </p:blipFill>
              <p:spPr>
                <a:xfrm>
                  <a:off x="7239758" y="5147136"/>
                  <a:ext cx="17496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99" name="Ink 198">
                  <a:extLst>
                    <a:ext uri="{FF2B5EF4-FFF2-40B4-BE49-F238E27FC236}">
                      <a16:creationId xmlns:a16="http://schemas.microsoft.com/office/drawing/2014/main" id="{68BA3356-6EDB-62CB-605C-D896D1FE3163}"/>
                    </a:ext>
                  </a:extLst>
                </p14:cNvPr>
                <p14:cNvContentPartPr/>
                <p14:nvPr/>
              </p14:nvContentPartPr>
              <p14:xfrm>
                <a:off x="7110878" y="5186736"/>
                <a:ext cx="110880" cy="178920"/>
              </p14:xfrm>
            </p:contentPart>
          </mc:Choice>
          <mc:Fallback xmlns="">
            <p:pic>
              <p:nvPicPr>
                <p:cNvPr id="199" name="Ink 198">
                  <a:extLst>
                    <a:ext uri="{FF2B5EF4-FFF2-40B4-BE49-F238E27FC236}">
                      <a16:creationId xmlns:a16="http://schemas.microsoft.com/office/drawing/2014/main" id="{68BA3356-6EDB-62CB-605C-D896D1FE3163}"/>
                    </a:ext>
                  </a:extLst>
                </p:cNvPr>
                <p:cNvPicPr/>
                <p:nvPr/>
              </p:nvPicPr>
              <p:blipFill>
                <a:blip r:embed="rId288"/>
                <a:stretch>
                  <a:fillRect/>
                </a:stretch>
              </p:blipFill>
              <p:spPr>
                <a:xfrm>
                  <a:off x="7104758" y="5180616"/>
                  <a:ext cx="12312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200" name="Ink 199">
                  <a:extLst>
                    <a:ext uri="{FF2B5EF4-FFF2-40B4-BE49-F238E27FC236}">
                      <a16:creationId xmlns:a16="http://schemas.microsoft.com/office/drawing/2014/main" id="{22666E75-28B8-FA03-546A-718D18F46305}"/>
                    </a:ext>
                  </a:extLst>
                </p14:cNvPr>
                <p14:cNvContentPartPr/>
                <p14:nvPr/>
              </p14:nvContentPartPr>
              <p14:xfrm>
                <a:off x="7239038" y="5139936"/>
                <a:ext cx="175320" cy="133200"/>
              </p14:xfrm>
            </p:contentPart>
          </mc:Choice>
          <mc:Fallback xmlns="">
            <p:pic>
              <p:nvPicPr>
                <p:cNvPr id="200" name="Ink 199">
                  <a:extLst>
                    <a:ext uri="{FF2B5EF4-FFF2-40B4-BE49-F238E27FC236}">
                      <a16:creationId xmlns:a16="http://schemas.microsoft.com/office/drawing/2014/main" id="{22666E75-28B8-FA03-546A-718D18F46305}"/>
                    </a:ext>
                  </a:extLst>
                </p:cNvPr>
                <p:cNvPicPr/>
                <p:nvPr/>
              </p:nvPicPr>
              <p:blipFill>
                <a:blip r:embed="rId290"/>
                <a:stretch>
                  <a:fillRect/>
                </a:stretch>
              </p:blipFill>
              <p:spPr>
                <a:xfrm>
                  <a:off x="7232918" y="5133816"/>
                  <a:ext cx="18756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201" name="Ink 200">
                  <a:extLst>
                    <a:ext uri="{FF2B5EF4-FFF2-40B4-BE49-F238E27FC236}">
                      <a16:creationId xmlns:a16="http://schemas.microsoft.com/office/drawing/2014/main" id="{764454A7-4E55-D07F-92AA-9DA68C7DD186}"/>
                    </a:ext>
                  </a:extLst>
                </p14:cNvPr>
                <p14:cNvContentPartPr/>
                <p14:nvPr/>
              </p14:nvContentPartPr>
              <p14:xfrm>
                <a:off x="7135718" y="5154696"/>
                <a:ext cx="143640" cy="202680"/>
              </p14:xfrm>
            </p:contentPart>
          </mc:Choice>
          <mc:Fallback xmlns="">
            <p:pic>
              <p:nvPicPr>
                <p:cNvPr id="201" name="Ink 200">
                  <a:extLst>
                    <a:ext uri="{FF2B5EF4-FFF2-40B4-BE49-F238E27FC236}">
                      <a16:creationId xmlns:a16="http://schemas.microsoft.com/office/drawing/2014/main" id="{764454A7-4E55-D07F-92AA-9DA68C7DD186}"/>
                    </a:ext>
                  </a:extLst>
                </p:cNvPr>
                <p:cNvPicPr/>
                <p:nvPr/>
              </p:nvPicPr>
              <p:blipFill>
                <a:blip r:embed="rId292"/>
                <a:stretch>
                  <a:fillRect/>
                </a:stretch>
              </p:blipFill>
              <p:spPr>
                <a:xfrm>
                  <a:off x="7129598" y="5148576"/>
                  <a:ext cx="15588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202" name="Ink 201">
                  <a:extLst>
                    <a:ext uri="{FF2B5EF4-FFF2-40B4-BE49-F238E27FC236}">
                      <a16:creationId xmlns:a16="http://schemas.microsoft.com/office/drawing/2014/main" id="{FD9F59C6-9BE9-29AA-DF4D-C4D85FC68599}"/>
                    </a:ext>
                  </a:extLst>
                </p14:cNvPr>
                <p14:cNvContentPartPr/>
                <p14:nvPr/>
              </p14:nvContentPartPr>
              <p14:xfrm>
                <a:off x="7151918" y="5209056"/>
                <a:ext cx="79200" cy="147240"/>
              </p14:xfrm>
            </p:contentPart>
          </mc:Choice>
          <mc:Fallback xmlns="">
            <p:pic>
              <p:nvPicPr>
                <p:cNvPr id="202" name="Ink 201">
                  <a:extLst>
                    <a:ext uri="{FF2B5EF4-FFF2-40B4-BE49-F238E27FC236}">
                      <a16:creationId xmlns:a16="http://schemas.microsoft.com/office/drawing/2014/main" id="{FD9F59C6-9BE9-29AA-DF4D-C4D85FC68599}"/>
                    </a:ext>
                  </a:extLst>
                </p:cNvPr>
                <p:cNvPicPr/>
                <p:nvPr/>
              </p:nvPicPr>
              <p:blipFill>
                <a:blip r:embed="rId294"/>
                <a:stretch>
                  <a:fillRect/>
                </a:stretch>
              </p:blipFill>
              <p:spPr>
                <a:xfrm>
                  <a:off x="7145798" y="5202936"/>
                  <a:ext cx="9144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203" name="Ink 202">
                  <a:extLst>
                    <a:ext uri="{FF2B5EF4-FFF2-40B4-BE49-F238E27FC236}">
                      <a16:creationId xmlns:a16="http://schemas.microsoft.com/office/drawing/2014/main" id="{2AE96106-BA14-6AC0-50C8-C7D647721C24}"/>
                    </a:ext>
                  </a:extLst>
                </p14:cNvPr>
                <p14:cNvContentPartPr/>
                <p14:nvPr/>
              </p14:nvContentPartPr>
              <p14:xfrm>
                <a:off x="7223918" y="5158296"/>
                <a:ext cx="142200" cy="113760"/>
              </p14:xfrm>
            </p:contentPart>
          </mc:Choice>
          <mc:Fallback xmlns="">
            <p:pic>
              <p:nvPicPr>
                <p:cNvPr id="203" name="Ink 202">
                  <a:extLst>
                    <a:ext uri="{FF2B5EF4-FFF2-40B4-BE49-F238E27FC236}">
                      <a16:creationId xmlns:a16="http://schemas.microsoft.com/office/drawing/2014/main" id="{2AE96106-BA14-6AC0-50C8-C7D647721C24}"/>
                    </a:ext>
                  </a:extLst>
                </p:cNvPr>
                <p:cNvPicPr/>
                <p:nvPr/>
              </p:nvPicPr>
              <p:blipFill>
                <a:blip r:embed="rId296"/>
                <a:stretch>
                  <a:fillRect/>
                </a:stretch>
              </p:blipFill>
              <p:spPr>
                <a:xfrm>
                  <a:off x="7217798" y="5152176"/>
                  <a:ext cx="1544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209" name="Ink 208">
                  <a:extLst>
                    <a:ext uri="{FF2B5EF4-FFF2-40B4-BE49-F238E27FC236}">
                      <a16:creationId xmlns:a16="http://schemas.microsoft.com/office/drawing/2014/main" id="{05040435-D48A-6084-EDC5-810FC4D02851}"/>
                    </a:ext>
                  </a:extLst>
                </p14:cNvPr>
                <p14:cNvContentPartPr/>
                <p14:nvPr/>
              </p14:nvContentPartPr>
              <p14:xfrm>
                <a:off x="8080718" y="4761576"/>
                <a:ext cx="108720" cy="83880"/>
              </p14:xfrm>
            </p:contentPart>
          </mc:Choice>
          <mc:Fallback xmlns="">
            <p:pic>
              <p:nvPicPr>
                <p:cNvPr id="209" name="Ink 208">
                  <a:extLst>
                    <a:ext uri="{FF2B5EF4-FFF2-40B4-BE49-F238E27FC236}">
                      <a16:creationId xmlns:a16="http://schemas.microsoft.com/office/drawing/2014/main" id="{05040435-D48A-6084-EDC5-810FC4D02851}"/>
                    </a:ext>
                  </a:extLst>
                </p:cNvPr>
                <p:cNvPicPr/>
                <p:nvPr/>
              </p:nvPicPr>
              <p:blipFill>
                <a:blip r:embed="rId298"/>
                <a:stretch>
                  <a:fillRect/>
                </a:stretch>
              </p:blipFill>
              <p:spPr>
                <a:xfrm>
                  <a:off x="8074598" y="4755456"/>
                  <a:ext cx="12096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210" name="Ink 209">
                  <a:extLst>
                    <a:ext uri="{FF2B5EF4-FFF2-40B4-BE49-F238E27FC236}">
                      <a16:creationId xmlns:a16="http://schemas.microsoft.com/office/drawing/2014/main" id="{801E2113-144A-18C9-0A09-015CC5A9BDA3}"/>
                    </a:ext>
                  </a:extLst>
                </p14:cNvPr>
                <p14:cNvContentPartPr/>
                <p14:nvPr/>
              </p14:nvContentPartPr>
              <p14:xfrm>
                <a:off x="8171078" y="4712976"/>
                <a:ext cx="128880" cy="76320"/>
              </p14:xfrm>
            </p:contentPart>
          </mc:Choice>
          <mc:Fallback xmlns="">
            <p:pic>
              <p:nvPicPr>
                <p:cNvPr id="210" name="Ink 209">
                  <a:extLst>
                    <a:ext uri="{FF2B5EF4-FFF2-40B4-BE49-F238E27FC236}">
                      <a16:creationId xmlns:a16="http://schemas.microsoft.com/office/drawing/2014/main" id="{801E2113-144A-18C9-0A09-015CC5A9BDA3}"/>
                    </a:ext>
                  </a:extLst>
                </p:cNvPr>
                <p:cNvPicPr/>
                <p:nvPr/>
              </p:nvPicPr>
              <p:blipFill>
                <a:blip r:embed="rId300"/>
                <a:stretch>
                  <a:fillRect/>
                </a:stretch>
              </p:blipFill>
              <p:spPr>
                <a:xfrm>
                  <a:off x="8164958" y="4706856"/>
                  <a:ext cx="14112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212" name="Ink 211">
                  <a:extLst>
                    <a:ext uri="{FF2B5EF4-FFF2-40B4-BE49-F238E27FC236}">
                      <a16:creationId xmlns:a16="http://schemas.microsoft.com/office/drawing/2014/main" id="{32632880-D334-3B29-7270-31EE0C2F707B}"/>
                    </a:ext>
                  </a:extLst>
                </p14:cNvPr>
                <p14:cNvContentPartPr/>
                <p14:nvPr/>
              </p14:nvContentPartPr>
              <p14:xfrm>
                <a:off x="7218878" y="5973336"/>
                <a:ext cx="104040" cy="148320"/>
              </p14:xfrm>
            </p:contentPart>
          </mc:Choice>
          <mc:Fallback xmlns="">
            <p:pic>
              <p:nvPicPr>
                <p:cNvPr id="212" name="Ink 211">
                  <a:extLst>
                    <a:ext uri="{FF2B5EF4-FFF2-40B4-BE49-F238E27FC236}">
                      <a16:creationId xmlns:a16="http://schemas.microsoft.com/office/drawing/2014/main" id="{32632880-D334-3B29-7270-31EE0C2F707B}"/>
                    </a:ext>
                  </a:extLst>
                </p:cNvPr>
                <p:cNvPicPr/>
                <p:nvPr/>
              </p:nvPicPr>
              <p:blipFill>
                <a:blip r:embed="rId302"/>
                <a:stretch>
                  <a:fillRect/>
                </a:stretch>
              </p:blipFill>
              <p:spPr>
                <a:xfrm>
                  <a:off x="7212758" y="5967216"/>
                  <a:ext cx="11628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213" name="Ink 212">
                  <a:extLst>
                    <a:ext uri="{FF2B5EF4-FFF2-40B4-BE49-F238E27FC236}">
                      <a16:creationId xmlns:a16="http://schemas.microsoft.com/office/drawing/2014/main" id="{56226766-E5AF-5D40-B4FF-CA2A8E60A957}"/>
                    </a:ext>
                  </a:extLst>
                </p14:cNvPr>
                <p14:cNvContentPartPr/>
                <p14:nvPr/>
              </p14:nvContentPartPr>
              <p14:xfrm>
                <a:off x="7304198" y="5884056"/>
                <a:ext cx="110160" cy="129960"/>
              </p14:xfrm>
            </p:contentPart>
          </mc:Choice>
          <mc:Fallback xmlns="">
            <p:pic>
              <p:nvPicPr>
                <p:cNvPr id="213" name="Ink 212">
                  <a:extLst>
                    <a:ext uri="{FF2B5EF4-FFF2-40B4-BE49-F238E27FC236}">
                      <a16:creationId xmlns:a16="http://schemas.microsoft.com/office/drawing/2014/main" id="{56226766-E5AF-5D40-B4FF-CA2A8E60A957}"/>
                    </a:ext>
                  </a:extLst>
                </p:cNvPr>
                <p:cNvPicPr/>
                <p:nvPr/>
              </p:nvPicPr>
              <p:blipFill>
                <a:blip r:embed="rId304"/>
                <a:stretch>
                  <a:fillRect/>
                </a:stretch>
              </p:blipFill>
              <p:spPr>
                <a:xfrm>
                  <a:off x="7298078" y="5877936"/>
                  <a:ext cx="12240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214" name="Ink 213">
                  <a:extLst>
                    <a:ext uri="{FF2B5EF4-FFF2-40B4-BE49-F238E27FC236}">
                      <a16:creationId xmlns:a16="http://schemas.microsoft.com/office/drawing/2014/main" id="{E48D7F02-B89F-90BC-9475-76B2DE4E8B42}"/>
                    </a:ext>
                  </a:extLst>
                </p14:cNvPr>
                <p14:cNvContentPartPr/>
                <p14:nvPr/>
              </p14:nvContentPartPr>
              <p14:xfrm>
                <a:off x="7431998" y="5828256"/>
                <a:ext cx="117720" cy="87840"/>
              </p14:xfrm>
            </p:contentPart>
          </mc:Choice>
          <mc:Fallback xmlns="">
            <p:pic>
              <p:nvPicPr>
                <p:cNvPr id="214" name="Ink 213">
                  <a:extLst>
                    <a:ext uri="{FF2B5EF4-FFF2-40B4-BE49-F238E27FC236}">
                      <a16:creationId xmlns:a16="http://schemas.microsoft.com/office/drawing/2014/main" id="{E48D7F02-B89F-90BC-9475-76B2DE4E8B42}"/>
                    </a:ext>
                  </a:extLst>
                </p:cNvPr>
                <p:cNvPicPr/>
                <p:nvPr/>
              </p:nvPicPr>
              <p:blipFill>
                <a:blip r:embed="rId306"/>
                <a:stretch>
                  <a:fillRect/>
                </a:stretch>
              </p:blipFill>
              <p:spPr>
                <a:xfrm>
                  <a:off x="7425878" y="5822136"/>
                  <a:ext cx="12996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216" name="Ink 215">
                  <a:extLst>
                    <a:ext uri="{FF2B5EF4-FFF2-40B4-BE49-F238E27FC236}">
                      <a16:creationId xmlns:a16="http://schemas.microsoft.com/office/drawing/2014/main" id="{88B909BF-87C5-C507-CB4E-6458B266E46B}"/>
                    </a:ext>
                  </a:extLst>
                </p14:cNvPr>
                <p14:cNvContentPartPr/>
                <p14:nvPr/>
              </p14:nvContentPartPr>
              <p14:xfrm>
                <a:off x="7563038" y="5695416"/>
                <a:ext cx="186480" cy="275760"/>
              </p14:xfrm>
            </p:contentPart>
          </mc:Choice>
          <mc:Fallback xmlns="">
            <p:pic>
              <p:nvPicPr>
                <p:cNvPr id="216" name="Ink 215">
                  <a:extLst>
                    <a:ext uri="{FF2B5EF4-FFF2-40B4-BE49-F238E27FC236}">
                      <a16:creationId xmlns:a16="http://schemas.microsoft.com/office/drawing/2014/main" id="{88B909BF-87C5-C507-CB4E-6458B266E46B}"/>
                    </a:ext>
                  </a:extLst>
                </p:cNvPr>
                <p:cNvPicPr/>
                <p:nvPr/>
              </p:nvPicPr>
              <p:blipFill>
                <a:blip r:embed="rId308"/>
                <a:stretch>
                  <a:fillRect/>
                </a:stretch>
              </p:blipFill>
              <p:spPr>
                <a:xfrm>
                  <a:off x="7556918" y="5689296"/>
                  <a:ext cx="19872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217" name="Ink 216">
                  <a:extLst>
                    <a:ext uri="{FF2B5EF4-FFF2-40B4-BE49-F238E27FC236}">
                      <a16:creationId xmlns:a16="http://schemas.microsoft.com/office/drawing/2014/main" id="{8449D891-8831-5099-190F-3E109B65B01F}"/>
                    </a:ext>
                  </a:extLst>
                </p14:cNvPr>
                <p14:cNvContentPartPr/>
                <p14:nvPr/>
              </p14:nvContentPartPr>
              <p14:xfrm>
                <a:off x="7706318" y="5530896"/>
                <a:ext cx="128880" cy="304200"/>
              </p14:xfrm>
            </p:contentPart>
          </mc:Choice>
          <mc:Fallback xmlns="">
            <p:pic>
              <p:nvPicPr>
                <p:cNvPr id="217" name="Ink 216">
                  <a:extLst>
                    <a:ext uri="{FF2B5EF4-FFF2-40B4-BE49-F238E27FC236}">
                      <a16:creationId xmlns:a16="http://schemas.microsoft.com/office/drawing/2014/main" id="{8449D891-8831-5099-190F-3E109B65B01F}"/>
                    </a:ext>
                  </a:extLst>
                </p:cNvPr>
                <p:cNvPicPr/>
                <p:nvPr/>
              </p:nvPicPr>
              <p:blipFill>
                <a:blip r:embed="rId310"/>
                <a:stretch>
                  <a:fillRect/>
                </a:stretch>
              </p:blipFill>
              <p:spPr>
                <a:xfrm>
                  <a:off x="7700198" y="5524776"/>
                  <a:ext cx="14112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218" name="Ink 217">
                  <a:extLst>
                    <a:ext uri="{FF2B5EF4-FFF2-40B4-BE49-F238E27FC236}">
                      <a16:creationId xmlns:a16="http://schemas.microsoft.com/office/drawing/2014/main" id="{7F22BD9F-7AF8-3CD0-A32E-21E6808FDA98}"/>
                    </a:ext>
                  </a:extLst>
                </p14:cNvPr>
                <p14:cNvContentPartPr/>
                <p14:nvPr/>
              </p14:nvContentPartPr>
              <p14:xfrm>
                <a:off x="7077398" y="5905296"/>
                <a:ext cx="212040" cy="310320"/>
              </p14:xfrm>
            </p:contentPart>
          </mc:Choice>
          <mc:Fallback xmlns="">
            <p:pic>
              <p:nvPicPr>
                <p:cNvPr id="218" name="Ink 217">
                  <a:extLst>
                    <a:ext uri="{FF2B5EF4-FFF2-40B4-BE49-F238E27FC236}">
                      <a16:creationId xmlns:a16="http://schemas.microsoft.com/office/drawing/2014/main" id="{7F22BD9F-7AF8-3CD0-A32E-21E6808FDA98}"/>
                    </a:ext>
                  </a:extLst>
                </p:cNvPr>
                <p:cNvPicPr/>
                <p:nvPr/>
              </p:nvPicPr>
              <p:blipFill>
                <a:blip r:embed="rId312"/>
                <a:stretch>
                  <a:fillRect/>
                </a:stretch>
              </p:blipFill>
              <p:spPr>
                <a:xfrm>
                  <a:off x="7071278" y="5899176"/>
                  <a:ext cx="22428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220" name="Ink 219">
                  <a:extLst>
                    <a:ext uri="{FF2B5EF4-FFF2-40B4-BE49-F238E27FC236}">
                      <a16:creationId xmlns:a16="http://schemas.microsoft.com/office/drawing/2014/main" id="{43AD0A89-E4E4-0B01-92B1-841DA1393F23}"/>
                    </a:ext>
                  </a:extLst>
                </p14:cNvPr>
                <p14:cNvContentPartPr/>
                <p14:nvPr/>
              </p14:nvContentPartPr>
              <p14:xfrm>
                <a:off x="7773638" y="5398776"/>
                <a:ext cx="27360" cy="97200"/>
              </p14:xfrm>
            </p:contentPart>
          </mc:Choice>
          <mc:Fallback xmlns="">
            <p:pic>
              <p:nvPicPr>
                <p:cNvPr id="220" name="Ink 219">
                  <a:extLst>
                    <a:ext uri="{FF2B5EF4-FFF2-40B4-BE49-F238E27FC236}">
                      <a16:creationId xmlns:a16="http://schemas.microsoft.com/office/drawing/2014/main" id="{43AD0A89-E4E4-0B01-92B1-841DA1393F23}"/>
                    </a:ext>
                  </a:extLst>
                </p:cNvPr>
                <p:cNvPicPr/>
                <p:nvPr/>
              </p:nvPicPr>
              <p:blipFill>
                <a:blip r:embed="rId314"/>
                <a:stretch>
                  <a:fillRect/>
                </a:stretch>
              </p:blipFill>
              <p:spPr>
                <a:xfrm>
                  <a:off x="7767518" y="5392656"/>
                  <a:ext cx="3960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221" name="Ink 220">
                  <a:extLst>
                    <a:ext uri="{FF2B5EF4-FFF2-40B4-BE49-F238E27FC236}">
                      <a16:creationId xmlns:a16="http://schemas.microsoft.com/office/drawing/2014/main" id="{C168190B-D8FB-F749-FDC4-D518A629FA34}"/>
                    </a:ext>
                  </a:extLst>
                </p14:cNvPr>
                <p14:cNvContentPartPr/>
                <p14:nvPr/>
              </p14:nvContentPartPr>
              <p14:xfrm>
                <a:off x="7971638" y="5371416"/>
                <a:ext cx="65880" cy="126360"/>
              </p14:xfrm>
            </p:contentPart>
          </mc:Choice>
          <mc:Fallback xmlns="">
            <p:pic>
              <p:nvPicPr>
                <p:cNvPr id="221" name="Ink 220">
                  <a:extLst>
                    <a:ext uri="{FF2B5EF4-FFF2-40B4-BE49-F238E27FC236}">
                      <a16:creationId xmlns:a16="http://schemas.microsoft.com/office/drawing/2014/main" id="{C168190B-D8FB-F749-FDC4-D518A629FA34}"/>
                    </a:ext>
                  </a:extLst>
                </p:cNvPr>
                <p:cNvPicPr/>
                <p:nvPr/>
              </p:nvPicPr>
              <p:blipFill>
                <a:blip r:embed="rId316"/>
                <a:stretch>
                  <a:fillRect/>
                </a:stretch>
              </p:blipFill>
              <p:spPr>
                <a:xfrm>
                  <a:off x="7965518" y="5365296"/>
                  <a:ext cx="7812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222" name="Ink 221">
                  <a:extLst>
                    <a:ext uri="{FF2B5EF4-FFF2-40B4-BE49-F238E27FC236}">
                      <a16:creationId xmlns:a16="http://schemas.microsoft.com/office/drawing/2014/main" id="{975ADA0B-CD1B-197D-000C-D46B1C8AFC23}"/>
                    </a:ext>
                  </a:extLst>
                </p14:cNvPr>
                <p14:cNvContentPartPr/>
                <p14:nvPr/>
              </p14:nvContentPartPr>
              <p14:xfrm>
                <a:off x="7922678" y="5486256"/>
                <a:ext cx="255240" cy="297000"/>
              </p14:xfrm>
            </p:contentPart>
          </mc:Choice>
          <mc:Fallback xmlns="">
            <p:pic>
              <p:nvPicPr>
                <p:cNvPr id="222" name="Ink 221">
                  <a:extLst>
                    <a:ext uri="{FF2B5EF4-FFF2-40B4-BE49-F238E27FC236}">
                      <a16:creationId xmlns:a16="http://schemas.microsoft.com/office/drawing/2014/main" id="{975ADA0B-CD1B-197D-000C-D46B1C8AFC23}"/>
                    </a:ext>
                  </a:extLst>
                </p:cNvPr>
                <p:cNvPicPr/>
                <p:nvPr/>
              </p:nvPicPr>
              <p:blipFill>
                <a:blip r:embed="rId318"/>
                <a:stretch>
                  <a:fillRect/>
                </a:stretch>
              </p:blipFill>
              <p:spPr>
                <a:xfrm>
                  <a:off x="7916558" y="5480136"/>
                  <a:ext cx="267480" cy="30924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223" name="Ink 222">
                  <a:extLst>
                    <a:ext uri="{FF2B5EF4-FFF2-40B4-BE49-F238E27FC236}">
                      <a16:creationId xmlns:a16="http://schemas.microsoft.com/office/drawing/2014/main" id="{303C1304-D9DD-1FF4-03AB-95821EB5D527}"/>
                    </a:ext>
                  </a:extLst>
                </p14:cNvPr>
                <p14:cNvContentPartPr/>
                <p14:nvPr/>
              </p14:nvContentPartPr>
              <p14:xfrm>
                <a:off x="7998638" y="5277816"/>
                <a:ext cx="61560" cy="45360"/>
              </p14:xfrm>
            </p:contentPart>
          </mc:Choice>
          <mc:Fallback xmlns="">
            <p:pic>
              <p:nvPicPr>
                <p:cNvPr id="223" name="Ink 222">
                  <a:extLst>
                    <a:ext uri="{FF2B5EF4-FFF2-40B4-BE49-F238E27FC236}">
                      <a16:creationId xmlns:a16="http://schemas.microsoft.com/office/drawing/2014/main" id="{303C1304-D9DD-1FF4-03AB-95821EB5D527}"/>
                    </a:ext>
                  </a:extLst>
                </p:cNvPr>
                <p:cNvPicPr/>
                <p:nvPr/>
              </p:nvPicPr>
              <p:blipFill>
                <a:blip r:embed="rId320"/>
                <a:stretch>
                  <a:fillRect/>
                </a:stretch>
              </p:blipFill>
              <p:spPr>
                <a:xfrm>
                  <a:off x="7992518" y="5271696"/>
                  <a:ext cx="7380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224" name="Ink 223">
                  <a:extLst>
                    <a:ext uri="{FF2B5EF4-FFF2-40B4-BE49-F238E27FC236}">
                      <a16:creationId xmlns:a16="http://schemas.microsoft.com/office/drawing/2014/main" id="{CCE5EE30-43DC-A4FF-FFDC-26FA9F14E9D4}"/>
                    </a:ext>
                  </a:extLst>
                </p14:cNvPr>
                <p14:cNvContentPartPr/>
                <p14:nvPr/>
              </p14:nvContentPartPr>
              <p14:xfrm>
                <a:off x="8087918" y="5184216"/>
                <a:ext cx="36000" cy="60120"/>
              </p14:xfrm>
            </p:contentPart>
          </mc:Choice>
          <mc:Fallback xmlns="">
            <p:pic>
              <p:nvPicPr>
                <p:cNvPr id="224" name="Ink 223">
                  <a:extLst>
                    <a:ext uri="{FF2B5EF4-FFF2-40B4-BE49-F238E27FC236}">
                      <a16:creationId xmlns:a16="http://schemas.microsoft.com/office/drawing/2014/main" id="{CCE5EE30-43DC-A4FF-FFDC-26FA9F14E9D4}"/>
                    </a:ext>
                  </a:extLst>
                </p:cNvPr>
                <p:cNvPicPr/>
                <p:nvPr/>
              </p:nvPicPr>
              <p:blipFill>
                <a:blip r:embed="rId322"/>
                <a:stretch>
                  <a:fillRect/>
                </a:stretch>
              </p:blipFill>
              <p:spPr>
                <a:xfrm>
                  <a:off x="8081798" y="5178096"/>
                  <a:ext cx="4824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225" name="Ink 224">
                  <a:extLst>
                    <a:ext uri="{FF2B5EF4-FFF2-40B4-BE49-F238E27FC236}">
                      <a16:creationId xmlns:a16="http://schemas.microsoft.com/office/drawing/2014/main" id="{33C09FA9-775D-B3BF-4F1E-AD24E28B812C}"/>
                    </a:ext>
                  </a:extLst>
                </p14:cNvPr>
                <p14:cNvContentPartPr/>
                <p14:nvPr/>
              </p14:nvContentPartPr>
              <p14:xfrm>
                <a:off x="8238038" y="5316696"/>
                <a:ext cx="132840" cy="100440"/>
              </p14:xfrm>
            </p:contentPart>
          </mc:Choice>
          <mc:Fallback xmlns="">
            <p:pic>
              <p:nvPicPr>
                <p:cNvPr id="225" name="Ink 224">
                  <a:extLst>
                    <a:ext uri="{FF2B5EF4-FFF2-40B4-BE49-F238E27FC236}">
                      <a16:creationId xmlns:a16="http://schemas.microsoft.com/office/drawing/2014/main" id="{33C09FA9-775D-B3BF-4F1E-AD24E28B812C}"/>
                    </a:ext>
                  </a:extLst>
                </p:cNvPr>
                <p:cNvPicPr/>
                <p:nvPr/>
              </p:nvPicPr>
              <p:blipFill>
                <a:blip r:embed="rId324"/>
                <a:stretch>
                  <a:fillRect/>
                </a:stretch>
              </p:blipFill>
              <p:spPr>
                <a:xfrm>
                  <a:off x="8231918" y="5310576"/>
                  <a:ext cx="14508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26" name="Ink 225">
                  <a:extLst>
                    <a:ext uri="{FF2B5EF4-FFF2-40B4-BE49-F238E27FC236}">
                      <a16:creationId xmlns:a16="http://schemas.microsoft.com/office/drawing/2014/main" id="{CD4A6B41-DB09-CC43-667C-A16DE8E53C1F}"/>
                    </a:ext>
                  </a:extLst>
                </p14:cNvPr>
                <p14:cNvContentPartPr/>
                <p14:nvPr/>
              </p14:nvContentPartPr>
              <p14:xfrm>
                <a:off x="8379878" y="5256576"/>
                <a:ext cx="88200" cy="88200"/>
              </p14:xfrm>
            </p:contentPart>
          </mc:Choice>
          <mc:Fallback xmlns="">
            <p:pic>
              <p:nvPicPr>
                <p:cNvPr id="226" name="Ink 225">
                  <a:extLst>
                    <a:ext uri="{FF2B5EF4-FFF2-40B4-BE49-F238E27FC236}">
                      <a16:creationId xmlns:a16="http://schemas.microsoft.com/office/drawing/2014/main" id="{CD4A6B41-DB09-CC43-667C-A16DE8E53C1F}"/>
                    </a:ext>
                  </a:extLst>
                </p:cNvPr>
                <p:cNvPicPr/>
                <p:nvPr/>
              </p:nvPicPr>
              <p:blipFill>
                <a:blip r:embed="rId326"/>
                <a:stretch>
                  <a:fillRect/>
                </a:stretch>
              </p:blipFill>
              <p:spPr>
                <a:xfrm>
                  <a:off x="8373758" y="5250456"/>
                  <a:ext cx="10044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227" name="Ink 226">
                  <a:extLst>
                    <a:ext uri="{FF2B5EF4-FFF2-40B4-BE49-F238E27FC236}">
                      <a16:creationId xmlns:a16="http://schemas.microsoft.com/office/drawing/2014/main" id="{9ED5D379-0952-7824-C443-F65F95A7FF7F}"/>
                    </a:ext>
                  </a:extLst>
                </p14:cNvPr>
                <p14:cNvContentPartPr/>
                <p14:nvPr/>
              </p14:nvContentPartPr>
              <p14:xfrm>
                <a:off x="8462318" y="5138136"/>
                <a:ext cx="165960" cy="182160"/>
              </p14:xfrm>
            </p:contentPart>
          </mc:Choice>
          <mc:Fallback xmlns="">
            <p:pic>
              <p:nvPicPr>
                <p:cNvPr id="227" name="Ink 226">
                  <a:extLst>
                    <a:ext uri="{FF2B5EF4-FFF2-40B4-BE49-F238E27FC236}">
                      <a16:creationId xmlns:a16="http://schemas.microsoft.com/office/drawing/2014/main" id="{9ED5D379-0952-7824-C443-F65F95A7FF7F}"/>
                    </a:ext>
                  </a:extLst>
                </p:cNvPr>
                <p:cNvPicPr/>
                <p:nvPr/>
              </p:nvPicPr>
              <p:blipFill>
                <a:blip r:embed="rId328"/>
                <a:stretch>
                  <a:fillRect/>
                </a:stretch>
              </p:blipFill>
              <p:spPr>
                <a:xfrm>
                  <a:off x="8456198" y="5132016"/>
                  <a:ext cx="17820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28" name="Ink 227">
                  <a:extLst>
                    <a:ext uri="{FF2B5EF4-FFF2-40B4-BE49-F238E27FC236}">
                      <a16:creationId xmlns:a16="http://schemas.microsoft.com/office/drawing/2014/main" id="{1153FF08-6189-229C-97DA-947BEA0A8623}"/>
                    </a:ext>
                  </a:extLst>
                </p14:cNvPr>
                <p14:cNvContentPartPr/>
                <p14:nvPr/>
              </p14:nvContentPartPr>
              <p14:xfrm>
                <a:off x="8610278" y="5031936"/>
                <a:ext cx="75960" cy="200160"/>
              </p14:xfrm>
            </p:contentPart>
          </mc:Choice>
          <mc:Fallback xmlns="">
            <p:pic>
              <p:nvPicPr>
                <p:cNvPr id="228" name="Ink 227">
                  <a:extLst>
                    <a:ext uri="{FF2B5EF4-FFF2-40B4-BE49-F238E27FC236}">
                      <a16:creationId xmlns:a16="http://schemas.microsoft.com/office/drawing/2014/main" id="{1153FF08-6189-229C-97DA-947BEA0A8623}"/>
                    </a:ext>
                  </a:extLst>
                </p:cNvPr>
                <p:cNvPicPr/>
                <p:nvPr/>
              </p:nvPicPr>
              <p:blipFill>
                <a:blip r:embed="rId330"/>
                <a:stretch>
                  <a:fillRect/>
                </a:stretch>
              </p:blipFill>
              <p:spPr>
                <a:xfrm>
                  <a:off x="8604158" y="5025816"/>
                  <a:ext cx="8820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29" name="Ink 228">
                  <a:extLst>
                    <a:ext uri="{FF2B5EF4-FFF2-40B4-BE49-F238E27FC236}">
                      <a16:creationId xmlns:a16="http://schemas.microsoft.com/office/drawing/2014/main" id="{4575F456-4A51-637E-A0CC-C8FF23FD684D}"/>
                    </a:ext>
                  </a:extLst>
                </p14:cNvPr>
                <p14:cNvContentPartPr/>
                <p14:nvPr/>
              </p14:nvContentPartPr>
              <p14:xfrm>
                <a:off x="8135078" y="5290056"/>
                <a:ext cx="161640" cy="208800"/>
              </p14:xfrm>
            </p:contentPart>
          </mc:Choice>
          <mc:Fallback xmlns="">
            <p:pic>
              <p:nvPicPr>
                <p:cNvPr id="229" name="Ink 228">
                  <a:extLst>
                    <a:ext uri="{FF2B5EF4-FFF2-40B4-BE49-F238E27FC236}">
                      <a16:creationId xmlns:a16="http://schemas.microsoft.com/office/drawing/2014/main" id="{4575F456-4A51-637E-A0CC-C8FF23FD684D}"/>
                    </a:ext>
                  </a:extLst>
                </p:cNvPr>
                <p:cNvPicPr/>
                <p:nvPr/>
              </p:nvPicPr>
              <p:blipFill>
                <a:blip r:embed="rId332"/>
                <a:stretch>
                  <a:fillRect/>
                </a:stretch>
              </p:blipFill>
              <p:spPr>
                <a:xfrm>
                  <a:off x="8128958" y="5283936"/>
                  <a:ext cx="17388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31" name="Ink 230">
                  <a:extLst>
                    <a:ext uri="{FF2B5EF4-FFF2-40B4-BE49-F238E27FC236}">
                      <a16:creationId xmlns:a16="http://schemas.microsoft.com/office/drawing/2014/main" id="{F141FBC0-458A-EEA6-A487-9A54D8F5F6DE}"/>
                    </a:ext>
                  </a:extLst>
                </p14:cNvPr>
                <p14:cNvContentPartPr/>
                <p14:nvPr/>
              </p14:nvContentPartPr>
              <p14:xfrm>
                <a:off x="6968318" y="6624216"/>
                <a:ext cx="81360" cy="111600"/>
              </p14:xfrm>
            </p:contentPart>
          </mc:Choice>
          <mc:Fallback xmlns="">
            <p:pic>
              <p:nvPicPr>
                <p:cNvPr id="231" name="Ink 230">
                  <a:extLst>
                    <a:ext uri="{FF2B5EF4-FFF2-40B4-BE49-F238E27FC236}">
                      <a16:creationId xmlns:a16="http://schemas.microsoft.com/office/drawing/2014/main" id="{F141FBC0-458A-EEA6-A487-9A54D8F5F6DE}"/>
                    </a:ext>
                  </a:extLst>
                </p:cNvPr>
                <p:cNvPicPr/>
                <p:nvPr/>
              </p:nvPicPr>
              <p:blipFill>
                <a:blip r:embed="rId334"/>
                <a:stretch>
                  <a:fillRect/>
                </a:stretch>
              </p:blipFill>
              <p:spPr>
                <a:xfrm>
                  <a:off x="6962198" y="6618096"/>
                  <a:ext cx="9360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32" name="Ink 231">
                  <a:extLst>
                    <a:ext uri="{FF2B5EF4-FFF2-40B4-BE49-F238E27FC236}">
                      <a16:creationId xmlns:a16="http://schemas.microsoft.com/office/drawing/2014/main" id="{D99444B8-9B5C-150A-2CBA-066DBBC5E904}"/>
                    </a:ext>
                  </a:extLst>
                </p14:cNvPr>
                <p14:cNvContentPartPr/>
                <p14:nvPr/>
              </p14:nvContentPartPr>
              <p14:xfrm>
                <a:off x="7035998" y="6584976"/>
                <a:ext cx="101160" cy="66240"/>
              </p14:xfrm>
            </p:contentPart>
          </mc:Choice>
          <mc:Fallback xmlns="">
            <p:pic>
              <p:nvPicPr>
                <p:cNvPr id="232" name="Ink 231">
                  <a:extLst>
                    <a:ext uri="{FF2B5EF4-FFF2-40B4-BE49-F238E27FC236}">
                      <a16:creationId xmlns:a16="http://schemas.microsoft.com/office/drawing/2014/main" id="{D99444B8-9B5C-150A-2CBA-066DBBC5E904}"/>
                    </a:ext>
                  </a:extLst>
                </p:cNvPr>
                <p:cNvPicPr/>
                <p:nvPr/>
              </p:nvPicPr>
              <p:blipFill>
                <a:blip r:embed="rId336"/>
                <a:stretch>
                  <a:fillRect/>
                </a:stretch>
              </p:blipFill>
              <p:spPr>
                <a:xfrm>
                  <a:off x="7029878" y="6578856"/>
                  <a:ext cx="11340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33" name="Ink 232">
                  <a:extLst>
                    <a:ext uri="{FF2B5EF4-FFF2-40B4-BE49-F238E27FC236}">
                      <a16:creationId xmlns:a16="http://schemas.microsoft.com/office/drawing/2014/main" id="{AAEA7B44-9C60-2221-2EB9-025B5269757A}"/>
                    </a:ext>
                  </a:extLst>
                </p14:cNvPr>
                <p14:cNvContentPartPr/>
                <p14:nvPr/>
              </p14:nvContentPartPr>
              <p14:xfrm>
                <a:off x="6888758" y="6470856"/>
                <a:ext cx="163800" cy="145080"/>
              </p14:xfrm>
            </p:contentPart>
          </mc:Choice>
          <mc:Fallback xmlns="">
            <p:pic>
              <p:nvPicPr>
                <p:cNvPr id="233" name="Ink 232">
                  <a:extLst>
                    <a:ext uri="{FF2B5EF4-FFF2-40B4-BE49-F238E27FC236}">
                      <a16:creationId xmlns:a16="http://schemas.microsoft.com/office/drawing/2014/main" id="{AAEA7B44-9C60-2221-2EB9-025B5269757A}"/>
                    </a:ext>
                  </a:extLst>
                </p:cNvPr>
                <p:cNvPicPr/>
                <p:nvPr/>
              </p:nvPicPr>
              <p:blipFill>
                <a:blip r:embed="rId338"/>
                <a:stretch>
                  <a:fillRect/>
                </a:stretch>
              </p:blipFill>
              <p:spPr>
                <a:xfrm>
                  <a:off x="6882638" y="6464736"/>
                  <a:ext cx="17604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34" name="Ink 233">
                  <a:extLst>
                    <a:ext uri="{FF2B5EF4-FFF2-40B4-BE49-F238E27FC236}">
                      <a16:creationId xmlns:a16="http://schemas.microsoft.com/office/drawing/2014/main" id="{1EB9A05C-BC78-24EA-C980-0C54FEAC40B8}"/>
                    </a:ext>
                  </a:extLst>
                </p14:cNvPr>
                <p14:cNvContentPartPr/>
                <p14:nvPr/>
              </p14:nvContentPartPr>
              <p14:xfrm>
                <a:off x="7146518" y="6344136"/>
                <a:ext cx="162000" cy="186120"/>
              </p14:xfrm>
            </p:contentPart>
          </mc:Choice>
          <mc:Fallback xmlns="">
            <p:pic>
              <p:nvPicPr>
                <p:cNvPr id="234" name="Ink 233">
                  <a:extLst>
                    <a:ext uri="{FF2B5EF4-FFF2-40B4-BE49-F238E27FC236}">
                      <a16:creationId xmlns:a16="http://schemas.microsoft.com/office/drawing/2014/main" id="{1EB9A05C-BC78-24EA-C980-0C54FEAC40B8}"/>
                    </a:ext>
                  </a:extLst>
                </p:cNvPr>
                <p:cNvPicPr/>
                <p:nvPr/>
              </p:nvPicPr>
              <p:blipFill>
                <a:blip r:embed="rId340"/>
                <a:stretch>
                  <a:fillRect/>
                </a:stretch>
              </p:blipFill>
              <p:spPr>
                <a:xfrm>
                  <a:off x="7140398" y="6338016"/>
                  <a:ext cx="17424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35" name="Ink 234">
                  <a:extLst>
                    <a:ext uri="{FF2B5EF4-FFF2-40B4-BE49-F238E27FC236}">
                      <a16:creationId xmlns:a16="http://schemas.microsoft.com/office/drawing/2014/main" id="{813D3DA9-813B-25EE-DC59-90915D42F6B1}"/>
                    </a:ext>
                  </a:extLst>
                </p14:cNvPr>
                <p14:cNvContentPartPr/>
                <p14:nvPr/>
              </p14:nvContentPartPr>
              <p14:xfrm>
                <a:off x="7416878" y="6154776"/>
                <a:ext cx="161640" cy="189360"/>
              </p14:xfrm>
            </p:contentPart>
          </mc:Choice>
          <mc:Fallback xmlns="">
            <p:pic>
              <p:nvPicPr>
                <p:cNvPr id="235" name="Ink 234">
                  <a:extLst>
                    <a:ext uri="{FF2B5EF4-FFF2-40B4-BE49-F238E27FC236}">
                      <a16:creationId xmlns:a16="http://schemas.microsoft.com/office/drawing/2014/main" id="{813D3DA9-813B-25EE-DC59-90915D42F6B1}"/>
                    </a:ext>
                  </a:extLst>
                </p:cNvPr>
                <p:cNvPicPr/>
                <p:nvPr/>
              </p:nvPicPr>
              <p:blipFill>
                <a:blip r:embed="rId342"/>
                <a:stretch>
                  <a:fillRect/>
                </a:stretch>
              </p:blipFill>
              <p:spPr>
                <a:xfrm>
                  <a:off x="7410758" y="6148656"/>
                  <a:ext cx="17388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36" name="Ink 235">
                  <a:extLst>
                    <a:ext uri="{FF2B5EF4-FFF2-40B4-BE49-F238E27FC236}">
                      <a16:creationId xmlns:a16="http://schemas.microsoft.com/office/drawing/2014/main" id="{2DE74141-808B-F3D4-AE0B-55E8C22E1758}"/>
                    </a:ext>
                  </a:extLst>
                </p14:cNvPr>
                <p14:cNvContentPartPr/>
                <p14:nvPr/>
              </p14:nvContentPartPr>
              <p14:xfrm>
                <a:off x="7492478" y="6604776"/>
                <a:ext cx="156600" cy="157320"/>
              </p14:xfrm>
            </p:contentPart>
          </mc:Choice>
          <mc:Fallback xmlns="">
            <p:pic>
              <p:nvPicPr>
                <p:cNvPr id="236" name="Ink 235">
                  <a:extLst>
                    <a:ext uri="{FF2B5EF4-FFF2-40B4-BE49-F238E27FC236}">
                      <a16:creationId xmlns:a16="http://schemas.microsoft.com/office/drawing/2014/main" id="{2DE74141-808B-F3D4-AE0B-55E8C22E1758}"/>
                    </a:ext>
                  </a:extLst>
                </p:cNvPr>
                <p:cNvPicPr/>
                <p:nvPr/>
              </p:nvPicPr>
              <p:blipFill>
                <a:blip r:embed="rId344"/>
                <a:stretch>
                  <a:fillRect/>
                </a:stretch>
              </p:blipFill>
              <p:spPr>
                <a:xfrm>
                  <a:off x="7486358" y="6598656"/>
                  <a:ext cx="16884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37" name="Ink 236">
                  <a:extLst>
                    <a:ext uri="{FF2B5EF4-FFF2-40B4-BE49-F238E27FC236}">
                      <a16:creationId xmlns:a16="http://schemas.microsoft.com/office/drawing/2014/main" id="{DC4E45E4-4925-62D6-2925-4AA8A084C820}"/>
                    </a:ext>
                  </a:extLst>
                </p14:cNvPr>
                <p14:cNvContentPartPr/>
                <p14:nvPr/>
              </p14:nvContentPartPr>
              <p14:xfrm>
                <a:off x="7620278" y="6566976"/>
                <a:ext cx="165240" cy="87840"/>
              </p14:xfrm>
            </p:contentPart>
          </mc:Choice>
          <mc:Fallback xmlns="">
            <p:pic>
              <p:nvPicPr>
                <p:cNvPr id="237" name="Ink 236">
                  <a:extLst>
                    <a:ext uri="{FF2B5EF4-FFF2-40B4-BE49-F238E27FC236}">
                      <a16:creationId xmlns:a16="http://schemas.microsoft.com/office/drawing/2014/main" id="{DC4E45E4-4925-62D6-2925-4AA8A084C820}"/>
                    </a:ext>
                  </a:extLst>
                </p:cNvPr>
                <p:cNvPicPr/>
                <p:nvPr/>
              </p:nvPicPr>
              <p:blipFill>
                <a:blip r:embed="rId346"/>
                <a:stretch>
                  <a:fillRect/>
                </a:stretch>
              </p:blipFill>
              <p:spPr>
                <a:xfrm>
                  <a:off x="7614158" y="6560856"/>
                  <a:ext cx="17748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38" name="Ink 237">
                  <a:extLst>
                    <a:ext uri="{FF2B5EF4-FFF2-40B4-BE49-F238E27FC236}">
                      <a16:creationId xmlns:a16="http://schemas.microsoft.com/office/drawing/2014/main" id="{CA6D2673-315A-4466-D6B7-FA156E3CB9ED}"/>
                    </a:ext>
                  </a:extLst>
                </p14:cNvPr>
                <p14:cNvContentPartPr/>
                <p14:nvPr/>
              </p14:nvContentPartPr>
              <p14:xfrm>
                <a:off x="7782638" y="6439176"/>
                <a:ext cx="102240" cy="103680"/>
              </p14:xfrm>
            </p:contentPart>
          </mc:Choice>
          <mc:Fallback xmlns="">
            <p:pic>
              <p:nvPicPr>
                <p:cNvPr id="238" name="Ink 237">
                  <a:extLst>
                    <a:ext uri="{FF2B5EF4-FFF2-40B4-BE49-F238E27FC236}">
                      <a16:creationId xmlns:a16="http://schemas.microsoft.com/office/drawing/2014/main" id="{CA6D2673-315A-4466-D6B7-FA156E3CB9ED}"/>
                    </a:ext>
                  </a:extLst>
                </p:cNvPr>
                <p:cNvPicPr/>
                <p:nvPr/>
              </p:nvPicPr>
              <p:blipFill>
                <a:blip r:embed="rId348"/>
                <a:stretch>
                  <a:fillRect/>
                </a:stretch>
              </p:blipFill>
              <p:spPr>
                <a:xfrm>
                  <a:off x="7776518" y="6433056"/>
                  <a:ext cx="11448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39" name="Ink 238">
                  <a:extLst>
                    <a:ext uri="{FF2B5EF4-FFF2-40B4-BE49-F238E27FC236}">
                      <a16:creationId xmlns:a16="http://schemas.microsoft.com/office/drawing/2014/main" id="{30E12BCE-1F09-974E-22EE-87941E322BFE}"/>
                    </a:ext>
                  </a:extLst>
                </p14:cNvPr>
                <p14:cNvContentPartPr/>
                <p14:nvPr/>
              </p14:nvContentPartPr>
              <p14:xfrm>
                <a:off x="7940678" y="6308856"/>
                <a:ext cx="142200" cy="101880"/>
              </p14:xfrm>
            </p:contentPart>
          </mc:Choice>
          <mc:Fallback xmlns="">
            <p:pic>
              <p:nvPicPr>
                <p:cNvPr id="239" name="Ink 238">
                  <a:extLst>
                    <a:ext uri="{FF2B5EF4-FFF2-40B4-BE49-F238E27FC236}">
                      <a16:creationId xmlns:a16="http://schemas.microsoft.com/office/drawing/2014/main" id="{30E12BCE-1F09-974E-22EE-87941E322BFE}"/>
                    </a:ext>
                  </a:extLst>
                </p:cNvPr>
                <p:cNvPicPr/>
                <p:nvPr/>
              </p:nvPicPr>
              <p:blipFill>
                <a:blip r:embed="rId350"/>
                <a:stretch>
                  <a:fillRect/>
                </a:stretch>
              </p:blipFill>
              <p:spPr>
                <a:xfrm>
                  <a:off x="7934558" y="6302736"/>
                  <a:ext cx="1544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240" name="Ink 239">
                  <a:extLst>
                    <a:ext uri="{FF2B5EF4-FFF2-40B4-BE49-F238E27FC236}">
                      <a16:creationId xmlns:a16="http://schemas.microsoft.com/office/drawing/2014/main" id="{4ABA4100-CB49-22F9-036D-3DED62E3057F}"/>
                    </a:ext>
                  </a:extLst>
                </p14:cNvPr>
                <p14:cNvContentPartPr/>
                <p14:nvPr/>
              </p14:nvContentPartPr>
              <p14:xfrm>
                <a:off x="7894238" y="6213096"/>
                <a:ext cx="102240" cy="81720"/>
              </p14:xfrm>
            </p:contentPart>
          </mc:Choice>
          <mc:Fallback xmlns="">
            <p:pic>
              <p:nvPicPr>
                <p:cNvPr id="240" name="Ink 239">
                  <a:extLst>
                    <a:ext uri="{FF2B5EF4-FFF2-40B4-BE49-F238E27FC236}">
                      <a16:creationId xmlns:a16="http://schemas.microsoft.com/office/drawing/2014/main" id="{4ABA4100-CB49-22F9-036D-3DED62E3057F}"/>
                    </a:ext>
                  </a:extLst>
                </p:cNvPr>
                <p:cNvPicPr/>
                <p:nvPr/>
              </p:nvPicPr>
              <p:blipFill>
                <a:blip r:embed="rId352"/>
                <a:stretch>
                  <a:fillRect/>
                </a:stretch>
              </p:blipFill>
              <p:spPr>
                <a:xfrm>
                  <a:off x="7888118" y="6206976"/>
                  <a:ext cx="1144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241" name="Ink 240">
                  <a:extLst>
                    <a:ext uri="{FF2B5EF4-FFF2-40B4-BE49-F238E27FC236}">
                      <a16:creationId xmlns:a16="http://schemas.microsoft.com/office/drawing/2014/main" id="{D35F6952-5C6D-1500-F00D-F4E473A71107}"/>
                    </a:ext>
                  </a:extLst>
                </p14:cNvPr>
                <p14:cNvContentPartPr/>
                <p14:nvPr/>
              </p14:nvContentPartPr>
              <p14:xfrm>
                <a:off x="8028878" y="6143256"/>
                <a:ext cx="100440" cy="237600"/>
              </p14:xfrm>
            </p:contentPart>
          </mc:Choice>
          <mc:Fallback xmlns="">
            <p:pic>
              <p:nvPicPr>
                <p:cNvPr id="241" name="Ink 240">
                  <a:extLst>
                    <a:ext uri="{FF2B5EF4-FFF2-40B4-BE49-F238E27FC236}">
                      <a16:creationId xmlns:a16="http://schemas.microsoft.com/office/drawing/2014/main" id="{D35F6952-5C6D-1500-F00D-F4E473A71107}"/>
                    </a:ext>
                  </a:extLst>
                </p:cNvPr>
                <p:cNvPicPr/>
                <p:nvPr/>
              </p:nvPicPr>
              <p:blipFill>
                <a:blip r:embed="rId354"/>
                <a:stretch>
                  <a:fillRect/>
                </a:stretch>
              </p:blipFill>
              <p:spPr>
                <a:xfrm>
                  <a:off x="8022758" y="6137136"/>
                  <a:ext cx="11268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43" name="Ink 242">
                  <a:extLst>
                    <a:ext uri="{FF2B5EF4-FFF2-40B4-BE49-F238E27FC236}">
                      <a16:creationId xmlns:a16="http://schemas.microsoft.com/office/drawing/2014/main" id="{6876A5B6-DEDB-86B3-29AE-9417AE52F6F9}"/>
                    </a:ext>
                  </a:extLst>
                </p14:cNvPr>
                <p14:cNvContentPartPr/>
                <p14:nvPr/>
              </p14:nvContentPartPr>
              <p14:xfrm>
                <a:off x="8019518" y="6003216"/>
                <a:ext cx="50400" cy="77040"/>
              </p14:xfrm>
            </p:contentPart>
          </mc:Choice>
          <mc:Fallback xmlns="">
            <p:pic>
              <p:nvPicPr>
                <p:cNvPr id="243" name="Ink 242">
                  <a:extLst>
                    <a:ext uri="{FF2B5EF4-FFF2-40B4-BE49-F238E27FC236}">
                      <a16:creationId xmlns:a16="http://schemas.microsoft.com/office/drawing/2014/main" id="{6876A5B6-DEDB-86B3-29AE-9417AE52F6F9}"/>
                    </a:ext>
                  </a:extLst>
                </p:cNvPr>
                <p:cNvPicPr/>
                <p:nvPr/>
              </p:nvPicPr>
              <p:blipFill>
                <a:blip r:embed="rId356"/>
                <a:stretch>
                  <a:fillRect/>
                </a:stretch>
              </p:blipFill>
              <p:spPr>
                <a:xfrm>
                  <a:off x="8013398" y="5997096"/>
                  <a:ext cx="6264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45" name="Ink 244">
                  <a:extLst>
                    <a:ext uri="{FF2B5EF4-FFF2-40B4-BE49-F238E27FC236}">
                      <a16:creationId xmlns:a16="http://schemas.microsoft.com/office/drawing/2014/main" id="{23332435-3AAD-5039-8905-6648CD113C8F}"/>
                    </a:ext>
                  </a:extLst>
                </p14:cNvPr>
                <p14:cNvContentPartPr/>
                <p14:nvPr/>
              </p14:nvContentPartPr>
              <p14:xfrm>
                <a:off x="8167838" y="6020856"/>
                <a:ext cx="133920" cy="176400"/>
              </p14:xfrm>
            </p:contentPart>
          </mc:Choice>
          <mc:Fallback xmlns="">
            <p:pic>
              <p:nvPicPr>
                <p:cNvPr id="245" name="Ink 244">
                  <a:extLst>
                    <a:ext uri="{FF2B5EF4-FFF2-40B4-BE49-F238E27FC236}">
                      <a16:creationId xmlns:a16="http://schemas.microsoft.com/office/drawing/2014/main" id="{23332435-3AAD-5039-8905-6648CD113C8F}"/>
                    </a:ext>
                  </a:extLst>
                </p:cNvPr>
                <p:cNvPicPr/>
                <p:nvPr/>
              </p:nvPicPr>
              <p:blipFill>
                <a:blip r:embed="rId358"/>
                <a:stretch>
                  <a:fillRect/>
                </a:stretch>
              </p:blipFill>
              <p:spPr>
                <a:xfrm>
                  <a:off x="8161718" y="6014736"/>
                  <a:ext cx="14616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46" name="Ink 245">
                  <a:extLst>
                    <a:ext uri="{FF2B5EF4-FFF2-40B4-BE49-F238E27FC236}">
                      <a16:creationId xmlns:a16="http://schemas.microsoft.com/office/drawing/2014/main" id="{13942E35-A79A-65A4-E1D6-2CA2D07EEF3D}"/>
                    </a:ext>
                  </a:extLst>
                </p14:cNvPr>
                <p14:cNvContentPartPr/>
                <p14:nvPr/>
              </p14:nvContentPartPr>
              <p14:xfrm>
                <a:off x="8199878" y="5888016"/>
                <a:ext cx="88560" cy="83520"/>
              </p14:xfrm>
            </p:contentPart>
          </mc:Choice>
          <mc:Fallback xmlns="">
            <p:pic>
              <p:nvPicPr>
                <p:cNvPr id="246" name="Ink 245">
                  <a:extLst>
                    <a:ext uri="{FF2B5EF4-FFF2-40B4-BE49-F238E27FC236}">
                      <a16:creationId xmlns:a16="http://schemas.microsoft.com/office/drawing/2014/main" id="{13942E35-A79A-65A4-E1D6-2CA2D07EEF3D}"/>
                    </a:ext>
                  </a:extLst>
                </p:cNvPr>
                <p:cNvPicPr/>
                <p:nvPr/>
              </p:nvPicPr>
              <p:blipFill>
                <a:blip r:embed="rId360"/>
                <a:stretch>
                  <a:fillRect/>
                </a:stretch>
              </p:blipFill>
              <p:spPr>
                <a:xfrm>
                  <a:off x="8193758" y="5881896"/>
                  <a:ext cx="10080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47" name="Ink 246">
                  <a:extLst>
                    <a:ext uri="{FF2B5EF4-FFF2-40B4-BE49-F238E27FC236}">
                      <a16:creationId xmlns:a16="http://schemas.microsoft.com/office/drawing/2014/main" id="{7C9D19AD-D952-2D2C-B4B7-D8236F281D59}"/>
                    </a:ext>
                  </a:extLst>
                </p14:cNvPr>
                <p14:cNvContentPartPr/>
                <p14:nvPr/>
              </p14:nvContentPartPr>
              <p14:xfrm>
                <a:off x="8282678" y="5833296"/>
                <a:ext cx="59400" cy="54000"/>
              </p14:xfrm>
            </p:contentPart>
          </mc:Choice>
          <mc:Fallback xmlns="">
            <p:pic>
              <p:nvPicPr>
                <p:cNvPr id="247" name="Ink 246">
                  <a:extLst>
                    <a:ext uri="{FF2B5EF4-FFF2-40B4-BE49-F238E27FC236}">
                      <a16:creationId xmlns:a16="http://schemas.microsoft.com/office/drawing/2014/main" id="{7C9D19AD-D952-2D2C-B4B7-D8236F281D59}"/>
                    </a:ext>
                  </a:extLst>
                </p:cNvPr>
                <p:cNvPicPr/>
                <p:nvPr/>
              </p:nvPicPr>
              <p:blipFill>
                <a:blip r:embed="rId362"/>
                <a:stretch>
                  <a:fillRect/>
                </a:stretch>
              </p:blipFill>
              <p:spPr>
                <a:xfrm>
                  <a:off x="8276558" y="5827176"/>
                  <a:ext cx="7164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248" name="Ink 247">
                  <a:extLst>
                    <a:ext uri="{FF2B5EF4-FFF2-40B4-BE49-F238E27FC236}">
                      <a16:creationId xmlns:a16="http://schemas.microsoft.com/office/drawing/2014/main" id="{1A35F72E-7BD9-8E48-5937-6206F91D1238}"/>
                    </a:ext>
                  </a:extLst>
                </p14:cNvPr>
                <p14:cNvContentPartPr/>
                <p14:nvPr/>
              </p14:nvContentPartPr>
              <p14:xfrm>
                <a:off x="8394278" y="5855976"/>
                <a:ext cx="134280" cy="151920"/>
              </p14:xfrm>
            </p:contentPart>
          </mc:Choice>
          <mc:Fallback xmlns="">
            <p:pic>
              <p:nvPicPr>
                <p:cNvPr id="248" name="Ink 247">
                  <a:extLst>
                    <a:ext uri="{FF2B5EF4-FFF2-40B4-BE49-F238E27FC236}">
                      <a16:creationId xmlns:a16="http://schemas.microsoft.com/office/drawing/2014/main" id="{1A35F72E-7BD9-8E48-5937-6206F91D1238}"/>
                    </a:ext>
                  </a:extLst>
                </p:cNvPr>
                <p:cNvPicPr/>
                <p:nvPr/>
              </p:nvPicPr>
              <p:blipFill>
                <a:blip r:embed="rId364"/>
                <a:stretch>
                  <a:fillRect/>
                </a:stretch>
              </p:blipFill>
              <p:spPr>
                <a:xfrm>
                  <a:off x="8388158" y="5849856"/>
                  <a:ext cx="14652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249" name="Ink 248">
                  <a:extLst>
                    <a:ext uri="{FF2B5EF4-FFF2-40B4-BE49-F238E27FC236}">
                      <a16:creationId xmlns:a16="http://schemas.microsoft.com/office/drawing/2014/main" id="{3CE18D27-B669-F538-750B-E921DD7A7ACF}"/>
                    </a:ext>
                  </a:extLst>
                </p14:cNvPr>
                <p14:cNvContentPartPr/>
                <p14:nvPr/>
              </p14:nvContentPartPr>
              <p14:xfrm>
                <a:off x="8483558" y="5821416"/>
                <a:ext cx="135360" cy="91440"/>
              </p14:xfrm>
            </p:contentPart>
          </mc:Choice>
          <mc:Fallback xmlns="">
            <p:pic>
              <p:nvPicPr>
                <p:cNvPr id="249" name="Ink 248">
                  <a:extLst>
                    <a:ext uri="{FF2B5EF4-FFF2-40B4-BE49-F238E27FC236}">
                      <a16:creationId xmlns:a16="http://schemas.microsoft.com/office/drawing/2014/main" id="{3CE18D27-B669-F538-750B-E921DD7A7ACF}"/>
                    </a:ext>
                  </a:extLst>
                </p:cNvPr>
                <p:cNvPicPr/>
                <p:nvPr/>
              </p:nvPicPr>
              <p:blipFill>
                <a:blip r:embed="rId366"/>
                <a:stretch>
                  <a:fillRect/>
                </a:stretch>
              </p:blipFill>
              <p:spPr>
                <a:xfrm>
                  <a:off x="8477438" y="5815296"/>
                  <a:ext cx="14760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50" name="Ink 249">
                  <a:extLst>
                    <a:ext uri="{FF2B5EF4-FFF2-40B4-BE49-F238E27FC236}">
                      <a16:creationId xmlns:a16="http://schemas.microsoft.com/office/drawing/2014/main" id="{0C02D0D8-CF6D-50C0-004B-BA49A7169377}"/>
                    </a:ext>
                  </a:extLst>
                </p14:cNvPr>
                <p14:cNvContentPartPr/>
                <p14:nvPr/>
              </p14:nvContentPartPr>
              <p14:xfrm>
                <a:off x="8617478" y="5767776"/>
                <a:ext cx="53280" cy="50760"/>
              </p14:xfrm>
            </p:contentPart>
          </mc:Choice>
          <mc:Fallback xmlns="">
            <p:pic>
              <p:nvPicPr>
                <p:cNvPr id="250" name="Ink 249">
                  <a:extLst>
                    <a:ext uri="{FF2B5EF4-FFF2-40B4-BE49-F238E27FC236}">
                      <a16:creationId xmlns:a16="http://schemas.microsoft.com/office/drawing/2014/main" id="{0C02D0D8-CF6D-50C0-004B-BA49A7169377}"/>
                    </a:ext>
                  </a:extLst>
                </p:cNvPr>
                <p:cNvPicPr/>
                <p:nvPr/>
              </p:nvPicPr>
              <p:blipFill>
                <a:blip r:embed="rId368"/>
                <a:stretch>
                  <a:fillRect/>
                </a:stretch>
              </p:blipFill>
              <p:spPr>
                <a:xfrm>
                  <a:off x="8611358" y="5761656"/>
                  <a:ext cx="6552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51" name="Ink 250">
                  <a:extLst>
                    <a:ext uri="{FF2B5EF4-FFF2-40B4-BE49-F238E27FC236}">
                      <a16:creationId xmlns:a16="http://schemas.microsoft.com/office/drawing/2014/main" id="{BC3C8AB8-D534-547F-2C55-7B3CD02A95EC}"/>
                    </a:ext>
                  </a:extLst>
                </p14:cNvPr>
                <p14:cNvContentPartPr/>
                <p14:nvPr/>
              </p14:nvContentPartPr>
              <p14:xfrm>
                <a:off x="8690198" y="5630976"/>
                <a:ext cx="155160" cy="108720"/>
              </p14:xfrm>
            </p:contentPart>
          </mc:Choice>
          <mc:Fallback xmlns="">
            <p:pic>
              <p:nvPicPr>
                <p:cNvPr id="251" name="Ink 250">
                  <a:extLst>
                    <a:ext uri="{FF2B5EF4-FFF2-40B4-BE49-F238E27FC236}">
                      <a16:creationId xmlns:a16="http://schemas.microsoft.com/office/drawing/2014/main" id="{BC3C8AB8-D534-547F-2C55-7B3CD02A95EC}"/>
                    </a:ext>
                  </a:extLst>
                </p:cNvPr>
                <p:cNvPicPr/>
                <p:nvPr/>
              </p:nvPicPr>
              <p:blipFill>
                <a:blip r:embed="rId370"/>
                <a:stretch>
                  <a:fillRect/>
                </a:stretch>
              </p:blipFill>
              <p:spPr>
                <a:xfrm>
                  <a:off x="8684078" y="5624856"/>
                  <a:ext cx="16740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52" name="Ink 251">
                  <a:extLst>
                    <a:ext uri="{FF2B5EF4-FFF2-40B4-BE49-F238E27FC236}">
                      <a16:creationId xmlns:a16="http://schemas.microsoft.com/office/drawing/2014/main" id="{708AC4EC-388A-85EA-B09D-4E659A797B69}"/>
                    </a:ext>
                  </a:extLst>
                </p14:cNvPr>
                <p14:cNvContentPartPr/>
                <p14:nvPr/>
              </p14:nvContentPartPr>
              <p14:xfrm>
                <a:off x="8644478" y="5547456"/>
                <a:ext cx="102240" cy="99360"/>
              </p14:xfrm>
            </p:contentPart>
          </mc:Choice>
          <mc:Fallback xmlns="">
            <p:pic>
              <p:nvPicPr>
                <p:cNvPr id="252" name="Ink 251">
                  <a:extLst>
                    <a:ext uri="{FF2B5EF4-FFF2-40B4-BE49-F238E27FC236}">
                      <a16:creationId xmlns:a16="http://schemas.microsoft.com/office/drawing/2014/main" id="{708AC4EC-388A-85EA-B09D-4E659A797B69}"/>
                    </a:ext>
                  </a:extLst>
                </p:cNvPr>
                <p:cNvPicPr/>
                <p:nvPr/>
              </p:nvPicPr>
              <p:blipFill>
                <a:blip r:embed="rId372"/>
                <a:stretch>
                  <a:fillRect/>
                </a:stretch>
              </p:blipFill>
              <p:spPr>
                <a:xfrm>
                  <a:off x="8638358" y="5541336"/>
                  <a:ext cx="11448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253" name="Ink 252">
                  <a:extLst>
                    <a:ext uri="{FF2B5EF4-FFF2-40B4-BE49-F238E27FC236}">
                      <a16:creationId xmlns:a16="http://schemas.microsoft.com/office/drawing/2014/main" id="{CCFC8CC7-8287-8903-40B2-27841CCB71AC}"/>
                    </a:ext>
                  </a:extLst>
                </p14:cNvPr>
                <p14:cNvContentPartPr/>
                <p14:nvPr/>
              </p14:nvContentPartPr>
              <p14:xfrm>
                <a:off x="8790278" y="5481936"/>
                <a:ext cx="118800" cy="274680"/>
              </p14:xfrm>
            </p:contentPart>
          </mc:Choice>
          <mc:Fallback xmlns="">
            <p:pic>
              <p:nvPicPr>
                <p:cNvPr id="253" name="Ink 252">
                  <a:extLst>
                    <a:ext uri="{FF2B5EF4-FFF2-40B4-BE49-F238E27FC236}">
                      <a16:creationId xmlns:a16="http://schemas.microsoft.com/office/drawing/2014/main" id="{CCFC8CC7-8287-8903-40B2-27841CCB71AC}"/>
                    </a:ext>
                  </a:extLst>
                </p:cNvPr>
                <p:cNvPicPr/>
                <p:nvPr/>
              </p:nvPicPr>
              <p:blipFill>
                <a:blip r:embed="rId374"/>
                <a:stretch>
                  <a:fillRect/>
                </a:stretch>
              </p:blipFill>
              <p:spPr>
                <a:xfrm>
                  <a:off x="8784158" y="5475816"/>
                  <a:ext cx="131040" cy="286920"/>
                </a:xfrm>
                <a:prstGeom prst="rect">
                  <a:avLst/>
                </a:prstGeom>
              </p:spPr>
            </p:pic>
          </mc:Fallback>
        </mc:AlternateContent>
      </p:grpSp>
    </p:spTree>
    <p:extLst>
      <p:ext uri="{BB962C8B-B14F-4D97-AF65-F5344CB8AC3E}">
        <p14:creationId xmlns:p14="http://schemas.microsoft.com/office/powerpoint/2010/main" val="1539511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8EF2A765-9B05-375B-77E4-47DFA9937787}"/>
              </a:ext>
            </a:extLst>
          </p:cNvPr>
          <p:cNvGrpSpPr/>
          <p:nvPr/>
        </p:nvGrpSpPr>
        <p:grpSpPr>
          <a:xfrm>
            <a:off x="3870878" y="1399536"/>
            <a:ext cx="736200" cy="493560"/>
            <a:chOff x="3870878" y="1399536"/>
            <a:chExt cx="736200" cy="49356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3132957-3188-200B-6A6B-7FF866704F49}"/>
                    </a:ext>
                  </a:extLst>
                </p14:cNvPr>
                <p14:cNvContentPartPr/>
                <p14:nvPr/>
              </p14:nvContentPartPr>
              <p14:xfrm>
                <a:off x="3970598" y="1587096"/>
                <a:ext cx="227160" cy="213480"/>
              </p14:xfrm>
            </p:contentPart>
          </mc:Choice>
          <mc:Fallback xmlns="">
            <p:pic>
              <p:nvPicPr>
                <p:cNvPr id="4" name="Ink 3">
                  <a:extLst>
                    <a:ext uri="{FF2B5EF4-FFF2-40B4-BE49-F238E27FC236}">
                      <a16:creationId xmlns:a16="http://schemas.microsoft.com/office/drawing/2014/main" id="{13132957-3188-200B-6A6B-7FF866704F49}"/>
                    </a:ext>
                  </a:extLst>
                </p:cNvPr>
                <p:cNvPicPr/>
                <p:nvPr/>
              </p:nvPicPr>
              <p:blipFill>
                <a:blip r:embed="rId3"/>
                <a:stretch>
                  <a:fillRect/>
                </a:stretch>
              </p:blipFill>
              <p:spPr>
                <a:xfrm>
                  <a:off x="3966278" y="1582776"/>
                  <a:ext cx="23580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A73136FF-F40E-D9BC-5B18-2A9EABEA6275}"/>
                    </a:ext>
                  </a:extLst>
                </p14:cNvPr>
                <p14:cNvContentPartPr/>
                <p14:nvPr/>
              </p14:nvContentPartPr>
              <p14:xfrm>
                <a:off x="3981038" y="1565496"/>
                <a:ext cx="137520" cy="230760"/>
              </p14:xfrm>
            </p:contentPart>
          </mc:Choice>
          <mc:Fallback xmlns="">
            <p:pic>
              <p:nvPicPr>
                <p:cNvPr id="5" name="Ink 4">
                  <a:extLst>
                    <a:ext uri="{FF2B5EF4-FFF2-40B4-BE49-F238E27FC236}">
                      <a16:creationId xmlns:a16="http://schemas.microsoft.com/office/drawing/2014/main" id="{A73136FF-F40E-D9BC-5B18-2A9EABEA6275}"/>
                    </a:ext>
                  </a:extLst>
                </p:cNvPr>
                <p:cNvPicPr/>
                <p:nvPr/>
              </p:nvPicPr>
              <p:blipFill>
                <a:blip r:embed="rId5"/>
                <a:stretch>
                  <a:fillRect/>
                </a:stretch>
              </p:blipFill>
              <p:spPr>
                <a:xfrm>
                  <a:off x="3976718" y="1561176"/>
                  <a:ext cx="14616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8C0585FE-012A-E53F-0784-FC02FE899A46}"/>
                    </a:ext>
                  </a:extLst>
                </p14:cNvPr>
                <p14:cNvContentPartPr/>
                <p14:nvPr/>
              </p14:nvContentPartPr>
              <p14:xfrm>
                <a:off x="4157078" y="1425816"/>
                <a:ext cx="61200" cy="147960"/>
              </p14:xfrm>
            </p:contentPart>
          </mc:Choice>
          <mc:Fallback xmlns="">
            <p:pic>
              <p:nvPicPr>
                <p:cNvPr id="6" name="Ink 5">
                  <a:extLst>
                    <a:ext uri="{FF2B5EF4-FFF2-40B4-BE49-F238E27FC236}">
                      <a16:creationId xmlns:a16="http://schemas.microsoft.com/office/drawing/2014/main" id="{8C0585FE-012A-E53F-0784-FC02FE899A46}"/>
                    </a:ext>
                  </a:extLst>
                </p:cNvPr>
                <p:cNvPicPr/>
                <p:nvPr/>
              </p:nvPicPr>
              <p:blipFill>
                <a:blip r:embed="rId7"/>
                <a:stretch>
                  <a:fillRect/>
                </a:stretch>
              </p:blipFill>
              <p:spPr>
                <a:xfrm>
                  <a:off x="4152758" y="1421496"/>
                  <a:ext cx="6984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AFD89B92-E8EB-ADBD-F735-70D1472D3AE4}"/>
                    </a:ext>
                  </a:extLst>
                </p14:cNvPr>
                <p14:cNvContentPartPr/>
                <p14:nvPr/>
              </p14:nvContentPartPr>
              <p14:xfrm>
                <a:off x="4310798" y="1526976"/>
                <a:ext cx="158040" cy="211680"/>
              </p14:xfrm>
            </p:contentPart>
          </mc:Choice>
          <mc:Fallback xmlns="">
            <p:pic>
              <p:nvPicPr>
                <p:cNvPr id="7" name="Ink 6">
                  <a:extLst>
                    <a:ext uri="{FF2B5EF4-FFF2-40B4-BE49-F238E27FC236}">
                      <a16:creationId xmlns:a16="http://schemas.microsoft.com/office/drawing/2014/main" id="{AFD89B92-E8EB-ADBD-F735-70D1472D3AE4}"/>
                    </a:ext>
                  </a:extLst>
                </p:cNvPr>
                <p:cNvPicPr/>
                <p:nvPr/>
              </p:nvPicPr>
              <p:blipFill>
                <a:blip r:embed="rId9"/>
                <a:stretch>
                  <a:fillRect/>
                </a:stretch>
              </p:blipFill>
              <p:spPr>
                <a:xfrm>
                  <a:off x="4306478" y="1522656"/>
                  <a:ext cx="16668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9A3DBD97-60AD-63A3-D8BB-A1A7D366E260}"/>
                    </a:ext>
                  </a:extLst>
                </p14:cNvPr>
                <p14:cNvContentPartPr/>
                <p14:nvPr/>
              </p14:nvContentPartPr>
              <p14:xfrm>
                <a:off x="4320158" y="1534536"/>
                <a:ext cx="112320" cy="229680"/>
              </p14:xfrm>
            </p:contentPart>
          </mc:Choice>
          <mc:Fallback xmlns="">
            <p:pic>
              <p:nvPicPr>
                <p:cNvPr id="8" name="Ink 7">
                  <a:extLst>
                    <a:ext uri="{FF2B5EF4-FFF2-40B4-BE49-F238E27FC236}">
                      <a16:creationId xmlns:a16="http://schemas.microsoft.com/office/drawing/2014/main" id="{9A3DBD97-60AD-63A3-D8BB-A1A7D366E260}"/>
                    </a:ext>
                  </a:extLst>
                </p:cNvPr>
                <p:cNvPicPr/>
                <p:nvPr/>
              </p:nvPicPr>
              <p:blipFill>
                <a:blip r:embed="rId11"/>
                <a:stretch>
                  <a:fillRect/>
                </a:stretch>
              </p:blipFill>
              <p:spPr>
                <a:xfrm>
                  <a:off x="4315838" y="1530216"/>
                  <a:ext cx="12096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0AA26019-0828-1D86-BDF5-EFD2A57FA503}"/>
                    </a:ext>
                  </a:extLst>
                </p14:cNvPr>
                <p14:cNvContentPartPr/>
                <p14:nvPr/>
              </p14:nvContentPartPr>
              <p14:xfrm>
                <a:off x="4495478" y="1399536"/>
                <a:ext cx="111600" cy="476640"/>
              </p14:xfrm>
            </p:contentPart>
          </mc:Choice>
          <mc:Fallback xmlns="">
            <p:pic>
              <p:nvPicPr>
                <p:cNvPr id="9" name="Ink 8">
                  <a:extLst>
                    <a:ext uri="{FF2B5EF4-FFF2-40B4-BE49-F238E27FC236}">
                      <a16:creationId xmlns:a16="http://schemas.microsoft.com/office/drawing/2014/main" id="{0AA26019-0828-1D86-BDF5-EFD2A57FA503}"/>
                    </a:ext>
                  </a:extLst>
                </p:cNvPr>
                <p:cNvPicPr/>
                <p:nvPr/>
              </p:nvPicPr>
              <p:blipFill>
                <a:blip r:embed="rId13"/>
                <a:stretch>
                  <a:fillRect/>
                </a:stretch>
              </p:blipFill>
              <p:spPr>
                <a:xfrm>
                  <a:off x="4491158" y="1395216"/>
                  <a:ext cx="120240" cy="4852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9AB6896D-0644-9F5D-691E-B39B2C1FD6D8}"/>
                    </a:ext>
                  </a:extLst>
                </p14:cNvPr>
                <p14:cNvContentPartPr/>
                <p14:nvPr/>
              </p14:nvContentPartPr>
              <p14:xfrm>
                <a:off x="3870878" y="1506816"/>
                <a:ext cx="135360" cy="386280"/>
              </p14:xfrm>
            </p:contentPart>
          </mc:Choice>
          <mc:Fallback xmlns="">
            <p:pic>
              <p:nvPicPr>
                <p:cNvPr id="10" name="Ink 9">
                  <a:extLst>
                    <a:ext uri="{FF2B5EF4-FFF2-40B4-BE49-F238E27FC236}">
                      <a16:creationId xmlns:a16="http://schemas.microsoft.com/office/drawing/2014/main" id="{9AB6896D-0644-9F5D-691E-B39B2C1FD6D8}"/>
                    </a:ext>
                  </a:extLst>
                </p:cNvPr>
                <p:cNvPicPr/>
                <p:nvPr/>
              </p:nvPicPr>
              <p:blipFill>
                <a:blip r:embed="rId15"/>
                <a:stretch>
                  <a:fillRect/>
                </a:stretch>
              </p:blipFill>
              <p:spPr>
                <a:xfrm>
                  <a:off x="3866558" y="1502496"/>
                  <a:ext cx="144000" cy="394920"/>
                </a:xfrm>
                <a:prstGeom prst="rect">
                  <a:avLst/>
                </a:prstGeom>
              </p:spPr>
            </p:pic>
          </mc:Fallback>
        </mc:AlternateContent>
      </p:grpSp>
      <p:grpSp>
        <p:nvGrpSpPr>
          <p:cNvPr id="15" name="Group 14">
            <a:extLst>
              <a:ext uri="{FF2B5EF4-FFF2-40B4-BE49-F238E27FC236}">
                <a16:creationId xmlns:a16="http://schemas.microsoft.com/office/drawing/2014/main" id="{58F518DF-B03F-CEF1-A256-F0C398BAAAA4}"/>
              </a:ext>
            </a:extLst>
          </p:cNvPr>
          <p:cNvGrpSpPr/>
          <p:nvPr/>
        </p:nvGrpSpPr>
        <p:grpSpPr>
          <a:xfrm>
            <a:off x="4845398" y="1561896"/>
            <a:ext cx="108000" cy="84240"/>
            <a:chOff x="4845398" y="1561896"/>
            <a:chExt cx="108000" cy="84240"/>
          </a:xfrm>
        </p:grpSpPr>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BAC8BB81-3E26-F32D-B00D-F03CA6F55498}"/>
                    </a:ext>
                  </a:extLst>
                </p14:cNvPr>
                <p14:cNvContentPartPr/>
                <p14:nvPr/>
              </p14:nvContentPartPr>
              <p14:xfrm>
                <a:off x="4862318" y="1561896"/>
                <a:ext cx="65520" cy="5760"/>
              </p14:xfrm>
            </p:contentPart>
          </mc:Choice>
          <mc:Fallback xmlns="">
            <p:pic>
              <p:nvPicPr>
                <p:cNvPr id="11" name="Ink 10">
                  <a:extLst>
                    <a:ext uri="{FF2B5EF4-FFF2-40B4-BE49-F238E27FC236}">
                      <a16:creationId xmlns:a16="http://schemas.microsoft.com/office/drawing/2014/main" id="{BAC8BB81-3E26-F32D-B00D-F03CA6F55498}"/>
                    </a:ext>
                  </a:extLst>
                </p:cNvPr>
                <p:cNvPicPr/>
                <p:nvPr/>
              </p:nvPicPr>
              <p:blipFill>
                <a:blip r:embed="rId17"/>
                <a:stretch>
                  <a:fillRect/>
                </a:stretch>
              </p:blipFill>
              <p:spPr>
                <a:xfrm>
                  <a:off x="4857998" y="1557576"/>
                  <a:ext cx="74160" cy="14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A5665839-9291-24C5-549F-B3A07EA71179}"/>
                    </a:ext>
                  </a:extLst>
                </p14:cNvPr>
                <p14:cNvContentPartPr/>
                <p14:nvPr/>
              </p14:nvContentPartPr>
              <p14:xfrm>
                <a:off x="4845398" y="1629936"/>
                <a:ext cx="108000" cy="16200"/>
              </p14:xfrm>
            </p:contentPart>
          </mc:Choice>
          <mc:Fallback xmlns="">
            <p:pic>
              <p:nvPicPr>
                <p:cNvPr id="12" name="Ink 11">
                  <a:extLst>
                    <a:ext uri="{FF2B5EF4-FFF2-40B4-BE49-F238E27FC236}">
                      <a16:creationId xmlns:a16="http://schemas.microsoft.com/office/drawing/2014/main" id="{A5665839-9291-24C5-549F-B3A07EA71179}"/>
                    </a:ext>
                  </a:extLst>
                </p:cNvPr>
                <p:cNvPicPr/>
                <p:nvPr/>
              </p:nvPicPr>
              <p:blipFill>
                <a:blip r:embed="rId19"/>
                <a:stretch>
                  <a:fillRect/>
                </a:stretch>
              </p:blipFill>
              <p:spPr>
                <a:xfrm>
                  <a:off x="4841078" y="1625616"/>
                  <a:ext cx="116640" cy="24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A4E894D8-D78C-195D-A6AF-DD3EA311E94B}"/>
                  </a:ext>
                </a:extLst>
              </p14:cNvPr>
              <p14:cNvContentPartPr/>
              <p14:nvPr/>
            </p14:nvContentPartPr>
            <p14:xfrm>
              <a:off x="5433638" y="985896"/>
              <a:ext cx="430920" cy="1722960"/>
            </p14:xfrm>
          </p:contentPart>
        </mc:Choice>
        <mc:Fallback xmlns="">
          <p:pic>
            <p:nvPicPr>
              <p:cNvPr id="13" name="Ink 12">
                <a:extLst>
                  <a:ext uri="{FF2B5EF4-FFF2-40B4-BE49-F238E27FC236}">
                    <a16:creationId xmlns:a16="http://schemas.microsoft.com/office/drawing/2014/main" id="{A4E894D8-D78C-195D-A6AF-DD3EA311E94B}"/>
                  </a:ext>
                </a:extLst>
              </p:cNvPr>
              <p:cNvPicPr/>
              <p:nvPr/>
            </p:nvPicPr>
            <p:blipFill>
              <a:blip r:embed="rId21"/>
              <a:stretch>
                <a:fillRect/>
              </a:stretch>
            </p:blipFill>
            <p:spPr>
              <a:xfrm>
                <a:off x="5429318" y="981576"/>
                <a:ext cx="439560" cy="17316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88473916-3DAA-9235-66EF-67CA39E0376A}"/>
                  </a:ext>
                </a:extLst>
              </p14:cNvPr>
              <p14:cNvContentPartPr/>
              <p14:nvPr/>
            </p14:nvContentPartPr>
            <p14:xfrm>
              <a:off x="8222918" y="828936"/>
              <a:ext cx="452880" cy="1762920"/>
            </p14:xfrm>
          </p:contentPart>
        </mc:Choice>
        <mc:Fallback xmlns="">
          <p:pic>
            <p:nvPicPr>
              <p:cNvPr id="14" name="Ink 13">
                <a:extLst>
                  <a:ext uri="{FF2B5EF4-FFF2-40B4-BE49-F238E27FC236}">
                    <a16:creationId xmlns:a16="http://schemas.microsoft.com/office/drawing/2014/main" id="{88473916-3DAA-9235-66EF-67CA39E0376A}"/>
                  </a:ext>
                </a:extLst>
              </p:cNvPr>
              <p:cNvPicPr/>
              <p:nvPr/>
            </p:nvPicPr>
            <p:blipFill>
              <a:blip r:embed="rId23"/>
              <a:stretch>
                <a:fillRect/>
              </a:stretch>
            </p:blipFill>
            <p:spPr>
              <a:xfrm>
                <a:off x="8216798" y="822816"/>
                <a:ext cx="465120" cy="1775160"/>
              </a:xfrm>
              <a:prstGeom prst="rect">
                <a:avLst/>
              </a:prstGeom>
            </p:spPr>
          </p:pic>
        </mc:Fallback>
      </mc:AlternateContent>
      <p:grpSp>
        <p:nvGrpSpPr>
          <p:cNvPr id="19" name="Group 18">
            <a:extLst>
              <a:ext uri="{FF2B5EF4-FFF2-40B4-BE49-F238E27FC236}">
                <a16:creationId xmlns:a16="http://schemas.microsoft.com/office/drawing/2014/main" id="{381807C2-A422-257B-8096-333B163B6B94}"/>
              </a:ext>
            </a:extLst>
          </p:cNvPr>
          <p:cNvGrpSpPr/>
          <p:nvPr/>
        </p:nvGrpSpPr>
        <p:grpSpPr>
          <a:xfrm>
            <a:off x="5654318" y="1044216"/>
            <a:ext cx="250920" cy="156960"/>
            <a:chOff x="5654318" y="1044216"/>
            <a:chExt cx="250920" cy="156960"/>
          </a:xfrm>
        </p:grpSpPr>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D88D14A3-11EC-8E15-A0FD-2B1C95D6F865}"/>
                    </a:ext>
                  </a:extLst>
                </p14:cNvPr>
                <p14:cNvContentPartPr/>
                <p14:nvPr/>
              </p14:nvContentPartPr>
              <p14:xfrm>
                <a:off x="5654318" y="1044216"/>
                <a:ext cx="23760" cy="147600"/>
              </p14:xfrm>
            </p:contentPart>
          </mc:Choice>
          <mc:Fallback xmlns="">
            <p:pic>
              <p:nvPicPr>
                <p:cNvPr id="17" name="Ink 16">
                  <a:extLst>
                    <a:ext uri="{FF2B5EF4-FFF2-40B4-BE49-F238E27FC236}">
                      <a16:creationId xmlns:a16="http://schemas.microsoft.com/office/drawing/2014/main" id="{D88D14A3-11EC-8E15-A0FD-2B1C95D6F865}"/>
                    </a:ext>
                  </a:extLst>
                </p:cNvPr>
                <p:cNvPicPr/>
                <p:nvPr/>
              </p:nvPicPr>
              <p:blipFill>
                <a:blip r:embed="rId25"/>
                <a:stretch>
                  <a:fillRect/>
                </a:stretch>
              </p:blipFill>
              <p:spPr>
                <a:xfrm>
                  <a:off x="5648198" y="1038096"/>
                  <a:ext cx="3600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C3AAE55B-2623-95CD-D662-647664E36D85}"/>
                    </a:ext>
                  </a:extLst>
                </p14:cNvPr>
                <p14:cNvContentPartPr/>
                <p14:nvPr/>
              </p14:nvContentPartPr>
              <p14:xfrm>
                <a:off x="5734958" y="1044216"/>
                <a:ext cx="170280" cy="156960"/>
              </p14:xfrm>
            </p:contentPart>
          </mc:Choice>
          <mc:Fallback xmlns="">
            <p:pic>
              <p:nvPicPr>
                <p:cNvPr id="18" name="Ink 17">
                  <a:extLst>
                    <a:ext uri="{FF2B5EF4-FFF2-40B4-BE49-F238E27FC236}">
                      <a16:creationId xmlns:a16="http://schemas.microsoft.com/office/drawing/2014/main" id="{C3AAE55B-2623-95CD-D662-647664E36D85}"/>
                    </a:ext>
                  </a:extLst>
                </p:cNvPr>
                <p:cNvPicPr/>
                <p:nvPr/>
              </p:nvPicPr>
              <p:blipFill>
                <a:blip r:embed="rId27"/>
                <a:stretch>
                  <a:fillRect/>
                </a:stretch>
              </p:blipFill>
              <p:spPr>
                <a:xfrm>
                  <a:off x="5728838" y="1038096"/>
                  <a:ext cx="182520" cy="169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20" name="Ink 19">
                <a:extLst>
                  <a:ext uri="{FF2B5EF4-FFF2-40B4-BE49-F238E27FC236}">
                    <a16:creationId xmlns:a16="http://schemas.microsoft.com/office/drawing/2014/main" id="{586F033D-6EDE-58E7-3C64-FA34096B6429}"/>
                  </a:ext>
                </a:extLst>
              </p14:cNvPr>
              <p14:cNvContentPartPr/>
              <p14:nvPr/>
            </p14:nvContentPartPr>
            <p14:xfrm>
              <a:off x="6383318" y="1322856"/>
              <a:ext cx="123480" cy="210960"/>
            </p14:xfrm>
          </p:contentPart>
        </mc:Choice>
        <mc:Fallback xmlns="">
          <p:pic>
            <p:nvPicPr>
              <p:cNvPr id="20" name="Ink 19">
                <a:extLst>
                  <a:ext uri="{FF2B5EF4-FFF2-40B4-BE49-F238E27FC236}">
                    <a16:creationId xmlns:a16="http://schemas.microsoft.com/office/drawing/2014/main" id="{586F033D-6EDE-58E7-3C64-FA34096B6429}"/>
                  </a:ext>
                </a:extLst>
              </p:cNvPr>
              <p:cNvPicPr/>
              <p:nvPr/>
            </p:nvPicPr>
            <p:blipFill>
              <a:blip r:embed="rId29"/>
              <a:stretch>
                <a:fillRect/>
              </a:stretch>
            </p:blipFill>
            <p:spPr>
              <a:xfrm>
                <a:off x="6377198" y="1316736"/>
                <a:ext cx="13572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Ink 20">
                <a:extLst>
                  <a:ext uri="{FF2B5EF4-FFF2-40B4-BE49-F238E27FC236}">
                    <a16:creationId xmlns:a16="http://schemas.microsoft.com/office/drawing/2014/main" id="{AB9ECA5D-330C-0CB0-23A4-B2A53BC3C448}"/>
                  </a:ext>
                </a:extLst>
              </p14:cNvPr>
              <p14:cNvContentPartPr/>
              <p14:nvPr/>
            </p14:nvContentPartPr>
            <p14:xfrm>
              <a:off x="7027718" y="1645056"/>
              <a:ext cx="149760" cy="190080"/>
            </p14:xfrm>
          </p:contentPart>
        </mc:Choice>
        <mc:Fallback xmlns="">
          <p:pic>
            <p:nvPicPr>
              <p:cNvPr id="21" name="Ink 20">
                <a:extLst>
                  <a:ext uri="{FF2B5EF4-FFF2-40B4-BE49-F238E27FC236}">
                    <a16:creationId xmlns:a16="http://schemas.microsoft.com/office/drawing/2014/main" id="{AB9ECA5D-330C-0CB0-23A4-B2A53BC3C448}"/>
                  </a:ext>
                </a:extLst>
              </p:cNvPr>
              <p:cNvPicPr/>
              <p:nvPr/>
            </p:nvPicPr>
            <p:blipFill>
              <a:blip r:embed="rId31"/>
              <a:stretch>
                <a:fillRect/>
              </a:stretch>
            </p:blipFill>
            <p:spPr>
              <a:xfrm>
                <a:off x="7021598" y="1638936"/>
                <a:ext cx="162000" cy="202320"/>
              </a:xfrm>
              <a:prstGeom prst="rect">
                <a:avLst/>
              </a:prstGeom>
            </p:spPr>
          </p:pic>
        </mc:Fallback>
      </mc:AlternateContent>
      <p:grpSp>
        <p:nvGrpSpPr>
          <p:cNvPr id="25" name="Group 24">
            <a:extLst>
              <a:ext uri="{FF2B5EF4-FFF2-40B4-BE49-F238E27FC236}">
                <a16:creationId xmlns:a16="http://schemas.microsoft.com/office/drawing/2014/main" id="{7E4A96AA-A2EA-A2CE-3B2A-ADAC965871DF}"/>
              </a:ext>
            </a:extLst>
          </p:cNvPr>
          <p:cNvGrpSpPr/>
          <p:nvPr/>
        </p:nvGrpSpPr>
        <p:grpSpPr>
          <a:xfrm>
            <a:off x="7711358" y="1971936"/>
            <a:ext cx="479160" cy="237240"/>
            <a:chOff x="7711358" y="1971936"/>
            <a:chExt cx="479160" cy="237240"/>
          </a:xfrm>
        </p:grpSpPr>
        <mc:AlternateContent xmlns:mc="http://schemas.openxmlformats.org/markup-compatibility/2006" xmlns:p14="http://schemas.microsoft.com/office/powerpoint/2010/main">
          <mc:Choice Requires="p14">
            <p:contentPart p14:bwMode="auto" r:id="rId32">
              <p14:nvContentPartPr>
                <p14:cNvPr id="22" name="Ink 21">
                  <a:extLst>
                    <a:ext uri="{FF2B5EF4-FFF2-40B4-BE49-F238E27FC236}">
                      <a16:creationId xmlns:a16="http://schemas.microsoft.com/office/drawing/2014/main" id="{1ECC7061-B6BD-4135-46D4-492745F592A8}"/>
                    </a:ext>
                  </a:extLst>
                </p14:cNvPr>
                <p14:cNvContentPartPr/>
                <p14:nvPr/>
              </p14:nvContentPartPr>
              <p14:xfrm>
                <a:off x="7711358" y="1996776"/>
                <a:ext cx="26280" cy="17640"/>
              </p14:xfrm>
            </p:contentPart>
          </mc:Choice>
          <mc:Fallback xmlns="">
            <p:pic>
              <p:nvPicPr>
                <p:cNvPr id="22" name="Ink 21">
                  <a:extLst>
                    <a:ext uri="{FF2B5EF4-FFF2-40B4-BE49-F238E27FC236}">
                      <a16:creationId xmlns:a16="http://schemas.microsoft.com/office/drawing/2014/main" id="{1ECC7061-B6BD-4135-46D4-492745F592A8}"/>
                    </a:ext>
                  </a:extLst>
                </p:cNvPr>
                <p:cNvPicPr/>
                <p:nvPr/>
              </p:nvPicPr>
              <p:blipFill>
                <a:blip r:embed="rId33"/>
                <a:stretch>
                  <a:fillRect/>
                </a:stretch>
              </p:blipFill>
              <p:spPr>
                <a:xfrm>
                  <a:off x="7705238" y="1990656"/>
                  <a:ext cx="3852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4DD15C28-7A62-87D0-6A7D-E2DEEE65D550}"/>
                    </a:ext>
                  </a:extLst>
                </p14:cNvPr>
                <p14:cNvContentPartPr/>
                <p14:nvPr/>
              </p14:nvContentPartPr>
              <p14:xfrm>
                <a:off x="7728278" y="1971936"/>
                <a:ext cx="46440" cy="237240"/>
              </p14:xfrm>
            </p:contentPart>
          </mc:Choice>
          <mc:Fallback xmlns="">
            <p:pic>
              <p:nvPicPr>
                <p:cNvPr id="23" name="Ink 22">
                  <a:extLst>
                    <a:ext uri="{FF2B5EF4-FFF2-40B4-BE49-F238E27FC236}">
                      <a16:creationId xmlns:a16="http://schemas.microsoft.com/office/drawing/2014/main" id="{4DD15C28-7A62-87D0-6A7D-E2DEEE65D550}"/>
                    </a:ext>
                  </a:extLst>
                </p:cNvPr>
                <p:cNvPicPr/>
                <p:nvPr/>
              </p:nvPicPr>
              <p:blipFill>
                <a:blip r:embed="rId35"/>
                <a:stretch>
                  <a:fillRect/>
                </a:stretch>
              </p:blipFill>
              <p:spPr>
                <a:xfrm>
                  <a:off x="7722158" y="1965816"/>
                  <a:ext cx="5868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2A3A208D-910C-C511-E3CA-98D4199C662B}"/>
                    </a:ext>
                  </a:extLst>
                </p14:cNvPr>
                <p14:cNvContentPartPr/>
                <p14:nvPr/>
              </p14:nvContentPartPr>
              <p14:xfrm>
                <a:off x="7826198" y="1994256"/>
                <a:ext cx="364320" cy="179640"/>
              </p14:xfrm>
            </p:contentPart>
          </mc:Choice>
          <mc:Fallback xmlns="">
            <p:pic>
              <p:nvPicPr>
                <p:cNvPr id="24" name="Ink 23">
                  <a:extLst>
                    <a:ext uri="{FF2B5EF4-FFF2-40B4-BE49-F238E27FC236}">
                      <a16:creationId xmlns:a16="http://schemas.microsoft.com/office/drawing/2014/main" id="{2A3A208D-910C-C511-E3CA-98D4199C662B}"/>
                    </a:ext>
                  </a:extLst>
                </p:cNvPr>
                <p:cNvPicPr/>
                <p:nvPr/>
              </p:nvPicPr>
              <p:blipFill>
                <a:blip r:embed="rId37"/>
                <a:stretch>
                  <a:fillRect/>
                </a:stretch>
              </p:blipFill>
              <p:spPr>
                <a:xfrm>
                  <a:off x="7820078" y="1988136"/>
                  <a:ext cx="376560" cy="191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8">
            <p14:nvContentPartPr>
              <p14:cNvPr id="26" name="Ink 25">
                <a:extLst>
                  <a:ext uri="{FF2B5EF4-FFF2-40B4-BE49-F238E27FC236}">
                    <a16:creationId xmlns:a16="http://schemas.microsoft.com/office/drawing/2014/main" id="{CDA5338F-BB32-EE0C-D1FC-704373FCC094}"/>
                  </a:ext>
                </a:extLst>
              </p14:cNvPr>
              <p14:cNvContentPartPr/>
              <p14:nvPr/>
            </p14:nvContentPartPr>
            <p14:xfrm>
              <a:off x="7305278" y="839016"/>
              <a:ext cx="591840" cy="639360"/>
            </p14:xfrm>
          </p:contentPart>
        </mc:Choice>
        <mc:Fallback xmlns="">
          <p:pic>
            <p:nvPicPr>
              <p:cNvPr id="26" name="Ink 25">
                <a:extLst>
                  <a:ext uri="{FF2B5EF4-FFF2-40B4-BE49-F238E27FC236}">
                    <a16:creationId xmlns:a16="http://schemas.microsoft.com/office/drawing/2014/main" id="{CDA5338F-BB32-EE0C-D1FC-704373FCC094}"/>
                  </a:ext>
                </a:extLst>
              </p:cNvPr>
              <p:cNvPicPr/>
              <p:nvPr/>
            </p:nvPicPr>
            <p:blipFill>
              <a:blip r:embed="rId39"/>
              <a:stretch>
                <a:fillRect/>
              </a:stretch>
            </p:blipFill>
            <p:spPr>
              <a:xfrm>
                <a:off x="7299158" y="832896"/>
                <a:ext cx="604080" cy="651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7" name="Ink 26">
                <a:extLst>
                  <a:ext uri="{FF2B5EF4-FFF2-40B4-BE49-F238E27FC236}">
                    <a16:creationId xmlns:a16="http://schemas.microsoft.com/office/drawing/2014/main" id="{65630A8F-0E91-69A5-9156-9F19C1C77792}"/>
                  </a:ext>
                </a:extLst>
              </p14:cNvPr>
              <p14:cNvContentPartPr/>
              <p14:nvPr/>
            </p14:nvContentPartPr>
            <p14:xfrm>
              <a:off x="5853398" y="1616616"/>
              <a:ext cx="541440" cy="697680"/>
            </p14:xfrm>
          </p:contentPart>
        </mc:Choice>
        <mc:Fallback xmlns="">
          <p:pic>
            <p:nvPicPr>
              <p:cNvPr id="27" name="Ink 26">
                <a:extLst>
                  <a:ext uri="{FF2B5EF4-FFF2-40B4-BE49-F238E27FC236}">
                    <a16:creationId xmlns:a16="http://schemas.microsoft.com/office/drawing/2014/main" id="{65630A8F-0E91-69A5-9156-9F19C1C77792}"/>
                  </a:ext>
                </a:extLst>
              </p:cNvPr>
              <p:cNvPicPr/>
              <p:nvPr/>
            </p:nvPicPr>
            <p:blipFill>
              <a:blip r:embed="rId41"/>
              <a:stretch>
                <a:fillRect/>
              </a:stretch>
            </p:blipFill>
            <p:spPr>
              <a:xfrm>
                <a:off x="5847278" y="1610496"/>
                <a:ext cx="553680" cy="709920"/>
              </a:xfrm>
              <a:prstGeom prst="rect">
                <a:avLst/>
              </a:prstGeom>
            </p:spPr>
          </p:pic>
        </mc:Fallback>
      </mc:AlternateContent>
      <p:grpSp>
        <p:nvGrpSpPr>
          <p:cNvPr id="61" name="Group 60">
            <a:extLst>
              <a:ext uri="{FF2B5EF4-FFF2-40B4-BE49-F238E27FC236}">
                <a16:creationId xmlns:a16="http://schemas.microsoft.com/office/drawing/2014/main" id="{EE95F652-7523-E88C-F663-7B922A52D36D}"/>
              </a:ext>
            </a:extLst>
          </p:cNvPr>
          <p:cNvGrpSpPr/>
          <p:nvPr/>
        </p:nvGrpSpPr>
        <p:grpSpPr>
          <a:xfrm>
            <a:off x="4139078" y="2981016"/>
            <a:ext cx="1440000" cy="802440"/>
            <a:chOff x="4139078" y="2981016"/>
            <a:chExt cx="1440000" cy="802440"/>
          </a:xfrm>
        </p:grpSpPr>
        <mc:AlternateContent xmlns:mc="http://schemas.openxmlformats.org/markup-compatibility/2006" xmlns:p14="http://schemas.microsoft.com/office/powerpoint/2010/main">
          <mc:Choice Requires="p14">
            <p:contentPart p14:bwMode="auto" r:id="rId42">
              <p14:nvContentPartPr>
                <p14:cNvPr id="28" name="Ink 27">
                  <a:extLst>
                    <a:ext uri="{FF2B5EF4-FFF2-40B4-BE49-F238E27FC236}">
                      <a16:creationId xmlns:a16="http://schemas.microsoft.com/office/drawing/2014/main" id="{0BCB319C-7BFB-834A-F222-89936878747C}"/>
                    </a:ext>
                  </a:extLst>
                </p14:cNvPr>
                <p14:cNvContentPartPr/>
                <p14:nvPr/>
              </p14:nvContentPartPr>
              <p14:xfrm>
                <a:off x="4247438" y="3394656"/>
                <a:ext cx="259200" cy="298080"/>
              </p14:xfrm>
            </p:contentPart>
          </mc:Choice>
          <mc:Fallback xmlns="">
            <p:pic>
              <p:nvPicPr>
                <p:cNvPr id="28" name="Ink 27">
                  <a:extLst>
                    <a:ext uri="{FF2B5EF4-FFF2-40B4-BE49-F238E27FC236}">
                      <a16:creationId xmlns:a16="http://schemas.microsoft.com/office/drawing/2014/main" id="{0BCB319C-7BFB-834A-F222-89936878747C}"/>
                    </a:ext>
                  </a:extLst>
                </p:cNvPr>
                <p:cNvPicPr/>
                <p:nvPr/>
              </p:nvPicPr>
              <p:blipFill>
                <a:blip r:embed="rId43"/>
                <a:stretch>
                  <a:fillRect/>
                </a:stretch>
              </p:blipFill>
              <p:spPr>
                <a:xfrm>
                  <a:off x="4241318" y="3388536"/>
                  <a:ext cx="271440" cy="3103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9" name="Ink 28">
                  <a:extLst>
                    <a:ext uri="{FF2B5EF4-FFF2-40B4-BE49-F238E27FC236}">
                      <a16:creationId xmlns:a16="http://schemas.microsoft.com/office/drawing/2014/main" id="{94B88B07-145A-FA61-2072-27F61E0C918C}"/>
                    </a:ext>
                  </a:extLst>
                </p14:cNvPr>
                <p14:cNvContentPartPr/>
                <p14:nvPr/>
              </p14:nvContentPartPr>
              <p14:xfrm>
                <a:off x="4246718" y="3384936"/>
                <a:ext cx="180000" cy="291600"/>
              </p14:xfrm>
            </p:contentPart>
          </mc:Choice>
          <mc:Fallback xmlns="">
            <p:pic>
              <p:nvPicPr>
                <p:cNvPr id="29" name="Ink 28">
                  <a:extLst>
                    <a:ext uri="{FF2B5EF4-FFF2-40B4-BE49-F238E27FC236}">
                      <a16:creationId xmlns:a16="http://schemas.microsoft.com/office/drawing/2014/main" id="{94B88B07-145A-FA61-2072-27F61E0C918C}"/>
                    </a:ext>
                  </a:extLst>
                </p:cNvPr>
                <p:cNvPicPr/>
                <p:nvPr/>
              </p:nvPicPr>
              <p:blipFill>
                <a:blip r:embed="rId45"/>
                <a:stretch>
                  <a:fillRect/>
                </a:stretch>
              </p:blipFill>
              <p:spPr>
                <a:xfrm>
                  <a:off x="4240598" y="3378816"/>
                  <a:ext cx="19224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5C63ACC8-939A-9486-EE60-35399E12BBBB}"/>
                    </a:ext>
                  </a:extLst>
                </p14:cNvPr>
                <p14:cNvContentPartPr/>
                <p14:nvPr/>
              </p14:nvContentPartPr>
              <p14:xfrm>
                <a:off x="4489718" y="3274416"/>
                <a:ext cx="70920" cy="165240"/>
              </p14:xfrm>
            </p:contentPart>
          </mc:Choice>
          <mc:Fallback xmlns="">
            <p:pic>
              <p:nvPicPr>
                <p:cNvPr id="30" name="Ink 29">
                  <a:extLst>
                    <a:ext uri="{FF2B5EF4-FFF2-40B4-BE49-F238E27FC236}">
                      <a16:creationId xmlns:a16="http://schemas.microsoft.com/office/drawing/2014/main" id="{5C63ACC8-939A-9486-EE60-35399E12BBBB}"/>
                    </a:ext>
                  </a:extLst>
                </p:cNvPr>
                <p:cNvPicPr/>
                <p:nvPr/>
              </p:nvPicPr>
              <p:blipFill>
                <a:blip r:embed="rId47"/>
                <a:stretch>
                  <a:fillRect/>
                </a:stretch>
              </p:blipFill>
              <p:spPr>
                <a:xfrm>
                  <a:off x="4483598" y="3268296"/>
                  <a:ext cx="8316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1" name="Ink 30">
                  <a:extLst>
                    <a:ext uri="{FF2B5EF4-FFF2-40B4-BE49-F238E27FC236}">
                      <a16:creationId xmlns:a16="http://schemas.microsoft.com/office/drawing/2014/main" id="{1A487CE5-D2E1-43BD-CFF6-1FEA60109D72}"/>
                    </a:ext>
                  </a:extLst>
                </p14:cNvPr>
                <p14:cNvContentPartPr/>
                <p14:nvPr/>
              </p14:nvContentPartPr>
              <p14:xfrm>
                <a:off x="4631558" y="3346056"/>
                <a:ext cx="228240" cy="185400"/>
              </p14:xfrm>
            </p:contentPart>
          </mc:Choice>
          <mc:Fallback xmlns="">
            <p:pic>
              <p:nvPicPr>
                <p:cNvPr id="31" name="Ink 30">
                  <a:extLst>
                    <a:ext uri="{FF2B5EF4-FFF2-40B4-BE49-F238E27FC236}">
                      <a16:creationId xmlns:a16="http://schemas.microsoft.com/office/drawing/2014/main" id="{1A487CE5-D2E1-43BD-CFF6-1FEA60109D72}"/>
                    </a:ext>
                  </a:extLst>
                </p:cNvPr>
                <p:cNvPicPr/>
                <p:nvPr/>
              </p:nvPicPr>
              <p:blipFill>
                <a:blip r:embed="rId49"/>
                <a:stretch>
                  <a:fillRect/>
                </a:stretch>
              </p:blipFill>
              <p:spPr>
                <a:xfrm>
                  <a:off x="4625438" y="3339936"/>
                  <a:ext cx="24048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3B401B3A-31EA-7830-8771-E3765182D787}"/>
                    </a:ext>
                  </a:extLst>
                </p14:cNvPr>
                <p14:cNvContentPartPr/>
                <p14:nvPr/>
              </p14:nvContentPartPr>
              <p14:xfrm>
                <a:off x="4667558" y="3305376"/>
                <a:ext cx="114120" cy="272160"/>
              </p14:xfrm>
            </p:contentPart>
          </mc:Choice>
          <mc:Fallback xmlns="">
            <p:pic>
              <p:nvPicPr>
                <p:cNvPr id="32" name="Ink 31">
                  <a:extLst>
                    <a:ext uri="{FF2B5EF4-FFF2-40B4-BE49-F238E27FC236}">
                      <a16:creationId xmlns:a16="http://schemas.microsoft.com/office/drawing/2014/main" id="{3B401B3A-31EA-7830-8771-E3765182D787}"/>
                    </a:ext>
                  </a:extLst>
                </p:cNvPr>
                <p:cNvPicPr/>
                <p:nvPr/>
              </p:nvPicPr>
              <p:blipFill>
                <a:blip r:embed="rId51"/>
                <a:stretch>
                  <a:fillRect/>
                </a:stretch>
              </p:blipFill>
              <p:spPr>
                <a:xfrm>
                  <a:off x="4661438" y="3299256"/>
                  <a:ext cx="12636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Ink 32">
                  <a:extLst>
                    <a:ext uri="{FF2B5EF4-FFF2-40B4-BE49-F238E27FC236}">
                      <a16:creationId xmlns:a16="http://schemas.microsoft.com/office/drawing/2014/main" id="{78113156-CC43-814D-8704-0AF9A81413C6}"/>
                    </a:ext>
                  </a:extLst>
                </p14:cNvPr>
                <p14:cNvContentPartPr/>
                <p14:nvPr/>
              </p14:nvContentPartPr>
              <p14:xfrm>
                <a:off x="4792838" y="3221496"/>
                <a:ext cx="178560" cy="481320"/>
              </p14:xfrm>
            </p:contentPart>
          </mc:Choice>
          <mc:Fallback xmlns="">
            <p:pic>
              <p:nvPicPr>
                <p:cNvPr id="33" name="Ink 32">
                  <a:extLst>
                    <a:ext uri="{FF2B5EF4-FFF2-40B4-BE49-F238E27FC236}">
                      <a16:creationId xmlns:a16="http://schemas.microsoft.com/office/drawing/2014/main" id="{78113156-CC43-814D-8704-0AF9A81413C6}"/>
                    </a:ext>
                  </a:extLst>
                </p:cNvPr>
                <p:cNvPicPr/>
                <p:nvPr/>
              </p:nvPicPr>
              <p:blipFill>
                <a:blip r:embed="rId53"/>
                <a:stretch>
                  <a:fillRect/>
                </a:stretch>
              </p:blipFill>
              <p:spPr>
                <a:xfrm>
                  <a:off x="4786718" y="3215376"/>
                  <a:ext cx="190800" cy="4935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Ink 33">
                  <a:extLst>
                    <a:ext uri="{FF2B5EF4-FFF2-40B4-BE49-F238E27FC236}">
                      <a16:creationId xmlns:a16="http://schemas.microsoft.com/office/drawing/2014/main" id="{2D9BBF89-03D1-F75D-674F-F1A2FCBE1886}"/>
                    </a:ext>
                  </a:extLst>
                </p14:cNvPr>
                <p14:cNvContentPartPr/>
                <p14:nvPr/>
              </p14:nvContentPartPr>
              <p14:xfrm>
                <a:off x="4139078" y="3319776"/>
                <a:ext cx="298800" cy="463680"/>
              </p14:xfrm>
            </p:contentPart>
          </mc:Choice>
          <mc:Fallback xmlns="">
            <p:pic>
              <p:nvPicPr>
                <p:cNvPr id="34" name="Ink 33">
                  <a:extLst>
                    <a:ext uri="{FF2B5EF4-FFF2-40B4-BE49-F238E27FC236}">
                      <a16:creationId xmlns:a16="http://schemas.microsoft.com/office/drawing/2014/main" id="{2D9BBF89-03D1-F75D-674F-F1A2FCBE1886}"/>
                    </a:ext>
                  </a:extLst>
                </p:cNvPr>
                <p:cNvPicPr/>
                <p:nvPr/>
              </p:nvPicPr>
              <p:blipFill>
                <a:blip r:embed="rId55"/>
                <a:stretch>
                  <a:fillRect/>
                </a:stretch>
              </p:blipFill>
              <p:spPr>
                <a:xfrm>
                  <a:off x="4132958" y="3313656"/>
                  <a:ext cx="311040" cy="4759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Ink 34">
                  <a:extLst>
                    <a:ext uri="{FF2B5EF4-FFF2-40B4-BE49-F238E27FC236}">
                      <a16:creationId xmlns:a16="http://schemas.microsoft.com/office/drawing/2014/main" id="{8D6656B6-C3FE-FDE6-80C3-0B24E52D036B}"/>
                    </a:ext>
                  </a:extLst>
                </p14:cNvPr>
                <p14:cNvContentPartPr/>
                <p14:nvPr/>
              </p14:nvContentPartPr>
              <p14:xfrm>
                <a:off x="4979678" y="3072816"/>
                <a:ext cx="150480" cy="43560"/>
              </p14:xfrm>
            </p:contentPart>
          </mc:Choice>
          <mc:Fallback xmlns="">
            <p:pic>
              <p:nvPicPr>
                <p:cNvPr id="35" name="Ink 34">
                  <a:extLst>
                    <a:ext uri="{FF2B5EF4-FFF2-40B4-BE49-F238E27FC236}">
                      <a16:creationId xmlns:a16="http://schemas.microsoft.com/office/drawing/2014/main" id="{8D6656B6-C3FE-FDE6-80C3-0B24E52D036B}"/>
                    </a:ext>
                  </a:extLst>
                </p:cNvPr>
                <p:cNvPicPr/>
                <p:nvPr/>
              </p:nvPicPr>
              <p:blipFill>
                <a:blip r:embed="rId57"/>
                <a:stretch>
                  <a:fillRect/>
                </a:stretch>
              </p:blipFill>
              <p:spPr>
                <a:xfrm>
                  <a:off x="4973558" y="3066696"/>
                  <a:ext cx="16272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Ink 35">
                  <a:extLst>
                    <a:ext uri="{FF2B5EF4-FFF2-40B4-BE49-F238E27FC236}">
                      <a16:creationId xmlns:a16="http://schemas.microsoft.com/office/drawing/2014/main" id="{496479B3-FC20-34FE-8632-7282126AD980}"/>
                    </a:ext>
                  </a:extLst>
                </p14:cNvPr>
                <p14:cNvContentPartPr/>
                <p14:nvPr/>
              </p14:nvContentPartPr>
              <p14:xfrm>
                <a:off x="5221598" y="2981016"/>
                <a:ext cx="42120" cy="161280"/>
              </p14:xfrm>
            </p:contentPart>
          </mc:Choice>
          <mc:Fallback xmlns="">
            <p:pic>
              <p:nvPicPr>
                <p:cNvPr id="36" name="Ink 35">
                  <a:extLst>
                    <a:ext uri="{FF2B5EF4-FFF2-40B4-BE49-F238E27FC236}">
                      <a16:creationId xmlns:a16="http://schemas.microsoft.com/office/drawing/2014/main" id="{496479B3-FC20-34FE-8632-7282126AD980}"/>
                    </a:ext>
                  </a:extLst>
                </p:cNvPr>
                <p:cNvPicPr/>
                <p:nvPr/>
              </p:nvPicPr>
              <p:blipFill>
                <a:blip r:embed="rId59"/>
                <a:stretch>
                  <a:fillRect/>
                </a:stretch>
              </p:blipFill>
              <p:spPr>
                <a:xfrm>
                  <a:off x="5215478" y="2974896"/>
                  <a:ext cx="5436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Ink 36">
                  <a:extLst>
                    <a:ext uri="{FF2B5EF4-FFF2-40B4-BE49-F238E27FC236}">
                      <a16:creationId xmlns:a16="http://schemas.microsoft.com/office/drawing/2014/main" id="{C910D14B-744B-7347-4FA7-EC2B984E3B96}"/>
                    </a:ext>
                  </a:extLst>
                </p14:cNvPr>
                <p14:cNvContentPartPr/>
                <p14:nvPr/>
              </p14:nvContentPartPr>
              <p14:xfrm>
                <a:off x="5409878" y="3380976"/>
                <a:ext cx="119880" cy="14760"/>
              </p14:xfrm>
            </p:contentPart>
          </mc:Choice>
          <mc:Fallback xmlns="">
            <p:pic>
              <p:nvPicPr>
                <p:cNvPr id="37" name="Ink 36">
                  <a:extLst>
                    <a:ext uri="{FF2B5EF4-FFF2-40B4-BE49-F238E27FC236}">
                      <a16:creationId xmlns:a16="http://schemas.microsoft.com/office/drawing/2014/main" id="{C910D14B-744B-7347-4FA7-EC2B984E3B96}"/>
                    </a:ext>
                  </a:extLst>
                </p:cNvPr>
                <p:cNvPicPr/>
                <p:nvPr/>
              </p:nvPicPr>
              <p:blipFill>
                <a:blip r:embed="rId61"/>
                <a:stretch>
                  <a:fillRect/>
                </a:stretch>
              </p:blipFill>
              <p:spPr>
                <a:xfrm>
                  <a:off x="5403758" y="3374856"/>
                  <a:ext cx="13212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Ink 37">
                  <a:extLst>
                    <a:ext uri="{FF2B5EF4-FFF2-40B4-BE49-F238E27FC236}">
                      <a16:creationId xmlns:a16="http://schemas.microsoft.com/office/drawing/2014/main" id="{4E5A29B3-EAE6-9079-C8E5-97578B82D6EB}"/>
                    </a:ext>
                  </a:extLst>
                </p14:cNvPr>
                <p14:cNvContentPartPr/>
                <p14:nvPr/>
              </p14:nvContentPartPr>
              <p14:xfrm>
                <a:off x="5440838" y="3447216"/>
                <a:ext cx="138240" cy="24120"/>
              </p14:xfrm>
            </p:contentPart>
          </mc:Choice>
          <mc:Fallback xmlns="">
            <p:pic>
              <p:nvPicPr>
                <p:cNvPr id="38" name="Ink 37">
                  <a:extLst>
                    <a:ext uri="{FF2B5EF4-FFF2-40B4-BE49-F238E27FC236}">
                      <a16:creationId xmlns:a16="http://schemas.microsoft.com/office/drawing/2014/main" id="{4E5A29B3-EAE6-9079-C8E5-97578B82D6EB}"/>
                    </a:ext>
                  </a:extLst>
                </p:cNvPr>
                <p:cNvPicPr/>
                <p:nvPr/>
              </p:nvPicPr>
              <p:blipFill>
                <a:blip r:embed="rId63"/>
                <a:stretch>
                  <a:fillRect/>
                </a:stretch>
              </p:blipFill>
              <p:spPr>
                <a:xfrm>
                  <a:off x="5434718" y="3441096"/>
                  <a:ext cx="150480" cy="36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4">
            <p14:nvContentPartPr>
              <p14:cNvPr id="64" name="Ink 63">
                <a:extLst>
                  <a:ext uri="{FF2B5EF4-FFF2-40B4-BE49-F238E27FC236}">
                    <a16:creationId xmlns:a16="http://schemas.microsoft.com/office/drawing/2014/main" id="{E1837B7A-899E-5425-5C97-A56787827F10}"/>
                  </a:ext>
                </a:extLst>
              </p14:cNvPr>
              <p14:cNvContentPartPr/>
              <p14:nvPr/>
            </p14:nvContentPartPr>
            <p14:xfrm>
              <a:off x="6638198" y="3828096"/>
              <a:ext cx="294840" cy="408600"/>
            </p14:xfrm>
          </p:contentPart>
        </mc:Choice>
        <mc:Fallback xmlns="">
          <p:pic>
            <p:nvPicPr>
              <p:cNvPr id="64" name="Ink 63">
                <a:extLst>
                  <a:ext uri="{FF2B5EF4-FFF2-40B4-BE49-F238E27FC236}">
                    <a16:creationId xmlns:a16="http://schemas.microsoft.com/office/drawing/2014/main" id="{E1837B7A-899E-5425-5C97-A56787827F10}"/>
                  </a:ext>
                </a:extLst>
              </p:cNvPr>
              <p:cNvPicPr/>
              <p:nvPr/>
            </p:nvPicPr>
            <p:blipFill>
              <a:blip r:embed="rId65"/>
              <a:stretch>
                <a:fillRect/>
              </a:stretch>
            </p:blipFill>
            <p:spPr>
              <a:xfrm>
                <a:off x="6632078" y="3821976"/>
                <a:ext cx="307080" cy="420840"/>
              </a:xfrm>
              <a:prstGeom prst="rect">
                <a:avLst/>
              </a:prstGeom>
            </p:spPr>
          </p:pic>
        </mc:Fallback>
      </mc:AlternateContent>
      <p:grpSp>
        <p:nvGrpSpPr>
          <p:cNvPr id="79" name="Group 78">
            <a:extLst>
              <a:ext uri="{FF2B5EF4-FFF2-40B4-BE49-F238E27FC236}">
                <a16:creationId xmlns:a16="http://schemas.microsoft.com/office/drawing/2014/main" id="{0DAD6EEF-4B02-340F-4323-04317E236C53}"/>
              </a:ext>
            </a:extLst>
          </p:cNvPr>
          <p:cNvGrpSpPr/>
          <p:nvPr/>
        </p:nvGrpSpPr>
        <p:grpSpPr>
          <a:xfrm>
            <a:off x="9724478" y="2083176"/>
            <a:ext cx="2329200" cy="684720"/>
            <a:chOff x="9724478" y="2083176"/>
            <a:chExt cx="2329200" cy="684720"/>
          </a:xfrm>
        </p:grpSpPr>
        <mc:AlternateContent xmlns:mc="http://schemas.openxmlformats.org/markup-compatibility/2006" xmlns:p14="http://schemas.microsoft.com/office/powerpoint/2010/main">
          <mc:Choice Requires="p14">
            <p:contentPart p14:bwMode="auto" r:id="rId66">
              <p14:nvContentPartPr>
                <p14:cNvPr id="68" name="Ink 67">
                  <a:extLst>
                    <a:ext uri="{FF2B5EF4-FFF2-40B4-BE49-F238E27FC236}">
                      <a16:creationId xmlns:a16="http://schemas.microsoft.com/office/drawing/2014/main" id="{6821C592-DAE2-2B01-A070-77C7F3094AD9}"/>
                    </a:ext>
                  </a:extLst>
                </p14:cNvPr>
                <p14:cNvContentPartPr/>
                <p14:nvPr/>
              </p14:nvContentPartPr>
              <p14:xfrm>
                <a:off x="9724478" y="2277936"/>
                <a:ext cx="284040" cy="489960"/>
              </p14:xfrm>
            </p:contentPart>
          </mc:Choice>
          <mc:Fallback xmlns="">
            <p:pic>
              <p:nvPicPr>
                <p:cNvPr id="68" name="Ink 67">
                  <a:extLst>
                    <a:ext uri="{FF2B5EF4-FFF2-40B4-BE49-F238E27FC236}">
                      <a16:creationId xmlns:a16="http://schemas.microsoft.com/office/drawing/2014/main" id="{6821C592-DAE2-2B01-A070-77C7F3094AD9}"/>
                    </a:ext>
                  </a:extLst>
                </p:cNvPr>
                <p:cNvPicPr/>
                <p:nvPr/>
              </p:nvPicPr>
              <p:blipFill>
                <a:blip r:embed="rId67"/>
                <a:stretch>
                  <a:fillRect/>
                </a:stretch>
              </p:blipFill>
              <p:spPr>
                <a:xfrm>
                  <a:off x="9718358" y="2271816"/>
                  <a:ext cx="296280" cy="5022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69" name="Ink 68">
                  <a:extLst>
                    <a:ext uri="{FF2B5EF4-FFF2-40B4-BE49-F238E27FC236}">
                      <a16:creationId xmlns:a16="http://schemas.microsoft.com/office/drawing/2014/main" id="{794781FA-2D7C-7E29-7668-A2718ACB5DFC}"/>
                    </a:ext>
                  </a:extLst>
                </p14:cNvPr>
                <p14:cNvContentPartPr/>
                <p14:nvPr/>
              </p14:nvContentPartPr>
              <p14:xfrm>
                <a:off x="9930398" y="2405736"/>
                <a:ext cx="360" cy="360"/>
              </p14:xfrm>
            </p:contentPart>
          </mc:Choice>
          <mc:Fallback xmlns="">
            <p:pic>
              <p:nvPicPr>
                <p:cNvPr id="69" name="Ink 68">
                  <a:extLst>
                    <a:ext uri="{FF2B5EF4-FFF2-40B4-BE49-F238E27FC236}">
                      <a16:creationId xmlns:a16="http://schemas.microsoft.com/office/drawing/2014/main" id="{794781FA-2D7C-7E29-7668-A2718ACB5DFC}"/>
                    </a:ext>
                  </a:extLst>
                </p:cNvPr>
                <p:cNvPicPr/>
                <p:nvPr/>
              </p:nvPicPr>
              <p:blipFill>
                <a:blip r:embed="rId69"/>
                <a:stretch>
                  <a:fillRect/>
                </a:stretch>
              </p:blipFill>
              <p:spPr>
                <a:xfrm>
                  <a:off x="9924278" y="23996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70" name="Ink 69">
                  <a:extLst>
                    <a:ext uri="{FF2B5EF4-FFF2-40B4-BE49-F238E27FC236}">
                      <a16:creationId xmlns:a16="http://schemas.microsoft.com/office/drawing/2014/main" id="{8DE42743-338D-F1E9-BB19-FCE4AF748F9F}"/>
                    </a:ext>
                  </a:extLst>
                </p14:cNvPr>
                <p14:cNvContentPartPr/>
                <p14:nvPr/>
              </p14:nvContentPartPr>
              <p14:xfrm>
                <a:off x="10003838" y="2584296"/>
                <a:ext cx="154800" cy="73800"/>
              </p14:xfrm>
            </p:contentPart>
          </mc:Choice>
          <mc:Fallback xmlns="">
            <p:pic>
              <p:nvPicPr>
                <p:cNvPr id="70" name="Ink 69">
                  <a:extLst>
                    <a:ext uri="{FF2B5EF4-FFF2-40B4-BE49-F238E27FC236}">
                      <a16:creationId xmlns:a16="http://schemas.microsoft.com/office/drawing/2014/main" id="{8DE42743-338D-F1E9-BB19-FCE4AF748F9F}"/>
                    </a:ext>
                  </a:extLst>
                </p:cNvPr>
                <p:cNvPicPr/>
                <p:nvPr/>
              </p:nvPicPr>
              <p:blipFill>
                <a:blip r:embed="rId71"/>
                <a:stretch>
                  <a:fillRect/>
                </a:stretch>
              </p:blipFill>
              <p:spPr>
                <a:xfrm>
                  <a:off x="9997718" y="2578176"/>
                  <a:ext cx="16704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71" name="Ink 70">
                  <a:extLst>
                    <a:ext uri="{FF2B5EF4-FFF2-40B4-BE49-F238E27FC236}">
                      <a16:creationId xmlns:a16="http://schemas.microsoft.com/office/drawing/2014/main" id="{A0732CE9-692C-27DB-E184-E3471C10A9BE}"/>
                    </a:ext>
                  </a:extLst>
                </p14:cNvPr>
                <p14:cNvContentPartPr/>
                <p14:nvPr/>
              </p14:nvContentPartPr>
              <p14:xfrm>
                <a:off x="10174478" y="2488536"/>
                <a:ext cx="193680" cy="143280"/>
              </p14:xfrm>
            </p:contentPart>
          </mc:Choice>
          <mc:Fallback xmlns="">
            <p:pic>
              <p:nvPicPr>
                <p:cNvPr id="71" name="Ink 70">
                  <a:extLst>
                    <a:ext uri="{FF2B5EF4-FFF2-40B4-BE49-F238E27FC236}">
                      <a16:creationId xmlns:a16="http://schemas.microsoft.com/office/drawing/2014/main" id="{A0732CE9-692C-27DB-E184-E3471C10A9BE}"/>
                    </a:ext>
                  </a:extLst>
                </p:cNvPr>
                <p:cNvPicPr/>
                <p:nvPr/>
              </p:nvPicPr>
              <p:blipFill>
                <a:blip r:embed="rId73"/>
                <a:stretch>
                  <a:fillRect/>
                </a:stretch>
              </p:blipFill>
              <p:spPr>
                <a:xfrm>
                  <a:off x="10168358" y="2482416"/>
                  <a:ext cx="20592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72" name="Ink 71">
                  <a:extLst>
                    <a:ext uri="{FF2B5EF4-FFF2-40B4-BE49-F238E27FC236}">
                      <a16:creationId xmlns:a16="http://schemas.microsoft.com/office/drawing/2014/main" id="{5091838D-02DE-4690-3A18-E5E5F346EC6E}"/>
                    </a:ext>
                  </a:extLst>
                </p14:cNvPr>
                <p14:cNvContentPartPr/>
                <p14:nvPr/>
              </p14:nvContentPartPr>
              <p14:xfrm>
                <a:off x="10372838" y="2445336"/>
                <a:ext cx="179280" cy="88200"/>
              </p14:xfrm>
            </p:contentPart>
          </mc:Choice>
          <mc:Fallback xmlns="">
            <p:pic>
              <p:nvPicPr>
                <p:cNvPr id="72" name="Ink 71">
                  <a:extLst>
                    <a:ext uri="{FF2B5EF4-FFF2-40B4-BE49-F238E27FC236}">
                      <a16:creationId xmlns:a16="http://schemas.microsoft.com/office/drawing/2014/main" id="{5091838D-02DE-4690-3A18-E5E5F346EC6E}"/>
                    </a:ext>
                  </a:extLst>
                </p:cNvPr>
                <p:cNvPicPr/>
                <p:nvPr/>
              </p:nvPicPr>
              <p:blipFill>
                <a:blip r:embed="rId75"/>
                <a:stretch>
                  <a:fillRect/>
                </a:stretch>
              </p:blipFill>
              <p:spPr>
                <a:xfrm>
                  <a:off x="10366718" y="2439216"/>
                  <a:ext cx="19152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73" name="Ink 72">
                  <a:extLst>
                    <a:ext uri="{FF2B5EF4-FFF2-40B4-BE49-F238E27FC236}">
                      <a16:creationId xmlns:a16="http://schemas.microsoft.com/office/drawing/2014/main" id="{CC86F3D5-83CD-CDBA-246B-FAB5B1C1C73B}"/>
                    </a:ext>
                  </a:extLst>
                </p14:cNvPr>
                <p14:cNvContentPartPr/>
                <p14:nvPr/>
              </p14:nvContentPartPr>
              <p14:xfrm>
                <a:off x="10534478" y="2349576"/>
                <a:ext cx="110160" cy="155880"/>
              </p14:xfrm>
            </p:contentPart>
          </mc:Choice>
          <mc:Fallback xmlns="">
            <p:pic>
              <p:nvPicPr>
                <p:cNvPr id="73" name="Ink 72">
                  <a:extLst>
                    <a:ext uri="{FF2B5EF4-FFF2-40B4-BE49-F238E27FC236}">
                      <a16:creationId xmlns:a16="http://schemas.microsoft.com/office/drawing/2014/main" id="{CC86F3D5-83CD-CDBA-246B-FAB5B1C1C73B}"/>
                    </a:ext>
                  </a:extLst>
                </p:cNvPr>
                <p:cNvPicPr/>
                <p:nvPr/>
              </p:nvPicPr>
              <p:blipFill>
                <a:blip r:embed="rId77"/>
                <a:stretch>
                  <a:fillRect/>
                </a:stretch>
              </p:blipFill>
              <p:spPr>
                <a:xfrm>
                  <a:off x="10528358" y="2343456"/>
                  <a:ext cx="12240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74" name="Ink 73">
                  <a:extLst>
                    <a:ext uri="{FF2B5EF4-FFF2-40B4-BE49-F238E27FC236}">
                      <a16:creationId xmlns:a16="http://schemas.microsoft.com/office/drawing/2014/main" id="{47FE224D-CF67-24AE-5A14-70386E503278}"/>
                    </a:ext>
                  </a:extLst>
                </p14:cNvPr>
                <p14:cNvContentPartPr/>
                <p14:nvPr/>
              </p14:nvContentPartPr>
              <p14:xfrm>
                <a:off x="10736078" y="2224656"/>
                <a:ext cx="145440" cy="163800"/>
              </p14:xfrm>
            </p:contentPart>
          </mc:Choice>
          <mc:Fallback xmlns="">
            <p:pic>
              <p:nvPicPr>
                <p:cNvPr id="74" name="Ink 73">
                  <a:extLst>
                    <a:ext uri="{FF2B5EF4-FFF2-40B4-BE49-F238E27FC236}">
                      <a16:creationId xmlns:a16="http://schemas.microsoft.com/office/drawing/2014/main" id="{47FE224D-CF67-24AE-5A14-70386E503278}"/>
                    </a:ext>
                  </a:extLst>
                </p:cNvPr>
                <p:cNvPicPr/>
                <p:nvPr/>
              </p:nvPicPr>
              <p:blipFill>
                <a:blip r:embed="rId79"/>
                <a:stretch>
                  <a:fillRect/>
                </a:stretch>
              </p:blipFill>
              <p:spPr>
                <a:xfrm>
                  <a:off x="10729958" y="2218536"/>
                  <a:ext cx="15768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75" name="Ink 74">
                  <a:extLst>
                    <a:ext uri="{FF2B5EF4-FFF2-40B4-BE49-F238E27FC236}">
                      <a16:creationId xmlns:a16="http://schemas.microsoft.com/office/drawing/2014/main" id="{42D96633-6D3A-E34C-22D2-DB74E0F5C823}"/>
                    </a:ext>
                  </a:extLst>
                </p14:cNvPr>
                <p14:cNvContentPartPr/>
                <p14:nvPr/>
              </p14:nvContentPartPr>
              <p14:xfrm>
                <a:off x="10932638" y="2164536"/>
                <a:ext cx="396000" cy="354960"/>
              </p14:xfrm>
            </p:contentPart>
          </mc:Choice>
          <mc:Fallback xmlns="">
            <p:pic>
              <p:nvPicPr>
                <p:cNvPr id="75" name="Ink 74">
                  <a:extLst>
                    <a:ext uri="{FF2B5EF4-FFF2-40B4-BE49-F238E27FC236}">
                      <a16:creationId xmlns:a16="http://schemas.microsoft.com/office/drawing/2014/main" id="{42D96633-6D3A-E34C-22D2-DB74E0F5C823}"/>
                    </a:ext>
                  </a:extLst>
                </p:cNvPr>
                <p:cNvPicPr/>
                <p:nvPr/>
              </p:nvPicPr>
              <p:blipFill>
                <a:blip r:embed="rId81"/>
                <a:stretch>
                  <a:fillRect/>
                </a:stretch>
              </p:blipFill>
              <p:spPr>
                <a:xfrm>
                  <a:off x="10926518" y="2158416"/>
                  <a:ext cx="408240" cy="3672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76" name="Ink 75">
                  <a:extLst>
                    <a:ext uri="{FF2B5EF4-FFF2-40B4-BE49-F238E27FC236}">
                      <a16:creationId xmlns:a16="http://schemas.microsoft.com/office/drawing/2014/main" id="{0F1B7B6D-CD8F-5295-C49D-F91CF9334479}"/>
                    </a:ext>
                  </a:extLst>
                </p14:cNvPr>
                <p14:cNvContentPartPr/>
                <p14:nvPr/>
              </p14:nvContentPartPr>
              <p14:xfrm>
                <a:off x="11355278" y="2127096"/>
                <a:ext cx="411120" cy="165600"/>
              </p14:xfrm>
            </p:contentPart>
          </mc:Choice>
          <mc:Fallback xmlns="">
            <p:pic>
              <p:nvPicPr>
                <p:cNvPr id="76" name="Ink 75">
                  <a:extLst>
                    <a:ext uri="{FF2B5EF4-FFF2-40B4-BE49-F238E27FC236}">
                      <a16:creationId xmlns:a16="http://schemas.microsoft.com/office/drawing/2014/main" id="{0F1B7B6D-CD8F-5295-C49D-F91CF9334479}"/>
                    </a:ext>
                  </a:extLst>
                </p:cNvPr>
                <p:cNvPicPr/>
                <p:nvPr/>
              </p:nvPicPr>
              <p:blipFill>
                <a:blip r:embed="rId83"/>
                <a:stretch>
                  <a:fillRect/>
                </a:stretch>
              </p:blipFill>
              <p:spPr>
                <a:xfrm>
                  <a:off x="11349158" y="2120976"/>
                  <a:ext cx="42336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77" name="Ink 76">
                  <a:extLst>
                    <a:ext uri="{FF2B5EF4-FFF2-40B4-BE49-F238E27FC236}">
                      <a16:creationId xmlns:a16="http://schemas.microsoft.com/office/drawing/2014/main" id="{02555A20-C6C9-E147-7361-745D2426C145}"/>
                    </a:ext>
                  </a:extLst>
                </p14:cNvPr>
                <p14:cNvContentPartPr/>
                <p14:nvPr/>
              </p14:nvContentPartPr>
              <p14:xfrm>
                <a:off x="11727878" y="2083176"/>
                <a:ext cx="14760" cy="32400"/>
              </p14:xfrm>
            </p:contentPart>
          </mc:Choice>
          <mc:Fallback xmlns="">
            <p:pic>
              <p:nvPicPr>
                <p:cNvPr id="77" name="Ink 76">
                  <a:extLst>
                    <a:ext uri="{FF2B5EF4-FFF2-40B4-BE49-F238E27FC236}">
                      <a16:creationId xmlns:a16="http://schemas.microsoft.com/office/drawing/2014/main" id="{02555A20-C6C9-E147-7361-745D2426C145}"/>
                    </a:ext>
                  </a:extLst>
                </p:cNvPr>
                <p:cNvPicPr/>
                <p:nvPr/>
              </p:nvPicPr>
              <p:blipFill>
                <a:blip r:embed="rId85"/>
                <a:stretch>
                  <a:fillRect/>
                </a:stretch>
              </p:blipFill>
              <p:spPr>
                <a:xfrm>
                  <a:off x="11721758" y="2077056"/>
                  <a:ext cx="2700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78" name="Ink 77">
                  <a:extLst>
                    <a:ext uri="{FF2B5EF4-FFF2-40B4-BE49-F238E27FC236}">
                      <a16:creationId xmlns:a16="http://schemas.microsoft.com/office/drawing/2014/main" id="{0D9967D3-5C48-ECC2-0A6D-5519BCC6BFE3}"/>
                    </a:ext>
                  </a:extLst>
                </p14:cNvPr>
                <p14:cNvContentPartPr/>
                <p14:nvPr/>
              </p14:nvContentPartPr>
              <p14:xfrm>
                <a:off x="11786198" y="2120976"/>
                <a:ext cx="267480" cy="125640"/>
              </p14:xfrm>
            </p:contentPart>
          </mc:Choice>
          <mc:Fallback xmlns="">
            <p:pic>
              <p:nvPicPr>
                <p:cNvPr id="78" name="Ink 77">
                  <a:extLst>
                    <a:ext uri="{FF2B5EF4-FFF2-40B4-BE49-F238E27FC236}">
                      <a16:creationId xmlns:a16="http://schemas.microsoft.com/office/drawing/2014/main" id="{0D9967D3-5C48-ECC2-0A6D-5519BCC6BFE3}"/>
                    </a:ext>
                  </a:extLst>
                </p:cNvPr>
                <p:cNvPicPr/>
                <p:nvPr/>
              </p:nvPicPr>
              <p:blipFill>
                <a:blip r:embed="rId87"/>
                <a:stretch>
                  <a:fillRect/>
                </a:stretch>
              </p:blipFill>
              <p:spPr>
                <a:xfrm>
                  <a:off x="11780078" y="2114856"/>
                  <a:ext cx="279720" cy="137880"/>
                </a:xfrm>
                <a:prstGeom prst="rect">
                  <a:avLst/>
                </a:prstGeom>
              </p:spPr>
            </p:pic>
          </mc:Fallback>
        </mc:AlternateContent>
      </p:grpSp>
      <p:grpSp>
        <p:nvGrpSpPr>
          <p:cNvPr id="84" name="Group 83">
            <a:extLst>
              <a:ext uri="{FF2B5EF4-FFF2-40B4-BE49-F238E27FC236}">
                <a16:creationId xmlns:a16="http://schemas.microsoft.com/office/drawing/2014/main" id="{9E2D2777-5516-20E6-54B0-22A92E2DF790}"/>
              </a:ext>
            </a:extLst>
          </p:cNvPr>
          <p:cNvGrpSpPr/>
          <p:nvPr/>
        </p:nvGrpSpPr>
        <p:grpSpPr>
          <a:xfrm>
            <a:off x="6120158" y="2858616"/>
            <a:ext cx="1163520" cy="1622520"/>
            <a:chOff x="6120158" y="2858616"/>
            <a:chExt cx="1163520" cy="1622520"/>
          </a:xfrm>
        </p:grpSpPr>
        <mc:AlternateContent xmlns:mc="http://schemas.openxmlformats.org/markup-compatibility/2006" xmlns:p14="http://schemas.microsoft.com/office/powerpoint/2010/main">
          <mc:Choice Requires="p14">
            <p:contentPart p14:bwMode="auto" r:id="rId88">
              <p14:nvContentPartPr>
                <p14:cNvPr id="39" name="Ink 38">
                  <a:extLst>
                    <a:ext uri="{FF2B5EF4-FFF2-40B4-BE49-F238E27FC236}">
                      <a16:creationId xmlns:a16="http://schemas.microsoft.com/office/drawing/2014/main" id="{2A40F266-0E61-81BB-73AD-A5B00171D2F5}"/>
                    </a:ext>
                  </a:extLst>
                </p14:cNvPr>
                <p14:cNvContentPartPr/>
                <p14:nvPr/>
              </p14:nvContentPartPr>
              <p14:xfrm>
                <a:off x="6120158" y="2858616"/>
                <a:ext cx="426960" cy="1622520"/>
              </p14:xfrm>
            </p:contentPart>
          </mc:Choice>
          <mc:Fallback xmlns="">
            <p:pic>
              <p:nvPicPr>
                <p:cNvPr id="39" name="Ink 38">
                  <a:extLst>
                    <a:ext uri="{FF2B5EF4-FFF2-40B4-BE49-F238E27FC236}">
                      <a16:creationId xmlns:a16="http://schemas.microsoft.com/office/drawing/2014/main" id="{2A40F266-0E61-81BB-73AD-A5B00171D2F5}"/>
                    </a:ext>
                  </a:extLst>
                </p:cNvPr>
                <p:cNvPicPr/>
                <p:nvPr/>
              </p:nvPicPr>
              <p:blipFill>
                <a:blip r:embed="rId89"/>
                <a:stretch>
                  <a:fillRect/>
                </a:stretch>
              </p:blipFill>
              <p:spPr>
                <a:xfrm>
                  <a:off x="6114038" y="2852496"/>
                  <a:ext cx="439200" cy="16347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0" name="Ink 39">
                  <a:extLst>
                    <a:ext uri="{FF2B5EF4-FFF2-40B4-BE49-F238E27FC236}">
                      <a16:creationId xmlns:a16="http://schemas.microsoft.com/office/drawing/2014/main" id="{6F7069DA-BD09-673B-EC0E-FCA2D23865F5}"/>
                    </a:ext>
                  </a:extLst>
                </p14:cNvPr>
                <p14:cNvContentPartPr/>
                <p14:nvPr/>
              </p14:nvContentPartPr>
              <p14:xfrm>
                <a:off x="6362798" y="2951496"/>
                <a:ext cx="24480" cy="208080"/>
              </p14:xfrm>
            </p:contentPart>
          </mc:Choice>
          <mc:Fallback xmlns="">
            <p:pic>
              <p:nvPicPr>
                <p:cNvPr id="40" name="Ink 39">
                  <a:extLst>
                    <a:ext uri="{FF2B5EF4-FFF2-40B4-BE49-F238E27FC236}">
                      <a16:creationId xmlns:a16="http://schemas.microsoft.com/office/drawing/2014/main" id="{6F7069DA-BD09-673B-EC0E-FCA2D23865F5}"/>
                    </a:ext>
                  </a:extLst>
                </p:cNvPr>
                <p:cNvPicPr/>
                <p:nvPr/>
              </p:nvPicPr>
              <p:blipFill>
                <a:blip r:embed="rId91"/>
                <a:stretch>
                  <a:fillRect/>
                </a:stretch>
              </p:blipFill>
              <p:spPr>
                <a:xfrm>
                  <a:off x="6356678" y="2945376"/>
                  <a:ext cx="367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41" name="Ink 40">
                  <a:extLst>
                    <a:ext uri="{FF2B5EF4-FFF2-40B4-BE49-F238E27FC236}">
                      <a16:creationId xmlns:a16="http://schemas.microsoft.com/office/drawing/2014/main" id="{BA5C4962-48B2-DB9A-936A-8D282769B27B}"/>
                    </a:ext>
                  </a:extLst>
                </p14:cNvPr>
                <p14:cNvContentPartPr/>
                <p14:nvPr/>
              </p14:nvContentPartPr>
              <p14:xfrm>
                <a:off x="6274958" y="2987496"/>
                <a:ext cx="263160" cy="412200"/>
              </p14:xfrm>
            </p:contentPart>
          </mc:Choice>
          <mc:Fallback xmlns="">
            <p:pic>
              <p:nvPicPr>
                <p:cNvPr id="41" name="Ink 40">
                  <a:extLst>
                    <a:ext uri="{FF2B5EF4-FFF2-40B4-BE49-F238E27FC236}">
                      <a16:creationId xmlns:a16="http://schemas.microsoft.com/office/drawing/2014/main" id="{BA5C4962-48B2-DB9A-936A-8D282769B27B}"/>
                    </a:ext>
                  </a:extLst>
                </p:cNvPr>
                <p:cNvPicPr/>
                <p:nvPr/>
              </p:nvPicPr>
              <p:blipFill>
                <a:blip r:embed="rId93"/>
                <a:stretch>
                  <a:fillRect/>
                </a:stretch>
              </p:blipFill>
              <p:spPr>
                <a:xfrm>
                  <a:off x="6268838" y="2981376"/>
                  <a:ext cx="275400" cy="4244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42" name="Ink 41">
                  <a:extLst>
                    <a:ext uri="{FF2B5EF4-FFF2-40B4-BE49-F238E27FC236}">
                      <a16:creationId xmlns:a16="http://schemas.microsoft.com/office/drawing/2014/main" id="{04BF94D1-96DF-FDC8-657B-C78DE45D197C}"/>
                    </a:ext>
                  </a:extLst>
                </p14:cNvPr>
                <p14:cNvContentPartPr/>
                <p14:nvPr/>
              </p14:nvContentPartPr>
              <p14:xfrm>
                <a:off x="6435878" y="3267576"/>
                <a:ext cx="19080" cy="161640"/>
              </p14:xfrm>
            </p:contentPart>
          </mc:Choice>
          <mc:Fallback xmlns="">
            <p:pic>
              <p:nvPicPr>
                <p:cNvPr id="42" name="Ink 41">
                  <a:extLst>
                    <a:ext uri="{FF2B5EF4-FFF2-40B4-BE49-F238E27FC236}">
                      <a16:creationId xmlns:a16="http://schemas.microsoft.com/office/drawing/2014/main" id="{04BF94D1-96DF-FDC8-657B-C78DE45D197C}"/>
                    </a:ext>
                  </a:extLst>
                </p:cNvPr>
                <p:cNvPicPr/>
                <p:nvPr/>
              </p:nvPicPr>
              <p:blipFill>
                <a:blip r:embed="rId95"/>
                <a:stretch>
                  <a:fillRect/>
                </a:stretch>
              </p:blipFill>
              <p:spPr>
                <a:xfrm>
                  <a:off x="6429758" y="3261456"/>
                  <a:ext cx="3132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43" name="Ink 42">
                  <a:extLst>
                    <a:ext uri="{FF2B5EF4-FFF2-40B4-BE49-F238E27FC236}">
                      <a16:creationId xmlns:a16="http://schemas.microsoft.com/office/drawing/2014/main" id="{729714DA-919E-D448-9344-07B24923AE94}"/>
                    </a:ext>
                  </a:extLst>
                </p14:cNvPr>
                <p14:cNvContentPartPr/>
                <p14:nvPr/>
              </p14:nvContentPartPr>
              <p14:xfrm>
                <a:off x="6511478" y="3272256"/>
                <a:ext cx="163800" cy="143280"/>
              </p14:xfrm>
            </p:contentPart>
          </mc:Choice>
          <mc:Fallback xmlns="">
            <p:pic>
              <p:nvPicPr>
                <p:cNvPr id="43" name="Ink 42">
                  <a:extLst>
                    <a:ext uri="{FF2B5EF4-FFF2-40B4-BE49-F238E27FC236}">
                      <a16:creationId xmlns:a16="http://schemas.microsoft.com/office/drawing/2014/main" id="{729714DA-919E-D448-9344-07B24923AE94}"/>
                    </a:ext>
                  </a:extLst>
                </p:cNvPr>
                <p:cNvPicPr/>
                <p:nvPr/>
              </p:nvPicPr>
              <p:blipFill>
                <a:blip r:embed="rId97"/>
                <a:stretch>
                  <a:fillRect/>
                </a:stretch>
              </p:blipFill>
              <p:spPr>
                <a:xfrm>
                  <a:off x="6505358" y="3266136"/>
                  <a:ext cx="17604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45" name="Ink 44">
                  <a:extLst>
                    <a:ext uri="{FF2B5EF4-FFF2-40B4-BE49-F238E27FC236}">
                      <a16:creationId xmlns:a16="http://schemas.microsoft.com/office/drawing/2014/main" id="{C29390E8-174E-258C-5179-F3B0422A77D7}"/>
                    </a:ext>
                  </a:extLst>
                </p14:cNvPr>
                <p14:cNvContentPartPr/>
                <p14:nvPr/>
              </p14:nvContentPartPr>
              <p14:xfrm>
                <a:off x="7065878" y="3421656"/>
                <a:ext cx="69840" cy="181080"/>
              </p14:xfrm>
            </p:contentPart>
          </mc:Choice>
          <mc:Fallback xmlns="">
            <p:pic>
              <p:nvPicPr>
                <p:cNvPr id="45" name="Ink 44">
                  <a:extLst>
                    <a:ext uri="{FF2B5EF4-FFF2-40B4-BE49-F238E27FC236}">
                      <a16:creationId xmlns:a16="http://schemas.microsoft.com/office/drawing/2014/main" id="{C29390E8-174E-258C-5179-F3B0422A77D7}"/>
                    </a:ext>
                  </a:extLst>
                </p:cNvPr>
                <p:cNvPicPr/>
                <p:nvPr/>
              </p:nvPicPr>
              <p:blipFill>
                <a:blip r:embed="rId99"/>
                <a:stretch>
                  <a:fillRect/>
                </a:stretch>
              </p:blipFill>
              <p:spPr>
                <a:xfrm>
                  <a:off x="7059758" y="3415536"/>
                  <a:ext cx="8208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46" name="Ink 45">
                  <a:extLst>
                    <a:ext uri="{FF2B5EF4-FFF2-40B4-BE49-F238E27FC236}">
                      <a16:creationId xmlns:a16="http://schemas.microsoft.com/office/drawing/2014/main" id="{3C0DFE8A-70E2-0ADB-D4DC-F989472D68AF}"/>
                    </a:ext>
                  </a:extLst>
                </p14:cNvPr>
                <p14:cNvContentPartPr/>
                <p14:nvPr/>
              </p14:nvContentPartPr>
              <p14:xfrm>
                <a:off x="7167758" y="3486456"/>
                <a:ext cx="115920" cy="204840"/>
              </p14:xfrm>
            </p:contentPart>
          </mc:Choice>
          <mc:Fallback xmlns="">
            <p:pic>
              <p:nvPicPr>
                <p:cNvPr id="46" name="Ink 45">
                  <a:extLst>
                    <a:ext uri="{FF2B5EF4-FFF2-40B4-BE49-F238E27FC236}">
                      <a16:creationId xmlns:a16="http://schemas.microsoft.com/office/drawing/2014/main" id="{3C0DFE8A-70E2-0ADB-D4DC-F989472D68AF}"/>
                    </a:ext>
                  </a:extLst>
                </p:cNvPr>
                <p:cNvPicPr/>
                <p:nvPr/>
              </p:nvPicPr>
              <p:blipFill>
                <a:blip r:embed="rId101"/>
                <a:stretch>
                  <a:fillRect/>
                </a:stretch>
              </p:blipFill>
              <p:spPr>
                <a:xfrm>
                  <a:off x="7161638" y="3480336"/>
                  <a:ext cx="12816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82" name="Ink 81">
                  <a:extLst>
                    <a:ext uri="{FF2B5EF4-FFF2-40B4-BE49-F238E27FC236}">
                      <a16:creationId xmlns:a16="http://schemas.microsoft.com/office/drawing/2014/main" id="{64BA2A7C-8C17-DC12-0847-A154F9FBADE2}"/>
                    </a:ext>
                  </a:extLst>
                </p14:cNvPr>
                <p14:cNvContentPartPr/>
                <p14:nvPr/>
              </p14:nvContentPartPr>
              <p14:xfrm>
                <a:off x="6903158" y="3323376"/>
                <a:ext cx="53280" cy="180720"/>
              </p14:xfrm>
            </p:contentPart>
          </mc:Choice>
          <mc:Fallback xmlns="">
            <p:pic>
              <p:nvPicPr>
                <p:cNvPr id="82" name="Ink 81">
                  <a:extLst>
                    <a:ext uri="{FF2B5EF4-FFF2-40B4-BE49-F238E27FC236}">
                      <a16:creationId xmlns:a16="http://schemas.microsoft.com/office/drawing/2014/main" id="{64BA2A7C-8C17-DC12-0847-A154F9FBADE2}"/>
                    </a:ext>
                  </a:extLst>
                </p:cNvPr>
                <p:cNvPicPr/>
                <p:nvPr/>
              </p:nvPicPr>
              <p:blipFill>
                <a:blip r:embed="rId103"/>
                <a:stretch>
                  <a:fillRect/>
                </a:stretch>
              </p:blipFill>
              <p:spPr>
                <a:xfrm>
                  <a:off x="6897038" y="3317256"/>
                  <a:ext cx="6552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83" name="Ink 82">
                  <a:extLst>
                    <a:ext uri="{FF2B5EF4-FFF2-40B4-BE49-F238E27FC236}">
                      <a16:creationId xmlns:a16="http://schemas.microsoft.com/office/drawing/2014/main" id="{66AC6857-E2C8-C64A-574D-74903F5116C0}"/>
                    </a:ext>
                  </a:extLst>
                </p14:cNvPr>
                <p14:cNvContentPartPr/>
                <p14:nvPr/>
              </p14:nvContentPartPr>
              <p14:xfrm>
                <a:off x="6873638" y="3484656"/>
                <a:ext cx="149400" cy="52200"/>
              </p14:xfrm>
            </p:contentPart>
          </mc:Choice>
          <mc:Fallback xmlns="">
            <p:pic>
              <p:nvPicPr>
                <p:cNvPr id="83" name="Ink 82">
                  <a:extLst>
                    <a:ext uri="{FF2B5EF4-FFF2-40B4-BE49-F238E27FC236}">
                      <a16:creationId xmlns:a16="http://schemas.microsoft.com/office/drawing/2014/main" id="{66AC6857-E2C8-C64A-574D-74903F5116C0}"/>
                    </a:ext>
                  </a:extLst>
                </p:cNvPr>
                <p:cNvPicPr/>
                <p:nvPr/>
              </p:nvPicPr>
              <p:blipFill>
                <a:blip r:embed="rId105"/>
                <a:stretch>
                  <a:fillRect/>
                </a:stretch>
              </p:blipFill>
              <p:spPr>
                <a:xfrm>
                  <a:off x="6867518" y="3478536"/>
                  <a:ext cx="161640" cy="64440"/>
                </a:xfrm>
                <a:prstGeom prst="rect">
                  <a:avLst/>
                </a:prstGeom>
              </p:spPr>
            </p:pic>
          </mc:Fallback>
        </mc:AlternateContent>
      </p:grpSp>
      <p:grpSp>
        <p:nvGrpSpPr>
          <p:cNvPr id="95" name="Group 94">
            <a:extLst>
              <a:ext uri="{FF2B5EF4-FFF2-40B4-BE49-F238E27FC236}">
                <a16:creationId xmlns:a16="http://schemas.microsoft.com/office/drawing/2014/main" id="{42D3F95D-C082-5B5E-61B6-B9A913D3D38F}"/>
              </a:ext>
            </a:extLst>
          </p:cNvPr>
          <p:cNvGrpSpPr/>
          <p:nvPr/>
        </p:nvGrpSpPr>
        <p:grpSpPr>
          <a:xfrm>
            <a:off x="7729358" y="2633976"/>
            <a:ext cx="1377000" cy="1843560"/>
            <a:chOff x="7729358" y="2633976"/>
            <a:chExt cx="1377000" cy="1843560"/>
          </a:xfrm>
        </p:grpSpPr>
        <mc:AlternateContent xmlns:mc="http://schemas.openxmlformats.org/markup-compatibility/2006" xmlns:p14="http://schemas.microsoft.com/office/powerpoint/2010/main">
          <mc:Choice Requires="p14">
            <p:contentPart p14:bwMode="auto" r:id="rId106">
              <p14:nvContentPartPr>
                <p14:cNvPr id="51" name="Ink 50">
                  <a:extLst>
                    <a:ext uri="{FF2B5EF4-FFF2-40B4-BE49-F238E27FC236}">
                      <a16:creationId xmlns:a16="http://schemas.microsoft.com/office/drawing/2014/main" id="{B8A39C72-8A5B-121A-621D-250C9A555A54}"/>
                    </a:ext>
                  </a:extLst>
                </p14:cNvPr>
                <p14:cNvContentPartPr/>
                <p14:nvPr/>
              </p14:nvContentPartPr>
              <p14:xfrm>
                <a:off x="8421278" y="3670776"/>
                <a:ext cx="24840" cy="212760"/>
              </p14:xfrm>
            </p:contentPart>
          </mc:Choice>
          <mc:Fallback xmlns="">
            <p:pic>
              <p:nvPicPr>
                <p:cNvPr id="51" name="Ink 50">
                  <a:extLst>
                    <a:ext uri="{FF2B5EF4-FFF2-40B4-BE49-F238E27FC236}">
                      <a16:creationId xmlns:a16="http://schemas.microsoft.com/office/drawing/2014/main" id="{B8A39C72-8A5B-121A-621D-250C9A555A54}"/>
                    </a:ext>
                  </a:extLst>
                </p:cNvPr>
                <p:cNvPicPr/>
                <p:nvPr/>
              </p:nvPicPr>
              <p:blipFill>
                <a:blip r:embed="rId107"/>
                <a:stretch>
                  <a:fillRect/>
                </a:stretch>
              </p:blipFill>
              <p:spPr>
                <a:xfrm>
                  <a:off x="8415158" y="3664656"/>
                  <a:ext cx="3708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4" name="Ink 53">
                  <a:extLst>
                    <a:ext uri="{FF2B5EF4-FFF2-40B4-BE49-F238E27FC236}">
                      <a16:creationId xmlns:a16="http://schemas.microsoft.com/office/drawing/2014/main" id="{0317CB4F-9A53-DD4A-94F3-6BC8105C0452}"/>
                    </a:ext>
                  </a:extLst>
                </p14:cNvPr>
                <p14:cNvContentPartPr/>
                <p14:nvPr/>
              </p14:nvContentPartPr>
              <p14:xfrm>
                <a:off x="8576798" y="4075056"/>
                <a:ext cx="131760" cy="153720"/>
              </p14:xfrm>
            </p:contentPart>
          </mc:Choice>
          <mc:Fallback xmlns="">
            <p:pic>
              <p:nvPicPr>
                <p:cNvPr id="54" name="Ink 53">
                  <a:extLst>
                    <a:ext uri="{FF2B5EF4-FFF2-40B4-BE49-F238E27FC236}">
                      <a16:creationId xmlns:a16="http://schemas.microsoft.com/office/drawing/2014/main" id="{0317CB4F-9A53-DD4A-94F3-6BC8105C0452}"/>
                    </a:ext>
                  </a:extLst>
                </p:cNvPr>
                <p:cNvPicPr/>
                <p:nvPr/>
              </p:nvPicPr>
              <p:blipFill>
                <a:blip r:embed="rId109"/>
                <a:stretch>
                  <a:fillRect/>
                </a:stretch>
              </p:blipFill>
              <p:spPr>
                <a:xfrm>
                  <a:off x="8570678" y="4068936"/>
                  <a:ext cx="14400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55" name="Ink 54">
                  <a:extLst>
                    <a:ext uri="{FF2B5EF4-FFF2-40B4-BE49-F238E27FC236}">
                      <a16:creationId xmlns:a16="http://schemas.microsoft.com/office/drawing/2014/main" id="{32AE098F-2A9E-BC78-0712-316261386235}"/>
                    </a:ext>
                  </a:extLst>
                </p14:cNvPr>
                <p14:cNvContentPartPr/>
                <p14:nvPr/>
              </p14:nvContentPartPr>
              <p14:xfrm>
                <a:off x="8691638" y="2633976"/>
                <a:ext cx="414720" cy="1843560"/>
              </p14:xfrm>
            </p:contentPart>
          </mc:Choice>
          <mc:Fallback xmlns="">
            <p:pic>
              <p:nvPicPr>
                <p:cNvPr id="55" name="Ink 54">
                  <a:extLst>
                    <a:ext uri="{FF2B5EF4-FFF2-40B4-BE49-F238E27FC236}">
                      <a16:creationId xmlns:a16="http://schemas.microsoft.com/office/drawing/2014/main" id="{32AE098F-2A9E-BC78-0712-316261386235}"/>
                    </a:ext>
                  </a:extLst>
                </p:cNvPr>
                <p:cNvPicPr/>
                <p:nvPr/>
              </p:nvPicPr>
              <p:blipFill>
                <a:blip r:embed="rId111"/>
                <a:stretch>
                  <a:fillRect/>
                </a:stretch>
              </p:blipFill>
              <p:spPr>
                <a:xfrm>
                  <a:off x="8685518" y="2627856"/>
                  <a:ext cx="426960" cy="18558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2" name="Ink 61">
                  <a:extLst>
                    <a:ext uri="{FF2B5EF4-FFF2-40B4-BE49-F238E27FC236}">
                      <a16:creationId xmlns:a16="http://schemas.microsoft.com/office/drawing/2014/main" id="{56903185-BCC9-18E3-BE15-DD380BF831E6}"/>
                    </a:ext>
                  </a:extLst>
                </p14:cNvPr>
                <p14:cNvContentPartPr/>
                <p14:nvPr/>
              </p14:nvContentPartPr>
              <p14:xfrm>
                <a:off x="8129318" y="2855376"/>
                <a:ext cx="3600" cy="7200"/>
              </p14:xfrm>
            </p:contentPart>
          </mc:Choice>
          <mc:Fallback xmlns="">
            <p:pic>
              <p:nvPicPr>
                <p:cNvPr id="62" name="Ink 61">
                  <a:extLst>
                    <a:ext uri="{FF2B5EF4-FFF2-40B4-BE49-F238E27FC236}">
                      <a16:creationId xmlns:a16="http://schemas.microsoft.com/office/drawing/2014/main" id="{56903185-BCC9-18E3-BE15-DD380BF831E6}"/>
                    </a:ext>
                  </a:extLst>
                </p:cNvPr>
                <p:cNvPicPr/>
                <p:nvPr/>
              </p:nvPicPr>
              <p:blipFill>
                <a:blip r:embed="rId113"/>
                <a:stretch>
                  <a:fillRect/>
                </a:stretch>
              </p:blipFill>
              <p:spPr>
                <a:xfrm>
                  <a:off x="8123198" y="2849256"/>
                  <a:ext cx="1584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3" name="Ink 62">
                  <a:extLst>
                    <a:ext uri="{FF2B5EF4-FFF2-40B4-BE49-F238E27FC236}">
                      <a16:creationId xmlns:a16="http://schemas.microsoft.com/office/drawing/2014/main" id="{2D9D3618-A0E9-42DA-F894-194A0CA5619C}"/>
                    </a:ext>
                  </a:extLst>
                </p14:cNvPr>
                <p14:cNvContentPartPr/>
                <p14:nvPr/>
              </p14:nvContentPartPr>
              <p14:xfrm>
                <a:off x="7887038" y="2826936"/>
                <a:ext cx="388440" cy="365400"/>
              </p14:xfrm>
            </p:contentPart>
          </mc:Choice>
          <mc:Fallback xmlns="">
            <p:pic>
              <p:nvPicPr>
                <p:cNvPr id="63" name="Ink 62">
                  <a:extLst>
                    <a:ext uri="{FF2B5EF4-FFF2-40B4-BE49-F238E27FC236}">
                      <a16:creationId xmlns:a16="http://schemas.microsoft.com/office/drawing/2014/main" id="{2D9D3618-A0E9-42DA-F894-194A0CA5619C}"/>
                    </a:ext>
                  </a:extLst>
                </p:cNvPr>
                <p:cNvPicPr/>
                <p:nvPr/>
              </p:nvPicPr>
              <p:blipFill>
                <a:blip r:embed="rId115"/>
                <a:stretch>
                  <a:fillRect/>
                </a:stretch>
              </p:blipFill>
              <p:spPr>
                <a:xfrm>
                  <a:off x="7880918" y="2820816"/>
                  <a:ext cx="400680" cy="3776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5" name="Ink 84">
                  <a:extLst>
                    <a:ext uri="{FF2B5EF4-FFF2-40B4-BE49-F238E27FC236}">
                      <a16:creationId xmlns:a16="http://schemas.microsoft.com/office/drawing/2014/main" id="{AF40673F-BDA1-730B-D6A2-CC778EE06FFF}"/>
                    </a:ext>
                  </a:extLst>
                </p14:cNvPr>
                <p14:cNvContentPartPr/>
                <p14:nvPr/>
              </p14:nvContentPartPr>
              <p14:xfrm>
                <a:off x="7819358" y="3473496"/>
                <a:ext cx="20520" cy="145800"/>
              </p14:xfrm>
            </p:contentPart>
          </mc:Choice>
          <mc:Fallback xmlns="">
            <p:pic>
              <p:nvPicPr>
                <p:cNvPr id="85" name="Ink 84">
                  <a:extLst>
                    <a:ext uri="{FF2B5EF4-FFF2-40B4-BE49-F238E27FC236}">
                      <a16:creationId xmlns:a16="http://schemas.microsoft.com/office/drawing/2014/main" id="{AF40673F-BDA1-730B-D6A2-CC778EE06FFF}"/>
                    </a:ext>
                  </a:extLst>
                </p:cNvPr>
                <p:cNvPicPr/>
                <p:nvPr/>
              </p:nvPicPr>
              <p:blipFill>
                <a:blip r:embed="rId117"/>
                <a:stretch>
                  <a:fillRect/>
                </a:stretch>
              </p:blipFill>
              <p:spPr>
                <a:xfrm>
                  <a:off x="7813238" y="3467376"/>
                  <a:ext cx="3276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6" name="Ink 85">
                  <a:extLst>
                    <a:ext uri="{FF2B5EF4-FFF2-40B4-BE49-F238E27FC236}">
                      <a16:creationId xmlns:a16="http://schemas.microsoft.com/office/drawing/2014/main" id="{C18EDAA4-1368-A91A-182C-93FF00CE9DFF}"/>
                    </a:ext>
                  </a:extLst>
                </p14:cNvPr>
                <p14:cNvContentPartPr/>
                <p14:nvPr/>
              </p14:nvContentPartPr>
              <p14:xfrm>
                <a:off x="7729358" y="3655296"/>
                <a:ext cx="280800" cy="78840"/>
              </p14:xfrm>
            </p:contentPart>
          </mc:Choice>
          <mc:Fallback xmlns="">
            <p:pic>
              <p:nvPicPr>
                <p:cNvPr id="86" name="Ink 85">
                  <a:extLst>
                    <a:ext uri="{FF2B5EF4-FFF2-40B4-BE49-F238E27FC236}">
                      <a16:creationId xmlns:a16="http://schemas.microsoft.com/office/drawing/2014/main" id="{C18EDAA4-1368-A91A-182C-93FF00CE9DFF}"/>
                    </a:ext>
                  </a:extLst>
                </p:cNvPr>
                <p:cNvPicPr/>
                <p:nvPr/>
              </p:nvPicPr>
              <p:blipFill>
                <a:blip r:embed="rId119"/>
                <a:stretch>
                  <a:fillRect/>
                </a:stretch>
              </p:blipFill>
              <p:spPr>
                <a:xfrm>
                  <a:off x="7723238" y="3649176"/>
                  <a:ext cx="29304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7" name="Ink 86">
                  <a:extLst>
                    <a:ext uri="{FF2B5EF4-FFF2-40B4-BE49-F238E27FC236}">
                      <a16:creationId xmlns:a16="http://schemas.microsoft.com/office/drawing/2014/main" id="{FD4CF1D1-A963-80EA-BFDB-AD0BEC55E06D}"/>
                    </a:ext>
                  </a:extLst>
                </p14:cNvPr>
                <p14:cNvContentPartPr/>
                <p14:nvPr/>
              </p14:nvContentPartPr>
              <p14:xfrm>
                <a:off x="7795238" y="3786336"/>
                <a:ext cx="127440" cy="182880"/>
              </p14:xfrm>
            </p:contentPart>
          </mc:Choice>
          <mc:Fallback xmlns="">
            <p:pic>
              <p:nvPicPr>
                <p:cNvPr id="87" name="Ink 86">
                  <a:extLst>
                    <a:ext uri="{FF2B5EF4-FFF2-40B4-BE49-F238E27FC236}">
                      <a16:creationId xmlns:a16="http://schemas.microsoft.com/office/drawing/2014/main" id="{FD4CF1D1-A963-80EA-BFDB-AD0BEC55E06D}"/>
                    </a:ext>
                  </a:extLst>
                </p:cNvPr>
                <p:cNvPicPr/>
                <p:nvPr/>
              </p:nvPicPr>
              <p:blipFill>
                <a:blip r:embed="rId121"/>
                <a:stretch>
                  <a:fillRect/>
                </a:stretch>
              </p:blipFill>
              <p:spPr>
                <a:xfrm>
                  <a:off x="7789118" y="3780216"/>
                  <a:ext cx="13968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93" name="Ink 92">
                  <a:extLst>
                    <a:ext uri="{FF2B5EF4-FFF2-40B4-BE49-F238E27FC236}">
                      <a16:creationId xmlns:a16="http://schemas.microsoft.com/office/drawing/2014/main" id="{C9C9AF80-0253-F2CD-6CCF-E94BAA24BA4B}"/>
                    </a:ext>
                  </a:extLst>
                </p14:cNvPr>
                <p14:cNvContentPartPr/>
                <p14:nvPr/>
              </p14:nvContentPartPr>
              <p14:xfrm>
                <a:off x="8432798" y="4134816"/>
                <a:ext cx="39960" cy="156240"/>
              </p14:xfrm>
            </p:contentPart>
          </mc:Choice>
          <mc:Fallback xmlns="">
            <p:pic>
              <p:nvPicPr>
                <p:cNvPr id="93" name="Ink 92">
                  <a:extLst>
                    <a:ext uri="{FF2B5EF4-FFF2-40B4-BE49-F238E27FC236}">
                      <a16:creationId xmlns:a16="http://schemas.microsoft.com/office/drawing/2014/main" id="{C9C9AF80-0253-F2CD-6CCF-E94BAA24BA4B}"/>
                    </a:ext>
                  </a:extLst>
                </p:cNvPr>
                <p:cNvPicPr/>
                <p:nvPr/>
              </p:nvPicPr>
              <p:blipFill>
                <a:blip r:embed="rId123"/>
                <a:stretch>
                  <a:fillRect/>
                </a:stretch>
              </p:blipFill>
              <p:spPr>
                <a:xfrm>
                  <a:off x="8426678" y="4128696"/>
                  <a:ext cx="5220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94" name="Ink 93">
                  <a:extLst>
                    <a:ext uri="{FF2B5EF4-FFF2-40B4-BE49-F238E27FC236}">
                      <a16:creationId xmlns:a16="http://schemas.microsoft.com/office/drawing/2014/main" id="{C0D80060-336A-E2C2-75F7-AEAD5EC03017}"/>
                    </a:ext>
                  </a:extLst>
                </p14:cNvPr>
                <p14:cNvContentPartPr/>
                <p14:nvPr/>
              </p14:nvContentPartPr>
              <p14:xfrm>
                <a:off x="8215718" y="3933576"/>
                <a:ext cx="413280" cy="176760"/>
              </p14:xfrm>
            </p:contentPart>
          </mc:Choice>
          <mc:Fallback xmlns="">
            <p:pic>
              <p:nvPicPr>
                <p:cNvPr id="94" name="Ink 93">
                  <a:extLst>
                    <a:ext uri="{FF2B5EF4-FFF2-40B4-BE49-F238E27FC236}">
                      <a16:creationId xmlns:a16="http://schemas.microsoft.com/office/drawing/2014/main" id="{C0D80060-336A-E2C2-75F7-AEAD5EC03017}"/>
                    </a:ext>
                  </a:extLst>
                </p:cNvPr>
                <p:cNvPicPr/>
                <p:nvPr/>
              </p:nvPicPr>
              <p:blipFill>
                <a:blip r:embed="rId125"/>
                <a:stretch>
                  <a:fillRect/>
                </a:stretch>
              </p:blipFill>
              <p:spPr>
                <a:xfrm>
                  <a:off x="8209598" y="3927456"/>
                  <a:ext cx="425520" cy="189000"/>
                </a:xfrm>
                <a:prstGeom prst="rect">
                  <a:avLst/>
                </a:prstGeom>
              </p:spPr>
            </p:pic>
          </mc:Fallback>
        </mc:AlternateContent>
      </p:grpSp>
    </p:spTree>
    <p:extLst>
      <p:ext uri="{BB962C8B-B14F-4D97-AF65-F5344CB8AC3E}">
        <p14:creationId xmlns:p14="http://schemas.microsoft.com/office/powerpoint/2010/main" val="305401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1980820-5D27-0A10-1273-7A866DD61255}"/>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163B7164-79BF-984E-AAAB-1F149D395766}"/>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latin typeface="Arial" pitchFamily="34" charset="0"/>
                <a:cs typeface="Arial" pitchFamily="34" charset="0"/>
              </a:rPr>
              <a:t>Definition of Statistical Distance</a:t>
            </a:r>
            <a:endParaRPr lang="en-IN" sz="3600" dirty="0">
              <a:solidFill>
                <a:srgbClr val="0070C0"/>
              </a:solidFill>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08963AB-CCCD-0E97-621A-A38E38B0EB7F}"/>
                  </a:ext>
                </a:extLst>
              </p:cNvPr>
              <p:cNvSpPr txBox="1"/>
              <p:nvPr/>
            </p:nvSpPr>
            <p:spPr>
              <a:xfrm>
                <a:off x="5236788" y="358527"/>
                <a:ext cx="5809111" cy="1995611"/>
              </a:xfrm>
              <a:prstGeom prst="rect">
                <a:avLst/>
              </a:prstGeom>
              <a:noFill/>
            </p:spPr>
            <p:txBody>
              <a:bodyPr wrap="square">
                <a:spAutoFit/>
              </a:bodyPr>
              <a:lstStyle/>
              <a:p>
                <a:pPr algn="ctr">
                  <a:lnSpc>
                    <a:spcPct val="150000"/>
                  </a:lnSpc>
                  <a:buClr>
                    <a:srgbClr val="0000FF"/>
                  </a:buClr>
                </a:pPr>
                <a14:m>
                  <m:oMathPara xmlns:m="http://schemas.openxmlformats.org/officeDocument/2006/math">
                    <m:oMathParaPr>
                      <m:jc m:val="centerGroup"/>
                    </m:oMathParaPr>
                    <m:oMath xmlns:m="http://schemas.openxmlformats.org/officeDocument/2006/math">
                      <m:f>
                        <m:fPr>
                          <m:ctrlPr>
                            <a:rPr lang="en-IN" sz="2500" b="0" i="1" smtClean="0">
                              <a:solidFill>
                                <a:srgbClr val="C00000"/>
                              </a:solidFill>
                              <a:latin typeface="Cambria Math" panose="02040503050406030204" pitchFamily="18" charset="0"/>
                              <a:cs typeface="Arial" panose="020B0604020202020204" pitchFamily="34" charset="0"/>
                            </a:rPr>
                          </m:ctrlPr>
                        </m:fPr>
                        <m:num>
                          <m:sSubSup>
                            <m:sSubSupPr>
                              <m:ctrlPr>
                                <a:rPr lang="en-IN" sz="2500" b="0" i="1" smtClean="0">
                                  <a:solidFill>
                                    <a:srgbClr val="C00000"/>
                                  </a:solidFill>
                                  <a:latin typeface="Cambria Math" panose="02040503050406030204" pitchFamily="18" charset="0"/>
                                  <a:cs typeface="Arial" panose="020B0604020202020204" pitchFamily="34" charset="0"/>
                                </a:rPr>
                              </m:ctrlPr>
                            </m:sSubSupPr>
                            <m:e>
                              <m:r>
                                <m:rPr>
                                  <m:sty m:val="p"/>
                                </m:rPr>
                                <a:rPr lang="en-IN" sz="2500" b="0" i="0" smtClean="0">
                                  <a:solidFill>
                                    <a:srgbClr val="C00000"/>
                                  </a:solidFill>
                                  <a:latin typeface="Cambria Math" panose="02040503050406030204" pitchFamily="18" charset="0"/>
                                  <a:cs typeface="Arial" panose="020B0604020202020204" pitchFamily="34" charset="0"/>
                                </a:rPr>
                                <m:t>x</m:t>
                              </m:r>
                            </m:e>
                            <m:sub>
                              <m:r>
                                <a:rPr lang="en-IN" sz="2500" b="0" i="0" smtClean="0">
                                  <a:solidFill>
                                    <a:srgbClr val="C00000"/>
                                  </a:solidFill>
                                  <a:latin typeface="Cambria Math" panose="02040503050406030204" pitchFamily="18" charset="0"/>
                                  <a:cs typeface="Arial" panose="020B0604020202020204" pitchFamily="34" charset="0"/>
                                </a:rPr>
                                <m:t>1</m:t>
                              </m:r>
                            </m:sub>
                            <m:sup>
                              <m:r>
                                <a:rPr lang="en-IN" sz="2500" b="0" i="0" smtClean="0">
                                  <a:solidFill>
                                    <a:srgbClr val="C00000"/>
                                  </a:solidFill>
                                  <a:latin typeface="Cambria Math" panose="02040503050406030204" pitchFamily="18" charset="0"/>
                                  <a:cs typeface="Arial" panose="020B0604020202020204" pitchFamily="34" charset="0"/>
                                </a:rPr>
                                <m:t>2</m:t>
                              </m:r>
                            </m:sup>
                          </m:sSubSup>
                        </m:num>
                        <m:den>
                          <m:sSub>
                            <m:sSubPr>
                              <m:ctrlPr>
                                <a:rPr lang="en-IN" sz="2500"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2500" i="0">
                                  <a:solidFill>
                                    <a:srgbClr val="C00000"/>
                                  </a:solidFill>
                                  <a:latin typeface="Cambria Math" panose="02040503050406030204" pitchFamily="18" charset="0"/>
                                  <a:ea typeface="Cambria Math" panose="02040503050406030204" pitchFamily="18" charset="0"/>
                                  <a:cs typeface="Arial" panose="020B0604020202020204" pitchFamily="34" charset="0"/>
                                </a:rPr>
                                <m:t>σ</m:t>
                              </m:r>
                            </m:e>
                            <m:sub>
                              <m:r>
                                <a:rPr lang="en-IN" sz="2500" i="0">
                                  <a:solidFill>
                                    <a:srgbClr val="C00000"/>
                                  </a:solidFill>
                                  <a:latin typeface="Cambria Math" panose="02040503050406030204" pitchFamily="18" charset="0"/>
                                  <a:ea typeface="Cambria Math" panose="02040503050406030204" pitchFamily="18" charset="0"/>
                                  <a:cs typeface="Arial" panose="020B0604020202020204" pitchFamily="34" charset="0"/>
                                </a:rPr>
                                <m:t>11</m:t>
                              </m:r>
                            </m:sub>
                          </m:sSub>
                        </m:den>
                      </m:f>
                      <m:r>
                        <a:rPr lang="en-IN" sz="2500" b="0" i="0" smtClean="0">
                          <a:solidFill>
                            <a:srgbClr val="C00000"/>
                          </a:solidFill>
                          <a:latin typeface="Cambria Math" panose="02040503050406030204" pitchFamily="18" charset="0"/>
                          <a:cs typeface="Arial" panose="020B0604020202020204" pitchFamily="34" charset="0"/>
                        </a:rPr>
                        <m:t>+</m:t>
                      </m:r>
                      <m:f>
                        <m:fPr>
                          <m:ctrlPr>
                            <a:rPr lang="en-IN" sz="2500" i="1">
                              <a:solidFill>
                                <a:srgbClr val="C00000"/>
                              </a:solidFill>
                              <a:latin typeface="Cambria Math" panose="02040503050406030204" pitchFamily="18" charset="0"/>
                              <a:cs typeface="Arial" panose="020B0604020202020204" pitchFamily="34" charset="0"/>
                            </a:rPr>
                          </m:ctrlPr>
                        </m:fPr>
                        <m:num>
                          <m:sSubSup>
                            <m:sSubSupPr>
                              <m:ctrlPr>
                                <a:rPr lang="en-IN" sz="2500" i="1">
                                  <a:solidFill>
                                    <a:srgbClr val="C00000"/>
                                  </a:solidFill>
                                  <a:latin typeface="Cambria Math" panose="02040503050406030204" pitchFamily="18" charset="0"/>
                                  <a:cs typeface="Arial" panose="020B0604020202020204" pitchFamily="34" charset="0"/>
                                </a:rPr>
                              </m:ctrlPr>
                            </m:sSubSupPr>
                            <m:e>
                              <m:r>
                                <m:rPr>
                                  <m:sty m:val="p"/>
                                </m:rPr>
                                <a:rPr lang="en-IN" sz="2500" i="0">
                                  <a:solidFill>
                                    <a:srgbClr val="C00000"/>
                                  </a:solidFill>
                                  <a:latin typeface="Cambria Math" panose="02040503050406030204" pitchFamily="18" charset="0"/>
                                  <a:cs typeface="Arial" panose="020B0604020202020204" pitchFamily="34" charset="0"/>
                                </a:rPr>
                                <m:t>x</m:t>
                              </m:r>
                            </m:e>
                            <m:sub>
                              <m:r>
                                <a:rPr lang="en-IN" sz="2500" b="0" i="0" smtClean="0">
                                  <a:solidFill>
                                    <a:srgbClr val="C00000"/>
                                  </a:solidFill>
                                  <a:latin typeface="Cambria Math" panose="02040503050406030204" pitchFamily="18" charset="0"/>
                                  <a:cs typeface="Arial" panose="020B0604020202020204" pitchFamily="34" charset="0"/>
                                </a:rPr>
                                <m:t>2</m:t>
                              </m:r>
                            </m:sub>
                            <m:sup>
                              <m:r>
                                <a:rPr lang="en-IN" sz="2500" i="0">
                                  <a:solidFill>
                                    <a:srgbClr val="C00000"/>
                                  </a:solidFill>
                                  <a:latin typeface="Cambria Math" panose="02040503050406030204" pitchFamily="18" charset="0"/>
                                  <a:cs typeface="Arial" panose="020B0604020202020204" pitchFamily="34" charset="0"/>
                                </a:rPr>
                                <m:t>2</m:t>
                              </m:r>
                            </m:sup>
                          </m:sSubSup>
                        </m:num>
                        <m:den>
                          <m:sSub>
                            <m:sSubPr>
                              <m:ctrlPr>
                                <a:rPr lang="en-IN" sz="2500"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2500" i="0">
                                  <a:solidFill>
                                    <a:srgbClr val="C00000"/>
                                  </a:solidFill>
                                  <a:latin typeface="Cambria Math" panose="02040503050406030204" pitchFamily="18" charset="0"/>
                                  <a:ea typeface="Cambria Math" panose="02040503050406030204" pitchFamily="18" charset="0"/>
                                  <a:cs typeface="Arial" panose="020B0604020202020204" pitchFamily="34" charset="0"/>
                                </a:rPr>
                                <m:t>σ</m:t>
                              </m:r>
                            </m:e>
                            <m:sub>
                              <m:r>
                                <a:rPr lang="en-IN" sz="2500" b="0"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22</m:t>
                              </m:r>
                            </m:sub>
                          </m:sSub>
                        </m:den>
                      </m:f>
                      <m:r>
                        <a:rPr lang="en-IN" sz="2500" b="0"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2500" b="0"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IN" sz="2500" b="0"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d</m:t>
                          </m:r>
                        </m:e>
                        <m:sup>
                          <m:r>
                            <a:rPr lang="en-IN" sz="2500" b="0"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2</m:t>
                          </m:r>
                        </m:sup>
                      </m:sSup>
                    </m:oMath>
                  </m:oMathPara>
                </a14:m>
                <a:endParaRPr lang="en-US" sz="2500" dirty="0">
                  <a:solidFill>
                    <a:srgbClr val="C00000"/>
                  </a:solidFill>
                  <a:latin typeface="Arial" panose="020B0604020202020204" pitchFamily="34" charset="0"/>
                  <a:cs typeface="Arial" panose="020B0604020202020204" pitchFamily="34" charset="0"/>
                </a:endParaRPr>
              </a:p>
              <a:p>
                <a:pPr algn="ctr">
                  <a:lnSpc>
                    <a:spcPct val="150000"/>
                  </a:lnSpc>
                  <a:buClr>
                    <a:srgbClr val="0000FF"/>
                  </a:buClr>
                </a:pPr>
                <a14:m>
                  <m:oMathPara xmlns:m="http://schemas.openxmlformats.org/officeDocument/2006/math">
                    <m:oMathParaPr>
                      <m:jc m:val="centerGroup"/>
                    </m:oMathParaPr>
                    <m:oMath xmlns:m="http://schemas.openxmlformats.org/officeDocument/2006/math">
                      <m:sSup>
                        <m:sSupPr>
                          <m:ctrlPr>
                            <a:rPr lang="en-IN" sz="2500" b="0" i="1" smtClean="0">
                              <a:solidFill>
                                <a:srgbClr val="C00000"/>
                              </a:solidFill>
                              <a:latin typeface="Cambria Math" panose="02040503050406030204" pitchFamily="18" charset="0"/>
                              <a:cs typeface="Arial" panose="020B0604020202020204" pitchFamily="34" charset="0"/>
                            </a:rPr>
                          </m:ctrlPr>
                        </m:sSupPr>
                        <m:e>
                          <m:sSubSup>
                            <m:sSubSupPr>
                              <m:ctrlPr>
                                <a:rPr lang="en-IN" sz="2500" b="0" i="1" smtClean="0">
                                  <a:solidFill>
                                    <a:srgbClr val="C00000"/>
                                  </a:solidFill>
                                  <a:latin typeface="Cambria Math" panose="02040503050406030204" pitchFamily="18" charset="0"/>
                                  <a:cs typeface="Arial" panose="020B0604020202020204" pitchFamily="34" charset="0"/>
                                </a:rPr>
                              </m:ctrlPr>
                            </m:sSubSupPr>
                            <m:e>
                              <m:r>
                                <m:rPr>
                                  <m:sty m:val="p"/>
                                </m:rPr>
                                <a:rPr lang="en-IN" sz="2500" b="0" i="0" smtClean="0">
                                  <a:solidFill>
                                    <a:srgbClr val="C00000"/>
                                  </a:solidFill>
                                  <a:latin typeface="Cambria Math" panose="02040503050406030204" pitchFamily="18" charset="0"/>
                                  <a:cs typeface="Arial" panose="020B0604020202020204" pitchFamily="34" charset="0"/>
                                </a:rPr>
                                <m:t>x</m:t>
                              </m:r>
                            </m:e>
                            <m:sub>
                              <m:r>
                                <a:rPr lang="en-IN" sz="2500" b="0" i="0" smtClean="0">
                                  <a:solidFill>
                                    <a:srgbClr val="C00000"/>
                                  </a:solidFill>
                                  <a:latin typeface="Cambria Math" panose="02040503050406030204" pitchFamily="18" charset="0"/>
                                  <a:cs typeface="Arial" panose="020B0604020202020204" pitchFamily="34" charset="0"/>
                                </a:rPr>
                                <m:t>1</m:t>
                              </m:r>
                            </m:sub>
                            <m:sup>
                              <m:r>
                                <a:rPr lang="en-IN" sz="2500" b="0" i="0" smtClean="0">
                                  <a:solidFill>
                                    <a:srgbClr val="C00000"/>
                                  </a:solidFill>
                                  <a:latin typeface="Cambria Math" panose="02040503050406030204" pitchFamily="18" charset="0"/>
                                  <a:cs typeface="Arial" panose="020B0604020202020204" pitchFamily="34" charset="0"/>
                                </a:rPr>
                                <m:t>∗</m:t>
                              </m:r>
                            </m:sup>
                          </m:sSubSup>
                        </m:e>
                        <m:sup>
                          <m:r>
                            <a:rPr lang="en-IN" sz="2500" b="0" i="0" smtClean="0">
                              <a:solidFill>
                                <a:srgbClr val="C00000"/>
                              </a:solidFill>
                              <a:latin typeface="Cambria Math" panose="02040503050406030204" pitchFamily="18" charset="0"/>
                              <a:cs typeface="Arial" panose="020B0604020202020204" pitchFamily="34" charset="0"/>
                            </a:rPr>
                            <m:t>2</m:t>
                          </m:r>
                        </m:sup>
                      </m:sSup>
                      <m:r>
                        <a:rPr lang="en-IN" sz="2500" b="0" i="0" smtClean="0">
                          <a:solidFill>
                            <a:srgbClr val="C00000"/>
                          </a:solidFill>
                          <a:latin typeface="Cambria Math" panose="02040503050406030204" pitchFamily="18" charset="0"/>
                          <a:cs typeface="Arial" panose="020B0604020202020204" pitchFamily="34" charset="0"/>
                        </a:rPr>
                        <m:t>+</m:t>
                      </m:r>
                      <m:sSup>
                        <m:sSupPr>
                          <m:ctrlPr>
                            <a:rPr lang="en-IN" sz="2500" b="0" i="1" smtClean="0">
                              <a:solidFill>
                                <a:srgbClr val="C00000"/>
                              </a:solidFill>
                              <a:latin typeface="Cambria Math" panose="02040503050406030204" pitchFamily="18" charset="0"/>
                              <a:cs typeface="Arial" panose="020B0604020202020204" pitchFamily="34" charset="0"/>
                            </a:rPr>
                          </m:ctrlPr>
                        </m:sSupPr>
                        <m:e>
                          <m:sSubSup>
                            <m:sSubSupPr>
                              <m:ctrlPr>
                                <a:rPr lang="en-IN" sz="2500" b="0" i="1" smtClean="0">
                                  <a:solidFill>
                                    <a:srgbClr val="C00000"/>
                                  </a:solidFill>
                                  <a:latin typeface="Cambria Math" panose="02040503050406030204" pitchFamily="18" charset="0"/>
                                  <a:cs typeface="Arial" panose="020B0604020202020204" pitchFamily="34" charset="0"/>
                                </a:rPr>
                              </m:ctrlPr>
                            </m:sSubSupPr>
                            <m:e>
                              <m:r>
                                <m:rPr>
                                  <m:sty m:val="p"/>
                                </m:rPr>
                                <a:rPr lang="en-IN" sz="2500" b="0" i="0" smtClean="0">
                                  <a:solidFill>
                                    <a:srgbClr val="C00000"/>
                                  </a:solidFill>
                                  <a:latin typeface="Cambria Math" panose="02040503050406030204" pitchFamily="18" charset="0"/>
                                  <a:cs typeface="Arial" panose="020B0604020202020204" pitchFamily="34" charset="0"/>
                                </a:rPr>
                                <m:t>x</m:t>
                              </m:r>
                            </m:e>
                            <m:sub>
                              <m:r>
                                <a:rPr lang="en-IN" sz="2500" b="0" i="0" smtClean="0">
                                  <a:solidFill>
                                    <a:srgbClr val="C00000"/>
                                  </a:solidFill>
                                  <a:latin typeface="Cambria Math" panose="02040503050406030204" pitchFamily="18" charset="0"/>
                                  <a:cs typeface="Arial" panose="020B0604020202020204" pitchFamily="34" charset="0"/>
                                </a:rPr>
                                <m:t>2</m:t>
                              </m:r>
                            </m:sub>
                            <m:sup>
                              <m:r>
                                <a:rPr lang="en-IN" sz="2500" b="0" i="0" smtClean="0">
                                  <a:solidFill>
                                    <a:srgbClr val="C00000"/>
                                  </a:solidFill>
                                  <a:latin typeface="Cambria Math" panose="02040503050406030204" pitchFamily="18" charset="0"/>
                                  <a:cs typeface="Arial" panose="020B0604020202020204" pitchFamily="34" charset="0"/>
                                </a:rPr>
                                <m:t>∗</m:t>
                              </m:r>
                            </m:sup>
                          </m:sSubSup>
                        </m:e>
                        <m:sup>
                          <m:r>
                            <a:rPr lang="en-IN" sz="2500" b="0" i="0" smtClean="0">
                              <a:solidFill>
                                <a:srgbClr val="C00000"/>
                              </a:solidFill>
                              <a:latin typeface="Cambria Math" panose="02040503050406030204" pitchFamily="18" charset="0"/>
                              <a:cs typeface="Arial" panose="020B0604020202020204" pitchFamily="34" charset="0"/>
                            </a:rPr>
                            <m:t>2</m:t>
                          </m:r>
                        </m:sup>
                      </m:sSup>
                      <m:r>
                        <a:rPr lang="en-IN" sz="2500" b="0"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2500" b="0"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IN" sz="2500" b="0"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d</m:t>
                          </m:r>
                        </m:e>
                        <m:sup>
                          <m:r>
                            <a:rPr lang="en-IN" sz="2500" b="0"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2</m:t>
                          </m:r>
                        </m:sup>
                      </m:sSup>
                    </m:oMath>
                  </m:oMathPara>
                </a14:m>
                <a:endParaRPr lang="en-IN" sz="2500" dirty="0">
                  <a:solidFill>
                    <a:srgbClr val="C00000"/>
                  </a:solidFill>
                </a:endParaRPr>
              </a:p>
            </p:txBody>
          </p:sp>
        </mc:Choice>
        <mc:Fallback xmlns="">
          <p:sp>
            <p:nvSpPr>
              <p:cNvPr id="7" name="TextBox 6">
                <a:extLst>
                  <a:ext uri="{FF2B5EF4-FFF2-40B4-BE49-F238E27FC236}">
                    <a16:creationId xmlns:a16="http://schemas.microsoft.com/office/drawing/2014/main" id="{E08963AB-CCCD-0E97-621A-A38E38B0EB7F}"/>
                  </a:ext>
                </a:extLst>
              </p:cNvPr>
              <p:cNvSpPr txBox="1">
                <a:spLocks noRot="1" noChangeAspect="1" noMove="1" noResize="1" noEditPoints="1" noAdjustHandles="1" noChangeArrowheads="1" noChangeShapeType="1" noTextEdit="1"/>
              </p:cNvSpPr>
              <p:nvPr/>
            </p:nvSpPr>
            <p:spPr>
              <a:xfrm>
                <a:off x="5236788" y="358527"/>
                <a:ext cx="5809111" cy="1995611"/>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826370" y="908195"/>
                <a:ext cx="2277374" cy="683970"/>
              </a:xfrm>
              <a:prstGeom prst="rect">
                <a:avLst/>
              </a:prstGeom>
              <a:noFill/>
            </p:spPr>
            <p:txBody>
              <a:bodyPr wrap="square" lIns="0" tIns="0" rIns="0" bIns="0" rtlCol="0">
                <a:spAutoFit/>
              </a:bodyPr>
              <a:lstStyle/>
              <a:p>
                <a:r>
                  <a:rPr lang="en-IN" sz="2400" b="1" dirty="0">
                    <a:solidFill>
                      <a:schemeClr val="bg1"/>
                    </a:solidFill>
                    <a:latin typeface="Arial" panose="020B0604020202020204" pitchFamily="34" charset="0"/>
                    <a:cs typeface="Arial" panose="020B0604020202020204" pitchFamily="34" charset="0"/>
                    <a:sym typeface="Symbol" panose="05050102010706020507" pitchFamily="18" charset="2"/>
                  </a:rPr>
                  <a:t></a:t>
                </a:r>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a:t>
                </a:r>
                <a14:m>
                  <m:oMath xmlns:m="http://schemas.openxmlformats.org/officeDocument/2006/math">
                    <m:d>
                      <m:dPr>
                        <m:begChr m:val="["/>
                        <m:endChr m:val="]"/>
                        <m:ctrlPr>
                          <a:rPr lang="en-IN" sz="2400" i="1" smtClean="0">
                            <a:solidFill>
                              <a:schemeClr val="bg1"/>
                            </a:solidFill>
                            <a:latin typeface="Cambria Math" panose="02040503050406030204" pitchFamily="18" charset="0"/>
                          </a:rPr>
                        </m:ctrlPr>
                      </m:dPr>
                      <m:e>
                        <m:m>
                          <m:mPr>
                            <m:mcs>
                              <m:mc>
                                <m:mcPr>
                                  <m:count m:val="2"/>
                                  <m:mcJc m:val="center"/>
                                </m:mcPr>
                              </m:mc>
                            </m:mcs>
                            <m:ctrlPr>
                              <a:rPr lang="en-IN" sz="2400" i="1" smtClean="0">
                                <a:solidFill>
                                  <a:schemeClr val="bg1"/>
                                </a:solidFill>
                                <a:latin typeface="Cambria Math" panose="02040503050406030204" pitchFamily="18" charset="0"/>
                              </a:rPr>
                            </m:ctrlPr>
                          </m:mPr>
                          <m:mr>
                            <m:e>
                              <m:sSub>
                                <m:sSubPr>
                                  <m:ctrlPr>
                                    <a:rPr lang="en-IN" sz="2400" b="0" i="1" smtClean="0">
                                      <a:solidFill>
                                        <a:schemeClr val="bg1"/>
                                      </a:solidFill>
                                      <a:latin typeface="Cambria Math" panose="02040503050406030204" pitchFamily="18" charset="0"/>
                                      <a:sym typeface="Symbol" panose="05050102010706020507" pitchFamily="18" charset="2"/>
                                    </a:rPr>
                                  </m:ctrlPr>
                                </m:sSubPr>
                                <m:e>
                                  <m:r>
                                    <a:rPr lang="en-IN" sz="2400" b="0" i="1" smtClean="0">
                                      <a:solidFill>
                                        <a:schemeClr val="bg1"/>
                                      </a:solidFill>
                                      <a:latin typeface="Cambria Math" panose="02040503050406030204" pitchFamily="18" charset="0"/>
                                      <a:sym typeface="Symbol" panose="05050102010706020507" pitchFamily="18" charset="2"/>
                                    </a:rPr>
                                    <m:t></m:t>
                                  </m:r>
                                </m:e>
                                <m:sub>
                                  <m:r>
                                    <a:rPr lang="en-IN" sz="2400" b="0" i="1" smtClean="0">
                                      <a:solidFill>
                                        <a:schemeClr val="bg1"/>
                                      </a:solidFill>
                                      <a:latin typeface="Cambria Math" panose="02040503050406030204" pitchFamily="18" charset="0"/>
                                      <a:sym typeface="Symbol" panose="05050102010706020507" pitchFamily="18" charset="2"/>
                                    </a:rPr>
                                    <m:t>11</m:t>
                                  </m:r>
                                </m:sub>
                              </m:sSub>
                            </m:e>
                            <m:e>
                              <m:r>
                                <a:rPr lang="en-IN" sz="2400" b="0" i="1" smtClean="0">
                                  <a:solidFill>
                                    <a:schemeClr val="bg1"/>
                                  </a:solidFill>
                                  <a:latin typeface="Cambria Math" panose="02040503050406030204" pitchFamily="18" charset="0"/>
                                </a:rPr>
                                <m:t>0</m:t>
                              </m:r>
                            </m:e>
                          </m:mr>
                          <m:mr>
                            <m:e>
                              <m:r>
                                <a:rPr lang="en-IN" sz="2400" b="0" i="1" smtClean="0">
                                  <a:solidFill>
                                    <a:schemeClr val="bg1"/>
                                  </a:solidFill>
                                  <a:latin typeface="Cambria Math" panose="02040503050406030204" pitchFamily="18" charset="0"/>
                                </a:rPr>
                                <m:t>0</m:t>
                              </m:r>
                            </m:e>
                            <m:e>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b="0" i="1" smtClean="0">
                                      <a:solidFill>
                                        <a:schemeClr val="bg1"/>
                                      </a:solidFill>
                                      <a:latin typeface="Cambria Math" panose="02040503050406030204" pitchFamily="18" charset="0"/>
                                      <a:sym typeface="Symbol" panose="05050102010706020507" pitchFamily="18" charset="2"/>
                                    </a:rPr>
                                    <m:t>22</m:t>
                                  </m:r>
                                </m:sub>
                              </m:sSub>
                            </m:e>
                          </m:mr>
                        </m:m>
                      </m:e>
                    </m:d>
                  </m:oMath>
                </a14:m>
                <a:endParaRPr lang="en-IN" sz="2400" dirty="0">
                  <a:solidFill>
                    <a:schemeClr val="bg1"/>
                  </a:solidFill>
                  <a:latin typeface="Arial" panose="020B0604020202020204" pitchFamily="34" charset="0"/>
                  <a:cs typeface="Arial" panose="020B0604020202020204" pitchFamily="34"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2826370" y="908195"/>
                <a:ext cx="2277374" cy="683970"/>
              </a:xfrm>
              <a:prstGeom prst="rect">
                <a:avLst/>
              </a:prstGeom>
              <a:blipFill>
                <a:blip r:embed="rId4"/>
                <a:stretch>
                  <a:fillRect l="-8311" b="-35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246531" y="1774129"/>
                <a:ext cx="2206566" cy="1280030"/>
              </a:xfrm>
              <a:prstGeom prst="rect">
                <a:avLst/>
              </a:prstGeom>
            </p:spPr>
            <p:txBody>
              <a:bodyPr wrap="none">
                <a:spAutoFit/>
              </a:bodyPr>
              <a:lstStyle/>
              <a:p>
                <a:r>
                  <a:rPr lang="en-IN" sz="2400" b="1" dirty="0">
                    <a:solidFill>
                      <a:schemeClr val="bg1"/>
                    </a:solidFill>
                    <a:latin typeface="Arial" panose="020B0604020202020204" pitchFamily="34" charset="0"/>
                    <a:cs typeface="Arial" panose="020B0604020202020204" pitchFamily="34" charset="0"/>
                    <a:sym typeface="Symbol" panose="05050102010706020507" pitchFamily="18" charset="2"/>
                  </a:rPr>
                  <a:t> </a:t>
                </a:r>
                <a:r>
                  <a:rPr lang="en-IN" sz="2400" b="1" baseline="30000" dirty="0">
                    <a:solidFill>
                      <a:schemeClr val="bg1"/>
                    </a:solidFill>
                    <a:latin typeface="Arial" panose="020B0604020202020204" pitchFamily="34" charset="0"/>
                    <a:cs typeface="Arial" panose="020B0604020202020204" pitchFamily="34" charset="0"/>
                    <a:sym typeface="Symbol" panose="05050102010706020507" pitchFamily="18" charset="2"/>
                  </a:rPr>
                  <a:t>-1</a:t>
                </a:r>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a:t>
                </a:r>
                <a14:m>
                  <m:oMath xmlns:m="http://schemas.openxmlformats.org/officeDocument/2006/math">
                    <m:d>
                      <m:dPr>
                        <m:begChr m:val="["/>
                        <m:endChr m:val="]"/>
                        <m:ctrlPr>
                          <a:rPr lang="en-IN" sz="2400" i="1">
                            <a:solidFill>
                              <a:schemeClr val="bg1"/>
                            </a:solidFill>
                            <a:latin typeface="Cambria Math" panose="02040503050406030204" pitchFamily="18" charset="0"/>
                          </a:rPr>
                        </m:ctrlPr>
                      </m:dPr>
                      <m:e>
                        <m:m>
                          <m:mPr>
                            <m:mcs>
                              <m:mc>
                                <m:mcPr>
                                  <m:count m:val="2"/>
                                  <m:mcJc m:val="center"/>
                                </m:mcPr>
                              </m:mc>
                            </m:mcs>
                            <m:ctrlPr>
                              <a:rPr lang="en-IN" sz="2400" i="1">
                                <a:solidFill>
                                  <a:schemeClr val="bg1"/>
                                </a:solidFill>
                                <a:latin typeface="Cambria Math" panose="02040503050406030204" pitchFamily="18" charset="0"/>
                              </a:rPr>
                            </m:ctrlPr>
                          </m:mPr>
                          <m:mr>
                            <m:e>
                              <m:f>
                                <m:fPr>
                                  <m:ctrlPr>
                                    <a:rPr lang="en-IN" sz="2400" b="0" i="1" smtClean="0">
                                      <a:solidFill>
                                        <a:schemeClr val="bg1"/>
                                      </a:solidFill>
                                      <a:latin typeface="Cambria Math" panose="02040503050406030204" pitchFamily="18" charset="0"/>
                                    </a:rPr>
                                  </m:ctrlPr>
                                </m:fPr>
                                <m:num>
                                  <m:r>
                                    <m:rPr>
                                      <m:brk m:alnAt="7"/>
                                    </m:rPr>
                                    <a:rPr lang="en-IN" sz="2400" b="0" i="1" smtClean="0">
                                      <a:solidFill>
                                        <a:schemeClr val="bg1"/>
                                      </a:solidFill>
                                      <a:latin typeface="Cambria Math" panose="02040503050406030204" pitchFamily="18" charset="0"/>
                                    </a:rPr>
                                    <m:t>1</m:t>
                                  </m:r>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den>
                              </m:f>
                            </m:e>
                            <m:e>
                              <m:r>
                                <a:rPr lang="en-IN" sz="2400" i="1">
                                  <a:solidFill>
                                    <a:schemeClr val="bg1"/>
                                  </a:solidFill>
                                  <a:latin typeface="Cambria Math" panose="02040503050406030204" pitchFamily="18" charset="0"/>
                                </a:rPr>
                                <m:t>0</m:t>
                              </m:r>
                            </m:e>
                          </m:mr>
                          <m:mr>
                            <m:e>
                              <m:r>
                                <a:rPr lang="en-IN" sz="2400" i="1">
                                  <a:solidFill>
                                    <a:schemeClr val="bg1"/>
                                  </a:solidFill>
                                  <a:latin typeface="Cambria Math" panose="02040503050406030204" pitchFamily="18" charset="0"/>
                                </a:rPr>
                                <m:t>0</m:t>
                              </m:r>
                            </m:e>
                            <m:e>
                              <m:f>
                                <m:fPr>
                                  <m:ctrlPr>
                                    <a:rPr lang="en-IN" sz="2400" b="0" i="1" smtClean="0">
                                      <a:solidFill>
                                        <a:schemeClr val="bg1"/>
                                      </a:solidFill>
                                      <a:latin typeface="Cambria Math" panose="02040503050406030204" pitchFamily="18" charset="0"/>
                                    </a:rPr>
                                  </m:ctrlPr>
                                </m:fPr>
                                <m:num>
                                  <m:r>
                                    <a:rPr lang="en-IN" sz="2400" b="0" i="1" smtClean="0">
                                      <a:solidFill>
                                        <a:schemeClr val="bg1"/>
                                      </a:solidFill>
                                      <a:latin typeface="Cambria Math" panose="02040503050406030204" pitchFamily="18" charset="0"/>
                                    </a:rPr>
                                    <m:t>1</m:t>
                                  </m:r>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22</m:t>
                                      </m:r>
                                    </m:sub>
                                  </m:sSub>
                                </m:den>
                              </m:f>
                            </m:e>
                          </m:mr>
                        </m:m>
                      </m:e>
                    </m:d>
                  </m:oMath>
                </a14:m>
                <a:endParaRPr lang="en-IN" sz="2400" dirty="0"/>
              </a:p>
            </p:txBody>
          </p:sp>
        </mc:Choice>
        <mc:Fallback xmlns="">
          <p:sp>
            <p:nvSpPr>
              <p:cNvPr id="8" name="Rectangle 7"/>
              <p:cNvSpPr>
                <a:spLocks noRot="1" noChangeAspect="1" noMove="1" noResize="1" noEditPoints="1" noAdjustHandles="1" noChangeArrowheads="1" noChangeShapeType="1" noTextEdit="1"/>
              </p:cNvSpPr>
              <p:nvPr/>
            </p:nvSpPr>
            <p:spPr>
              <a:xfrm>
                <a:off x="246531" y="1774129"/>
                <a:ext cx="2206566" cy="1280030"/>
              </a:xfrm>
              <a:prstGeom prst="rect">
                <a:avLst/>
              </a:prstGeom>
              <a:blipFill>
                <a:blip r:embed="rId5"/>
                <a:stretch>
                  <a:fillRect l="-414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878972" y="2046682"/>
                <a:ext cx="1064893" cy="614912"/>
              </a:xfrm>
              <a:prstGeom prst="rect">
                <a:avLst/>
              </a:prstGeom>
              <a:noFill/>
            </p:spPr>
            <p:txBody>
              <a:bodyPr wrap="square" lIns="0" tIns="0" rIns="0" bIns="0" rtlCol="0">
                <a:spAutoFit/>
              </a:bodyPr>
              <a:lstStyle/>
              <a:p>
                <a:r>
                  <a:rPr lang="en-IN" sz="2400" b="1" dirty="0">
                    <a:solidFill>
                      <a:schemeClr val="bg1"/>
                    </a:solidFill>
                    <a:latin typeface="Arial" panose="020B0604020202020204" pitchFamily="34" charset="0"/>
                    <a:cs typeface="Arial" panose="020B0604020202020204" pitchFamily="34" charset="0"/>
                    <a:sym typeface="Symbol" panose="05050102010706020507" pitchFamily="18" charset="2"/>
                  </a:rPr>
                  <a:t>x</a:t>
                </a:r>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a:t>
                </a:r>
                <a14:m>
                  <m:oMath xmlns:m="http://schemas.openxmlformats.org/officeDocument/2006/math">
                    <m:d>
                      <m:dPr>
                        <m:begChr m:val="["/>
                        <m:endChr m:val="]"/>
                        <m:ctrlPr>
                          <a:rPr lang="en-IN" sz="2400" i="1" smtClean="0">
                            <a:solidFill>
                              <a:schemeClr val="bg1"/>
                            </a:solidFill>
                            <a:latin typeface="Cambria Math" panose="02040503050406030204" pitchFamily="18" charset="0"/>
                          </a:rPr>
                        </m:ctrlPr>
                      </m:dPr>
                      <m:e>
                        <m:m>
                          <m:mPr>
                            <m:mcs>
                              <m:mc>
                                <m:mcPr>
                                  <m:count m:val="1"/>
                                  <m:mcJc m:val="center"/>
                                </m:mcPr>
                              </m:mc>
                            </m:mcs>
                            <m:ctrlPr>
                              <a:rPr lang="en-IN" sz="2400" b="0" i="1" smtClean="0">
                                <a:solidFill>
                                  <a:schemeClr val="bg1"/>
                                </a:solidFill>
                                <a:latin typeface="Cambria Math" panose="02040503050406030204" pitchFamily="18" charset="0"/>
                                <a:sym typeface="Symbol" panose="05050102010706020507" pitchFamily="18" charset="2"/>
                              </a:rPr>
                            </m:ctrlPr>
                          </m:mPr>
                          <m:mr>
                            <m:e>
                              <m:sSub>
                                <m:sSubPr>
                                  <m:ctrlPr>
                                    <a:rPr lang="en-IN" sz="2400" b="0" i="1" smtClean="0">
                                      <a:solidFill>
                                        <a:schemeClr val="bg1"/>
                                      </a:solidFill>
                                      <a:latin typeface="Cambria Math" panose="02040503050406030204" pitchFamily="18" charset="0"/>
                                      <a:sym typeface="Symbol" panose="05050102010706020507" pitchFamily="18" charset="2"/>
                                    </a:rPr>
                                  </m:ctrlPr>
                                </m:sSubPr>
                                <m:e>
                                  <m:r>
                                    <m:rPr>
                                      <m:sty m:val="p"/>
                                    </m:rPr>
                                    <a:rPr lang="en-IN" sz="2400" b="0" i="0" smtClean="0">
                                      <a:solidFill>
                                        <a:schemeClr val="bg1"/>
                                      </a:solidFill>
                                      <a:latin typeface="Cambria Math" panose="02040503050406030204" pitchFamily="18" charset="0"/>
                                      <a:sym typeface="Symbol" panose="05050102010706020507" pitchFamily="18" charset="2"/>
                                    </a:rPr>
                                    <m:t>x</m:t>
                                  </m:r>
                                </m:e>
                                <m:sub>
                                  <m:r>
                                    <a:rPr lang="en-IN" sz="2400" b="0" i="0" smtClean="0">
                                      <a:solidFill>
                                        <a:schemeClr val="bg1"/>
                                      </a:solidFill>
                                      <a:latin typeface="Cambria Math" panose="02040503050406030204" pitchFamily="18" charset="0"/>
                                      <a:sym typeface="Symbol" panose="05050102010706020507" pitchFamily="18" charset="2"/>
                                    </a:rPr>
                                    <m:t>1</m:t>
                                  </m:r>
                                </m:sub>
                              </m:sSub>
                            </m:e>
                          </m:mr>
                          <m:mr>
                            <m:e>
                              <m:sSub>
                                <m:sSubPr>
                                  <m:ctrlPr>
                                    <a:rPr lang="en-IN" sz="2400" b="0" i="1" smtClean="0">
                                      <a:solidFill>
                                        <a:schemeClr val="bg1"/>
                                      </a:solidFill>
                                      <a:latin typeface="Cambria Math" panose="02040503050406030204" pitchFamily="18" charset="0"/>
                                    </a:rPr>
                                  </m:ctrlPr>
                                </m:sSubPr>
                                <m:e>
                                  <m:r>
                                    <m:rPr>
                                      <m:sty m:val="p"/>
                                    </m:rPr>
                                    <a:rPr lang="en-IN" sz="2400" b="0" i="0" smtClean="0">
                                      <a:solidFill>
                                        <a:schemeClr val="bg1"/>
                                      </a:solidFill>
                                      <a:latin typeface="Cambria Math" panose="02040503050406030204" pitchFamily="18" charset="0"/>
                                    </a:rPr>
                                    <m:t>x</m:t>
                                  </m:r>
                                </m:e>
                                <m:sub>
                                  <m:r>
                                    <a:rPr lang="en-IN" sz="2400" b="0" i="0" smtClean="0">
                                      <a:solidFill>
                                        <a:schemeClr val="bg1"/>
                                      </a:solidFill>
                                      <a:latin typeface="Cambria Math" panose="02040503050406030204" pitchFamily="18" charset="0"/>
                                    </a:rPr>
                                    <m:t>2</m:t>
                                  </m:r>
                                </m:sub>
                              </m:sSub>
                            </m:e>
                          </m:mr>
                        </m:m>
                      </m:e>
                    </m:d>
                  </m:oMath>
                </a14:m>
                <a:endParaRPr lang="en-IN" sz="2400" dirty="0">
                  <a:solidFill>
                    <a:schemeClr val="bg1"/>
                  </a:solidFill>
                  <a:latin typeface="Arial" panose="020B0604020202020204" pitchFamily="34" charset="0"/>
                  <a:cs typeface="Arial" panose="020B0604020202020204" pitchFamily="34"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878972" y="2046682"/>
                <a:ext cx="1064893" cy="614912"/>
              </a:xfrm>
              <a:prstGeom prst="rect">
                <a:avLst/>
              </a:prstGeom>
              <a:blipFill>
                <a:blip r:embed="rId6"/>
                <a:stretch>
                  <a:fillRect l="-17143" b="-891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4289423" y="2173065"/>
                <a:ext cx="1628642"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sz="2400" b="1" i="0" smtClean="0">
                          <a:solidFill>
                            <a:schemeClr val="bg1"/>
                          </a:solidFill>
                          <a:latin typeface="Cambria Math" panose="02040503050406030204" pitchFamily="18" charset="0"/>
                          <a:cs typeface="Arial" panose="020B0604020202020204" pitchFamily="34" charset="0"/>
                        </a:rPr>
                        <m:t>𝐱</m:t>
                      </m:r>
                      <m:r>
                        <a:rPr lang="en-IN" sz="2400" b="1" i="0" smtClean="0">
                          <a:solidFill>
                            <a:schemeClr val="bg1"/>
                          </a:solidFill>
                          <a:latin typeface="Cambria Math" panose="02040503050406030204" pitchFamily="18" charset="0"/>
                          <a:cs typeface="Arial" panose="020B0604020202020204" pitchFamily="34" charset="0"/>
                        </a:rPr>
                        <m:t>′</m:t>
                      </m:r>
                      <m:r>
                        <a:rPr lang="en-IN" sz="2400" b="0" i="0" smtClean="0">
                          <a:solidFill>
                            <a:schemeClr val="bg1"/>
                          </a:solidFill>
                          <a:latin typeface="Cambria Math" panose="02040503050406030204" pitchFamily="18" charset="0"/>
                          <a:cs typeface="Arial" panose="020B0604020202020204" pitchFamily="34" charset="0"/>
                        </a:rPr>
                        <m:t>=[</m:t>
                      </m:r>
                      <m:sSub>
                        <m:sSubPr>
                          <m:ctrlPr>
                            <a:rPr lang="en-IN" sz="2400" b="0" i="1" smtClean="0">
                              <a:solidFill>
                                <a:schemeClr val="bg1"/>
                              </a:solidFill>
                              <a:latin typeface="Cambria Math" panose="02040503050406030204" pitchFamily="18" charset="0"/>
                              <a:cs typeface="Arial" panose="020B0604020202020204" pitchFamily="34" charset="0"/>
                            </a:rPr>
                          </m:ctrlPr>
                        </m:sSubPr>
                        <m:e>
                          <m:r>
                            <m:rPr>
                              <m:sty m:val="p"/>
                            </m:rPr>
                            <a:rPr lang="en-IN" sz="2400" b="0" i="0" smtClean="0">
                              <a:solidFill>
                                <a:schemeClr val="bg1"/>
                              </a:solidFill>
                              <a:latin typeface="Cambria Math" panose="02040503050406030204" pitchFamily="18" charset="0"/>
                              <a:cs typeface="Arial" panose="020B0604020202020204" pitchFamily="34" charset="0"/>
                            </a:rPr>
                            <m:t>x</m:t>
                          </m:r>
                        </m:e>
                        <m:sub>
                          <m:r>
                            <a:rPr lang="en-IN" sz="2400" b="0" i="0" smtClean="0">
                              <a:solidFill>
                                <a:schemeClr val="bg1"/>
                              </a:solidFill>
                              <a:latin typeface="Cambria Math" panose="02040503050406030204" pitchFamily="18" charset="0"/>
                              <a:cs typeface="Arial" panose="020B0604020202020204" pitchFamily="34" charset="0"/>
                            </a:rPr>
                            <m:t>1</m:t>
                          </m:r>
                        </m:sub>
                      </m:sSub>
                      <m:r>
                        <a:rPr lang="en-IN" sz="2400" b="0" i="0" smtClean="0">
                          <a:solidFill>
                            <a:schemeClr val="bg1"/>
                          </a:solidFill>
                          <a:latin typeface="Cambria Math" panose="02040503050406030204" pitchFamily="18" charset="0"/>
                          <a:cs typeface="Arial" panose="020B0604020202020204" pitchFamily="34" charset="0"/>
                        </a:rPr>
                        <m:t>  </m:t>
                      </m:r>
                      <m:sSub>
                        <m:sSubPr>
                          <m:ctrlPr>
                            <a:rPr lang="en-IN" sz="2400" b="0" i="1" smtClean="0">
                              <a:solidFill>
                                <a:schemeClr val="bg1"/>
                              </a:solidFill>
                              <a:latin typeface="Cambria Math" panose="02040503050406030204" pitchFamily="18" charset="0"/>
                              <a:cs typeface="Arial" panose="020B0604020202020204" pitchFamily="34" charset="0"/>
                            </a:rPr>
                          </m:ctrlPr>
                        </m:sSubPr>
                        <m:e>
                          <m:r>
                            <m:rPr>
                              <m:sty m:val="p"/>
                            </m:rPr>
                            <a:rPr lang="en-IN" sz="2400" b="0" i="0" smtClean="0">
                              <a:solidFill>
                                <a:schemeClr val="bg1"/>
                              </a:solidFill>
                              <a:latin typeface="Cambria Math" panose="02040503050406030204" pitchFamily="18" charset="0"/>
                              <a:cs typeface="Arial" panose="020B0604020202020204" pitchFamily="34" charset="0"/>
                            </a:rPr>
                            <m:t>x</m:t>
                          </m:r>
                        </m:e>
                        <m:sub>
                          <m:r>
                            <a:rPr lang="en-IN" sz="2400" b="0" i="0" smtClean="0">
                              <a:solidFill>
                                <a:schemeClr val="bg1"/>
                              </a:solidFill>
                              <a:latin typeface="Cambria Math" panose="02040503050406030204" pitchFamily="18" charset="0"/>
                              <a:cs typeface="Arial" panose="020B0604020202020204" pitchFamily="34" charset="0"/>
                            </a:rPr>
                            <m:t>2</m:t>
                          </m:r>
                        </m:sub>
                      </m:sSub>
                      <m:r>
                        <a:rPr lang="en-IN" sz="2400" b="0" i="0" smtClean="0">
                          <a:solidFill>
                            <a:schemeClr val="bg1"/>
                          </a:solidFill>
                          <a:latin typeface="Cambria Math" panose="02040503050406030204" pitchFamily="18" charset="0"/>
                          <a:cs typeface="Arial" panose="020B0604020202020204" pitchFamily="34" charset="0"/>
                        </a:rPr>
                        <m:t>]</m:t>
                      </m:r>
                    </m:oMath>
                  </m:oMathPara>
                </a14:m>
                <a:endParaRPr lang="en-IN" sz="2400" dirty="0">
                  <a:solidFill>
                    <a:schemeClr val="bg1"/>
                  </a:solidFill>
                  <a:latin typeface="Arial" panose="020B0604020202020204" pitchFamily="34" charset="0"/>
                  <a:cs typeface="Arial" panose="020B0604020202020204" pitchFamily="34"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4289423" y="2173065"/>
                <a:ext cx="1628642" cy="369332"/>
              </a:xfrm>
              <a:prstGeom prst="rect">
                <a:avLst/>
              </a:prstGeom>
              <a:blipFill>
                <a:blip r:embed="rId7"/>
                <a:stretch>
                  <a:fillRect l="-5618" r="-6742" b="-3770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1090245" y="3201810"/>
                <a:ext cx="3577454" cy="16539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400" b="0" i="1" dirty="0"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r>
                        <a:rPr lang="en-IN" sz="2400">
                          <a:solidFill>
                            <a:schemeClr val="bg1"/>
                          </a:solidFill>
                          <a:latin typeface="Cambria Math" panose="02040503050406030204" pitchFamily="18" charset="0"/>
                          <a:cs typeface="Arial" panose="020B0604020202020204" pitchFamily="34" charset="0"/>
                        </a:rPr>
                        <m:t>[</m:t>
                      </m:r>
                      <m:sSub>
                        <m:sSubPr>
                          <m:ctrlPr>
                            <a:rPr lang="en-IN" sz="2400" i="1">
                              <a:solidFill>
                                <a:schemeClr val="bg1"/>
                              </a:solidFill>
                              <a:latin typeface="Cambria Math" panose="02040503050406030204" pitchFamily="18" charset="0"/>
                              <a:cs typeface="Arial" panose="020B0604020202020204" pitchFamily="34" charset="0"/>
                            </a:rPr>
                          </m:ctrlPr>
                        </m:sSubPr>
                        <m:e>
                          <m:r>
                            <m:rPr>
                              <m:sty m:val="p"/>
                            </m:rPr>
                            <a:rPr lang="en-IN" sz="2400">
                              <a:solidFill>
                                <a:schemeClr val="bg1"/>
                              </a:solidFill>
                              <a:latin typeface="Cambria Math" panose="02040503050406030204" pitchFamily="18" charset="0"/>
                              <a:cs typeface="Arial" panose="020B0604020202020204" pitchFamily="34" charset="0"/>
                            </a:rPr>
                            <m:t>x</m:t>
                          </m:r>
                        </m:e>
                        <m:sub>
                          <m:r>
                            <a:rPr lang="en-IN" sz="2400">
                              <a:solidFill>
                                <a:schemeClr val="bg1"/>
                              </a:solidFill>
                              <a:latin typeface="Cambria Math" panose="02040503050406030204" pitchFamily="18" charset="0"/>
                              <a:cs typeface="Arial" panose="020B0604020202020204" pitchFamily="34" charset="0"/>
                            </a:rPr>
                            <m:t>1</m:t>
                          </m:r>
                        </m:sub>
                      </m:sSub>
                      <m:r>
                        <a:rPr lang="en-IN" sz="2400">
                          <a:solidFill>
                            <a:schemeClr val="bg1"/>
                          </a:solidFill>
                          <a:latin typeface="Cambria Math" panose="02040503050406030204" pitchFamily="18" charset="0"/>
                          <a:cs typeface="Arial" panose="020B0604020202020204" pitchFamily="34" charset="0"/>
                        </a:rPr>
                        <m:t>  </m:t>
                      </m:r>
                      <m:sSub>
                        <m:sSubPr>
                          <m:ctrlPr>
                            <a:rPr lang="en-IN" sz="2400" i="1">
                              <a:solidFill>
                                <a:schemeClr val="bg1"/>
                              </a:solidFill>
                              <a:latin typeface="Cambria Math" panose="02040503050406030204" pitchFamily="18" charset="0"/>
                              <a:cs typeface="Arial" panose="020B0604020202020204" pitchFamily="34" charset="0"/>
                            </a:rPr>
                          </m:ctrlPr>
                        </m:sSubPr>
                        <m:e>
                          <m:r>
                            <m:rPr>
                              <m:sty m:val="p"/>
                            </m:rPr>
                            <a:rPr lang="en-IN" sz="2400">
                              <a:solidFill>
                                <a:schemeClr val="bg1"/>
                              </a:solidFill>
                              <a:latin typeface="Cambria Math" panose="02040503050406030204" pitchFamily="18" charset="0"/>
                              <a:cs typeface="Arial" panose="020B0604020202020204" pitchFamily="34" charset="0"/>
                            </a:rPr>
                            <m:t>x</m:t>
                          </m:r>
                        </m:e>
                        <m:sub>
                          <m:r>
                            <a:rPr lang="en-IN" sz="2400">
                              <a:solidFill>
                                <a:schemeClr val="bg1"/>
                              </a:solidFill>
                              <a:latin typeface="Cambria Math" panose="02040503050406030204" pitchFamily="18" charset="0"/>
                              <a:cs typeface="Arial" panose="020B0604020202020204" pitchFamily="34" charset="0"/>
                            </a:rPr>
                            <m:t>2</m:t>
                          </m:r>
                        </m:sub>
                      </m:sSub>
                      <m:r>
                        <a:rPr lang="en-IN" sz="2400">
                          <a:solidFill>
                            <a:schemeClr val="bg1"/>
                          </a:solidFill>
                          <a:latin typeface="Cambria Math" panose="02040503050406030204" pitchFamily="18" charset="0"/>
                          <a:cs typeface="Arial" panose="020B0604020202020204" pitchFamily="34" charset="0"/>
                        </a:rPr>
                        <m:t>]</m:t>
                      </m:r>
                      <m:d>
                        <m:dPr>
                          <m:begChr m:val="["/>
                          <m:endChr m:val="]"/>
                          <m:ctrlPr>
                            <a:rPr lang="en-IN" sz="2400" i="1">
                              <a:solidFill>
                                <a:schemeClr val="bg1"/>
                              </a:solidFill>
                              <a:latin typeface="Cambria Math" panose="02040503050406030204" pitchFamily="18" charset="0"/>
                            </a:rPr>
                          </m:ctrlPr>
                        </m:dPr>
                        <m:e>
                          <m:m>
                            <m:mPr>
                              <m:mcs>
                                <m:mc>
                                  <m:mcPr>
                                    <m:count m:val="2"/>
                                    <m:mcJc m:val="center"/>
                                  </m:mcPr>
                                </m:mc>
                              </m:mcs>
                              <m:ctrlPr>
                                <a:rPr lang="en-IN" sz="2400" i="1">
                                  <a:solidFill>
                                    <a:schemeClr val="bg1"/>
                                  </a:solidFill>
                                  <a:latin typeface="Cambria Math" panose="02040503050406030204" pitchFamily="18" charset="0"/>
                                </a:rPr>
                              </m:ctrlPr>
                            </m:mPr>
                            <m:mr>
                              <m:e>
                                <m:f>
                                  <m:fPr>
                                    <m:ctrlPr>
                                      <a:rPr lang="en-IN" sz="2400" b="0" i="1" smtClean="0">
                                        <a:solidFill>
                                          <a:schemeClr val="bg1"/>
                                        </a:solidFill>
                                        <a:latin typeface="Cambria Math" panose="02040503050406030204" pitchFamily="18" charset="0"/>
                                      </a:rPr>
                                    </m:ctrlPr>
                                  </m:fPr>
                                  <m:num>
                                    <m:r>
                                      <m:rPr>
                                        <m:brk m:alnAt="7"/>
                                      </m:rPr>
                                      <a:rPr lang="en-IN" sz="2400" b="0" i="1" smtClean="0">
                                        <a:solidFill>
                                          <a:schemeClr val="bg1"/>
                                        </a:solidFill>
                                        <a:latin typeface="Cambria Math" panose="02040503050406030204" pitchFamily="18" charset="0"/>
                                      </a:rPr>
                                      <m:t>1</m:t>
                                    </m:r>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den>
                                </m:f>
                              </m:e>
                              <m:e>
                                <m:r>
                                  <a:rPr lang="en-IN" sz="2400" i="1">
                                    <a:solidFill>
                                      <a:schemeClr val="bg1"/>
                                    </a:solidFill>
                                    <a:latin typeface="Cambria Math" panose="02040503050406030204" pitchFamily="18" charset="0"/>
                                  </a:rPr>
                                  <m:t>0</m:t>
                                </m:r>
                              </m:e>
                            </m:mr>
                            <m:mr>
                              <m:e>
                                <m:r>
                                  <a:rPr lang="en-IN" sz="2400" i="1">
                                    <a:solidFill>
                                      <a:schemeClr val="bg1"/>
                                    </a:solidFill>
                                    <a:latin typeface="Cambria Math" panose="02040503050406030204" pitchFamily="18" charset="0"/>
                                  </a:rPr>
                                  <m:t>0</m:t>
                                </m:r>
                              </m:e>
                              <m:e>
                                <m:f>
                                  <m:fPr>
                                    <m:ctrlPr>
                                      <a:rPr lang="en-IN" sz="2400" b="0" i="1" smtClean="0">
                                        <a:solidFill>
                                          <a:schemeClr val="bg1"/>
                                        </a:solidFill>
                                        <a:latin typeface="Cambria Math" panose="02040503050406030204" pitchFamily="18" charset="0"/>
                                      </a:rPr>
                                    </m:ctrlPr>
                                  </m:fPr>
                                  <m:num>
                                    <m:r>
                                      <a:rPr lang="en-IN" sz="2400" b="0" i="1" smtClean="0">
                                        <a:solidFill>
                                          <a:schemeClr val="bg1"/>
                                        </a:solidFill>
                                        <a:latin typeface="Cambria Math" panose="02040503050406030204" pitchFamily="18" charset="0"/>
                                      </a:rPr>
                                      <m:t>1</m:t>
                                    </m:r>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22</m:t>
                                        </m:r>
                                      </m:sub>
                                    </m:sSub>
                                  </m:den>
                                </m:f>
                              </m:e>
                            </m:mr>
                          </m:m>
                        </m:e>
                      </m:d>
                      <m:d>
                        <m:dPr>
                          <m:begChr m:val="["/>
                          <m:endChr m:val="]"/>
                          <m:ctrlPr>
                            <a:rPr lang="en-IN" sz="2400" i="1">
                              <a:solidFill>
                                <a:schemeClr val="bg1"/>
                              </a:solidFill>
                              <a:latin typeface="Cambria Math" panose="02040503050406030204" pitchFamily="18" charset="0"/>
                            </a:rPr>
                          </m:ctrlPr>
                        </m:dPr>
                        <m:e>
                          <m:m>
                            <m:mPr>
                              <m:mcs>
                                <m:mc>
                                  <m:mcPr>
                                    <m:count m:val="1"/>
                                    <m:mcJc m:val="center"/>
                                  </m:mcPr>
                                </m:mc>
                              </m:mcs>
                              <m:ctrlPr>
                                <a:rPr lang="en-IN" sz="2400" i="1">
                                  <a:solidFill>
                                    <a:schemeClr val="bg1"/>
                                  </a:solidFill>
                                  <a:latin typeface="Cambria Math" panose="02040503050406030204" pitchFamily="18" charset="0"/>
                                </a:rPr>
                              </m:ctrlPr>
                            </m:mPr>
                            <m:mr>
                              <m:e>
                                <m:sSub>
                                  <m:sSubPr>
                                    <m:ctrlPr>
                                      <a:rPr lang="en-IN" sz="2400" b="0" i="1" smtClean="0">
                                        <a:solidFill>
                                          <a:schemeClr val="bg1"/>
                                        </a:solidFill>
                                        <a:latin typeface="Cambria Math" panose="02040503050406030204" pitchFamily="18" charset="0"/>
                                      </a:rPr>
                                    </m:ctrlPr>
                                  </m:sSubPr>
                                  <m:e>
                                    <m:r>
                                      <a:rPr lang="en-IN" sz="2400" b="0" i="1" smtClean="0">
                                        <a:solidFill>
                                          <a:schemeClr val="bg1"/>
                                        </a:solidFill>
                                        <a:latin typeface="Cambria Math" panose="02040503050406030204" pitchFamily="18" charset="0"/>
                                      </a:rPr>
                                      <m:t>𝑥</m:t>
                                    </m:r>
                                  </m:e>
                                  <m:sub>
                                    <m:r>
                                      <a:rPr lang="en-IN" sz="2400" b="0" i="1" smtClean="0">
                                        <a:solidFill>
                                          <a:schemeClr val="bg1"/>
                                        </a:solidFill>
                                        <a:latin typeface="Cambria Math" panose="02040503050406030204" pitchFamily="18" charset="0"/>
                                      </a:rPr>
                                      <m:t>1</m:t>
                                    </m:r>
                                  </m:sub>
                                </m:sSub>
                              </m:e>
                            </m:mr>
                            <m:mr>
                              <m:e>
                                <m:sSub>
                                  <m:sSubPr>
                                    <m:ctrlPr>
                                      <a:rPr lang="en-IN" sz="2400" b="0" i="1" smtClean="0">
                                        <a:solidFill>
                                          <a:schemeClr val="bg1"/>
                                        </a:solidFill>
                                        <a:latin typeface="Cambria Math" panose="02040503050406030204" pitchFamily="18" charset="0"/>
                                      </a:rPr>
                                    </m:ctrlPr>
                                  </m:sSubPr>
                                  <m:e>
                                    <m:r>
                                      <a:rPr lang="en-IN" sz="2400" b="0" i="1" smtClean="0">
                                        <a:solidFill>
                                          <a:schemeClr val="bg1"/>
                                        </a:solidFill>
                                        <a:latin typeface="Cambria Math" panose="02040503050406030204" pitchFamily="18" charset="0"/>
                                      </a:rPr>
                                      <m:t>𝑥</m:t>
                                    </m:r>
                                  </m:e>
                                  <m:sub>
                                    <m:r>
                                      <a:rPr lang="en-IN" sz="2400" b="0" i="1" smtClean="0">
                                        <a:solidFill>
                                          <a:schemeClr val="bg1"/>
                                        </a:solidFill>
                                        <a:latin typeface="Cambria Math" panose="02040503050406030204" pitchFamily="18" charset="0"/>
                                      </a:rPr>
                                      <m:t>2</m:t>
                                    </m:r>
                                  </m:sub>
                                </m:sSub>
                              </m:e>
                            </m:mr>
                          </m:m>
                        </m:e>
                      </m:d>
                    </m:oMath>
                  </m:oMathPara>
                </a14:m>
                <a:endParaRPr lang="en-IN" sz="2400" dirty="0"/>
              </a:p>
            </p:txBody>
          </p:sp>
        </mc:Choice>
        <mc:Fallback xmlns="">
          <p:sp>
            <p:nvSpPr>
              <p:cNvPr id="11" name="Rectangle 10"/>
              <p:cNvSpPr>
                <a:spLocks noRot="1" noChangeAspect="1" noMove="1" noResize="1" noEditPoints="1" noAdjustHandles="1" noChangeArrowheads="1" noChangeShapeType="1" noTextEdit="1"/>
              </p:cNvSpPr>
              <p:nvPr/>
            </p:nvSpPr>
            <p:spPr>
              <a:xfrm>
                <a:off x="1090245" y="3201810"/>
                <a:ext cx="3577454" cy="1653979"/>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10031254" y="1257860"/>
                <a:ext cx="1962010" cy="461665"/>
              </a:xfrm>
              <a:prstGeom prst="rect">
                <a:avLst/>
              </a:prstGeom>
            </p:spPr>
            <p:txBody>
              <a:bodyPr wrap="square">
                <a:spAutoFit/>
              </a:bodyPr>
              <a:lstStyle/>
              <a:p>
                <a14:m>
                  <m:oMath xmlns:m="http://schemas.openxmlformats.org/officeDocument/2006/math">
                    <m:r>
                      <m:rPr>
                        <m:nor/>
                      </m:rPr>
                      <a:rPr lang="en-IN" sz="2400" b="1" dirty="0" smtClean="0">
                        <a:solidFill>
                          <a:srgbClr val="00B050"/>
                        </a:solidFill>
                        <a:latin typeface="Arial" panose="020B0604020202020204" pitchFamily="34" charset="0"/>
                        <a:cs typeface="Arial" panose="020B0604020202020204" pitchFamily="34" charset="0"/>
                        <a:sym typeface="Symbol" panose="05050102010706020507" pitchFamily="18" charset="2"/>
                      </a:rPr>
                      <m:t>x</m:t>
                    </m:r>
                    <m:r>
                      <m:rPr>
                        <m:nor/>
                      </m:rPr>
                      <a:rPr lang="en-IN" sz="2400" b="1" dirty="0" smtClean="0">
                        <a:solidFill>
                          <a:srgbClr val="00B050"/>
                        </a:solidFill>
                        <a:latin typeface="Arial" panose="020B0604020202020204" pitchFamily="34" charset="0"/>
                        <a:cs typeface="Arial" panose="020B0604020202020204" pitchFamily="34" charset="0"/>
                        <a:sym typeface="Symbol" panose="05050102010706020507" pitchFamily="18" charset="2"/>
                      </a:rPr>
                      <m:t>′−1</m:t>
                    </m:r>
                    <m:r>
                      <a:rPr lang="en-IN" sz="2400" b="1" dirty="0">
                        <a:solidFill>
                          <a:srgbClr val="00B050"/>
                        </a:solidFill>
                        <a:latin typeface="Cambria Math" panose="02040503050406030204" pitchFamily="18" charset="0"/>
                        <a:cs typeface="Arial" panose="020B0604020202020204" pitchFamily="34" charset="0"/>
                        <a:sym typeface="Symbol" panose="05050102010706020507" pitchFamily="18" charset="2"/>
                      </a:rPr>
                      <m:t>𝐱</m:t>
                    </m:r>
                  </m:oMath>
                </a14:m>
                <a:r>
                  <a:rPr lang="en-IN" sz="2400" dirty="0">
                    <a:solidFill>
                      <a:srgbClr val="00B050"/>
                    </a:solidFill>
                    <a:latin typeface="Arial" panose="020B0604020202020204" pitchFamily="34" charset="0"/>
                    <a:cs typeface="Arial" panose="020B0604020202020204" pitchFamily="34" charset="0"/>
                  </a:rPr>
                  <a:t> = d</a:t>
                </a:r>
                <a:r>
                  <a:rPr lang="en-IN" sz="2400" baseline="30000" dirty="0">
                    <a:solidFill>
                      <a:srgbClr val="00B050"/>
                    </a:solidFill>
                    <a:latin typeface="Arial" panose="020B0604020202020204" pitchFamily="34" charset="0"/>
                    <a:cs typeface="Arial" panose="020B0604020202020204" pitchFamily="34" charset="0"/>
                  </a:rPr>
                  <a:t>2 </a:t>
                </a:r>
                <a:endParaRPr lang="en-IN" sz="2400" dirty="0">
                  <a:solidFill>
                    <a:srgbClr val="00B050"/>
                  </a:solidFill>
                  <a:latin typeface="Arial" panose="020B060402020202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10031254" y="1257860"/>
                <a:ext cx="1962010" cy="461665"/>
              </a:xfrm>
              <a:prstGeom prst="rect">
                <a:avLst/>
              </a:prstGeom>
              <a:blipFill>
                <a:blip r:embed="rId9"/>
                <a:stretch>
                  <a:fillRect l="-1246" t="-9211" b="-3026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5513560" y="2720624"/>
                <a:ext cx="6569916" cy="4048224"/>
              </a:xfrm>
              <a:prstGeom prst="rect">
                <a:avLst/>
              </a:prstGeom>
              <a:noFill/>
            </p:spPr>
            <p:txBody>
              <a:bodyPr wrap="square" rtlCol="0">
                <a:spAutoFit/>
              </a:bodyPr>
              <a:lstStyle/>
              <a:p>
                <a:pPr algn="just">
                  <a:lnSpc>
                    <a:spcPct val="150000"/>
                  </a:lnSpc>
                </a:pPr>
                <a:r>
                  <a:rPr lang="en-IN" dirty="0">
                    <a:solidFill>
                      <a:schemeClr val="bg1"/>
                    </a:solidFill>
                    <a:latin typeface="Arial" panose="020B0604020202020204" pitchFamily="34" charset="0"/>
                    <a:cs typeface="Arial" panose="020B0604020202020204" pitchFamily="34" charset="0"/>
                  </a:rPr>
                  <a:t>So we define the statistical distance in terms of coordinate location of </a:t>
                </a:r>
                <a:r>
                  <a:rPr lang="en-IN" dirty="0">
                    <a:solidFill>
                      <a:srgbClr val="FF0000"/>
                    </a:solidFill>
                    <a:latin typeface="Arial" panose="020B0604020202020204" pitchFamily="34" charset="0"/>
                    <a:cs typeface="Arial" panose="020B0604020202020204" pitchFamily="34" charset="0"/>
                  </a:rPr>
                  <a:t>a given point </a:t>
                </a:r>
                <a:r>
                  <a:rPr lang="en-IN" b="1" dirty="0">
                    <a:solidFill>
                      <a:schemeClr val="bg1"/>
                    </a:solidFill>
                    <a:latin typeface="Arial" panose="020B0604020202020204" pitchFamily="34" charset="0"/>
                    <a:cs typeface="Arial" panose="020B0604020202020204" pitchFamily="34" charset="0"/>
                  </a:rPr>
                  <a:t>x </a:t>
                </a:r>
                <a:r>
                  <a:rPr lang="en-IN" dirty="0">
                    <a:solidFill>
                      <a:schemeClr val="bg1"/>
                    </a:solidFill>
                    <a:latin typeface="Arial" panose="020B0604020202020204" pitchFamily="34" charset="0"/>
                    <a:cs typeface="Arial" panose="020B0604020202020204" pitchFamily="34" charset="0"/>
                  </a:rPr>
                  <a:t>identified by</a:t>
                </a:r>
                <a:r>
                  <a:rPr lang="en-IN" b="1" dirty="0">
                    <a:solidFill>
                      <a:schemeClr val="bg1"/>
                    </a:solidFill>
                    <a:latin typeface="Arial" panose="020B0604020202020204" pitchFamily="34" charset="0"/>
                    <a:cs typeface="Arial" panose="020B0604020202020204" pitchFamily="34" charset="0"/>
                  </a:rPr>
                  <a:t> </a:t>
                </a:r>
                <a:r>
                  <a:rPr lang="en-IN" dirty="0">
                    <a:solidFill>
                      <a:schemeClr val="bg1"/>
                    </a:solidFill>
                    <a:latin typeface="Arial" panose="020B0604020202020204" pitchFamily="34" charset="0"/>
                    <a:cs typeface="Arial" panose="020B0604020202020204" pitchFamily="34" charset="0"/>
                  </a:rPr>
                  <a:t>(x</a:t>
                </a:r>
                <a:r>
                  <a:rPr lang="en-IN" baseline="-25000" dirty="0">
                    <a:solidFill>
                      <a:schemeClr val="bg1"/>
                    </a:solidFill>
                    <a:latin typeface="Arial" panose="020B0604020202020204" pitchFamily="34" charset="0"/>
                    <a:cs typeface="Arial" panose="020B0604020202020204" pitchFamily="34" charset="0"/>
                  </a:rPr>
                  <a:t>1</a:t>
                </a:r>
                <a:r>
                  <a:rPr lang="en-IN" dirty="0">
                    <a:solidFill>
                      <a:schemeClr val="bg1"/>
                    </a:solidFill>
                    <a:latin typeface="Arial" panose="020B0604020202020204" pitchFamily="34" charset="0"/>
                    <a:cs typeface="Arial" panose="020B0604020202020204" pitchFamily="34" charset="0"/>
                  </a:rPr>
                  <a:t>,x</a:t>
                </a:r>
                <a:r>
                  <a:rPr lang="en-IN" baseline="-25000" dirty="0">
                    <a:solidFill>
                      <a:schemeClr val="bg1"/>
                    </a:solidFill>
                    <a:latin typeface="Arial" panose="020B0604020202020204" pitchFamily="34" charset="0"/>
                    <a:cs typeface="Arial" panose="020B0604020202020204" pitchFamily="34" charset="0"/>
                  </a:rPr>
                  <a:t>2</a:t>
                </a:r>
                <a:r>
                  <a:rPr lang="en-IN" dirty="0">
                    <a:solidFill>
                      <a:schemeClr val="bg1"/>
                    </a:solidFill>
                    <a:latin typeface="Arial" panose="020B0604020202020204" pitchFamily="34" charset="0"/>
                    <a:cs typeface="Arial" panose="020B0604020202020204" pitchFamily="34" charset="0"/>
                  </a:rPr>
                  <a:t>) as well as the standard deviations associated with the standard deviations along X</a:t>
                </a:r>
                <a:r>
                  <a:rPr lang="en-IN" baseline="-25000" dirty="0">
                    <a:solidFill>
                      <a:schemeClr val="bg1"/>
                    </a:solidFill>
                    <a:latin typeface="Arial" panose="020B0604020202020204" pitchFamily="34" charset="0"/>
                    <a:cs typeface="Arial" panose="020B0604020202020204" pitchFamily="34" charset="0"/>
                  </a:rPr>
                  <a:t>1</a:t>
                </a:r>
                <a:r>
                  <a:rPr lang="en-IN" dirty="0">
                    <a:solidFill>
                      <a:schemeClr val="bg1"/>
                    </a:solidFill>
                    <a:latin typeface="Arial" panose="020B0604020202020204" pitchFamily="34" charset="0"/>
                    <a:cs typeface="Arial" panose="020B0604020202020204" pitchFamily="34" charset="0"/>
                  </a:rPr>
                  <a:t> and X</a:t>
                </a:r>
                <a:r>
                  <a:rPr lang="en-IN" baseline="-25000" dirty="0">
                    <a:solidFill>
                      <a:schemeClr val="bg1"/>
                    </a:solidFill>
                    <a:latin typeface="Arial" panose="020B0604020202020204" pitchFamily="34" charset="0"/>
                    <a:cs typeface="Arial" panose="020B0604020202020204" pitchFamily="34" charset="0"/>
                  </a:rPr>
                  <a:t>2</a:t>
                </a:r>
              </a:p>
              <a:p>
                <a:pPr algn="just">
                  <a:lnSpc>
                    <a:spcPct val="150000"/>
                  </a:lnSpc>
                </a:pPr>
                <a14:m>
                  <m:oMathPara xmlns:m="http://schemas.openxmlformats.org/officeDocument/2006/math">
                    <m:oMathParaPr>
                      <m:jc m:val="centerGroup"/>
                    </m:oMathParaPr>
                    <m:oMath xmlns:m="http://schemas.openxmlformats.org/officeDocument/2006/math">
                      <m:f>
                        <m:fPr>
                          <m:ctrlPr>
                            <a:rPr lang="en-IN" sz="2400" i="1">
                              <a:solidFill>
                                <a:srgbClr val="C00000"/>
                              </a:solidFill>
                              <a:latin typeface="Cambria Math" panose="02040503050406030204" pitchFamily="18" charset="0"/>
                              <a:cs typeface="Arial" panose="020B0604020202020204" pitchFamily="34" charset="0"/>
                            </a:rPr>
                          </m:ctrlPr>
                        </m:fPr>
                        <m:num>
                          <m:sSubSup>
                            <m:sSubSupPr>
                              <m:ctrlPr>
                                <a:rPr lang="en-IN" sz="2400" i="1">
                                  <a:solidFill>
                                    <a:srgbClr val="C00000"/>
                                  </a:solidFill>
                                  <a:latin typeface="Cambria Math" panose="02040503050406030204" pitchFamily="18" charset="0"/>
                                  <a:cs typeface="Arial" panose="020B0604020202020204" pitchFamily="34" charset="0"/>
                                </a:rPr>
                              </m:ctrlPr>
                            </m:sSubSupPr>
                            <m:e>
                              <m:r>
                                <m:rPr>
                                  <m:sty m:val="p"/>
                                </m:rPr>
                                <a:rPr lang="en-IN" sz="2400">
                                  <a:solidFill>
                                    <a:srgbClr val="C00000"/>
                                  </a:solidFill>
                                  <a:latin typeface="Cambria Math" panose="02040503050406030204" pitchFamily="18" charset="0"/>
                                  <a:cs typeface="Arial" panose="020B0604020202020204" pitchFamily="34" charset="0"/>
                                </a:rPr>
                                <m:t>x</m:t>
                              </m:r>
                            </m:e>
                            <m:sub>
                              <m:r>
                                <a:rPr lang="en-IN" sz="2400">
                                  <a:solidFill>
                                    <a:srgbClr val="C00000"/>
                                  </a:solidFill>
                                  <a:latin typeface="Cambria Math" panose="02040503050406030204" pitchFamily="18" charset="0"/>
                                  <a:cs typeface="Arial" panose="020B0604020202020204" pitchFamily="34" charset="0"/>
                                </a:rPr>
                                <m:t>1</m:t>
                              </m:r>
                            </m:sub>
                            <m:sup>
                              <m:r>
                                <a:rPr lang="en-IN" sz="2400">
                                  <a:solidFill>
                                    <a:srgbClr val="C00000"/>
                                  </a:solidFill>
                                  <a:latin typeface="Cambria Math" panose="02040503050406030204" pitchFamily="18" charset="0"/>
                                  <a:cs typeface="Arial" panose="020B0604020202020204" pitchFamily="34" charset="0"/>
                                </a:rPr>
                                <m:t>2</m:t>
                              </m:r>
                            </m:sup>
                          </m:sSubSup>
                        </m:num>
                        <m:den>
                          <m:sSup>
                            <m:sSupPr>
                              <m:ctrlPr>
                                <a:rPr lang="en-IN" sz="2400" b="0" i="1" smtClean="0">
                                  <a:solidFill>
                                    <a:srgbClr val="C00000"/>
                                  </a:solidFill>
                                  <a:latin typeface="Cambria Math" panose="02040503050406030204" pitchFamily="18" charset="0"/>
                                  <a:cs typeface="Arial" panose="020B0604020202020204" pitchFamily="34" charset="0"/>
                                </a:rPr>
                              </m:ctrlPr>
                            </m:sSupPr>
                            <m:e>
                              <m:d>
                                <m:dPr>
                                  <m:ctrlPr>
                                    <a:rPr lang="en-IN" sz="2400" b="0" i="1" smtClean="0">
                                      <a:solidFill>
                                        <a:srgbClr val="C00000"/>
                                      </a:solidFill>
                                      <a:latin typeface="Cambria Math" panose="02040503050406030204" pitchFamily="18" charset="0"/>
                                      <a:cs typeface="Arial" panose="020B0604020202020204" pitchFamily="34" charset="0"/>
                                    </a:rPr>
                                  </m:ctrlPr>
                                </m:dPr>
                                <m:e>
                                  <m:rad>
                                    <m:radPr>
                                      <m:degHide m:val="on"/>
                                      <m:ctrlPr>
                                        <a:rPr lang="en-IN" sz="2400" i="1" smtClean="0">
                                          <a:solidFill>
                                            <a:srgbClr val="C00000"/>
                                          </a:solidFill>
                                          <a:latin typeface="Cambria Math" panose="02040503050406030204" pitchFamily="18" charset="0"/>
                                          <a:cs typeface="Arial" panose="020B0604020202020204" pitchFamily="34" charset="0"/>
                                        </a:rPr>
                                      </m:ctrlPr>
                                    </m:radPr>
                                    <m:deg/>
                                    <m:e>
                                      <m:sSub>
                                        <m:sSubPr>
                                          <m:ctrlPr>
                                            <a:rPr lang="en-IN" sz="2400"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2400">
                                              <a:solidFill>
                                                <a:srgbClr val="C00000"/>
                                              </a:solidFill>
                                              <a:latin typeface="Cambria Math" panose="02040503050406030204" pitchFamily="18" charset="0"/>
                                              <a:ea typeface="Cambria Math" panose="02040503050406030204" pitchFamily="18" charset="0"/>
                                              <a:cs typeface="Arial" panose="020B0604020202020204" pitchFamily="34" charset="0"/>
                                            </a:rPr>
                                            <m:t>σ</m:t>
                                          </m:r>
                                        </m:e>
                                        <m:sub>
                                          <m:r>
                                            <a:rPr lang="en-IN" sz="2400">
                                              <a:solidFill>
                                                <a:srgbClr val="C00000"/>
                                              </a:solidFill>
                                              <a:latin typeface="Cambria Math" panose="02040503050406030204" pitchFamily="18" charset="0"/>
                                              <a:ea typeface="Cambria Math" panose="02040503050406030204" pitchFamily="18" charset="0"/>
                                              <a:cs typeface="Arial" panose="020B0604020202020204" pitchFamily="34" charset="0"/>
                                            </a:rPr>
                                            <m:t>11</m:t>
                                          </m:r>
                                        </m:sub>
                                      </m:sSub>
                                    </m:e>
                                  </m:rad>
                                  <m:r>
                                    <a:rPr lang="en-IN" sz="2400" b="0" i="1" smtClean="0">
                                      <a:solidFill>
                                        <a:srgbClr val="C00000"/>
                                      </a:solidFill>
                                      <a:latin typeface="Cambria Math" panose="02040503050406030204" pitchFamily="18" charset="0"/>
                                      <a:cs typeface="Arial" panose="020B0604020202020204" pitchFamily="34" charset="0"/>
                                    </a:rPr>
                                    <m:t>𝑑</m:t>
                                  </m:r>
                                </m:e>
                              </m:d>
                            </m:e>
                            <m:sup>
                              <m:r>
                                <a:rPr lang="en-IN" sz="2400" b="0" i="1" smtClean="0">
                                  <a:solidFill>
                                    <a:srgbClr val="C00000"/>
                                  </a:solidFill>
                                  <a:latin typeface="Cambria Math" panose="02040503050406030204" pitchFamily="18" charset="0"/>
                                  <a:cs typeface="Arial" panose="020B0604020202020204" pitchFamily="34" charset="0"/>
                                </a:rPr>
                                <m:t>2</m:t>
                              </m:r>
                            </m:sup>
                          </m:sSup>
                        </m:den>
                      </m:f>
                      <m:r>
                        <a:rPr lang="en-IN" sz="2400">
                          <a:solidFill>
                            <a:srgbClr val="C00000"/>
                          </a:solidFill>
                          <a:latin typeface="Cambria Math" panose="02040503050406030204" pitchFamily="18" charset="0"/>
                          <a:cs typeface="Arial" panose="020B0604020202020204" pitchFamily="34" charset="0"/>
                        </a:rPr>
                        <m:t>+</m:t>
                      </m:r>
                      <m:f>
                        <m:fPr>
                          <m:ctrlPr>
                            <a:rPr lang="en-IN" sz="2400" i="1">
                              <a:solidFill>
                                <a:srgbClr val="C00000"/>
                              </a:solidFill>
                              <a:latin typeface="Cambria Math" panose="02040503050406030204" pitchFamily="18" charset="0"/>
                              <a:cs typeface="Arial" panose="020B0604020202020204" pitchFamily="34" charset="0"/>
                            </a:rPr>
                          </m:ctrlPr>
                        </m:fPr>
                        <m:num>
                          <m:sSubSup>
                            <m:sSubSupPr>
                              <m:ctrlPr>
                                <a:rPr lang="en-IN" sz="2400" i="1">
                                  <a:solidFill>
                                    <a:srgbClr val="C00000"/>
                                  </a:solidFill>
                                  <a:latin typeface="Cambria Math" panose="02040503050406030204" pitchFamily="18" charset="0"/>
                                  <a:cs typeface="Arial" panose="020B0604020202020204" pitchFamily="34" charset="0"/>
                                </a:rPr>
                              </m:ctrlPr>
                            </m:sSubSupPr>
                            <m:e>
                              <m:r>
                                <m:rPr>
                                  <m:sty m:val="p"/>
                                </m:rPr>
                                <a:rPr lang="en-IN" sz="2400">
                                  <a:solidFill>
                                    <a:srgbClr val="C00000"/>
                                  </a:solidFill>
                                  <a:latin typeface="Cambria Math" panose="02040503050406030204" pitchFamily="18" charset="0"/>
                                  <a:cs typeface="Arial" panose="020B0604020202020204" pitchFamily="34" charset="0"/>
                                </a:rPr>
                                <m:t>x</m:t>
                              </m:r>
                            </m:e>
                            <m:sub>
                              <m:r>
                                <a:rPr lang="en-IN" sz="2400">
                                  <a:solidFill>
                                    <a:srgbClr val="C00000"/>
                                  </a:solidFill>
                                  <a:latin typeface="Cambria Math" panose="02040503050406030204" pitchFamily="18" charset="0"/>
                                  <a:cs typeface="Arial" panose="020B0604020202020204" pitchFamily="34" charset="0"/>
                                </a:rPr>
                                <m:t>2</m:t>
                              </m:r>
                            </m:sub>
                            <m:sup>
                              <m:r>
                                <a:rPr lang="en-IN" sz="2400">
                                  <a:solidFill>
                                    <a:srgbClr val="C00000"/>
                                  </a:solidFill>
                                  <a:latin typeface="Cambria Math" panose="02040503050406030204" pitchFamily="18" charset="0"/>
                                  <a:cs typeface="Arial" panose="020B0604020202020204" pitchFamily="34" charset="0"/>
                                </a:rPr>
                                <m:t>2</m:t>
                              </m:r>
                            </m:sup>
                          </m:sSubSup>
                        </m:num>
                        <m:den>
                          <m:sSup>
                            <m:sSupPr>
                              <m:ctrlPr>
                                <a:rPr lang="en-IN" sz="2400" i="1">
                                  <a:solidFill>
                                    <a:srgbClr val="C00000"/>
                                  </a:solidFill>
                                  <a:latin typeface="Cambria Math" panose="02040503050406030204" pitchFamily="18" charset="0"/>
                                  <a:cs typeface="Arial" panose="020B0604020202020204" pitchFamily="34" charset="0"/>
                                </a:rPr>
                              </m:ctrlPr>
                            </m:sSupPr>
                            <m:e>
                              <m:d>
                                <m:dPr>
                                  <m:ctrlPr>
                                    <a:rPr lang="en-IN" sz="2400" i="1">
                                      <a:solidFill>
                                        <a:srgbClr val="C00000"/>
                                      </a:solidFill>
                                      <a:latin typeface="Cambria Math" panose="02040503050406030204" pitchFamily="18" charset="0"/>
                                      <a:cs typeface="Arial" panose="020B0604020202020204" pitchFamily="34" charset="0"/>
                                    </a:rPr>
                                  </m:ctrlPr>
                                </m:dPr>
                                <m:e>
                                  <m:rad>
                                    <m:radPr>
                                      <m:degHide m:val="on"/>
                                      <m:ctrlPr>
                                        <a:rPr lang="en-IN" sz="2400" i="1">
                                          <a:solidFill>
                                            <a:srgbClr val="C00000"/>
                                          </a:solidFill>
                                          <a:latin typeface="Cambria Math" panose="02040503050406030204" pitchFamily="18" charset="0"/>
                                          <a:cs typeface="Arial" panose="020B0604020202020204" pitchFamily="34" charset="0"/>
                                        </a:rPr>
                                      </m:ctrlPr>
                                    </m:radPr>
                                    <m:deg/>
                                    <m:e>
                                      <m:sSub>
                                        <m:sSubPr>
                                          <m:ctrlPr>
                                            <a:rPr lang="en-IN" sz="2400"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2400">
                                              <a:solidFill>
                                                <a:srgbClr val="C00000"/>
                                              </a:solidFill>
                                              <a:latin typeface="Cambria Math" panose="02040503050406030204" pitchFamily="18" charset="0"/>
                                              <a:ea typeface="Cambria Math" panose="02040503050406030204" pitchFamily="18" charset="0"/>
                                              <a:cs typeface="Arial" panose="020B0604020202020204" pitchFamily="34" charset="0"/>
                                            </a:rPr>
                                            <m:t>σ</m:t>
                                          </m:r>
                                        </m:e>
                                        <m:sub>
                                          <m:r>
                                            <a:rPr lang="en-IN" sz="2400" b="0"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22</m:t>
                                          </m:r>
                                        </m:sub>
                                      </m:sSub>
                                    </m:e>
                                  </m:rad>
                                  <m:r>
                                    <a:rPr lang="en-IN" sz="2400" i="1">
                                      <a:solidFill>
                                        <a:srgbClr val="C00000"/>
                                      </a:solidFill>
                                      <a:latin typeface="Cambria Math" panose="02040503050406030204" pitchFamily="18" charset="0"/>
                                      <a:cs typeface="Arial" panose="020B0604020202020204" pitchFamily="34" charset="0"/>
                                    </a:rPr>
                                    <m:t>𝑑</m:t>
                                  </m:r>
                                </m:e>
                              </m:d>
                            </m:e>
                            <m:sup>
                              <m:r>
                                <a:rPr lang="en-IN" sz="2400" i="1">
                                  <a:solidFill>
                                    <a:srgbClr val="C00000"/>
                                  </a:solidFill>
                                  <a:latin typeface="Cambria Math" panose="02040503050406030204" pitchFamily="18" charset="0"/>
                                  <a:cs typeface="Arial" panose="020B0604020202020204" pitchFamily="34" charset="0"/>
                                </a:rPr>
                                <m:t>2</m:t>
                              </m:r>
                            </m:sup>
                          </m:sSup>
                        </m:den>
                      </m:f>
                      <m:r>
                        <a:rPr lang="en-IN" sz="2400">
                          <a:solidFill>
                            <a:srgbClr val="C00000"/>
                          </a:solidFill>
                          <a:latin typeface="Cambria Math" panose="02040503050406030204" pitchFamily="18" charset="0"/>
                          <a:ea typeface="Cambria Math" panose="02040503050406030204" pitchFamily="18" charset="0"/>
                          <a:cs typeface="Arial" panose="020B0604020202020204" pitchFamily="34" charset="0"/>
                        </a:rPr>
                        <m:t>=</m:t>
                      </m:r>
                      <m:r>
                        <a:rPr lang="en-IN" sz="2400" b="0"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1</m:t>
                      </m:r>
                    </m:oMath>
                  </m:oMathPara>
                </a14:m>
                <a:endParaRPr lang="en-IN" sz="2400" dirty="0">
                  <a:solidFill>
                    <a:schemeClr val="bg1"/>
                  </a:solidFill>
                  <a:latin typeface="Arial" panose="020B0604020202020204" pitchFamily="34" charset="0"/>
                  <a:cs typeface="Arial" panose="020B0604020202020204" pitchFamily="34" charset="0"/>
                </a:endParaRPr>
              </a:p>
              <a:p>
                <a:pPr algn="just">
                  <a:lnSpc>
                    <a:spcPct val="150000"/>
                  </a:lnSpc>
                </a:pPr>
                <a:endParaRPr lang="en-IN" sz="2000" dirty="0">
                  <a:solidFill>
                    <a:schemeClr val="bg1"/>
                  </a:solidFill>
                  <a:latin typeface="Arial" panose="020B0604020202020204" pitchFamily="34" charset="0"/>
                  <a:cs typeface="Arial" panose="020B0604020202020204" pitchFamily="34" charset="0"/>
                </a:endParaRPr>
              </a:p>
              <a:p>
                <a:pPr algn="just">
                  <a:lnSpc>
                    <a:spcPct val="150000"/>
                  </a:lnSpc>
                </a:pPr>
                <a:r>
                  <a:rPr lang="en-IN" dirty="0">
                    <a:solidFill>
                      <a:schemeClr val="bg1"/>
                    </a:solidFill>
                    <a:latin typeface="Arial" panose="020B0604020202020204" pitchFamily="34" charset="0"/>
                    <a:cs typeface="Arial" panose="020B0604020202020204" pitchFamily="34" charset="0"/>
                  </a:rPr>
                  <a:t>Locus of points governed by the equation results in </a:t>
                </a:r>
                <a:r>
                  <a:rPr lang="en-IN" dirty="0">
                    <a:solidFill>
                      <a:srgbClr val="CC00FF"/>
                    </a:solidFill>
                    <a:latin typeface="Arial" panose="020B0604020202020204" pitchFamily="34" charset="0"/>
                    <a:cs typeface="Arial" panose="020B0604020202020204" pitchFamily="34" charset="0"/>
                  </a:rPr>
                  <a:t>an ellipse</a:t>
                </a:r>
                <a:endParaRPr lang="en-IN" baseline="-25000" dirty="0">
                  <a:solidFill>
                    <a:srgbClr val="CC00FF"/>
                  </a:solidFill>
                  <a:latin typeface="Arial" panose="020B0604020202020204" pitchFamily="34" charset="0"/>
                  <a:cs typeface="Arial" panose="020B0604020202020204" pitchFamily="34"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5513560" y="2720624"/>
                <a:ext cx="6569916" cy="4048224"/>
              </a:xfrm>
              <a:prstGeom prst="rect">
                <a:avLst/>
              </a:prstGeom>
              <a:blipFill>
                <a:blip r:embed="rId11"/>
                <a:stretch>
                  <a:fillRect l="-742" r="-835" b="-301"/>
                </a:stretch>
              </a:blipFill>
            </p:spPr>
            <p:txBody>
              <a:bodyPr/>
              <a:lstStyle/>
              <a:p>
                <a:r>
                  <a:rPr lang="en-IN">
                    <a:noFill/>
                  </a:rPr>
                  <a:t> </a:t>
                </a:r>
              </a:p>
            </p:txBody>
          </p:sp>
        </mc:Fallback>
      </mc:AlternateContent>
      <p:pic>
        <p:nvPicPr>
          <p:cNvPr id="13" name="Picture 12"/>
          <p:cNvPicPr>
            <a:picLocks noChangeAspect="1"/>
          </p:cNvPicPr>
          <p:nvPr/>
        </p:nvPicPr>
        <p:blipFill>
          <a:blip r:embed="rId12"/>
          <a:stretch>
            <a:fillRect/>
          </a:stretch>
        </p:blipFill>
        <p:spPr>
          <a:xfrm>
            <a:off x="205781" y="3842779"/>
            <a:ext cx="1109568" cy="396274"/>
          </a:xfrm>
          <a:prstGeom prst="rect">
            <a:avLst/>
          </a:prstGeom>
        </p:spPr>
      </p:pic>
      <p:pic>
        <p:nvPicPr>
          <p:cNvPr id="15" name="Picture 14"/>
          <p:cNvPicPr>
            <a:picLocks noChangeAspect="1"/>
          </p:cNvPicPr>
          <p:nvPr/>
        </p:nvPicPr>
        <p:blipFill>
          <a:blip r:embed="rId12"/>
          <a:stretch>
            <a:fillRect/>
          </a:stretch>
        </p:blipFill>
        <p:spPr>
          <a:xfrm>
            <a:off x="246531" y="3915072"/>
            <a:ext cx="1109568" cy="396274"/>
          </a:xfrm>
          <a:prstGeom prst="rect">
            <a:avLst/>
          </a:prstGeom>
        </p:spPr>
      </p:pic>
      <p:grpSp>
        <p:nvGrpSpPr>
          <p:cNvPr id="4" name="Group 3"/>
          <p:cNvGrpSpPr/>
          <p:nvPr/>
        </p:nvGrpSpPr>
        <p:grpSpPr>
          <a:xfrm>
            <a:off x="1124851" y="5216899"/>
            <a:ext cx="2819014" cy="899670"/>
            <a:chOff x="1124851" y="5216899"/>
            <a:chExt cx="2819014" cy="899670"/>
          </a:xfrm>
        </p:grpSpPr>
        <mc:AlternateContent xmlns:mc="http://schemas.openxmlformats.org/markup-compatibility/2006" xmlns:a14="http://schemas.microsoft.com/office/drawing/2010/main">
          <mc:Choice Requires="a14">
            <p:sp>
              <p:nvSpPr>
                <p:cNvPr id="12" name="Rectangle 11"/>
                <p:cNvSpPr/>
                <p:nvPr/>
              </p:nvSpPr>
              <p:spPr>
                <a:xfrm>
                  <a:off x="2091820" y="5216899"/>
                  <a:ext cx="1852045" cy="8996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400" b="0" i="0" dirty="0"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f>
                          <m:fPr>
                            <m:ctrlPr>
                              <a:rPr lang="en-IN" sz="2400" i="1">
                                <a:solidFill>
                                  <a:schemeClr val="bg1"/>
                                </a:solidFill>
                                <a:latin typeface="Cambria Math" panose="02040503050406030204" pitchFamily="18" charset="0"/>
                              </a:rPr>
                            </m:ctrlPr>
                          </m:fPr>
                          <m:num>
                            <m:sSubSup>
                              <m:sSubSupPr>
                                <m:ctrlPr>
                                  <a:rPr lang="en-IN" sz="2400" b="0" i="1" smtClean="0">
                                    <a:solidFill>
                                      <a:schemeClr val="bg1"/>
                                    </a:solidFill>
                                    <a:latin typeface="Cambria Math" panose="02040503050406030204" pitchFamily="18" charset="0"/>
                                  </a:rPr>
                                </m:ctrlPr>
                              </m:sSubSupPr>
                              <m:e>
                                <m:r>
                                  <m:rPr>
                                    <m:sty m:val="p"/>
                                  </m:rPr>
                                  <a:rPr lang="en-IN" sz="2400" b="0" i="0" smtClean="0">
                                    <a:solidFill>
                                      <a:schemeClr val="bg1"/>
                                    </a:solidFill>
                                    <a:latin typeface="Cambria Math" panose="02040503050406030204" pitchFamily="18" charset="0"/>
                                  </a:rPr>
                                  <m:t>x</m:t>
                                </m:r>
                              </m:e>
                              <m:sub>
                                <m:r>
                                  <a:rPr lang="en-IN" sz="2400" b="0" i="0" smtClean="0">
                                    <a:solidFill>
                                      <a:schemeClr val="bg1"/>
                                    </a:solidFill>
                                    <a:latin typeface="Cambria Math" panose="02040503050406030204" pitchFamily="18" charset="0"/>
                                  </a:rPr>
                                  <m:t>1</m:t>
                                </m:r>
                              </m:sub>
                              <m:sup>
                                <m:r>
                                  <a:rPr lang="en-IN" sz="2400" b="0" i="0" smtClean="0">
                                    <a:solidFill>
                                      <a:schemeClr val="bg1"/>
                                    </a:solidFill>
                                    <a:latin typeface="Cambria Math" panose="02040503050406030204" pitchFamily="18" charset="0"/>
                                  </a:rPr>
                                  <m:t>2</m:t>
                                </m:r>
                              </m:sup>
                            </m:sSubSup>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0">
                                    <a:solidFill>
                                      <a:schemeClr val="bg1"/>
                                    </a:solidFill>
                                    <a:latin typeface="Cambria Math" panose="02040503050406030204" pitchFamily="18" charset="0"/>
                                    <a:sym typeface="Symbol" panose="05050102010706020507" pitchFamily="18" charset="2"/>
                                  </a:rPr>
                                  <m:t></m:t>
                                </m:r>
                              </m:e>
                              <m:sub>
                                <m:r>
                                  <a:rPr lang="en-IN" sz="2400" i="0">
                                    <a:solidFill>
                                      <a:schemeClr val="bg1"/>
                                    </a:solidFill>
                                    <a:latin typeface="Cambria Math" panose="02040503050406030204" pitchFamily="18" charset="0"/>
                                    <a:sym typeface="Symbol" panose="05050102010706020507" pitchFamily="18" charset="2"/>
                                  </a:rPr>
                                  <m:t>11</m:t>
                                </m:r>
                              </m:sub>
                            </m:sSub>
                          </m:den>
                        </m:f>
                        <m:r>
                          <a:rPr lang="en-IN" sz="2400" b="0" i="0" smtClean="0">
                            <a:solidFill>
                              <a:schemeClr val="bg1"/>
                            </a:solidFill>
                            <a:latin typeface="Cambria Math" panose="02040503050406030204" pitchFamily="18" charset="0"/>
                            <a:sym typeface="Symbol" panose="05050102010706020507" pitchFamily="18" charset="2"/>
                          </a:rPr>
                          <m:t>+</m:t>
                        </m:r>
                        <m:f>
                          <m:fPr>
                            <m:ctrlPr>
                              <a:rPr lang="en-IN" sz="2400" i="1">
                                <a:solidFill>
                                  <a:schemeClr val="bg1"/>
                                </a:solidFill>
                                <a:latin typeface="Cambria Math" panose="02040503050406030204" pitchFamily="18" charset="0"/>
                              </a:rPr>
                            </m:ctrlPr>
                          </m:fPr>
                          <m:num>
                            <m:sSubSup>
                              <m:sSubSupPr>
                                <m:ctrlPr>
                                  <a:rPr lang="en-IN" sz="2400" i="1">
                                    <a:solidFill>
                                      <a:schemeClr val="bg1"/>
                                    </a:solidFill>
                                    <a:latin typeface="Cambria Math" panose="02040503050406030204" pitchFamily="18" charset="0"/>
                                  </a:rPr>
                                </m:ctrlPr>
                              </m:sSubSupPr>
                              <m:e>
                                <m:r>
                                  <m:rPr>
                                    <m:sty m:val="p"/>
                                  </m:rPr>
                                  <a:rPr lang="en-IN" sz="2400" i="0">
                                    <a:solidFill>
                                      <a:schemeClr val="bg1"/>
                                    </a:solidFill>
                                    <a:latin typeface="Cambria Math" panose="02040503050406030204" pitchFamily="18" charset="0"/>
                                  </a:rPr>
                                  <m:t>x</m:t>
                                </m:r>
                              </m:e>
                              <m:sub>
                                <m:r>
                                  <a:rPr lang="en-IN" sz="2400" b="0" i="0" smtClean="0">
                                    <a:solidFill>
                                      <a:schemeClr val="bg1"/>
                                    </a:solidFill>
                                    <a:latin typeface="Cambria Math" panose="02040503050406030204" pitchFamily="18" charset="0"/>
                                  </a:rPr>
                                  <m:t>2</m:t>
                                </m:r>
                              </m:sub>
                              <m:sup>
                                <m:r>
                                  <a:rPr lang="en-IN" sz="2400" i="0">
                                    <a:solidFill>
                                      <a:schemeClr val="bg1"/>
                                    </a:solidFill>
                                    <a:latin typeface="Cambria Math" panose="02040503050406030204" pitchFamily="18" charset="0"/>
                                  </a:rPr>
                                  <m:t>2</m:t>
                                </m:r>
                              </m:sup>
                            </m:sSubSup>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0">
                                    <a:solidFill>
                                      <a:schemeClr val="bg1"/>
                                    </a:solidFill>
                                    <a:latin typeface="Cambria Math" panose="02040503050406030204" pitchFamily="18" charset="0"/>
                                    <a:sym typeface="Symbol" panose="05050102010706020507" pitchFamily="18" charset="2"/>
                                  </a:rPr>
                                  <m:t></m:t>
                                </m:r>
                              </m:e>
                              <m:sub>
                                <m:r>
                                  <a:rPr lang="en-IN" sz="2400" b="0" i="0" smtClean="0">
                                    <a:solidFill>
                                      <a:schemeClr val="bg1"/>
                                    </a:solidFill>
                                    <a:latin typeface="Cambria Math" panose="02040503050406030204" pitchFamily="18" charset="0"/>
                                    <a:sym typeface="Symbol" panose="05050102010706020507" pitchFamily="18" charset="2"/>
                                  </a:rPr>
                                  <m:t>22</m:t>
                                </m:r>
                              </m:sub>
                            </m:sSub>
                          </m:den>
                        </m:f>
                      </m:oMath>
                    </m:oMathPara>
                  </a14:m>
                  <a:endParaRPr lang="en-IN" sz="2400" dirty="0"/>
                </a:p>
              </p:txBody>
            </p:sp>
          </mc:Choice>
          <mc:Fallback xmlns="">
            <p:sp>
              <p:nvSpPr>
                <p:cNvPr id="12" name="Rectangle 11"/>
                <p:cNvSpPr>
                  <a:spLocks noRot="1" noChangeAspect="1" noMove="1" noResize="1" noEditPoints="1" noAdjustHandles="1" noChangeArrowheads="1" noChangeShapeType="1" noTextEdit="1"/>
                </p:cNvSpPr>
                <p:nvPr/>
              </p:nvSpPr>
              <p:spPr>
                <a:xfrm>
                  <a:off x="2091820" y="5216899"/>
                  <a:ext cx="1852045" cy="899670"/>
                </a:xfrm>
                <a:prstGeom prst="rect">
                  <a:avLst/>
                </a:prstGeom>
                <a:blipFill>
                  <a:blip r:embed="rId13"/>
                  <a:stretch>
                    <a:fillRect/>
                  </a:stretch>
                </a:blipFill>
              </p:spPr>
              <p:txBody>
                <a:bodyPr/>
                <a:lstStyle/>
                <a:p>
                  <a:r>
                    <a:rPr lang="en-IN">
                      <a:noFill/>
                    </a:rPr>
                    <a:t> </a:t>
                  </a:r>
                </a:p>
              </p:txBody>
            </p:sp>
          </mc:Fallback>
        </mc:AlternateContent>
        <p:pic>
          <p:nvPicPr>
            <p:cNvPr id="16" name="Picture 15"/>
            <p:cNvPicPr>
              <a:picLocks noChangeAspect="1"/>
            </p:cNvPicPr>
            <p:nvPr/>
          </p:nvPicPr>
          <p:blipFill>
            <a:blip r:embed="rId12"/>
            <a:stretch>
              <a:fillRect/>
            </a:stretch>
          </p:blipFill>
          <p:spPr>
            <a:xfrm>
              <a:off x="1124851" y="5515202"/>
              <a:ext cx="1109568" cy="396274"/>
            </a:xfrm>
            <a:prstGeom prst="rect">
              <a:avLst/>
            </a:prstGeom>
          </p:spPr>
        </p:pic>
      </p:grpSp>
      <mc:AlternateContent xmlns:mc="http://schemas.openxmlformats.org/markup-compatibility/2006" xmlns:p14="http://schemas.microsoft.com/office/powerpoint/2010/main">
        <mc:Choice Requires="p14">
          <p:contentPart p14:bwMode="auto" r:id="rId14">
            <p14:nvContentPartPr>
              <p14:cNvPr id="3" name="Ink 2">
                <a:extLst>
                  <a:ext uri="{FF2B5EF4-FFF2-40B4-BE49-F238E27FC236}">
                    <a16:creationId xmlns:a16="http://schemas.microsoft.com/office/drawing/2014/main" id="{BDB10AB6-E23C-AD4A-06B6-1246E0BE7A4E}"/>
                  </a:ext>
                </a:extLst>
              </p14:cNvPr>
              <p14:cNvContentPartPr/>
              <p14:nvPr/>
            </p14:nvContentPartPr>
            <p14:xfrm>
              <a:off x="499838" y="2242656"/>
              <a:ext cx="16200" cy="21600"/>
            </p14:xfrm>
          </p:contentPart>
        </mc:Choice>
        <mc:Fallback xmlns="">
          <p:pic>
            <p:nvPicPr>
              <p:cNvPr id="3" name="Ink 2">
                <a:extLst>
                  <a:ext uri="{FF2B5EF4-FFF2-40B4-BE49-F238E27FC236}">
                    <a16:creationId xmlns:a16="http://schemas.microsoft.com/office/drawing/2014/main" id="{BDB10AB6-E23C-AD4A-06B6-1246E0BE7A4E}"/>
                  </a:ext>
                </a:extLst>
              </p:cNvPr>
              <p:cNvPicPr/>
              <p:nvPr/>
            </p:nvPicPr>
            <p:blipFill>
              <a:blip r:embed="rId15"/>
              <a:stretch>
                <a:fillRect/>
              </a:stretch>
            </p:blipFill>
            <p:spPr>
              <a:xfrm>
                <a:off x="493718" y="2236536"/>
                <a:ext cx="28440" cy="33840"/>
              </a:xfrm>
              <a:prstGeom prst="rect">
                <a:avLst/>
              </a:prstGeom>
            </p:spPr>
          </p:pic>
        </mc:Fallback>
      </mc:AlternateContent>
      <p:grpSp>
        <p:nvGrpSpPr>
          <p:cNvPr id="21" name="Group 20">
            <a:extLst>
              <a:ext uri="{FF2B5EF4-FFF2-40B4-BE49-F238E27FC236}">
                <a16:creationId xmlns:a16="http://schemas.microsoft.com/office/drawing/2014/main" id="{4DC5B408-DB6B-1215-ED42-2E51C7ABAA1B}"/>
              </a:ext>
            </a:extLst>
          </p:cNvPr>
          <p:cNvGrpSpPr/>
          <p:nvPr/>
        </p:nvGrpSpPr>
        <p:grpSpPr>
          <a:xfrm>
            <a:off x="572558" y="4352256"/>
            <a:ext cx="370080" cy="500760"/>
            <a:chOff x="572558" y="4352256"/>
            <a:chExt cx="370080" cy="500760"/>
          </a:xfrm>
        </p:grpSpPr>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03B25F35-B846-82C4-1357-6C3386A919CD}"/>
                    </a:ext>
                  </a:extLst>
                </p14:cNvPr>
                <p14:cNvContentPartPr/>
                <p14:nvPr/>
              </p14:nvContentPartPr>
              <p14:xfrm>
                <a:off x="705398" y="4435416"/>
                <a:ext cx="27360" cy="130680"/>
              </p14:xfrm>
            </p:contentPart>
          </mc:Choice>
          <mc:Fallback xmlns="">
            <p:pic>
              <p:nvPicPr>
                <p:cNvPr id="14" name="Ink 13">
                  <a:extLst>
                    <a:ext uri="{FF2B5EF4-FFF2-40B4-BE49-F238E27FC236}">
                      <a16:creationId xmlns:a16="http://schemas.microsoft.com/office/drawing/2014/main" id="{03B25F35-B846-82C4-1357-6C3386A919CD}"/>
                    </a:ext>
                  </a:extLst>
                </p:cNvPr>
                <p:cNvPicPr/>
                <p:nvPr/>
              </p:nvPicPr>
              <p:blipFill>
                <a:blip r:embed="rId17"/>
                <a:stretch>
                  <a:fillRect/>
                </a:stretch>
              </p:blipFill>
              <p:spPr>
                <a:xfrm>
                  <a:off x="699278" y="4429296"/>
                  <a:ext cx="3960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B9EFA983-8B09-E0AB-0D59-5BAFBA735996}"/>
                    </a:ext>
                  </a:extLst>
                </p14:cNvPr>
                <p14:cNvContentPartPr/>
                <p14:nvPr/>
              </p14:nvContentPartPr>
              <p14:xfrm>
                <a:off x="572558" y="4530456"/>
                <a:ext cx="193680" cy="322560"/>
              </p14:xfrm>
            </p:contentPart>
          </mc:Choice>
          <mc:Fallback xmlns="">
            <p:pic>
              <p:nvPicPr>
                <p:cNvPr id="17" name="Ink 16">
                  <a:extLst>
                    <a:ext uri="{FF2B5EF4-FFF2-40B4-BE49-F238E27FC236}">
                      <a16:creationId xmlns:a16="http://schemas.microsoft.com/office/drawing/2014/main" id="{B9EFA983-8B09-E0AB-0D59-5BAFBA735996}"/>
                    </a:ext>
                  </a:extLst>
                </p:cNvPr>
                <p:cNvPicPr/>
                <p:nvPr/>
              </p:nvPicPr>
              <p:blipFill>
                <a:blip r:embed="rId19"/>
                <a:stretch>
                  <a:fillRect/>
                </a:stretch>
              </p:blipFill>
              <p:spPr>
                <a:xfrm>
                  <a:off x="566438" y="4524336"/>
                  <a:ext cx="20592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1BD8D189-604F-AA72-E11B-310E4E37CE67}"/>
                    </a:ext>
                  </a:extLst>
                </p14:cNvPr>
                <p14:cNvContentPartPr/>
                <p14:nvPr/>
              </p14:nvContentPartPr>
              <p14:xfrm>
                <a:off x="755078" y="4421016"/>
                <a:ext cx="119520" cy="57960"/>
              </p14:xfrm>
            </p:contentPart>
          </mc:Choice>
          <mc:Fallback xmlns="">
            <p:pic>
              <p:nvPicPr>
                <p:cNvPr id="19" name="Ink 18">
                  <a:extLst>
                    <a:ext uri="{FF2B5EF4-FFF2-40B4-BE49-F238E27FC236}">
                      <a16:creationId xmlns:a16="http://schemas.microsoft.com/office/drawing/2014/main" id="{1BD8D189-604F-AA72-E11B-310E4E37CE67}"/>
                    </a:ext>
                  </a:extLst>
                </p:cNvPr>
                <p:cNvPicPr/>
                <p:nvPr/>
              </p:nvPicPr>
              <p:blipFill>
                <a:blip r:embed="rId21"/>
                <a:stretch>
                  <a:fillRect/>
                </a:stretch>
              </p:blipFill>
              <p:spPr>
                <a:xfrm>
                  <a:off x="748958" y="4414896"/>
                  <a:ext cx="13176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49137561-4BC2-86E4-A526-78E5330ED765}"/>
                    </a:ext>
                  </a:extLst>
                </p14:cNvPr>
                <p14:cNvContentPartPr/>
                <p14:nvPr/>
              </p14:nvContentPartPr>
              <p14:xfrm>
                <a:off x="895838" y="4352256"/>
                <a:ext cx="46800" cy="101520"/>
              </p14:xfrm>
            </p:contentPart>
          </mc:Choice>
          <mc:Fallback xmlns="">
            <p:pic>
              <p:nvPicPr>
                <p:cNvPr id="20" name="Ink 19">
                  <a:extLst>
                    <a:ext uri="{FF2B5EF4-FFF2-40B4-BE49-F238E27FC236}">
                      <a16:creationId xmlns:a16="http://schemas.microsoft.com/office/drawing/2014/main" id="{49137561-4BC2-86E4-A526-78E5330ED765}"/>
                    </a:ext>
                  </a:extLst>
                </p:cNvPr>
                <p:cNvPicPr/>
                <p:nvPr/>
              </p:nvPicPr>
              <p:blipFill>
                <a:blip r:embed="rId23"/>
                <a:stretch>
                  <a:fillRect/>
                </a:stretch>
              </p:blipFill>
              <p:spPr>
                <a:xfrm>
                  <a:off x="889718" y="4346136"/>
                  <a:ext cx="59040" cy="113760"/>
                </a:xfrm>
                <a:prstGeom prst="rect">
                  <a:avLst/>
                </a:prstGeom>
              </p:spPr>
            </p:pic>
          </mc:Fallback>
        </mc:AlternateContent>
      </p:grpSp>
      <p:grpSp>
        <p:nvGrpSpPr>
          <p:cNvPr id="27" name="Group 26">
            <a:extLst>
              <a:ext uri="{FF2B5EF4-FFF2-40B4-BE49-F238E27FC236}">
                <a16:creationId xmlns:a16="http://schemas.microsoft.com/office/drawing/2014/main" id="{2D423A49-D809-92F1-AE57-CD6CAF307CE8}"/>
              </a:ext>
            </a:extLst>
          </p:cNvPr>
          <p:cNvGrpSpPr/>
          <p:nvPr/>
        </p:nvGrpSpPr>
        <p:grpSpPr>
          <a:xfrm>
            <a:off x="1472558" y="5911776"/>
            <a:ext cx="288000" cy="484560"/>
            <a:chOff x="1472558" y="5911776"/>
            <a:chExt cx="288000" cy="484560"/>
          </a:xfrm>
        </p:grpSpPr>
        <mc:AlternateContent xmlns:mc="http://schemas.openxmlformats.org/markup-compatibility/2006" xmlns:p14="http://schemas.microsoft.com/office/powerpoint/2010/main">
          <mc:Choice Requires="p14">
            <p:contentPart p14:bwMode="auto" r:id="rId24">
              <p14:nvContentPartPr>
                <p14:cNvPr id="22" name="Ink 21">
                  <a:extLst>
                    <a:ext uri="{FF2B5EF4-FFF2-40B4-BE49-F238E27FC236}">
                      <a16:creationId xmlns:a16="http://schemas.microsoft.com/office/drawing/2014/main" id="{AB444DAF-EC96-9E85-9F98-93B1D3D2E008}"/>
                    </a:ext>
                  </a:extLst>
                </p14:cNvPr>
                <p14:cNvContentPartPr/>
                <p14:nvPr/>
              </p14:nvContentPartPr>
              <p14:xfrm>
                <a:off x="1509638" y="6313176"/>
                <a:ext cx="54000" cy="62640"/>
              </p14:xfrm>
            </p:contentPart>
          </mc:Choice>
          <mc:Fallback xmlns="">
            <p:pic>
              <p:nvPicPr>
                <p:cNvPr id="22" name="Ink 21">
                  <a:extLst>
                    <a:ext uri="{FF2B5EF4-FFF2-40B4-BE49-F238E27FC236}">
                      <a16:creationId xmlns:a16="http://schemas.microsoft.com/office/drawing/2014/main" id="{AB444DAF-EC96-9E85-9F98-93B1D3D2E008}"/>
                    </a:ext>
                  </a:extLst>
                </p:cNvPr>
                <p:cNvPicPr/>
                <p:nvPr/>
              </p:nvPicPr>
              <p:blipFill>
                <a:blip r:embed="rId25"/>
                <a:stretch>
                  <a:fillRect/>
                </a:stretch>
              </p:blipFill>
              <p:spPr>
                <a:xfrm>
                  <a:off x="1503518" y="6307056"/>
                  <a:ext cx="6624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3" name="Ink 22">
                  <a:extLst>
                    <a:ext uri="{FF2B5EF4-FFF2-40B4-BE49-F238E27FC236}">
                      <a16:creationId xmlns:a16="http://schemas.microsoft.com/office/drawing/2014/main" id="{E63AB5DB-8F96-1185-FA05-D29F1E247266}"/>
                    </a:ext>
                  </a:extLst>
                </p14:cNvPr>
                <p14:cNvContentPartPr/>
                <p14:nvPr/>
              </p14:nvContentPartPr>
              <p14:xfrm>
                <a:off x="1549598" y="6020856"/>
                <a:ext cx="26280" cy="110880"/>
              </p14:xfrm>
            </p:contentPart>
          </mc:Choice>
          <mc:Fallback xmlns="">
            <p:pic>
              <p:nvPicPr>
                <p:cNvPr id="23" name="Ink 22">
                  <a:extLst>
                    <a:ext uri="{FF2B5EF4-FFF2-40B4-BE49-F238E27FC236}">
                      <a16:creationId xmlns:a16="http://schemas.microsoft.com/office/drawing/2014/main" id="{E63AB5DB-8F96-1185-FA05-D29F1E247266}"/>
                    </a:ext>
                  </a:extLst>
                </p:cNvPr>
                <p:cNvPicPr/>
                <p:nvPr/>
              </p:nvPicPr>
              <p:blipFill>
                <a:blip r:embed="rId27"/>
                <a:stretch>
                  <a:fillRect/>
                </a:stretch>
              </p:blipFill>
              <p:spPr>
                <a:xfrm>
                  <a:off x="1543478" y="6014736"/>
                  <a:ext cx="385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4" name="Ink 23">
                  <a:extLst>
                    <a:ext uri="{FF2B5EF4-FFF2-40B4-BE49-F238E27FC236}">
                      <a16:creationId xmlns:a16="http://schemas.microsoft.com/office/drawing/2014/main" id="{471846E0-16CF-BD47-20CA-90B75CD1A5AD}"/>
                    </a:ext>
                  </a:extLst>
                </p14:cNvPr>
                <p14:cNvContentPartPr/>
                <p14:nvPr/>
              </p14:nvContentPartPr>
              <p14:xfrm>
                <a:off x="1472558" y="6101496"/>
                <a:ext cx="134640" cy="294840"/>
              </p14:xfrm>
            </p:contentPart>
          </mc:Choice>
          <mc:Fallback xmlns="">
            <p:pic>
              <p:nvPicPr>
                <p:cNvPr id="24" name="Ink 23">
                  <a:extLst>
                    <a:ext uri="{FF2B5EF4-FFF2-40B4-BE49-F238E27FC236}">
                      <a16:creationId xmlns:a16="http://schemas.microsoft.com/office/drawing/2014/main" id="{471846E0-16CF-BD47-20CA-90B75CD1A5AD}"/>
                    </a:ext>
                  </a:extLst>
                </p:cNvPr>
                <p:cNvPicPr/>
                <p:nvPr/>
              </p:nvPicPr>
              <p:blipFill>
                <a:blip r:embed="rId29"/>
                <a:stretch>
                  <a:fillRect/>
                </a:stretch>
              </p:blipFill>
              <p:spPr>
                <a:xfrm>
                  <a:off x="1466438" y="6095376"/>
                  <a:ext cx="14688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5" name="Ink 24">
                  <a:extLst>
                    <a:ext uri="{FF2B5EF4-FFF2-40B4-BE49-F238E27FC236}">
                      <a16:creationId xmlns:a16="http://schemas.microsoft.com/office/drawing/2014/main" id="{4642ADBB-64A2-DA62-7ECA-F3044558846E}"/>
                    </a:ext>
                  </a:extLst>
                </p14:cNvPr>
                <p14:cNvContentPartPr/>
                <p14:nvPr/>
              </p14:nvContentPartPr>
              <p14:xfrm>
                <a:off x="1608998" y="5976936"/>
                <a:ext cx="97560" cy="48960"/>
              </p14:xfrm>
            </p:contentPart>
          </mc:Choice>
          <mc:Fallback xmlns="">
            <p:pic>
              <p:nvPicPr>
                <p:cNvPr id="25" name="Ink 24">
                  <a:extLst>
                    <a:ext uri="{FF2B5EF4-FFF2-40B4-BE49-F238E27FC236}">
                      <a16:creationId xmlns:a16="http://schemas.microsoft.com/office/drawing/2014/main" id="{4642ADBB-64A2-DA62-7ECA-F3044558846E}"/>
                    </a:ext>
                  </a:extLst>
                </p:cNvPr>
                <p:cNvPicPr/>
                <p:nvPr/>
              </p:nvPicPr>
              <p:blipFill>
                <a:blip r:embed="rId31"/>
                <a:stretch>
                  <a:fillRect/>
                </a:stretch>
              </p:blipFill>
              <p:spPr>
                <a:xfrm>
                  <a:off x="1602878" y="5970816"/>
                  <a:ext cx="10980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6" name="Ink 25">
                  <a:extLst>
                    <a:ext uri="{FF2B5EF4-FFF2-40B4-BE49-F238E27FC236}">
                      <a16:creationId xmlns:a16="http://schemas.microsoft.com/office/drawing/2014/main" id="{6754A554-6588-6DA8-8E72-CC40008A2286}"/>
                    </a:ext>
                  </a:extLst>
                </p14:cNvPr>
                <p14:cNvContentPartPr/>
                <p14:nvPr/>
              </p14:nvContentPartPr>
              <p14:xfrm>
                <a:off x="1734638" y="5911776"/>
                <a:ext cx="25920" cy="103320"/>
              </p14:xfrm>
            </p:contentPart>
          </mc:Choice>
          <mc:Fallback xmlns="">
            <p:pic>
              <p:nvPicPr>
                <p:cNvPr id="26" name="Ink 25">
                  <a:extLst>
                    <a:ext uri="{FF2B5EF4-FFF2-40B4-BE49-F238E27FC236}">
                      <a16:creationId xmlns:a16="http://schemas.microsoft.com/office/drawing/2014/main" id="{6754A554-6588-6DA8-8E72-CC40008A2286}"/>
                    </a:ext>
                  </a:extLst>
                </p:cNvPr>
                <p:cNvPicPr/>
                <p:nvPr/>
              </p:nvPicPr>
              <p:blipFill>
                <a:blip r:embed="rId33"/>
                <a:stretch>
                  <a:fillRect/>
                </a:stretch>
              </p:blipFill>
              <p:spPr>
                <a:xfrm>
                  <a:off x="1728518" y="5905656"/>
                  <a:ext cx="38160" cy="115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4">
            <p14:nvContentPartPr>
              <p14:cNvPr id="28" name="Ink 27">
                <a:extLst>
                  <a:ext uri="{FF2B5EF4-FFF2-40B4-BE49-F238E27FC236}">
                    <a16:creationId xmlns:a16="http://schemas.microsoft.com/office/drawing/2014/main" id="{27D64A57-9884-BFC8-B799-E56ED7EC3EB9}"/>
                  </a:ext>
                </a:extLst>
              </p14:cNvPr>
              <p14:cNvContentPartPr/>
              <p14:nvPr/>
            </p14:nvContentPartPr>
            <p14:xfrm>
              <a:off x="2817518" y="1057536"/>
              <a:ext cx="97560" cy="387000"/>
            </p14:xfrm>
          </p:contentPart>
        </mc:Choice>
        <mc:Fallback xmlns="">
          <p:pic>
            <p:nvPicPr>
              <p:cNvPr id="28" name="Ink 27">
                <a:extLst>
                  <a:ext uri="{FF2B5EF4-FFF2-40B4-BE49-F238E27FC236}">
                    <a16:creationId xmlns:a16="http://schemas.microsoft.com/office/drawing/2014/main" id="{27D64A57-9884-BFC8-B799-E56ED7EC3EB9}"/>
                  </a:ext>
                </a:extLst>
              </p:cNvPr>
              <p:cNvPicPr/>
              <p:nvPr/>
            </p:nvPicPr>
            <p:blipFill>
              <a:blip r:embed="rId35"/>
              <a:stretch>
                <a:fillRect/>
              </a:stretch>
            </p:blipFill>
            <p:spPr>
              <a:xfrm>
                <a:off x="2811398" y="1051416"/>
                <a:ext cx="109800" cy="399240"/>
              </a:xfrm>
              <a:prstGeom prst="rect">
                <a:avLst/>
              </a:prstGeom>
            </p:spPr>
          </p:pic>
        </mc:Fallback>
      </mc:AlternateContent>
      <p:grpSp>
        <p:nvGrpSpPr>
          <p:cNvPr id="31" name="Group 30">
            <a:extLst>
              <a:ext uri="{FF2B5EF4-FFF2-40B4-BE49-F238E27FC236}">
                <a16:creationId xmlns:a16="http://schemas.microsoft.com/office/drawing/2014/main" id="{776C1DC8-C2C0-C098-9338-FB65519762B1}"/>
              </a:ext>
            </a:extLst>
          </p:cNvPr>
          <p:cNvGrpSpPr/>
          <p:nvPr/>
        </p:nvGrpSpPr>
        <p:grpSpPr>
          <a:xfrm>
            <a:off x="2376518" y="1060416"/>
            <a:ext cx="231120" cy="412920"/>
            <a:chOff x="2376518" y="1060416"/>
            <a:chExt cx="231120" cy="412920"/>
          </a:xfrm>
        </p:grpSpPr>
        <mc:AlternateContent xmlns:mc="http://schemas.openxmlformats.org/markup-compatibility/2006" xmlns:p14="http://schemas.microsoft.com/office/powerpoint/2010/main">
          <mc:Choice Requires="p14">
            <p:contentPart p14:bwMode="auto" r:id="rId36">
              <p14:nvContentPartPr>
                <p14:cNvPr id="29" name="Ink 28">
                  <a:extLst>
                    <a:ext uri="{FF2B5EF4-FFF2-40B4-BE49-F238E27FC236}">
                      <a16:creationId xmlns:a16="http://schemas.microsoft.com/office/drawing/2014/main" id="{F1BD79ED-1210-F529-E436-1EF595D43AF5}"/>
                    </a:ext>
                  </a:extLst>
                </p14:cNvPr>
                <p14:cNvContentPartPr/>
                <p14:nvPr/>
              </p14:nvContentPartPr>
              <p14:xfrm>
                <a:off x="2489198" y="1060416"/>
                <a:ext cx="11160" cy="132120"/>
              </p14:xfrm>
            </p:contentPart>
          </mc:Choice>
          <mc:Fallback xmlns="">
            <p:pic>
              <p:nvPicPr>
                <p:cNvPr id="29" name="Ink 28">
                  <a:extLst>
                    <a:ext uri="{FF2B5EF4-FFF2-40B4-BE49-F238E27FC236}">
                      <a16:creationId xmlns:a16="http://schemas.microsoft.com/office/drawing/2014/main" id="{F1BD79ED-1210-F529-E436-1EF595D43AF5}"/>
                    </a:ext>
                  </a:extLst>
                </p:cNvPr>
                <p:cNvPicPr/>
                <p:nvPr/>
              </p:nvPicPr>
              <p:blipFill>
                <a:blip r:embed="rId37"/>
                <a:stretch>
                  <a:fillRect/>
                </a:stretch>
              </p:blipFill>
              <p:spPr>
                <a:xfrm>
                  <a:off x="2483078" y="1054296"/>
                  <a:ext cx="2340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0" name="Ink 29">
                  <a:extLst>
                    <a:ext uri="{FF2B5EF4-FFF2-40B4-BE49-F238E27FC236}">
                      <a16:creationId xmlns:a16="http://schemas.microsoft.com/office/drawing/2014/main" id="{FB4D7024-5F7C-8CDA-1945-883C1755A729}"/>
                    </a:ext>
                  </a:extLst>
                </p14:cNvPr>
                <p14:cNvContentPartPr/>
                <p14:nvPr/>
              </p14:nvContentPartPr>
              <p14:xfrm>
                <a:off x="2376518" y="1170576"/>
                <a:ext cx="231120" cy="302760"/>
              </p14:xfrm>
            </p:contentPart>
          </mc:Choice>
          <mc:Fallback xmlns="">
            <p:pic>
              <p:nvPicPr>
                <p:cNvPr id="30" name="Ink 29">
                  <a:extLst>
                    <a:ext uri="{FF2B5EF4-FFF2-40B4-BE49-F238E27FC236}">
                      <a16:creationId xmlns:a16="http://schemas.microsoft.com/office/drawing/2014/main" id="{FB4D7024-5F7C-8CDA-1945-883C1755A729}"/>
                    </a:ext>
                  </a:extLst>
                </p:cNvPr>
                <p:cNvPicPr/>
                <p:nvPr/>
              </p:nvPicPr>
              <p:blipFill>
                <a:blip r:embed="rId39"/>
                <a:stretch>
                  <a:fillRect/>
                </a:stretch>
              </p:blipFill>
              <p:spPr>
                <a:xfrm>
                  <a:off x="2370398" y="1164456"/>
                  <a:ext cx="243360" cy="315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
            <p14:nvContentPartPr>
              <p14:cNvPr id="32" name="Ink 31">
                <a:extLst>
                  <a:ext uri="{FF2B5EF4-FFF2-40B4-BE49-F238E27FC236}">
                    <a16:creationId xmlns:a16="http://schemas.microsoft.com/office/drawing/2014/main" id="{73615AD3-9B90-13E7-58D1-C113FC5E22A6}"/>
                  </a:ext>
                </a:extLst>
              </p14:cNvPr>
              <p14:cNvContentPartPr/>
              <p14:nvPr/>
            </p14:nvContentPartPr>
            <p14:xfrm>
              <a:off x="6522278" y="557136"/>
              <a:ext cx="3124440" cy="1132560"/>
            </p14:xfrm>
          </p:contentPart>
        </mc:Choice>
        <mc:Fallback xmlns="">
          <p:pic>
            <p:nvPicPr>
              <p:cNvPr id="32" name="Ink 31">
                <a:extLst>
                  <a:ext uri="{FF2B5EF4-FFF2-40B4-BE49-F238E27FC236}">
                    <a16:creationId xmlns:a16="http://schemas.microsoft.com/office/drawing/2014/main" id="{73615AD3-9B90-13E7-58D1-C113FC5E22A6}"/>
                  </a:ext>
                </a:extLst>
              </p:cNvPr>
              <p:cNvPicPr/>
              <p:nvPr/>
            </p:nvPicPr>
            <p:blipFill>
              <a:blip r:embed="rId41"/>
              <a:stretch>
                <a:fillRect/>
              </a:stretch>
            </p:blipFill>
            <p:spPr>
              <a:xfrm>
                <a:off x="6516158" y="551016"/>
                <a:ext cx="3136680" cy="1144800"/>
              </a:xfrm>
              <a:prstGeom prst="rect">
                <a:avLst/>
              </a:prstGeom>
            </p:spPr>
          </p:pic>
        </mc:Fallback>
      </mc:AlternateContent>
      <p:grpSp>
        <p:nvGrpSpPr>
          <p:cNvPr id="39" name="Group 38">
            <a:extLst>
              <a:ext uri="{FF2B5EF4-FFF2-40B4-BE49-F238E27FC236}">
                <a16:creationId xmlns:a16="http://schemas.microsoft.com/office/drawing/2014/main" id="{2A17AA09-1D63-E127-F7B4-A02BF4D96C1C}"/>
              </a:ext>
            </a:extLst>
          </p:cNvPr>
          <p:cNvGrpSpPr/>
          <p:nvPr/>
        </p:nvGrpSpPr>
        <p:grpSpPr>
          <a:xfrm>
            <a:off x="9500198" y="1208736"/>
            <a:ext cx="550080" cy="331920"/>
            <a:chOff x="9500198" y="1208736"/>
            <a:chExt cx="550080" cy="331920"/>
          </a:xfrm>
        </p:grpSpPr>
        <mc:AlternateContent xmlns:mc="http://schemas.openxmlformats.org/markup-compatibility/2006" xmlns:p14="http://schemas.microsoft.com/office/powerpoint/2010/main">
          <mc:Choice Requires="p14">
            <p:contentPart p14:bwMode="auto" r:id="rId42">
              <p14:nvContentPartPr>
                <p14:cNvPr id="33" name="Ink 32">
                  <a:extLst>
                    <a:ext uri="{FF2B5EF4-FFF2-40B4-BE49-F238E27FC236}">
                      <a16:creationId xmlns:a16="http://schemas.microsoft.com/office/drawing/2014/main" id="{F5D30469-D497-CA2F-C0A9-6BFC405134C3}"/>
                    </a:ext>
                  </a:extLst>
                </p14:cNvPr>
                <p14:cNvContentPartPr/>
                <p14:nvPr/>
              </p14:nvContentPartPr>
              <p14:xfrm>
                <a:off x="9500198" y="1309536"/>
                <a:ext cx="126720" cy="117000"/>
              </p14:xfrm>
            </p:contentPart>
          </mc:Choice>
          <mc:Fallback xmlns="">
            <p:pic>
              <p:nvPicPr>
                <p:cNvPr id="33" name="Ink 32">
                  <a:extLst>
                    <a:ext uri="{FF2B5EF4-FFF2-40B4-BE49-F238E27FC236}">
                      <a16:creationId xmlns:a16="http://schemas.microsoft.com/office/drawing/2014/main" id="{F5D30469-D497-CA2F-C0A9-6BFC405134C3}"/>
                    </a:ext>
                  </a:extLst>
                </p:cNvPr>
                <p:cNvPicPr/>
                <p:nvPr/>
              </p:nvPicPr>
              <p:blipFill>
                <a:blip r:embed="rId43"/>
                <a:stretch>
                  <a:fillRect/>
                </a:stretch>
              </p:blipFill>
              <p:spPr>
                <a:xfrm>
                  <a:off x="9494078" y="1303416"/>
                  <a:ext cx="13896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4" name="Ink 33">
                  <a:extLst>
                    <a:ext uri="{FF2B5EF4-FFF2-40B4-BE49-F238E27FC236}">
                      <a16:creationId xmlns:a16="http://schemas.microsoft.com/office/drawing/2014/main" id="{6C81D336-27EE-CABF-BB7D-68CC1E1B178E}"/>
                    </a:ext>
                  </a:extLst>
                </p14:cNvPr>
                <p14:cNvContentPartPr/>
                <p14:nvPr/>
              </p14:nvContentPartPr>
              <p14:xfrm>
                <a:off x="9527558" y="1326456"/>
                <a:ext cx="374760" cy="126720"/>
              </p14:xfrm>
            </p:contentPart>
          </mc:Choice>
          <mc:Fallback xmlns="">
            <p:pic>
              <p:nvPicPr>
                <p:cNvPr id="34" name="Ink 33">
                  <a:extLst>
                    <a:ext uri="{FF2B5EF4-FFF2-40B4-BE49-F238E27FC236}">
                      <a16:creationId xmlns:a16="http://schemas.microsoft.com/office/drawing/2014/main" id="{6C81D336-27EE-CABF-BB7D-68CC1E1B178E}"/>
                    </a:ext>
                  </a:extLst>
                </p:cNvPr>
                <p:cNvPicPr/>
                <p:nvPr/>
              </p:nvPicPr>
              <p:blipFill>
                <a:blip r:embed="rId45"/>
                <a:stretch>
                  <a:fillRect/>
                </a:stretch>
              </p:blipFill>
              <p:spPr>
                <a:xfrm>
                  <a:off x="9521438" y="1320336"/>
                  <a:ext cx="38700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5" name="Ink 34">
                  <a:extLst>
                    <a:ext uri="{FF2B5EF4-FFF2-40B4-BE49-F238E27FC236}">
                      <a16:creationId xmlns:a16="http://schemas.microsoft.com/office/drawing/2014/main" id="{043E437C-C8EA-8E17-9980-6CABF2C934E4}"/>
                    </a:ext>
                  </a:extLst>
                </p14:cNvPr>
                <p14:cNvContentPartPr/>
                <p14:nvPr/>
              </p14:nvContentPartPr>
              <p14:xfrm>
                <a:off x="9932558" y="1374336"/>
                <a:ext cx="117720" cy="166320"/>
              </p14:xfrm>
            </p:contentPart>
          </mc:Choice>
          <mc:Fallback xmlns="">
            <p:pic>
              <p:nvPicPr>
                <p:cNvPr id="35" name="Ink 34">
                  <a:extLst>
                    <a:ext uri="{FF2B5EF4-FFF2-40B4-BE49-F238E27FC236}">
                      <a16:creationId xmlns:a16="http://schemas.microsoft.com/office/drawing/2014/main" id="{043E437C-C8EA-8E17-9980-6CABF2C934E4}"/>
                    </a:ext>
                  </a:extLst>
                </p:cNvPr>
                <p:cNvPicPr/>
                <p:nvPr/>
              </p:nvPicPr>
              <p:blipFill>
                <a:blip r:embed="rId47"/>
                <a:stretch>
                  <a:fillRect/>
                </a:stretch>
              </p:blipFill>
              <p:spPr>
                <a:xfrm>
                  <a:off x="9926438" y="1368216"/>
                  <a:ext cx="12996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6" name="Ink 35">
                  <a:extLst>
                    <a:ext uri="{FF2B5EF4-FFF2-40B4-BE49-F238E27FC236}">
                      <a16:creationId xmlns:a16="http://schemas.microsoft.com/office/drawing/2014/main" id="{FD207E25-7498-9ECD-0C26-F7E84BD2E691}"/>
                    </a:ext>
                  </a:extLst>
                </p14:cNvPr>
                <p14:cNvContentPartPr/>
                <p14:nvPr/>
              </p14:nvContentPartPr>
              <p14:xfrm>
                <a:off x="9787118" y="1208736"/>
                <a:ext cx="360" cy="360"/>
              </p14:xfrm>
            </p:contentPart>
          </mc:Choice>
          <mc:Fallback xmlns="">
            <p:pic>
              <p:nvPicPr>
                <p:cNvPr id="36" name="Ink 35">
                  <a:extLst>
                    <a:ext uri="{FF2B5EF4-FFF2-40B4-BE49-F238E27FC236}">
                      <a16:creationId xmlns:a16="http://schemas.microsoft.com/office/drawing/2014/main" id="{FD207E25-7498-9ECD-0C26-F7E84BD2E691}"/>
                    </a:ext>
                  </a:extLst>
                </p:cNvPr>
                <p:cNvPicPr/>
                <p:nvPr/>
              </p:nvPicPr>
              <p:blipFill>
                <a:blip r:embed="rId49"/>
                <a:stretch>
                  <a:fillRect/>
                </a:stretch>
              </p:blipFill>
              <p:spPr>
                <a:xfrm>
                  <a:off x="9780998" y="12026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7" name="Ink 36">
                  <a:extLst>
                    <a:ext uri="{FF2B5EF4-FFF2-40B4-BE49-F238E27FC236}">
                      <a16:creationId xmlns:a16="http://schemas.microsoft.com/office/drawing/2014/main" id="{D9CA21DE-5956-2701-1E16-BDE3BBDBB7C2}"/>
                    </a:ext>
                  </a:extLst>
                </p14:cNvPr>
                <p14:cNvContentPartPr/>
                <p14:nvPr/>
              </p14:nvContentPartPr>
              <p14:xfrm>
                <a:off x="9556718" y="1234656"/>
                <a:ext cx="156600" cy="98640"/>
              </p14:xfrm>
            </p:contentPart>
          </mc:Choice>
          <mc:Fallback xmlns="">
            <p:pic>
              <p:nvPicPr>
                <p:cNvPr id="37" name="Ink 36">
                  <a:extLst>
                    <a:ext uri="{FF2B5EF4-FFF2-40B4-BE49-F238E27FC236}">
                      <a16:creationId xmlns:a16="http://schemas.microsoft.com/office/drawing/2014/main" id="{D9CA21DE-5956-2701-1E16-BDE3BBDBB7C2}"/>
                    </a:ext>
                  </a:extLst>
                </p:cNvPr>
                <p:cNvPicPr/>
                <p:nvPr/>
              </p:nvPicPr>
              <p:blipFill>
                <a:blip r:embed="rId51"/>
                <a:stretch>
                  <a:fillRect/>
                </a:stretch>
              </p:blipFill>
              <p:spPr>
                <a:xfrm>
                  <a:off x="9550598" y="1228536"/>
                  <a:ext cx="16884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8" name="Ink 37">
                  <a:extLst>
                    <a:ext uri="{FF2B5EF4-FFF2-40B4-BE49-F238E27FC236}">
                      <a16:creationId xmlns:a16="http://schemas.microsoft.com/office/drawing/2014/main" id="{077AD7D2-74E7-6DDD-315C-46D23F22657F}"/>
                    </a:ext>
                  </a:extLst>
                </p14:cNvPr>
                <p14:cNvContentPartPr/>
                <p14:nvPr/>
              </p14:nvContentPartPr>
              <p14:xfrm>
                <a:off x="9802238" y="1217016"/>
                <a:ext cx="114480" cy="10440"/>
              </p14:xfrm>
            </p:contentPart>
          </mc:Choice>
          <mc:Fallback xmlns="">
            <p:pic>
              <p:nvPicPr>
                <p:cNvPr id="38" name="Ink 37">
                  <a:extLst>
                    <a:ext uri="{FF2B5EF4-FFF2-40B4-BE49-F238E27FC236}">
                      <a16:creationId xmlns:a16="http://schemas.microsoft.com/office/drawing/2014/main" id="{077AD7D2-74E7-6DDD-315C-46D23F22657F}"/>
                    </a:ext>
                  </a:extLst>
                </p:cNvPr>
                <p:cNvPicPr/>
                <p:nvPr/>
              </p:nvPicPr>
              <p:blipFill>
                <a:blip r:embed="rId53"/>
                <a:stretch>
                  <a:fillRect/>
                </a:stretch>
              </p:blipFill>
              <p:spPr>
                <a:xfrm>
                  <a:off x="9796118" y="1210896"/>
                  <a:ext cx="126720" cy="22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4">
            <p14:nvContentPartPr>
              <p14:cNvPr id="13312" name="Ink 13311">
                <a:extLst>
                  <a:ext uri="{FF2B5EF4-FFF2-40B4-BE49-F238E27FC236}">
                    <a16:creationId xmlns:a16="http://schemas.microsoft.com/office/drawing/2014/main" id="{A23F405C-AC82-1C2C-AC54-EE6AAE5D73B7}"/>
                  </a:ext>
                </a:extLst>
              </p14:cNvPr>
              <p14:cNvContentPartPr/>
              <p14:nvPr/>
            </p14:nvContentPartPr>
            <p14:xfrm>
              <a:off x="4315478" y="4949496"/>
              <a:ext cx="1456200" cy="813960"/>
            </p14:xfrm>
          </p:contentPart>
        </mc:Choice>
        <mc:Fallback xmlns="">
          <p:pic>
            <p:nvPicPr>
              <p:cNvPr id="13312" name="Ink 13311">
                <a:extLst>
                  <a:ext uri="{FF2B5EF4-FFF2-40B4-BE49-F238E27FC236}">
                    <a16:creationId xmlns:a16="http://schemas.microsoft.com/office/drawing/2014/main" id="{A23F405C-AC82-1C2C-AC54-EE6AAE5D73B7}"/>
                  </a:ext>
                </a:extLst>
              </p:cNvPr>
              <p:cNvPicPr/>
              <p:nvPr/>
            </p:nvPicPr>
            <p:blipFill>
              <a:blip r:embed="rId55"/>
              <a:stretch>
                <a:fillRect/>
              </a:stretch>
            </p:blipFill>
            <p:spPr>
              <a:xfrm>
                <a:off x="4309358" y="4943376"/>
                <a:ext cx="1468440" cy="8262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3315" name="Ink 13314">
                <a:extLst>
                  <a:ext uri="{FF2B5EF4-FFF2-40B4-BE49-F238E27FC236}">
                    <a16:creationId xmlns:a16="http://schemas.microsoft.com/office/drawing/2014/main" id="{97801F53-7BF6-6DA3-0372-E7071180ACE0}"/>
                  </a:ext>
                </a:extLst>
              </p14:cNvPr>
              <p14:cNvContentPartPr/>
              <p14:nvPr/>
            </p14:nvContentPartPr>
            <p14:xfrm>
              <a:off x="5760158" y="5082696"/>
              <a:ext cx="4680" cy="10800"/>
            </p14:xfrm>
          </p:contentPart>
        </mc:Choice>
        <mc:Fallback xmlns="">
          <p:pic>
            <p:nvPicPr>
              <p:cNvPr id="13315" name="Ink 13314">
                <a:extLst>
                  <a:ext uri="{FF2B5EF4-FFF2-40B4-BE49-F238E27FC236}">
                    <a16:creationId xmlns:a16="http://schemas.microsoft.com/office/drawing/2014/main" id="{97801F53-7BF6-6DA3-0372-E7071180ACE0}"/>
                  </a:ext>
                </a:extLst>
              </p:cNvPr>
              <p:cNvPicPr/>
              <p:nvPr/>
            </p:nvPicPr>
            <p:blipFill>
              <a:blip r:embed="rId57"/>
              <a:stretch>
                <a:fillRect/>
              </a:stretch>
            </p:blipFill>
            <p:spPr>
              <a:xfrm>
                <a:off x="5754038" y="5076576"/>
                <a:ext cx="1692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3342" name="Ink 13341">
                <a:extLst>
                  <a:ext uri="{FF2B5EF4-FFF2-40B4-BE49-F238E27FC236}">
                    <a16:creationId xmlns:a16="http://schemas.microsoft.com/office/drawing/2014/main" id="{CA073073-78FA-907C-0A7D-BBDE5A65AF3F}"/>
                  </a:ext>
                </a:extLst>
              </p14:cNvPr>
              <p14:cNvContentPartPr/>
              <p14:nvPr/>
            </p14:nvContentPartPr>
            <p14:xfrm>
              <a:off x="5488718" y="5049216"/>
              <a:ext cx="67680" cy="78480"/>
            </p14:xfrm>
          </p:contentPart>
        </mc:Choice>
        <mc:Fallback xmlns="">
          <p:pic>
            <p:nvPicPr>
              <p:cNvPr id="13342" name="Ink 13341">
                <a:extLst>
                  <a:ext uri="{FF2B5EF4-FFF2-40B4-BE49-F238E27FC236}">
                    <a16:creationId xmlns:a16="http://schemas.microsoft.com/office/drawing/2014/main" id="{CA073073-78FA-907C-0A7D-BBDE5A65AF3F}"/>
                  </a:ext>
                </a:extLst>
              </p:cNvPr>
              <p:cNvPicPr/>
              <p:nvPr/>
            </p:nvPicPr>
            <p:blipFill>
              <a:blip r:embed="rId59"/>
              <a:stretch>
                <a:fillRect/>
              </a:stretch>
            </p:blipFill>
            <p:spPr>
              <a:xfrm>
                <a:off x="5482598" y="5043096"/>
                <a:ext cx="79920" cy="90720"/>
              </a:xfrm>
              <a:prstGeom prst="rect">
                <a:avLst/>
              </a:prstGeom>
            </p:spPr>
          </p:pic>
        </mc:Fallback>
      </mc:AlternateContent>
      <p:grpSp>
        <p:nvGrpSpPr>
          <p:cNvPr id="13347" name="Group 13346">
            <a:extLst>
              <a:ext uri="{FF2B5EF4-FFF2-40B4-BE49-F238E27FC236}">
                <a16:creationId xmlns:a16="http://schemas.microsoft.com/office/drawing/2014/main" id="{53A1E92B-3279-A119-D924-257E841F978E}"/>
              </a:ext>
            </a:extLst>
          </p:cNvPr>
          <p:cNvGrpSpPr/>
          <p:nvPr/>
        </p:nvGrpSpPr>
        <p:grpSpPr>
          <a:xfrm>
            <a:off x="4221158" y="4682016"/>
            <a:ext cx="2039040" cy="1252440"/>
            <a:chOff x="4221158" y="4682016"/>
            <a:chExt cx="2039040" cy="1252440"/>
          </a:xfrm>
        </p:grpSpPr>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5F176748-D088-49BF-28CB-7537F0A292F3}"/>
                    </a:ext>
                  </a:extLst>
                </p14:cNvPr>
                <p14:cNvContentPartPr/>
                <p14:nvPr/>
              </p14:nvContentPartPr>
              <p14:xfrm>
                <a:off x="5017838" y="4682016"/>
                <a:ext cx="106560" cy="1252440"/>
              </p14:xfrm>
            </p:contentPart>
          </mc:Choice>
          <mc:Fallback xmlns="">
            <p:pic>
              <p:nvPicPr>
                <p:cNvPr id="40" name="Ink 39">
                  <a:extLst>
                    <a:ext uri="{FF2B5EF4-FFF2-40B4-BE49-F238E27FC236}">
                      <a16:creationId xmlns:a16="http://schemas.microsoft.com/office/drawing/2014/main" id="{5F176748-D088-49BF-28CB-7537F0A292F3}"/>
                    </a:ext>
                  </a:extLst>
                </p:cNvPr>
                <p:cNvPicPr/>
                <p:nvPr/>
              </p:nvPicPr>
              <p:blipFill>
                <a:blip r:embed="rId61"/>
                <a:stretch>
                  <a:fillRect/>
                </a:stretch>
              </p:blipFill>
              <p:spPr>
                <a:xfrm>
                  <a:off x="5011718" y="4675896"/>
                  <a:ext cx="118800" cy="12646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54965A0A-CA40-C403-C1D4-DDE53D838C1A}"/>
                    </a:ext>
                  </a:extLst>
                </p14:cNvPr>
                <p14:cNvContentPartPr/>
                <p14:nvPr/>
              </p14:nvContentPartPr>
              <p14:xfrm>
                <a:off x="4221158" y="5372496"/>
                <a:ext cx="1854000" cy="93600"/>
              </p14:xfrm>
            </p:contentPart>
          </mc:Choice>
          <mc:Fallback xmlns="">
            <p:pic>
              <p:nvPicPr>
                <p:cNvPr id="41" name="Ink 40">
                  <a:extLst>
                    <a:ext uri="{FF2B5EF4-FFF2-40B4-BE49-F238E27FC236}">
                      <a16:creationId xmlns:a16="http://schemas.microsoft.com/office/drawing/2014/main" id="{54965A0A-CA40-C403-C1D4-DDE53D838C1A}"/>
                    </a:ext>
                  </a:extLst>
                </p:cNvPr>
                <p:cNvPicPr/>
                <p:nvPr/>
              </p:nvPicPr>
              <p:blipFill>
                <a:blip r:embed="rId63"/>
                <a:stretch>
                  <a:fillRect/>
                </a:stretch>
              </p:blipFill>
              <p:spPr>
                <a:xfrm>
                  <a:off x="4215038" y="5366376"/>
                  <a:ext cx="186624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2" name="Ink 41">
                  <a:extLst>
                    <a:ext uri="{FF2B5EF4-FFF2-40B4-BE49-F238E27FC236}">
                      <a16:creationId xmlns:a16="http://schemas.microsoft.com/office/drawing/2014/main" id="{CE8FB41D-2C66-5242-A928-02A46AF8ECE5}"/>
                    </a:ext>
                  </a:extLst>
                </p14:cNvPr>
                <p14:cNvContentPartPr/>
                <p14:nvPr/>
              </p14:nvContentPartPr>
              <p14:xfrm>
                <a:off x="4425278" y="5290056"/>
                <a:ext cx="54000" cy="47520"/>
              </p14:xfrm>
            </p:contentPart>
          </mc:Choice>
          <mc:Fallback xmlns="">
            <p:pic>
              <p:nvPicPr>
                <p:cNvPr id="42" name="Ink 41">
                  <a:extLst>
                    <a:ext uri="{FF2B5EF4-FFF2-40B4-BE49-F238E27FC236}">
                      <a16:creationId xmlns:a16="http://schemas.microsoft.com/office/drawing/2014/main" id="{CE8FB41D-2C66-5242-A928-02A46AF8ECE5}"/>
                    </a:ext>
                  </a:extLst>
                </p:cNvPr>
                <p:cNvPicPr/>
                <p:nvPr/>
              </p:nvPicPr>
              <p:blipFill>
                <a:blip r:embed="rId65"/>
                <a:stretch>
                  <a:fillRect/>
                </a:stretch>
              </p:blipFill>
              <p:spPr>
                <a:xfrm>
                  <a:off x="4419158" y="5283936"/>
                  <a:ext cx="6624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3" name="Ink 42">
                  <a:extLst>
                    <a:ext uri="{FF2B5EF4-FFF2-40B4-BE49-F238E27FC236}">
                      <a16:creationId xmlns:a16="http://schemas.microsoft.com/office/drawing/2014/main" id="{E2E3B149-16FF-663D-25E0-57DE776F316C}"/>
                    </a:ext>
                  </a:extLst>
                </p14:cNvPr>
                <p14:cNvContentPartPr/>
                <p14:nvPr/>
              </p14:nvContentPartPr>
              <p14:xfrm>
                <a:off x="4646318" y="5237496"/>
                <a:ext cx="43560" cy="39960"/>
              </p14:xfrm>
            </p:contentPart>
          </mc:Choice>
          <mc:Fallback xmlns="">
            <p:pic>
              <p:nvPicPr>
                <p:cNvPr id="43" name="Ink 42">
                  <a:extLst>
                    <a:ext uri="{FF2B5EF4-FFF2-40B4-BE49-F238E27FC236}">
                      <a16:creationId xmlns:a16="http://schemas.microsoft.com/office/drawing/2014/main" id="{E2E3B149-16FF-663D-25E0-57DE776F316C}"/>
                    </a:ext>
                  </a:extLst>
                </p:cNvPr>
                <p:cNvPicPr/>
                <p:nvPr/>
              </p:nvPicPr>
              <p:blipFill>
                <a:blip r:embed="rId67"/>
                <a:stretch>
                  <a:fillRect/>
                </a:stretch>
              </p:blipFill>
              <p:spPr>
                <a:xfrm>
                  <a:off x="4640198" y="5231376"/>
                  <a:ext cx="5580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4" name="Ink 43">
                  <a:extLst>
                    <a:ext uri="{FF2B5EF4-FFF2-40B4-BE49-F238E27FC236}">
                      <a16:creationId xmlns:a16="http://schemas.microsoft.com/office/drawing/2014/main" id="{AA2785E3-6FC3-BD61-A552-821907A7E959}"/>
                    </a:ext>
                  </a:extLst>
                </p14:cNvPr>
                <p14:cNvContentPartPr/>
                <p14:nvPr/>
              </p14:nvContentPartPr>
              <p14:xfrm>
                <a:off x="4853678" y="5247216"/>
                <a:ext cx="41040" cy="37800"/>
              </p14:xfrm>
            </p:contentPart>
          </mc:Choice>
          <mc:Fallback xmlns="">
            <p:pic>
              <p:nvPicPr>
                <p:cNvPr id="44" name="Ink 43">
                  <a:extLst>
                    <a:ext uri="{FF2B5EF4-FFF2-40B4-BE49-F238E27FC236}">
                      <a16:creationId xmlns:a16="http://schemas.microsoft.com/office/drawing/2014/main" id="{AA2785E3-6FC3-BD61-A552-821907A7E959}"/>
                    </a:ext>
                  </a:extLst>
                </p:cNvPr>
                <p:cNvPicPr/>
                <p:nvPr/>
              </p:nvPicPr>
              <p:blipFill>
                <a:blip r:embed="rId69"/>
                <a:stretch>
                  <a:fillRect/>
                </a:stretch>
              </p:blipFill>
              <p:spPr>
                <a:xfrm>
                  <a:off x="4847558" y="5241096"/>
                  <a:ext cx="5328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5" name="Ink 44">
                  <a:extLst>
                    <a:ext uri="{FF2B5EF4-FFF2-40B4-BE49-F238E27FC236}">
                      <a16:creationId xmlns:a16="http://schemas.microsoft.com/office/drawing/2014/main" id="{D9AC27A0-7B9F-2CC4-43A2-BC66BB0C1B43}"/>
                    </a:ext>
                  </a:extLst>
                </p14:cNvPr>
                <p14:cNvContentPartPr/>
                <p14:nvPr/>
              </p14:nvContentPartPr>
              <p14:xfrm>
                <a:off x="5187758" y="4998096"/>
                <a:ext cx="42480" cy="51120"/>
              </p14:xfrm>
            </p:contentPart>
          </mc:Choice>
          <mc:Fallback xmlns="">
            <p:pic>
              <p:nvPicPr>
                <p:cNvPr id="45" name="Ink 44">
                  <a:extLst>
                    <a:ext uri="{FF2B5EF4-FFF2-40B4-BE49-F238E27FC236}">
                      <a16:creationId xmlns:a16="http://schemas.microsoft.com/office/drawing/2014/main" id="{D9AC27A0-7B9F-2CC4-43A2-BC66BB0C1B43}"/>
                    </a:ext>
                  </a:extLst>
                </p:cNvPr>
                <p:cNvPicPr/>
                <p:nvPr/>
              </p:nvPicPr>
              <p:blipFill>
                <a:blip r:embed="rId71"/>
                <a:stretch>
                  <a:fillRect/>
                </a:stretch>
              </p:blipFill>
              <p:spPr>
                <a:xfrm>
                  <a:off x="5181638" y="4991976"/>
                  <a:ext cx="5472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6" name="Ink 45">
                  <a:extLst>
                    <a:ext uri="{FF2B5EF4-FFF2-40B4-BE49-F238E27FC236}">
                      <a16:creationId xmlns:a16="http://schemas.microsoft.com/office/drawing/2014/main" id="{3CD45992-1925-C157-F83C-B17F74E56F7F}"/>
                    </a:ext>
                  </a:extLst>
                </p14:cNvPr>
                <p14:cNvContentPartPr/>
                <p14:nvPr/>
              </p14:nvContentPartPr>
              <p14:xfrm>
                <a:off x="5319518" y="5201136"/>
                <a:ext cx="41040" cy="45720"/>
              </p14:xfrm>
            </p:contentPart>
          </mc:Choice>
          <mc:Fallback xmlns="">
            <p:pic>
              <p:nvPicPr>
                <p:cNvPr id="46" name="Ink 45">
                  <a:extLst>
                    <a:ext uri="{FF2B5EF4-FFF2-40B4-BE49-F238E27FC236}">
                      <a16:creationId xmlns:a16="http://schemas.microsoft.com/office/drawing/2014/main" id="{3CD45992-1925-C157-F83C-B17F74E56F7F}"/>
                    </a:ext>
                  </a:extLst>
                </p:cNvPr>
                <p:cNvPicPr/>
                <p:nvPr/>
              </p:nvPicPr>
              <p:blipFill>
                <a:blip r:embed="rId73"/>
                <a:stretch>
                  <a:fillRect/>
                </a:stretch>
              </p:blipFill>
              <p:spPr>
                <a:xfrm>
                  <a:off x="5313398" y="5195016"/>
                  <a:ext cx="5328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7" name="Ink 46">
                  <a:extLst>
                    <a:ext uri="{FF2B5EF4-FFF2-40B4-BE49-F238E27FC236}">
                      <a16:creationId xmlns:a16="http://schemas.microsoft.com/office/drawing/2014/main" id="{B6101381-0C71-82D2-6A9B-A401E57AAECE}"/>
                    </a:ext>
                  </a:extLst>
                </p14:cNvPr>
                <p14:cNvContentPartPr/>
                <p14:nvPr/>
              </p14:nvContentPartPr>
              <p14:xfrm>
                <a:off x="5372798" y="5529096"/>
                <a:ext cx="39240" cy="55440"/>
              </p14:xfrm>
            </p:contentPart>
          </mc:Choice>
          <mc:Fallback xmlns="">
            <p:pic>
              <p:nvPicPr>
                <p:cNvPr id="47" name="Ink 46">
                  <a:extLst>
                    <a:ext uri="{FF2B5EF4-FFF2-40B4-BE49-F238E27FC236}">
                      <a16:creationId xmlns:a16="http://schemas.microsoft.com/office/drawing/2014/main" id="{B6101381-0C71-82D2-6A9B-A401E57AAECE}"/>
                    </a:ext>
                  </a:extLst>
                </p:cNvPr>
                <p:cNvPicPr/>
                <p:nvPr/>
              </p:nvPicPr>
              <p:blipFill>
                <a:blip r:embed="rId75"/>
                <a:stretch>
                  <a:fillRect/>
                </a:stretch>
              </p:blipFill>
              <p:spPr>
                <a:xfrm>
                  <a:off x="5366678" y="5522976"/>
                  <a:ext cx="5148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9" name="Ink 48">
                  <a:extLst>
                    <a:ext uri="{FF2B5EF4-FFF2-40B4-BE49-F238E27FC236}">
                      <a16:creationId xmlns:a16="http://schemas.microsoft.com/office/drawing/2014/main" id="{186E4E42-A911-DC85-EB09-85432C975245}"/>
                    </a:ext>
                  </a:extLst>
                </p14:cNvPr>
                <p14:cNvContentPartPr/>
                <p14:nvPr/>
              </p14:nvContentPartPr>
              <p14:xfrm>
                <a:off x="5134478" y="5763816"/>
                <a:ext cx="28080" cy="83520"/>
              </p14:xfrm>
            </p:contentPart>
          </mc:Choice>
          <mc:Fallback xmlns="">
            <p:pic>
              <p:nvPicPr>
                <p:cNvPr id="49" name="Ink 48">
                  <a:extLst>
                    <a:ext uri="{FF2B5EF4-FFF2-40B4-BE49-F238E27FC236}">
                      <a16:creationId xmlns:a16="http://schemas.microsoft.com/office/drawing/2014/main" id="{186E4E42-A911-DC85-EB09-85432C975245}"/>
                    </a:ext>
                  </a:extLst>
                </p:cNvPr>
                <p:cNvPicPr/>
                <p:nvPr/>
              </p:nvPicPr>
              <p:blipFill>
                <a:blip r:embed="rId77"/>
                <a:stretch>
                  <a:fillRect/>
                </a:stretch>
              </p:blipFill>
              <p:spPr>
                <a:xfrm>
                  <a:off x="5128358" y="5757696"/>
                  <a:ext cx="4032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0" name="Ink 49">
                  <a:extLst>
                    <a:ext uri="{FF2B5EF4-FFF2-40B4-BE49-F238E27FC236}">
                      <a16:creationId xmlns:a16="http://schemas.microsoft.com/office/drawing/2014/main" id="{1A7C585F-33A0-7AFD-D52E-16B2337B86AF}"/>
                    </a:ext>
                  </a:extLst>
                </p14:cNvPr>
                <p14:cNvContentPartPr/>
                <p14:nvPr/>
              </p14:nvContentPartPr>
              <p14:xfrm>
                <a:off x="5167238" y="5598216"/>
                <a:ext cx="21960" cy="47520"/>
              </p14:xfrm>
            </p:contentPart>
          </mc:Choice>
          <mc:Fallback xmlns="">
            <p:pic>
              <p:nvPicPr>
                <p:cNvPr id="50" name="Ink 49">
                  <a:extLst>
                    <a:ext uri="{FF2B5EF4-FFF2-40B4-BE49-F238E27FC236}">
                      <a16:creationId xmlns:a16="http://schemas.microsoft.com/office/drawing/2014/main" id="{1A7C585F-33A0-7AFD-D52E-16B2337B86AF}"/>
                    </a:ext>
                  </a:extLst>
                </p:cNvPr>
                <p:cNvPicPr/>
                <p:nvPr/>
              </p:nvPicPr>
              <p:blipFill>
                <a:blip r:embed="rId79"/>
                <a:stretch>
                  <a:fillRect/>
                </a:stretch>
              </p:blipFill>
              <p:spPr>
                <a:xfrm>
                  <a:off x="5161118" y="5592096"/>
                  <a:ext cx="3420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8" name="Ink 47">
                  <a:extLst>
                    <a:ext uri="{FF2B5EF4-FFF2-40B4-BE49-F238E27FC236}">
                      <a16:creationId xmlns:a16="http://schemas.microsoft.com/office/drawing/2014/main" id="{00D0A2EF-A03D-2D89-6895-B69FEEA446DB}"/>
                    </a:ext>
                  </a:extLst>
                </p14:cNvPr>
                <p14:cNvContentPartPr/>
                <p14:nvPr/>
              </p14:nvContentPartPr>
              <p14:xfrm>
                <a:off x="4807958" y="5710176"/>
                <a:ext cx="41760" cy="45720"/>
              </p14:xfrm>
            </p:contentPart>
          </mc:Choice>
          <mc:Fallback xmlns="">
            <p:pic>
              <p:nvPicPr>
                <p:cNvPr id="48" name="Ink 47">
                  <a:extLst>
                    <a:ext uri="{FF2B5EF4-FFF2-40B4-BE49-F238E27FC236}">
                      <a16:creationId xmlns:a16="http://schemas.microsoft.com/office/drawing/2014/main" id="{00D0A2EF-A03D-2D89-6895-B69FEEA446DB}"/>
                    </a:ext>
                  </a:extLst>
                </p:cNvPr>
                <p:cNvPicPr/>
                <p:nvPr/>
              </p:nvPicPr>
              <p:blipFill>
                <a:blip r:embed="rId81"/>
                <a:stretch>
                  <a:fillRect/>
                </a:stretch>
              </p:blipFill>
              <p:spPr>
                <a:xfrm>
                  <a:off x="4801838" y="5704056"/>
                  <a:ext cx="5400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1" name="Ink 50">
                  <a:extLst>
                    <a:ext uri="{FF2B5EF4-FFF2-40B4-BE49-F238E27FC236}">
                      <a16:creationId xmlns:a16="http://schemas.microsoft.com/office/drawing/2014/main" id="{FC049A93-A5BF-0FAF-B5F2-BE4385FE59F1}"/>
                    </a:ext>
                  </a:extLst>
                </p14:cNvPr>
                <p14:cNvContentPartPr/>
                <p14:nvPr/>
              </p14:nvContentPartPr>
              <p14:xfrm>
                <a:off x="4639478" y="5644296"/>
                <a:ext cx="90360" cy="63720"/>
              </p14:xfrm>
            </p:contentPart>
          </mc:Choice>
          <mc:Fallback xmlns="">
            <p:pic>
              <p:nvPicPr>
                <p:cNvPr id="51" name="Ink 50">
                  <a:extLst>
                    <a:ext uri="{FF2B5EF4-FFF2-40B4-BE49-F238E27FC236}">
                      <a16:creationId xmlns:a16="http://schemas.microsoft.com/office/drawing/2014/main" id="{FC049A93-A5BF-0FAF-B5F2-BE4385FE59F1}"/>
                    </a:ext>
                  </a:extLst>
                </p:cNvPr>
                <p:cNvPicPr/>
                <p:nvPr/>
              </p:nvPicPr>
              <p:blipFill>
                <a:blip r:embed="rId83"/>
                <a:stretch>
                  <a:fillRect/>
                </a:stretch>
              </p:blipFill>
              <p:spPr>
                <a:xfrm>
                  <a:off x="4633358" y="5638176"/>
                  <a:ext cx="10260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2" name="Ink 51">
                  <a:extLst>
                    <a:ext uri="{FF2B5EF4-FFF2-40B4-BE49-F238E27FC236}">
                      <a16:creationId xmlns:a16="http://schemas.microsoft.com/office/drawing/2014/main" id="{61FF8549-FD26-16C6-2211-E648707BEB4B}"/>
                    </a:ext>
                  </a:extLst>
                </p14:cNvPr>
                <p14:cNvContentPartPr/>
                <p14:nvPr/>
              </p14:nvContentPartPr>
              <p14:xfrm>
                <a:off x="4390718" y="5559696"/>
                <a:ext cx="60480" cy="44280"/>
              </p14:xfrm>
            </p:contentPart>
          </mc:Choice>
          <mc:Fallback xmlns="">
            <p:pic>
              <p:nvPicPr>
                <p:cNvPr id="52" name="Ink 51">
                  <a:extLst>
                    <a:ext uri="{FF2B5EF4-FFF2-40B4-BE49-F238E27FC236}">
                      <a16:creationId xmlns:a16="http://schemas.microsoft.com/office/drawing/2014/main" id="{61FF8549-FD26-16C6-2211-E648707BEB4B}"/>
                    </a:ext>
                  </a:extLst>
                </p:cNvPr>
                <p:cNvPicPr/>
                <p:nvPr/>
              </p:nvPicPr>
              <p:blipFill>
                <a:blip r:embed="rId85"/>
                <a:stretch>
                  <a:fillRect/>
                </a:stretch>
              </p:blipFill>
              <p:spPr>
                <a:xfrm>
                  <a:off x="4384598" y="5553576"/>
                  <a:ext cx="7272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3" name="Ink 52">
                  <a:extLst>
                    <a:ext uri="{FF2B5EF4-FFF2-40B4-BE49-F238E27FC236}">
                      <a16:creationId xmlns:a16="http://schemas.microsoft.com/office/drawing/2014/main" id="{298998AE-DB94-C9F9-A24E-166C2ACE6902}"/>
                    </a:ext>
                  </a:extLst>
                </p14:cNvPr>
                <p14:cNvContentPartPr/>
                <p14:nvPr/>
              </p14:nvContentPartPr>
              <p14:xfrm>
                <a:off x="4498718" y="5116536"/>
                <a:ext cx="47880" cy="45720"/>
              </p14:xfrm>
            </p:contentPart>
          </mc:Choice>
          <mc:Fallback xmlns="">
            <p:pic>
              <p:nvPicPr>
                <p:cNvPr id="53" name="Ink 52">
                  <a:extLst>
                    <a:ext uri="{FF2B5EF4-FFF2-40B4-BE49-F238E27FC236}">
                      <a16:creationId xmlns:a16="http://schemas.microsoft.com/office/drawing/2014/main" id="{298998AE-DB94-C9F9-A24E-166C2ACE6902}"/>
                    </a:ext>
                  </a:extLst>
                </p:cNvPr>
                <p:cNvPicPr/>
                <p:nvPr/>
              </p:nvPicPr>
              <p:blipFill>
                <a:blip r:embed="rId87"/>
                <a:stretch>
                  <a:fillRect/>
                </a:stretch>
              </p:blipFill>
              <p:spPr>
                <a:xfrm>
                  <a:off x="4492598" y="5110416"/>
                  <a:ext cx="6012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4" name="Ink 53">
                  <a:extLst>
                    <a:ext uri="{FF2B5EF4-FFF2-40B4-BE49-F238E27FC236}">
                      <a16:creationId xmlns:a16="http://schemas.microsoft.com/office/drawing/2014/main" id="{D17DE3CA-1E74-5817-A47F-7B76B5C0AAA4}"/>
                    </a:ext>
                  </a:extLst>
                </p14:cNvPr>
                <p14:cNvContentPartPr/>
                <p14:nvPr/>
              </p14:nvContentPartPr>
              <p14:xfrm>
                <a:off x="4753598" y="5019336"/>
                <a:ext cx="24120" cy="42120"/>
              </p14:xfrm>
            </p:contentPart>
          </mc:Choice>
          <mc:Fallback xmlns="">
            <p:pic>
              <p:nvPicPr>
                <p:cNvPr id="54" name="Ink 53">
                  <a:extLst>
                    <a:ext uri="{FF2B5EF4-FFF2-40B4-BE49-F238E27FC236}">
                      <a16:creationId xmlns:a16="http://schemas.microsoft.com/office/drawing/2014/main" id="{D17DE3CA-1E74-5817-A47F-7B76B5C0AAA4}"/>
                    </a:ext>
                  </a:extLst>
                </p:cNvPr>
                <p:cNvPicPr/>
                <p:nvPr/>
              </p:nvPicPr>
              <p:blipFill>
                <a:blip r:embed="rId89"/>
                <a:stretch>
                  <a:fillRect/>
                </a:stretch>
              </p:blipFill>
              <p:spPr>
                <a:xfrm>
                  <a:off x="4747478" y="5013216"/>
                  <a:ext cx="3636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5" name="Ink 54">
                  <a:extLst>
                    <a:ext uri="{FF2B5EF4-FFF2-40B4-BE49-F238E27FC236}">
                      <a16:creationId xmlns:a16="http://schemas.microsoft.com/office/drawing/2014/main" id="{830FE771-59EE-BE0E-4834-FABA4795AE25}"/>
                    </a:ext>
                  </a:extLst>
                </p14:cNvPr>
                <p14:cNvContentPartPr/>
                <p14:nvPr/>
              </p14:nvContentPartPr>
              <p14:xfrm>
                <a:off x="5320238" y="4913496"/>
                <a:ext cx="32760" cy="49320"/>
              </p14:xfrm>
            </p:contentPart>
          </mc:Choice>
          <mc:Fallback xmlns="">
            <p:pic>
              <p:nvPicPr>
                <p:cNvPr id="55" name="Ink 54">
                  <a:extLst>
                    <a:ext uri="{FF2B5EF4-FFF2-40B4-BE49-F238E27FC236}">
                      <a16:creationId xmlns:a16="http://schemas.microsoft.com/office/drawing/2014/main" id="{830FE771-59EE-BE0E-4834-FABA4795AE25}"/>
                    </a:ext>
                  </a:extLst>
                </p:cNvPr>
                <p:cNvPicPr/>
                <p:nvPr/>
              </p:nvPicPr>
              <p:blipFill>
                <a:blip r:embed="rId91"/>
                <a:stretch>
                  <a:fillRect/>
                </a:stretch>
              </p:blipFill>
              <p:spPr>
                <a:xfrm>
                  <a:off x="5314118" y="4907376"/>
                  <a:ext cx="450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6" name="Ink 55">
                  <a:extLst>
                    <a:ext uri="{FF2B5EF4-FFF2-40B4-BE49-F238E27FC236}">
                      <a16:creationId xmlns:a16="http://schemas.microsoft.com/office/drawing/2014/main" id="{D96262BF-77E8-B63F-CD48-8D525237F995}"/>
                    </a:ext>
                  </a:extLst>
                </p14:cNvPr>
                <p14:cNvContentPartPr/>
                <p14:nvPr/>
              </p14:nvContentPartPr>
              <p14:xfrm>
                <a:off x="5509958" y="5065056"/>
                <a:ext cx="31680" cy="56520"/>
              </p14:xfrm>
            </p:contentPart>
          </mc:Choice>
          <mc:Fallback xmlns="">
            <p:pic>
              <p:nvPicPr>
                <p:cNvPr id="56" name="Ink 55">
                  <a:extLst>
                    <a:ext uri="{FF2B5EF4-FFF2-40B4-BE49-F238E27FC236}">
                      <a16:creationId xmlns:a16="http://schemas.microsoft.com/office/drawing/2014/main" id="{D96262BF-77E8-B63F-CD48-8D525237F995}"/>
                    </a:ext>
                  </a:extLst>
                </p:cNvPr>
                <p:cNvPicPr/>
                <p:nvPr/>
              </p:nvPicPr>
              <p:blipFill>
                <a:blip r:embed="rId93"/>
                <a:stretch>
                  <a:fillRect/>
                </a:stretch>
              </p:blipFill>
              <p:spPr>
                <a:xfrm>
                  <a:off x="5503838" y="5058936"/>
                  <a:ext cx="4392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7" name="Ink 56">
                  <a:extLst>
                    <a:ext uri="{FF2B5EF4-FFF2-40B4-BE49-F238E27FC236}">
                      <a16:creationId xmlns:a16="http://schemas.microsoft.com/office/drawing/2014/main" id="{35E0BD24-D059-5050-12A5-9281A58F7F62}"/>
                    </a:ext>
                  </a:extLst>
                </p14:cNvPr>
                <p14:cNvContentPartPr/>
                <p14:nvPr/>
              </p14:nvContentPartPr>
              <p14:xfrm>
                <a:off x="5622278" y="5252976"/>
                <a:ext cx="26640" cy="33840"/>
              </p14:xfrm>
            </p:contentPart>
          </mc:Choice>
          <mc:Fallback xmlns="">
            <p:pic>
              <p:nvPicPr>
                <p:cNvPr id="57" name="Ink 56">
                  <a:extLst>
                    <a:ext uri="{FF2B5EF4-FFF2-40B4-BE49-F238E27FC236}">
                      <a16:creationId xmlns:a16="http://schemas.microsoft.com/office/drawing/2014/main" id="{35E0BD24-D059-5050-12A5-9281A58F7F62}"/>
                    </a:ext>
                  </a:extLst>
                </p:cNvPr>
                <p:cNvPicPr/>
                <p:nvPr/>
              </p:nvPicPr>
              <p:blipFill>
                <a:blip r:embed="rId95"/>
                <a:stretch>
                  <a:fillRect/>
                </a:stretch>
              </p:blipFill>
              <p:spPr>
                <a:xfrm>
                  <a:off x="5616158" y="5246856"/>
                  <a:ext cx="3888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8" name="Ink 57">
                  <a:extLst>
                    <a:ext uri="{FF2B5EF4-FFF2-40B4-BE49-F238E27FC236}">
                      <a16:creationId xmlns:a16="http://schemas.microsoft.com/office/drawing/2014/main" id="{57DB2995-4D8D-8D70-99B6-F843019E06B8}"/>
                    </a:ext>
                  </a:extLst>
                </p14:cNvPr>
                <p14:cNvContentPartPr/>
                <p14:nvPr/>
              </p14:nvContentPartPr>
              <p14:xfrm>
                <a:off x="5727038" y="5497776"/>
                <a:ext cx="30960" cy="29520"/>
              </p14:xfrm>
            </p:contentPart>
          </mc:Choice>
          <mc:Fallback xmlns="">
            <p:pic>
              <p:nvPicPr>
                <p:cNvPr id="58" name="Ink 57">
                  <a:extLst>
                    <a:ext uri="{FF2B5EF4-FFF2-40B4-BE49-F238E27FC236}">
                      <a16:creationId xmlns:a16="http://schemas.microsoft.com/office/drawing/2014/main" id="{57DB2995-4D8D-8D70-99B6-F843019E06B8}"/>
                    </a:ext>
                  </a:extLst>
                </p:cNvPr>
                <p:cNvPicPr/>
                <p:nvPr/>
              </p:nvPicPr>
              <p:blipFill>
                <a:blip r:embed="rId97"/>
                <a:stretch>
                  <a:fillRect/>
                </a:stretch>
              </p:blipFill>
              <p:spPr>
                <a:xfrm>
                  <a:off x="5720918" y="5491656"/>
                  <a:ext cx="4320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9" name="Ink 58">
                  <a:extLst>
                    <a:ext uri="{FF2B5EF4-FFF2-40B4-BE49-F238E27FC236}">
                      <a16:creationId xmlns:a16="http://schemas.microsoft.com/office/drawing/2014/main" id="{B9050E7E-E4FD-034B-86B9-172DFB5A5747}"/>
                    </a:ext>
                  </a:extLst>
                </p14:cNvPr>
                <p14:cNvContentPartPr/>
                <p14:nvPr/>
              </p14:nvContentPartPr>
              <p14:xfrm>
                <a:off x="5599958" y="5686416"/>
                <a:ext cx="35280" cy="39600"/>
              </p14:xfrm>
            </p:contentPart>
          </mc:Choice>
          <mc:Fallback xmlns="">
            <p:pic>
              <p:nvPicPr>
                <p:cNvPr id="59" name="Ink 58">
                  <a:extLst>
                    <a:ext uri="{FF2B5EF4-FFF2-40B4-BE49-F238E27FC236}">
                      <a16:creationId xmlns:a16="http://schemas.microsoft.com/office/drawing/2014/main" id="{B9050E7E-E4FD-034B-86B9-172DFB5A5747}"/>
                    </a:ext>
                  </a:extLst>
                </p:cNvPr>
                <p:cNvPicPr/>
                <p:nvPr/>
              </p:nvPicPr>
              <p:blipFill>
                <a:blip r:embed="rId99"/>
                <a:stretch>
                  <a:fillRect/>
                </a:stretch>
              </p:blipFill>
              <p:spPr>
                <a:xfrm>
                  <a:off x="5593838" y="5680296"/>
                  <a:ext cx="4752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0" name="Ink 59">
                  <a:extLst>
                    <a:ext uri="{FF2B5EF4-FFF2-40B4-BE49-F238E27FC236}">
                      <a16:creationId xmlns:a16="http://schemas.microsoft.com/office/drawing/2014/main" id="{8D6C2884-CC4D-9717-318E-854CAC1F325D}"/>
                    </a:ext>
                  </a:extLst>
                </p14:cNvPr>
                <p14:cNvContentPartPr/>
                <p14:nvPr/>
              </p14:nvContentPartPr>
              <p14:xfrm>
                <a:off x="5817398" y="5646816"/>
                <a:ext cx="32400" cy="48960"/>
              </p14:xfrm>
            </p:contentPart>
          </mc:Choice>
          <mc:Fallback xmlns="">
            <p:pic>
              <p:nvPicPr>
                <p:cNvPr id="60" name="Ink 59">
                  <a:extLst>
                    <a:ext uri="{FF2B5EF4-FFF2-40B4-BE49-F238E27FC236}">
                      <a16:creationId xmlns:a16="http://schemas.microsoft.com/office/drawing/2014/main" id="{8D6C2884-CC4D-9717-318E-854CAC1F325D}"/>
                    </a:ext>
                  </a:extLst>
                </p:cNvPr>
                <p:cNvPicPr/>
                <p:nvPr/>
              </p:nvPicPr>
              <p:blipFill>
                <a:blip r:embed="rId101"/>
                <a:stretch>
                  <a:fillRect/>
                </a:stretch>
              </p:blipFill>
              <p:spPr>
                <a:xfrm>
                  <a:off x="5811278" y="5640696"/>
                  <a:ext cx="4464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3316" name="Ink 13315">
                  <a:extLst>
                    <a:ext uri="{FF2B5EF4-FFF2-40B4-BE49-F238E27FC236}">
                      <a16:creationId xmlns:a16="http://schemas.microsoft.com/office/drawing/2014/main" id="{DC9018D0-1D10-DCBB-E93B-297F5D3A606C}"/>
                    </a:ext>
                  </a:extLst>
                </p14:cNvPr>
                <p14:cNvContentPartPr/>
                <p14:nvPr/>
              </p14:nvContentPartPr>
              <p14:xfrm>
                <a:off x="5370998" y="4786416"/>
                <a:ext cx="82800" cy="194400"/>
              </p14:xfrm>
            </p:contentPart>
          </mc:Choice>
          <mc:Fallback xmlns="">
            <p:pic>
              <p:nvPicPr>
                <p:cNvPr id="13316" name="Ink 13315">
                  <a:extLst>
                    <a:ext uri="{FF2B5EF4-FFF2-40B4-BE49-F238E27FC236}">
                      <a16:creationId xmlns:a16="http://schemas.microsoft.com/office/drawing/2014/main" id="{DC9018D0-1D10-DCBB-E93B-297F5D3A606C}"/>
                    </a:ext>
                  </a:extLst>
                </p:cNvPr>
                <p:cNvPicPr/>
                <p:nvPr/>
              </p:nvPicPr>
              <p:blipFill>
                <a:blip r:embed="rId103"/>
                <a:stretch>
                  <a:fillRect/>
                </a:stretch>
              </p:blipFill>
              <p:spPr>
                <a:xfrm>
                  <a:off x="5364878" y="4780296"/>
                  <a:ext cx="9504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3317" name="Ink 13316">
                  <a:extLst>
                    <a:ext uri="{FF2B5EF4-FFF2-40B4-BE49-F238E27FC236}">
                      <a16:creationId xmlns:a16="http://schemas.microsoft.com/office/drawing/2014/main" id="{8D99B8A8-63BB-41E3-C0D9-63F54C31E6EF}"/>
                    </a:ext>
                  </a:extLst>
                </p14:cNvPr>
                <p14:cNvContentPartPr/>
                <p14:nvPr/>
              </p14:nvContentPartPr>
              <p14:xfrm>
                <a:off x="5457398" y="4856256"/>
                <a:ext cx="128160" cy="87840"/>
              </p14:xfrm>
            </p:contentPart>
          </mc:Choice>
          <mc:Fallback xmlns="">
            <p:pic>
              <p:nvPicPr>
                <p:cNvPr id="13317" name="Ink 13316">
                  <a:extLst>
                    <a:ext uri="{FF2B5EF4-FFF2-40B4-BE49-F238E27FC236}">
                      <a16:creationId xmlns:a16="http://schemas.microsoft.com/office/drawing/2014/main" id="{8D99B8A8-63BB-41E3-C0D9-63F54C31E6EF}"/>
                    </a:ext>
                  </a:extLst>
                </p:cNvPr>
                <p:cNvPicPr/>
                <p:nvPr/>
              </p:nvPicPr>
              <p:blipFill>
                <a:blip r:embed="rId105"/>
                <a:stretch>
                  <a:fillRect/>
                </a:stretch>
              </p:blipFill>
              <p:spPr>
                <a:xfrm>
                  <a:off x="5451278" y="4850136"/>
                  <a:ext cx="14040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3318" name="Ink 13317">
                  <a:extLst>
                    <a:ext uri="{FF2B5EF4-FFF2-40B4-BE49-F238E27FC236}">
                      <a16:creationId xmlns:a16="http://schemas.microsoft.com/office/drawing/2014/main" id="{BD12DD86-CBF8-7E1F-229C-3B1DA83AF85F}"/>
                    </a:ext>
                  </a:extLst>
                </p14:cNvPr>
                <p14:cNvContentPartPr/>
                <p14:nvPr/>
              </p14:nvContentPartPr>
              <p14:xfrm>
                <a:off x="5585918" y="4925736"/>
                <a:ext cx="27720" cy="51480"/>
              </p14:xfrm>
            </p:contentPart>
          </mc:Choice>
          <mc:Fallback xmlns="">
            <p:pic>
              <p:nvPicPr>
                <p:cNvPr id="13318" name="Ink 13317">
                  <a:extLst>
                    <a:ext uri="{FF2B5EF4-FFF2-40B4-BE49-F238E27FC236}">
                      <a16:creationId xmlns:a16="http://schemas.microsoft.com/office/drawing/2014/main" id="{BD12DD86-CBF8-7E1F-229C-3B1DA83AF85F}"/>
                    </a:ext>
                  </a:extLst>
                </p:cNvPr>
                <p:cNvPicPr/>
                <p:nvPr/>
              </p:nvPicPr>
              <p:blipFill>
                <a:blip r:embed="rId107"/>
                <a:stretch>
                  <a:fillRect/>
                </a:stretch>
              </p:blipFill>
              <p:spPr>
                <a:xfrm>
                  <a:off x="5579798" y="4919616"/>
                  <a:ext cx="3996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3319" name="Ink 13318">
                  <a:extLst>
                    <a:ext uri="{FF2B5EF4-FFF2-40B4-BE49-F238E27FC236}">
                      <a16:creationId xmlns:a16="http://schemas.microsoft.com/office/drawing/2014/main" id="{ACF1DD92-95C6-2DE7-3347-20A49114B022}"/>
                    </a:ext>
                  </a:extLst>
                </p14:cNvPr>
                <p14:cNvContentPartPr/>
                <p14:nvPr/>
              </p14:nvContentPartPr>
              <p14:xfrm>
                <a:off x="5631638" y="4913856"/>
                <a:ext cx="21600" cy="73440"/>
              </p14:xfrm>
            </p:contentPart>
          </mc:Choice>
          <mc:Fallback xmlns="">
            <p:pic>
              <p:nvPicPr>
                <p:cNvPr id="13319" name="Ink 13318">
                  <a:extLst>
                    <a:ext uri="{FF2B5EF4-FFF2-40B4-BE49-F238E27FC236}">
                      <a16:creationId xmlns:a16="http://schemas.microsoft.com/office/drawing/2014/main" id="{ACF1DD92-95C6-2DE7-3347-20A49114B022}"/>
                    </a:ext>
                  </a:extLst>
                </p:cNvPr>
                <p:cNvPicPr/>
                <p:nvPr/>
              </p:nvPicPr>
              <p:blipFill>
                <a:blip r:embed="rId109"/>
                <a:stretch>
                  <a:fillRect/>
                </a:stretch>
              </p:blipFill>
              <p:spPr>
                <a:xfrm>
                  <a:off x="5625518" y="4907736"/>
                  <a:ext cx="3384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3320" name="Ink 13319">
                  <a:extLst>
                    <a:ext uri="{FF2B5EF4-FFF2-40B4-BE49-F238E27FC236}">
                      <a16:creationId xmlns:a16="http://schemas.microsoft.com/office/drawing/2014/main" id="{53D97596-DA67-940A-E3F6-52F74D6A6B17}"/>
                    </a:ext>
                  </a:extLst>
                </p14:cNvPr>
                <p14:cNvContentPartPr/>
                <p14:nvPr/>
              </p14:nvContentPartPr>
              <p14:xfrm>
                <a:off x="5667998" y="4804416"/>
                <a:ext cx="140040" cy="73440"/>
              </p14:xfrm>
            </p:contentPart>
          </mc:Choice>
          <mc:Fallback xmlns="">
            <p:pic>
              <p:nvPicPr>
                <p:cNvPr id="13320" name="Ink 13319">
                  <a:extLst>
                    <a:ext uri="{FF2B5EF4-FFF2-40B4-BE49-F238E27FC236}">
                      <a16:creationId xmlns:a16="http://schemas.microsoft.com/office/drawing/2014/main" id="{53D97596-DA67-940A-E3F6-52F74D6A6B17}"/>
                    </a:ext>
                  </a:extLst>
                </p:cNvPr>
                <p:cNvPicPr/>
                <p:nvPr/>
              </p:nvPicPr>
              <p:blipFill>
                <a:blip r:embed="rId111"/>
                <a:stretch>
                  <a:fillRect/>
                </a:stretch>
              </p:blipFill>
              <p:spPr>
                <a:xfrm>
                  <a:off x="5661878" y="4798296"/>
                  <a:ext cx="15228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3321" name="Ink 13320">
                  <a:extLst>
                    <a:ext uri="{FF2B5EF4-FFF2-40B4-BE49-F238E27FC236}">
                      <a16:creationId xmlns:a16="http://schemas.microsoft.com/office/drawing/2014/main" id="{F037B5A1-81B8-967D-BA58-EC40A78D1695}"/>
                    </a:ext>
                  </a:extLst>
                </p14:cNvPr>
                <p14:cNvContentPartPr/>
                <p14:nvPr/>
              </p14:nvContentPartPr>
              <p14:xfrm>
                <a:off x="5815598" y="4836456"/>
                <a:ext cx="87840" cy="82080"/>
              </p14:xfrm>
            </p:contentPart>
          </mc:Choice>
          <mc:Fallback xmlns="">
            <p:pic>
              <p:nvPicPr>
                <p:cNvPr id="13321" name="Ink 13320">
                  <a:extLst>
                    <a:ext uri="{FF2B5EF4-FFF2-40B4-BE49-F238E27FC236}">
                      <a16:creationId xmlns:a16="http://schemas.microsoft.com/office/drawing/2014/main" id="{F037B5A1-81B8-967D-BA58-EC40A78D1695}"/>
                    </a:ext>
                  </a:extLst>
                </p:cNvPr>
                <p:cNvPicPr/>
                <p:nvPr/>
              </p:nvPicPr>
              <p:blipFill>
                <a:blip r:embed="rId113"/>
                <a:stretch>
                  <a:fillRect/>
                </a:stretch>
              </p:blipFill>
              <p:spPr>
                <a:xfrm>
                  <a:off x="5809478" y="4830336"/>
                  <a:ext cx="10008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3322" name="Ink 13321">
                  <a:extLst>
                    <a:ext uri="{FF2B5EF4-FFF2-40B4-BE49-F238E27FC236}">
                      <a16:creationId xmlns:a16="http://schemas.microsoft.com/office/drawing/2014/main" id="{856E71FC-C093-E8B7-A69E-9CA75A282560}"/>
                    </a:ext>
                  </a:extLst>
                </p14:cNvPr>
                <p14:cNvContentPartPr/>
                <p14:nvPr/>
              </p14:nvContentPartPr>
              <p14:xfrm>
                <a:off x="5868158" y="4748976"/>
                <a:ext cx="57960" cy="229680"/>
              </p14:xfrm>
            </p:contentPart>
          </mc:Choice>
          <mc:Fallback xmlns="">
            <p:pic>
              <p:nvPicPr>
                <p:cNvPr id="13322" name="Ink 13321">
                  <a:extLst>
                    <a:ext uri="{FF2B5EF4-FFF2-40B4-BE49-F238E27FC236}">
                      <a16:creationId xmlns:a16="http://schemas.microsoft.com/office/drawing/2014/main" id="{856E71FC-C093-E8B7-A69E-9CA75A282560}"/>
                    </a:ext>
                  </a:extLst>
                </p:cNvPr>
                <p:cNvPicPr/>
                <p:nvPr/>
              </p:nvPicPr>
              <p:blipFill>
                <a:blip r:embed="rId115"/>
                <a:stretch>
                  <a:fillRect/>
                </a:stretch>
              </p:blipFill>
              <p:spPr>
                <a:xfrm>
                  <a:off x="5862038" y="4742856"/>
                  <a:ext cx="7020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3323" name="Ink 13322">
                  <a:extLst>
                    <a:ext uri="{FF2B5EF4-FFF2-40B4-BE49-F238E27FC236}">
                      <a16:creationId xmlns:a16="http://schemas.microsoft.com/office/drawing/2014/main" id="{9758D817-3EBC-783E-8C44-156CF6A9160B}"/>
                    </a:ext>
                  </a:extLst>
                </p14:cNvPr>
                <p14:cNvContentPartPr/>
                <p14:nvPr/>
              </p14:nvContentPartPr>
              <p14:xfrm>
                <a:off x="5727758" y="5108976"/>
                <a:ext cx="64080" cy="174240"/>
              </p14:xfrm>
            </p:contentPart>
          </mc:Choice>
          <mc:Fallback xmlns="">
            <p:pic>
              <p:nvPicPr>
                <p:cNvPr id="13323" name="Ink 13322">
                  <a:extLst>
                    <a:ext uri="{FF2B5EF4-FFF2-40B4-BE49-F238E27FC236}">
                      <a16:creationId xmlns:a16="http://schemas.microsoft.com/office/drawing/2014/main" id="{9758D817-3EBC-783E-8C44-156CF6A9160B}"/>
                    </a:ext>
                  </a:extLst>
                </p:cNvPr>
                <p:cNvPicPr/>
                <p:nvPr/>
              </p:nvPicPr>
              <p:blipFill>
                <a:blip r:embed="rId117"/>
                <a:stretch>
                  <a:fillRect/>
                </a:stretch>
              </p:blipFill>
              <p:spPr>
                <a:xfrm>
                  <a:off x="5721638" y="5102856"/>
                  <a:ext cx="7632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3324" name="Ink 13323">
                  <a:extLst>
                    <a:ext uri="{FF2B5EF4-FFF2-40B4-BE49-F238E27FC236}">
                      <a16:creationId xmlns:a16="http://schemas.microsoft.com/office/drawing/2014/main" id="{52ACE21A-B34D-E0C1-17FA-9BD12D118521}"/>
                    </a:ext>
                  </a:extLst>
                </p14:cNvPr>
                <p14:cNvContentPartPr/>
                <p14:nvPr/>
              </p14:nvContentPartPr>
              <p14:xfrm>
                <a:off x="5837198" y="5156496"/>
                <a:ext cx="83160" cy="79200"/>
              </p14:xfrm>
            </p:contentPart>
          </mc:Choice>
          <mc:Fallback xmlns="">
            <p:pic>
              <p:nvPicPr>
                <p:cNvPr id="13324" name="Ink 13323">
                  <a:extLst>
                    <a:ext uri="{FF2B5EF4-FFF2-40B4-BE49-F238E27FC236}">
                      <a16:creationId xmlns:a16="http://schemas.microsoft.com/office/drawing/2014/main" id="{52ACE21A-B34D-E0C1-17FA-9BD12D118521}"/>
                    </a:ext>
                  </a:extLst>
                </p:cNvPr>
                <p:cNvPicPr/>
                <p:nvPr/>
              </p:nvPicPr>
              <p:blipFill>
                <a:blip r:embed="rId119"/>
                <a:stretch>
                  <a:fillRect/>
                </a:stretch>
              </p:blipFill>
              <p:spPr>
                <a:xfrm>
                  <a:off x="5831078" y="5150376"/>
                  <a:ext cx="9540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3325" name="Ink 13324">
                  <a:extLst>
                    <a:ext uri="{FF2B5EF4-FFF2-40B4-BE49-F238E27FC236}">
                      <a16:creationId xmlns:a16="http://schemas.microsoft.com/office/drawing/2014/main" id="{AB01C030-F366-07E7-7C2C-C36B93A5BE14}"/>
                    </a:ext>
                  </a:extLst>
                </p14:cNvPr>
                <p14:cNvContentPartPr/>
                <p14:nvPr/>
              </p14:nvContentPartPr>
              <p14:xfrm>
                <a:off x="5946998" y="5232096"/>
                <a:ext cx="13320" cy="72000"/>
              </p14:xfrm>
            </p:contentPart>
          </mc:Choice>
          <mc:Fallback xmlns="">
            <p:pic>
              <p:nvPicPr>
                <p:cNvPr id="13325" name="Ink 13324">
                  <a:extLst>
                    <a:ext uri="{FF2B5EF4-FFF2-40B4-BE49-F238E27FC236}">
                      <a16:creationId xmlns:a16="http://schemas.microsoft.com/office/drawing/2014/main" id="{AB01C030-F366-07E7-7C2C-C36B93A5BE14}"/>
                    </a:ext>
                  </a:extLst>
                </p:cNvPr>
                <p:cNvPicPr/>
                <p:nvPr/>
              </p:nvPicPr>
              <p:blipFill>
                <a:blip r:embed="rId121"/>
                <a:stretch>
                  <a:fillRect/>
                </a:stretch>
              </p:blipFill>
              <p:spPr>
                <a:xfrm>
                  <a:off x="5940878" y="5225976"/>
                  <a:ext cx="2556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3326" name="Ink 13325">
                  <a:extLst>
                    <a:ext uri="{FF2B5EF4-FFF2-40B4-BE49-F238E27FC236}">
                      <a16:creationId xmlns:a16="http://schemas.microsoft.com/office/drawing/2014/main" id="{5EB38DFD-CC1E-228A-5592-D30FBE10C996}"/>
                    </a:ext>
                  </a:extLst>
                </p14:cNvPr>
                <p14:cNvContentPartPr/>
                <p14:nvPr/>
              </p14:nvContentPartPr>
              <p14:xfrm>
                <a:off x="5899478" y="5101056"/>
                <a:ext cx="7920" cy="34920"/>
              </p14:xfrm>
            </p:contentPart>
          </mc:Choice>
          <mc:Fallback xmlns="">
            <p:pic>
              <p:nvPicPr>
                <p:cNvPr id="13326" name="Ink 13325">
                  <a:extLst>
                    <a:ext uri="{FF2B5EF4-FFF2-40B4-BE49-F238E27FC236}">
                      <a16:creationId xmlns:a16="http://schemas.microsoft.com/office/drawing/2014/main" id="{5EB38DFD-CC1E-228A-5592-D30FBE10C996}"/>
                    </a:ext>
                  </a:extLst>
                </p:cNvPr>
                <p:cNvPicPr/>
                <p:nvPr/>
              </p:nvPicPr>
              <p:blipFill>
                <a:blip r:embed="rId123"/>
                <a:stretch>
                  <a:fillRect/>
                </a:stretch>
              </p:blipFill>
              <p:spPr>
                <a:xfrm>
                  <a:off x="5893358" y="5094936"/>
                  <a:ext cx="2016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3327" name="Ink 13326">
                  <a:extLst>
                    <a:ext uri="{FF2B5EF4-FFF2-40B4-BE49-F238E27FC236}">
                      <a16:creationId xmlns:a16="http://schemas.microsoft.com/office/drawing/2014/main" id="{C2B6E08C-8AF7-6D8B-D767-9DA90D12F823}"/>
                    </a:ext>
                  </a:extLst>
                </p14:cNvPr>
                <p14:cNvContentPartPr/>
                <p14:nvPr/>
              </p14:nvContentPartPr>
              <p14:xfrm>
                <a:off x="5962478" y="5182056"/>
                <a:ext cx="29160" cy="85320"/>
              </p14:xfrm>
            </p:contentPart>
          </mc:Choice>
          <mc:Fallback xmlns="">
            <p:pic>
              <p:nvPicPr>
                <p:cNvPr id="13327" name="Ink 13326">
                  <a:extLst>
                    <a:ext uri="{FF2B5EF4-FFF2-40B4-BE49-F238E27FC236}">
                      <a16:creationId xmlns:a16="http://schemas.microsoft.com/office/drawing/2014/main" id="{C2B6E08C-8AF7-6D8B-D767-9DA90D12F823}"/>
                    </a:ext>
                  </a:extLst>
                </p:cNvPr>
                <p:cNvPicPr/>
                <p:nvPr/>
              </p:nvPicPr>
              <p:blipFill>
                <a:blip r:embed="rId125"/>
                <a:stretch>
                  <a:fillRect/>
                </a:stretch>
              </p:blipFill>
              <p:spPr>
                <a:xfrm>
                  <a:off x="5956358" y="5175936"/>
                  <a:ext cx="4140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3328" name="Ink 13327">
                  <a:extLst>
                    <a:ext uri="{FF2B5EF4-FFF2-40B4-BE49-F238E27FC236}">
                      <a16:creationId xmlns:a16="http://schemas.microsoft.com/office/drawing/2014/main" id="{A7410C50-65F2-67E6-A681-1F3B6875190A}"/>
                    </a:ext>
                  </a:extLst>
                </p14:cNvPr>
                <p14:cNvContentPartPr/>
                <p14:nvPr/>
              </p14:nvContentPartPr>
              <p14:xfrm>
                <a:off x="6052118" y="5101776"/>
                <a:ext cx="77760" cy="65520"/>
              </p14:xfrm>
            </p:contentPart>
          </mc:Choice>
          <mc:Fallback xmlns="">
            <p:pic>
              <p:nvPicPr>
                <p:cNvPr id="13328" name="Ink 13327">
                  <a:extLst>
                    <a:ext uri="{FF2B5EF4-FFF2-40B4-BE49-F238E27FC236}">
                      <a16:creationId xmlns:a16="http://schemas.microsoft.com/office/drawing/2014/main" id="{A7410C50-65F2-67E6-A681-1F3B6875190A}"/>
                    </a:ext>
                  </a:extLst>
                </p:cNvPr>
                <p:cNvPicPr/>
                <p:nvPr/>
              </p:nvPicPr>
              <p:blipFill>
                <a:blip r:embed="rId127"/>
                <a:stretch>
                  <a:fillRect/>
                </a:stretch>
              </p:blipFill>
              <p:spPr>
                <a:xfrm>
                  <a:off x="6045998" y="5095656"/>
                  <a:ext cx="9000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3329" name="Ink 13328">
                  <a:extLst>
                    <a:ext uri="{FF2B5EF4-FFF2-40B4-BE49-F238E27FC236}">
                      <a16:creationId xmlns:a16="http://schemas.microsoft.com/office/drawing/2014/main" id="{56C5A6BB-D462-6525-CA87-27A2D86D7382}"/>
                    </a:ext>
                  </a:extLst>
                </p14:cNvPr>
                <p14:cNvContentPartPr/>
                <p14:nvPr/>
              </p14:nvContentPartPr>
              <p14:xfrm>
                <a:off x="6174878" y="5142456"/>
                <a:ext cx="53280" cy="33840"/>
              </p14:xfrm>
            </p:contentPart>
          </mc:Choice>
          <mc:Fallback xmlns="">
            <p:pic>
              <p:nvPicPr>
                <p:cNvPr id="13329" name="Ink 13328">
                  <a:extLst>
                    <a:ext uri="{FF2B5EF4-FFF2-40B4-BE49-F238E27FC236}">
                      <a16:creationId xmlns:a16="http://schemas.microsoft.com/office/drawing/2014/main" id="{56C5A6BB-D462-6525-CA87-27A2D86D7382}"/>
                    </a:ext>
                  </a:extLst>
                </p:cNvPr>
                <p:cNvPicPr/>
                <p:nvPr/>
              </p:nvPicPr>
              <p:blipFill>
                <a:blip r:embed="rId129"/>
                <a:stretch>
                  <a:fillRect/>
                </a:stretch>
              </p:blipFill>
              <p:spPr>
                <a:xfrm>
                  <a:off x="6168758" y="5136336"/>
                  <a:ext cx="6552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3330" name="Ink 13329">
                  <a:extLst>
                    <a:ext uri="{FF2B5EF4-FFF2-40B4-BE49-F238E27FC236}">
                      <a16:creationId xmlns:a16="http://schemas.microsoft.com/office/drawing/2014/main" id="{E3DC707A-641B-CE10-2C0F-CF9944715393}"/>
                    </a:ext>
                  </a:extLst>
                </p14:cNvPr>
                <p14:cNvContentPartPr/>
                <p14:nvPr/>
              </p14:nvContentPartPr>
              <p14:xfrm>
                <a:off x="6142118" y="5035896"/>
                <a:ext cx="15120" cy="43920"/>
              </p14:xfrm>
            </p:contentPart>
          </mc:Choice>
          <mc:Fallback xmlns="">
            <p:pic>
              <p:nvPicPr>
                <p:cNvPr id="13330" name="Ink 13329">
                  <a:extLst>
                    <a:ext uri="{FF2B5EF4-FFF2-40B4-BE49-F238E27FC236}">
                      <a16:creationId xmlns:a16="http://schemas.microsoft.com/office/drawing/2014/main" id="{E3DC707A-641B-CE10-2C0F-CF9944715393}"/>
                    </a:ext>
                  </a:extLst>
                </p:cNvPr>
                <p:cNvPicPr/>
                <p:nvPr/>
              </p:nvPicPr>
              <p:blipFill>
                <a:blip r:embed="rId131"/>
                <a:stretch>
                  <a:fillRect/>
                </a:stretch>
              </p:blipFill>
              <p:spPr>
                <a:xfrm>
                  <a:off x="6135998" y="5029776"/>
                  <a:ext cx="2736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3331" name="Ink 13330">
                  <a:extLst>
                    <a:ext uri="{FF2B5EF4-FFF2-40B4-BE49-F238E27FC236}">
                      <a16:creationId xmlns:a16="http://schemas.microsoft.com/office/drawing/2014/main" id="{84F5658D-2DB4-0855-96DD-D1B152134F66}"/>
                    </a:ext>
                  </a:extLst>
                </p14:cNvPr>
                <p14:cNvContentPartPr/>
                <p14:nvPr/>
              </p14:nvContentPartPr>
              <p14:xfrm>
                <a:off x="6216638" y="5030856"/>
                <a:ext cx="43560" cy="173520"/>
              </p14:xfrm>
            </p:contentPart>
          </mc:Choice>
          <mc:Fallback xmlns="">
            <p:pic>
              <p:nvPicPr>
                <p:cNvPr id="13331" name="Ink 13330">
                  <a:extLst>
                    <a:ext uri="{FF2B5EF4-FFF2-40B4-BE49-F238E27FC236}">
                      <a16:creationId xmlns:a16="http://schemas.microsoft.com/office/drawing/2014/main" id="{84F5658D-2DB4-0855-96DD-D1B152134F66}"/>
                    </a:ext>
                  </a:extLst>
                </p:cNvPr>
                <p:cNvPicPr/>
                <p:nvPr/>
              </p:nvPicPr>
              <p:blipFill>
                <a:blip r:embed="rId133"/>
                <a:stretch>
                  <a:fillRect/>
                </a:stretch>
              </p:blipFill>
              <p:spPr>
                <a:xfrm>
                  <a:off x="6210518" y="5024736"/>
                  <a:ext cx="5580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3333" name="Ink 13332">
                  <a:extLst>
                    <a:ext uri="{FF2B5EF4-FFF2-40B4-BE49-F238E27FC236}">
                      <a16:creationId xmlns:a16="http://schemas.microsoft.com/office/drawing/2014/main" id="{7F10631D-2B0C-5A5E-8D47-7DB6A932DF8D}"/>
                    </a:ext>
                  </a:extLst>
                </p14:cNvPr>
                <p14:cNvContentPartPr/>
                <p14:nvPr/>
              </p14:nvContentPartPr>
              <p14:xfrm>
                <a:off x="5284598" y="5218416"/>
                <a:ext cx="87480" cy="54720"/>
              </p14:xfrm>
            </p:contentPart>
          </mc:Choice>
          <mc:Fallback xmlns="">
            <p:pic>
              <p:nvPicPr>
                <p:cNvPr id="13333" name="Ink 13332">
                  <a:extLst>
                    <a:ext uri="{FF2B5EF4-FFF2-40B4-BE49-F238E27FC236}">
                      <a16:creationId xmlns:a16="http://schemas.microsoft.com/office/drawing/2014/main" id="{7F10631D-2B0C-5A5E-8D47-7DB6A932DF8D}"/>
                    </a:ext>
                  </a:extLst>
                </p:cNvPr>
                <p:cNvPicPr/>
                <p:nvPr/>
              </p:nvPicPr>
              <p:blipFill>
                <a:blip r:embed="rId135"/>
                <a:stretch>
                  <a:fillRect/>
                </a:stretch>
              </p:blipFill>
              <p:spPr>
                <a:xfrm>
                  <a:off x="5278478" y="5212296"/>
                  <a:ext cx="9972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3334" name="Ink 13333">
                  <a:extLst>
                    <a:ext uri="{FF2B5EF4-FFF2-40B4-BE49-F238E27FC236}">
                      <a16:creationId xmlns:a16="http://schemas.microsoft.com/office/drawing/2014/main" id="{622C4071-C3E1-4BCF-7815-451A4D5FFC31}"/>
                    </a:ext>
                  </a:extLst>
                </p14:cNvPr>
                <p14:cNvContentPartPr/>
                <p14:nvPr/>
              </p14:nvContentPartPr>
              <p14:xfrm>
                <a:off x="5242118" y="5142096"/>
                <a:ext cx="174960" cy="209880"/>
              </p14:xfrm>
            </p:contentPart>
          </mc:Choice>
          <mc:Fallback xmlns="">
            <p:pic>
              <p:nvPicPr>
                <p:cNvPr id="13334" name="Ink 13333">
                  <a:extLst>
                    <a:ext uri="{FF2B5EF4-FFF2-40B4-BE49-F238E27FC236}">
                      <a16:creationId xmlns:a16="http://schemas.microsoft.com/office/drawing/2014/main" id="{622C4071-C3E1-4BCF-7815-451A4D5FFC31}"/>
                    </a:ext>
                  </a:extLst>
                </p:cNvPr>
                <p:cNvPicPr/>
                <p:nvPr/>
              </p:nvPicPr>
              <p:blipFill>
                <a:blip r:embed="rId137"/>
                <a:stretch>
                  <a:fillRect/>
                </a:stretch>
              </p:blipFill>
              <p:spPr>
                <a:xfrm>
                  <a:off x="5235998" y="5135976"/>
                  <a:ext cx="18720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3336" name="Ink 13335">
                  <a:extLst>
                    <a:ext uri="{FF2B5EF4-FFF2-40B4-BE49-F238E27FC236}">
                      <a16:creationId xmlns:a16="http://schemas.microsoft.com/office/drawing/2014/main" id="{C758C8B7-602C-D2DA-DD1F-FA2EB1842719}"/>
                    </a:ext>
                  </a:extLst>
                </p14:cNvPr>
                <p14:cNvContentPartPr/>
                <p14:nvPr/>
              </p14:nvContentPartPr>
              <p14:xfrm>
                <a:off x="5073638" y="5256936"/>
                <a:ext cx="114120" cy="94680"/>
              </p14:xfrm>
            </p:contentPart>
          </mc:Choice>
          <mc:Fallback xmlns="">
            <p:pic>
              <p:nvPicPr>
                <p:cNvPr id="13336" name="Ink 13335">
                  <a:extLst>
                    <a:ext uri="{FF2B5EF4-FFF2-40B4-BE49-F238E27FC236}">
                      <a16:creationId xmlns:a16="http://schemas.microsoft.com/office/drawing/2014/main" id="{C758C8B7-602C-D2DA-DD1F-FA2EB1842719}"/>
                    </a:ext>
                  </a:extLst>
                </p:cNvPr>
                <p:cNvPicPr/>
                <p:nvPr/>
              </p:nvPicPr>
              <p:blipFill>
                <a:blip r:embed="rId139"/>
                <a:stretch>
                  <a:fillRect/>
                </a:stretch>
              </p:blipFill>
              <p:spPr>
                <a:xfrm>
                  <a:off x="5067518" y="5250816"/>
                  <a:ext cx="12636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3337" name="Ink 13336">
                  <a:extLst>
                    <a:ext uri="{FF2B5EF4-FFF2-40B4-BE49-F238E27FC236}">
                      <a16:creationId xmlns:a16="http://schemas.microsoft.com/office/drawing/2014/main" id="{EECD49E2-0804-E41A-0F36-FF2521DD5665}"/>
                    </a:ext>
                  </a:extLst>
                </p14:cNvPr>
                <p14:cNvContentPartPr/>
                <p14:nvPr/>
              </p14:nvContentPartPr>
              <p14:xfrm>
                <a:off x="5104238" y="5304096"/>
                <a:ext cx="360" cy="360"/>
              </p14:xfrm>
            </p:contentPart>
          </mc:Choice>
          <mc:Fallback xmlns="">
            <p:pic>
              <p:nvPicPr>
                <p:cNvPr id="13337" name="Ink 13336">
                  <a:extLst>
                    <a:ext uri="{FF2B5EF4-FFF2-40B4-BE49-F238E27FC236}">
                      <a16:creationId xmlns:a16="http://schemas.microsoft.com/office/drawing/2014/main" id="{EECD49E2-0804-E41A-0F36-FF2521DD5665}"/>
                    </a:ext>
                  </a:extLst>
                </p:cNvPr>
                <p:cNvPicPr/>
                <p:nvPr/>
              </p:nvPicPr>
              <p:blipFill>
                <a:blip r:embed="rId49"/>
                <a:stretch>
                  <a:fillRect/>
                </a:stretch>
              </p:blipFill>
              <p:spPr>
                <a:xfrm>
                  <a:off x="5098118" y="52979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3338" name="Ink 13337">
                  <a:extLst>
                    <a:ext uri="{FF2B5EF4-FFF2-40B4-BE49-F238E27FC236}">
                      <a16:creationId xmlns:a16="http://schemas.microsoft.com/office/drawing/2014/main" id="{295FB992-CF73-808B-C9F1-7F57074FC826}"/>
                    </a:ext>
                  </a:extLst>
                </p14:cNvPr>
                <p14:cNvContentPartPr/>
                <p14:nvPr/>
              </p14:nvContentPartPr>
              <p14:xfrm>
                <a:off x="5104238" y="5304096"/>
                <a:ext cx="98280" cy="63360"/>
              </p14:xfrm>
            </p:contentPart>
          </mc:Choice>
          <mc:Fallback xmlns="">
            <p:pic>
              <p:nvPicPr>
                <p:cNvPr id="13338" name="Ink 13337">
                  <a:extLst>
                    <a:ext uri="{FF2B5EF4-FFF2-40B4-BE49-F238E27FC236}">
                      <a16:creationId xmlns:a16="http://schemas.microsoft.com/office/drawing/2014/main" id="{295FB992-CF73-808B-C9F1-7F57074FC826}"/>
                    </a:ext>
                  </a:extLst>
                </p:cNvPr>
                <p:cNvPicPr/>
                <p:nvPr/>
              </p:nvPicPr>
              <p:blipFill>
                <a:blip r:embed="rId142"/>
                <a:stretch>
                  <a:fillRect/>
                </a:stretch>
              </p:blipFill>
              <p:spPr>
                <a:xfrm>
                  <a:off x="5098118" y="5297976"/>
                  <a:ext cx="11052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3340" name="Ink 13339">
                  <a:extLst>
                    <a:ext uri="{FF2B5EF4-FFF2-40B4-BE49-F238E27FC236}">
                      <a16:creationId xmlns:a16="http://schemas.microsoft.com/office/drawing/2014/main" id="{00D3C2A0-D323-CFE5-0091-303F7F0A2BA8}"/>
                    </a:ext>
                  </a:extLst>
                </p14:cNvPr>
                <p14:cNvContentPartPr/>
                <p14:nvPr/>
              </p14:nvContentPartPr>
              <p14:xfrm>
                <a:off x="5476478" y="5102496"/>
                <a:ext cx="3960" cy="14400"/>
              </p14:xfrm>
            </p:contentPart>
          </mc:Choice>
          <mc:Fallback xmlns="">
            <p:pic>
              <p:nvPicPr>
                <p:cNvPr id="13340" name="Ink 13339">
                  <a:extLst>
                    <a:ext uri="{FF2B5EF4-FFF2-40B4-BE49-F238E27FC236}">
                      <a16:creationId xmlns:a16="http://schemas.microsoft.com/office/drawing/2014/main" id="{00D3C2A0-D323-CFE5-0091-303F7F0A2BA8}"/>
                    </a:ext>
                  </a:extLst>
                </p:cNvPr>
                <p:cNvPicPr/>
                <p:nvPr/>
              </p:nvPicPr>
              <p:blipFill>
                <a:blip r:embed="rId144"/>
                <a:stretch>
                  <a:fillRect/>
                </a:stretch>
              </p:blipFill>
              <p:spPr>
                <a:xfrm>
                  <a:off x="5470358" y="5096376"/>
                  <a:ext cx="1620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3341" name="Ink 13340">
                  <a:extLst>
                    <a:ext uri="{FF2B5EF4-FFF2-40B4-BE49-F238E27FC236}">
                      <a16:creationId xmlns:a16="http://schemas.microsoft.com/office/drawing/2014/main" id="{D3A96000-3715-DF8C-49C9-D70405D1C694}"/>
                    </a:ext>
                  </a:extLst>
                </p14:cNvPr>
                <p14:cNvContentPartPr/>
                <p14:nvPr/>
              </p14:nvContentPartPr>
              <p14:xfrm>
                <a:off x="4928918" y="4900536"/>
                <a:ext cx="54000" cy="3600"/>
              </p14:xfrm>
            </p:contentPart>
          </mc:Choice>
          <mc:Fallback xmlns="">
            <p:pic>
              <p:nvPicPr>
                <p:cNvPr id="13341" name="Ink 13340">
                  <a:extLst>
                    <a:ext uri="{FF2B5EF4-FFF2-40B4-BE49-F238E27FC236}">
                      <a16:creationId xmlns:a16="http://schemas.microsoft.com/office/drawing/2014/main" id="{D3A96000-3715-DF8C-49C9-D70405D1C694}"/>
                    </a:ext>
                  </a:extLst>
                </p:cNvPr>
                <p:cNvPicPr/>
                <p:nvPr/>
              </p:nvPicPr>
              <p:blipFill>
                <a:blip r:embed="rId146"/>
                <a:stretch>
                  <a:fillRect/>
                </a:stretch>
              </p:blipFill>
              <p:spPr>
                <a:xfrm>
                  <a:off x="4922798" y="4894416"/>
                  <a:ext cx="6624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3344" name="Ink 13343">
                  <a:extLst>
                    <a:ext uri="{FF2B5EF4-FFF2-40B4-BE49-F238E27FC236}">
                      <a16:creationId xmlns:a16="http://schemas.microsoft.com/office/drawing/2014/main" id="{7C0AE859-2D02-61B1-E716-DDF3E7D8D7F8}"/>
                    </a:ext>
                  </a:extLst>
                </p14:cNvPr>
                <p14:cNvContentPartPr/>
                <p14:nvPr/>
              </p14:nvContentPartPr>
              <p14:xfrm>
                <a:off x="5303678" y="5246136"/>
                <a:ext cx="24120" cy="27000"/>
              </p14:xfrm>
            </p:contentPart>
          </mc:Choice>
          <mc:Fallback xmlns="">
            <p:pic>
              <p:nvPicPr>
                <p:cNvPr id="13344" name="Ink 13343">
                  <a:extLst>
                    <a:ext uri="{FF2B5EF4-FFF2-40B4-BE49-F238E27FC236}">
                      <a16:creationId xmlns:a16="http://schemas.microsoft.com/office/drawing/2014/main" id="{7C0AE859-2D02-61B1-E716-DDF3E7D8D7F8}"/>
                    </a:ext>
                  </a:extLst>
                </p:cNvPr>
                <p:cNvPicPr/>
                <p:nvPr/>
              </p:nvPicPr>
              <p:blipFill>
                <a:blip r:embed="rId148"/>
                <a:stretch>
                  <a:fillRect/>
                </a:stretch>
              </p:blipFill>
              <p:spPr>
                <a:xfrm>
                  <a:off x="5297558" y="5240016"/>
                  <a:ext cx="363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3345" name="Ink 13344">
                  <a:extLst>
                    <a:ext uri="{FF2B5EF4-FFF2-40B4-BE49-F238E27FC236}">
                      <a16:creationId xmlns:a16="http://schemas.microsoft.com/office/drawing/2014/main" id="{C580A15F-2C31-A332-9144-2A4E5CEBEC90}"/>
                    </a:ext>
                  </a:extLst>
                </p14:cNvPr>
                <p14:cNvContentPartPr/>
                <p14:nvPr/>
              </p14:nvContentPartPr>
              <p14:xfrm>
                <a:off x="5350478" y="5253336"/>
                <a:ext cx="360" cy="360"/>
              </p14:xfrm>
            </p:contentPart>
          </mc:Choice>
          <mc:Fallback xmlns="">
            <p:pic>
              <p:nvPicPr>
                <p:cNvPr id="13345" name="Ink 13344">
                  <a:extLst>
                    <a:ext uri="{FF2B5EF4-FFF2-40B4-BE49-F238E27FC236}">
                      <a16:creationId xmlns:a16="http://schemas.microsoft.com/office/drawing/2014/main" id="{C580A15F-2C31-A332-9144-2A4E5CEBEC90}"/>
                    </a:ext>
                  </a:extLst>
                </p:cNvPr>
                <p:cNvPicPr/>
                <p:nvPr/>
              </p:nvPicPr>
              <p:blipFill>
                <a:blip r:embed="rId49"/>
                <a:stretch>
                  <a:fillRect/>
                </a:stretch>
              </p:blipFill>
              <p:spPr>
                <a:xfrm>
                  <a:off x="5344358" y="52472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3346" name="Ink 13345">
                  <a:extLst>
                    <a:ext uri="{FF2B5EF4-FFF2-40B4-BE49-F238E27FC236}">
                      <a16:creationId xmlns:a16="http://schemas.microsoft.com/office/drawing/2014/main" id="{8D875E0B-8E46-6E4B-7AA4-B0221C8E2E9B}"/>
                    </a:ext>
                  </a:extLst>
                </p14:cNvPr>
                <p14:cNvContentPartPr/>
                <p14:nvPr/>
              </p14:nvContentPartPr>
              <p14:xfrm>
                <a:off x="4595198" y="5176656"/>
                <a:ext cx="855000" cy="496080"/>
              </p14:xfrm>
            </p:contentPart>
          </mc:Choice>
          <mc:Fallback xmlns="">
            <p:pic>
              <p:nvPicPr>
                <p:cNvPr id="13346" name="Ink 13345">
                  <a:extLst>
                    <a:ext uri="{FF2B5EF4-FFF2-40B4-BE49-F238E27FC236}">
                      <a16:creationId xmlns:a16="http://schemas.microsoft.com/office/drawing/2014/main" id="{8D875E0B-8E46-6E4B-7AA4-B0221C8E2E9B}"/>
                    </a:ext>
                  </a:extLst>
                </p:cNvPr>
                <p:cNvPicPr/>
                <p:nvPr/>
              </p:nvPicPr>
              <p:blipFill>
                <a:blip r:embed="rId151"/>
                <a:stretch>
                  <a:fillRect/>
                </a:stretch>
              </p:blipFill>
              <p:spPr>
                <a:xfrm>
                  <a:off x="4589078" y="5170536"/>
                  <a:ext cx="867240" cy="508320"/>
                </a:xfrm>
                <a:prstGeom prst="rect">
                  <a:avLst/>
                </a:prstGeom>
              </p:spPr>
            </p:pic>
          </mc:Fallback>
        </mc:AlternateContent>
      </p:grpSp>
      <p:grpSp>
        <p:nvGrpSpPr>
          <p:cNvPr id="13400" name="Group 13399">
            <a:extLst>
              <a:ext uri="{FF2B5EF4-FFF2-40B4-BE49-F238E27FC236}">
                <a16:creationId xmlns:a16="http://schemas.microsoft.com/office/drawing/2014/main" id="{0996EC4E-1BAB-B2E3-1E74-419C86D82C70}"/>
              </a:ext>
            </a:extLst>
          </p:cNvPr>
          <p:cNvGrpSpPr/>
          <p:nvPr/>
        </p:nvGrpSpPr>
        <p:grpSpPr>
          <a:xfrm>
            <a:off x="9709200" y="4080456"/>
            <a:ext cx="2625638" cy="1520280"/>
            <a:chOff x="9709200" y="4080456"/>
            <a:chExt cx="2625638" cy="1520280"/>
          </a:xfrm>
        </p:grpSpPr>
        <mc:AlternateContent xmlns:mc="http://schemas.openxmlformats.org/markup-compatibility/2006" xmlns:p14="http://schemas.microsoft.com/office/powerpoint/2010/main">
          <mc:Choice Requires="p14">
            <p:contentPart p14:bwMode="auto" r:id="rId152">
              <p14:nvContentPartPr>
                <p14:cNvPr id="13349" name="Ink 13348">
                  <a:extLst>
                    <a:ext uri="{FF2B5EF4-FFF2-40B4-BE49-F238E27FC236}">
                      <a16:creationId xmlns:a16="http://schemas.microsoft.com/office/drawing/2014/main" id="{07152D4A-0AE2-FB75-4C82-C4ED0B4C94ED}"/>
                    </a:ext>
                  </a:extLst>
                </p14:cNvPr>
                <p14:cNvContentPartPr/>
                <p14:nvPr/>
              </p14:nvContentPartPr>
              <p14:xfrm>
                <a:off x="10440518" y="5154696"/>
                <a:ext cx="10440" cy="11880"/>
              </p14:xfrm>
            </p:contentPart>
          </mc:Choice>
          <mc:Fallback xmlns="">
            <p:pic>
              <p:nvPicPr>
                <p:cNvPr id="13349" name="Ink 13348">
                  <a:extLst>
                    <a:ext uri="{FF2B5EF4-FFF2-40B4-BE49-F238E27FC236}">
                      <a16:creationId xmlns:a16="http://schemas.microsoft.com/office/drawing/2014/main" id="{07152D4A-0AE2-FB75-4C82-C4ED0B4C94ED}"/>
                    </a:ext>
                  </a:extLst>
                </p:cNvPr>
                <p:cNvPicPr/>
                <p:nvPr/>
              </p:nvPicPr>
              <p:blipFill>
                <a:blip r:embed="rId153"/>
                <a:stretch>
                  <a:fillRect/>
                </a:stretch>
              </p:blipFill>
              <p:spPr>
                <a:xfrm>
                  <a:off x="10434398" y="5148576"/>
                  <a:ext cx="2268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3350" name="Ink 13349">
                  <a:extLst>
                    <a:ext uri="{FF2B5EF4-FFF2-40B4-BE49-F238E27FC236}">
                      <a16:creationId xmlns:a16="http://schemas.microsoft.com/office/drawing/2014/main" id="{DEC5FFF2-9144-3F22-5BC5-5C2969C11080}"/>
                    </a:ext>
                  </a:extLst>
                </p14:cNvPr>
                <p14:cNvContentPartPr/>
                <p14:nvPr/>
              </p14:nvContentPartPr>
              <p14:xfrm>
                <a:off x="10425758" y="4936176"/>
                <a:ext cx="1708560" cy="231120"/>
              </p14:xfrm>
            </p:contentPart>
          </mc:Choice>
          <mc:Fallback xmlns="">
            <p:pic>
              <p:nvPicPr>
                <p:cNvPr id="13350" name="Ink 13349">
                  <a:extLst>
                    <a:ext uri="{FF2B5EF4-FFF2-40B4-BE49-F238E27FC236}">
                      <a16:creationId xmlns:a16="http://schemas.microsoft.com/office/drawing/2014/main" id="{DEC5FFF2-9144-3F22-5BC5-5C2969C11080}"/>
                    </a:ext>
                  </a:extLst>
                </p:cNvPr>
                <p:cNvPicPr/>
                <p:nvPr/>
              </p:nvPicPr>
              <p:blipFill>
                <a:blip r:embed="rId155"/>
                <a:stretch>
                  <a:fillRect/>
                </a:stretch>
              </p:blipFill>
              <p:spPr>
                <a:xfrm>
                  <a:off x="10419638" y="4930056"/>
                  <a:ext cx="172080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3351" name="Ink 13350">
                  <a:extLst>
                    <a:ext uri="{FF2B5EF4-FFF2-40B4-BE49-F238E27FC236}">
                      <a16:creationId xmlns:a16="http://schemas.microsoft.com/office/drawing/2014/main" id="{E9271E14-4E09-5EB8-84B8-65AB83094AB7}"/>
                    </a:ext>
                  </a:extLst>
                </p14:cNvPr>
                <p14:cNvContentPartPr/>
                <p14:nvPr/>
              </p14:nvContentPartPr>
              <p14:xfrm>
                <a:off x="11945318" y="4919616"/>
                <a:ext cx="389520" cy="57600"/>
              </p14:xfrm>
            </p:contentPart>
          </mc:Choice>
          <mc:Fallback xmlns="">
            <p:pic>
              <p:nvPicPr>
                <p:cNvPr id="13351" name="Ink 13350">
                  <a:extLst>
                    <a:ext uri="{FF2B5EF4-FFF2-40B4-BE49-F238E27FC236}">
                      <a16:creationId xmlns:a16="http://schemas.microsoft.com/office/drawing/2014/main" id="{E9271E14-4E09-5EB8-84B8-65AB83094AB7}"/>
                    </a:ext>
                  </a:extLst>
                </p:cNvPr>
                <p:cNvPicPr/>
                <p:nvPr/>
              </p:nvPicPr>
              <p:blipFill>
                <a:blip r:embed="rId157"/>
                <a:stretch>
                  <a:fillRect/>
                </a:stretch>
              </p:blipFill>
              <p:spPr>
                <a:xfrm>
                  <a:off x="11939198" y="4913496"/>
                  <a:ext cx="40176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3354" name="Ink 13353">
                  <a:extLst>
                    <a:ext uri="{FF2B5EF4-FFF2-40B4-BE49-F238E27FC236}">
                      <a16:creationId xmlns:a16="http://schemas.microsoft.com/office/drawing/2014/main" id="{E0E00193-6089-FDD6-04C2-2EAA721DA9F7}"/>
                    </a:ext>
                  </a:extLst>
                </p14:cNvPr>
                <p14:cNvContentPartPr/>
                <p14:nvPr/>
              </p14:nvContentPartPr>
              <p14:xfrm>
                <a:off x="11530440" y="4100616"/>
                <a:ext cx="92520" cy="92520"/>
              </p14:xfrm>
            </p:contentPart>
          </mc:Choice>
          <mc:Fallback xmlns="">
            <p:pic>
              <p:nvPicPr>
                <p:cNvPr id="13354" name="Ink 13353">
                  <a:extLst>
                    <a:ext uri="{FF2B5EF4-FFF2-40B4-BE49-F238E27FC236}">
                      <a16:creationId xmlns:a16="http://schemas.microsoft.com/office/drawing/2014/main" id="{E0E00193-6089-FDD6-04C2-2EAA721DA9F7}"/>
                    </a:ext>
                  </a:extLst>
                </p:cNvPr>
                <p:cNvPicPr/>
                <p:nvPr/>
              </p:nvPicPr>
              <p:blipFill>
                <a:blip r:embed="rId159"/>
                <a:stretch>
                  <a:fillRect/>
                </a:stretch>
              </p:blipFill>
              <p:spPr>
                <a:xfrm>
                  <a:off x="11524320" y="4094496"/>
                  <a:ext cx="10476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3355" name="Ink 13354">
                  <a:extLst>
                    <a:ext uri="{FF2B5EF4-FFF2-40B4-BE49-F238E27FC236}">
                      <a16:creationId xmlns:a16="http://schemas.microsoft.com/office/drawing/2014/main" id="{56CE40AB-B282-C9F6-D3FB-36AAF7251E62}"/>
                    </a:ext>
                  </a:extLst>
                </p14:cNvPr>
                <p14:cNvContentPartPr/>
                <p14:nvPr/>
              </p14:nvContentPartPr>
              <p14:xfrm>
                <a:off x="11424600" y="4625496"/>
                <a:ext cx="86400" cy="74880"/>
              </p14:xfrm>
            </p:contentPart>
          </mc:Choice>
          <mc:Fallback xmlns="">
            <p:pic>
              <p:nvPicPr>
                <p:cNvPr id="13355" name="Ink 13354">
                  <a:extLst>
                    <a:ext uri="{FF2B5EF4-FFF2-40B4-BE49-F238E27FC236}">
                      <a16:creationId xmlns:a16="http://schemas.microsoft.com/office/drawing/2014/main" id="{56CE40AB-B282-C9F6-D3FB-36AAF7251E62}"/>
                    </a:ext>
                  </a:extLst>
                </p:cNvPr>
                <p:cNvPicPr/>
                <p:nvPr/>
              </p:nvPicPr>
              <p:blipFill>
                <a:blip r:embed="rId161"/>
                <a:stretch>
                  <a:fillRect/>
                </a:stretch>
              </p:blipFill>
              <p:spPr>
                <a:xfrm>
                  <a:off x="11418480" y="4619376"/>
                  <a:ext cx="9864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3356" name="Ink 13355">
                  <a:extLst>
                    <a:ext uri="{FF2B5EF4-FFF2-40B4-BE49-F238E27FC236}">
                      <a16:creationId xmlns:a16="http://schemas.microsoft.com/office/drawing/2014/main" id="{C82A5FF2-8BF7-804D-7242-DC300E6EF271}"/>
                    </a:ext>
                  </a:extLst>
                </p14:cNvPr>
                <p14:cNvContentPartPr/>
                <p14:nvPr/>
              </p14:nvContentPartPr>
              <p14:xfrm>
                <a:off x="11428200" y="4611816"/>
                <a:ext cx="81720" cy="108360"/>
              </p14:xfrm>
            </p:contentPart>
          </mc:Choice>
          <mc:Fallback xmlns="">
            <p:pic>
              <p:nvPicPr>
                <p:cNvPr id="13356" name="Ink 13355">
                  <a:extLst>
                    <a:ext uri="{FF2B5EF4-FFF2-40B4-BE49-F238E27FC236}">
                      <a16:creationId xmlns:a16="http://schemas.microsoft.com/office/drawing/2014/main" id="{C82A5FF2-8BF7-804D-7242-DC300E6EF271}"/>
                    </a:ext>
                  </a:extLst>
                </p:cNvPr>
                <p:cNvPicPr/>
                <p:nvPr/>
              </p:nvPicPr>
              <p:blipFill>
                <a:blip r:embed="rId163"/>
                <a:stretch>
                  <a:fillRect/>
                </a:stretch>
              </p:blipFill>
              <p:spPr>
                <a:xfrm>
                  <a:off x="11422080" y="4605696"/>
                  <a:ext cx="939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3357" name="Ink 13356">
                  <a:extLst>
                    <a:ext uri="{FF2B5EF4-FFF2-40B4-BE49-F238E27FC236}">
                      <a16:creationId xmlns:a16="http://schemas.microsoft.com/office/drawing/2014/main" id="{E3781A65-C856-8F05-F572-54D3FF955A1C}"/>
                    </a:ext>
                  </a:extLst>
                </p14:cNvPr>
                <p14:cNvContentPartPr/>
                <p14:nvPr/>
              </p14:nvContentPartPr>
              <p14:xfrm>
                <a:off x="11681640" y="4621176"/>
                <a:ext cx="85320" cy="65160"/>
              </p14:xfrm>
            </p:contentPart>
          </mc:Choice>
          <mc:Fallback xmlns="">
            <p:pic>
              <p:nvPicPr>
                <p:cNvPr id="13357" name="Ink 13356">
                  <a:extLst>
                    <a:ext uri="{FF2B5EF4-FFF2-40B4-BE49-F238E27FC236}">
                      <a16:creationId xmlns:a16="http://schemas.microsoft.com/office/drawing/2014/main" id="{E3781A65-C856-8F05-F572-54D3FF955A1C}"/>
                    </a:ext>
                  </a:extLst>
                </p:cNvPr>
                <p:cNvPicPr/>
                <p:nvPr/>
              </p:nvPicPr>
              <p:blipFill>
                <a:blip r:embed="rId165"/>
                <a:stretch>
                  <a:fillRect/>
                </a:stretch>
              </p:blipFill>
              <p:spPr>
                <a:xfrm>
                  <a:off x="11675520" y="4615056"/>
                  <a:ext cx="9756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3358" name="Ink 13357">
                  <a:extLst>
                    <a:ext uri="{FF2B5EF4-FFF2-40B4-BE49-F238E27FC236}">
                      <a16:creationId xmlns:a16="http://schemas.microsoft.com/office/drawing/2014/main" id="{5B31559F-FD44-2662-7118-514EF8B5EA89}"/>
                    </a:ext>
                  </a:extLst>
                </p14:cNvPr>
                <p14:cNvContentPartPr/>
                <p14:nvPr/>
              </p14:nvContentPartPr>
              <p14:xfrm>
                <a:off x="11648520" y="4624056"/>
                <a:ext cx="107280" cy="83160"/>
              </p14:xfrm>
            </p:contentPart>
          </mc:Choice>
          <mc:Fallback xmlns="">
            <p:pic>
              <p:nvPicPr>
                <p:cNvPr id="13358" name="Ink 13357">
                  <a:extLst>
                    <a:ext uri="{FF2B5EF4-FFF2-40B4-BE49-F238E27FC236}">
                      <a16:creationId xmlns:a16="http://schemas.microsoft.com/office/drawing/2014/main" id="{5B31559F-FD44-2662-7118-514EF8B5EA89}"/>
                    </a:ext>
                  </a:extLst>
                </p:cNvPr>
                <p:cNvPicPr/>
                <p:nvPr/>
              </p:nvPicPr>
              <p:blipFill>
                <a:blip r:embed="rId167"/>
                <a:stretch>
                  <a:fillRect/>
                </a:stretch>
              </p:blipFill>
              <p:spPr>
                <a:xfrm>
                  <a:off x="11642400" y="4617936"/>
                  <a:ext cx="11952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3359" name="Ink 13358">
                  <a:extLst>
                    <a:ext uri="{FF2B5EF4-FFF2-40B4-BE49-F238E27FC236}">
                      <a16:creationId xmlns:a16="http://schemas.microsoft.com/office/drawing/2014/main" id="{707D2CC3-E0E7-0DA7-4F66-7297CAE58C61}"/>
                    </a:ext>
                  </a:extLst>
                </p14:cNvPr>
                <p14:cNvContentPartPr/>
                <p14:nvPr/>
              </p14:nvContentPartPr>
              <p14:xfrm>
                <a:off x="11355120" y="4841496"/>
                <a:ext cx="66600" cy="40680"/>
              </p14:xfrm>
            </p:contentPart>
          </mc:Choice>
          <mc:Fallback xmlns="">
            <p:pic>
              <p:nvPicPr>
                <p:cNvPr id="13359" name="Ink 13358">
                  <a:extLst>
                    <a:ext uri="{FF2B5EF4-FFF2-40B4-BE49-F238E27FC236}">
                      <a16:creationId xmlns:a16="http://schemas.microsoft.com/office/drawing/2014/main" id="{707D2CC3-E0E7-0DA7-4F66-7297CAE58C61}"/>
                    </a:ext>
                  </a:extLst>
                </p:cNvPr>
                <p:cNvPicPr/>
                <p:nvPr/>
              </p:nvPicPr>
              <p:blipFill>
                <a:blip r:embed="rId169"/>
                <a:stretch>
                  <a:fillRect/>
                </a:stretch>
              </p:blipFill>
              <p:spPr>
                <a:xfrm>
                  <a:off x="11349000" y="4835376"/>
                  <a:ext cx="7884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3360" name="Ink 13359">
                  <a:extLst>
                    <a:ext uri="{FF2B5EF4-FFF2-40B4-BE49-F238E27FC236}">
                      <a16:creationId xmlns:a16="http://schemas.microsoft.com/office/drawing/2014/main" id="{BE1AFFC2-5434-8571-A483-BB090E5202DF}"/>
                    </a:ext>
                  </a:extLst>
                </p14:cNvPr>
                <p14:cNvContentPartPr/>
                <p14:nvPr/>
              </p14:nvContentPartPr>
              <p14:xfrm>
                <a:off x="11379240" y="4851216"/>
                <a:ext cx="37080" cy="41040"/>
              </p14:xfrm>
            </p:contentPart>
          </mc:Choice>
          <mc:Fallback xmlns="">
            <p:pic>
              <p:nvPicPr>
                <p:cNvPr id="13360" name="Ink 13359">
                  <a:extLst>
                    <a:ext uri="{FF2B5EF4-FFF2-40B4-BE49-F238E27FC236}">
                      <a16:creationId xmlns:a16="http://schemas.microsoft.com/office/drawing/2014/main" id="{BE1AFFC2-5434-8571-A483-BB090E5202DF}"/>
                    </a:ext>
                  </a:extLst>
                </p:cNvPr>
                <p:cNvPicPr/>
                <p:nvPr/>
              </p:nvPicPr>
              <p:blipFill>
                <a:blip r:embed="rId171"/>
                <a:stretch>
                  <a:fillRect/>
                </a:stretch>
              </p:blipFill>
              <p:spPr>
                <a:xfrm>
                  <a:off x="11373120" y="4845096"/>
                  <a:ext cx="4932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3361" name="Ink 13360">
                  <a:extLst>
                    <a:ext uri="{FF2B5EF4-FFF2-40B4-BE49-F238E27FC236}">
                      <a16:creationId xmlns:a16="http://schemas.microsoft.com/office/drawing/2014/main" id="{DCA34A97-36D9-0659-1B28-60350CF9370B}"/>
                    </a:ext>
                  </a:extLst>
                </p14:cNvPr>
                <p14:cNvContentPartPr/>
                <p14:nvPr/>
              </p14:nvContentPartPr>
              <p14:xfrm>
                <a:off x="11571120" y="4794696"/>
                <a:ext cx="69120" cy="63720"/>
              </p14:xfrm>
            </p:contentPart>
          </mc:Choice>
          <mc:Fallback xmlns="">
            <p:pic>
              <p:nvPicPr>
                <p:cNvPr id="13361" name="Ink 13360">
                  <a:extLst>
                    <a:ext uri="{FF2B5EF4-FFF2-40B4-BE49-F238E27FC236}">
                      <a16:creationId xmlns:a16="http://schemas.microsoft.com/office/drawing/2014/main" id="{DCA34A97-36D9-0659-1B28-60350CF9370B}"/>
                    </a:ext>
                  </a:extLst>
                </p:cNvPr>
                <p:cNvPicPr/>
                <p:nvPr/>
              </p:nvPicPr>
              <p:blipFill>
                <a:blip r:embed="rId173"/>
                <a:stretch>
                  <a:fillRect/>
                </a:stretch>
              </p:blipFill>
              <p:spPr>
                <a:xfrm>
                  <a:off x="11565000" y="4788576"/>
                  <a:ext cx="8136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3362" name="Ink 13361">
                  <a:extLst>
                    <a:ext uri="{FF2B5EF4-FFF2-40B4-BE49-F238E27FC236}">
                      <a16:creationId xmlns:a16="http://schemas.microsoft.com/office/drawing/2014/main" id="{A0777077-382D-DCAE-F6DC-5125136A5FC7}"/>
                    </a:ext>
                  </a:extLst>
                </p14:cNvPr>
                <p14:cNvContentPartPr/>
                <p14:nvPr/>
              </p14:nvContentPartPr>
              <p14:xfrm>
                <a:off x="11593440" y="4788936"/>
                <a:ext cx="45720" cy="68760"/>
              </p14:xfrm>
            </p:contentPart>
          </mc:Choice>
          <mc:Fallback xmlns="">
            <p:pic>
              <p:nvPicPr>
                <p:cNvPr id="13362" name="Ink 13361">
                  <a:extLst>
                    <a:ext uri="{FF2B5EF4-FFF2-40B4-BE49-F238E27FC236}">
                      <a16:creationId xmlns:a16="http://schemas.microsoft.com/office/drawing/2014/main" id="{A0777077-382D-DCAE-F6DC-5125136A5FC7}"/>
                    </a:ext>
                  </a:extLst>
                </p:cNvPr>
                <p:cNvPicPr/>
                <p:nvPr/>
              </p:nvPicPr>
              <p:blipFill>
                <a:blip r:embed="rId175"/>
                <a:stretch>
                  <a:fillRect/>
                </a:stretch>
              </p:blipFill>
              <p:spPr>
                <a:xfrm>
                  <a:off x="11587320" y="4782816"/>
                  <a:ext cx="5796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3363" name="Ink 13362">
                  <a:extLst>
                    <a:ext uri="{FF2B5EF4-FFF2-40B4-BE49-F238E27FC236}">
                      <a16:creationId xmlns:a16="http://schemas.microsoft.com/office/drawing/2014/main" id="{16823638-3810-77F1-BFBF-7E3B3762BCE7}"/>
                    </a:ext>
                  </a:extLst>
                </p14:cNvPr>
                <p14:cNvContentPartPr/>
                <p14:nvPr/>
              </p14:nvContentPartPr>
              <p14:xfrm>
                <a:off x="11595240" y="4513536"/>
                <a:ext cx="26280" cy="45720"/>
              </p14:xfrm>
            </p:contentPart>
          </mc:Choice>
          <mc:Fallback xmlns="">
            <p:pic>
              <p:nvPicPr>
                <p:cNvPr id="13363" name="Ink 13362">
                  <a:extLst>
                    <a:ext uri="{FF2B5EF4-FFF2-40B4-BE49-F238E27FC236}">
                      <a16:creationId xmlns:a16="http://schemas.microsoft.com/office/drawing/2014/main" id="{16823638-3810-77F1-BFBF-7E3B3762BCE7}"/>
                    </a:ext>
                  </a:extLst>
                </p:cNvPr>
                <p:cNvPicPr/>
                <p:nvPr/>
              </p:nvPicPr>
              <p:blipFill>
                <a:blip r:embed="rId177"/>
                <a:stretch>
                  <a:fillRect/>
                </a:stretch>
              </p:blipFill>
              <p:spPr>
                <a:xfrm>
                  <a:off x="11589120" y="4507416"/>
                  <a:ext cx="3852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3364" name="Ink 13363">
                  <a:extLst>
                    <a:ext uri="{FF2B5EF4-FFF2-40B4-BE49-F238E27FC236}">
                      <a16:creationId xmlns:a16="http://schemas.microsoft.com/office/drawing/2014/main" id="{D8D0F949-C3FB-F050-98B1-AEF9979DF9F6}"/>
                    </a:ext>
                  </a:extLst>
                </p14:cNvPr>
                <p14:cNvContentPartPr/>
                <p14:nvPr/>
              </p14:nvContentPartPr>
              <p14:xfrm>
                <a:off x="11571840" y="4508496"/>
                <a:ext cx="57960" cy="62640"/>
              </p14:xfrm>
            </p:contentPart>
          </mc:Choice>
          <mc:Fallback xmlns="">
            <p:pic>
              <p:nvPicPr>
                <p:cNvPr id="13364" name="Ink 13363">
                  <a:extLst>
                    <a:ext uri="{FF2B5EF4-FFF2-40B4-BE49-F238E27FC236}">
                      <a16:creationId xmlns:a16="http://schemas.microsoft.com/office/drawing/2014/main" id="{D8D0F949-C3FB-F050-98B1-AEF9979DF9F6}"/>
                    </a:ext>
                  </a:extLst>
                </p:cNvPr>
                <p:cNvPicPr/>
                <p:nvPr/>
              </p:nvPicPr>
              <p:blipFill>
                <a:blip r:embed="rId179"/>
                <a:stretch>
                  <a:fillRect/>
                </a:stretch>
              </p:blipFill>
              <p:spPr>
                <a:xfrm>
                  <a:off x="11565720" y="4502376"/>
                  <a:ext cx="7020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3365" name="Ink 13364">
                  <a:extLst>
                    <a:ext uri="{FF2B5EF4-FFF2-40B4-BE49-F238E27FC236}">
                      <a16:creationId xmlns:a16="http://schemas.microsoft.com/office/drawing/2014/main" id="{F09AD078-8698-96E4-48AD-BBB68A4B3E7A}"/>
                    </a:ext>
                  </a:extLst>
                </p14:cNvPr>
                <p14:cNvContentPartPr/>
                <p14:nvPr/>
              </p14:nvContentPartPr>
              <p14:xfrm>
                <a:off x="11869920" y="4514976"/>
                <a:ext cx="83520" cy="93600"/>
              </p14:xfrm>
            </p:contentPart>
          </mc:Choice>
          <mc:Fallback xmlns="">
            <p:pic>
              <p:nvPicPr>
                <p:cNvPr id="13365" name="Ink 13364">
                  <a:extLst>
                    <a:ext uri="{FF2B5EF4-FFF2-40B4-BE49-F238E27FC236}">
                      <a16:creationId xmlns:a16="http://schemas.microsoft.com/office/drawing/2014/main" id="{F09AD078-8698-96E4-48AD-BBB68A4B3E7A}"/>
                    </a:ext>
                  </a:extLst>
                </p:cNvPr>
                <p:cNvPicPr/>
                <p:nvPr/>
              </p:nvPicPr>
              <p:blipFill>
                <a:blip r:embed="rId181"/>
                <a:stretch>
                  <a:fillRect/>
                </a:stretch>
              </p:blipFill>
              <p:spPr>
                <a:xfrm>
                  <a:off x="11863800" y="4508856"/>
                  <a:ext cx="9576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3366" name="Ink 13365">
                  <a:extLst>
                    <a:ext uri="{FF2B5EF4-FFF2-40B4-BE49-F238E27FC236}">
                      <a16:creationId xmlns:a16="http://schemas.microsoft.com/office/drawing/2014/main" id="{F8120191-7C74-8EC9-A7AE-FCACAB7CF0EC}"/>
                    </a:ext>
                  </a:extLst>
                </p14:cNvPr>
                <p14:cNvContentPartPr/>
                <p14:nvPr/>
              </p14:nvContentPartPr>
              <p14:xfrm>
                <a:off x="11876400" y="4522896"/>
                <a:ext cx="73800" cy="67320"/>
              </p14:xfrm>
            </p:contentPart>
          </mc:Choice>
          <mc:Fallback xmlns="">
            <p:pic>
              <p:nvPicPr>
                <p:cNvPr id="13366" name="Ink 13365">
                  <a:extLst>
                    <a:ext uri="{FF2B5EF4-FFF2-40B4-BE49-F238E27FC236}">
                      <a16:creationId xmlns:a16="http://schemas.microsoft.com/office/drawing/2014/main" id="{F8120191-7C74-8EC9-A7AE-FCACAB7CF0EC}"/>
                    </a:ext>
                  </a:extLst>
                </p:cNvPr>
                <p:cNvPicPr/>
                <p:nvPr/>
              </p:nvPicPr>
              <p:blipFill>
                <a:blip r:embed="rId183"/>
                <a:stretch>
                  <a:fillRect/>
                </a:stretch>
              </p:blipFill>
              <p:spPr>
                <a:xfrm>
                  <a:off x="11870280" y="4516776"/>
                  <a:ext cx="8604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3369" name="Ink 13368">
                  <a:extLst>
                    <a:ext uri="{FF2B5EF4-FFF2-40B4-BE49-F238E27FC236}">
                      <a16:creationId xmlns:a16="http://schemas.microsoft.com/office/drawing/2014/main" id="{5B8C8913-F277-6746-CDE1-24148ABD7A9E}"/>
                    </a:ext>
                  </a:extLst>
                </p14:cNvPr>
                <p14:cNvContentPartPr/>
                <p14:nvPr/>
              </p14:nvContentPartPr>
              <p14:xfrm>
                <a:off x="10657440" y="4918536"/>
                <a:ext cx="118080" cy="34920"/>
              </p14:xfrm>
            </p:contentPart>
          </mc:Choice>
          <mc:Fallback xmlns="">
            <p:pic>
              <p:nvPicPr>
                <p:cNvPr id="13369" name="Ink 13368">
                  <a:extLst>
                    <a:ext uri="{FF2B5EF4-FFF2-40B4-BE49-F238E27FC236}">
                      <a16:creationId xmlns:a16="http://schemas.microsoft.com/office/drawing/2014/main" id="{5B8C8913-F277-6746-CDE1-24148ABD7A9E}"/>
                    </a:ext>
                  </a:extLst>
                </p:cNvPr>
                <p:cNvPicPr/>
                <p:nvPr/>
              </p:nvPicPr>
              <p:blipFill>
                <a:blip r:embed="rId185"/>
                <a:stretch>
                  <a:fillRect/>
                </a:stretch>
              </p:blipFill>
              <p:spPr>
                <a:xfrm>
                  <a:off x="10651320" y="4912416"/>
                  <a:ext cx="13032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3370" name="Ink 13369">
                  <a:extLst>
                    <a:ext uri="{FF2B5EF4-FFF2-40B4-BE49-F238E27FC236}">
                      <a16:creationId xmlns:a16="http://schemas.microsoft.com/office/drawing/2014/main" id="{BF321919-B3C9-B58E-7255-E99A99E01B51}"/>
                    </a:ext>
                  </a:extLst>
                </p14:cNvPr>
                <p14:cNvContentPartPr/>
                <p14:nvPr/>
              </p14:nvContentPartPr>
              <p14:xfrm>
                <a:off x="10705320" y="4891536"/>
                <a:ext cx="27720" cy="82800"/>
              </p14:xfrm>
            </p:contentPart>
          </mc:Choice>
          <mc:Fallback xmlns="">
            <p:pic>
              <p:nvPicPr>
                <p:cNvPr id="13370" name="Ink 13369">
                  <a:extLst>
                    <a:ext uri="{FF2B5EF4-FFF2-40B4-BE49-F238E27FC236}">
                      <a16:creationId xmlns:a16="http://schemas.microsoft.com/office/drawing/2014/main" id="{BF321919-B3C9-B58E-7255-E99A99E01B51}"/>
                    </a:ext>
                  </a:extLst>
                </p:cNvPr>
                <p:cNvPicPr/>
                <p:nvPr/>
              </p:nvPicPr>
              <p:blipFill>
                <a:blip r:embed="rId187"/>
                <a:stretch>
                  <a:fillRect/>
                </a:stretch>
              </p:blipFill>
              <p:spPr>
                <a:xfrm>
                  <a:off x="10699200" y="4885416"/>
                  <a:ext cx="3996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3371" name="Ink 13370">
                  <a:extLst>
                    <a:ext uri="{FF2B5EF4-FFF2-40B4-BE49-F238E27FC236}">
                      <a16:creationId xmlns:a16="http://schemas.microsoft.com/office/drawing/2014/main" id="{0C7DEA8F-F42C-ECCE-6574-9AD77765543A}"/>
                    </a:ext>
                  </a:extLst>
                </p14:cNvPr>
                <p14:cNvContentPartPr/>
                <p14:nvPr/>
              </p14:nvContentPartPr>
              <p14:xfrm>
                <a:off x="10920600" y="4922136"/>
                <a:ext cx="75240" cy="49320"/>
              </p14:xfrm>
            </p:contentPart>
          </mc:Choice>
          <mc:Fallback xmlns="">
            <p:pic>
              <p:nvPicPr>
                <p:cNvPr id="13371" name="Ink 13370">
                  <a:extLst>
                    <a:ext uri="{FF2B5EF4-FFF2-40B4-BE49-F238E27FC236}">
                      <a16:creationId xmlns:a16="http://schemas.microsoft.com/office/drawing/2014/main" id="{0C7DEA8F-F42C-ECCE-6574-9AD77765543A}"/>
                    </a:ext>
                  </a:extLst>
                </p:cNvPr>
                <p:cNvPicPr/>
                <p:nvPr/>
              </p:nvPicPr>
              <p:blipFill>
                <a:blip r:embed="rId189"/>
                <a:stretch>
                  <a:fillRect/>
                </a:stretch>
              </p:blipFill>
              <p:spPr>
                <a:xfrm>
                  <a:off x="10914480" y="4916016"/>
                  <a:ext cx="8748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3372" name="Ink 13371">
                  <a:extLst>
                    <a:ext uri="{FF2B5EF4-FFF2-40B4-BE49-F238E27FC236}">
                      <a16:creationId xmlns:a16="http://schemas.microsoft.com/office/drawing/2014/main" id="{8C35BC18-86B4-346B-2EE8-0FF3F9B8BC0C}"/>
                    </a:ext>
                  </a:extLst>
                </p14:cNvPr>
                <p14:cNvContentPartPr/>
                <p14:nvPr/>
              </p14:nvContentPartPr>
              <p14:xfrm>
                <a:off x="10929240" y="4922856"/>
                <a:ext cx="53640" cy="80280"/>
              </p14:xfrm>
            </p:contentPart>
          </mc:Choice>
          <mc:Fallback xmlns="">
            <p:pic>
              <p:nvPicPr>
                <p:cNvPr id="13372" name="Ink 13371">
                  <a:extLst>
                    <a:ext uri="{FF2B5EF4-FFF2-40B4-BE49-F238E27FC236}">
                      <a16:creationId xmlns:a16="http://schemas.microsoft.com/office/drawing/2014/main" id="{8C35BC18-86B4-346B-2EE8-0FF3F9B8BC0C}"/>
                    </a:ext>
                  </a:extLst>
                </p:cNvPr>
                <p:cNvPicPr/>
                <p:nvPr/>
              </p:nvPicPr>
              <p:blipFill>
                <a:blip r:embed="rId191"/>
                <a:stretch>
                  <a:fillRect/>
                </a:stretch>
              </p:blipFill>
              <p:spPr>
                <a:xfrm>
                  <a:off x="10923120" y="4916736"/>
                  <a:ext cx="6588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3367" name="Ink 13366">
                  <a:extLst>
                    <a:ext uri="{FF2B5EF4-FFF2-40B4-BE49-F238E27FC236}">
                      <a16:creationId xmlns:a16="http://schemas.microsoft.com/office/drawing/2014/main" id="{DBCAD582-6A4F-3057-B601-2582BE8E23A5}"/>
                    </a:ext>
                  </a:extLst>
                </p14:cNvPr>
                <p14:cNvContentPartPr/>
                <p14:nvPr/>
              </p14:nvContentPartPr>
              <p14:xfrm>
                <a:off x="10902240" y="4707936"/>
                <a:ext cx="108360" cy="53280"/>
              </p14:xfrm>
            </p:contentPart>
          </mc:Choice>
          <mc:Fallback xmlns="">
            <p:pic>
              <p:nvPicPr>
                <p:cNvPr id="13367" name="Ink 13366">
                  <a:extLst>
                    <a:ext uri="{FF2B5EF4-FFF2-40B4-BE49-F238E27FC236}">
                      <a16:creationId xmlns:a16="http://schemas.microsoft.com/office/drawing/2014/main" id="{DBCAD582-6A4F-3057-B601-2582BE8E23A5}"/>
                    </a:ext>
                  </a:extLst>
                </p:cNvPr>
                <p:cNvPicPr/>
                <p:nvPr/>
              </p:nvPicPr>
              <p:blipFill>
                <a:blip r:embed="rId193"/>
                <a:stretch>
                  <a:fillRect/>
                </a:stretch>
              </p:blipFill>
              <p:spPr>
                <a:xfrm>
                  <a:off x="10896120" y="4701816"/>
                  <a:ext cx="12060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3368" name="Ink 13367">
                  <a:extLst>
                    <a:ext uri="{FF2B5EF4-FFF2-40B4-BE49-F238E27FC236}">
                      <a16:creationId xmlns:a16="http://schemas.microsoft.com/office/drawing/2014/main" id="{A45B7915-16FC-ED98-D663-DC2220CE83CD}"/>
                    </a:ext>
                  </a:extLst>
                </p14:cNvPr>
                <p14:cNvContentPartPr/>
                <p14:nvPr/>
              </p14:nvContentPartPr>
              <p14:xfrm>
                <a:off x="10949400" y="4687056"/>
                <a:ext cx="36720" cy="112680"/>
              </p14:xfrm>
            </p:contentPart>
          </mc:Choice>
          <mc:Fallback xmlns="">
            <p:pic>
              <p:nvPicPr>
                <p:cNvPr id="13368" name="Ink 13367">
                  <a:extLst>
                    <a:ext uri="{FF2B5EF4-FFF2-40B4-BE49-F238E27FC236}">
                      <a16:creationId xmlns:a16="http://schemas.microsoft.com/office/drawing/2014/main" id="{A45B7915-16FC-ED98-D663-DC2220CE83CD}"/>
                    </a:ext>
                  </a:extLst>
                </p:cNvPr>
                <p:cNvPicPr/>
                <p:nvPr/>
              </p:nvPicPr>
              <p:blipFill>
                <a:blip r:embed="rId195"/>
                <a:stretch>
                  <a:fillRect/>
                </a:stretch>
              </p:blipFill>
              <p:spPr>
                <a:xfrm>
                  <a:off x="10943280" y="4680936"/>
                  <a:ext cx="4896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3374" name="Ink 13373">
                  <a:extLst>
                    <a:ext uri="{FF2B5EF4-FFF2-40B4-BE49-F238E27FC236}">
                      <a16:creationId xmlns:a16="http://schemas.microsoft.com/office/drawing/2014/main" id="{65DC1613-B2AC-6C7D-3C2F-86A0FBAEF1BC}"/>
                    </a:ext>
                  </a:extLst>
                </p14:cNvPr>
                <p14:cNvContentPartPr/>
                <p14:nvPr/>
              </p14:nvContentPartPr>
              <p14:xfrm>
                <a:off x="10184760" y="4521816"/>
                <a:ext cx="198000" cy="121680"/>
              </p14:xfrm>
            </p:contentPart>
          </mc:Choice>
          <mc:Fallback xmlns="">
            <p:pic>
              <p:nvPicPr>
                <p:cNvPr id="13374" name="Ink 13373">
                  <a:extLst>
                    <a:ext uri="{FF2B5EF4-FFF2-40B4-BE49-F238E27FC236}">
                      <a16:creationId xmlns:a16="http://schemas.microsoft.com/office/drawing/2014/main" id="{65DC1613-B2AC-6C7D-3C2F-86A0FBAEF1BC}"/>
                    </a:ext>
                  </a:extLst>
                </p:cNvPr>
                <p:cNvPicPr/>
                <p:nvPr/>
              </p:nvPicPr>
              <p:blipFill>
                <a:blip r:embed="rId197"/>
                <a:stretch>
                  <a:fillRect/>
                </a:stretch>
              </p:blipFill>
              <p:spPr>
                <a:xfrm>
                  <a:off x="10178640" y="4515696"/>
                  <a:ext cx="21024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3375" name="Ink 13374">
                  <a:extLst>
                    <a:ext uri="{FF2B5EF4-FFF2-40B4-BE49-F238E27FC236}">
                      <a16:creationId xmlns:a16="http://schemas.microsoft.com/office/drawing/2014/main" id="{6693A11C-7AA6-6837-2895-561038992A83}"/>
                    </a:ext>
                  </a:extLst>
                </p14:cNvPr>
                <p14:cNvContentPartPr/>
                <p14:nvPr/>
              </p14:nvContentPartPr>
              <p14:xfrm>
                <a:off x="10386720" y="4571856"/>
                <a:ext cx="82080" cy="60840"/>
              </p14:xfrm>
            </p:contentPart>
          </mc:Choice>
          <mc:Fallback xmlns="">
            <p:pic>
              <p:nvPicPr>
                <p:cNvPr id="13375" name="Ink 13374">
                  <a:extLst>
                    <a:ext uri="{FF2B5EF4-FFF2-40B4-BE49-F238E27FC236}">
                      <a16:creationId xmlns:a16="http://schemas.microsoft.com/office/drawing/2014/main" id="{6693A11C-7AA6-6837-2895-561038992A83}"/>
                    </a:ext>
                  </a:extLst>
                </p:cNvPr>
                <p:cNvPicPr/>
                <p:nvPr/>
              </p:nvPicPr>
              <p:blipFill>
                <a:blip r:embed="rId199"/>
                <a:stretch>
                  <a:fillRect/>
                </a:stretch>
              </p:blipFill>
              <p:spPr>
                <a:xfrm>
                  <a:off x="10380600" y="4565736"/>
                  <a:ext cx="9432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3376" name="Ink 13375">
                  <a:extLst>
                    <a:ext uri="{FF2B5EF4-FFF2-40B4-BE49-F238E27FC236}">
                      <a16:creationId xmlns:a16="http://schemas.microsoft.com/office/drawing/2014/main" id="{D3FB8C1B-7510-517F-DF9E-68C8830C0941}"/>
                    </a:ext>
                  </a:extLst>
                </p14:cNvPr>
                <p14:cNvContentPartPr/>
                <p14:nvPr/>
              </p14:nvContentPartPr>
              <p14:xfrm>
                <a:off x="10259640" y="4353696"/>
                <a:ext cx="140040" cy="102240"/>
              </p14:xfrm>
            </p:contentPart>
          </mc:Choice>
          <mc:Fallback xmlns="">
            <p:pic>
              <p:nvPicPr>
                <p:cNvPr id="13376" name="Ink 13375">
                  <a:extLst>
                    <a:ext uri="{FF2B5EF4-FFF2-40B4-BE49-F238E27FC236}">
                      <a16:creationId xmlns:a16="http://schemas.microsoft.com/office/drawing/2014/main" id="{D3FB8C1B-7510-517F-DF9E-68C8830C0941}"/>
                    </a:ext>
                  </a:extLst>
                </p:cNvPr>
                <p:cNvPicPr/>
                <p:nvPr/>
              </p:nvPicPr>
              <p:blipFill>
                <a:blip r:embed="rId201"/>
                <a:stretch>
                  <a:fillRect/>
                </a:stretch>
              </p:blipFill>
              <p:spPr>
                <a:xfrm>
                  <a:off x="10253520" y="4347576"/>
                  <a:ext cx="15228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3377" name="Ink 13376">
                  <a:extLst>
                    <a:ext uri="{FF2B5EF4-FFF2-40B4-BE49-F238E27FC236}">
                      <a16:creationId xmlns:a16="http://schemas.microsoft.com/office/drawing/2014/main" id="{5F8B8C94-C459-CF9A-2CDF-7A657DC64A17}"/>
                    </a:ext>
                  </a:extLst>
                </p14:cNvPr>
                <p14:cNvContentPartPr/>
                <p14:nvPr/>
              </p14:nvContentPartPr>
              <p14:xfrm>
                <a:off x="10457280" y="4395456"/>
                <a:ext cx="39240" cy="289440"/>
              </p14:xfrm>
            </p:contentPart>
          </mc:Choice>
          <mc:Fallback xmlns="">
            <p:pic>
              <p:nvPicPr>
                <p:cNvPr id="13377" name="Ink 13376">
                  <a:extLst>
                    <a:ext uri="{FF2B5EF4-FFF2-40B4-BE49-F238E27FC236}">
                      <a16:creationId xmlns:a16="http://schemas.microsoft.com/office/drawing/2014/main" id="{5F8B8C94-C459-CF9A-2CDF-7A657DC64A17}"/>
                    </a:ext>
                  </a:extLst>
                </p:cNvPr>
                <p:cNvPicPr/>
                <p:nvPr/>
              </p:nvPicPr>
              <p:blipFill>
                <a:blip r:embed="rId203"/>
                <a:stretch>
                  <a:fillRect/>
                </a:stretch>
              </p:blipFill>
              <p:spPr>
                <a:xfrm>
                  <a:off x="10451160" y="4389336"/>
                  <a:ext cx="5148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3378" name="Ink 13377">
                  <a:extLst>
                    <a:ext uri="{FF2B5EF4-FFF2-40B4-BE49-F238E27FC236}">
                      <a16:creationId xmlns:a16="http://schemas.microsoft.com/office/drawing/2014/main" id="{CAA82BE3-7ADC-942B-19EB-C21A03D44E63}"/>
                    </a:ext>
                  </a:extLst>
                </p14:cNvPr>
                <p14:cNvContentPartPr/>
                <p14:nvPr/>
              </p14:nvContentPartPr>
              <p14:xfrm>
                <a:off x="10513800" y="4514256"/>
                <a:ext cx="102240" cy="131040"/>
              </p14:xfrm>
            </p:contentPart>
          </mc:Choice>
          <mc:Fallback xmlns="">
            <p:pic>
              <p:nvPicPr>
                <p:cNvPr id="13378" name="Ink 13377">
                  <a:extLst>
                    <a:ext uri="{FF2B5EF4-FFF2-40B4-BE49-F238E27FC236}">
                      <a16:creationId xmlns:a16="http://schemas.microsoft.com/office/drawing/2014/main" id="{CAA82BE3-7ADC-942B-19EB-C21A03D44E63}"/>
                    </a:ext>
                  </a:extLst>
                </p:cNvPr>
                <p:cNvPicPr/>
                <p:nvPr/>
              </p:nvPicPr>
              <p:blipFill>
                <a:blip r:embed="rId205"/>
                <a:stretch>
                  <a:fillRect/>
                </a:stretch>
              </p:blipFill>
              <p:spPr>
                <a:xfrm>
                  <a:off x="10507680" y="4508136"/>
                  <a:ext cx="11448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379" name="Ink 13378">
                  <a:extLst>
                    <a:ext uri="{FF2B5EF4-FFF2-40B4-BE49-F238E27FC236}">
                      <a16:creationId xmlns:a16="http://schemas.microsoft.com/office/drawing/2014/main" id="{98D45551-F3AB-3368-6956-6B34222A6906}"/>
                    </a:ext>
                  </a:extLst>
                </p14:cNvPr>
                <p14:cNvContentPartPr/>
                <p14:nvPr/>
              </p14:nvContentPartPr>
              <p14:xfrm>
                <a:off x="10620000" y="4567536"/>
                <a:ext cx="19080" cy="40680"/>
              </p14:xfrm>
            </p:contentPart>
          </mc:Choice>
          <mc:Fallback xmlns="">
            <p:pic>
              <p:nvPicPr>
                <p:cNvPr id="13379" name="Ink 13378">
                  <a:extLst>
                    <a:ext uri="{FF2B5EF4-FFF2-40B4-BE49-F238E27FC236}">
                      <a16:creationId xmlns:a16="http://schemas.microsoft.com/office/drawing/2014/main" id="{98D45551-F3AB-3368-6956-6B34222A6906}"/>
                    </a:ext>
                  </a:extLst>
                </p:cNvPr>
                <p:cNvPicPr/>
                <p:nvPr/>
              </p:nvPicPr>
              <p:blipFill>
                <a:blip r:embed="rId207"/>
                <a:stretch>
                  <a:fillRect/>
                </a:stretch>
              </p:blipFill>
              <p:spPr>
                <a:xfrm>
                  <a:off x="10613880" y="4561416"/>
                  <a:ext cx="3132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380" name="Ink 13379">
                  <a:extLst>
                    <a:ext uri="{FF2B5EF4-FFF2-40B4-BE49-F238E27FC236}">
                      <a16:creationId xmlns:a16="http://schemas.microsoft.com/office/drawing/2014/main" id="{CCBA4F3E-80A4-0C9D-AA41-022B5FB1D5C0}"/>
                    </a:ext>
                  </a:extLst>
                </p14:cNvPr>
                <p14:cNvContentPartPr/>
                <p14:nvPr/>
              </p14:nvContentPartPr>
              <p14:xfrm>
                <a:off x="10663560" y="4577256"/>
                <a:ext cx="15480" cy="31320"/>
              </p14:xfrm>
            </p:contentPart>
          </mc:Choice>
          <mc:Fallback xmlns="">
            <p:pic>
              <p:nvPicPr>
                <p:cNvPr id="13380" name="Ink 13379">
                  <a:extLst>
                    <a:ext uri="{FF2B5EF4-FFF2-40B4-BE49-F238E27FC236}">
                      <a16:creationId xmlns:a16="http://schemas.microsoft.com/office/drawing/2014/main" id="{CCBA4F3E-80A4-0C9D-AA41-022B5FB1D5C0}"/>
                    </a:ext>
                  </a:extLst>
                </p:cNvPr>
                <p:cNvPicPr/>
                <p:nvPr/>
              </p:nvPicPr>
              <p:blipFill>
                <a:blip r:embed="rId209"/>
                <a:stretch>
                  <a:fillRect/>
                </a:stretch>
              </p:blipFill>
              <p:spPr>
                <a:xfrm>
                  <a:off x="10657440" y="4571136"/>
                  <a:ext cx="2772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381" name="Ink 13380">
                  <a:extLst>
                    <a:ext uri="{FF2B5EF4-FFF2-40B4-BE49-F238E27FC236}">
                      <a16:creationId xmlns:a16="http://schemas.microsoft.com/office/drawing/2014/main" id="{4A5EA773-105E-550E-21E4-4AEF3C302B21}"/>
                    </a:ext>
                  </a:extLst>
                </p14:cNvPr>
                <p14:cNvContentPartPr/>
                <p14:nvPr/>
              </p14:nvContentPartPr>
              <p14:xfrm>
                <a:off x="10668600" y="4347576"/>
                <a:ext cx="95760" cy="75600"/>
              </p14:xfrm>
            </p:contentPart>
          </mc:Choice>
          <mc:Fallback xmlns="">
            <p:pic>
              <p:nvPicPr>
                <p:cNvPr id="13381" name="Ink 13380">
                  <a:extLst>
                    <a:ext uri="{FF2B5EF4-FFF2-40B4-BE49-F238E27FC236}">
                      <a16:creationId xmlns:a16="http://schemas.microsoft.com/office/drawing/2014/main" id="{4A5EA773-105E-550E-21E4-4AEF3C302B21}"/>
                    </a:ext>
                  </a:extLst>
                </p:cNvPr>
                <p:cNvPicPr/>
                <p:nvPr/>
              </p:nvPicPr>
              <p:blipFill>
                <a:blip r:embed="rId211"/>
                <a:stretch>
                  <a:fillRect/>
                </a:stretch>
              </p:blipFill>
              <p:spPr>
                <a:xfrm>
                  <a:off x="10662480" y="4341456"/>
                  <a:ext cx="10800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382" name="Ink 13381">
                  <a:extLst>
                    <a:ext uri="{FF2B5EF4-FFF2-40B4-BE49-F238E27FC236}">
                      <a16:creationId xmlns:a16="http://schemas.microsoft.com/office/drawing/2014/main" id="{DB8AE685-766C-5613-CB4D-D5A1234F770A}"/>
                    </a:ext>
                  </a:extLst>
                </p14:cNvPr>
                <p14:cNvContentPartPr/>
                <p14:nvPr/>
              </p14:nvContentPartPr>
              <p14:xfrm>
                <a:off x="10717920" y="4337136"/>
                <a:ext cx="28080" cy="63360"/>
              </p14:xfrm>
            </p:contentPart>
          </mc:Choice>
          <mc:Fallback xmlns="">
            <p:pic>
              <p:nvPicPr>
                <p:cNvPr id="13382" name="Ink 13381">
                  <a:extLst>
                    <a:ext uri="{FF2B5EF4-FFF2-40B4-BE49-F238E27FC236}">
                      <a16:creationId xmlns:a16="http://schemas.microsoft.com/office/drawing/2014/main" id="{DB8AE685-766C-5613-CB4D-D5A1234F770A}"/>
                    </a:ext>
                  </a:extLst>
                </p:cNvPr>
                <p:cNvPicPr/>
                <p:nvPr/>
              </p:nvPicPr>
              <p:blipFill>
                <a:blip r:embed="rId213"/>
                <a:stretch>
                  <a:fillRect/>
                </a:stretch>
              </p:blipFill>
              <p:spPr>
                <a:xfrm>
                  <a:off x="10711800" y="4331016"/>
                  <a:ext cx="4032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383" name="Ink 13382">
                  <a:extLst>
                    <a:ext uri="{FF2B5EF4-FFF2-40B4-BE49-F238E27FC236}">
                      <a16:creationId xmlns:a16="http://schemas.microsoft.com/office/drawing/2014/main" id="{88754544-E2BE-E21E-0F6F-817420EF34DB}"/>
                    </a:ext>
                  </a:extLst>
                </p14:cNvPr>
                <p14:cNvContentPartPr/>
                <p14:nvPr/>
              </p14:nvContentPartPr>
              <p14:xfrm>
                <a:off x="10786320" y="4220136"/>
                <a:ext cx="102600" cy="79560"/>
              </p14:xfrm>
            </p:contentPart>
          </mc:Choice>
          <mc:Fallback xmlns="">
            <p:pic>
              <p:nvPicPr>
                <p:cNvPr id="13383" name="Ink 13382">
                  <a:extLst>
                    <a:ext uri="{FF2B5EF4-FFF2-40B4-BE49-F238E27FC236}">
                      <a16:creationId xmlns:a16="http://schemas.microsoft.com/office/drawing/2014/main" id="{88754544-E2BE-E21E-0F6F-817420EF34DB}"/>
                    </a:ext>
                  </a:extLst>
                </p:cNvPr>
                <p:cNvPicPr/>
                <p:nvPr/>
              </p:nvPicPr>
              <p:blipFill>
                <a:blip r:embed="rId215"/>
                <a:stretch>
                  <a:fillRect/>
                </a:stretch>
              </p:blipFill>
              <p:spPr>
                <a:xfrm>
                  <a:off x="10780200" y="4214016"/>
                  <a:ext cx="11484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384" name="Ink 13383">
                  <a:extLst>
                    <a:ext uri="{FF2B5EF4-FFF2-40B4-BE49-F238E27FC236}">
                      <a16:creationId xmlns:a16="http://schemas.microsoft.com/office/drawing/2014/main" id="{A2023965-676D-8345-9DAB-BB583848FDF6}"/>
                    </a:ext>
                  </a:extLst>
                </p14:cNvPr>
                <p14:cNvContentPartPr/>
                <p14:nvPr/>
              </p14:nvContentPartPr>
              <p14:xfrm>
                <a:off x="10920600" y="4241016"/>
                <a:ext cx="57600" cy="78480"/>
              </p14:xfrm>
            </p:contentPart>
          </mc:Choice>
          <mc:Fallback xmlns="">
            <p:pic>
              <p:nvPicPr>
                <p:cNvPr id="13384" name="Ink 13383">
                  <a:extLst>
                    <a:ext uri="{FF2B5EF4-FFF2-40B4-BE49-F238E27FC236}">
                      <a16:creationId xmlns:a16="http://schemas.microsoft.com/office/drawing/2014/main" id="{A2023965-676D-8345-9DAB-BB583848FDF6}"/>
                    </a:ext>
                  </a:extLst>
                </p:cNvPr>
                <p:cNvPicPr/>
                <p:nvPr/>
              </p:nvPicPr>
              <p:blipFill>
                <a:blip r:embed="rId217"/>
                <a:stretch>
                  <a:fillRect/>
                </a:stretch>
              </p:blipFill>
              <p:spPr>
                <a:xfrm>
                  <a:off x="10914480" y="4234896"/>
                  <a:ext cx="6984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385" name="Ink 13384">
                  <a:extLst>
                    <a:ext uri="{FF2B5EF4-FFF2-40B4-BE49-F238E27FC236}">
                      <a16:creationId xmlns:a16="http://schemas.microsoft.com/office/drawing/2014/main" id="{22E8BF26-6973-8B75-6A27-52D1A01797B8}"/>
                    </a:ext>
                  </a:extLst>
                </p14:cNvPr>
                <p14:cNvContentPartPr/>
                <p14:nvPr/>
              </p14:nvContentPartPr>
              <p14:xfrm>
                <a:off x="10762200" y="4080456"/>
                <a:ext cx="71640" cy="69840"/>
              </p14:xfrm>
            </p:contentPart>
          </mc:Choice>
          <mc:Fallback xmlns="">
            <p:pic>
              <p:nvPicPr>
                <p:cNvPr id="13385" name="Ink 13384">
                  <a:extLst>
                    <a:ext uri="{FF2B5EF4-FFF2-40B4-BE49-F238E27FC236}">
                      <a16:creationId xmlns:a16="http://schemas.microsoft.com/office/drawing/2014/main" id="{22E8BF26-6973-8B75-6A27-52D1A01797B8}"/>
                    </a:ext>
                  </a:extLst>
                </p:cNvPr>
                <p:cNvPicPr/>
                <p:nvPr/>
              </p:nvPicPr>
              <p:blipFill>
                <a:blip r:embed="rId219"/>
                <a:stretch>
                  <a:fillRect/>
                </a:stretch>
              </p:blipFill>
              <p:spPr>
                <a:xfrm>
                  <a:off x="10756080" y="4074336"/>
                  <a:ext cx="8388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386" name="Ink 13385">
                  <a:extLst>
                    <a:ext uri="{FF2B5EF4-FFF2-40B4-BE49-F238E27FC236}">
                      <a16:creationId xmlns:a16="http://schemas.microsoft.com/office/drawing/2014/main" id="{067C9CD9-EA92-E761-1FCF-6554775DECDB}"/>
                    </a:ext>
                  </a:extLst>
                </p14:cNvPr>
                <p14:cNvContentPartPr/>
                <p14:nvPr/>
              </p14:nvContentPartPr>
              <p14:xfrm>
                <a:off x="10989000" y="4145976"/>
                <a:ext cx="15480" cy="289080"/>
              </p14:xfrm>
            </p:contentPart>
          </mc:Choice>
          <mc:Fallback xmlns="">
            <p:pic>
              <p:nvPicPr>
                <p:cNvPr id="13386" name="Ink 13385">
                  <a:extLst>
                    <a:ext uri="{FF2B5EF4-FFF2-40B4-BE49-F238E27FC236}">
                      <a16:creationId xmlns:a16="http://schemas.microsoft.com/office/drawing/2014/main" id="{067C9CD9-EA92-E761-1FCF-6554775DECDB}"/>
                    </a:ext>
                  </a:extLst>
                </p:cNvPr>
                <p:cNvPicPr/>
                <p:nvPr/>
              </p:nvPicPr>
              <p:blipFill>
                <a:blip r:embed="rId221"/>
                <a:stretch>
                  <a:fillRect/>
                </a:stretch>
              </p:blipFill>
              <p:spPr>
                <a:xfrm>
                  <a:off x="10982880" y="4139856"/>
                  <a:ext cx="27720" cy="30132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387" name="Ink 13386">
                  <a:extLst>
                    <a:ext uri="{FF2B5EF4-FFF2-40B4-BE49-F238E27FC236}">
                      <a16:creationId xmlns:a16="http://schemas.microsoft.com/office/drawing/2014/main" id="{4767C996-FC3F-599E-75CD-11E9C2A92C8A}"/>
                    </a:ext>
                  </a:extLst>
                </p14:cNvPr>
                <p14:cNvContentPartPr/>
                <p14:nvPr/>
              </p14:nvContentPartPr>
              <p14:xfrm>
                <a:off x="11022840" y="4297176"/>
                <a:ext cx="99720" cy="122400"/>
              </p14:xfrm>
            </p:contentPart>
          </mc:Choice>
          <mc:Fallback xmlns="">
            <p:pic>
              <p:nvPicPr>
                <p:cNvPr id="13387" name="Ink 13386">
                  <a:extLst>
                    <a:ext uri="{FF2B5EF4-FFF2-40B4-BE49-F238E27FC236}">
                      <a16:creationId xmlns:a16="http://schemas.microsoft.com/office/drawing/2014/main" id="{4767C996-FC3F-599E-75CD-11E9C2A92C8A}"/>
                    </a:ext>
                  </a:extLst>
                </p:cNvPr>
                <p:cNvPicPr/>
                <p:nvPr/>
              </p:nvPicPr>
              <p:blipFill>
                <a:blip r:embed="rId223"/>
                <a:stretch>
                  <a:fillRect/>
                </a:stretch>
              </p:blipFill>
              <p:spPr>
                <a:xfrm>
                  <a:off x="11016720" y="4291056"/>
                  <a:ext cx="11196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3390" name="Ink 13389">
                  <a:extLst>
                    <a:ext uri="{FF2B5EF4-FFF2-40B4-BE49-F238E27FC236}">
                      <a16:creationId xmlns:a16="http://schemas.microsoft.com/office/drawing/2014/main" id="{20116CF5-493C-72BD-306B-CB97565ECEDF}"/>
                    </a:ext>
                  </a:extLst>
                </p14:cNvPr>
                <p14:cNvContentPartPr/>
                <p14:nvPr/>
              </p14:nvContentPartPr>
              <p14:xfrm>
                <a:off x="11099880" y="4390056"/>
                <a:ext cx="112320" cy="55080"/>
              </p14:xfrm>
            </p:contentPart>
          </mc:Choice>
          <mc:Fallback xmlns="">
            <p:pic>
              <p:nvPicPr>
                <p:cNvPr id="13390" name="Ink 13389">
                  <a:extLst>
                    <a:ext uri="{FF2B5EF4-FFF2-40B4-BE49-F238E27FC236}">
                      <a16:creationId xmlns:a16="http://schemas.microsoft.com/office/drawing/2014/main" id="{20116CF5-493C-72BD-306B-CB97565ECEDF}"/>
                    </a:ext>
                  </a:extLst>
                </p:cNvPr>
                <p:cNvPicPr/>
                <p:nvPr/>
              </p:nvPicPr>
              <p:blipFill>
                <a:blip r:embed="rId225"/>
                <a:stretch>
                  <a:fillRect/>
                </a:stretch>
              </p:blipFill>
              <p:spPr>
                <a:xfrm>
                  <a:off x="11093760" y="4383936"/>
                  <a:ext cx="12456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391" name="Ink 13390">
                  <a:extLst>
                    <a:ext uri="{FF2B5EF4-FFF2-40B4-BE49-F238E27FC236}">
                      <a16:creationId xmlns:a16="http://schemas.microsoft.com/office/drawing/2014/main" id="{32B7D8D3-DDC5-5B4A-B65A-948BC11D2C48}"/>
                    </a:ext>
                  </a:extLst>
                </p14:cNvPr>
                <p14:cNvContentPartPr/>
                <p14:nvPr/>
              </p14:nvContentPartPr>
              <p14:xfrm>
                <a:off x="11178720" y="4357656"/>
                <a:ext cx="56160" cy="74520"/>
              </p14:xfrm>
            </p:contentPart>
          </mc:Choice>
          <mc:Fallback xmlns="">
            <p:pic>
              <p:nvPicPr>
                <p:cNvPr id="13391" name="Ink 13390">
                  <a:extLst>
                    <a:ext uri="{FF2B5EF4-FFF2-40B4-BE49-F238E27FC236}">
                      <a16:creationId xmlns:a16="http://schemas.microsoft.com/office/drawing/2014/main" id="{32B7D8D3-DDC5-5B4A-B65A-948BC11D2C48}"/>
                    </a:ext>
                  </a:extLst>
                </p:cNvPr>
                <p:cNvPicPr/>
                <p:nvPr/>
              </p:nvPicPr>
              <p:blipFill>
                <a:blip r:embed="rId227"/>
                <a:stretch>
                  <a:fillRect/>
                </a:stretch>
              </p:blipFill>
              <p:spPr>
                <a:xfrm>
                  <a:off x="11172600" y="4351536"/>
                  <a:ext cx="6840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3393" name="Ink 13392">
                  <a:extLst>
                    <a:ext uri="{FF2B5EF4-FFF2-40B4-BE49-F238E27FC236}">
                      <a16:creationId xmlns:a16="http://schemas.microsoft.com/office/drawing/2014/main" id="{DE03C5F6-28FA-95FB-267A-264FE8B7EAC7}"/>
                    </a:ext>
                  </a:extLst>
                </p14:cNvPr>
                <p14:cNvContentPartPr/>
                <p14:nvPr/>
              </p14:nvContentPartPr>
              <p14:xfrm>
                <a:off x="10509480" y="4371336"/>
                <a:ext cx="1607760" cy="964440"/>
              </p14:xfrm>
            </p:contentPart>
          </mc:Choice>
          <mc:Fallback xmlns="">
            <p:pic>
              <p:nvPicPr>
                <p:cNvPr id="13393" name="Ink 13392">
                  <a:extLst>
                    <a:ext uri="{FF2B5EF4-FFF2-40B4-BE49-F238E27FC236}">
                      <a16:creationId xmlns:a16="http://schemas.microsoft.com/office/drawing/2014/main" id="{DE03C5F6-28FA-95FB-267A-264FE8B7EAC7}"/>
                    </a:ext>
                  </a:extLst>
                </p:cNvPr>
                <p:cNvPicPr/>
                <p:nvPr/>
              </p:nvPicPr>
              <p:blipFill>
                <a:blip r:embed="rId229"/>
                <a:stretch>
                  <a:fillRect/>
                </a:stretch>
              </p:blipFill>
              <p:spPr>
                <a:xfrm>
                  <a:off x="10503360" y="4365216"/>
                  <a:ext cx="1620000" cy="97668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3394" name="Ink 13393">
                  <a:extLst>
                    <a:ext uri="{FF2B5EF4-FFF2-40B4-BE49-F238E27FC236}">
                      <a16:creationId xmlns:a16="http://schemas.microsoft.com/office/drawing/2014/main" id="{FDFEE8BD-B74D-2215-3667-00D222A3887D}"/>
                    </a:ext>
                  </a:extLst>
                </p14:cNvPr>
                <p14:cNvContentPartPr/>
                <p14:nvPr/>
              </p14:nvContentPartPr>
              <p14:xfrm>
                <a:off x="11274120" y="4133736"/>
                <a:ext cx="156960" cy="1467000"/>
              </p14:xfrm>
            </p:contentPart>
          </mc:Choice>
          <mc:Fallback xmlns="">
            <p:pic>
              <p:nvPicPr>
                <p:cNvPr id="13394" name="Ink 13393">
                  <a:extLst>
                    <a:ext uri="{FF2B5EF4-FFF2-40B4-BE49-F238E27FC236}">
                      <a16:creationId xmlns:a16="http://schemas.microsoft.com/office/drawing/2014/main" id="{FDFEE8BD-B74D-2215-3667-00D222A3887D}"/>
                    </a:ext>
                  </a:extLst>
                </p:cNvPr>
                <p:cNvPicPr/>
                <p:nvPr/>
              </p:nvPicPr>
              <p:blipFill>
                <a:blip r:embed="rId231"/>
                <a:stretch>
                  <a:fillRect/>
                </a:stretch>
              </p:blipFill>
              <p:spPr>
                <a:xfrm>
                  <a:off x="11268000" y="4127616"/>
                  <a:ext cx="169200" cy="147924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3396" name="Ink 13395">
                  <a:extLst>
                    <a:ext uri="{FF2B5EF4-FFF2-40B4-BE49-F238E27FC236}">
                      <a16:creationId xmlns:a16="http://schemas.microsoft.com/office/drawing/2014/main" id="{54B54F19-C75B-D2C6-976B-95559A7D82E1}"/>
                    </a:ext>
                  </a:extLst>
                </p14:cNvPr>
                <p14:cNvContentPartPr/>
                <p14:nvPr/>
              </p14:nvContentPartPr>
              <p14:xfrm>
                <a:off x="10073520" y="4613976"/>
                <a:ext cx="74520" cy="16200"/>
              </p14:xfrm>
            </p:contentPart>
          </mc:Choice>
          <mc:Fallback xmlns="">
            <p:pic>
              <p:nvPicPr>
                <p:cNvPr id="13396" name="Ink 13395">
                  <a:extLst>
                    <a:ext uri="{FF2B5EF4-FFF2-40B4-BE49-F238E27FC236}">
                      <a16:creationId xmlns:a16="http://schemas.microsoft.com/office/drawing/2014/main" id="{54B54F19-C75B-D2C6-976B-95559A7D82E1}"/>
                    </a:ext>
                  </a:extLst>
                </p:cNvPr>
                <p:cNvPicPr/>
                <p:nvPr/>
              </p:nvPicPr>
              <p:blipFill>
                <a:blip r:embed="rId233"/>
                <a:stretch>
                  <a:fillRect/>
                </a:stretch>
              </p:blipFill>
              <p:spPr>
                <a:xfrm>
                  <a:off x="10067400" y="4607856"/>
                  <a:ext cx="8676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3397" name="Ink 13396">
                  <a:extLst>
                    <a:ext uri="{FF2B5EF4-FFF2-40B4-BE49-F238E27FC236}">
                      <a16:creationId xmlns:a16="http://schemas.microsoft.com/office/drawing/2014/main" id="{5C7489AC-5B68-ED92-96ED-B6C622E57DA5}"/>
                    </a:ext>
                  </a:extLst>
                </p14:cNvPr>
                <p14:cNvContentPartPr/>
                <p14:nvPr/>
              </p14:nvContentPartPr>
              <p14:xfrm>
                <a:off x="10035360" y="4657536"/>
                <a:ext cx="96120" cy="46800"/>
              </p14:xfrm>
            </p:contentPart>
          </mc:Choice>
          <mc:Fallback xmlns="">
            <p:pic>
              <p:nvPicPr>
                <p:cNvPr id="13397" name="Ink 13396">
                  <a:extLst>
                    <a:ext uri="{FF2B5EF4-FFF2-40B4-BE49-F238E27FC236}">
                      <a16:creationId xmlns:a16="http://schemas.microsoft.com/office/drawing/2014/main" id="{5C7489AC-5B68-ED92-96ED-B6C622E57DA5}"/>
                    </a:ext>
                  </a:extLst>
                </p:cNvPr>
                <p:cNvPicPr/>
                <p:nvPr/>
              </p:nvPicPr>
              <p:blipFill>
                <a:blip r:embed="rId235"/>
                <a:stretch>
                  <a:fillRect/>
                </a:stretch>
              </p:blipFill>
              <p:spPr>
                <a:xfrm>
                  <a:off x="10029240" y="4651416"/>
                  <a:ext cx="10836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3398" name="Ink 13397">
                  <a:extLst>
                    <a:ext uri="{FF2B5EF4-FFF2-40B4-BE49-F238E27FC236}">
                      <a16:creationId xmlns:a16="http://schemas.microsoft.com/office/drawing/2014/main" id="{431F9EB3-3CD0-590D-BE9B-D24B3DDD0BC0}"/>
                    </a:ext>
                  </a:extLst>
                </p14:cNvPr>
                <p14:cNvContentPartPr/>
                <p14:nvPr/>
              </p14:nvContentPartPr>
              <p14:xfrm>
                <a:off x="9709200" y="4587336"/>
                <a:ext cx="164160" cy="231120"/>
              </p14:xfrm>
            </p:contentPart>
          </mc:Choice>
          <mc:Fallback xmlns="">
            <p:pic>
              <p:nvPicPr>
                <p:cNvPr id="13398" name="Ink 13397">
                  <a:extLst>
                    <a:ext uri="{FF2B5EF4-FFF2-40B4-BE49-F238E27FC236}">
                      <a16:creationId xmlns:a16="http://schemas.microsoft.com/office/drawing/2014/main" id="{431F9EB3-3CD0-590D-BE9B-D24B3DDD0BC0}"/>
                    </a:ext>
                  </a:extLst>
                </p:cNvPr>
                <p:cNvPicPr/>
                <p:nvPr/>
              </p:nvPicPr>
              <p:blipFill>
                <a:blip r:embed="rId237"/>
                <a:stretch>
                  <a:fillRect/>
                </a:stretch>
              </p:blipFill>
              <p:spPr>
                <a:xfrm>
                  <a:off x="9703080" y="4581216"/>
                  <a:ext cx="17640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3399" name="Ink 13398">
                  <a:extLst>
                    <a:ext uri="{FF2B5EF4-FFF2-40B4-BE49-F238E27FC236}">
                      <a16:creationId xmlns:a16="http://schemas.microsoft.com/office/drawing/2014/main" id="{77142250-FA33-D81A-088B-5E92D989821C}"/>
                    </a:ext>
                  </a:extLst>
                </p14:cNvPr>
                <p14:cNvContentPartPr/>
                <p14:nvPr/>
              </p14:nvContentPartPr>
              <p14:xfrm>
                <a:off x="9742680" y="4486896"/>
                <a:ext cx="140760" cy="68040"/>
              </p14:xfrm>
            </p:contentPart>
          </mc:Choice>
          <mc:Fallback xmlns="">
            <p:pic>
              <p:nvPicPr>
                <p:cNvPr id="13399" name="Ink 13398">
                  <a:extLst>
                    <a:ext uri="{FF2B5EF4-FFF2-40B4-BE49-F238E27FC236}">
                      <a16:creationId xmlns:a16="http://schemas.microsoft.com/office/drawing/2014/main" id="{77142250-FA33-D81A-088B-5E92D989821C}"/>
                    </a:ext>
                  </a:extLst>
                </p:cNvPr>
                <p:cNvPicPr/>
                <p:nvPr/>
              </p:nvPicPr>
              <p:blipFill>
                <a:blip r:embed="rId239"/>
                <a:stretch>
                  <a:fillRect/>
                </a:stretch>
              </p:blipFill>
              <p:spPr>
                <a:xfrm>
                  <a:off x="9736560" y="4480776"/>
                  <a:ext cx="153000" cy="80280"/>
                </a:xfrm>
                <a:prstGeom prst="rect">
                  <a:avLst/>
                </a:prstGeom>
              </p:spPr>
            </p:pic>
          </mc:Fallback>
        </mc:AlternateContent>
      </p:grpSp>
      <p:grpSp>
        <p:nvGrpSpPr>
          <p:cNvPr id="13403" name="Group 13402">
            <a:extLst>
              <a:ext uri="{FF2B5EF4-FFF2-40B4-BE49-F238E27FC236}">
                <a16:creationId xmlns:a16="http://schemas.microsoft.com/office/drawing/2014/main" id="{9810DA37-E402-D331-B63B-3F7A6DCE1182}"/>
              </a:ext>
            </a:extLst>
          </p:cNvPr>
          <p:cNvGrpSpPr/>
          <p:nvPr/>
        </p:nvGrpSpPr>
        <p:grpSpPr>
          <a:xfrm>
            <a:off x="9722880" y="4840776"/>
            <a:ext cx="252360" cy="183240"/>
            <a:chOff x="9722880" y="4840776"/>
            <a:chExt cx="252360" cy="183240"/>
          </a:xfrm>
        </p:grpSpPr>
        <mc:AlternateContent xmlns:mc="http://schemas.openxmlformats.org/markup-compatibility/2006" xmlns:p14="http://schemas.microsoft.com/office/powerpoint/2010/main">
          <mc:Choice Requires="p14">
            <p:contentPart p14:bwMode="auto" r:id="rId240">
              <p14:nvContentPartPr>
                <p14:cNvPr id="13401" name="Ink 13400">
                  <a:extLst>
                    <a:ext uri="{FF2B5EF4-FFF2-40B4-BE49-F238E27FC236}">
                      <a16:creationId xmlns:a16="http://schemas.microsoft.com/office/drawing/2014/main" id="{9EA9B7C4-E409-80E1-9363-7AA4572C4B77}"/>
                    </a:ext>
                  </a:extLst>
                </p14:cNvPr>
                <p14:cNvContentPartPr/>
                <p14:nvPr/>
              </p14:nvContentPartPr>
              <p14:xfrm>
                <a:off x="9764280" y="4840776"/>
                <a:ext cx="191160" cy="109440"/>
              </p14:xfrm>
            </p:contentPart>
          </mc:Choice>
          <mc:Fallback xmlns="">
            <p:pic>
              <p:nvPicPr>
                <p:cNvPr id="13401" name="Ink 13400">
                  <a:extLst>
                    <a:ext uri="{FF2B5EF4-FFF2-40B4-BE49-F238E27FC236}">
                      <a16:creationId xmlns:a16="http://schemas.microsoft.com/office/drawing/2014/main" id="{9EA9B7C4-E409-80E1-9363-7AA4572C4B77}"/>
                    </a:ext>
                  </a:extLst>
                </p:cNvPr>
                <p:cNvPicPr/>
                <p:nvPr/>
              </p:nvPicPr>
              <p:blipFill>
                <a:blip r:embed="rId241"/>
                <a:stretch>
                  <a:fillRect/>
                </a:stretch>
              </p:blipFill>
              <p:spPr>
                <a:xfrm>
                  <a:off x="9758160" y="4834656"/>
                  <a:ext cx="20340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3402" name="Ink 13401">
                  <a:extLst>
                    <a:ext uri="{FF2B5EF4-FFF2-40B4-BE49-F238E27FC236}">
                      <a16:creationId xmlns:a16="http://schemas.microsoft.com/office/drawing/2014/main" id="{F924B5DA-BD1E-75E9-E526-7D42E632CF81}"/>
                    </a:ext>
                  </a:extLst>
                </p14:cNvPr>
                <p14:cNvContentPartPr/>
                <p14:nvPr/>
              </p14:nvContentPartPr>
              <p14:xfrm>
                <a:off x="9722880" y="4900176"/>
                <a:ext cx="252360" cy="123840"/>
              </p14:xfrm>
            </p:contentPart>
          </mc:Choice>
          <mc:Fallback xmlns="">
            <p:pic>
              <p:nvPicPr>
                <p:cNvPr id="13402" name="Ink 13401">
                  <a:extLst>
                    <a:ext uri="{FF2B5EF4-FFF2-40B4-BE49-F238E27FC236}">
                      <a16:creationId xmlns:a16="http://schemas.microsoft.com/office/drawing/2014/main" id="{F924B5DA-BD1E-75E9-E526-7D42E632CF81}"/>
                    </a:ext>
                  </a:extLst>
                </p:cNvPr>
                <p:cNvPicPr/>
                <p:nvPr/>
              </p:nvPicPr>
              <p:blipFill>
                <a:blip r:embed="rId243"/>
                <a:stretch>
                  <a:fillRect/>
                </a:stretch>
              </p:blipFill>
              <p:spPr>
                <a:xfrm>
                  <a:off x="9716760" y="4894056"/>
                  <a:ext cx="264600" cy="136080"/>
                </a:xfrm>
                <a:prstGeom prst="rect">
                  <a:avLst/>
                </a:prstGeom>
              </p:spPr>
            </p:pic>
          </mc:Fallback>
        </mc:AlternateContent>
      </p:grpSp>
    </p:spTree>
    <p:extLst>
      <p:ext uri="{BB962C8B-B14F-4D97-AF65-F5344CB8AC3E}">
        <p14:creationId xmlns:p14="http://schemas.microsoft.com/office/powerpoint/2010/main" val="7012494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 name="Group 115">
            <a:extLst>
              <a:ext uri="{FF2B5EF4-FFF2-40B4-BE49-F238E27FC236}">
                <a16:creationId xmlns:a16="http://schemas.microsoft.com/office/drawing/2014/main" id="{730BAEB5-DFA1-52A0-6463-928CF156A883}"/>
              </a:ext>
            </a:extLst>
          </p:cNvPr>
          <p:cNvGrpSpPr/>
          <p:nvPr/>
        </p:nvGrpSpPr>
        <p:grpSpPr>
          <a:xfrm>
            <a:off x="9093398" y="2840256"/>
            <a:ext cx="416880" cy="303120"/>
            <a:chOff x="9093398" y="2840256"/>
            <a:chExt cx="416880" cy="303120"/>
          </a:xfrm>
        </p:grpSpPr>
        <mc:AlternateContent xmlns:mc="http://schemas.openxmlformats.org/markup-compatibility/2006" xmlns:p14="http://schemas.microsoft.com/office/powerpoint/2010/main">
          <mc:Choice Requires="p14">
            <p:contentPart p14:bwMode="auto" r:id="rId2">
              <p14:nvContentPartPr>
                <p14:cNvPr id="100" name="Ink 99">
                  <a:extLst>
                    <a:ext uri="{FF2B5EF4-FFF2-40B4-BE49-F238E27FC236}">
                      <a16:creationId xmlns:a16="http://schemas.microsoft.com/office/drawing/2014/main" id="{FB8E5A34-CEDD-8568-AB27-DACF6DE05ACC}"/>
                    </a:ext>
                  </a:extLst>
                </p14:cNvPr>
                <p14:cNvContentPartPr/>
                <p14:nvPr/>
              </p14:nvContentPartPr>
              <p14:xfrm>
                <a:off x="9093398" y="2840256"/>
                <a:ext cx="349920" cy="177840"/>
              </p14:xfrm>
            </p:contentPart>
          </mc:Choice>
          <mc:Fallback xmlns="">
            <p:pic>
              <p:nvPicPr>
                <p:cNvPr id="100" name="Ink 99">
                  <a:extLst>
                    <a:ext uri="{FF2B5EF4-FFF2-40B4-BE49-F238E27FC236}">
                      <a16:creationId xmlns:a16="http://schemas.microsoft.com/office/drawing/2014/main" id="{FB8E5A34-CEDD-8568-AB27-DACF6DE05ACC}"/>
                    </a:ext>
                  </a:extLst>
                </p:cNvPr>
                <p:cNvPicPr/>
                <p:nvPr/>
              </p:nvPicPr>
              <p:blipFill>
                <a:blip r:embed="rId3"/>
                <a:stretch>
                  <a:fillRect/>
                </a:stretch>
              </p:blipFill>
              <p:spPr>
                <a:xfrm>
                  <a:off x="9087278" y="2834136"/>
                  <a:ext cx="36216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1" name="Ink 100">
                  <a:extLst>
                    <a:ext uri="{FF2B5EF4-FFF2-40B4-BE49-F238E27FC236}">
                      <a16:creationId xmlns:a16="http://schemas.microsoft.com/office/drawing/2014/main" id="{A4DB3B43-3E25-87EC-91E0-C6CAC1C543F1}"/>
                    </a:ext>
                  </a:extLst>
                </p14:cNvPr>
                <p14:cNvContentPartPr/>
                <p14:nvPr/>
              </p14:nvContentPartPr>
              <p14:xfrm>
                <a:off x="9363038" y="3005856"/>
                <a:ext cx="20880" cy="137520"/>
              </p14:xfrm>
            </p:contentPart>
          </mc:Choice>
          <mc:Fallback xmlns="">
            <p:pic>
              <p:nvPicPr>
                <p:cNvPr id="101" name="Ink 100">
                  <a:extLst>
                    <a:ext uri="{FF2B5EF4-FFF2-40B4-BE49-F238E27FC236}">
                      <a16:creationId xmlns:a16="http://schemas.microsoft.com/office/drawing/2014/main" id="{A4DB3B43-3E25-87EC-91E0-C6CAC1C543F1}"/>
                    </a:ext>
                  </a:extLst>
                </p:cNvPr>
                <p:cNvPicPr/>
                <p:nvPr/>
              </p:nvPicPr>
              <p:blipFill>
                <a:blip r:embed="rId5"/>
                <a:stretch>
                  <a:fillRect/>
                </a:stretch>
              </p:blipFill>
              <p:spPr>
                <a:xfrm>
                  <a:off x="9356918" y="2999736"/>
                  <a:ext cx="3312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2" name="Ink 101">
                  <a:extLst>
                    <a:ext uri="{FF2B5EF4-FFF2-40B4-BE49-F238E27FC236}">
                      <a16:creationId xmlns:a16="http://schemas.microsoft.com/office/drawing/2014/main" id="{E8A9659A-E9F8-E0EF-50FC-C4D592ED9367}"/>
                    </a:ext>
                  </a:extLst>
                </p14:cNvPr>
                <p14:cNvContentPartPr/>
                <p14:nvPr/>
              </p14:nvContentPartPr>
              <p14:xfrm>
                <a:off x="9461678" y="2997216"/>
                <a:ext cx="48600" cy="103680"/>
              </p14:xfrm>
            </p:contentPart>
          </mc:Choice>
          <mc:Fallback xmlns="">
            <p:pic>
              <p:nvPicPr>
                <p:cNvPr id="102" name="Ink 101">
                  <a:extLst>
                    <a:ext uri="{FF2B5EF4-FFF2-40B4-BE49-F238E27FC236}">
                      <a16:creationId xmlns:a16="http://schemas.microsoft.com/office/drawing/2014/main" id="{E8A9659A-E9F8-E0EF-50FC-C4D592ED9367}"/>
                    </a:ext>
                  </a:extLst>
                </p:cNvPr>
                <p:cNvPicPr/>
                <p:nvPr/>
              </p:nvPicPr>
              <p:blipFill>
                <a:blip r:embed="rId7"/>
                <a:stretch>
                  <a:fillRect/>
                </a:stretch>
              </p:blipFill>
              <p:spPr>
                <a:xfrm>
                  <a:off x="9455558" y="2991096"/>
                  <a:ext cx="60840" cy="115920"/>
                </a:xfrm>
                <a:prstGeom prst="rect">
                  <a:avLst/>
                </a:prstGeom>
              </p:spPr>
            </p:pic>
          </mc:Fallback>
        </mc:AlternateContent>
      </p:grpSp>
      <p:grpSp>
        <p:nvGrpSpPr>
          <p:cNvPr id="120" name="Group 119">
            <a:extLst>
              <a:ext uri="{FF2B5EF4-FFF2-40B4-BE49-F238E27FC236}">
                <a16:creationId xmlns:a16="http://schemas.microsoft.com/office/drawing/2014/main" id="{07E83A00-1129-FB13-4B61-1427853DE257}"/>
              </a:ext>
            </a:extLst>
          </p:cNvPr>
          <p:cNvGrpSpPr/>
          <p:nvPr/>
        </p:nvGrpSpPr>
        <p:grpSpPr>
          <a:xfrm>
            <a:off x="11555078" y="2291256"/>
            <a:ext cx="492840" cy="296640"/>
            <a:chOff x="11555078" y="2291256"/>
            <a:chExt cx="492840" cy="296640"/>
          </a:xfrm>
        </p:grpSpPr>
        <mc:AlternateContent xmlns:mc="http://schemas.openxmlformats.org/markup-compatibility/2006" xmlns:p14="http://schemas.microsoft.com/office/powerpoint/2010/main">
          <mc:Choice Requires="p14">
            <p:contentPart p14:bwMode="auto" r:id="rId8">
              <p14:nvContentPartPr>
                <p14:cNvPr id="118" name="Ink 117">
                  <a:extLst>
                    <a:ext uri="{FF2B5EF4-FFF2-40B4-BE49-F238E27FC236}">
                      <a16:creationId xmlns:a16="http://schemas.microsoft.com/office/drawing/2014/main" id="{F38B40B6-61B1-8839-DB2E-E71D41EEC0C4}"/>
                    </a:ext>
                  </a:extLst>
                </p14:cNvPr>
                <p14:cNvContentPartPr/>
                <p14:nvPr/>
              </p14:nvContentPartPr>
              <p14:xfrm>
                <a:off x="11555078" y="2339856"/>
                <a:ext cx="228240" cy="248040"/>
              </p14:xfrm>
            </p:contentPart>
          </mc:Choice>
          <mc:Fallback xmlns="">
            <p:pic>
              <p:nvPicPr>
                <p:cNvPr id="118" name="Ink 117">
                  <a:extLst>
                    <a:ext uri="{FF2B5EF4-FFF2-40B4-BE49-F238E27FC236}">
                      <a16:creationId xmlns:a16="http://schemas.microsoft.com/office/drawing/2014/main" id="{F38B40B6-61B1-8839-DB2E-E71D41EEC0C4}"/>
                    </a:ext>
                  </a:extLst>
                </p:cNvPr>
                <p:cNvPicPr/>
                <p:nvPr/>
              </p:nvPicPr>
              <p:blipFill>
                <a:blip r:embed="rId9"/>
                <a:stretch>
                  <a:fillRect/>
                </a:stretch>
              </p:blipFill>
              <p:spPr>
                <a:xfrm>
                  <a:off x="11548958" y="2333736"/>
                  <a:ext cx="24048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9" name="Ink 118">
                  <a:extLst>
                    <a:ext uri="{FF2B5EF4-FFF2-40B4-BE49-F238E27FC236}">
                      <a16:creationId xmlns:a16="http://schemas.microsoft.com/office/drawing/2014/main" id="{73029D60-3EB1-84AF-F1FB-58376FCAFEE3}"/>
                    </a:ext>
                  </a:extLst>
                </p14:cNvPr>
                <p14:cNvContentPartPr/>
                <p14:nvPr/>
              </p14:nvContentPartPr>
              <p14:xfrm>
                <a:off x="11826158" y="2291256"/>
                <a:ext cx="221760" cy="123840"/>
              </p14:xfrm>
            </p:contentPart>
          </mc:Choice>
          <mc:Fallback xmlns="">
            <p:pic>
              <p:nvPicPr>
                <p:cNvPr id="119" name="Ink 118">
                  <a:extLst>
                    <a:ext uri="{FF2B5EF4-FFF2-40B4-BE49-F238E27FC236}">
                      <a16:creationId xmlns:a16="http://schemas.microsoft.com/office/drawing/2014/main" id="{73029D60-3EB1-84AF-F1FB-58376FCAFEE3}"/>
                    </a:ext>
                  </a:extLst>
                </p:cNvPr>
                <p:cNvPicPr/>
                <p:nvPr/>
              </p:nvPicPr>
              <p:blipFill>
                <a:blip r:embed="rId11"/>
                <a:stretch>
                  <a:fillRect/>
                </a:stretch>
              </p:blipFill>
              <p:spPr>
                <a:xfrm>
                  <a:off x="11820038" y="2285136"/>
                  <a:ext cx="234000" cy="136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21" name="Ink 120">
                <a:extLst>
                  <a:ext uri="{FF2B5EF4-FFF2-40B4-BE49-F238E27FC236}">
                    <a16:creationId xmlns:a16="http://schemas.microsoft.com/office/drawing/2014/main" id="{D745C6F3-BFB7-8D0F-4745-A5E7BD0C8931}"/>
                  </a:ext>
                </a:extLst>
              </p14:cNvPr>
              <p14:cNvContentPartPr/>
              <p14:nvPr/>
            </p14:nvContentPartPr>
            <p14:xfrm>
              <a:off x="9597758" y="2308536"/>
              <a:ext cx="102240" cy="7560"/>
            </p14:xfrm>
          </p:contentPart>
        </mc:Choice>
        <mc:Fallback xmlns="">
          <p:pic>
            <p:nvPicPr>
              <p:cNvPr id="121" name="Ink 120">
                <a:extLst>
                  <a:ext uri="{FF2B5EF4-FFF2-40B4-BE49-F238E27FC236}">
                    <a16:creationId xmlns:a16="http://schemas.microsoft.com/office/drawing/2014/main" id="{D745C6F3-BFB7-8D0F-4745-A5E7BD0C8931}"/>
                  </a:ext>
                </a:extLst>
              </p:cNvPr>
              <p:cNvPicPr/>
              <p:nvPr/>
            </p:nvPicPr>
            <p:blipFill>
              <a:blip r:embed="rId13"/>
              <a:stretch>
                <a:fillRect/>
              </a:stretch>
            </p:blipFill>
            <p:spPr>
              <a:xfrm>
                <a:off x="9591638" y="2302416"/>
                <a:ext cx="114480" cy="19800"/>
              </a:xfrm>
              <a:prstGeom prst="rect">
                <a:avLst/>
              </a:prstGeom>
            </p:spPr>
          </p:pic>
        </mc:Fallback>
      </mc:AlternateContent>
      <p:grpSp>
        <p:nvGrpSpPr>
          <p:cNvPr id="125" name="Group 124">
            <a:extLst>
              <a:ext uri="{FF2B5EF4-FFF2-40B4-BE49-F238E27FC236}">
                <a16:creationId xmlns:a16="http://schemas.microsoft.com/office/drawing/2014/main" id="{E3E0F3B9-52FF-4F7C-B292-39245229CCA4}"/>
              </a:ext>
            </a:extLst>
          </p:cNvPr>
          <p:cNvGrpSpPr/>
          <p:nvPr/>
        </p:nvGrpSpPr>
        <p:grpSpPr>
          <a:xfrm>
            <a:off x="9088718" y="2109816"/>
            <a:ext cx="735120" cy="606960"/>
            <a:chOff x="9088718" y="2109816"/>
            <a:chExt cx="735120" cy="606960"/>
          </a:xfrm>
        </p:grpSpPr>
        <mc:AlternateContent xmlns:mc="http://schemas.openxmlformats.org/markup-compatibility/2006" xmlns:p14="http://schemas.microsoft.com/office/powerpoint/2010/main">
          <mc:Choice Requires="p14">
            <p:contentPart p14:bwMode="auto" r:id="rId14">
              <p14:nvContentPartPr>
                <p14:cNvPr id="95" name="Ink 94">
                  <a:extLst>
                    <a:ext uri="{FF2B5EF4-FFF2-40B4-BE49-F238E27FC236}">
                      <a16:creationId xmlns:a16="http://schemas.microsoft.com/office/drawing/2014/main" id="{B8B76EAE-CF84-54F4-9328-31E6557E5273}"/>
                    </a:ext>
                  </a:extLst>
                </p14:cNvPr>
                <p14:cNvContentPartPr/>
                <p14:nvPr/>
              </p14:nvContentPartPr>
              <p14:xfrm>
                <a:off x="9181958" y="2302056"/>
                <a:ext cx="83160" cy="152280"/>
              </p14:xfrm>
            </p:contentPart>
          </mc:Choice>
          <mc:Fallback xmlns="">
            <p:pic>
              <p:nvPicPr>
                <p:cNvPr id="95" name="Ink 94">
                  <a:extLst>
                    <a:ext uri="{FF2B5EF4-FFF2-40B4-BE49-F238E27FC236}">
                      <a16:creationId xmlns:a16="http://schemas.microsoft.com/office/drawing/2014/main" id="{B8B76EAE-CF84-54F4-9328-31E6557E5273}"/>
                    </a:ext>
                  </a:extLst>
                </p:cNvPr>
                <p:cNvPicPr/>
                <p:nvPr/>
              </p:nvPicPr>
              <p:blipFill>
                <a:blip r:embed="rId15"/>
                <a:stretch>
                  <a:fillRect/>
                </a:stretch>
              </p:blipFill>
              <p:spPr>
                <a:xfrm>
                  <a:off x="9175838" y="2295936"/>
                  <a:ext cx="9540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6" name="Ink 95">
                  <a:extLst>
                    <a:ext uri="{FF2B5EF4-FFF2-40B4-BE49-F238E27FC236}">
                      <a16:creationId xmlns:a16="http://schemas.microsoft.com/office/drawing/2014/main" id="{ACC15B9C-B41C-D8F1-1D3C-4C4AB73B146B}"/>
                    </a:ext>
                  </a:extLst>
                </p14:cNvPr>
                <p14:cNvContentPartPr/>
                <p14:nvPr/>
              </p14:nvContentPartPr>
              <p14:xfrm>
                <a:off x="9299318" y="2294136"/>
                <a:ext cx="81000" cy="146520"/>
              </p14:xfrm>
            </p:contentPart>
          </mc:Choice>
          <mc:Fallback xmlns="">
            <p:pic>
              <p:nvPicPr>
                <p:cNvPr id="96" name="Ink 95">
                  <a:extLst>
                    <a:ext uri="{FF2B5EF4-FFF2-40B4-BE49-F238E27FC236}">
                      <a16:creationId xmlns:a16="http://schemas.microsoft.com/office/drawing/2014/main" id="{ACC15B9C-B41C-D8F1-1D3C-4C4AB73B146B}"/>
                    </a:ext>
                  </a:extLst>
                </p:cNvPr>
                <p:cNvPicPr/>
                <p:nvPr/>
              </p:nvPicPr>
              <p:blipFill>
                <a:blip r:embed="rId17"/>
                <a:stretch>
                  <a:fillRect/>
                </a:stretch>
              </p:blipFill>
              <p:spPr>
                <a:xfrm>
                  <a:off x="9293198" y="2288016"/>
                  <a:ext cx="9324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7" name="Ink 96">
                  <a:extLst>
                    <a:ext uri="{FF2B5EF4-FFF2-40B4-BE49-F238E27FC236}">
                      <a16:creationId xmlns:a16="http://schemas.microsoft.com/office/drawing/2014/main" id="{67FE3F11-8415-D70D-645B-BB4042CC6646}"/>
                    </a:ext>
                  </a:extLst>
                </p14:cNvPr>
                <p14:cNvContentPartPr/>
                <p14:nvPr/>
              </p14:nvContentPartPr>
              <p14:xfrm>
                <a:off x="9431438" y="2408256"/>
                <a:ext cx="16920" cy="117000"/>
              </p14:xfrm>
            </p:contentPart>
          </mc:Choice>
          <mc:Fallback xmlns="">
            <p:pic>
              <p:nvPicPr>
                <p:cNvPr id="97" name="Ink 96">
                  <a:extLst>
                    <a:ext uri="{FF2B5EF4-FFF2-40B4-BE49-F238E27FC236}">
                      <a16:creationId xmlns:a16="http://schemas.microsoft.com/office/drawing/2014/main" id="{67FE3F11-8415-D70D-645B-BB4042CC6646}"/>
                    </a:ext>
                  </a:extLst>
                </p:cNvPr>
                <p:cNvPicPr/>
                <p:nvPr/>
              </p:nvPicPr>
              <p:blipFill>
                <a:blip r:embed="rId19"/>
                <a:stretch>
                  <a:fillRect/>
                </a:stretch>
              </p:blipFill>
              <p:spPr>
                <a:xfrm>
                  <a:off x="9425318" y="2402136"/>
                  <a:ext cx="2916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98" name="Ink 97">
                  <a:extLst>
                    <a:ext uri="{FF2B5EF4-FFF2-40B4-BE49-F238E27FC236}">
                      <a16:creationId xmlns:a16="http://schemas.microsoft.com/office/drawing/2014/main" id="{F97C2AE4-1632-1855-2528-EB252361C124}"/>
                    </a:ext>
                  </a:extLst>
                </p14:cNvPr>
                <p14:cNvContentPartPr/>
                <p14:nvPr/>
              </p14:nvContentPartPr>
              <p14:xfrm>
                <a:off x="9393278" y="2109816"/>
                <a:ext cx="162360" cy="105480"/>
              </p14:xfrm>
            </p:contentPart>
          </mc:Choice>
          <mc:Fallback xmlns="">
            <p:pic>
              <p:nvPicPr>
                <p:cNvPr id="98" name="Ink 97">
                  <a:extLst>
                    <a:ext uri="{FF2B5EF4-FFF2-40B4-BE49-F238E27FC236}">
                      <a16:creationId xmlns:a16="http://schemas.microsoft.com/office/drawing/2014/main" id="{F97C2AE4-1632-1855-2528-EB252361C124}"/>
                    </a:ext>
                  </a:extLst>
                </p:cNvPr>
                <p:cNvPicPr/>
                <p:nvPr/>
              </p:nvPicPr>
              <p:blipFill>
                <a:blip r:embed="rId21"/>
                <a:stretch>
                  <a:fillRect/>
                </a:stretch>
              </p:blipFill>
              <p:spPr>
                <a:xfrm>
                  <a:off x="9387158" y="2103696"/>
                  <a:ext cx="17460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99" name="Ink 98">
                  <a:extLst>
                    <a:ext uri="{FF2B5EF4-FFF2-40B4-BE49-F238E27FC236}">
                      <a16:creationId xmlns:a16="http://schemas.microsoft.com/office/drawing/2014/main" id="{4B8C3933-566C-4CCD-B870-98EC03EAA7E8}"/>
                    </a:ext>
                  </a:extLst>
                </p14:cNvPr>
                <p14:cNvContentPartPr/>
                <p14:nvPr/>
              </p14:nvContentPartPr>
              <p14:xfrm>
                <a:off x="9088718" y="2619216"/>
                <a:ext cx="735120" cy="97560"/>
              </p14:xfrm>
            </p:contentPart>
          </mc:Choice>
          <mc:Fallback xmlns="">
            <p:pic>
              <p:nvPicPr>
                <p:cNvPr id="99" name="Ink 98">
                  <a:extLst>
                    <a:ext uri="{FF2B5EF4-FFF2-40B4-BE49-F238E27FC236}">
                      <a16:creationId xmlns:a16="http://schemas.microsoft.com/office/drawing/2014/main" id="{4B8C3933-566C-4CCD-B870-98EC03EAA7E8}"/>
                    </a:ext>
                  </a:extLst>
                </p:cNvPr>
                <p:cNvPicPr/>
                <p:nvPr/>
              </p:nvPicPr>
              <p:blipFill>
                <a:blip r:embed="rId23"/>
                <a:stretch>
                  <a:fillRect/>
                </a:stretch>
              </p:blipFill>
              <p:spPr>
                <a:xfrm>
                  <a:off x="9082598" y="2613096"/>
                  <a:ext cx="74736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23" name="Ink 122">
                  <a:extLst>
                    <a:ext uri="{FF2B5EF4-FFF2-40B4-BE49-F238E27FC236}">
                      <a16:creationId xmlns:a16="http://schemas.microsoft.com/office/drawing/2014/main" id="{4BC2774F-74BD-7FD4-89E1-039714ACD56F}"/>
                    </a:ext>
                  </a:extLst>
                </p14:cNvPr>
                <p14:cNvContentPartPr/>
                <p14:nvPr/>
              </p14:nvContentPartPr>
              <p14:xfrm>
                <a:off x="9507758" y="2400696"/>
                <a:ext cx="7200" cy="164880"/>
              </p14:xfrm>
            </p:contentPart>
          </mc:Choice>
          <mc:Fallback xmlns="">
            <p:pic>
              <p:nvPicPr>
                <p:cNvPr id="123" name="Ink 122">
                  <a:extLst>
                    <a:ext uri="{FF2B5EF4-FFF2-40B4-BE49-F238E27FC236}">
                      <a16:creationId xmlns:a16="http://schemas.microsoft.com/office/drawing/2014/main" id="{4BC2774F-74BD-7FD4-89E1-039714ACD56F}"/>
                    </a:ext>
                  </a:extLst>
                </p:cNvPr>
                <p:cNvPicPr/>
                <p:nvPr/>
              </p:nvPicPr>
              <p:blipFill>
                <a:blip r:embed="rId25"/>
                <a:stretch>
                  <a:fillRect/>
                </a:stretch>
              </p:blipFill>
              <p:spPr>
                <a:xfrm>
                  <a:off x="9501638" y="2394576"/>
                  <a:ext cx="1944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24" name="Ink 123">
                  <a:extLst>
                    <a:ext uri="{FF2B5EF4-FFF2-40B4-BE49-F238E27FC236}">
                      <a16:creationId xmlns:a16="http://schemas.microsoft.com/office/drawing/2014/main" id="{32C320F4-9A14-3C23-D9CA-9FC41A237A0F}"/>
                    </a:ext>
                  </a:extLst>
                </p14:cNvPr>
                <p14:cNvContentPartPr/>
                <p14:nvPr/>
              </p14:nvContentPartPr>
              <p14:xfrm>
                <a:off x="9499478" y="2412576"/>
                <a:ext cx="106920" cy="145800"/>
              </p14:xfrm>
            </p:contentPart>
          </mc:Choice>
          <mc:Fallback xmlns="">
            <p:pic>
              <p:nvPicPr>
                <p:cNvPr id="124" name="Ink 123">
                  <a:extLst>
                    <a:ext uri="{FF2B5EF4-FFF2-40B4-BE49-F238E27FC236}">
                      <a16:creationId xmlns:a16="http://schemas.microsoft.com/office/drawing/2014/main" id="{32C320F4-9A14-3C23-D9CA-9FC41A237A0F}"/>
                    </a:ext>
                  </a:extLst>
                </p:cNvPr>
                <p:cNvPicPr/>
                <p:nvPr/>
              </p:nvPicPr>
              <p:blipFill>
                <a:blip r:embed="rId27"/>
                <a:stretch>
                  <a:fillRect/>
                </a:stretch>
              </p:blipFill>
              <p:spPr>
                <a:xfrm>
                  <a:off x="9493358" y="2406456"/>
                  <a:ext cx="119160" cy="158040"/>
                </a:xfrm>
                <a:prstGeom prst="rect">
                  <a:avLst/>
                </a:prstGeom>
              </p:spPr>
            </p:pic>
          </mc:Fallback>
        </mc:AlternateContent>
      </p:grpSp>
      <p:grpSp>
        <p:nvGrpSpPr>
          <p:cNvPr id="128" name="Group 127">
            <a:extLst>
              <a:ext uri="{FF2B5EF4-FFF2-40B4-BE49-F238E27FC236}">
                <a16:creationId xmlns:a16="http://schemas.microsoft.com/office/drawing/2014/main" id="{6C7D14FA-12FE-2147-C417-533A291615F3}"/>
              </a:ext>
            </a:extLst>
          </p:cNvPr>
          <p:cNvGrpSpPr/>
          <p:nvPr/>
        </p:nvGrpSpPr>
        <p:grpSpPr>
          <a:xfrm>
            <a:off x="10035878" y="2259576"/>
            <a:ext cx="1278000" cy="821880"/>
            <a:chOff x="10035878" y="2259576"/>
            <a:chExt cx="1278000" cy="821880"/>
          </a:xfrm>
        </p:grpSpPr>
        <mc:AlternateContent xmlns:mc="http://schemas.openxmlformats.org/markup-compatibility/2006" xmlns:p14="http://schemas.microsoft.com/office/powerpoint/2010/main">
          <mc:Choice Requires="p14">
            <p:contentPart p14:bwMode="auto" r:id="rId28">
              <p14:nvContentPartPr>
                <p14:cNvPr id="103" name="Ink 102">
                  <a:extLst>
                    <a:ext uri="{FF2B5EF4-FFF2-40B4-BE49-F238E27FC236}">
                      <a16:creationId xmlns:a16="http://schemas.microsoft.com/office/drawing/2014/main" id="{8DE1B60D-8277-1506-EAEF-1B6EECD60975}"/>
                    </a:ext>
                  </a:extLst>
                </p14:cNvPr>
                <p14:cNvContentPartPr/>
                <p14:nvPr/>
              </p14:nvContentPartPr>
              <p14:xfrm>
                <a:off x="10035878" y="2528856"/>
                <a:ext cx="177480" cy="20160"/>
              </p14:xfrm>
            </p:contentPart>
          </mc:Choice>
          <mc:Fallback xmlns="">
            <p:pic>
              <p:nvPicPr>
                <p:cNvPr id="103" name="Ink 102">
                  <a:extLst>
                    <a:ext uri="{FF2B5EF4-FFF2-40B4-BE49-F238E27FC236}">
                      <a16:creationId xmlns:a16="http://schemas.microsoft.com/office/drawing/2014/main" id="{8DE1B60D-8277-1506-EAEF-1B6EECD60975}"/>
                    </a:ext>
                  </a:extLst>
                </p:cNvPr>
                <p:cNvPicPr/>
                <p:nvPr/>
              </p:nvPicPr>
              <p:blipFill>
                <a:blip r:embed="rId29"/>
                <a:stretch>
                  <a:fillRect/>
                </a:stretch>
              </p:blipFill>
              <p:spPr>
                <a:xfrm>
                  <a:off x="10029758" y="2522736"/>
                  <a:ext cx="18972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04" name="Ink 103">
                  <a:extLst>
                    <a:ext uri="{FF2B5EF4-FFF2-40B4-BE49-F238E27FC236}">
                      <a16:creationId xmlns:a16="http://schemas.microsoft.com/office/drawing/2014/main" id="{50A7DA59-9A2F-A042-1EF2-B07CE36F0674}"/>
                    </a:ext>
                  </a:extLst>
                </p14:cNvPr>
                <p14:cNvContentPartPr/>
                <p14:nvPr/>
              </p14:nvContentPartPr>
              <p14:xfrm>
                <a:off x="10120478" y="2491056"/>
                <a:ext cx="24840" cy="127800"/>
              </p14:xfrm>
            </p:contentPart>
          </mc:Choice>
          <mc:Fallback xmlns="">
            <p:pic>
              <p:nvPicPr>
                <p:cNvPr id="104" name="Ink 103">
                  <a:extLst>
                    <a:ext uri="{FF2B5EF4-FFF2-40B4-BE49-F238E27FC236}">
                      <a16:creationId xmlns:a16="http://schemas.microsoft.com/office/drawing/2014/main" id="{50A7DA59-9A2F-A042-1EF2-B07CE36F0674}"/>
                    </a:ext>
                  </a:extLst>
                </p:cNvPr>
                <p:cNvPicPr/>
                <p:nvPr/>
              </p:nvPicPr>
              <p:blipFill>
                <a:blip r:embed="rId31"/>
                <a:stretch>
                  <a:fillRect/>
                </a:stretch>
              </p:blipFill>
              <p:spPr>
                <a:xfrm>
                  <a:off x="10114358" y="2484936"/>
                  <a:ext cx="3708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05" name="Ink 104">
                  <a:extLst>
                    <a:ext uri="{FF2B5EF4-FFF2-40B4-BE49-F238E27FC236}">
                      <a16:creationId xmlns:a16="http://schemas.microsoft.com/office/drawing/2014/main" id="{E6771EA2-0049-27B9-429B-64A07AFB0309}"/>
                    </a:ext>
                  </a:extLst>
                </p14:cNvPr>
                <p14:cNvContentPartPr/>
                <p14:nvPr/>
              </p14:nvContentPartPr>
              <p14:xfrm>
                <a:off x="10462838" y="2403936"/>
                <a:ext cx="171360" cy="155880"/>
              </p14:xfrm>
            </p:contentPart>
          </mc:Choice>
          <mc:Fallback xmlns="">
            <p:pic>
              <p:nvPicPr>
                <p:cNvPr id="105" name="Ink 104">
                  <a:extLst>
                    <a:ext uri="{FF2B5EF4-FFF2-40B4-BE49-F238E27FC236}">
                      <a16:creationId xmlns:a16="http://schemas.microsoft.com/office/drawing/2014/main" id="{E6771EA2-0049-27B9-429B-64A07AFB0309}"/>
                    </a:ext>
                  </a:extLst>
                </p:cNvPr>
                <p:cNvPicPr/>
                <p:nvPr/>
              </p:nvPicPr>
              <p:blipFill>
                <a:blip r:embed="rId33"/>
                <a:stretch>
                  <a:fillRect/>
                </a:stretch>
              </p:blipFill>
              <p:spPr>
                <a:xfrm>
                  <a:off x="10456718" y="2397816"/>
                  <a:ext cx="18360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06" name="Ink 105">
                  <a:extLst>
                    <a:ext uri="{FF2B5EF4-FFF2-40B4-BE49-F238E27FC236}">
                      <a16:creationId xmlns:a16="http://schemas.microsoft.com/office/drawing/2014/main" id="{66593827-224B-50E9-DFE7-54060A2C1F08}"/>
                    </a:ext>
                  </a:extLst>
                </p14:cNvPr>
                <p14:cNvContentPartPr/>
                <p14:nvPr/>
              </p14:nvContentPartPr>
              <p14:xfrm>
                <a:off x="10658678" y="2538216"/>
                <a:ext cx="164520" cy="105480"/>
              </p14:xfrm>
            </p:contentPart>
          </mc:Choice>
          <mc:Fallback xmlns="">
            <p:pic>
              <p:nvPicPr>
                <p:cNvPr id="106" name="Ink 105">
                  <a:extLst>
                    <a:ext uri="{FF2B5EF4-FFF2-40B4-BE49-F238E27FC236}">
                      <a16:creationId xmlns:a16="http://schemas.microsoft.com/office/drawing/2014/main" id="{66593827-224B-50E9-DFE7-54060A2C1F08}"/>
                    </a:ext>
                  </a:extLst>
                </p:cNvPr>
                <p:cNvPicPr/>
                <p:nvPr/>
              </p:nvPicPr>
              <p:blipFill>
                <a:blip r:embed="rId35"/>
                <a:stretch>
                  <a:fillRect/>
                </a:stretch>
              </p:blipFill>
              <p:spPr>
                <a:xfrm>
                  <a:off x="10652558" y="2532096"/>
                  <a:ext cx="17676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07" name="Ink 106">
                  <a:extLst>
                    <a:ext uri="{FF2B5EF4-FFF2-40B4-BE49-F238E27FC236}">
                      <a16:creationId xmlns:a16="http://schemas.microsoft.com/office/drawing/2014/main" id="{1F727D0A-91DC-B788-E6BC-AE26B74EB182}"/>
                    </a:ext>
                  </a:extLst>
                </p14:cNvPr>
                <p14:cNvContentPartPr/>
                <p14:nvPr/>
              </p14:nvContentPartPr>
              <p14:xfrm>
                <a:off x="10725638" y="2259576"/>
                <a:ext cx="113400" cy="127800"/>
              </p14:xfrm>
            </p:contentPart>
          </mc:Choice>
          <mc:Fallback xmlns="">
            <p:pic>
              <p:nvPicPr>
                <p:cNvPr id="107" name="Ink 106">
                  <a:extLst>
                    <a:ext uri="{FF2B5EF4-FFF2-40B4-BE49-F238E27FC236}">
                      <a16:creationId xmlns:a16="http://schemas.microsoft.com/office/drawing/2014/main" id="{1F727D0A-91DC-B788-E6BC-AE26B74EB182}"/>
                    </a:ext>
                  </a:extLst>
                </p:cNvPr>
                <p:cNvPicPr/>
                <p:nvPr/>
              </p:nvPicPr>
              <p:blipFill>
                <a:blip r:embed="rId37"/>
                <a:stretch>
                  <a:fillRect/>
                </a:stretch>
              </p:blipFill>
              <p:spPr>
                <a:xfrm>
                  <a:off x="10719518" y="2253456"/>
                  <a:ext cx="12564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08" name="Ink 107">
                  <a:extLst>
                    <a:ext uri="{FF2B5EF4-FFF2-40B4-BE49-F238E27FC236}">
                      <a16:creationId xmlns:a16="http://schemas.microsoft.com/office/drawing/2014/main" id="{3D7EBC5E-321C-BFB5-21AF-25836CDDB7D0}"/>
                    </a:ext>
                  </a:extLst>
                </p14:cNvPr>
                <p14:cNvContentPartPr/>
                <p14:nvPr/>
              </p14:nvContentPartPr>
              <p14:xfrm>
                <a:off x="10387598" y="2705256"/>
                <a:ext cx="438840" cy="63720"/>
              </p14:xfrm>
            </p:contentPart>
          </mc:Choice>
          <mc:Fallback xmlns="">
            <p:pic>
              <p:nvPicPr>
                <p:cNvPr id="108" name="Ink 107">
                  <a:extLst>
                    <a:ext uri="{FF2B5EF4-FFF2-40B4-BE49-F238E27FC236}">
                      <a16:creationId xmlns:a16="http://schemas.microsoft.com/office/drawing/2014/main" id="{3D7EBC5E-321C-BFB5-21AF-25836CDDB7D0}"/>
                    </a:ext>
                  </a:extLst>
                </p:cNvPr>
                <p:cNvPicPr/>
                <p:nvPr/>
              </p:nvPicPr>
              <p:blipFill>
                <a:blip r:embed="rId39"/>
                <a:stretch>
                  <a:fillRect/>
                </a:stretch>
              </p:blipFill>
              <p:spPr>
                <a:xfrm>
                  <a:off x="10381478" y="2699136"/>
                  <a:ext cx="45108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09" name="Ink 108">
                  <a:extLst>
                    <a:ext uri="{FF2B5EF4-FFF2-40B4-BE49-F238E27FC236}">
                      <a16:creationId xmlns:a16="http://schemas.microsoft.com/office/drawing/2014/main" id="{1FD77C99-F96F-CF08-A6D2-6684DA98BD65}"/>
                    </a:ext>
                  </a:extLst>
                </p14:cNvPr>
                <p14:cNvContentPartPr/>
                <p14:nvPr/>
              </p14:nvContentPartPr>
              <p14:xfrm>
                <a:off x="10342238" y="2855376"/>
                <a:ext cx="305280" cy="198000"/>
              </p14:xfrm>
            </p:contentPart>
          </mc:Choice>
          <mc:Fallback xmlns="">
            <p:pic>
              <p:nvPicPr>
                <p:cNvPr id="109" name="Ink 108">
                  <a:extLst>
                    <a:ext uri="{FF2B5EF4-FFF2-40B4-BE49-F238E27FC236}">
                      <a16:creationId xmlns:a16="http://schemas.microsoft.com/office/drawing/2014/main" id="{1FD77C99-F96F-CF08-A6D2-6684DA98BD65}"/>
                    </a:ext>
                  </a:extLst>
                </p:cNvPr>
                <p:cNvPicPr/>
                <p:nvPr/>
              </p:nvPicPr>
              <p:blipFill>
                <a:blip r:embed="rId41"/>
                <a:stretch>
                  <a:fillRect/>
                </a:stretch>
              </p:blipFill>
              <p:spPr>
                <a:xfrm>
                  <a:off x="10336118" y="2849256"/>
                  <a:ext cx="31752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10" name="Ink 109">
                  <a:extLst>
                    <a:ext uri="{FF2B5EF4-FFF2-40B4-BE49-F238E27FC236}">
                      <a16:creationId xmlns:a16="http://schemas.microsoft.com/office/drawing/2014/main" id="{7F9E5B6A-B503-1F67-BC9B-964AA2581846}"/>
                    </a:ext>
                  </a:extLst>
                </p14:cNvPr>
                <p14:cNvContentPartPr/>
                <p14:nvPr/>
              </p14:nvContentPartPr>
              <p14:xfrm>
                <a:off x="10595678" y="2950776"/>
                <a:ext cx="127800" cy="130680"/>
              </p14:xfrm>
            </p:contentPart>
          </mc:Choice>
          <mc:Fallback xmlns="">
            <p:pic>
              <p:nvPicPr>
                <p:cNvPr id="110" name="Ink 109">
                  <a:extLst>
                    <a:ext uri="{FF2B5EF4-FFF2-40B4-BE49-F238E27FC236}">
                      <a16:creationId xmlns:a16="http://schemas.microsoft.com/office/drawing/2014/main" id="{7F9E5B6A-B503-1F67-BC9B-964AA2581846}"/>
                    </a:ext>
                  </a:extLst>
                </p:cNvPr>
                <p:cNvPicPr/>
                <p:nvPr/>
              </p:nvPicPr>
              <p:blipFill>
                <a:blip r:embed="rId43"/>
                <a:stretch>
                  <a:fillRect/>
                </a:stretch>
              </p:blipFill>
              <p:spPr>
                <a:xfrm>
                  <a:off x="10589558" y="2944656"/>
                  <a:ext cx="14004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11" name="Ink 110">
                  <a:extLst>
                    <a:ext uri="{FF2B5EF4-FFF2-40B4-BE49-F238E27FC236}">
                      <a16:creationId xmlns:a16="http://schemas.microsoft.com/office/drawing/2014/main" id="{241C2B1C-CCB8-3AC1-15E6-DDA49B7C9D7E}"/>
                    </a:ext>
                  </a:extLst>
                </p14:cNvPr>
                <p14:cNvContentPartPr/>
                <p14:nvPr/>
              </p14:nvContentPartPr>
              <p14:xfrm>
                <a:off x="10755518" y="2966616"/>
                <a:ext cx="184680" cy="105840"/>
              </p14:xfrm>
            </p:contentPart>
          </mc:Choice>
          <mc:Fallback xmlns="">
            <p:pic>
              <p:nvPicPr>
                <p:cNvPr id="111" name="Ink 110">
                  <a:extLst>
                    <a:ext uri="{FF2B5EF4-FFF2-40B4-BE49-F238E27FC236}">
                      <a16:creationId xmlns:a16="http://schemas.microsoft.com/office/drawing/2014/main" id="{241C2B1C-CCB8-3AC1-15E6-DDA49B7C9D7E}"/>
                    </a:ext>
                  </a:extLst>
                </p:cNvPr>
                <p:cNvPicPr/>
                <p:nvPr/>
              </p:nvPicPr>
              <p:blipFill>
                <a:blip r:embed="rId45"/>
                <a:stretch>
                  <a:fillRect/>
                </a:stretch>
              </p:blipFill>
              <p:spPr>
                <a:xfrm>
                  <a:off x="10749398" y="2960496"/>
                  <a:ext cx="19692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12" name="Ink 111">
                  <a:extLst>
                    <a:ext uri="{FF2B5EF4-FFF2-40B4-BE49-F238E27FC236}">
                      <a16:creationId xmlns:a16="http://schemas.microsoft.com/office/drawing/2014/main" id="{78A97991-16A0-C37C-6A75-ED6903E185C5}"/>
                    </a:ext>
                  </a:extLst>
                </p14:cNvPr>
                <p14:cNvContentPartPr/>
                <p14:nvPr/>
              </p14:nvContentPartPr>
              <p14:xfrm>
                <a:off x="11113358" y="2580336"/>
                <a:ext cx="119160" cy="24840"/>
              </p14:xfrm>
            </p:contentPart>
          </mc:Choice>
          <mc:Fallback xmlns="">
            <p:pic>
              <p:nvPicPr>
                <p:cNvPr id="112" name="Ink 111">
                  <a:extLst>
                    <a:ext uri="{FF2B5EF4-FFF2-40B4-BE49-F238E27FC236}">
                      <a16:creationId xmlns:a16="http://schemas.microsoft.com/office/drawing/2014/main" id="{78A97991-16A0-C37C-6A75-ED6903E185C5}"/>
                    </a:ext>
                  </a:extLst>
                </p:cNvPr>
                <p:cNvPicPr/>
                <p:nvPr/>
              </p:nvPicPr>
              <p:blipFill>
                <a:blip r:embed="rId47"/>
                <a:stretch>
                  <a:fillRect/>
                </a:stretch>
              </p:blipFill>
              <p:spPr>
                <a:xfrm>
                  <a:off x="11107238" y="2574216"/>
                  <a:ext cx="13140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13" name="Ink 112">
                  <a:extLst>
                    <a:ext uri="{FF2B5EF4-FFF2-40B4-BE49-F238E27FC236}">
                      <a16:creationId xmlns:a16="http://schemas.microsoft.com/office/drawing/2014/main" id="{2399C193-ACB1-8B93-512B-FE43AC692DE2}"/>
                    </a:ext>
                  </a:extLst>
                </p14:cNvPr>
                <p14:cNvContentPartPr/>
                <p14:nvPr/>
              </p14:nvContentPartPr>
              <p14:xfrm>
                <a:off x="11126318" y="2652336"/>
                <a:ext cx="187560" cy="20160"/>
              </p14:xfrm>
            </p:contentPart>
          </mc:Choice>
          <mc:Fallback xmlns="">
            <p:pic>
              <p:nvPicPr>
                <p:cNvPr id="113" name="Ink 112">
                  <a:extLst>
                    <a:ext uri="{FF2B5EF4-FFF2-40B4-BE49-F238E27FC236}">
                      <a16:creationId xmlns:a16="http://schemas.microsoft.com/office/drawing/2014/main" id="{2399C193-ACB1-8B93-512B-FE43AC692DE2}"/>
                    </a:ext>
                  </a:extLst>
                </p:cNvPr>
                <p:cNvPicPr/>
                <p:nvPr/>
              </p:nvPicPr>
              <p:blipFill>
                <a:blip r:embed="rId49"/>
                <a:stretch>
                  <a:fillRect/>
                </a:stretch>
              </p:blipFill>
              <p:spPr>
                <a:xfrm>
                  <a:off x="11120198" y="2646216"/>
                  <a:ext cx="19980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26" name="Ink 125">
                  <a:extLst>
                    <a:ext uri="{FF2B5EF4-FFF2-40B4-BE49-F238E27FC236}">
                      <a16:creationId xmlns:a16="http://schemas.microsoft.com/office/drawing/2014/main" id="{7AD15CC9-5B35-A084-3529-A8EE6DB49050}"/>
                    </a:ext>
                  </a:extLst>
                </p14:cNvPr>
                <p14:cNvContentPartPr/>
                <p14:nvPr/>
              </p14:nvContentPartPr>
              <p14:xfrm>
                <a:off x="10877198" y="2545056"/>
                <a:ext cx="13320" cy="118440"/>
              </p14:xfrm>
            </p:contentPart>
          </mc:Choice>
          <mc:Fallback xmlns="">
            <p:pic>
              <p:nvPicPr>
                <p:cNvPr id="126" name="Ink 125">
                  <a:extLst>
                    <a:ext uri="{FF2B5EF4-FFF2-40B4-BE49-F238E27FC236}">
                      <a16:creationId xmlns:a16="http://schemas.microsoft.com/office/drawing/2014/main" id="{7AD15CC9-5B35-A084-3529-A8EE6DB49050}"/>
                    </a:ext>
                  </a:extLst>
                </p:cNvPr>
                <p:cNvPicPr/>
                <p:nvPr/>
              </p:nvPicPr>
              <p:blipFill>
                <a:blip r:embed="rId51"/>
                <a:stretch>
                  <a:fillRect/>
                </a:stretch>
              </p:blipFill>
              <p:spPr>
                <a:xfrm>
                  <a:off x="10871078" y="2538936"/>
                  <a:ext cx="2556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27" name="Ink 126">
                  <a:extLst>
                    <a:ext uri="{FF2B5EF4-FFF2-40B4-BE49-F238E27FC236}">
                      <a16:creationId xmlns:a16="http://schemas.microsoft.com/office/drawing/2014/main" id="{A5650651-AC2A-0F86-3301-BE590909BFC6}"/>
                    </a:ext>
                  </a:extLst>
                </p14:cNvPr>
                <p14:cNvContentPartPr/>
                <p14:nvPr/>
              </p14:nvContentPartPr>
              <p14:xfrm>
                <a:off x="10857038" y="2556216"/>
                <a:ext cx="150120" cy="111960"/>
              </p14:xfrm>
            </p:contentPart>
          </mc:Choice>
          <mc:Fallback xmlns="">
            <p:pic>
              <p:nvPicPr>
                <p:cNvPr id="127" name="Ink 126">
                  <a:extLst>
                    <a:ext uri="{FF2B5EF4-FFF2-40B4-BE49-F238E27FC236}">
                      <a16:creationId xmlns:a16="http://schemas.microsoft.com/office/drawing/2014/main" id="{A5650651-AC2A-0F86-3301-BE590909BFC6}"/>
                    </a:ext>
                  </a:extLst>
                </p:cNvPr>
                <p:cNvPicPr/>
                <p:nvPr/>
              </p:nvPicPr>
              <p:blipFill>
                <a:blip r:embed="rId53"/>
                <a:stretch>
                  <a:fillRect/>
                </a:stretch>
              </p:blipFill>
              <p:spPr>
                <a:xfrm>
                  <a:off x="10850918" y="2550096"/>
                  <a:ext cx="162360" cy="124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4">
            <p14:nvContentPartPr>
              <p14:cNvPr id="129" name="Ink 128">
                <a:extLst>
                  <a:ext uri="{FF2B5EF4-FFF2-40B4-BE49-F238E27FC236}">
                    <a16:creationId xmlns:a16="http://schemas.microsoft.com/office/drawing/2014/main" id="{8A307341-099B-F0BE-2447-C44F8380BD41}"/>
                  </a:ext>
                </a:extLst>
              </p14:cNvPr>
              <p14:cNvContentPartPr/>
              <p14:nvPr/>
            </p14:nvContentPartPr>
            <p14:xfrm>
              <a:off x="4220798" y="1906056"/>
              <a:ext cx="300960" cy="27720"/>
            </p14:xfrm>
          </p:contentPart>
        </mc:Choice>
        <mc:Fallback xmlns="">
          <p:pic>
            <p:nvPicPr>
              <p:cNvPr id="129" name="Ink 128">
                <a:extLst>
                  <a:ext uri="{FF2B5EF4-FFF2-40B4-BE49-F238E27FC236}">
                    <a16:creationId xmlns:a16="http://schemas.microsoft.com/office/drawing/2014/main" id="{8A307341-099B-F0BE-2447-C44F8380BD41}"/>
                  </a:ext>
                </a:extLst>
              </p:cNvPr>
              <p:cNvPicPr/>
              <p:nvPr/>
            </p:nvPicPr>
            <p:blipFill>
              <a:blip r:embed="rId55"/>
              <a:stretch>
                <a:fillRect/>
              </a:stretch>
            </p:blipFill>
            <p:spPr>
              <a:xfrm>
                <a:off x="4214678" y="1899936"/>
                <a:ext cx="31320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30" name="Ink 129">
                <a:extLst>
                  <a:ext uri="{FF2B5EF4-FFF2-40B4-BE49-F238E27FC236}">
                    <a16:creationId xmlns:a16="http://schemas.microsoft.com/office/drawing/2014/main" id="{A6C2732F-80CA-BE24-AFD5-D17C46634011}"/>
                  </a:ext>
                </a:extLst>
              </p14:cNvPr>
              <p14:cNvContentPartPr/>
              <p14:nvPr/>
            </p14:nvContentPartPr>
            <p14:xfrm>
              <a:off x="2751278" y="1913616"/>
              <a:ext cx="4478040" cy="1672200"/>
            </p14:xfrm>
          </p:contentPart>
        </mc:Choice>
        <mc:Fallback xmlns="">
          <p:pic>
            <p:nvPicPr>
              <p:cNvPr id="130" name="Ink 129">
                <a:extLst>
                  <a:ext uri="{FF2B5EF4-FFF2-40B4-BE49-F238E27FC236}">
                    <a16:creationId xmlns:a16="http://schemas.microsoft.com/office/drawing/2014/main" id="{A6C2732F-80CA-BE24-AFD5-D17C46634011}"/>
                  </a:ext>
                </a:extLst>
              </p:cNvPr>
              <p:cNvPicPr/>
              <p:nvPr/>
            </p:nvPicPr>
            <p:blipFill>
              <a:blip r:embed="rId57"/>
              <a:stretch>
                <a:fillRect/>
              </a:stretch>
            </p:blipFill>
            <p:spPr>
              <a:xfrm>
                <a:off x="2745158" y="1907496"/>
                <a:ext cx="4490280" cy="1684440"/>
              </a:xfrm>
              <a:prstGeom prst="rect">
                <a:avLst/>
              </a:prstGeom>
            </p:spPr>
          </p:pic>
        </mc:Fallback>
      </mc:AlternateContent>
      <p:grpSp>
        <p:nvGrpSpPr>
          <p:cNvPr id="143" name="Group 142">
            <a:extLst>
              <a:ext uri="{FF2B5EF4-FFF2-40B4-BE49-F238E27FC236}">
                <a16:creationId xmlns:a16="http://schemas.microsoft.com/office/drawing/2014/main" id="{55D36D12-1617-B11C-40EE-2D461E53D0F2}"/>
              </a:ext>
            </a:extLst>
          </p:cNvPr>
          <p:cNvGrpSpPr/>
          <p:nvPr/>
        </p:nvGrpSpPr>
        <p:grpSpPr>
          <a:xfrm>
            <a:off x="2767478" y="815976"/>
            <a:ext cx="5662800" cy="3725280"/>
            <a:chOff x="2767478" y="815976"/>
            <a:chExt cx="5662800" cy="3725280"/>
          </a:xfrm>
        </p:grpSpPr>
        <mc:AlternateContent xmlns:mc="http://schemas.openxmlformats.org/markup-compatibility/2006" xmlns:p14="http://schemas.microsoft.com/office/powerpoint/2010/main">
          <mc:Choice Requires="p14">
            <p:contentPart p14:bwMode="auto" r:id="rId58">
              <p14:nvContentPartPr>
                <p14:cNvPr id="4" name="Ink 3">
                  <a:extLst>
                    <a:ext uri="{FF2B5EF4-FFF2-40B4-BE49-F238E27FC236}">
                      <a16:creationId xmlns:a16="http://schemas.microsoft.com/office/drawing/2014/main" id="{4032327E-DC44-9F42-9B5A-64820ACCAA79}"/>
                    </a:ext>
                  </a:extLst>
                </p14:cNvPr>
                <p14:cNvContentPartPr/>
                <p14:nvPr/>
              </p14:nvContentPartPr>
              <p14:xfrm>
                <a:off x="5195318" y="1487376"/>
                <a:ext cx="92160" cy="3053880"/>
              </p14:xfrm>
            </p:contentPart>
          </mc:Choice>
          <mc:Fallback xmlns="">
            <p:pic>
              <p:nvPicPr>
                <p:cNvPr id="4" name="Ink 3">
                  <a:extLst>
                    <a:ext uri="{FF2B5EF4-FFF2-40B4-BE49-F238E27FC236}">
                      <a16:creationId xmlns:a16="http://schemas.microsoft.com/office/drawing/2014/main" id="{4032327E-DC44-9F42-9B5A-64820ACCAA79}"/>
                    </a:ext>
                  </a:extLst>
                </p:cNvPr>
                <p:cNvPicPr/>
                <p:nvPr/>
              </p:nvPicPr>
              <p:blipFill>
                <a:blip r:embed="rId59"/>
                <a:stretch>
                  <a:fillRect/>
                </a:stretch>
              </p:blipFill>
              <p:spPr>
                <a:xfrm>
                  <a:off x="5189198" y="1481256"/>
                  <a:ext cx="104400" cy="30661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5" name="Ink 4">
                  <a:extLst>
                    <a:ext uri="{FF2B5EF4-FFF2-40B4-BE49-F238E27FC236}">
                      <a16:creationId xmlns:a16="http://schemas.microsoft.com/office/drawing/2014/main" id="{BD9DB30A-69E8-7784-7979-5DCF2694D8FF}"/>
                    </a:ext>
                  </a:extLst>
                </p14:cNvPr>
                <p14:cNvContentPartPr/>
                <p14:nvPr/>
              </p14:nvContentPartPr>
              <p14:xfrm>
                <a:off x="2767478" y="2642616"/>
                <a:ext cx="5121000" cy="486720"/>
              </p14:xfrm>
            </p:contentPart>
          </mc:Choice>
          <mc:Fallback xmlns="">
            <p:pic>
              <p:nvPicPr>
                <p:cNvPr id="5" name="Ink 4">
                  <a:extLst>
                    <a:ext uri="{FF2B5EF4-FFF2-40B4-BE49-F238E27FC236}">
                      <a16:creationId xmlns:a16="http://schemas.microsoft.com/office/drawing/2014/main" id="{BD9DB30A-69E8-7784-7979-5DCF2694D8FF}"/>
                    </a:ext>
                  </a:extLst>
                </p:cNvPr>
                <p:cNvPicPr/>
                <p:nvPr/>
              </p:nvPicPr>
              <p:blipFill>
                <a:blip r:embed="rId61"/>
                <a:stretch>
                  <a:fillRect/>
                </a:stretch>
              </p:blipFill>
              <p:spPr>
                <a:xfrm>
                  <a:off x="2761358" y="2636496"/>
                  <a:ext cx="5133240" cy="4989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6" name="Ink 5">
                  <a:extLst>
                    <a:ext uri="{FF2B5EF4-FFF2-40B4-BE49-F238E27FC236}">
                      <a16:creationId xmlns:a16="http://schemas.microsoft.com/office/drawing/2014/main" id="{EB66C875-D9AD-5EBD-CCB6-F47D2EDA858F}"/>
                    </a:ext>
                  </a:extLst>
                </p14:cNvPr>
                <p14:cNvContentPartPr/>
                <p14:nvPr/>
              </p14:nvContentPartPr>
              <p14:xfrm>
                <a:off x="8069198" y="2568456"/>
                <a:ext cx="246240" cy="183960"/>
              </p14:xfrm>
            </p:contentPart>
          </mc:Choice>
          <mc:Fallback xmlns="">
            <p:pic>
              <p:nvPicPr>
                <p:cNvPr id="6" name="Ink 5">
                  <a:extLst>
                    <a:ext uri="{FF2B5EF4-FFF2-40B4-BE49-F238E27FC236}">
                      <a16:creationId xmlns:a16="http://schemas.microsoft.com/office/drawing/2014/main" id="{EB66C875-D9AD-5EBD-CCB6-F47D2EDA858F}"/>
                    </a:ext>
                  </a:extLst>
                </p:cNvPr>
                <p:cNvPicPr/>
                <p:nvPr/>
              </p:nvPicPr>
              <p:blipFill>
                <a:blip r:embed="rId63"/>
                <a:stretch>
                  <a:fillRect/>
                </a:stretch>
              </p:blipFill>
              <p:spPr>
                <a:xfrm>
                  <a:off x="8063078" y="2562336"/>
                  <a:ext cx="25848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7" name="Ink 6">
                  <a:extLst>
                    <a:ext uri="{FF2B5EF4-FFF2-40B4-BE49-F238E27FC236}">
                      <a16:creationId xmlns:a16="http://schemas.microsoft.com/office/drawing/2014/main" id="{5972703A-4E42-E3AA-1C4A-B3CA9F9A9BCA}"/>
                    </a:ext>
                  </a:extLst>
                </p14:cNvPr>
                <p14:cNvContentPartPr/>
                <p14:nvPr/>
              </p14:nvContentPartPr>
              <p14:xfrm>
                <a:off x="8409398" y="2717496"/>
                <a:ext cx="20880" cy="205560"/>
              </p14:xfrm>
            </p:contentPart>
          </mc:Choice>
          <mc:Fallback xmlns="">
            <p:pic>
              <p:nvPicPr>
                <p:cNvPr id="7" name="Ink 6">
                  <a:extLst>
                    <a:ext uri="{FF2B5EF4-FFF2-40B4-BE49-F238E27FC236}">
                      <a16:creationId xmlns:a16="http://schemas.microsoft.com/office/drawing/2014/main" id="{5972703A-4E42-E3AA-1C4A-B3CA9F9A9BCA}"/>
                    </a:ext>
                  </a:extLst>
                </p:cNvPr>
                <p:cNvPicPr/>
                <p:nvPr/>
              </p:nvPicPr>
              <p:blipFill>
                <a:blip r:embed="rId65"/>
                <a:stretch>
                  <a:fillRect/>
                </a:stretch>
              </p:blipFill>
              <p:spPr>
                <a:xfrm>
                  <a:off x="8403278" y="2711376"/>
                  <a:ext cx="3312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9" name="Ink 8">
                  <a:extLst>
                    <a:ext uri="{FF2B5EF4-FFF2-40B4-BE49-F238E27FC236}">
                      <a16:creationId xmlns:a16="http://schemas.microsoft.com/office/drawing/2014/main" id="{CE48A809-D19B-D70E-F5C0-12F624B88B57}"/>
                    </a:ext>
                  </a:extLst>
                </p14:cNvPr>
                <p14:cNvContentPartPr/>
                <p14:nvPr/>
              </p14:nvContentPartPr>
              <p14:xfrm>
                <a:off x="5691758" y="1336176"/>
                <a:ext cx="3960" cy="36360"/>
              </p14:xfrm>
            </p:contentPart>
          </mc:Choice>
          <mc:Fallback xmlns="">
            <p:pic>
              <p:nvPicPr>
                <p:cNvPr id="9" name="Ink 8">
                  <a:extLst>
                    <a:ext uri="{FF2B5EF4-FFF2-40B4-BE49-F238E27FC236}">
                      <a16:creationId xmlns:a16="http://schemas.microsoft.com/office/drawing/2014/main" id="{CE48A809-D19B-D70E-F5C0-12F624B88B57}"/>
                    </a:ext>
                  </a:extLst>
                </p:cNvPr>
                <p:cNvPicPr/>
                <p:nvPr/>
              </p:nvPicPr>
              <p:blipFill>
                <a:blip r:embed="rId67"/>
                <a:stretch>
                  <a:fillRect/>
                </a:stretch>
              </p:blipFill>
              <p:spPr>
                <a:xfrm>
                  <a:off x="5685638" y="1330056"/>
                  <a:ext cx="1620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0" name="Ink 9">
                  <a:extLst>
                    <a:ext uri="{FF2B5EF4-FFF2-40B4-BE49-F238E27FC236}">
                      <a16:creationId xmlns:a16="http://schemas.microsoft.com/office/drawing/2014/main" id="{98E30258-D105-3DBE-210A-3696EE9CB6B3}"/>
                    </a:ext>
                  </a:extLst>
                </p14:cNvPr>
                <p14:cNvContentPartPr/>
                <p14:nvPr/>
              </p14:nvContentPartPr>
              <p14:xfrm>
                <a:off x="5242118" y="1355976"/>
                <a:ext cx="145440" cy="117720"/>
              </p14:xfrm>
            </p:contentPart>
          </mc:Choice>
          <mc:Fallback xmlns="">
            <p:pic>
              <p:nvPicPr>
                <p:cNvPr id="10" name="Ink 9">
                  <a:extLst>
                    <a:ext uri="{FF2B5EF4-FFF2-40B4-BE49-F238E27FC236}">
                      <a16:creationId xmlns:a16="http://schemas.microsoft.com/office/drawing/2014/main" id="{98E30258-D105-3DBE-210A-3696EE9CB6B3}"/>
                    </a:ext>
                  </a:extLst>
                </p:cNvPr>
                <p:cNvPicPr/>
                <p:nvPr/>
              </p:nvPicPr>
              <p:blipFill>
                <a:blip r:embed="rId69"/>
                <a:stretch>
                  <a:fillRect/>
                </a:stretch>
              </p:blipFill>
              <p:spPr>
                <a:xfrm>
                  <a:off x="5235998" y="1349856"/>
                  <a:ext cx="15768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1" name="Ink 10">
                  <a:extLst>
                    <a:ext uri="{FF2B5EF4-FFF2-40B4-BE49-F238E27FC236}">
                      <a16:creationId xmlns:a16="http://schemas.microsoft.com/office/drawing/2014/main" id="{6D0B29AD-B7E9-6520-09E4-5454F9ADDBB8}"/>
                    </a:ext>
                  </a:extLst>
                </p14:cNvPr>
                <p14:cNvContentPartPr/>
                <p14:nvPr/>
              </p14:nvContentPartPr>
              <p14:xfrm>
                <a:off x="5395478" y="1310976"/>
                <a:ext cx="104040" cy="135360"/>
              </p14:xfrm>
            </p:contentPart>
          </mc:Choice>
          <mc:Fallback xmlns="">
            <p:pic>
              <p:nvPicPr>
                <p:cNvPr id="11" name="Ink 10">
                  <a:extLst>
                    <a:ext uri="{FF2B5EF4-FFF2-40B4-BE49-F238E27FC236}">
                      <a16:creationId xmlns:a16="http://schemas.microsoft.com/office/drawing/2014/main" id="{6D0B29AD-B7E9-6520-09E4-5454F9ADDBB8}"/>
                    </a:ext>
                  </a:extLst>
                </p:cNvPr>
                <p:cNvPicPr/>
                <p:nvPr/>
              </p:nvPicPr>
              <p:blipFill>
                <a:blip r:embed="rId71"/>
                <a:stretch>
                  <a:fillRect/>
                </a:stretch>
              </p:blipFill>
              <p:spPr>
                <a:xfrm>
                  <a:off x="5389358" y="1304856"/>
                  <a:ext cx="11628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2" name="Ink 11">
                  <a:extLst>
                    <a:ext uri="{FF2B5EF4-FFF2-40B4-BE49-F238E27FC236}">
                      <a16:creationId xmlns:a16="http://schemas.microsoft.com/office/drawing/2014/main" id="{83AAB5FA-AA1C-4019-33D4-BF1C3B482BE6}"/>
                    </a:ext>
                  </a:extLst>
                </p14:cNvPr>
                <p14:cNvContentPartPr/>
                <p14:nvPr/>
              </p14:nvContentPartPr>
              <p14:xfrm>
                <a:off x="5605718" y="1367136"/>
                <a:ext cx="182880" cy="97560"/>
              </p14:xfrm>
            </p:contentPart>
          </mc:Choice>
          <mc:Fallback xmlns="">
            <p:pic>
              <p:nvPicPr>
                <p:cNvPr id="12" name="Ink 11">
                  <a:extLst>
                    <a:ext uri="{FF2B5EF4-FFF2-40B4-BE49-F238E27FC236}">
                      <a16:creationId xmlns:a16="http://schemas.microsoft.com/office/drawing/2014/main" id="{83AAB5FA-AA1C-4019-33D4-BF1C3B482BE6}"/>
                    </a:ext>
                  </a:extLst>
                </p:cNvPr>
                <p:cNvPicPr/>
                <p:nvPr/>
              </p:nvPicPr>
              <p:blipFill>
                <a:blip r:embed="rId73"/>
                <a:stretch>
                  <a:fillRect/>
                </a:stretch>
              </p:blipFill>
              <p:spPr>
                <a:xfrm>
                  <a:off x="5599598" y="1361016"/>
                  <a:ext cx="19512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8" name="Ink 17">
                  <a:extLst>
                    <a:ext uri="{FF2B5EF4-FFF2-40B4-BE49-F238E27FC236}">
                      <a16:creationId xmlns:a16="http://schemas.microsoft.com/office/drawing/2014/main" id="{55FEC0BA-A577-90C1-5091-DA3C2D22B482}"/>
                    </a:ext>
                  </a:extLst>
                </p14:cNvPr>
                <p14:cNvContentPartPr/>
                <p14:nvPr/>
              </p14:nvContentPartPr>
              <p14:xfrm>
                <a:off x="3874838" y="2070576"/>
                <a:ext cx="277560" cy="35640"/>
              </p14:xfrm>
            </p:contentPart>
          </mc:Choice>
          <mc:Fallback xmlns="">
            <p:pic>
              <p:nvPicPr>
                <p:cNvPr id="18" name="Ink 17">
                  <a:extLst>
                    <a:ext uri="{FF2B5EF4-FFF2-40B4-BE49-F238E27FC236}">
                      <a16:creationId xmlns:a16="http://schemas.microsoft.com/office/drawing/2014/main" id="{55FEC0BA-A577-90C1-5091-DA3C2D22B482}"/>
                    </a:ext>
                  </a:extLst>
                </p:cNvPr>
                <p:cNvPicPr/>
                <p:nvPr/>
              </p:nvPicPr>
              <p:blipFill>
                <a:blip r:embed="rId75"/>
                <a:stretch>
                  <a:fillRect/>
                </a:stretch>
              </p:blipFill>
              <p:spPr>
                <a:xfrm>
                  <a:off x="3868718" y="2064456"/>
                  <a:ext cx="28980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9" name="Ink 18">
                  <a:extLst>
                    <a:ext uri="{FF2B5EF4-FFF2-40B4-BE49-F238E27FC236}">
                      <a16:creationId xmlns:a16="http://schemas.microsoft.com/office/drawing/2014/main" id="{CFAD8B4D-4AE4-8B71-1203-4CE930487CF5}"/>
                    </a:ext>
                  </a:extLst>
                </p14:cNvPr>
                <p14:cNvContentPartPr/>
                <p14:nvPr/>
              </p14:nvContentPartPr>
              <p14:xfrm>
                <a:off x="4012718" y="1998936"/>
                <a:ext cx="125280" cy="208440"/>
              </p14:xfrm>
            </p:contentPart>
          </mc:Choice>
          <mc:Fallback xmlns="">
            <p:pic>
              <p:nvPicPr>
                <p:cNvPr id="19" name="Ink 18">
                  <a:extLst>
                    <a:ext uri="{FF2B5EF4-FFF2-40B4-BE49-F238E27FC236}">
                      <a16:creationId xmlns:a16="http://schemas.microsoft.com/office/drawing/2014/main" id="{CFAD8B4D-4AE4-8B71-1203-4CE930487CF5}"/>
                    </a:ext>
                  </a:extLst>
                </p:cNvPr>
                <p:cNvPicPr/>
                <p:nvPr/>
              </p:nvPicPr>
              <p:blipFill>
                <a:blip r:embed="rId77"/>
                <a:stretch>
                  <a:fillRect/>
                </a:stretch>
              </p:blipFill>
              <p:spPr>
                <a:xfrm>
                  <a:off x="4006598" y="1992816"/>
                  <a:ext cx="1375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20" name="Ink 19">
                  <a:extLst>
                    <a:ext uri="{FF2B5EF4-FFF2-40B4-BE49-F238E27FC236}">
                      <a16:creationId xmlns:a16="http://schemas.microsoft.com/office/drawing/2014/main" id="{D102EBD1-70E8-F8D3-49DB-25F683EAF028}"/>
                    </a:ext>
                  </a:extLst>
                </p14:cNvPr>
                <p14:cNvContentPartPr/>
                <p14:nvPr/>
              </p14:nvContentPartPr>
              <p14:xfrm>
                <a:off x="4256798" y="1877256"/>
                <a:ext cx="264240" cy="102600"/>
              </p14:xfrm>
            </p:contentPart>
          </mc:Choice>
          <mc:Fallback xmlns="">
            <p:pic>
              <p:nvPicPr>
                <p:cNvPr id="20" name="Ink 19">
                  <a:extLst>
                    <a:ext uri="{FF2B5EF4-FFF2-40B4-BE49-F238E27FC236}">
                      <a16:creationId xmlns:a16="http://schemas.microsoft.com/office/drawing/2014/main" id="{D102EBD1-70E8-F8D3-49DB-25F683EAF028}"/>
                    </a:ext>
                  </a:extLst>
                </p:cNvPr>
                <p:cNvPicPr/>
                <p:nvPr/>
              </p:nvPicPr>
              <p:blipFill>
                <a:blip r:embed="rId79"/>
                <a:stretch>
                  <a:fillRect/>
                </a:stretch>
              </p:blipFill>
              <p:spPr>
                <a:xfrm>
                  <a:off x="4250678" y="1871136"/>
                  <a:ext cx="27648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21" name="Ink 20">
                  <a:extLst>
                    <a:ext uri="{FF2B5EF4-FFF2-40B4-BE49-F238E27FC236}">
                      <a16:creationId xmlns:a16="http://schemas.microsoft.com/office/drawing/2014/main" id="{BC85A5D4-9111-06A6-C4F7-3CF73079348D}"/>
                    </a:ext>
                  </a:extLst>
                </p14:cNvPr>
                <p14:cNvContentPartPr/>
                <p14:nvPr/>
              </p14:nvContentPartPr>
              <p14:xfrm>
                <a:off x="4315838" y="1868976"/>
                <a:ext cx="187920" cy="255600"/>
              </p14:xfrm>
            </p:contentPart>
          </mc:Choice>
          <mc:Fallback xmlns="">
            <p:pic>
              <p:nvPicPr>
                <p:cNvPr id="21" name="Ink 20">
                  <a:extLst>
                    <a:ext uri="{FF2B5EF4-FFF2-40B4-BE49-F238E27FC236}">
                      <a16:creationId xmlns:a16="http://schemas.microsoft.com/office/drawing/2014/main" id="{BC85A5D4-9111-06A6-C4F7-3CF73079348D}"/>
                    </a:ext>
                  </a:extLst>
                </p:cNvPr>
                <p:cNvPicPr/>
                <p:nvPr/>
              </p:nvPicPr>
              <p:blipFill>
                <a:blip r:embed="rId81"/>
                <a:stretch>
                  <a:fillRect/>
                </a:stretch>
              </p:blipFill>
              <p:spPr>
                <a:xfrm>
                  <a:off x="4309718" y="1862856"/>
                  <a:ext cx="20016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24" name="Ink 23">
                  <a:extLst>
                    <a:ext uri="{FF2B5EF4-FFF2-40B4-BE49-F238E27FC236}">
                      <a16:creationId xmlns:a16="http://schemas.microsoft.com/office/drawing/2014/main" id="{C4F0A8ED-BFAE-234E-5585-11683F1CB453}"/>
                    </a:ext>
                  </a:extLst>
                </p14:cNvPr>
                <p14:cNvContentPartPr/>
                <p14:nvPr/>
              </p14:nvContentPartPr>
              <p14:xfrm>
                <a:off x="4674038" y="2383056"/>
                <a:ext cx="120960" cy="149040"/>
              </p14:xfrm>
            </p:contentPart>
          </mc:Choice>
          <mc:Fallback xmlns="">
            <p:pic>
              <p:nvPicPr>
                <p:cNvPr id="24" name="Ink 23">
                  <a:extLst>
                    <a:ext uri="{FF2B5EF4-FFF2-40B4-BE49-F238E27FC236}">
                      <a16:creationId xmlns:a16="http://schemas.microsoft.com/office/drawing/2014/main" id="{C4F0A8ED-BFAE-234E-5585-11683F1CB453}"/>
                    </a:ext>
                  </a:extLst>
                </p:cNvPr>
                <p:cNvPicPr/>
                <p:nvPr/>
              </p:nvPicPr>
              <p:blipFill>
                <a:blip r:embed="rId83"/>
                <a:stretch>
                  <a:fillRect/>
                </a:stretch>
              </p:blipFill>
              <p:spPr>
                <a:xfrm>
                  <a:off x="4667918" y="2376936"/>
                  <a:ext cx="13320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25" name="Ink 24">
                  <a:extLst>
                    <a:ext uri="{FF2B5EF4-FFF2-40B4-BE49-F238E27FC236}">
                      <a16:creationId xmlns:a16="http://schemas.microsoft.com/office/drawing/2014/main" id="{1E5B5D77-2E14-FB62-4AAA-9FCD32C635D3}"/>
                    </a:ext>
                  </a:extLst>
                </p14:cNvPr>
                <p14:cNvContentPartPr/>
                <p14:nvPr/>
              </p14:nvContentPartPr>
              <p14:xfrm>
                <a:off x="4667558" y="2395296"/>
                <a:ext cx="87840" cy="264600"/>
              </p14:xfrm>
            </p:contentPart>
          </mc:Choice>
          <mc:Fallback xmlns="">
            <p:pic>
              <p:nvPicPr>
                <p:cNvPr id="25" name="Ink 24">
                  <a:extLst>
                    <a:ext uri="{FF2B5EF4-FFF2-40B4-BE49-F238E27FC236}">
                      <a16:creationId xmlns:a16="http://schemas.microsoft.com/office/drawing/2014/main" id="{1E5B5D77-2E14-FB62-4AAA-9FCD32C635D3}"/>
                    </a:ext>
                  </a:extLst>
                </p:cNvPr>
                <p:cNvPicPr/>
                <p:nvPr/>
              </p:nvPicPr>
              <p:blipFill>
                <a:blip r:embed="rId85"/>
                <a:stretch>
                  <a:fillRect/>
                </a:stretch>
              </p:blipFill>
              <p:spPr>
                <a:xfrm>
                  <a:off x="4661438" y="2389176"/>
                  <a:ext cx="10008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26" name="Ink 25">
                  <a:extLst>
                    <a:ext uri="{FF2B5EF4-FFF2-40B4-BE49-F238E27FC236}">
                      <a16:creationId xmlns:a16="http://schemas.microsoft.com/office/drawing/2014/main" id="{F1A4A9F6-6930-F38C-E26E-4BF483756347}"/>
                    </a:ext>
                  </a:extLst>
                </p14:cNvPr>
                <p14:cNvContentPartPr/>
                <p14:nvPr/>
              </p14:nvContentPartPr>
              <p14:xfrm>
                <a:off x="5247878" y="2338776"/>
                <a:ext cx="186120" cy="113040"/>
              </p14:xfrm>
            </p:contentPart>
          </mc:Choice>
          <mc:Fallback xmlns="">
            <p:pic>
              <p:nvPicPr>
                <p:cNvPr id="26" name="Ink 25">
                  <a:extLst>
                    <a:ext uri="{FF2B5EF4-FFF2-40B4-BE49-F238E27FC236}">
                      <a16:creationId xmlns:a16="http://schemas.microsoft.com/office/drawing/2014/main" id="{F1A4A9F6-6930-F38C-E26E-4BF483756347}"/>
                    </a:ext>
                  </a:extLst>
                </p:cNvPr>
                <p:cNvPicPr/>
                <p:nvPr/>
              </p:nvPicPr>
              <p:blipFill>
                <a:blip r:embed="rId87"/>
                <a:stretch>
                  <a:fillRect/>
                </a:stretch>
              </p:blipFill>
              <p:spPr>
                <a:xfrm>
                  <a:off x="5241758" y="2332656"/>
                  <a:ext cx="19836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27" name="Ink 26">
                  <a:extLst>
                    <a:ext uri="{FF2B5EF4-FFF2-40B4-BE49-F238E27FC236}">
                      <a16:creationId xmlns:a16="http://schemas.microsoft.com/office/drawing/2014/main" id="{D78BE846-C725-40E0-1ECE-A60A61C2E2FF}"/>
                    </a:ext>
                  </a:extLst>
                </p14:cNvPr>
                <p14:cNvContentPartPr/>
                <p14:nvPr/>
              </p14:nvContentPartPr>
              <p14:xfrm>
                <a:off x="5260118" y="2327256"/>
                <a:ext cx="170640" cy="215640"/>
              </p14:xfrm>
            </p:contentPart>
          </mc:Choice>
          <mc:Fallback xmlns="">
            <p:pic>
              <p:nvPicPr>
                <p:cNvPr id="27" name="Ink 26">
                  <a:extLst>
                    <a:ext uri="{FF2B5EF4-FFF2-40B4-BE49-F238E27FC236}">
                      <a16:creationId xmlns:a16="http://schemas.microsoft.com/office/drawing/2014/main" id="{D78BE846-C725-40E0-1ECE-A60A61C2E2FF}"/>
                    </a:ext>
                  </a:extLst>
                </p:cNvPr>
                <p:cNvPicPr/>
                <p:nvPr/>
              </p:nvPicPr>
              <p:blipFill>
                <a:blip r:embed="rId89"/>
                <a:stretch>
                  <a:fillRect/>
                </a:stretch>
              </p:blipFill>
              <p:spPr>
                <a:xfrm>
                  <a:off x="5253998" y="2321136"/>
                  <a:ext cx="18288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28" name="Ink 27">
                  <a:extLst>
                    <a:ext uri="{FF2B5EF4-FFF2-40B4-BE49-F238E27FC236}">
                      <a16:creationId xmlns:a16="http://schemas.microsoft.com/office/drawing/2014/main" id="{17D9DEA2-F533-9E04-284E-D30CF13BF9B0}"/>
                    </a:ext>
                  </a:extLst>
                </p14:cNvPr>
                <p14:cNvContentPartPr/>
                <p14:nvPr/>
              </p14:nvContentPartPr>
              <p14:xfrm>
                <a:off x="5928998" y="2127096"/>
                <a:ext cx="182880" cy="190440"/>
              </p14:xfrm>
            </p:contentPart>
          </mc:Choice>
          <mc:Fallback xmlns="">
            <p:pic>
              <p:nvPicPr>
                <p:cNvPr id="28" name="Ink 27">
                  <a:extLst>
                    <a:ext uri="{FF2B5EF4-FFF2-40B4-BE49-F238E27FC236}">
                      <a16:creationId xmlns:a16="http://schemas.microsoft.com/office/drawing/2014/main" id="{17D9DEA2-F533-9E04-284E-D30CF13BF9B0}"/>
                    </a:ext>
                  </a:extLst>
                </p:cNvPr>
                <p:cNvPicPr/>
                <p:nvPr/>
              </p:nvPicPr>
              <p:blipFill>
                <a:blip r:embed="rId91"/>
                <a:stretch>
                  <a:fillRect/>
                </a:stretch>
              </p:blipFill>
              <p:spPr>
                <a:xfrm>
                  <a:off x="5922878" y="2120976"/>
                  <a:ext cx="19512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29" name="Ink 28">
                  <a:extLst>
                    <a:ext uri="{FF2B5EF4-FFF2-40B4-BE49-F238E27FC236}">
                      <a16:creationId xmlns:a16="http://schemas.microsoft.com/office/drawing/2014/main" id="{765923CF-1FAA-D06A-4520-C9EE5DF24384}"/>
                    </a:ext>
                  </a:extLst>
                </p14:cNvPr>
                <p14:cNvContentPartPr/>
                <p14:nvPr/>
              </p14:nvContentPartPr>
              <p14:xfrm>
                <a:off x="5777438" y="2102616"/>
                <a:ext cx="390240" cy="327240"/>
              </p14:xfrm>
            </p:contentPart>
          </mc:Choice>
          <mc:Fallback xmlns="">
            <p:pic>
              <p:nvPicPr>
                <p:cNvPr id="29" name="Ink 28">
                  <a:extLst>
                    <a:ext uri="{FF2B5EF4-FFF2-40B4-BE49-F238E27FC236}">
                      <a16:creationId xmlns:a16="http://schemas.microsoft.com/office/drawing/2014/main" id="{765923CF-1FAA-D06A-4520-C9EE5DF24384}"/>
                    </a:ext>
                  </a:extLst>
                </p:cNvPr>
                <p:cNvPicPr/>
                <p:nvPr/>
              </p:nvPicPr>
              <p:blipFill>
                <a:blip r:embed="rId93"/>
                <a:stretch>
                  <a:fillRect/>
                </a:stretch>
              </p:blipFill>
              <p:spPr>
                <a:xfrm>
                  <a:off x="5771318" y="2096496"/>
                  <a:ext cx="40248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30" name="Ink 29">
                  <a:extLst>
                    <a:ext uri="{FF2B5EF4-FFF2-40B4-BE49-F238E27FC236}">
                      <a16:creationId xmlns:a16="http://schemas.microsoft.com/office/drawing/2014/main" id="{C97685CC-6307-000E-6A0A-D28F1E04174B}"/>
                    </a:ext>
                  </a:extLst>
                </p14:cNvPr>
                <p14:cNvContentPartPr/>
                <p14:nvPr/>
              </p14:nvContentPartPr>
              <p14:xfrm>
                <a:off x="6377918" y="1892376"/>
                <a:ext cx="234000" cy="198000"/>
              </p14:xfrm>
            </p:contentPart>
          </mc:Choice>
          <mc:Fallback xmlns="">
            <p:pic>
              <p:nvPicPr>
                <p:cNvPr id="30" name="Ink 29">
                  <a:extLst>
                    <a:ext uri="{FF2B5EF4-FFF2-40B4-BE49-F238E27FC236}">
                      <a16:creationId xmlns:a16="http://schemas.microsoft.com/office/drawing/2014/main" id="{C97685CC-6307-000E-6A0A-D28F1E04174B}"/>
                    </a:ext>
                  </a:extLst>
                </p:cNvPr>
                <p:cNvPicPr/>
                <p:nvPr/>
              </p:nvPicPr>
              <p:blipFill>
                <a:blip r:embed="rId95"/>
                <a:stretch>
                  <a:fillRect/>
                </a:stretch>
              </p:blipFill>
              <p:spPr>
                <a:xfrm>
                  <a:off x="6371798" y="1886256"/>
                  <a:ext cx="24624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31" name="Ink 30">
                  <a:extLst>
                    <a:ext uri="{FF2B5EF4-FFF2-40B4-BE49-F238E27FC236}">
                      <a16:creationId xmlns:a16="http://schemas.microsoft.com/office/drawing/2014/main" id="{0DF63134-76EA-A949-1F26-06AAE6AEDA14}"/>
                    </a:ext>
                  </a:extLst>
                </p14:cNvPr>
                <p14:cNvContentPartPr/>
                <p14:nvPr/>
              </p14:nvContentPartPr>
              <p14:xfrm>
                <a:off x="6350918" y="1915776"/>
                <a:ext cx="310320" cy="315000"/>
              </p14:xfrm>
            </p:contentPart>
          </mc:Choice>
          <mc:Fallback xmlns="">
            <p:pic>
              <p:nvPicPr>
                <p:cNvPr id="31" name="Ink 30">
                  <a:extLst>
                    <a:ext uri="{FF2B5EF4-FFF2-40B4-BE49-F238E27FC236}">
                      <a16:creationId xmlns:a16="http://schemas.microsoft.com/office/drawing/2014/main" id="{0DF63134-76EA-A949-1F26-06AAE6AEDA14}"/>
                    </a:ext>
                  </a:extLst>
                </p:cNvPr>
                <p:cNvPicPr/>
                <p:nvPr/>
              </p:nvPicPr>
              <p:blipFill>
                <a:blip r:embed="rId97"/>
                <a:stretch>
                  <a:fillRect/>
                </a:stretch>
              </p:blipFill>
              <p:spPr>
                <a:xfrm>
                  <a:off x="6344798" y="1909656"/>
                  <a:ext cx="32256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32" name="Ink 31">
                  <a:extLst>
                    <a:ext uri="{FF2B5EF4-FFF2-40B4-BE49-F238E27FC236}">
                      <a16:creationId xmlns:a16="http://schemas.microsoft.com/office/drawing/2014/main" id="{017CFEDF-5A01-3A0F-BD9A-93A6620E5081}"/>
                    </a:ext>
                  </a:extLst>
                </p14:cNvPr>
                <p14:cNvContentPartPr/>
                <p14:nvPr/>
              </p14:nvContentPartPr>
              <p14:xfrm>
                <a:off x="4134038" y="3362976"/>
                <a:ext cx="260640" cy="142920"/>
              </p14:xfrm>
            </p:contentPart>
          </mc:Choice>
          <mc:Fallback xmlns="">
            <p:pic>
              <p:nvPicPr>
                <p:cNvPr id="32" name="Ink 31">
                  <a:extLst>
                    <a:ext uri="{FF2B5EF4-FFF2-40B4-BE49-F238E27FC236}">
                      <a16:creationId xmlns:a16="http://schemas.microsoft.com/office/drawing/2014/main" id="{017CFEDF-5A01-3A0F-BD9A-93A6620E5081}"/>
                    </a:ext>
                  </a:extLst>
                </p:cNvPr>
                <p:cNvPicPr/>
                <p:nvPr/>
              </p:nvPicPr>
              <p:blipFill>
                <a:blip r:embed="rId99"/>
                <a:stretch>
                  <a:fillRect/>
                </a:stretch>
              </p:blipFill>
              <p:spPr>
                <a:xfrm>
                  <a:off x="4127918" y="3356856"/>
                  <a:ext cx="27288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33" name="Ink 32">
                  <a:extLst>
                    <a:ext uri="{FF2B5EF4-FFF2-40B4-BE49-F238E27FC236}">
                      <a16:creationId xmlns:a16="http://schemas.microsoft.com/office/drawing/2014/main" id="{404D0C4F-83B6-97EA-C32D-4B96FAE0C476}"/>
                    </a:ext>
                  </a:extLst>
                </p14:cNvPr>
                <p14:cNvContentPartPr/>
                <p14:nvPr/>
              </p14:nvContentPartPr>
              <p14:xfrm>
                <a:off x="4188398" y="3362616"/>
                <a:ext cx="151560" cy="244440"/>
              </p14:xfrm>
            </p:contentPart>
          </mc:Choice>
          <mc:Fallback xmlns="">
            <p:pic>
              <p:nvPicPr>
                <p:cNvPr id="33" name="Ink 32">
                  <a:extLst>
                    <a:ext uri="{FF2B5EF4-FFF2-40B4-BE49-F238E27FC236}">
                      <a16:creationId xmlns:a16="http://schemas.microsoft.com/office/drawing/2014/main" id="{404D0C4F-83B6-97EA-C32D-4B96FAE0C476}"/>
                    </a:ext>
                  </a:extLst>
                </p:cNvPr>
                <p:cNvPicPr/>
                <p:nvPr/>
              </p:nvPicPr>
              <p:blipFill>
                <a:blip r:embed="rId101"/>
                <a:stretch>
                  <a:fillRect/>
                </a:stretch>
              </p:blipFill>
              <p:spPr>
                <a:xfrm>
                  <a:off x="4182278" y="3356496"/>
                  <a:ext cx="16380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34" name="Ink 33">
                  <a:extLst>
                    <a:ext uri="{FF2B5EF4-FFF2-40B4-BE49-F238E27FC236}">
                      <a16:creationId xmlns:a16="http://schemas.microsoft.com/office/drawing/2014/main" id="{63EF64E1-912F-C8CC-FFF0-AA3E0AD6EBB8}"/>
                    </a:ext>
                  </a:extLst>
                </p14:cNvPr>
                <p14:cNvContentPartPr/>
                <p14:nvPr/>
              </p14:nvContentPartPr>
              <p14:xfrm>
                <a:off x="4695998" y="3407256"/>
                <a:ext cx="203040" cy="32760"/>
              </p14:xfrm>
            </p:contentPart>
          </mc:Choice>
          <mc:Fallback xmlns="">
            <p:pic>
              <p:nvPicPr>
                <p:cNvPr id="34" name="Ink 33">
                  <a:extLst>
                    <a:ext uri="{FF2B5EF4-FFF2-40B4-BE49-F238E27FC236}">
                      <a16:creationId xmlns:a16="http://schemas.microsoft.com/office/drawing/2014/main" id="{63EF64E1-912F-C8CC-FFF0-AA3E0AD6EBB8}"/>
                    </a:ext>
                  </a:extLst>
                </p:cNvPr>
                <p:cNvPicPr/>
                <p:nvPr/>
              </p:nvPicPr>
              <p:blipFill>
                <a:blip r:embed="rId103"/>
                <a:stretch>
                  <a:fillRect/>
                </a:stretch>
              </p:blipFill>
              <p:spPr>
                <a:xfrm>
                  <a:off x="4689878" y="3401136"/>
                  <a:ext cx="2152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35" name="Ink 34">
                  <a:extLst>
                    <a:ext uri="{FF2B5EF4-FFF2-40B4-BE49-F238E27FC236}">
                      <a16:creationId xmlns:a16="http://schemas.microsoft.com/office/drawing/2014/main" id="{6BBF9083-860B-49E9-9466-7071DE591C81}"/>
                    </a:ext>
                  </a:extLst>
                </p14:cNvPr>
                <p14:cNvContentPartPr/>
                <p14:nvPr/>
              </p14:nvContentPartPr>
              <p14:xfrm>
                <a:off x="4712918" y="3372696"/>
                <a:ext cx="128520" cy="216000"/>
              </p14:xfrm>
            </p:contentPart>
          </mc:Choice>
          <mc:Fallback xmlns="">
            <p:pic>
              <p:nvPicPr>
                <p:cNvPr id="35" name="Ink 34">
                  <a:extLst>
                    <a:ext uri="{FF2B5EF4-FFF2-40B4-BE49-F238E27FC236}">
                      <a16:creationId xmlns:a16="http://schemas.microsoft.com/office/drawing/2014/main" id="{6BBF9083-860B-49E9-9466-7071DE591C81}"/>
                    </a:ext>
                  </a:extLst>
                </p:cNvPr>
                <p:cNvPicPr/>
                <p:nvPr/>
              </p:nvPicPr>
              <p:blipFill>
                <a:blip r:embed="rId105"/>
                <a:stretch>
                  <a:fillRect/>
                </a:stretch>
              </p:blipFill>
              <p:spPr>
                <a:xfrm>
                  <a:off x="4706798" y="3366576"/>
                  <a:ext cx="14076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36" name="Ink 35">
                  <a:extLst>
                    <a:ext uri="{FF2B5EF4-FFF2-40B4-BE49-F238E27FC236}">
                      <a16:creationId xmlns:a16="http://schemas.microsoft.com/office/drawing/2014/main" id="{0DDFCDB5-7DEA-31FC-F7BB-C8B7BC1726BD}"/>
                    </a:ext>
                  </a:extLst>
                </p14:cNvPr>
                <p14:cNvContentPartPr/>
                <p14:nvPr/>
              </p14:nvContentPartPr>
              <p14:xfrm>
                <a:off x="5718398" y="3281256"/>
                <a:ext cx="154080" cy="157680"/>
              </p14:xfrm>
            </p:contentPart>
          </mc:Choice>
          <mc:Fallback xmlns="">
            <p:pic>
              <p:nvPicPr>
                <p:cNvPr id="36" name="Ink 35">
                  <a:extLst>
                    <a:ext uri="{FF2B5EF4-FFF2-40B4-BE49-F238E27FC236}">
                      <a16:creationId xmlns:a16="http://schemas.microsoft.com/office/drawing/2014/main" id="{0DDFCDB5-7DEA-31FC-F7BB-C8B7BC1726BD}"/>
                    </a:ext>
                  </a:extLst>
                </p:cNvPr>
                <p:cNvPicPr/>
                <p:nvPr/>
              </p:nvPicPr>
              <p:blipFill>
                <a:blip r:embed="rId107"/>
                <a:stretch>
                  <a:fillRect/>
                </a:stretch>
              </p:blipFill>
              <p:spPr>
                <a:xfrm>
                  <a:off x="5712278" y="3275136"/>
                  <a:ext cx="16632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37" name="Ink 36">
                  <a:extLst>
                    <a:ext uri="{FF2B5EF4-FFF2-40B4-BE49-F238E27FC236}">
                      <a16:creationId xmlns:a16="http://schemas.microsoft.com/office/drawing/2014/main" id="{7481F75A-D74F-07CF-9202-6F339A90A992}"/>
                    </a:ext>
                  </a:extLst>
                </p14:cNvPr>
                <p14:cNvContentPartPr/>
                <p14:nvPr/>
              </p14:nvContentPartPr>
              <p14:xfrm>
                <a:off x="5686358" y="3314016"/>
                <a:ext cx="127440" cy="232920"/>
              </p14:xfrm>
            </p:contentPart>
          </mc:Choice>
          <mc:Fallback xmlns="">
            <p:pic>
              <p:nvPicPr>
                <p:cNvPr id="37" name="Ink 36">
                  <a:extLst>
                    <a:ext uri="{FF2B5EF4-FFF2-40B4-BE49-F238E27FC236}">
                      <a16:creationId xmlns:a16="http://schemas.microsoft.com/office/drawing/2014/main" id="{7481F75A-D74F-07CF-9202-6F339A90A992}"/>
                    </a:ext>
                  </a:extLst>
                </p:cNvPr>
                <p:cNvPicPr/>
                <p:nvPr/>
              </p:nvPicPr>
              <p:blipFill>
                <a:blip r:embed="rId109"/>
                <a:stretch>
                  <a:fillRect/>
                </a:stretch>
              </p:blipFill>
              <p:spPr>
                <a:xfrm>
                  <a:off x="5680238" y="3307896"/>
                  <a:ext cx="13968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38" name="Ink 37">
                  <a:extLst>
                    <a:ext uri="{FF2B5EF4-FFF2-40B4-BE49-F238E27FC236}">
                      <a16:creationId xmlns:a16="http://schemas.microsoft.com/office/drawing/2014/main" id="{9C7418A4-CE6C-3102-97FC-9A862A9F5014}"/>
                    </a:ext>
                  </a:extLst>
                </p14:cNvPr>
                <p14:cNvContentPartPr/>
                <p14:nvPr/>
              </p14:nvContentPartPr>
              <p14:xfrm>
                <a:off x="6282158" y="3127896"/>
                <a:ext cx="201600" cy="160920"/>
              </p14:xfrm>
            </p:contentPart>
          </mc:Choice>
          <mc:Fallback xmlns="">
            <p:pic>
              <p:nvPicPr>
                <p:cNvPr id="38" name="Ink 37">
                  <a:extLst>
                    <a:ext uri="{FF2B5EF4-FFF2-40B4-BE49-F238E27FC236}">
                      <a16:creationId xmlns:a16="http://schemas.microsoft.com/office/drawing/2014/main" id="{9C7418A4-CE6C-3102-97FC-9A862A9F5014}"/>
                    </a:ext>
                  </a:extLst>
                </p:cNvPr>
                <p:cNvPicPr/>
                <p:nvPr/>
              </p:nvPicPr>
              <p:blipFill>
                <a:blip r:embed="rId111"/>
                <a:stretch>
                  <a:fillRect/>
                </a:stretch>
              </p:blipFill>
              <p:spPr>
                <a:xfrm>
                  <a:off x="6276038" y="3121776"/>
                  <a:ext cx="21384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39" name="Ink 38">
                  <a:extLst>
                    <a:ext uri="{FF2B5EF4-FFF2-40B4-BE49-F238E27FC236}">
                      <a16:creationId xmlns:a16="http://schemas.microsoft.com/office/drawing/2014/main" id="{9DBF14D4-51AB-636F-1E1F-FBE1B9597366}"/>
                    </a:ext>
                  </a:extLst>
                </p14:cNvPr>
                <p14:cNvContentPartPr/>
                <p14:nvPr/>
              </p14:nvContentPartPr>
              <p14:xfrm>
                <a:off x="6203678" y="3112056"/>
                <a:ext cx="231480" cy="273600"/>
              </p14:xfrm>
            </p:contentPart>
          </mc:Choice>
          <mc:Fallback xmlns="">
            <p:pic>
              <p:nvPicPr>
                <p:cNvPr id="39" name="Ink 38">
                  <a:extLst>
                    <a:ext uri="{FF2B5EF4-FFF2-40B4-BE49-F238E27FC236}">
                      <a16:creationId xmlns:a16="http://schemas.microsoft.com/office/drawing/2014/main" id="{9DBF14D4-51AB-636F-1E1F-FBE1B9597366}"/>
                    </a:ext>
                  </a:extLst>
                </p:cNvPr>
                <p:cNvPicPr/>
                <p:nvPr/>
              </p:nvPicPr>
              <p:blipFill>
                <a:blip r:embed="rId113"/>
                <a:stretch>
                  <a:fillRect/>
                </a:stretch>
              </p:blipFill>
              <p:spPr>
                <a:xfrm>
                  <a:off x="6197558" y="3105936"/>
                  <a:ext cx="243720" cy="2858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40" name="Ink 39">
                  <a:extLst>
                    <a:ext uri="{FF2B5EF4-FFF2-40B4-BE49-F238E27FC236}">
                      <a16:creationId xmlns:a16="http://schemas.microsoft.com/office/drawing/2014/main" id="{3FDF69A6-73E6-55A6-089B-C9A2B4ABA404}"/>
                    </a:ext>
                  </a:extLst>
                </p14:cNvPr>
                <p14:cNvContentPartPr/>
                <p14:nvPr/>
              </p14:nvContentPartPr>
              <p14:xfrm>
                <a:off x="6743678" y="3113496"/>
                <a:ext cx="171720" cy="71640"/>
              </p14:xfrm>
            </p:contentPart>
          </mc:Choice>
          <mc:Fallback xmlns="">
            <p:pic>
              <p:nvPicPr>
                <p:cNvPr id="40" name="Ink 39">
                  <a:extLst>
                    <a:ext uri="{FF2B5EF4-FFF2-40B4-BE49-F238E27FC236}">
                      <a16:creationId xmlns:a16="http://schemas.microsoft.com/office/drawing/2014/main" id="{3FDF69A6-73E6-55A6-089B-C9A2B4ABA404}"/>
                    </a:ext>
                  </a:extLst>
                </p:cNvPr>
                <p:cNvPicPr/>
                <p:nvPr/>
              </p:nvPicPr>
              <p:blipFill>
                <a:blip r:embed="rId115"/>
                <a:stretch>
                  <a:fillRect/>
                </a:stretch>
              </p:blipFill>
              <p:spPr>
                <a:xfrm>
                  <a:off x="6737558" y="3107376"/>
                  <a:ext cx="18396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41" name="Ink 40">
                  <a:extLst>
                    <a:ext uri="{FF2B5EF4-FFF2-40B4-BE49-F238E27FC236}">
                      <a16:creationId xmlns:a16="http://schemas.microsoft.com/office/drawing/2014/main" id="{F27D74CD-0FD6-E832-FC06-3ECAC09374B1}"/>
                    </a:ext>
                  </a:extLst>
                </p14:cNvPr>
                <p14:cNvContentPartPr/>
                <p14:nvPr/>
              </p14:nvContentPartPr>
              <p14:xfrm>
                <a:off x="6660878" y="3077136"/>
                <a:ext cx="207000" cy="218880"/>
              </p14:xfrm>
            </p:contentPart>
          </mc:Choice>
          <mc:Fallback xmlns="">
            <p:pic>
              <p:nvPicPr>
                <p:cNvPr id="41" name="Ink 40">
                  <a:extLst>
                    <a:ext uri="{FF2B5EF4-FFF2-40B4-BE49-F238E27FC236}">
                      <a16:creationId xmlns:a16="http://schemas.microsoft.com/office/drawing/2014/main" id="{F27D74CD-0FD6-E832-FC06-3ECAC09374B1}"/>
                    </a:ext>
                  </a:extLst>
                </p:cNvPr>
                <p:cNvPicPr/>
                <p:nvPr/>
              </p:nvPicPr>
              <p:blipFill>
                <a:blip r:embed="rId117"/>
                <a:stretch>
                  <a:fillRect/>
                </a:stretch>
              </p:blipFill>
              <p:spPr>
                <a:xfrm>
                  <a:off x="6654758" y="3071016"/>
                  <a:ext cx="21924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42" name="Ink 41">
                  <a:extLst>
                    <a:ext uri="{FF2B5EF4-FFF2-40B4-BE49-F238E27FC236}">
                      <a16:creationId xmlns:a16="http://schemas.microsoft.com/office/drawing/2014/main" id="{3F13C1D1-A4AE-E209-D530-7B8FCDDA9F08}"/>
                    </a:ext>
                  </a:extLst>
                </p14:cNvPr>
                <p14:cNvContentPartPr/>
                <p14:nvPr/>
              </p14:nvContentPartPr>
              <p14:xfrm>
                <a:off x="6904958" y="3371256"/>
                <a:ext cx="68400" cy="226440"/>
              </p14:xfrm>
            </p:contentPart>
          </mc:Choice>
          <mc:Fallback xmlns="">
            <p:pic>
              <p:nvPicPr>
                <p:cNvPr id="42" name="Ink 41">
                  <a:extLst>
                    <a:ext uri="{FF2B5EF4-FFF2-40B4-BE49-F238E27FC236}">
                      <a16:creationId xmlns:a16="http://schemas.microsoft.com/office/drawing/2014/main" id="{3F13C1D1-A4AE-E209-D530-7B8FCDDA9F08}"/>
                    </a:ext>
                  </a:extLst>
                </p:cNvPr>
                <p:cNvPicPr/>
                <p:nvPr/>
              </p:nvPicPr>
              <p:blipFill>
                <a:blip r:embed="rId119"/>
                <a:stretch>
                  <a:fillRect/>
                </a:stretch>
              </p:blipFill>
              <p:spPr>
                <a:xfrm>
                  <a:off x="6898838" y="3365136"/>
                  <a:ext cx="8064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43" name="Ink 42">
                  <a:extLst>
                    <a:ext uri="{FF2B5EF4-FFF2-40B4-BE49-F238E27FC236}">
                      <a16:creationId xmlns:a16="http://schemas.microsoft.com/office/drawing/2014/main" id="{5463011E-C780-35F5-6459-6A61F0EC5368}"/>
                    </a:ext>
                  </a:extLst>
                </p14:cNvPr>
                <p14:cNvContentPartPr/>
                <p14:nvPr/>
              </p14:nvContentPartPr>
              <p14:xfrm>
                <a:off x="6893438" y="3296736"/>
                <a:ext cx="117360" cy="135000"/>
              </p14:xfrm>
            </p:contentPart>
          </mc:Choice>
          <mc:Fallback xmlns="">
            <p:pic>
              <p:nvPicPr>
                <p:cNvPr id="43" name="Ink 42">
                  <a:extLst>
                    <a:ext uri="{FF2B5EF4-FFF2-40B4-BE49-F238E27FC236}">
                      <a16:creationId xmlns:a16="http://schemas.microsoft.com/office/drawing/2014/main" id="{5463011E-C780-35F5-6459-6A61F0EC5368}"/>
                    </a:ext>
                  </a:extLst>
                </p:cNvPr>
                <p:cNvPicPr/>
                <p:nvPr/>
              </p:nvPicPr>
              <p:blipFill>
                <a:blip r:embed="rId121"/>
                <a:stretch>
                  <a:fillRect/>
                </a:stretch>
              </p:blipFill>
              <p:spPr>
                <a:xfrm>
                  <a:off x="6887318" y="3290616"/>
                  <a:ext cx="12960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56" name="Ink 55">
                  <a:extLst>
                    <a:ext uri="{FF2B5EF4-FFF2-40B4-BE49-F238E27FC236}">
                      <a16:creationId xmlns:a16="http://schemas.microsoft.com/office/drawing/2014/main" id="{3243EE93-7BCE-25A1-87C8-4C79509B9336}"/>
                    </a:ext>
                  </a:extLst>
                </p14:cNvPr>
                <p14:cNvContentPartPr/>
                <p14:nvPr/>
              </p14:nvContentPartPr>
              <p14:xfrm>
                <a:off x="6627398" y="3621816"/>
                <a:ext cx="107640" cy="309600"/>
              </p14:xfrm>
            </p:contentPart>
          </mc:Choice>
          <mc:Fallback xmlns="">
            <p:pic>
              <p:nvPicPr>
                <p:cNvPr id="56" name="Ink 55">
                  <a:extLst>
                    <a:ext uri="{FF2B5EF4-FFF2-40B4-BE49-F238E27FC236}">
                      <a16:creationId xmlns:a16="http://schemas.microsoft.com/office/drawing/2014/main" id="{3243EE93-7BCE-25A1-87C8-4C79509B9336}"/>
                    </a:ext>
                  </a:extLst>
                </p:cNvPr>
                <p:cNvPicPr/>
                <p:nvPr/>
              </p:nvPicPr>
              <p:blipFill>
                <a:blip r:embed="rId123"/>
                <a:stretch>
                  <a:fillRect/>
                </a:stretch>
              </p:blipFill>
              <p:spPr>
                <a:xfrm>
                  <a:off x="6621278" y="3615696"/>
                  <a:ext cx="119880"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57" name="Ink 56">
                  <a:extLst>
                    <a:ext uri="{FF2B5EF4-FFF2-40B4-BE49-F238E27FC236}">
                      <a16:creationId xmlns:a16="http://schemas.microsoft.com/office/drawing/2014/main" id="{B7EA3A03-9B75-A2FB-86FA-47EE4A91214A}"/>
                    </a:ext>
                  </a:extLst>
                </p14:cNvPr>
                <p14:cNvContentPartPr/>
                <p14:nvPr/>
              </p14:nvContentPartPr>
              <p14:xfrm>
                <a:off x="6767438" y="3722616"/>
                <a:ext cx="167760" cy="135720"/>
              </p14:xfrm>
            </p:contentPart>
          </mc:Choice>
          <mc:Fallback xmlns="">
            <p:pic>
              <p:nvPicPr>
                <p:cNvPr id="57" name="Ink 56">
                  <a:extLst>
                    <a:ext uri="{FF2B5EF4-FFF2-40B4-BE49-F238E27FC236}">
                      <a16:creationId xmlns:a16="http://schemas.microsoft.com/office/drawing/2014/main" id="{B7EA3A03-9B75-A2FB-86FA-47EE4A91214A}"/>
                    </a:ext>
                  </a:extLst>
                </p:cNvPr>
                <p:cNvPicPr/>
                <p:nvPr/>
              </p:nvPicPr>
              <p:blipFill>
                <a:blip r:embed="rId125"/>
                <a:stretch>
                  <a:fillRect/>
                </a:stretch>
              </p:blipFill>
              <p:spPr>
                <a:xfrm>
                  <a:off x="6761318" y="3716496"/>
                  <a:ext cx="18000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58" name="Ink 57">
                  <a:extLst>
                    <a:ext uri="{FF2B5EF4-FFF2-40B4-BE49-F238E27FC236}">
                      <a16:creationId xmlns:a16="http://schemas.microsoft.com/office/drawing/2014/main" id="{CEF47EE0-CC4F-481B-06F8-3B6F6DA5026F}"/>
                    </a:ext>
                  </a:extLst>
                </p14:cNvPr>
                <p14:cNvContentPartPr/>
                <p14:nvPr/>
              </p14:nvContentPartPr>
              <p14:xfrm>
                <a:off x="6985238" y="3789216"/>
                <a:ext cx="50760" cy="169560"/>
              </p14:xfrm>
            </p:contentPart>
          </mc:Choice>
          <mc:Fallback xmlns="">
            <p:pic>
              <p:nvPicPr>
                <p:cNvPr id="58" name="Ink 57">
                  <a:extLst>
                    <a:ext uri="{FF2B5EF4-FFF2-40B4-BE49-F238E27FC236}">
                      <a16:creationId xmlns:a16="http://schemas.microsoft.com/office/drawing/2014/main" id="{CEF47EE0-CC4F-481B-06F8-3B6F6DA5026F}"/>
                    </a:ext>
                  </a:extLst>
                </p:cNvPr>
                <p:cNvPicPr/>
                <p:nvPr/>
              </p:nvPicPr>
              <p:blipFill>
                <a:blip r:embed="rId127"/>
                <a:stretch>
                  <a:fillRect/>
                </a:stretch>
              </p:blipFill>
              <p:spPr>
                <a:xfrm>
                  <a:off x="6979118" y="3783096"/>
                  <a:ext cx="6300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59" name="Ink 58">
                  <a:extLst>
                    <a:ext uri="{FF2B5EF4-FFF2-40B4-BE49-F238E27FC236}">
                      <a16:creationId xmlns:a16="http://schemas.microsoft.com/office/drawing/2014/main" id="{859E3D2D-7044-708F-9BC4-9EA5DA77D9FE}"/>
                    </a:ext>
                  </a:extLst>
                </p14:cNvPr>
                <p14:cNvContentPartPr/>
                <p14:nvPr/>
              </p14:nvContentPartPr>
              <p14:xfrm>
                <a:off x="7056518" y="3791736"/>
                <a:ext cx="66240" cy="145800"/>
              </p14:xfrm>
            </p:contentPart>
          </mc:Choice>
          <mc:Fallback xmlns="">
            <p:pic>
              <p:nvPicPr>
                <p:cNvPr id="59" name="Ink 58">
                  <a:extLst>
                    <a:ext uri="{FF2B5EF4-FFF2-40B4-BE49-F238E27FC236}">
                      <a16:creationId xmlns:a16="http://schemas.microsoft.com/office/drawing/2014/main" id="{859E3D2D-7044-708F-9BC4-9EA5DA77D9FE}"/>
                    </a:ext>
                  </a:extLst>
                </p:cNvPr>
                <p:cNvPicPr/>
                <p:nvPr/>
              </p:nvPicPr>
              <p:blipFill>
                <a:blip r:embed="rId129"/>
                <a:stretch>
                  <a:fillRect/>
                </a:stretch>
              </p:blipFill>
              <p:spPr>
                <a:xfrm>
                  <a:off x="7050398" y="3785616"/>
                  <a:ext cx="7848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60" name="Ink 59">
                  <a:extLst>
                    <a:ext uri="{FF2B5EF4-FFF2-40B4-BE49-F238E27FC236}">
                      <a16:creationId xmlns:a16="http://schemas.microsoft.com/office/drawing/2014/main" id="{4C7B8F61-4529-1B95-8B91-B2F4720B5E85}"/>
                    </a:ext>
                  </a:extLst>
                </p14:cNvPr>
                <p14:cNvContentPartPr/>
                <p14:nvPr/>
              </p14:nvContentPartPr>
              <p14:xfrm>
                <a:off x="7096838" y="3770136"/>
                <a:ext cx="65160" cy="79560"/>
              </p14:xfrm>
            </p:contentPart>
          </mc:Choice>
          <mc:Fallback xmlns="">
            <p:pic>
              <p:nvPicPr>
                <p:cNvPr id="60" name="Ink 59">
                  <a:extLst>
                    <a:ext uri="{FF2B5EF4-FFF2-40B4-BE49-F238E27FC236}">
                      <a16:creationId xmlns:a16="http://schemas.microsoft.com/office/drawing/2014/main" id="{4C7B8F61-4529-1B95-8B91-B2F4720B5E85}"/>
                    </a:ext>
                  </a:extLst>
                </p:cNvPr>
                <p:cNvPicPr/>
                <p:nvPr/>
              </p:nvPicPr>
              <p:blipFill>
                <a:blip r:embed="rId131"/>
                <a:stretch>
                  <a:fillRect/>
                </a:stretch>
              </p:blipFill>
              <p:spPr>
                <a:xfrm>
                  <a:off x="7090718" y="3764016"/>
                  <a:ext cx="7740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61" name="Ink 60">
                  <a:extLst>
                    <a:ext uri="{FF2B5EF4-FFF2-40B4-BE49-F238E27FC236}">
                      <a16:creationId xmlns:a16="http://schemas.microsoft.com/office/drawing/2014/main" id="{8932D721-7748-5045-D69B-DEF17BC8BC52}"/>
                    </a:ext>
                  </a:extLst>
                </p14:cNvPr>
                <p14:cNvContentPartPr/>
                <p14:nvPr/>
              </p14:nvContentPartPr>
              <p14:xfrm>
                <a:off x="7201598" y="3705336"/>
                <a:ext cx="35280" cy="115920"/>
              </p14:xfrm>
            </p:contentPart>
          </mc:Choice>
          <mc:Fallback xmlns="">
            <p:pic>
              <p:nvPicPr>
                <p:cNvPr id="61" name="Ink 60">
                  <a:extLst>
                    <a:ext uri="{FF2B5EF4-FFF2-40B4-BE49-F238E27FC236}">
                      <a16:creationId xmlns:a16="http://schemas.microsoft.com/office/drawing/2014/main" id="{8932D721-7748-5045-D69B-DEF17BC8BC52}"/>
                    </a:ext>
                  </a:extLst>
                </p:cNvPr>
                <p:cNvPicPr/>
                <p:nvPr/>
              </p:nvPicPr>
              <p:blipFill>
                <a:blip r:embed="rId133"/>
                <a:stretch>
                  <a:fillRect/>
                </a:stretch>
              </p:blipFill>
              <p:spPr>
                <a:xfrm>
                  <a:off x="7195478" y="3699216"/>
                  <a:ext cx="4752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62" name="Ink 61">
                  <a:extLst>
                    <a:ext uri="{FF2B5EF4-FFF2-40B4-BE49-F238E27FC236}">
                      <a16:creationId xmlns:a16="http://schemas.microsoft.com/office/drawing/2014/main" id="{5E1FF5AB-D99C-3672-9AAA-BD628152AC32}"/>
                    </a:ext>
                  </a:extLst>
                </p14:cNvPr>
                <p14:cNvContentPartPr/>
                <p14:nvPr/>
              </p14:nvContentPartPr>
              <p14:xfrm>
                <a:off x="7280438" y="3566736"/>
                <a:ext cx="120960" cy="101880"/>
              </p14:xfrm>
            </p:contentPart>
          </mc:Choice>
          <mc:Fallback xmlns="">
            <p:pic>
              <p:nvPicPr>
                <p:cNvPr id="62" name="Ink 61">
                  <a:extLst>
                    <a:ext uri="{FF2B5EF4-FFF2-40B4-BE49-F238E27FC236}">
                      <a16:creationId xmlns:a16="http://schemas.microsoft.com/office/drawing/2014/main" id="{5E1FF5AB-D99C-3672-9AAA-BD628152AC32}"/>
                    </a:ext>
                  </a:extLst>
                </p:cNvPr>
                <p:cNvPicPr/>
                <p:nvPr/>
              </p:nvPicPr>
              <p:blipFill>
                <a:blip r:embed="rId135"/>
                <a:stretch>
                  <a:fillRect/>
                </a:stretch>
              </p:blipFill>
              <p:spPr>
                <a:xfrm>
                  <a:off x="7274318" y="3560616"/>
                  <a:ext cx="13320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63" name="Ink 62">
                  <a:extLst>
                    <a:ext uri="{FF2B5EF4-FFF2-40B4-BE49-F238E27FC236}">
                      <a16:creationId xmlns:a16="http://schemas.microsoft.com/office/drawing/2014/main" id="{A2B8A428-7B2B-ABF6-C998-9B73AB6D9699}"/>
                    </a:ext>
                  </a:extLst>
                </p14:cNvPr>
                <p14:cNvContentPartPr/>
                <p14:nvPr/>
              </p14:nvContentPartPr>
              <p14:xfrm>
                <a:off x="7459358" y="3607776"/>
                <a:ext cx="84960" cy="104400"/>
              </p14:xfrm>
            </p:contentPart>
          </mc:Choice>
          <mc:Fallback xmlns="">
            <p:pic>
              <p:nvPicPr>
                <p:cNvPr id="63" name="Ink 62">
                  <a:extLst>
                    <a:ext uri="{FF2B5EF4-FFF2-40B4-BE49-F238E27FC236}">
                      <a16:creationId xmlns:a16="http://schemas.microsoft.com/office/drawing/2014/main" id="{A2B8A428-7B2B-ABF6-C998-9B73AB6D9699}"/>
                    </a:ext>
                  </a:extLst>
                </p:cNvPr>
                <p:cNvPicPr/>
                <p:nvPr/>
              </p:nvPicPr>
              <p:blipFill>
                <a:blip r:embed="rId137"/>
                <a:stretch>
                  <a:fillRect/>
                </a:stretch>
              </p:blipFill>
              <p:spPr>
                <a:xfrm>
                  <a:off x="7453238" y="3601656"/>
                  <a:ext cx="9720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64" name="Ink 63">
                  <a:extLst>
                    <a:ext uri="{FF2B5EF4-FFF2-40B4-BE49-F238E27FC236}">
                      <a16:creationId xmlns:a16="http://schemas.microsoft.com/office/drawing/2014/main" id="{CC75DE53-DC49-67AA-DD94-6A4F396859FC}"/>
                    </a:ext>
                  </a:extLst>
                </p14:cNvPr>
                <p14:cNvContentPartPr/>
                <p14:nvPr/>
              </p14:nvContentPartPr>
              <p14:xfrm>
                <a:off x="7597598" y="3587256"/>
                <a:ext cx="38160" cy="179280"/>
              </p14:xfrm>
            </p:contentPart>
          </mc:Choice>
          <mc:Fallback xmlns="">
            <p:pic>
              <p:nvPicPr>
                <p:cNvPr id="64" name="Ink 63">
                  <a:extLst>
                    <a:ext uri="{FF2B5EF4-FFF2-40B4-BE49-F238E27FC236}">
                      <a16:creationId xmlns:a16="http://schemas.microsoft.com/office/drawing/2014/main" id="{CC75DE53-DC49-67AA-DD94-6A4F396859FC}"/>
                    </a:ext>
                  </a:extLst>
                </p:cNvPr>
                <p:cNvPicPr/>
                <p:nvPr/>
              </p:nvPicPr>
              <p:blipFill>
                <a:blip r:embed="rId139"/>
                <a:stretch>
                  <a:fillRect/>
                </a:stretch>
              </p:blipFill>
              <p:spPr>
                <a:xfrm>
                  <a:off x="7591478" y="3581136"/>
                  <a:ext cx="5040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65" name="Ink 64">
                  <a:extLst>
                    <a:ext uri="{FF2B5EF4-FFF2-40B4-BE49-F238E27FC236}">
                      <a16:creationId xmlns:a16="http://schemas.microsoft.com/office/drawing/2014/main" id="{714FB6C6-19BD-2A5C-8699-87B995DC1EE0}"/>
                    </a:ext>
                  </a:extLst>
                </p14:cNvPr>
                <p14:cNvContentPartPr/>
                <p14:nvPr/>
              </p14:nvContentPartPr>
              <p14:xfrm>
                <a:off x="7596878" y="3573936"/>
                <a:ext cx="54360" cy="61200"/>
              </p14:xfrm>
            </p:contentPart>
          </mc:Choice>
          <mc:Fallback xmlns="">
            <p:pic>
              <p:nvPicPr>
                <p:cNvPr id="65" name="Ink 64">
                  <a:extLst>
                    <a:ext uri="{FF2B5EF4-FFF2-40B4-BE49-F238E27FC236}">
                      <a16:creationId xmlns:a16="http://schemas.microsoft.com/office/drawing/2014/main" id="{714FB6C6-19BD-2A5C-8699-87B995DC1EE0}"/>
                    </a:ext>
                  </a:extLst>
                </p:cNvPr>
                <p:cNvPicPr/>
                <p:nvPr/>
              </p:nvPicPr>
              <p:blipFill>
                <a:blip r:embed="rId141"/>
                <a:stretch>
                  <a:fillRect/>
                </a:stretch>
              </p:blipFill>
              <p:spPr>
                <a:xfrm>
                  <a:off x="7590758" y="3567816"/>
                  <a:ext cx="6660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66" name="Ink 65">
                  <a:extLst>
                    <a:ext uri="{FF2B5EF4-FFF2-40B4-BE49-F238E27FC236}">
                      <a16:creationId xmlns:a16="http://schemas.microsoft.com/office/drawing/2014/main" id="{32A31B33-16E4-1F88-EF18-91CEE4EC2158}"/>
                    </a:ext>
                  </a:extLst>
                </p14:cNvPr>
                <p14:cNvContentPartPr/>
                <p14:nvPr/>
              </p14:nvContentPartPr>
              <p14:xfrm>
                <a:off x="7669598" y="3296736"/>
                <a:ext cx="114840" cy="452160"/>
              </p14:xfrm>
            </p:contentPart>
          </mc:Choice>
          <mc:Fallback xmlns="">
            <p:pic>
              <p:nvPicPr>
                <p:cNvPr id="66" name="Ink 65">
                  <a:extLst>
                    <a:ext uri="{FF2B5EF4-FFF2-40B4-BE49-F238E27FC236}">
                      <a16:creationId xmlns:a16="http://schemas.microsoft.com/office/drawing/2014/main" id="{32A31B33-16E4-1F88-EF18-91CEE4EC2158}"/>
                    </a:ext>
                  </a:extLst>
                </p:cNvPr>
                <p:cNvPicPr/>
                <p:nvPr/>
              </p:nvPicPr>
              <p:blipFill>
                <a:blip r:embed="rId143"/>
                <a:stretch>
                  <a:fillRect/>
                </a:stretch>
              </p:blipFill>
              <p:spPr>
                <a:xfrm>
                  <a:off x="7663478" y="3290616"/>
                  <a:ext cx="127080" cy="4644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52" name="Ink 51">
                  <a:extLst>
                    <a:ext uri="{FF2B5EF4-FFF2-40B4-BE49-F238E27FC236}">
                      <a16:creationId xmlns:a16="http://schemas.microsoft.com/office/drawing/2014/main" id="{7582729B-22A6-1101-33B2-39E571C10547}"/>
                    </a:ext>
                  </a:extLst>
                </p14:cNvPr>
                <p14:cNvContentPartPr/>
                <p14:nvPr/>
              </p14:nvContentPartPr>
              <p14:xfrm>
                <a:off x="4249598" y="1548936"/>
                <a:ext cx="55800" cy="157680"/>
              </p14:xfrm>
            </p:contentPart>
          </mc:Choice>
          <mc:Fallback xmlns="">
            <p:pic>
              <p:nvPicPr>
                <p:cNvPr id="52" name="Ink 51">
                  <a:extLst>
                    <a:ext uri="{FF2B5EF4-FFF2-40B4-BE49-F238E27FC236}">
                      <a16:creationId xmlns:a16="http://schemas.microsoft.com/office/drawing/2014/main" id="{7582729B-22A6-1101-33B2-39E571C10547}"/>
                    </a:ext>
                  </a:extLst>
                </p:cNvPr>
                <p:cNvPicPr/>
                <p:nvPr/>
              </p:nvPicPr>
              <p:blipFill>
                <a:blip r:embed="rId145"/>
                <a:stretch>
                  <a:fillRect/>
                </a:stretch>
              </p:blipFill>
              <p:spPr>
                <a:xfrm>
                  <a:off x="4243478" y="1542816"/>
                  <a:ext cx="6804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53" name="Ink 52">
                  <a:extLst>
                    <a:ext uri="{FF2B5EF4-FFF2-40B4-BE49-F238E27FC236}">
                      <a16:creationId xmlns:a16="http://schemas.microsoft.com/office/drawing/2014/main" id="{DF2C2C45-0CE7-DC14-7174-3692EBEF5DEB}"/>
                    </a:ext>
                  </a:extLst>
                </p14:cNvPr>
                <p14:cNvContentPartPr/>
                <p14:nvPr/>
              </p14:nvContentPartPr>
              <p14:xfrm>
                <a:off x="4258598" y="1475856"/>
                <a:ext cx="48240" cy="149760"/>
              </p14:xfrm>
            </p:contentPart>
          </mc:Choice>
          <mc:Fallback xmlns="">
            <p:pic>
              <p:nvPicPr>
                <p:cNvPr id="53" name="Ink 52">
                  <a:extLst>
                    <a:ext uri="{FF2B5EF4-FFF2-40B4-BE49-F238E27FC236}">
                      <a16:creationId xmlns:a16="http://schemas.microsoft.com/office/drawing/2014/main" id="{DF2C2C45-0CE7-DC14-7174-3692EBEF5DEB}"/>
                    </a:ext>
                  </a:extLst>
                </p:cNvPr>
                <p:cNvPicPr/>
                <p:nvPr/>
              </p:nvPicPr>
              <p:blipFill>
                <a:blip r:embed="rId147"/>
                <a:stretch>
                  <a:fillRect/>
                </a:stretch>
              </p:blipFill>
              <p:spPr>
                <a:xfrm>
                  <a:off x="4252478" y="1469736"/>
                  <a:ext cx="6048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54" name="Ink 53">
                  <a:extLst>
                    <a:ext uri="{FF2B5EF4-FFF2-40B4-BE49-F238E27FC236}">
                      <a16:creationId xmlns:a16="http://schemas.microsoft.com/office/drawing/2014/main" id="{8C2E4491-B492-2FA6-FDD1-53E8C22D8374}"/>
                    </a:ext>
                  </a:extLst>
                </p14:cNvPr>
                <p14:cNvContentPartPr/>
                <p14:nvPr/>
              </p14:nvContentPartPr>
              <p14:xfrm>
                <a:off x="4272998" y="1651536"/>
                <a:ext cx="180000" cy="14040"/>
              </p14:xfrm>
            </p:contentPart>
          </mc:Choice>
          <mc:Fallback xmlns="">
            <p:pic>
              <p:nvPicPr>
                <p:cNvPr id="54" name="Ink 53">
                  <a:extLst>
                    <a:ext uri="{FF2B5EF4-FFF2-40B4-BE49-F238E27FC236}">
                      <a16:creationId xmlns:a16="http://schemas.microsoft.com/office/drawing/2014/main" id="{8C2E4491-B492-2FA6-FDD1-53E8C22D8374}"/>
                    </a:ext>
                  </a:extLst>
                </p:cNvPr>
                <p:cNvPicPr/>
                <p:nvPr/>
              </p:nvPicPr>
              <p:blipFill>
                <a:blip r:embed="rId149"/>
                <a:stretch>
                  <a:fillRect/>
                </a:stretch>
              </p:blipFill>
              <p:spPr>
                <a:xfrm>
                  <a:off x="4266878" y="1645416"/>
                  <a:ext cx="19224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68" name="Ink 67">
                  <a:extLst>
                    <a:ext uri="{FF2B5EF4-FFF2-40B4-BE49-F238E27FC236}">
                      <a16:creationId xmlns:a16="http://schemas.microsoft.com/office/drawing/2014/main" id="{3696BBB2-CCAB-6D7A-79C4-1A976D86C1FF}"/>
                    </a:ext>
                  </a:extLst>
                </p14:cNvPr>
                <p14:cNvContentPartPr/>
                <p14:nvPr/>
              </p14:nvContentPartPr>
              <p14:xfrm>
                <a:off x="3695558" y="1136736"/>
                <a:ext cx="146160" cy="338400"/>
              </p14:xfrm>
            </p:contentPart>
          </mc:Choice>
          <mc:Fallback xmlns="">
            <p:pic>
              <p:nvPicPr>
                <p:cNvPr id="68" name="Ink 67">
                  <a:extLst>
                    <a:ext uri="{FF2B5EF4-FFF2-40B4-BE49-F238E27FC236}">
                      <a16:creationId xmlns:a16="http://schemas.microsoft.com/office/drawing/2014/main" id="{3696BBB2-CCAB-6D7A-79C4-1A976D86C1FF}"/>
                    </a:ext>
                  </a:extLst>
                </p:cNvPr>
                <p:cNvPicPr/>
                <p:nvPr/>
              </p:nvPicPr>
              <p:blipFill>
                <a:blip r:embed="rId151"/>
                <a:stretch>
                  <a:fillRect/>
                </a:stretch>
              </p:blipFill>
              <p:spPr>
                <a:xfrm>
                  <a:off x="3689438" y="1130616"/>
                  <a:ext cx="158400" cy="35064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69" name="Ink 68">
                  <a:extLst>
                    <a:ext uri="{FF2B5EF4-FFF2-40B4-BE49-F238E27FC236}">
                      <a16:creationId xmlns:a16="http://schemas.microsoft.com/office/drawing/2014/main" id="{7854C0C8-68CB-35B6-21CC-689FD0948AE9}"/>
                    </a:ext>
                  </a:extLst>
                </p14:cNvPr>
                <p14:cNvContentPartPr/>
                <p14:nvPr/>
              </p14:nvContentPartPr>
              <p14:xfrm>
                <a:off x="3748478" y="1159416"/>
                <a:ext cx="155520" cy="126000"/>
              </p14:xfrm>
            </p:contentPart>
          </mc:Choice>
          <mc:Fallback xmlns="">
            <p:pic>
              <p:nvPicPr>
                <p:cNvPr id="69" name="Ink 68">
                  <a:extLst>
                    <a:ext uri="{FF2B5EF4-FFF2-40B4-BE49-F238E27FC236}">
                      <a16:creationId xmlns:a16="http://schemas.microsoft.com/office/drawing/2014/main" id="{7854C0C8-68CB-35B6-21CC-689FD0948AE9}"/>
                    </a:ext>
                  </a:extLst>
                </p:cNvPr>
                <p:cNvPicPr/>
                <p:nvPr/>
              </p:nvPicPr>
              <p:blipFill>
                <a:blip r:embed="rId153"/>
                <a:stretch>
                  <a:fillRect/>
                </a:stretch>
              </p:blipFill>
              <p:spPr>
                <a:xfrm>
                  <a:off x="3742358" y="1153296"/>
                  <a:ext cx="16776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70" name="Ink 69">
                  <a:extLst>
                    <a:ext uri="{FF2B5EF4-FFF2-40B4-BE49-F238E27FC236}">
                      <a16:creationId xmlns:a16="http://schemas.microsoft.com/office/drawing/2014/main" id="{3540AF60-D7EE-5068-D073-FCD6E6C9F25B}"/>
                    </a:ext>
                  </a:extLst>
                </p14:cNvPr>
                <p14:cNvContentPartPr/>
                <p14:nvPr/>
              </p14:nvContentPartPr>
              <p14:xfrm>
                <a:off x="3935678" y="1214496"/>
                <a:ext cx="32760" cy="84960"/>
              </p14:xfrm>
            </p:contentPart>
          </mc:Choice>
          <mc:Fallback xmlns="">
            <p:pic>
              <p:nvPicPr>
                <p:cNvPr id="70" name="Ink 69">
                  <a:extLst>
                    <a:ext uri="{FF2B5EF4-FFF2-40B4-BE49-F238E27FC236}">
                      <a16:creationId xmlns:a16="http://schemas.microsoft.com/office/drawing/2014/main" id="{3540AF60-D7EE-5068-D073-FCD6E6C9F25B}"/>
                    </a:ext>
                  </a:extLst>
                </p:cNvPr>
                <p:cNvPicPr/>
                <p:nvPr/>
              </p:nvPicPr>
              <p:blipFill>
                <a:blip r:embed="rId155"/>
                <a:stretch>
                  <a:fillRect/>
                </a:stretch>
              </p:blipFill>
              <p:spPr>
                <a:xfrm>
                  <a:off x="3929558" y="1208376"/>
                  <a:ext cx="4500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71" name="Ink 70">
                  <a:extLst>
                    <a:ext uri="{FF2B5EF4-FFF2-40B4-BE49-F238E27FC236}">
                      <a16:creationId xmlns:a16="http://schemas.microsoft.com/office/drawing/2014/main" id="{47696227-4C81-223A-BA4F-848B63D68232}"/>
                    </a:ext>
                  </a:extLst>
                </p14:cNvPr>
                <p14:cNvContentPartPr/>
                <p14:nvPr/>
              </p14:nvContentPartPr>
              <p14:xfrm>
                <a:off x="3999038" y="1199016"/>
                <a:ext cx="27360" cy="95760"/>
              </p14:xfrm>
            </p:contentPart>
          </mc:Choice>
          <mc:Fallback xmlns="">
            <p:pic>
              <p:nvPicPr>
                <p:cNvPr id="71" name="Ink 70">
                  <a:extLst>
                    <a:ext uri="{FF2B5EF4-FFF2-40B4-BE49-F238E27FC236}">
                      <a16:creationId xmlns:a16="http://schemas.microsoft.com/office/drawing/2014/main" id="{47696227-4C81-223A-BA4F-848B63D68232}"/>
                    </a:ext>
                  </a:extLst>
                </p:cNvPr>
                <p:cNvPicPr/>
                <p:nvPr/>
              </p:nvPicPr>
              <p:blipFill>
                <a:blip r:embed="rId157"/>
                <a:stretch>
                  <a:fillRect/>
                </a:stretch>
              </p:blipFill>
              <p:spPr>
                <a:xfrm>
                  <a:off x="3992918" y="1192896"/>
                  <a:ext cx="3960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72" name="Ink 71">
                  <a:extLst>
                    <a:ext uri="{FF2B5EF4-FFF2-40B4-BE49-F238E27FC236}">
                      <a16:creationId xmlns:a16="http://schemas.microsoft.com/office/drawing/2014/main" id="{554EAD7F-9E4F-1F68-15CF-ADCBFD76CAA2}"/>
                    </a:ext>
                  </a:extLst>
                </p14:cNvPr>
                <p14:cNvContentPartPr/>
                <p14:nvPr/>
              </p14:nvContentPartPr>
              <p14:xfrm>
                <a:off x="4004438" y="1159056"/>
                <a:ext cx="92160" cy="77760"/>
              </p14:xfrm>
            </p:contentPart>
          </mc:Choice>
          <mc:Fallback xmlns="">
            <p:pic>
              <p:nvPicPr>
                <p:cNvPr id="72" name="Ink 71">
                  <a:extLst>
                    <a:ext uri="{FF2B5EF4-FFF2-40B4-BE49-F238E27FC236}">
                      <a16:creationId xmlns:a16="http://schemas.microsoft.com/office/drawing/2014/main" id="{554EAD7F-9E4F-1F68-15CF-ADCBFD76CAA2}"/>
                    </a:ext>
                  </a:extLst>
                </p:cNvPr>
                <p:cNvPicPr/>
                <p:nvPr/>
              </p:nvPicPr>
              <p:blipFill>
                <a:blip r:embed="rId159"/>
                <a:stretch>
                  <a:fillRect/>
                </a:stretch>
              </p:blipFill>
              <p:spPr>
                <a:xfrm>
                  <a:off x="3998318" y="1152936"/>
                  <a:ext cx="10440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73" name="Ink 72">
                  <a:extLst>
                    <a:ext uri="{FF2B5EF4-FFF2-40B4-BE49-F238E27FC236}">
                      <a16:creationId xmlns:a16="http://schemas.microsoft.com/office/drawing/2014/main" id="{66291233-28B8-6F77-C606-91A50774BD81}"/>
                    </a:ext>
                  </a:extLst>
                </p14:cNvPr>
                <p14:cNvContentPartPr/>
                <p14:nvPr/>
              </p14:nvContentPartPr>
              <p14:xfrm>
                <a:off x="4112438" y="1169136"/>
                <a:ext cx="14040" cy="112320"/>
              </p14:xfrm>
            </p:contentPart>
          </mc:Choice>
          <mc:Fallback xmlns="">
            <p:pic>
              <p:nvPicPr>
                <p:cNvPr id="73" name="Ink 72">
                  <a:extLst>
                    <a:ext uri="{FF2B5EF4-FFF2-40B4-BE49-F238E27FC236}">
                      <a16:creationId xmlns:a16="http://schemas.microsoft.com/office/drawing/2014/main" id="{66291233-28B8-6F77-C606-91A50774BD81}"/>
                    </a:ext>
                  </a:extLst>
                </p:cNvPr>
                <p:cNvPicPr/>
                <p:nvPr/>
              </p:nvPicPr>
              <p:blipFill>
                <a:blip r:embed="rId161"/>
                <a:stretch>
                  <a:fillRect/>
                </a:stretch>
              </p:blipFill>
              <p:spPr>
                <a:xfrm>
                  <a:off x="4106318" y="1163016"/>
                  <a:ext cx="2628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75" name="Ink 74">
                  <a:extLst>
                    <a:ext uri="{FF2B5EF4-FFF2-40B4-BE49-F238E27FC236}">
                      <a16:creationId xmlns:a16="http://schemas.microsoft.com/office/drawing/2014/main" id="{68851ED6-67CA-B349-3875-D8BB0AF18009}"/>
                    </a:ext>
                  </a:extLst>
                </p14:cNvPr>
                <p14:cNvContentPartPr/>
                <p14:nvPr/>
              </p14:nvContentPartPr>
              <p14:xfrm>
                <a:off x="4124318" y="1020096"/>
                <a:ext cx="92880" cy="86400"/>
              </p14:xfrm>
            </p:contentPart>
          </mc:Choice>
          <mc:Fallback xmlns="">
            <p:pic>
              <p:nvPicPr>
                <p:cNvPr id="75" name="Ink 74">
                  <a:extLst>
                    <a:ext uri="{FF2B5EF4-FFF2-40B4-BE49-F238E27FC236}">
                      <a16:creationId xmlns:a16="http://schemas.microsoft.com/office/drawing/2014/main" id="{68851ED6-67CA-B349-3875-D8BB0AF18009}"/>
                    </a:ext>
                  </a:extLst>
                </p:cNvPr>
                <p:cNvPicPr/>
                <p:nvPr/>
              </p:nvPicPr>
              <p:blipFill>
                <a:blip r:embed="rId163"/>
                <a:stretch>
                  <a:fillRect/>
                </a:stretch>
              </p:blipFill>
              <p:spPr>
                <a:xfrm>
                  <a:off x="4118198" y="1013976"/>
                  <a:ext cx="10512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76" name="Ink 75">
                  <a:extLst>
                    <a:ext uri="{FF2B5EF4-FFF2-40B4-BE49-F238E27FC236}">
                      <a16:creationId xmlns:a16="http://schemas.microsoft.com/office/drawing/2014/main" id="{7589B0B9-AFB2-3665-1DE6-B69EBB62D20F}"/>
                    </a:ext>
                  </a:extLst>
                </p14:cNvPr>
                <p14:cNvContentPartPr/>
                <p14:nvPr/>
              </p14:nvContentPartPr>
              <p14:xfrm>
                <a:off x="4260398" y="1078776"/>
                <a:ext cx="88920" cy="86040"/>
              </p14:xfrm>
            </p:contentPart>
          </mc:Choice>
          <mc:Fallback xmlns="">
            <p:pic>
              <p:nvPicPr>
                <p:cNvPr id="76" name="Ink 75">
                  <a:extLst>
                    <a:ext uri="{FF2B5EF4-FFF2-40B4-BE49-F238E27FC236}">
                      <a16:creationId xmlns:a16="http://schemas.microsoft.com/office/drawing/2014/main" id="{7589B0B9-AFB2-3665-1DE6-B69EBB62D20F}"/>
                    </a:ext>
                  </a:extLst>
                </p:cNvPr>
                <p:cNvPicPr/>
                <p:nvPr/>
              </p:nvPicPr>
              <p:blipFill>
                <a:blip r:embed="rId165"/>
                <a:stretch>
                  <a:fillRect/>
                </a:stretch>
              </p:blipFill>
              <p:spPr>
                <a:xfrm>
                  <a:off x="4254278" y="1072656"/>
                  <a:ext cx="1011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77" name="Ink 76">
                  <a:extLst>
                    <a:ext uri="{FF2B5EF4-FFF2-40B4-BE49-F238E27FC236}">
                      <a16:creationId xmlns:a16="http://schemas.microsoft.com/office/drawing/2014/main" id="{88118D35-6B47-2EB9-B329-30CE496DE69C}"/>
                    </a:ext>
                  </a:extLst>
                </p14:cNvPr>
                <p14:cNvContentPartPr/>
                <p14:nvPr/>
              </p14:nvContentPartPr>
              <p14:xfrm>
                <a:off x="4385678" y="1001016"/>
                <a:ext cx="45000" cy="114840"/>
              </p14:xfrm>
            </p:contentPart>
          </mc:Choice>
          <mc:Fallback xmlns="">
            <p:pic>
              <p:nvPicPr>
                <p:cNvPr id="77" name="Ink 76">
                  <a:extLst>
                    <a:ext uri="{FF2B5EF4-FFF2-40B4-BE49-F238E27FC236}">
                      <a16:creationId xmlns:a16="http://schemas.microsoft.com/office/drawing/2014/main" id="{88118D35-6B47-2EB9-B329-30CE496DE69C}"/>
                    </a:ext>
                  </a:extLst>
                </p:cNvPr>
                <p:cNvPicPr/>
                <p:nvPr/>
              </p:nvPicPr>
              <p:blipFill>
                <a:blip r:embed="rId167"/>
                <a:stretch>
                  <a:fillRect/>
                </a:stretch>
              </p:blipFill>
              <p:spPr>
                <a:xfrm>
                  <a:off x="4379558" y="994896"/>
                  <a:ext cx="5724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78" name="Ink 77">
                  <a:extLst>
                    <a:ext uri="{FF2B5EF4-FFF2-40B4-BE49-F238E27FC236}">
                      <a16:creationId xmlns:a16="http://schemas.microsoft.com/office/drawing/2014/main" id="{7240ADFD-7590-DBA0-4F6E-7E0B215F4CB2}"/>
                    </a:ext>
                  </a:extLst>
                </p14:cNvPr>
                <p14:cNvContentPartPr/>
                <p14:nvPr/>
              </p14:nvContentPartPr>
              <p14:xfrm>
                <a:off x="4416278" y="980136"/>
                <a:ext cx="113760" cy="86400"/>
              </p14:xfrm>
            </p:contentPart>
          </mc:Choice>
          <mc:Fallback xmlns="">
            <p:pic>
              <p:nvPicPr>
                <p:cNvPr id="78" name="Ink 77">
                  <a:extLst>
                    <a:ext uri="{FF2B5EF4-FFF2-40B4-BE49-F238E27FC236}">
                      <a16:creationId xmlns:a16="http://schemas.microsoft.com/office/drawing/2014/main" id="{7240ADFD-7590-DBA0-4F6E-7E0B215F4CB2}"/>
                    </a:ext>
                  </a:extLst>
                </p:cNvPr>
                <p:cNvPicPr/>
                <p:nvPr/>
              </p:nvPicPr>
              <p:blipFill>
                <a:blip r:embed="rId169"/>
                <a:stretch>
                  <a:fillRect/>
                </a:stretch>
              </p:blipFill>
              <p:spPr>
                <a:xfrm>
                  <a:off x="4410158" y="974016"/>
                  <a:ext cx="12600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79" name="Ink 78">
                  <a:extLst>
                    <a:ext uri="{FF2B5EF4-FFF2-40B4-BE49-F238E27FC236}">
                      <a16:creationId xmlns:a16="http://schemas.microsoft.com/office/drawing/2014/main" id="{33C5A0F4-DA30-99AC-0373-68A4857BCCAB}"/>
                    </a:ext>
                  </a:extLst>
                </p14:cNvPr>
                <p14:cNvContentPartPr/>
                <p14:nvPr/>
              </p14:nvContentPartPr>
              <p14:xfrm>
                <a:off x="4504478" y="815976"/>
                <a:ext cx="65880" cy="280080"/>
              </p14:xfrm>
            </p:contentPart>
          </mc:Choice>
          <mc:Fallback xmlns="">
            <p:pic>
              <p:nvPicPr>
                <p:cNvPr id="79" name="Ink 78">
                  <a:extLst>
                    <a:ext uri="{FF2B5EF4-FFF2-40B4-BE49-F238E27FC236}">
                      <a16:creationId xmlns:a16="http://schemas.microsoft.com/office/drawing/2014/main" id="{33C5A0F4-DA30-99AC-0373-68A4857BCCAB}"/>
                    </a:ext>
                  </a:extLst>
                </p:cNvPr>
                <p:cNvPicPr/>
                <p:nvPr/>
              </p:nvPicPr>
              <p:blipFill>
                <a:blip r:embed="rId171"/>
                <a:stretch>
                  <a:fillRect/>
                </a:stretch>
              </p:blipFill>
              <p:spPr>
                <a:xfrm>
                  <a:off x="4498358" y="809856"/>
                  <a:ext cx="7812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22" name="Ink 21">
                  <a:extLst>
                    <a:ext uri="{FF2B5EF4-FFF2-40B4-BE49-F238E27FC236}">
                      <a16:creationId xmlns:a16="http://schemas.microsoft.com/office/drawing/2014/main" id="{E27C179B-738F-2588-67CC-2E26F92A7AD7}"/>
                    </a:ext>
                  </a:extLst>
                </p14:cNvPr>
                <p14:cNvContentPartPr/>
                <p14:nvPr/>
              </p14:nvContentPartPr>
              <p14:xfrm>
                <a:off x="3855758" y="2541456"/>
                <a:ext cx="277200" cy="60840"/>
              </p14:xfrm>
            </p:contentPart>
          </mc:Choice>
          <mc:Fallback xmlns="">
            <p:pic>
              <p:nvPicPr>
                <p:cNvPr id="22" name="Ink 21">
                  <a:extLst>
                    <a:ext uri="{FF2B5EF4-FFF2-40B4-BE49-F238E27FC236}">
                      <a16:creationId xmlns:a16="http://schemas.microsoft.com/office/drawing/2014/main" id="{E27C179B-738F-2588-67CC-2E26F92A7AD7}"/>
                    </a:ext>
                  </a:extLst>
                </p:cNvPr>
                <p:cNvPicPr/>
                <p:nvPr/>
              </p:nvPicPr>
              <p:blipFill>
                <a:blip r:embed="rId173"/>
                <a:stretch>
                  <a:fillRect/>
                </a:stretch>
              </p:blipFill>
              <p:spPr>
                <a:xfrm>
                  <a:off x="3849638" y="2535336"/>
                  <a:ext cx="28944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23" name="Ink 22">
                  <a:extLst>
                    <a:ext uri="{FF2B5EF4-FFF2-40B4-BE49-F238E27FC236}">
                      <a16:creationId xmlns:a16="http://schemas.microsoft.com/office/drawing/2014/main" id="{B9299736-7530-80CE-275E-E70227480ABB}"/>
                    </a:ext>
                  </a:extLst>
                </p14:cNvPr>
                <p14:cNvContentPartPr/>
                <p14:nvPr/>
              </p14:nvContentPartPr>
              <p14:xfrm>
                <a:off x="4075718" y="2499696"/>
                <a:ext cx="46440" cy="197640"/>
              </p14:xfrm>
            </p:contentPart>
          </mc:Choice>
          <mc:Fallback xmlns="">
            <p:pic>
              <p:nvPicPr>
                <p:cNvPr id="23" name="Ink 22">
                  <a:extLst>
                    <a:ext uri="{FF2B5EF4-FFF2-40B4-BE49-F238E27FC236}">
                      <a16:creationId xmlns:a16="http://schemas.microsoft.com/office/drawing/2014/main" id="{B9299736-7530-80CE-275E-E70227480ABB}"/>
                    </a:ext>
                  </a:extLst>
                </p:cNvPr>
                <p:cNvPicPr/>
                <p:nvPr/>
              </p:nvPicPr>
              <p:blipFill>
                <a:blip r:embed="rId175"/>
                <a:stretch>
                  <a:fillRect/>
                </a:stretch>
              </p:blipFill>
              <p:spPr>
                <a:xfrm>
                  <a:off x="4069598" y="2493576"/>
                  <a:ext cx="5868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6" name="Ink 15">
                  <a:extLst>
                    <a:ext uri="{FF2B5EF4-FFF2-40B4-BE49-F238E27FC236}">
                      <a16:creationId xmlns:a16="http://schemas.microsoft.com/office/drawing/2014/main" id="{4006A3D8-7396-4A37-92F1-B4EB163FF6C9}"/>
                    </a:ext>
                  </a:extLst>
                </p14:cNvPr>
                <p14:cNvContentPartPr/>
                <p14:nvPr/>
              </p14:nvContentPartPr>
              <p14:xfrm>
                <a:off x="3408998" y="2353536"/>
                <a:ext cx="227520" cy="125640"/>
              </p14:xfrm>
            </p:contentPart>
          </mc:Choice>
          <mc:Fallback xmlns="">
            <p:pic>
              <p:nvPicPr>
                <p:cNvPr id="16" name="Ink 15">
                  <a:extLst>
                    <a:ext uri="{FF2B5EF4-FFF2-40B4-BE49-F238E27FC236}">
                      <a16:creationId xmlns:a16="http://schemas.microsoft.com/office/drawing/2014/main" id="{4006A3D8-7396-4A37-92F1-B4EB163FF6C9}"/>
                    </a:ext>
                  </a:extLst>
                </p:cNvPr>
                <p:cNvPicPr/>
                <p:nvPr/>
              </p:nvPicPr>
              <p:blipFill>
                <a:blip r:embed="rId177"/>
                <a:stretch>
                  <a:fillRect/>
                </a:stretch>
              </p:blipFill>
              <p:spPr>
                <a:xfrm>
                  <a:off x="3402878" y="2347416"/>
                  <a:ext cx="23976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7" name="Ink 16">
                  <a:extLst>
                    <a:ext uri="{FF2B5EF4-FFF2-40B4-BE49-F238E27FC236}">
                      <a16:creationId xmlns:a16="http://schemas.microsoft.com/office/drawing/2014/main" id="{8323A114-E377-7C25-CA76-66C7B198E0AE}"/>
                    </a:ext>
                  </a:extLst>
                </p14:cNvPr>
                <p14:cNvContentPartPr/>
                <p14:nvPr/>
              </p14:nvContentPartPr>
              <p14:xfrm>
                <a:off x="3497918" y="2343816"/>
                <a:ext cx="47160" cy="180720"/>
              </p14:xfrm>
            </p:contentPart>
          </mc:Choice>
          <mc:Fallback xmlns="">
            <p:pic>
              <p:nvPicPr>
                <p:cNvPr id="17" name="Ink 16">
                  <a:extLst>
                    <a:ext uri="{FF2B5EF4-FFF2-40B4-BE49-F238E27FC236}">
                      <a16:creationId xmlns:a16="http://schemas.microsoft.com/office/drawing/2014/main" id="{8323A114-E377-7C25-CA76-66C7B198E0AE}"/>
                    </a:ext>
                  </a:extLst>
                </p:cNvPr>
                <p:cNvPicPr/>
                <p:nvPr/>
              </p:nvPicPr>
              <p:blipFill>
                <a:blip r:embed="rId179"/>
                <a:stretch>
                  <a:fillRect/>
                </a:stretch>
              </p:blipFill>
              <p:spPr>
                <a:xfrm>
                  <a:off x="3491798" y="2337696"/>
                  <a:ext cx="5940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49" name="Ink 48">
                  <a:extLst>
                    <a:ext uri="{FF2B5EF4-FFF2-40B4-BE49-F238E27FC236}">
                      <a16:creationId xmlns:a16="http://schemas.microsoft.com/office/drawing/2014/main" id="{8AC74687-243A-B07D-9ECF-9C4D95D7F248}"/>
                    </a:ext>
                  </a:extLst>
                </p14:cNvPr>
                <p14:cNvContentPartPr/>
                <p14:nvPr/>
              </p14:nvContentPartPr>
              <p14:xfrm>
                <a:off x="3006878" y="2417976"/>
                <a:ext cx="249480" cy="186840"/>
              </p14:xfrm>
            </p:contentPart>
          </mc:Choice>
          <mc:Fallback xmlns="">
            <p:pic>
              <p:nvPicPr>
                <p:cNvPr id="49" name="Ink 48">
                  <a:extLst>
                    <a:ext uri="{FF2B5EF4-FFF2-40B4-BE49-F238E27FC236}">
                      <a16:creationId xmlns:a16="http://schemas.microsoft.com/office/drawing/2014/main" id="{8AC74687-243A-B07D-9ECF-9C4D95D7F248}"/>
                    </a:ext>
                  </a:extLst>
                </p:cNvPr>
                <p:cNvPicPr/>
                <p:nvPr/>
              </p:nvPicPr>
              <p:blipFill>
                <a:blip r:embed="rId181"/>
                <a:stretch>
                  <a:fillRect/>
                </a:stretch>
              </p:blipFill>
              <p:spPr>
                <a:xfrm>
                  <a:off x="3000758" y="2411856"/>
                  <a:ext cx="26172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50" name="Ink 49">
                  <a:extLst>
                    <a:ext uri="{FF2B5EF4-FFF2-40B4-BE49-F238E27FC236}">
                      <a16:creationId xmlns:a16="http://schemas.microsoft.com/office/drawing/2014/main" id="{11B50282-A042-121A-E604-16CDAF515F73}"/>
                    </a:ext>
                  </a:extLst>
                </p14:cNvPr>
                <p14:cNvContentPartPr/>
                <p14:nvPr/>
              </p14:nvContentPartPr>
              <p14:xfrm>
                <a:off x="3114158" y="2508696"/>
                <a:ext cx="237960" cy="69840"/>
              </p14:xfrm>
            </p:contentPart>
          </mc:Choice>
          <mc:Fallback xmlns="">
            <p:pic>
              <p:nvPicPr>
                <p:cNvPr id="50" name="Ink 49">
                  <a:extLst>
                    <a:ext uri="{FF2B5EF4-FFF2-40B4-BE49-F238E27FC236}">
                      <a16:creationId xmlns:a16="http://schemas.microsoft.com/office/drawing/2014/main" id="{11B50282-A042-121A-E604-16CDAF515F73}"/>
                    </a:ext>
                  </a:extLst>
                </p:cNvPr>
                <p:cNvPicPr/>
                <p:nvPr/>
              </p:nvPicPr>
              <p:blipFill>
                <a:blip r:embed="rId183"/>
                <a:stretch>
                  <a:fillRect/>
                </a:stretch>
              </p:blipFill>
              <p:spPr>
                <a:xfrm>
                  <a:off x="3108038" y="2502576"/>
                  <a:ext cx="25020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81" name="Ink 80">
                  <a:extLst>
                    <a:ext uri="{FF2B5EF4-FFF2-40B4-BE49-F238E27FC236}">
                      <a16:creationId xmlns:a16="http://schemas.microsoft.com/office/drawing/2014/main" id="{53281D12-9C9F-C33A-1DF7-BB755CA91F91}"/>
                    </a:ext>
                  </a:extLst>
                </p14:cNvPr>
                <p14:cNvContentPartPr/>
                <p14:nvPr/>
              </p14:nvContentPartPr>
              <p14:xfrm>
                <a:off x="2960078" y="2641536"/>
                <a:ext cx="154440" cy="247680"/>
              </p14:xfrm>
            </p:contentPart>
          </mc:Choice>
          <mc:Fallback xmlns="">
            <p:pic>
              <p:nvPicPr>
                <p:cNvPr id="81" name="Ink 80">
                  <a:extLst>
                    <a:ext uri="{FF2B5EF4-FFF2-40B4-BE49-F238E27FC236}">
                      <a16:creationId xmlns:a16="http://schemas.microsoft.com/office/drawing/2014/main" id="{53281D12-9C9F-C33A-1DF7-BB755CA91F91}"/>
                    </a:ext>
                  </a:extLst>
                </p:cNvPr>
                <p:cNvPicPr/>
                <p:nvPr/>
              </p:nvPicPr>
              <p:blipFill>
                <a:blip r:embed="rId185"/>
                <a:stretch>
                  <a:fillRect/>
                </a:stretch>
              </p:blipFill>
              <p:spPr>
                <a:xfrm>
                  <a:off x="2953958" y="2635416"/>
                  <a:ext cx="16668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82" name="Ink 81">
                  <a:extLst>
                    <a:ext uri="{FF2B5EF4-FFF2-40B4-BE49-F238E27FC236}">
                      <a16:creationId xmlns:a16="http://schemas.microsoft.com/office/drawing/2014/main" id="{33D3829C-A7AF-3B74-130F-14DAF28FC6C1}"/>
                    </a:ext>
                  </a:extLst>
                </p14:cNvPr>
                <p14:cNvContentPartPr/>
                <p14:nvPr/>
              </p14:nvContentPartPr>
              <p14:xfrm>
                <a:off x="3087878" y="2693016"/>
                <a:ext cx="158040" cy="131400"/>
              </p14:xfrm>
            </p:contentPart>
          </mc:Choice>
          <mc:Fallback xmlns="">
            <p:pic>
              <p:nvPicPr>
                <p:cNvPr id="82" name="Ink 81">
                  <a:extLst>
                    <a:ext uri="{FF2B5EF4-FFF2-40B4-BE49-F238E27FC236}">
                      <a16:creationId xmlns:a16="http://schemas.microsoft.com/office/drawing/2014/main" id="{33D3829C-A7AF-3B74-130F-14DAF28FC6C1}"/>
                    </a:ext>
                  </a:extLst>
                </p:cNvPr>
                <p:cNvPicPr/>
                <p:nvPr/>
              </p:nvPicPr>
              <p:blipFill>
                <a:blip r:embed="rId187"/>
                <a:stretch>
                  <a:fillRect/>
                </a:stretch>
              </p:blipFill>
              <p:spPr>
                <a:xfrm>
                  <a:off x="3081758" y="2686896"/>
                  <a:ext cx="17028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83" name="Ink 82">
                  <a:extLst>
                    <a:ext uri="{FF2B5EF4-FFF2-40B4-BE49-F238E27FC236}">
                      <a16:creationId xmlns:a16="http://schemas.microsoft.com/office/drawing/2014/main" id="{E0A5859C-6EC5-CF60-0A8A-C703D73A6A79}"/>
                    </a:ext>
                  </a:extLst>
                </p14:cNvPr>
                <p14:cNvContentPartPr/>
                <p14:nvPr/>
              </p14:nvContentPartPr>
              <p14:xfrm>
                <a:off x="3271838" y="2766816"/>
                <a:ext cx="119160" cy="100800"/>
              </p14:xfrm>
            </p:contentPart>
          </mc:Choice>
          <mc:Fallback xmlns="">
            <p:pic>
              <p:nvPicPr>
                <p:cNvPr id="83" name="Ink 82">
                  <a:extLst>
                    <a:ext uri="{FF2B5EF4-FFF2-40B4-BE49-F238E27FC236}">
                      <a16:creationId xmlns:a16="http://schemas.microsoft.com/office/drawing/2014/main" id="{E0A5859C-6EC5-CF60-0A8A-C703D73A6A79}"/>
                    </a:ext>
                  </a:extLst>
                </p:cNvPr>
                <p:cNvPicPr/>
                <p:nvPr/>
              </p:nvPicPr>
              <p:blipFill>
                <a:blip r:embed="rId189"/>
                <a:stretch>
                  <a:fillRect/>
                </a:stretch>
              </p:blipFill>
              <p:spPr>
                <a:xfrm>
                  <a:off x="3265718" y="2760696"/>
                  <a:ext cx="13140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84" name="Ink 83">
                  <a:extLst>
                    <a:ext uri="{FF2B5EF4-FFF2-40B4-BE49-F238E27FC236}">
                      <a16:creationId xmlns:a16="http://schemas.microsoft.com/office/drawing/2014/main" id="{BF4377A1-388D-A760-8F09-227E21E90F2B}"/>
                    </a:ext>
                  </a:extLst>
                </p14:cNvPr>
                <p14:cNvContentPartPr/>
                <p14:nvPr/>
              </p14:nvContentPartPr>
              <p14:xfrm>
                <a:off x="3411518" y="2740176"/>
                <a:ext cx="46080" cy="92520"/>
              </p14:xfrm>
            </p:contentPart>
          </mc:Choice>
          <mc:Fallback xmlns="">
            <p:pic>
              <p:nvPicPr>
                <p:cNvPr id="84" name="Ink 83">
                  <a:extLst>
                    <a:ext uri="{FF2B5EF4-FFF2-40B4-BE49-F238E27FC236}">
                      <a16:creationId xmlns:a16="http://schemas.microsoft.com/office/drawing/2014/main" id="{BF4377A1-388D-A760-8F09-227E21E90F2B}"/>
                    </a:ext>
                  </a:extLst>
                </p:cNvPr>
                <p:cNvPicPr/>
                <p:nvPr/>
              </p:nvPicPr>
              <p:blipFill>
                <a:blip r:embed="rId191"/>
                <a:stretch>
                  <a:fillRect/>
                </a:stretch>
              </p:blipFill>
              <p:spPr>
                <a:xfrm>
                  <a:off x="3405398" y="2734056"/>
                  <a:ext cx="5832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86" name="Ink 85">
                  <a:extLst>
                    <a:ext uri="{FF2B5EF4-FFF2-40B4-BE49-F238E27FC236}">
                      <a16:creationId xmlns:a16="http://schemas.microsoft.com/office/drawing/2014/main" id="{4C31C714-5726-89E2-95D9-B32C4021977A}"/>
                    </a:ext>
                  </a:extLst>
                </p14:cNvPr>
                <p14:cNvContentPartPr/>
                <p14:nvPr/>
              </p14:nvContentPartPr>
              <p14:xfrm>
                <a:off x="3304958" y="2751696"/>
                <a:ext cx="52920" cy="161280"/>
              </p14:xfrm>
            </p:contentPart>
          </mc:Choice>
          <mc:Fallback xmlns="">
            <p:pic>
              <p:nvPicPr>
                <p:cNvPr id="86" name="Ink 85">
                  <a:extLst>
                    <a:ext uri="{FF2B5EF4-FFF2-40B4-BE49-F238E27FC236}">
                      <a16:creationId xmlns:a16="http://schemas.microsoft.com/office/drawing/2014/main" id="{4C31C714-5726-89E2-95D9-B32C4021977A}"/>
                    </a:ext>
                  </a:extLst>
                </p:cNvPr>
                <p:cNvPicPr/>
                <p:nvPr/>
              </p:nvPicPr>
              <p:blipFill>
                <a:blip r:embed="rId193"/>
                <a:stretch>
                  <a:fillRect/>
                </a:stretch>
              </p:blipFill>
              <p:spPr>
                <a:xfrm>
                  <a:off x="3298838" y="2745576"/>
                  <a:ext cx="6516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87" name="Ink 86">
                  <a:extLst>
                    <a:ext uri="{FF2B5EF4-FFF2-40B4-BE49-F238E27FC236}">
                      <a16:creationId xmlns:a16="http://schemas.microsoft.com/office/drawing/2014/main" id="{5A333AC3-7C58-0204-A9EB-EEB4BE8C8A02}"/>
                    </a:ext>
                  </a:extLst>
                </p14:cNvPr>
                <p14:cNvContentPartPr/>
                <p14:nvPr/>
              </p14:nvContentPartPr>
              <p14:xfrm>
                <a:off x="3386678" y="2742336"/>
                <a:ext cx="153360" cy="191520"/>
              </p14:xfrm>
            </p:contentPart>
          </mc:Choice>
          <mc:Fallback xmlns="">
            <p:pic>
              <p:nvPicPr>
                <p:cNvPr id="87" name="Ink 86">
                  <a:extLst>
                    <a:ext uri="{FF2B5EF4-FFF2-40B4-BE49-F238E27FC236}">
                      <a16:creationId xmlns:a16="http://schemas.microsoft.com/office/drawing/2014/main" id="{5A333AC3-7C58-0204-A9EB-EEB4BE8C8A02}"/>
                    </a:ext>
                  </a:extLst>
                </p:cNvPr>
                <p:cNvPicPr/>
                <p:nvPr/>
              </p:nvPicPr>
              <p:blipFill>
                <a:blip r:embed="rId195"/>
                <a:stretch>
                  <a:fillRect/>
                </a:stretch>
              </p:blipFill>
              <p:spPr>
                <a:xfrm>
                  <a:off x="3380558" y="2736216"/>
                  <a:ext cx="16560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88" name="Ink 87">
                  <a:extLst>
                    <a:ext uri="{FF2B5EF4-FFF2-40B4-BE49-F238E27FC236}">
                      <a16:creationId xmlns:a16="http://schemas.microsoft.com/office/drawing/2014/main" id="{0FFF0D63-870F-4611-EA99-3FE2DDDB622E}"/>
                    </a:ext>
                  </a:extLst>
                </p14:cNvPr>
                <p14:cNvContentPartPr/>
                <p14:nvPr/>
              </p14:nvContentPartPr>
              <p14:xfrm>
                <a:off x="3570278" y="2732256"/>
                <a:ext cx="17640" cy="120960"/>
              </p14:xfrm>
            </p:contentPart>
          </mc:Choice>
          <mc:Fallback xmlns="">
            <p:pic>
              <p:nvPicPr>
                <p:cNvPr id="88" name="Ink 87">
                  <a:extLst>
                    <a:ext uri="{FF2B5EF4-FFF2-40B4-BE49-F238E27FC236}">
                      <a16:creationId xmlns:a16="http://schemas.microsoft.com/office/drawing/2014/main" id="{0FFF0D63-870F-4611-EA99-3FE2DDDB622E}"/>
                    </a:ext>
                  </a:extLst>
                </p:cNvPr>
                <p:cNvPicPr/>
                <p:nvPr/>
              </p:nvPicPr>
              <p:blipFill>
                <a:blip r:embed="rId197"/>
                <a:stretch>
                  <a:fillRect/>
                </a:stretch>
              </p:blipFill>
              <p:spPr>
                <a:xfrm>
                  <a:off x="3564158" y="2726136"/>
                  <a:ext cx="2988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90" name="Ink 89">
                  <a:extLst>
                    <a:ext uri="{FF2B5EF4-FFF2-40B4-BE49-F238E27FC236}">
                      <a16:creationId xmlns:a16="http://schemas.microsoft.com/office/drawing/2014/main" id="{20ABF7F0-B4CB-2CD0-1EAC-608C436E96A9}"/>
                    </a:ext>
                  </a:extLst>
                </p14:cNvPr>
                <p14:cNvContentPartPr/>
                <p14:nvPr/>
              </p14:nvContentPartPr>
              <p14:xfrm>
                <a:off x="3515198" y="2573136"/>
                <a:ext cx="125280" cy="108360"/>
              </p14:xfrm>
            </p:contentPart>
          </mc:Choice>
          <mc:Fallback xmlns="">
            <p:pic>
              <p:nvPicPr>
                <p:cNvPr id="90" name="Ink 89">
                  <a:extLst>
                    <a:ext uri="{FF2B5EF4-FFF2-40B4-BE49-F238E27FC236}">
                      <a16:creationId xmlns:a16="http://schemas.microsoft.com/office/drawing/2014/main" id="{20ABF7F0-B4CB-2CD0-1EAC-608C436E96A9}"/>
                    </a:ext>
                  </a:extLst>
                </p:cNvPr>
                <p:cNvPicPr/>
                <p:nvPr/>
              </p:nvPicPr>
              <p:blipFill>
                <a:blip r:embed="rId199"/>
                <a:stretch>
                  <a:fillRect/>
                </a:stretch>
              </p:blipFill>
              <p:spPr>
                <a:xfrm>
                  <a:off x="3509078" y="2567016"/>
                  <a:ext cx="13752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91" name="Ink 90">
                  <a:extLst>
                    <a:ext uri="{FF2B5EF4-FFF2-40B4-BE49-F238E27FC236}">
                      <a16:creationId xmlns:a16="http://schemas.microsoft.com/office/drawing/2014/main" id="{B023E277-1C95-4B15-9460-6089898A6317}"/>
                    </a:ext>
                  </a:extLst>
                </p14:cNvPr>
                <p14:cNvContentPartPr/>
                <p14:nvPr/>
              </p14:nvContentPartPr>
              <p14:xfrm>
                <a:off x="3667838" y="2664936"/>
                <a:ext cx="72720" cy="88560"/>
              </p14:xfrm>
            </p:contentPart>
          </mc:Choice>
          <mc:Fallback xmlns="">
            <p:pic>
              <p:nvPicPr>
                <p:cNvPr id="91" name="Ink 90">
                  <a:extLst>
                    <a:ext uri="{FF2B5EF4-FFF2-40B4-BE49-F238E27FC236}">
                      <a16:creationId xmlns:a16="http://schemas.microsoft.com/office/drawing/2014/main" id="{B023E277-1C95-4B15-9460-6089898A6317}"/>
                    </a:ext>
                  </a:extLst>
                </p:cNvPr>
                <p:cNvPicPr/>
                <p:nvPr/>
              </p:nvPicPr>
              <p:blipFill>
                <a:blip r:embed="rId201"/>
                <a:stretch>
                  <a:fillRect/>
                </a:stretch>
              </p:blipFill>
              <p:spPr>
                <a:xfrm>
                  <a:off x="3661718" y="2658816"/>
                  <a:ext cx="8496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92" name="Ink 91">
                  <a:extLst>
                    <a:ext uri="{FF2B5EF4-FFF2-40B4-BE49-F238E27FC236}">
                      <a16:creationId xmlns:a16="http://schemas.microsoft.com/office/drawing/2014/main" id="{5CBE5868-16D0-F842-39FA-FDCD66495A4B}"/>
                    </a:ext>
                  </a:extLst>
                </p14:cNvPr>
                <p14:cNvContentPartPr/>
                <p14:nvPr/>
              </p14:nvContentPartPr>
              <p14:xfrm>
                <a:off x="3703118" y="2636136"/>
                <a:ext cx="121680" cy="152640"/>
              </p14:xfrm>
            </p:contentPart>
          </mc:Choice>
          <mc:Fallback xmlns="">
            <p:pic>
              <p:nvPicPr>
                <p:cNvPr id="92" name="Ink 91">
                  <a:extLst>
                    <a:ext uri="{FF2B5EF4-FFF2-40B4-BE49-F238E27FC236}">
                      <a16:creationId xmlns:a16="http://schemas.microsoft.com/office/drawing/2014/main" id="{5CBE5868-16D0-F842-39FA-FDCD66495A4B}"/>
                    </a:ext>
                  </a:extLst>
                </p:cNvPr>
                <p:cNvPicPr/>
                <p:nvPr/>
              </p:nvPicPr>
              <p:blipFill>
                <a:blip r:embed="rId203"/>
                <a:stretch>
                  <a:fillRect/>
                </a:stretch>
              </p:blipFill>
              <p:spPr>
                <a:xfrm>
                  <a:off x="3696998" y="2630016"/>
                  <a:ext cx="13392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93" name="Ink 92">
                  <a:extLst>
                    <a:ext uri="{FF2B5EF4-FFF2-40B4-BE49-F238E27FC236}">
                      <a16:creationId xmlns:a16="http://schemas.microsoft.com/office/drawing/2014/main" id="{93511320-20AC-0001-80A0-30CC1B3C8AB7}"/>
                    </a:ext>
                  </a:extLst>
                </p14:cNvPr>
                <p14:cNvContentPartPr/>
                <p14:nvPr/>
              </p14:nvContentPartPr>
              <p14:xfrm>
                <a:off x="3765398" y="2507976"/>
                <a:ext cx="75240" cy="275760"/>
              </p14:xfrm>
            </p:contentPart>
          </mc:Choice>
          <mc:Fallback xmlns="">
            <p:pic>
              <p:nvPicPr>
                <p:cNvPr id="93" name="Ink 92">
                  <a:extLst>
                    <a:ext uri="{FF2B5EF4-FFF2-40B4-BE49-F238E27FC236}">
                      <a16:creationId xmlns:a16="http://schemas.microsoft.com/office/drawing/2014/main" id="{93511320-20AC-0001-80A0-30CC1B3C8AB7}"/>
                    </a:ext>
                  </a:extLst>
                </p:cNvPr>
                <p:cNvPicPr/>
                <p:nvPr/>
              </p:nvPicPr>
              <p:blipFill>
                <a:blip r:embed="rId205"/>
                <a:stretch>
                  <a:fillRect/>
                </a:stretch>
              </p:blipFill>
              <p:spPr>
                <a:xfrm>
                  <a:off x="3759278" y="2501856"/>
                  <a:ext cx="8748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3" name="Ink 132">
                  <a:extLst>
                    <a:ext uri="{FF2B5EF4-FFF2-40B4-BE49-F238E27FC236}">
                      <a16:creationId xmlns:a16="http://schemas.microsoft.com/office/drawing/2014/main" id="{0ED24C0D-C8F0-EF49-0B63-2CF735906D28}"/>
                    </a:ext>
                  </a:extLst>
                </p14:cNvPr>
                <p14:cNvContentPartPr/>
                <p14:nvPr/>
              </p14:nvContentPartPr>
              <p14:xfrm>
                <a:off x="5215118" y="2850336"/>
                <a:ext cx="79920" cy="242280"/>
              </p14:xfrm>
            </p:contentPart>
          </mc:Choice>
          <mc:Fallback xmlns="">
            <p:pic>
              <p:nvPicPr>
                <p:cNvPr id="133" name="Ink 132">
                  <a:extLst>
                    <a:ext uri="{FF2B5EF4-FFF2-40B4-BE49-F238E27FC236}">
                      <a16:creationId xmlns:a16="http://schemas.microsoft.com/office/drawing/2014/main" id="{0ED24C0D-C8F0-EF49-0B63-2CF735906D28}"/>
                    </a:ext>
                  </a:extLst>
                </p:cNvPr>
                <p:cNvPicPr/>
                <p:nvPr/>
              </p:nvPicPr>
              <p:blipFill>
                <a:blip r:embed="rId207"/>
                <a:stretch>
                  <a:fillRect/>
                </a:stretch>
              </p:blipFill>
              <p:spPr>
                <a:xfrm>
                  <a:off x="5208998" y="2844216"/>
                  <a:ext cx="9216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4" name="Ink 133">
                  <a:extLst>
                    <a:ext uri="{FF2B5EF4-FFF2-40B4-BE49-F238E27FC236}">
                      <a16:creationId xmlns:a16="http://schemas.microsoft.com/office/drawing/2014/main" id="{93534145-8FEB-B8EC-3950-78B29C50555C}"/>
                    </a:ext>
                  </a:extLst>
                </p14:cNvPr>
                <p14:cNvContentPartPr/>
                <p14:nvPr/>
              </p14:nvContentPartPr>
              <p14:xfrm>
                <a:off x="5287838" y="2945016"/>
                <a:ext cx="85320" cy="79920"/>
              </p14:xfrm>
            </p:contentPart>
          </mc:Choice>
          <mc:Fallback xmlns="">
            <p:pic>
              <p:nvPicPr>
                <p:cNvPr id="134" name="Ink 133">
                  <a:extLst>
                    <a:ext uri="{FF2B5EF4-FFF2-40B4-BE49-F238E27FC236}">
                      <a16:creationId xmlns:a16="http://schemas.microsoft.com/office/drawing/2014/main" id="{93534145-8FEB-B8EC-3950-78B29C50555C}"/>
                    </a:ext>
                  </a:extLst>
                </p:cNvPr>
                <p:cNvPicPr/>
                <p:nvPr/>
              </p:nvPicPr>
              <p:blipFill>
                <a:blip r:embed="rId209"/>
                <a:stretch>
                  <a:fillRect/>
                </a:stretch>
              </p:blipFill>
              <p:spPr>
                <a:xfrm>
                  <a:off x="5281718" y="2938896"/>
                  <a:ext cx="9756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5" name="Ink 134">
                  <a:extLst>
                    <a:ext uri="{FF2B5EF4-FFF2-40B4-BE49-F238E27FC236}">
                      <a16:creationId xmlns:a16="http://schemas.microsoft.com/office/drawing/2014/main" id="{2E8003F9-ACA9-0EC4-E6C6-6B6F25BCF7A0}"/>
                    </a:ext>
                  </a:extLst>
                </p14:cNvPr>
                <p14:cNvContentPartPr/>
                <p14:nvPr/>
              </p14:nvContentPartPr>
              <p14:xfrm>
                <a:off x="5383958" y="3037536"/>
                <a:ext cx="33840" cy="143280"/>
              </p14:xfrm>
            </p:contentPart>
          </mc:Choice>
          <mc:Fallback xmlns="">
            <p:pic>
              <p:nvPicPr>
                <p:cNvPr id="135" name="Ink 134">
                  <a:extLst>
                    <a:ext uri="{FF2B5EF4-FFF2-40B4-BE49-F238E27FC236}">
                      <a16:creationId xmlns:a16="http://schemas.microsoft.com/office/drawing/2014/main" id="{2E8003F9-ACA9-0EC4-E6C6-6B6F25BCF7A0}"/>
                    </a:ext>
                  </a:extLst>
                </p:cNvPr>
                <p:cNvPicPr/>
                <p:nvPr/>
              </p:nvPicPr>
              <p:blipFill>
                <a:blip r:embed="rId211"/>
                <a:stretch>
                  <a:fillRect/>
                </a:stretch>
              </p:blipFill>
              <p:spPr>
                <a:xfrm>
                  <a:off x="5377838" y="3031416"/>
                  <a:ext cx="4608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6" name="Ink 135">
                  <a:extLst>
                    <a:ext uri="{FF2B5EF4-FFF2-40B4-BE49-F238E27FC236}">
                      <a16:creationId xmlns:a16="http://schemas.microsoft.com/office/drawing/2014/main" id="{5BE53B97-CEE3-69C3-9B3A-A4615ECA2937}"/>
                    </a:ext>
                  </a:extLst>
                </p14:cNvPr>
                <p14:cNvContentPartPr/>
                <p14:nvPr/>
              </p14:nvContentPartPr>
              <p14:xfrm>
                <a:off x="5448398" y="2963736"/>
                <a:ext cx="82800" cy="93960"/>
              </p14:xfrm>
            </p:contentPart>
          </mc:Choice>
          <mc:Fallback xmlns="">
            <p:pic>
              <p:nvPicPr>
                <p:cNvPr id="136" name="Ink 135">
                  <a:extLst>
                    <a:ext uri="{FF2B5EF4-FFF2-40B4-BE49-F238E27FC236}">
                      <a16:creationId xmlns:a16="http://schemas.microsoft.com/office/drawing/2014/main" id="{5BE53B97-CEE3-69C3-9B3A-A4615ECA2937}"/>
                    </a:ext>
                  </a:extLst>
                </p:cNvPr>
                <p:cNvPicPr/>
                <p:nvPr/>
              </p:nvPicPr>
              <p:blipFill>
                <a:blip r:embed="rId213"/>
                <a:stretch>
                  <a:fillRect/>
                </a:stretch>
              </p:blipFill>
              <p:spPr>
                <a:xfrm>
                  <a:off x="5442278" y="2957616"/>
                  <a:ext cx="9504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7" name="Ink 136">
                  <a:extLst>
                    <a:ext uri="{FF2B5EF4-FFF2-40B4-BE49-F238E27FC236}">
                      <a16:creationId xmlns:a16="http://schemas.microsoft.com/office/drawing/2014/main" id="{607BE94B-F723-98EF-9701-C8114385D07A}"/>
                    </a:ext>
                  </a:extLst>
                </p14:cNvPr>
                <p14:cNvContentPartPr/>
                <p14:nvPr/>
              </p14:nvContentPartPr>
              <p14:xfrm>
                <a:off x="5567918" y="2903256"/>
                <a:ext cx="78120" cy="230400"/>
              </p14:xfrm>
            </p:contentPart>
          </mc:Choice>
          <mc:Fallback xmlns="">
            <p:pic>
              <p:nvPicPr>
                <p:cNvPr id="137" name="Ink 136">
                  <a:extLst>
                    <a:ext uri="{FF2B5EF4-FFF2-40B4-BE49-F238E27FC236}">
                      <a16:creationId xmlns:a16="http://schemas.microsoft.com/office/drawing/2014/main" id="{607BE94B-F723-98EF-9701-C8114385D07A}"/>
                    </a:ext>
                  </a:extLst>
                </p:cNvPr>
                <p:cNvPicPr/>
                <p:nvPr/>
              </p:nvPicPr>
              <p:blipFill>
                <a:blip r:embed="rId215"/>
                <a:stretch>
                  <a:fillRect/>
                </a:stretch>
              </p:blipFill>
              <p:spPr>
                <a:xfrm>
                  <a:off x="5561798" y="2897136"/>
                  <a:ext cx="9036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9" name="Ink 138">
                  <a:extLst>
                    <a:ext uri="{FF2B5EF4-FFF2-40B4-BE49-F238E27FC236}">
                      <a16:creationId xmlns:a16="http://schemas.microsoft.com/office/drawing/2014/main" id="{BB2ED0B8-2B9C-A91E-ADF0-E2B5FA1561D4}"/>
                    </a:ext>
                  </a:extLst>
                </p14:cNvPr>
                <p14:cNvContentPartPr/>
                <p14:nvPr/>
              </p14:nvContentPartPr>
              <p14:xfrm>
                <a:off x="4368038" y="1921176"/>
                <a:ext cx="893880" cy="974880"/>
              </p14:xfrm>
            </p:contentPart>
          </mc:Choice>
          <mc:Fallback xmlns="">
            <p:pic>
              <p:nvPicPr>
                <p:cNvPr id="139" name="Ink 138">
                  <a:extLst>
                    <a:ext uri="{FF2B5EF4-FFF2-40B4-BE49-F238E27FC236}">
                      <a16:creationId xmlns:a16="http://schemas.microsoft.com/office/drawing/2014/main" id="{BB2ED0B8-2B9C-A91E-ADF0-E2B5FA1561D4}"/>
                    </a:ext>
                  </a:extLst>
                </p:cNvPr>
                <p:cNvPicPr/>
                <p:nvPr/>
              </p:nvPicPr>
              <p:blipFill>
                <a:blip r:embed="rId217"/>
                <a:stretch>
                  <a:fillRect/>
                </a:stretch>
              </p:blipFill>
              <p:spPr>
                <a:xfrm>
                  <a:off x="4361918" y="1915056"/>
                  <a:ext cx="906120" cy="9871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40" name="Ink 139">
                  <a:extLst>
                    <a:ext uri="{FF2B5EF4-FFF2-40B4-BE49-F238E27FC236}">
                      <a16:creationId xmlns:a16="http://schemas.microsoft.com/office/drawing/2014/main" id="{DDECF8DA-C911-F9C3-B67B-D7811536C44E}"/>
                    </a:ext>
                  </a:extLst>
                </p14:cNvPr>
                <p14:cNvContentPartPr/>
                <p14:nvPr/>
              </p14:nvContentPartPr>
              <p14:xfrm>
                <a:off x="4712918" y="2120256"/>
                <a:ext cx="120600" cy="172440"/>
              </p14:xfrm>
            </p:contentPart>
          </mc:Choice>
          <mc:Fallback xmlns="">
            <p:pic>
              <p:nvPicPr>
                <p:cNvPr id="140" name="Ink 139">
                  <a:extLst>
                    <a:ext uri="{FF2B5EF4-FFF2-40B4-BE49-F238E27FC236}">
                      <a16:creationId xmlns:a16="http://schemas.microsoft.com/office/drawing/2014/main" id="{DDECF8DA-C911-F9C3-B67B-D7811536C44E}"/>
                    </a:ext>
                  </a:extLst>
                </p:cNvPr>
                <p:cNvPicPr/>
                <p:nvPr/>
              </p:nvPicPr>
              <p:blipFill>
                <a:blip r:embed="rId219"/>
                <a:stretch>
                  <a:fillRect/>
                </a:stretch>
              </p:blipFill>
              <p:spPr>
                <a:xfrm>
                  <a:off x="4706798" y="2114136"/>
                  <a:ext cx="13284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42" name="Ink 141">
                  <a:extLst>
                    <a:ext uri="{FF2B5EF4-FFF2-40B4-BE49-F238E27FC236}">
                      <a16:creationId xmlns:a16="http://schemas.microsoft.com/office/drawing/2014/main" id="{7C053086-05C6-626E-13B3-9B0E51D6FFBE}"/>
                    </a:ext>
                  </a:extLst>
                </p14:cNvPr>
                <p14:cNvContentPartPr/>
                <p14:nvPr/>
              </p14:nvContentPartPr>
              <p14:xfrm>
                <a:off x="4774838" y="2029176"/>
                <a:ext cx="191880" cy="107280"/>
              </p14:xfrm>
            </p:contentPart>
          </mc:Choice>
          <mc:Fallback xmlns="">
            <p:pic>
              <p:nvPicPr>
                <p:cNvPr id="142" name="Ink 141">
                  <a:extLst>
                    <a:ext uri="{FF2B5EF4-FFF2-40B4-BE49-F238E27FC236}">
                      <a16:creationId xmlns:a16="http://schemas.microsoft.com/office/drawing/2014/main" id="{7C053086-05C6-626E-13B3-9B0E51D6FFBE}"/>
                    </a:ext>
                  </a:extLst>
                </p:cNvPr>
                <p:cNvPicPr/>
                <p:nvPr/>
              </p:nvPicPr>
              <p:blipFill>
                <a:blip r:embed="rId221"/>
                <a:stretch>
                  <a:fillRect/>
                </a:stretch>
              </p:blipFill>
              <p:spPr>
                <a:xfrm>
                  <a:off x="4768718" y="2023056"/>
                  <a:ext cx="204120" cy="119520"/>
                </a:xfrm>
                <a:prstGeom prst="rect">
                  <a:avLst/>
                </a:prstGeom>
              </p:spPr>
            </p:pic>
          </mc:Fallback>
        </mc:AlternateContent>
      </p:grpSp>
      <p:grpSp>
        <p:nvGrpSpPr>
          <p:cNvPr id="146" name="Group 145">
            <a:extLst>
              <a:ext uri="{FF2B5EF4-FFF2-40B4-BE49-F238E27FC236}">
                <a16:creationId xmlns:a16="http://schemas.microsoft.com/office/drawing/2014/main" id="{6B1275AC-1292-8746-A4D3-CA2B59920BB7}"/>
              </a:ext>
            </a:extLst>
          </p:cNvPr>
          <p:cNvGrpSpPr/>
          <p:nvPr/>
        </p:nvGrpSpPr>
        <p:grpSpPr>
          <a:xfrm>
            <a:off x="11908238" y="2608416"/>
            <a:ext cx="222120" cy="193680"/>
            <a:chOff x="11908238" y="2608416"/>
            <a:chExt cx="222120" cy="193680"/>
          </a:xfrm>
        </p:grpSpPr>
        <mc:AlternateContent xmlns:mc="http://schemas.openxmlformats.org/markup-compatibility/2006" xmlns:p14="http://schemas.microsoft.com/office/powerpoint/2010/main">
          <mc:Choice Requires="p14">
            <p:contentPart p14:bwMode="auto" r:id="rId222">
              <p14:nvContentPartPr>
                <p14:cNvPr id="144" name="Ink 143">
                  <a:extLst>
                    <a:ext uri="{FF2B5EF4-FFF2-40B4-BE49-F238E27FC236}">
                      <a16:creationId xmlns:a16="http://schemas.microsoft.com/office/drawing/2014/main" id="{1731FCCC-DE5E-B791-6472-803FF2CBACA2}"/>
                    </a:ext>
                  </a:extLst>
                </p14:cNvPr>
                <p14:cNvContentPartPr/>
                <p14:nvPr/>
              </p14:nvContentPartPr>
              <p14:xfrm>
                <a:off x="11909678" y="2627136"/>
                <a:ext cx="25200" cy="161280"/>
              </p14:xfrm>
            </p:contentPart>
          </mc:Choice>
          <mc:Fallback xmlns="">
            <p:pic>
              <p:nvPicPr>
                <p:cNvPr id="144" name="Ink 143">
                  <a:extLst>
                    <a:ext uri="{FF2B5EF4-FFF2-40B4-BE49-F238E27FC236}">
                      <a16:creationId xmlns:a16="http://schemas.microsoft.com/office/drawing/2014/main" id="{1731FCCC-DE5E-B791-6472-803FF2CBACA2}"/>
                    </a:ext>
                  </a:extLst>
                </p:cNvPr>
                <p:cNvPicPr/>
                <p:nvPr/>
              </p:nvPicPr>
              <p:blipFill>
                <a:blip r:embed="rId223"/>
                <a:stretch>
                  <a:fillRect/>
                </a:stretch>
              </p:blipFill>
              <p:spPr>
                <a:xfrm>
                  <a:off x="11903558" y="2621016"/>
                  <a:ext cx="3744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45" name="Ink 144">
                  <a:extLst>
                    <a:ext uri="{FF2B5EF4-FFF2-40B4-BE49-F238E27FC236}">
                      <a16:creationId xmlns:a16="http://schemas.microsoft.com/office/drawing/2014/main" id="{D867FD93-BF3A-73BF-3B02-86C25CFE344D}"/>
                    </a:ext>
                  </a:extLst>
                </p14:cNvPr>
                <p14:cNvContentPartPr/>
                <p14:nvPr/>
              </p14:nvContentPartPr>
              <p14:xfrm>
                <a:off x="11908238" y="2608416"/>
                <a:ext cx="222120" cy="193680"/>
              </p14:xfrm>
            </p:contentPart>
          </mc:Choice>
          <mc:Fallback xmlns="">
            <p:pic>
              <p:nvPicPr>
                <p:cNvPr id="145" name="Ink 144">
                  <a:extLst>
                    <a:ext uri="{FF2B5EF4-FFF2-40B4-BE49-F238E27FC236}">
                      <a16:creationId xmlns:a16="http://schemas.microsoft.com/office/drawing/2014/main" id="{D867FD93-BF3A-73BF-3B02-86C25CFE344D}"/>
                    </a:ext>
                  </a:extLst>
                </p:cNvPr>
                <p:cNvPicPr/>
                <p:nvPr/>
              </p:nvPicPr>
              <p:blipFill>
                <a:blip r:embed="rId225"/>
                <a:stretch>
                  <a:fillRect/>
                </a:stretch>
              </p:blipFill>
              <p:spPr>
                <a:xfrm>
                  <a:off x="11902118" y="2602296"/>
                  <a:ext cx="234360" cy="205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6">
            <p14:nvContentPartPr>
              <p14:cNvPr id="194" name="Ink 193">
                <a:extLst>
                  <a:ext uri="{FF2B5EF4-FFF2-40B4-BE49-F238E27FC236}">
                    <a16:creationId xmlns:a16="http://schemas.microsoft.com/office/drawing/2014/main" id="{A17147A2-76DE-8230-5D35-811DEA20A5D4}"/>
                  </a:ext>
                </a:extLst>
              </p14:cNvPr>
              <p14:cNvContentPartPr/>
              <p14:nvPr/>
            </p14:nvContentPartPr>
            <p14:xfrm>
              <a:off x="6566198" y="4444157"/>
              <a:ext cx="653040" cy="645840"/>
            </p14:xfrm>
          </p:contentPart>
        </mc:Choice>
        <mc:Fallback xmlns="">
          <p:pic>
            <p:nvPicPr>
              <p:cNvPr id="194" name="Ink 193">
                <a:extLst>
                  <a:ext uri="{FF2B5EF4-FFF2-40B4-BE49-F238E27FC236}">
                    <a16:creationId xmlns:a16="http://schemas.microsoft.com/office/drawing/2014/main" id="{A17147A2-76DE-8230-5D35-811DEA20A5D4}"/>
                  </a:ext>
                </a:extLst>
              </p:cNvPr>
              <p:cNvPicPr/>
              <p:nvPr/>
            </p:nvPicPr>
            <p:blipFill>
              <a:blip r:embed="rId227"/>
              <a:stretch>
                <a:fillRect/>
              </a:stretch>
            </p:blipFill>
            <p:spPr>
              <a:xfrm>
                <a:off x="6560078" y="4438037"/>
                <a:ext cx="665280" cy="65808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96" name="Ink 195">
                <a:extLst>
                  <a:ext uri="{FF2B5EF4-FFF2-40B4-BE49-F238E27FC236}">
                    <a16:creationId xmlns:a16="http://schemas.microsoft.com/office/drawing/2014/main" id="{9AF55CFF-E92B-1727-EC79-3EECC0B3DF6F}"/>
                  </a:ext>
                </a:extLst>
              </p14:cNvPr>
              <p14:cNvContentPartPr/>
              <p14:nvPr/>
            </p14:nvContentPartPr>
            <p14:xfrm>
              <a:off x="6182798" y="4168757"/>
              <a:ext cx="3700080" cy="2544120"/>
            </p14:xfrm>
          </p:contentPart>
        </mc:Choice>
        <mc:Fallback xmlns="">
          <p:pic>
            <p:nvPicPr>
              <p:cNvPr id="196" name="Ink 195">
                <a:extLst>
                  <a:ext uri="{FF2B5EF4-FFF2-40B4-BE49-F238E27FC236}">
                    <a16:creationId xmlns:a16="http://schemas.microsoft.com/office/drawing/2014/main" id="{9AF55CFF-E92B-1727-EC79-3EECC0B3DF6F}"/>
                  </a:ext>
                </a:extLst>
              </p:cNvPr>
              <p:cNvPicPr/>
              <p:nvPr/>
            </p:nvPicPr>
            <p:blipFill>
              <a:blip r:embed="rId229"/>
              <a:stretch>
                <a:fillRect/>
              </a:stretch>
            </p:blipFill>
            <p:spPr>
              <a:xfrm>
                <a:off x="6176678" y="4162637"/>
                <a:ext cx="3712320" cy="25563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7" name="Ink 146">
                <a:extLst>
                  <a:ext uri="{FF2B5EF4-FFF2-40B4-BE49-F238E27FC236}">
                    <a16:creationId xmlns:a16="http://schemas.microsoft.com/office/drawing/2014/main" id="{084E1A32-3890-546B-BF19-4BBDBE56F079}"/>
                  </a:ext>
                </a:extLst>
              </p14:cNvPr>
              <p14:cNvContentPartPr/>
              <p14:nvPr/>
            </p14:nvContentPartPr>
            <p14:xfrm>
              <a:off x="7787678" y="4549536"/>
              <a:ext cx="464040" cy="1931400"/>
            </p14:xfrm>
          </p:contentPart>
        </mc:Choice>
        <mc:Fallback xmlns="">
          <p:pic>
            <p:nvPicPr>
              <p:cNvPr id="147" name="Ink 146">
                <a:extLst>
                  <a:ext uri="{FF2B5EF4-FFF2-40B4-BE49-F238E27FC236}">
                    <a16:creationId xmlns:a16="http://schemas.microsoft.com/office/drawing/2014/main" id="{084E1A32-3890-546B-BF19-4BBDBE56F079}"/>
                  </a:ext>
                </a:extLst>
              </p:cNvPr>
              <p:cNvPicPr/>
              <p:nvPr/>
            </p:nvPicPr>
            <p:blipFill>
              <a:blip r:embed="rId231"/>
              <a:stretch>
                <a:fillRect/>
              </a:stretch>
            </p:blipFill>
            <p:spPr>
              <a:xfrm>
                <a:off x="7781558" y="4543416"/>
                <a:ext cx="476280" cy="194364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8" name="Ink 147">
                <a:extLst>
                  <a:ext uri="{FF2B5EF4-FFF2-40B4-BE49-F238E27FC236}">
                    <a16:creationId xmlns:a16="http://schemas.microsoft.com/office/drawing/2014/main" id="{842DDD4A-8FF2-1913-5B03-9C7B9E264EAF}"/>
                  </a:ext>
                </a:extLst>
              </p14:cNvPr>
              <p14:cNvContentPartPr/>
              <p14:nvPr/>
            </p14:nvContentPartPr>
            <p14:xfrm>
              <a:off x="6167318" y="5509296"/>
              <a:ext cx="4388040" cy="467640"/>
            </p14:xfrm>
          </p:contentPart>
        </mc:Choice>
        <mc:Fallback xmlns="">
          <p:pic>
            <p:nvPicPr>
              <p:cNvPr id="148" name="Ink 147">
                <a:extLst>
                  <a:ext uri="{FF2B5EF4-FFF2-40B4-BE49-F238E27FC236}">
                    <a16:creationId xmlns:a16="http://schemas.microsoft.com/office/drawing/2014/main" id="{842DDD4A-8FF2-1913-5B03-9C7B9E264EAF}"/>
                  </a:ext>
                </a:extLst>
              </p:cNvPr>
              <p:cNvPicPr/>
              <p:nvPr/>
            </p:nvPicPr>
            <p:blipFill>
              <a:blip r:embed="rId233"/>
              <a:stretch>
                <a:fillRect/>
              </a:stretch>
            </p:blipFill>
            <p:spPr>
              <a:xfrm>
                <a:off x="6161198" y="5503176"/>
                <a:ext cx="4400280" cy="47988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51" name="Ink 150">
                <a:extLst>
                  <a:ext uri="{FF2B5EF4-FFF2-40B4-BE49-F238E27FC236}">
                    <a16:creationId xmlns:a16="http://schemas.microsoft.com/office/drawing/2014/main" id="{7EFCC881-1089-A4C8-FF98-5F0975482A39}"/>
                  </a:ext>
                </a:extLst>
              </p14:cNvPr>
              <p14:cNvContentPartPr/>
              <p14:nvPr/>
            </p14:nvContentPartPr>
            <p14:xfrm>
              <a:off x="6418238" y="4987656"/>
              <a:ext cx="2941560" cy="1407960"/>
            </p14:xfrm>
          </p:contentPart>
        </mc:Choice>
        <mc:Fallback xmlns="">
          <p:pic>
            <p:nvPicPr>
              <p:cNvPr id="151" name="Ink 150">
                <a:extLst>
                  <a:ext uri="{FF2B5EF4-FFF2-40B4-BE49-F238E27FC236}">
                    <a16:creationId xmlns:a16="http://schemas.microsoft.com/office/drawing/2014/main" id="{7EFCC881-1089-A4C8-FF98-5F0975482A39}"/>
                  </a:ext>
                </a:extLst>
              </p:cNvPr>
              <p:cNvPicPr/>
              <p:nvPr/>
            </p:nvPicPr>
            <p:blipFill>
              <a:blip r:embed="rId235"/>
              <a:stretch>
                <a:fillRect/>
              </a:stretch>
            </p:blipFill>
            <p:spPr>
              <a:xfrm>
                <a:off x="6412118" y="4981536"/>
                <a:ext cx="2953800" cy="142020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53" name="Ink 152">
                <a:extLst>
                  <a:ext uri="{FF2B5EF4-FFF2-40B4-BE49-F238E27FC236}">
                    <a16:creationId xmlns:a16="http://schemas.microsoft.com/office/drawing/2014/main" id="{61A9E4D6-D268-3078-7B05-B532F65F942A}"/>
                  </a:ext>
                </a:extLst>
              </p14:cNvPr>
              <p14:cNvContentPartPr/>
              <p14:nvPr/>
            </p14:nvContentPartPr>
            <p14:xfrm>
              <a:off x="8119598" y="6410736"/>
              <a:ext cx="196920" cy="432360"/>
            </p14:xfrm>
          </p:contentPart>
        </mc:Choice>
        <mc:Fallback xmlns="">
          <p:pic>
            <p:nvPicPr>
              <p:cNvPr id="153" name="Ink 152">
                <a:extLst>
                  <a:ext uri="{FF2B5EF4-FFF2-40B4-BE49-F238E27FC236}">
                    <a16:creationId xmlns:a16="http://schemas.microsoft.com/office/drawing/2014/main" id="{61A9E4D6-D268-3078-7B05-B532F65F942A}"/>
                  </a:ext>
                </a:extLst>
              </p:cNvPr>
              <p:cNvPicPr/>
              <p:nvPr/>
            </p:nvPicPr>
            <p:blipFill>
              <a:blip r:embed="rId237"/>
              <a:stretch>
                <a:fillRect/>
              </a:stretch>
            </p:blipFill>
            <p:spPr>
              <a:xfrm>
                <a:off x="8113478" y="6404616"/>
                <a:ext cx="209160" cy="4446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58" name="Ink 157">
                <a:extLst>
                  <a:ext uri="{FF2B5EF4-FFF2-40B4-BE49-F238E27FC236}">
                    <a16:creationId xmlns:a16="http://schemas.microsoft.com/office/drawing/2014/main" id="{6E1382FF-E985-1F07-4CA9-BB838E2E3B49}"/>
                  </a:ext>
                </a:extLst>
              </p14:cNvPr>
              <p14:cNvContentPartPr/>
              <p14:nvPr/>
            </p14:nvContentPartPr>
            <p14:xfrm>
              <a:off x="7686158" y="4673376"/>
              <a:ext cx="360" cy="360"/>
            </p14:xfrm>
          </p:contentPart>
        </mc:Choice>
        <mc:Fallback xmlns="">
          <p:pic>
            <p:nvPicPr>
              <p:cNvPr id="158" name="Ink 157">
                <a:extLst>
                  <a:ext uri="{FF2B5EF4-FFF2-40B4-BE49-F238E27FC236}">
                    <a16:creationId xmlns:a16="http://schemas.microsoft.com/office/drawing/2014/main" id="{6E1382FF-E985-1F07-4CA9-BB838E2E3B49}"/>
                  </a:ext>
                </a:extLst>
              </p:cNvPr>
              <p:cNvPicPr/>
              <p:nvPr/>
            </p:nvPicPr>
            <p:blipFill>
              <a:blip r:embed="rId239"/>
              <a:stretch>
                <a:fillRect/>
              </a:stretch>
            </p:blipFill>
            <p:spPr>
              <a:xfrm>
                <a:off x="7680038" y="46672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59" name="Ink 158">
                <a:extLst>
                  <a:ext uri="{FF2B5EF4-FFF2-40B4-BE49-F238E27FC236}">
                    <a16:creationId xmlns:a16="http://schemas.microsoft.com/office/drawing/2014/main" id="{6F0D7C1C-24A1-1921-57DD-04DCBD757F8E}"/>
                  </a:ext>
                </a:extLst>
              </p14:cNvPr>
              <p14:cNvContentPartPr/>
              <p14:nvPr/>
            </p14:nvContentPartPr>
            <p14:xfrm>
              <a:off x="7657358" y="4586976"/>
              <a:ext cx="175320" cy="87120"/>
            </p14:xfrm>
          </p:contentPart>
        </mc:Choice>
        <mc:Fallback xmlns="">
          <p:pic>
            <p:nvPicPr>
              <p:cNvPr id="159" name="Ink 158">
                <a:extLst>
                  <a:ext uri="{FF2B5EF4-FFF2-40B4-BE49-F238E27FC236}">
                    <a16:creationId xmlns:a16="http://schemas.microsoft.com/office/drawing/2014/main" id="{6F0D7C1C-24A1-1921-57DD-04DCBD757F8E}"/>
                  </a:ext>
                </a:extLst>
              </p:cNvPr>
              <p:cNvPicPr/>
              <p:nvPr/>
            </p:nvPicPr>
            <p:blipFill>
              <a:blip r:embed="rId241"/>
              <a:stretch>
                <a:fillRect/>
              </a:stretch>
            </p:blipFill>
            <p:spPr>
              <a:xfrm>
                <a:off x="7651238" y="4580856"/>
                <a:ext cx="18756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61" name="Ink 160">
                <a:extLst>
                  <a:ext uri="{FF2B5EF4-FFF2-40B4-BE49-F238E27FC236}">
                    <a16:creationId xmlns:a16="http://schemas.microsoft.com/office/drawing/2014/main" id="{5C9B1682-F9AA-991D-73EF-F9D52FA376B1}"/>
                  </a:ext>
                </a:extLst>
              </p14:cNvPr>
              <p14:cNvContentPartPr/>
              <p14:nvPr/>
            </p14:nvContentPartPr>
            <p14:xfrm>
              <a:off x="8202038" y="6821856"/>
              <a:ext cx="169920" cy="71640"/>
            </p14:xfrm>
          </p:contentPart>
        </mc:Choice>
        <mc:Fallback xmlns="">
          <p:pic>
            <p:nvPicPr>
              <p:cNvPr id="161" name="Ink 160">
                <a:extLst>
                  <a:ext uri="{FF2B5EF4-FFF2-40B4-BE49-F238E27FC236}">
                    <a16:creationId xmlns:a16="http://schemas.microsoft.com/office/drawing/2014/main" id="{5C9B1682-F9AA-991D-73EF-F9D52FA376B1}"/>
                  </a:ext>
                </a:extLst>
              </p:cNvPr>
              <p:cNvPicPr/>
              <p:nvPr/>
            </p:nvPicPr>
            <p:blipFill>
              <a:blip r:embed="rId243"/>
              <a:stretch>
                <a:fillRect/>
              </a:stretch>
            </p:blipFill>
            <p:spPr>
              <a:xfrm>
                <a:off x="8195918" y="6815736"/>
                <a:ext cx="18216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62" name="Ink 161">
                <a:extLst>
                  <a:ext uri="{FF2B5EF4-FFF2-40B4-BE49-F238E27FC236}">
                    <a16:creationId xmlns:a16="http://schemas.microsoft.com/office/drawing/2014/main" id="{172BB018-7969-92E8-3A57-9B547FD57215}"/>
                  </a:ext>
                </a:extLst>
              </p14:cNvPr>
              <p14:cNvContentPartPr/>
              <p14:nvPr/>
            </p14:nvContentPartPr>
            <p14:xfrm>
              <a:off x="8368718" y="6871997"/>
              <a:ext cx="75240" cy="89640"/>
            </p14:xfrm>
          </p:contentPart>
        </mc:Choice>
        <mc:Fallback xmlns="">
          <p:pic>
            <p:nvPicPr>
              <p:cNvPr id="162" name="Ink 161">
                <a:extLst>
                  <a:ext uri="{FF2B5EF4-FFF2-40B4-BE49-F238E27FC236}">
                    <a16:creationId xmlns:a16="http://schemas.microsoft.com/office/drawing/2014/main" id="{172BB018-7969-92E8-3A57-9B547FD57215}"/>
                  </a:ext>
                </a:extLst>
              </p:cNvPr>
              <p:cNvPicPr/>
              <p:nvPr/>
            </p:nvPicPr>
            <p:blipFill>
              <a:blip r:embed="rId245"/>
              <a:stretch>
                <a:fillRect/>
              </a:stretch>
            </p:blipFill>
            <p:spPr>
              <a:xfrm>
                <a:off x="8362598" y="6865877"/>
                <a:ext cx="8748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63" name="Ink 162">
                <a:extLst>
                  <a:ext uri="{FF2B5EF4-FFF2-40B4-BE49-F238E27FC236}">
                    <a16:creationId xmlns:a16="http://schemas.microsoft.com/office/drawing/2014/main" id="{7719228F-84A4-6205-5774-746D232D160C}"/>
                  </a:ext>
                </a:extLst>
              </p14:cNvPr>
              <p14:cNvContentPartPr/>
              <p14:nvPr/>
            </p14:nvContentPartPr>
            <p14:xfrm>
              <a:off x="10439438" y="5451077"/>
              <a:ext cx="194400" cy="216000"/>
            </p14:xfrm>
          </p:contentPart>
        </mc:Choice>
        <mc:Fallback xmlns="">
          <p:pic>
            <p:nvPicPr>
              <p:cNvPr id="163" name="Ink 162">
                <a:extLst>
                  <a:ext uri="{FF2B5EF4-FFF2-40B4-BE49-F238E27FC236}">
                    <a16:creationId xmlns:a16="http://schemas.microsoft.com/office/drawing/2014/main" id="{7719228F-84A4-6205-5774-746D232D160C}"/>
                  </a:ext>
                </a:extLst>
              </p:cNvPr>
              <p:cNvPicPr/>
              <p:nvPr/>
            </p:nvPicPr>
            <p:blipFill>
              <a:blip r:embed="rId247"/>
              <a:stretch>
                <a:fillRect/>
              </a:stretch>
            </p:blipFill>
            <p:spPr>
              <a:xfrm>
                <a:off x="10433318" y="5444957"/>
                <a:ext cx="20664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64" name="Ink 163">
                <a:extLst>
                  <a:ext uri="{FF2B5EF4-FFF2-40B4-BE49-F238E27FC236}">
                    <a16:creationId xmlns:a16="http://schemas.microsoft.com/office/drawing/2014/main" id="{376F9647-FAB3-EA9C-764C-62B92A069552}"/>
                  </a:ext>
                </a:extLst>
              </p14:cNvPr>
              <p14:cNvContentPartPr/>
              <p14:nvPr/>
            </p14:nvContentPartPr>
            <p14:xfrm>
              <a:off x="5988398" y="5865797"/>
              <a:ext cx="271800" cy="228600"/>
            </p14:xfrm>
          </p:contentPart>
        </mc:Choice>
        <mc:Fallback xmlns="">
          <p:pic>
            <p:nvPicPr>
              <p:cNvPr id="164" name="Ink 163">
                <a:extLst>
                  <a:ext uri="{FF2B5EF4-FFF2-40B4-BE49-F238E27FC236}">
                    <a16:creationId xmlns:a16="http://schemas.microsoft.com/office/drawing/2014/main" id="{376F9647-FAB3-EA9C-764C-62B92A069552}"/>
                  </a:ext>
                </a:extLst>
              </p:cNvPr>
              <p:cNvPicPr/>
              <p:nvPr/>
            </p:nvPicPr>
            <p:blipFill>
              <a:blip r:embed="rId249"/>
              <a:stretch>
                <a:fillRect/>
              </a:stretch>
            </p:blipFill>
            <p:spPr>
              <a:xfrm>
                <a:off x="5982278" y="5859677"/>
                <a:ext cx="28404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66" name="Ink 165">
                <a:extLst>
                  <a:ext uri="{FF2B5EF4-FFF2-40B4-BE49-F238E27FC236}">
                    <a16:creationId xmlns:a16="http://schemas.microsoft.com/office/drawing/2014/main" id="{6E1BAC78-CA18-D1AE-1F1C-A3E0A3AFF927}"/>
                  </a:ext>
                </a:extLst>
              </p14:cNvPr>
              <p14:cNvContentPartPr/>
              <p14:nvPr/>
            </p14:nvContentPartPr>
            <p14:xfrm>
              <a:off x="8063798" y="5855357"/>
              <a:ext cx="90720" cy="147960"/>
            </p14:xfrm>
          </p:contentPart>
        </mc:Choice>
        <mc:Fallback xmlns="">
          <p:pic>
            <p:nvPicPr>
              <p:cNvPr id="166" name="Ink 165">
                <a:extLst>
                  <a:ext uri="{FF2B5EF4-FFF2-40B4-BE49-F238E27FC236}">
                    <a16:creationId xmlns:a16="http://schemas.microsoft.com/office/drawing/2014/main" id="{6E1BAC78-CA18-D1AE-1F1C-A3E0A3AFF927}"/>
                  </a:ext>
                </a:extLst>
              </p:cNvPr>
              <p:cNvPicPr/>
              <p:nvPr/>
            </p:nvPicPr>
            <p:blipFill>
              <a:blip r:embed="rId251"/>
              <a:stretch>
                <a:fillRect/>
              </a:stretch>
            </p:blipFill>
            <p:spPr>
              <a:xfrm>
                <a:off x="8057678" y="5849237"/>
                <a:ext cx="10296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67" name="Ink 166">
                <a:extLst>
                  <a:ext uri="{FF2B5EF4-FFF2-40B4-BE49-F238E27FC236}">
                    <a16:creationId xmlns:a16="http://schemas.microsoft.com/office/drawing/2014/main" id="{2E7B8C9A-9515-2AEB-9D24-58963E6E0E13}"/>
                  </a:ext>
                </a:extLst>
              </p14:cNvPr>
              <p14:cNvContentPartPr/>
              <p14:nvPr/>
            </p14:nvContentPartPr>
            <p14:xfrm>
              <a:off x="8184398" y="5885957"/>
              <a:ext cx="50400" cy="106560"/>
            </p14:xfrm>
          </p:contentPart>
        </mc:Choice>
        <mc:Fallback xmlns="">
          <p:pic>
            <p:nvPicPr>
              <p:cNvPr id="167" name="Ink 166">
                <a:extLst>
                  <a:ext uri="{FF2B5EF4-FFF2-40B4-BE49-F238E27FC236}">
                    <a16:creationId xmlns:a16="http://schemas.microsoft.com/office/drawing/2014/main" id="{2E7B8C9A-9515-2AEB-9D24-58963E6E0E13}"/>
                  </a:ext>
                </a:extLst>
              </p:cNvPr>
              <p:cNvPicPr/>
              <p:nvPr/>
            </p:nvPicPr>
            <p:blipFill>
              <a:blip r:embed="rId253"/>
              <a:stretch>
                <a:fillRect/>
              </a:stretch>
            </p:blipFill>
            <p:spPr>
              <a:xfrm>
                <a:off x="8178278" y="5879837"/>
                <a:ext cx="6264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68" name="Ink 167">
                <a:extLst>
                  <a:ext uri="{FF2B5EF4-FFF2-40B4-BE49-F238E27FC236}">
                    <a16:creationId xmlns:a16="http://schemas.microsoft.com/office/drawing/2014/main" id="{8A1AFB5B-DFE7-3926-079F-88F95601F643}"/>
                  </a:ext>
                </a:extLst>
              </p14:cNvPr>
              <p14:cNvContentPartPr/>
              <p14:nvPr/>
            </p14:nvContentPartPr>
            <p14:xfrm>
              <a:off x="8268998" y="5996837"/>
              <a:ext cx="25200" cy="100800"/>
            </p14:xfrm>
          </p:contentPart>
        </mc:Choice>
        <mc:Fallback xmlns="">
          <p:pic>
            <p:nvPicPr>
              <p:cNvPr id="168" name="Ink 167">
                <a:extLst>
                  <a:ext uri="{FF2B5EF4-FFF2-40B4-BE49-F238E27FC236}">
                    <a16:creationId xmlns:a16="http://schemas.microsoft.com/office/drawing/2014/main" id="{8A1AFB5B-DFE7-3926-079F-88F95601F643}"/>
                  </a:ext>
                </a:extLst>
              </p:cNvPr>
              <p:cNvPicPr/>
              <p:nvPr/>
            </p:nvPicPr>
            <p:blipFill>
              <a:blip r:embed="rId255"/>
              <a:stretch>
                <a:fillRect/>
              </a:stretch>
            </p:blipFill>
            <p:spPr>
              <a:xfrm>
                <a:off x="8262878" y="5990717"/>
                <a:ext cx="3744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69" name="Ink 168">
                <a:extLst>
                  <a:ext uri="{FF2B5EF4-FFF2-40B4-BE49-F238E27FC236}">
                    <a16:creationId xmlns:a16="http://schemas.microsoft.com/office/drawing/2014/main" id="{F172D5A9-CEEF-CF5F-E2C8-997949F628A3}"/>
                  </a:ext>
                </a:extLst>
              </p14:cNvPr>
              <p14:cNvContentPartPr/>
              <p14:nvPr/>
            </p14:nvContentPartPr>
            <p14:xfrm>
              <a:off x="8353598" y="5895317"/>
              <a:ext cx="58680" cy="109800"/>
            </p14:xfrm>
          </p:contentPart>
        </mc:Choice>
        <mc:Fallback xmlns="">
          <p:pic>
            <p:nvPicPr>
              <p:cNvPr id="169" name="Ink 168">
                <a:extLst>
                  <a:ext uri="{FF2B5EF4-FFF2-40B4-BE49-F238E27FC236}">
                    <a16:creationId xmlns:a16="http://schemas.microsoft.com/office/drawing/2014/main" id="{F172D5A9-CEEF-CF5F-E2C8-997949F628A3}"/>
                  </a:ext>
                </a:extLst>
              </p:cNvPr>
              <p:cNvPicPr/>
              <p:nvPr/>
            </p:nvPicPr>
            <p:blipFill>
              <a:blip r:embed="rId257"/>
              <a:stretch>
                <a:fillRect/>
              </a:stretch>
            </p:blipFill>
            <p:spPr>
              <a:xfrm>
                <a:off x="8347478" y="5889197"/>
                <a:ext cx="7092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70" name="Ink 169">
                <a:extLst>
                  <a:ext uri="{FF2B5EF4-FFF2-40B4-BE49-F238E27FC236}">
                    <a16:creationId xmlns:a16="http://schemas.microsoft.com/office/drawing/2014/main" id="{F413D3C7-9A98-9239-118D-207BEB9C80B3}"/>
                  </a:ext>
                </a:extLst>
              </p14:cNvPr>
              <p14:cNvContentPartPr/>
              <p14:nvPr/>
            </p14:nvContentPartPr>
            <p14:xfrm>
              <a:off x="8446838" y="5876957"/>
              <a:ext cx="50040" cy="196560"/>
            </p14:xfrm>
          </p:contentPart>
        </mc:Choice>
        <mc:Fallback xmlns="">
          <p:pic>
            <p:nvPicPr>
              <p:cNvPr id="170" name="Ink 169">
                <a:extLst>
                  <a:ext uri="{FF2B5EF4-FFF2-40B4-BE49-F238E27FC236}">
                    <a16:creationId xmlns:a16="http://schemas.microsoft.com/office/drawing/2014/main" id="{F413D3C7-9A98-9239-118D-207BEB9C80B3}"/>
                  </a:ext>
                </a:extLst>
              </p:cNvPr>
              <p:cNvPicPr/>
              <p:nvPr/>
            </p:nvPicPr>
            <p:blipFill>
              <a:blip r:embed="rId259"/>
              <a:stretch>
                <a:fillRect/>
              </a:stretch>
            </p:blipFill>
            <p:spPr>
              <a:xfrm>
                <a:off x="8440718" y="5870837"/>
                <a:ext cx="6228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83" name="Ink 182">
                <a:extLst>
                  <a:ext uri="{FF2B5EF4-FFF2-40B4-BE49-F238E27FC236}">
                    <a16:creationId xmlns:a16="http://schemas.microsoft.com/office/drawing/2014/main" id="{50DF89B1-769C-26F8-4AFF-47ADEB63E487}"/>
                  </a:ext>
                </a:extLst>
              </p14:cNvPr>
              <p14:cNvContentPartPr/>
              <p14:nvPr/>
            </p14:nvContentPartPr>
            <p14:xfrm>
              <a:off x="6636758" y="5496077"/>
              <a:ext cx="70560" cy="95040"/>
            </p14:xfrm>
          </p:contentPart>
        </mc:Choice>
        <mc:Fallback xmlns="">
          <p:pic>
            <p:nvPicPr>
              <p:cNvPr id="183" name="Ink 182">
                <a:extLst>
                  <a:ext uri="{FF2B5EF4-FFF2-40B4-BE49-F238E27FC236}">
                    <a16:creationId xmlns:a16="http://schemas.microsoft.com/office/drawing/2014/main" id="{50DF89B1-769C-26F8-4AFF-47ADEB63E487}"/>
                  </a:ext>
                </a:extLst>
              </p:cNvPr>
              <p:cNvPicPr/>
              <p:nvPr/>
            </p:nvPicPr>
            <p:blipFill>
              <a:blip r:embed="rId261"/>
              <a:stretch>
                <a:fillRect/>
              </a:stretch>
            </p:blipFill>
            <p:spPr>
              <a:xfrm>
                <a:off x="6630638" y="5489957"/>
                <a:ext cx="8280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84" name="Ink 183">
                <a:extLst>
                  <a:ext uri="{FF2B5EF4-FFF2-40B4-BE49-F238E27FC236}">
                    <a16:creationId xmlns:a16="http://schemas.microsoft.com/office/drawing/2014/main" id="{C8A1D102-DE19-06E6-BCCF-78BC16DB2BB7}"/>
                  </a:ext>
                </a:extLst>
              </p14:cNvPr>
              <p14:cNvContentPartPr/>
              <p14:nvPr/>
            </p14:nvContentPartPr>
            <p14:xfrm>
              <a:off x="6683558" y="5612357"/>
              <a:ext cx="147240" cy="129240"/>
            </p14:xfrm>
          </p:contentPart>
        </mc:Choice>
        <mc:Fallback xmlns="">
          <p:pic>
            <p:nvPicPr>
              <p:cNvPr id="184" name="Ink 183">
                <a:extLst>
                  <a:ext uri="{FF2B5EF4-FFF2-40B4-BE49-F238E27FC236}">
                    <a16:creationId xmlns:a16="http://schemas.microsoft.com/office/drawing/2014/main" id="{C8A1D102-DE19-06E6-BCCF-78BC16DB2BB7}"/>
                  </a:ext>
                </a:extLst>
              </p:cNvPr>
              <p:cNvPicPr/>
              <p:nvPr/>
            </p:nvPicPr>
            <p:blipFill>
              <a:blip r:embed="rId263"/>
              <a:stretch>
                <a:fillRect/>
              </a:stretch>
            </p:blipFill>
            <p:spPr>
              <a:xfrm>
                <a:off x="6677438" y="5606237"/>
                <a:ext cx="15948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85" name="Ink 184">
                <a:extLst>
                  <a:ext uri="{FF2B5EF4-FFF2-40B4-BE49-F238E27FC236}">
                    <a16:creationId xmlns:a16="http://schemas.microsoft.com/office/drawing/2014/main" id="{58604A4D-9C86-C45A-E979-6B7992CCA1BD}"/>
                  </a:ext>
                </a:extLst>
              </p14:cNvPr>
              <p14:cNvContentPartPr/>
              <p14:nvPr/>
            </p14:nvContentPartPr>
            <p14:xfrm>
              <a:off x="6737198" y="5700557"/>
              <a:ext cx="166680" cy="43560"/>
            </p14:xfrm>
          </p:contentPart>
        </mc:Choice>
        <mc:Fallback xmlns="">
          <p:pic>
            <p:nvPicPr>
              <p:cNvPr id="185" name="Ink 184">
                <a:extLst>
                  <a:ext uri="{FF2B5EF4-FFF2-40B4-BE49-F238E27FC236}">
                    <a16:creationId xmlns:a16="http://schemas.microsoft.com/office/drawing/2014/main" id="{58604A4D-9C86-C45A-E979-6B7992CCA1BD}"/>
                  </a:ext>
                </a:extLst>
              </p:cNvPr>
              <p:cNvPicPr/>
              <p:nvPr/>
            </p:nvPicPr>
            <p:blipFill>
              <a:blip r:embed="rId265"/>
              <a:stretch>
                <a:fillRect/>
              </a:stretch>
            </p:blipFill>
            <p:spPr>
              <a:xfrm>
                <a:off x="6731078" y="5694437"/>
                <a:ext cx="17892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87" name="Ink 186">
                <a:extLst>
                  <a:ext uri="{FF2B5EF4-FFF2-40B4-BE49-F238E27FC236}">
                    <a16:creationId xmlns:a16="http://schemas.microsoft.com/office/drawing/2014/main" id="{EFE8573B-5B38-AF37-102A-E12C2F925C27}"/>
                  </a:ext>
                </a:extLst>
              </p14:cNvPr>
              <p14:cNvContentPartPr/>
              <p14:nvPr/>
            </p14:nvContentPartPr>
            <p14:xfrm>
              <a:off x="8955878" y="5999357"/>
              <a:ext cx="63720" cy="43560"/>
            </p14:xfrm>
          </p:contentPart>
        </mc:Choice>
        <mc:Fallback xmlns="">
          <p:pic>
            <p:nvPicPr>
              <p:cNvPr id="187" name="Ink 186">
                <a:extLst>
                  <a:ext uri="{FF2B5EF4-FFF2-40B4-BE49-F238E27FC236}">
                    <a16:creationId xmlns:a16="http://schemas.microsoft.com/office/drawing/2014/main" id="{EFE8573B-5B38-AF37-102A-E12C2F925C27}"/>
                  </a:ext>
                </a:extLst>
              </p:cNvPr>
              <p:cNvPicPr/>
              <p:nvPr/>
            </p:nvPicPr>
            <p:blipFill>
              <a:blip r:embed="rId267"/>
              <a:stretch>
                <a:fillRect/>
              </a:stretch>
            </p:blipFill>
            <p:spPr>
              <a:xfrm>
                <a:off x="8949758" y="5993237"/>
                <a:ext cx="7596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88" name="Ink 187">
                <a:extLst>
                  <a:ext uri="{FF2B5EF4-FFF2-40B4-BE49-F238E27FC236}">
                    <a16:creationId xmlns:a16="http://schemas.microsoft.com/office/drawing/2014/main" id="{6AE28650-67E0-ED32-9D3E-380B4B754476}"/>
                  </a:ext>
                </a:extLst>
              </p14:cNvPr>
              <p14:cNvContentPartPr/>
              <p14:nvPr/>
            </p14:nvContentPartPr>
            <p14:xfrm>
              <a:off x="8952638" y="5994677"/>
              <a:ext cx="52560" cy="87480"/>
            </p14:xfrm>
          </p:contentPart>
        </mc:Choice>
        <mc:Fallback xmlns="">
          <p:pic>
            <p:nvPicPr>
              <p:cNvPr id="188" name="Ink 187">
                <a:extLst>
                  <a:ext uri="{FF2B5EF4-FFF2-40B4-BE49-F238E27FC236}">
                    <a16:creationId xmlns:a16="http://schemas.microsoft.com/office/drawing/2014/main" id="{6AE28650-67E0-ED32-9D3E-380B4B754476}"/>
                  </a:ext>
                </a:extLst>
              </p:cNvPr>
              <p:cNvPicPr/>
              <p:nvPr/>
            </p:nvPicPr>
            <p:blipFill>
              <a:blip r:embed="rId269"/>
              <a:stretch>
                <a:fillRect/>
              </a:stretch>
            </p:blipFill>
            <p:spPr>
              <a:xfrm>
                <a:off x="8946518" y="5988557"/>
                <a:ext cx="6480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89" name="Ink 188">
                <a:extLst>
                  <a:ext uri="{FF2B5EF4-FFF2-40B4-BE49-F238E27FC236}">
                    <a16:creationId xmlns:a16="http://schemas.microsoft.com/office/drawing/2014/main" id="{69BEC1E8-7E45-1BF0-1F61-3BB5938A40E8}"/>
                  </a:ext>
                </a:extLst>
              </p14:cNvPr>
              <p14:cNvContentPartPr/>
              <p14:nvPr/>
            </p14:nvContentPartPr>
            <p14:xfrm>
              <a:off x="8817278" y="5891717"/>
              <a:ext cx="83880" cy="161640"/>
            </p14:xfrm>
          </p:contentPart>
        </mc:Choice>
        <mc:Fallback xmlns="">
          <p:pic>
            <p:nvPicPr>
              <p:cNvPr id="189" name="Ink 188">
                <a:extLst>
                  <a:ext uri="{FF2B5EF4-FFF2-40B4-BE49-F238E27FC236}">
                    <a16:creationId xmlns:a16="http://schemas.microsoft.com/office/drawing/2014/main" id="{69BEC1E8-7E45-1BF0-1F61-3BB5938A40E8}"/>
                  </a:ext>
                </a:extLst>
              </p:cNvPr>
              <p:cNvPicPr/>
              <p:nvPr/>
            </p:nvPicPr>
            <p:blipFill>
              <a:blip r:embed="rId271"/>
              <a:stretch>
                <a:fillRect/>
              </a:stretch>
            </p:blipFill>
            <p:spPr>
              <a:xfrm>
                <a:off x="8811158" y="5885597"/>
                <a:ext cx="9612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90" name="Ink 189">
                <a:extLst>
                  <a:ext uri="{FF2B5EF4-FFF2-40B4-BE49-F238E27FC236}">
                    <a16:creationId xmlns:a16="http://schemas.microsoft.com/office/drawing/2014/main" id="{1428977A-C54F-FFCB-37E9-FD2156894A44}"/>
                  </a:ext>
                </a:extLst>
              </p14:cNvPr>
              <p14:cNvContentPartPr/>
              <p14:nvPr/>
            </p14:nvContentPartPr>
            <p14:xfrm>
              <a:off x="8790638" y="5826557"/>
              <a:ext cx="146520" cy="110520"/>
            </p14:xfrm>
          </p:contentPart>
        </mc:Choice>
        <mc:Fallback xmlns="">
          <p:pic>
            <p:nvPicPr>
              <p:cNvPr id="190" name="Ink 189">
                <a:extLst>
                  <a:ext uri="{FF2B5EF4-FFF2-40B4-BE49-F238E27FC236}">
                    <a16:creationId xmlns:a16="http://schemas.microsoft.com/office/drawing/2014/main" id="{1428977A-C54F-FFCB-37E9-FD2156894A44}"/>
                  </a:ext>
                </a:extLst>
              </p:cNvPr>
              <p:cNvPicPr/>
              <p:nvPr/>
            </p:nvPicPr>
            <p:blipFill>
              <a:blip r:embed="rId273"/>
              <a:stretch>
                <a:fillRect/>
              </a:stretch>
            </p:blipFill>
            <p:spPr>
              <a:xfrm>
                <a:off x="8784518" y="5820437"/>
                <a:ext cx="15876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92" name="Ink 191">
                <a:extLst>
                  <a:ext uri="{FF2B5EF4-FFF2-40B4-BE49-F238E27FC236}">
                    <a16:creationId xmlns:a16="http://schemas.microsoft.com/office/drawing/2014/main" id="{D3D0D781-20FD-EA30-0617-EFAB772514E8}"/>
                  </a:ext>
                </a:extLst>
              </p14:cNvPr>
              <p14:cNvContentPartPr/>
              <p14:nvPr/>
            </p14:nvContentPartPr>
            <p14:xfrm>
              <a:off x="8939318" y="5996117"/>
              <a:ext cx="77400" cy="109080"/>
            </p14:xfrm>
          </p:contentPart>
        </mc:Choice>
        <mc:Fallback xmlns="">
          <p:pic>
            <p:nvPicPr>
              <p:cNvPr id="192" name="Ink 191">
                <a:extLst>
                  <a:ext uri="{FF2B5EF4-FFF2-40B4-BE49-F238E27FC236}">
                    <a16:creationId xmlns:a16="http://schemas.microsoft.com/office/drawing/2014/main" id="{D3D0D781-20FD-EA30-0617-EFAB772514E8}"/>
                  </a:ext>
                </a:extLst>
              </p:cNvPr>
              <p:cNvPicPr/>
              <p:nvPr/>
            </p:nvPicPr>
            <p:blipFill>
              <a:blip r:embed="rId275"/>
              <a:stretch>
                <a:fillRect/>
              </a:stretch>
            </p:blipFill>
            <p:spPr>
              <a:xfrm>
                <a:off x="8933198" y="5989997"/>
                <a:ext cx="8964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77" name="Ink 176">
                <a:extLst>
                  <a:ext uri="{FF2B5EF4-FFF2-40B4-BE49-F238E27FC236}">
                    <a16:creationId xmlns:a16="http://schemas.microsoft.com/office/drawing/2014/main" id="{B7C59653-3EA1-AF33-95B3-94480F12524F}"/>
                  </a:ext>
                </a:extLst>
              </p14:cNvPr>
              <p14:cNvContentPartPr/>
              <p14:nvPr/>
            </p14:nvContentPartPr>
            <p14:xfrm>
              <a:off x="6827198" y="4786517"/>
              <a:ext cx="10800" cy="1800"/>
            </p14:xfrm>
          </p:contentPart>
        </mc:Choice>
        <mc:Fallback xmlns="">
          <p:pic>
            <p:nvPicPr>
              <p:cNvPr id="177" name="Ink 176">
                <a:extLst>
                  <a:ext uri="{FF2B5EF4-FFF2-40B4-BE49-F238E27FC236}">
                    <a16:creationId xmlns:a16="http://schemas.microsoft.com/office/drawing/2014/main" id="{B7C59653-3EA1-AF33-95B3-94480F12524F}"/>
                  </a:ext>
                </a:extLst>
              </p:cNvPr>
              <p:cNvPicPr/>
              <p:nvPr/>
            </p:nvPicPr>
            <p:blipFill>
              <a:blip r:embed="rId277"/>
              <a:stretch>
                <a:fillRect/>
              </a:stretch>
            </p:blipFill>
            <p:spPr>
              <a:xfrm>
                <a:off x="6821078" y="4780397"/>
                <a:ext cx="23040" cy="1404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78" name="Ink 177">
                <a:extLst>
                  <a:ext uri="{FF2B5EF4-FFF2-40B4-BE49-F238E27FC236}">
                    <a16:creationId xmlns:a16="http://schemas.microsoft.com/office/drawing/2014/main" id="{4851AC8D-25C9-E0E4-F6B6-93BAA7427A9C}"/>
                  </a:ext>
                </a:extLst>
              </p14:cNvPr>
              <p14:cNvContentPartPr/>
              <p14:nvPr/>
            </p14:nvContentPartPr>
            <p14:xfrm>
              <a:off x="6793718" y="4806317"/>
              <a:ext cx="42480" cy="51840"/>
            </p14:xfrm>
          </p:contentPart>
        </mc:Choice>
        <mc:Fallback xmlns="">
          <p:pic>
            <p:nvPicPr>
              <p:cNvPr id="178" name="Ink 177">
                <a:extLst>
                  <a:ext uri="{FF2B5EF4-FFF2-40B4-BE49-F238E27FC236}">
                    <a16:creationId xmlns:a16="http://schemas.microsoft.com/office/drawing/2014/main" id="{4851AC8D-25C9-E0E4-F6B6-93BAA7427A9C}"/>
                  </a:ext>
                </a:extLst>
              </p:cNvPr>
              <p:cNvPicPr/>
              <p:nvPr/>
            </p:nvPicPr>
            <p:blipFill>
              <a:blip r:embed="rId279"/>
              <a:stretch>
                <a:fillRect/>
              </a:stretch>
            </p:blipFill>
            <p:spPr>
              <a:xfrm>
                <a:off x="6787598" y="4800197"/>
                <a:ext cx="5472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80" name="Ink 179">
                <a:extLst>
                  <a:ext uri="{FF2B5EF4-FFF2-40B4-BE49-F238E27FC236}">
                    <a16:creationId xmlns:a16="http://schemas.microsoft.com/office/drawing/2014/main" id="{4A68C73D-5EA5-AFBA-9BFF-ED4BD8842FA5}"/>
                  </a:ext>
                </a:extLst>
              </p14:cNvPr>
              <p14:cNvContentPartPr/>
              <p14:nvPr/>
            </p14:nvContentPartPr>
            <p14:xfrm>
              <a:off x="6836918" y="4629197"/>
              <a:ext cx="112320" cy="266760"/>
            </p14:xfrm>
          </p:contentPart>
        </mc:Choice>
        <mc:Fallback xmlns="">
          <p:pic>
            <p:nvPicPr>
              <p:cNvPr id="180" name="Ink 179">
                <a:extLst>
                  <a:ext uri="{FF2B5EF4-FFF2-40B4-BE49-F238E27FC236}">
                    <a16:creationId xmlns:a16="http://schemas.microsoft.com/office/drawing/2014/main" id="{4A68C73D-5EA5-AFBA-9BFF-ED4BD8842FA5}"/>
                  </a:ext>
                </a:extLst>
              </p:cNvPr>
              <p:cNvPicPr/>
              <p:nvPr/>
            </p:nvPicPr>
            <p:blipFill>
              <a:blip r:embed="rId281"/>
              <a:stretch>
                <a:fillRect/>
              </a:stretch>
            </p:blipFill>
            <p:spPr>
              <a:xfrm>
                <a:off x="6830798" y="4623077"/>
                <a:ext cx="12456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81" name="Ink 180">
                <a:extLst>
                  <a:ext uri="{FF2B5EF4-FFF2-40B4-BE49-F238E27FC236}">
                    <a16:creationId xmlns:a16="http://schemas.microsoft.com/office/drawing/2014/main" id="{24C4681A-5AB4-0D45-592D-175C77168C68}"/>
                  </a:ext>
                </a:extLst>
              </p14:cNvPr>
              <p14:cNvContentPartPr/>
              <p14:nvPr/>
            </p14:nvContentPartPr>
            <p14:xfrm>
              <a:off x="6831878" y="4620557"/>
              <a:ext cx="293400" cy="160560"/>
            </p14:xfrm>
          </p:contentPart>
        </mc:Choice>
        <mc:Fallback xmlns="">
          <p:pic>
            <p:nvPicPr>
              <p:cNvPr id="181" name="Ink 180">
                <a:extLst>
                  <a:ext uri="{FF2B5EF4-FFF2-40B4-BE49-F238E27FC236}">
                    <a16:creationId xmlns:a16="http://schemas.microsoft.com/office/drawing/2014/main" id="{24C4681A-5AB4-0D45-592D-175C77168C68}"/>
                  </a:ext>
                </a:extLst>
              </p:cNvPr>
              <p:cNvPicPr/>
              <p:nvPr/>
            </p:nvPicPr>
            <p:blipFill>
              <a:blip r:embed="rId283"/>
              <a:stretch>
                <a:fillRect/>
              </a:stretch>
            </p:blipFill>
            <p:spPr>
              <a:xfrm>
                <a:off x="6825758" y="4614437"/>
                <a:ext cx="30564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98" name="Ink 197">
                <a:extLst>
                  <a:ext uri="{FF2B5EF4-FFF2-40B4-BE49-F238E27FC236}">
                    <a16:creationId xmlns:a16="http://schemas.microsoft.com/office/drawing/2014/main" id="{4EC6C118-8F35-3CF7-A6B7-1911A475EF6C}"/>
                  </a:ext>
                </a:extLst>
              </p14:cNvPr>
              <p14:cNvContentPartPr/>
              <p14:nvPr/>
            </p14:nvContentPartPr>
            <p14:xfrm>
              <a:off x="7507598" y="5383037"/>
              <a:ext cx="897480" cy="662760"/>
            </p14:xfrm>
          </p:contentPart>
        </mc:Choice>
        <mc:Fallback xmlns="">
          <p:pic>
            <p:nvPicPr>
              <p:cNvPr id="198" name="Ink 197">
                <a:extLst>
                  <a:ext uri="{FF2B5EF4-FFF2-40B4-BE49-F238E27FC236}">
                    <a16:creationId xmlns:a16="http://schemas.microsoft.com/office/drawing/2014/main" id="{4EC6C118-8F35-3CF7-A6B7-1911A475EF6C}"/>
                  </a:ext>
                </a:extLst>
              </p:cNvPr>
              <p:cNvPicPr/>
              <p:nvPr/>
            </p:nvPicPr>
            <p:blipFill>
              <a:blip r:embed="rId285"/>
              <a:stretch>
                <a:fillRect/>
              </a:stretch>
            </p:blipFill>
            <p:spPr>
              <a:xfrm>
                <a:off x="7501478" y="5376917"/>
                <a:ext cx="909720" cy="675000"/>
              </a:xfrm>
              <a:prstGeom prst="rect">
                <a:avLst/>
              </a:prstGeom>
            </p:spPr>
          </p:pic>
        </mc:Fallback>
      </mc:AlternateContent>
      <p:grpSp>
        <p:nvGrpSpPr>
          <p:cNvPr id="202" name="Group 201">
            <a:extLst>
              <a:ext uri="{FF2B5EF4-FFF2-40B4-BE49-F238E27FC236}">
                <a16:creationId xmlns:a16="http://schemas.microsoft.com/office/drawing/2014/main" id="{169F0814-9E36-2503-27C4-C7B83030AEDD}"/>
              </a:ext>
            </a:extLst>
          </p:cNvPr>
          <p:cNvGrpSpPr/>
          <p:nvPr/>
        </p:nvGrpSpPr>
        <p:grpSpPr>
          <a:xfrm>
            <a:off x="9009878" y="4907837"/>
            <a:ext cx="451080" cy="605520"/>
            <a:chOff x="9009878" y="4907837"/>
            <a:chExt cx="451080" cy="605520"/>
          </a:xfrm>
        </p:grpSpPr>
        <mc:AlternateContent xmlns:mc="http://schemas.openxmlformats.org/markup-compatibility/2006" xmlns:p14="http://schemas.microsoft.com/office/powerpoint/2010/main">
          <mc:Choice Requires="p14">
            <p:contentPart p14:bwMode="auto" r:id="rId286">
              <p14:nvContentPartPr>
                <p14:cNvPr id="155" name="Ink 154">
                  <a:extLst>
                    <a:ext uri="{FF2B5EF4-FFF2-40B4-BE49-F238E27FC236}">
                      <a16:creationId xmlns:a16="http://schemas.microsoft.com/office/drawing/2014/main" id="{676C7A05-BCB5-C14D-4B15-2B4DCAA72025}"/>
                    </a:ext>
                  </a:extLst>
                </p14:cNvPr>
                <p14:cNvContentPartPr/>
                <p14:nvPr/>
              </p14:nvContentPartPr>
              <p14:xfrm>
                <a:off x="9128318" y="5026176"/>
                <a:ext cx="159120" cy="218520"/>
              </p14:xfrm>
            </p:contentPart>
          </mc:Choice>
          <mc:Fallback xmlns="">
            <p:pic>
              <p:nvPicPr>
                <p:cNvPr id="155" name="Ink 154">
                  <a:extLst>
                    <a:ext uri="{FF2B5EF4-FFF2-40B4-BE49-F238E27FC236}">
                      <a16:creationId xmlns:a16="http://schemas.microsoft.com/office/drawing/2014/main" id="{676C7A05-BCB5-C14D-4B15-2B4DCAA72025}"/>
                    </a:ext>
                  </a:extLst>
                </p:cNvPr>
                <p:cNvPicPr/>
                <p:nvPr/>
              </p:nvPicPr>
              <p:blipFill>
                <a:blip r:embed="rId287"/>
                <a:stretch>
                  <a:fillRect/>
                </a:stretch>
              </p:blipFill>
              <p:spPr>
                <a:xfrm>
                  <a:off x="9122198" y="5020056"/>
                  <a:ext cx="17136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56" name="Ink 155">
                  <a:extLst>
                    <a:ext uri="{FF2B5EF4-FFF2-40B4-BE49-F238E27FC236}">
                      <a16:creationId xmlns:a16="http://schemas.microsoft.com/office/drawing/2014/main" id="{517BB18F-2A3D-CD9D-38D1-EDE9D8695108}"/>
                    </a:ext>
                  </a:extLst>
                </p14:cNvPr>
                <p14:cNvContentPartPr/>
                <p14:nvPr/>
              </p14:nvContentPartPr>
              <p14:xfrm>
                <a:off x="9255038" y="4957416"/>
                <a:ext cx="168120" cy="97920"/>
              </p14:xfrm>
            </p:contentPart>
          </mc:Choice>
          <mc:Fallback xmlns="">
            <p:pic>
              <p:nvPicPr>
                <p:cNvPr id="156" name="Ink 155">
                  <a:extLst>
                    <a:ext uri="{FF2B5EF4-FFF2-40B4-BE49-F238E27FC236}">
                      <a16:creationId xmlns:a16="http://schemas.microsoft.com/office/drawing/2014/main" id="{517BB18F-2A3D-CD9D-38D1-EDE9D8695108}"/>
                    </a:ext>
                  </a:extLst>
                </p:cNvPr>
                <p:cNvPicPr/>
                <p:nvPr/>
              </p:nvPicPr>
              <p:blipFill>
                <a:blip r:embed="rId289"/>
                <a:stretch>
                  <a:fillRect/>
                </a:stretch>
              </p:blipFill>
              <p:spPr>
                <a:xfrm>
                  <a:off x="9248918" y="4951296"/>
                  <a:ext cx="18036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200" name="Ink 199">
                  <a:extLst>
                    <a:ext uri="{FF2B5EF4-FFF2-40B4-BE49-F238E27FC236}">
                      <a16:creationId xmlns:a16="http://schemas.microsoft.com/office/drawing/2014/main" id="{CBF4707B-B80E-EFEE-7205-6B00DC5C0376}"/>
                    </a:ext>
                  </a:extLst>
                </p14:cNvPr>
                <p14:cNvContentPartPr/>
                <p14:nvPr/>
              </p14:nvContentPartPr>
              <p14:xfrm>
                <a:off x="9009878" y="4907837"/>
                <a:ext cx="451080" cy="529560"/>
              </p14:xfrm>
            </p:contentPart>
          </mc:Choice>
          <mc:Fallback xmlns="">
            <p:pic>
              <p:nvPicPr>
                <p:cNvPr id="200" name="Ink 199">
                  <a:extLst>
                    <a:ext uri="{FF2B5EF4-FFF2-40B4-BE49-F238E27FC236}">
                      <a16:creationId xmlns:a16="http://schemas.microsoft.com/office/drawing/2014/main" id="{CBF4707B-B80E-EFEE-7205-6B00DC5C0376}"/>
                    </a:ext>
                  </a:extLst>
                </p:cNvPr>
                <p:cNvPicPr/>
                <p:nvPr/>
              </p:nvPicPr>
              <p:blipFill>
                <a:blip r:embed="rId291"/>
                <a:stretch>
                  <a:fillRect/>
                </a:stretch>
              </p:blipFill>
              <p:spPr>
                <a:xfrm>
                  <a:off x="9003758" y="4901717"/>
                  <a:ext cx="463320" cy="54180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201" name="Ink 200">
                  <a:extLst>
                    <a:ext uri="{FF2B5EF4-FFF2-40B4-BE49-F238E27FC236}">
                      <a16:creationId xmlns:a16="http://schemas.microsoft.com/office/drawing/2014/main" id="{947BE083-4D74-11D9-857C-47B62875A0DA}"/>
                    </a:ext>
                  </a:extLst>
                </p14:cNvPr>
                <p14:cNvContentPartPr/>
                <p14:nvPr/>
              </p14:nvContentPartPr>
              <p14:xfrm>
                <a:off x="9424238" y="4926197"/>
                <a:ext cx="28440" cy="587160"/>
              </p14:xfrm>
            </p:contentPart>
          </mc:Choice>
          <mc:Fallback xmlns="">
            <p:pic>
              <p:nvPicPr>
                <p:cNvPr id="201" name="Ink 200">
                  <a:extLst>
                    <a:ext uri="{FF2B5EF4-FFF2-40B4-BE49-F238E27FC236}">
                      <a16:creationId xmlns:a16="http://schemas.microsoft.com/office/drawing/2014/main" id="{947BE083-4D74-11D9-857C-47B62875A0DA}"/>
                    </a:ext>
                  </a:extLst>
                </p:cNvPr>
                <p:cNvPicPr/>
                <p:nvPr/>
              </p:nvPicPr>
              <p:blipFill>
                <a:blip r:embed="rId293"/>
                <a:stretch>
                  <a:fillRect/>
                </a:stretch>
              </p:blipFill>
              <p:spPr>
                <a:xfrm>
                  <a:off x="9418118" y="4920077"/>
                  <a:ext cx="40680" cy="599400"/>
                </a:xfrm>
                <a:prstGeom prst="rect">
                  <a:avLst/>
                </a:prstGeom>
              </p:spPr>
            </p:pic>
          </mc:Fallback>
        </mc:AlternateContent>
      </p:grpSp>
      <p:grpSp>
        <p:nvGrpSpPr>
          <p:cNvPr id="219" name="Group 218">
            <a:extLst>
              <a:ext uri="{FF2B5EF4-FFF2-40B4-BE49-F238E27FC236}">
                <a16:creationId xmlns:a16="http://schemas.microsoft.com/office/drawing/2014/main" id="{1AC1EA3E-8314-3AC1-C0C9-A9E7603E316E}"/>
              </a:ext>
            </a:extLst>
          </p:cNvPr>
          <p:cNvGrpSpPr/>
          <p:nvPr/>
        </p:nvGrpSpPr>
        <p:grpSpPr>
          <a:xfrm>
            <a:off x="8887838" y="3674477"/>
            <a:ext cx="1987560" cy="772920"/>
            <a:chOff x="8887838" y="3674477"/>
            <a:chExt cx="1987560" cy="772920"/>
          </a:xfrm>
        </p:grpSpPr>
        <mc:AlternateContent xmlns:mc="http://schemas.openxmlformats.org/markup-compatibility/2006" xmlns:p14="http://schemas.microsoft.com/office/powerpoint/2010/main">
          <mc:Choice Requires="p14">
            <p:contentPart p14:bwMode="auto" r:id="rId294">
              <p14:nvContentPartPr>
                <p14:cNvPr id="203" name="Ink 202">
                  <a:extLst>
                    <a:ext uri="{FF2B5EF4-FFF2-40B4-BE49-F238E27FC236}">
                      <a16:creationId xmlns:a16="http://schemas.microsoft.com/office/drawing/2014/main" id="{73E33763-D6A4-1278-09E9-D8C5C7E20988}"/>
                    </a:ext>
                  </a:extLst>
                </p14:cNvPr>
                <p14:cNvContentPartPr/>
                <p14:nvPr/>
              </p14:nvContentPartPr>
              <p14:xfrm>
                <a:off x="10434038" y="3795797"/>
                <a:ext cx="214560" cy="356040"/>
              </p14:xfrm>
            </p:contentPart>
          </mc:Choice>
          <mc:Fallback xmlns="">
            <p:pic>
              <p:nvPicPr>
                <p:cNvPr id="203" name="Ink 202">
                  <a:extLst>
                    <a:ext uri="{FF2B5EF4-FFF2-40B4-BE49-F238E27FC236}">
                      <a16:creationId xmlns:a16="http://schemas.microsoft.com/office/drawing/2014/main" id="{73E33763-D6A4-1278-09E9-D8C5C7E20988}"/>
                    </a:ext>
                  </a:extLst>
                </p:cNvPr>
                <p:cNvPicPr/>
                <p:nvPr/>
              </p:nvPicPr>
              <p:blipFill>
                <a:blip r:embed="rId295"/>
                <a:stretch>
                  <a:fillRect/>
                </a:stretch>
              </p:blipFill>
              <p:spPr>
                <a:xfrm>
                  <a:off x="10427918" y="3789677"/>
                  <a:ext cx="22680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204" name="Ink 203">
                  <a:extLst>
                    <a:ext uri="{FF2B5EF4-FFF2-40B4-BE49-F238E27FC236}">
                      <a16:creationId xmlns:a16="http://schemas.microsoft.com/office/drawing/2014/main" id="{3C7A5946-3B1E-8984-CEFA-B61C2372BB10}"/>
                    </a:ext>
                  </a:extLst>
                </p14:cNvPr>
                <p14:cNvContentPartPr/>
                <p14:nvPr/>
              </p14:nvContentPartPr>
              <p14:xfrm>
                <a:off x="10670918" y="3688517"/>
                <a:ext cx="204480" cy="162720"/>
              </p14:xfrm>
            </p:contentPart>
          </mc:Choice>
          <mc:Fallback xmlns="">
            <p:pic>
              <p:nvPicPr>
                <p:cNvPr id="204" name="Ink 203">
                  <a:extLst>
                    <a:ext uri="{FF2B5EF4-FFF2-40B4-BE49-F238E27FC236}">
                      <a16:creationId xmlns:a16="http://schemas.microsoft.com/office/drawing/2014/main" id="{3C7A5946-3B1E-8984-CEFA-B61C2372BB10}"/>
                    </a:ext>
                  </a:extLst>
                </p:cNvPr>
                <p:cNvPicPr/>
                <p:nvPr/>
              </p:nvPicPr>
              <p:blipFill>
                <a:blip r:embed="rId297"/>
                <a:stretch>
                  <a:fillRect/>
                </a:stretch>
              </p:blipFill>
              <p:spPr>
                <a:xfrm>
                  <a:off x="10664798" y="3682397"/>
                  <a:ext cx="21672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206" name="Ink 205">
                  <a:extLst>
                    <a:ext uri="{FF2B5EF4-FFF2-40B4-BE49-F238E27FC236}">
                      <a16:creationId xmlns:a16="http://schemas.microsoft.com/office/drawing/2014/main" id="{D3322A0A-1269-5A1B-5F78-71D88B6F91BD}"/>
                    </a:ext>
                  </a:extLst>
                </p14:cNvPr>
                <p14:cNvContentPartPr/>
                <p14:nvPr/>
              </p14:nvContentPartPr>
              <p14:xfrm>
                <a:off x="8887838" y="3862037"/>
                <a:ext cx="268200" cy="178920"/>
              </p14:xfrm>
            </p:contentPart>
          </mc:Choice>
          <mc:Fallback xmlns="">
            <p:pic>
              <p:nvPicPr>
                <p:cNvPr id="206" name="Ink 205">
                  <a:extLst>
                    <a:ext uri="{FF2B5EF4-FFF2-40B4-BE49-F238E27FC236}">
                      <a16:creationId xmlns:a16="http://schemas.microsoft.com/office/drawing/2014/main" id="{D3322A0A-1269-5A1B-5F78-71D88B6F91BD}"/>
                    </a:ext>
                  </a:extLst>
                </p:cNvPr>
                <p:cNvPicPr/>
                <p:nvPr/>
              </p:nvPicPr>
              <p:blipFill>
                <a:blip r:embed="rId299"/>
                <a:stretch>
                  <a:fillRect/>
                </a:stretch>
              </p:blipFill>
              <p:spPr>
                <a:xfrm>
                  <a:off x="8881718" y="3855917"/>
                  <a:ext cx="28044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207" name="Ink 206">
                  <a:extLst>
                    <a:ext uri="{FF2B5EF4-FFF2-40B4-BE49-F238E27FC236}">
                      <a16:creationId xmlns:a16="http://schemas.microsoft.com/office/drawing/2014/main" id="{B13C4E45-47F2-AAAE-97F2-F52544BB61E6}"/>
                    </a:ext>
                  </a:extLst>
                </p14:cNvPr>
                <p14:cNvContentPartPr/>
                <p14:nvPr/>
              </p14:nvContentPartPr>
              <p14:xfrm>
                <a:off x="9159998" y="3878957"/>
                <a:ext cx="54720" cy="359640"/>
              </p14:xfrm>
            </p:contentPart>
          </mc:Choice>
          <mc:Fallback xmlns="">
            <p:pic>
              <p:nvPicPr>
                <p:cNvPr id="207" name="Ink 206">
                  <a:extLst>
                    <a:ext uri="{FF2B5EF4-FFF2-40B4-BE49-F238E27FC236}">
                      <a16:creationId xmlns:a16="http://schemas.microsoft.com/office/drawing/2014/main" id="{B13C4E45-47F2-AAAE-97F2-F52544BB61E6}"/>
                    </a:ext>
                  </a:extLst>
                </p:cNvPr>
                <p:cNvPicPr/>
                <p:nvPr/>
              </p:nvPicPr>
              <p:blipFill>
                <a:blip r:embed="rId301"/>
                <a:stretch>
                  <a:fillRect/>
                </a:stretch>
              </p:blipFill>
              <p:spPr>
                <a:xfrm>
                  <a:off x="9153878" y="3872837"/>
                  <a:ext cx="66960" cy="37188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208" name="Ink 207">
                  <a:extLst>
                    <a:ext uri="{FF2B5EF4-FFF2-40B4-BE49-F238E27FC236}">
                      <a16:creationId xmlns:a16="http://schemas.microsoft.com/office/drawing/2014/main" id="{95749CBB-5BFA-CD94-C66A-1F29E612707B}"/>
                    </a:ext>
                  </a:extLst>
                </p14:cNvPr>
                <p14:cNvContentPartPr/>
                <p14:nvPr/>
              </p14:nvContentPartPr>
              <p14:xfrm>
                <a:off x="9156758" y="3884717"/>
                <a:ext cx="56160" cy="110520"/>
              </p14:xfrm>
            </p:contentPart>
          </mc:Choice>
          <mc:Fallback xmlns="">
            <p:pic>
              <p:nvPicPr>
                <p:cNvPr id="208" name="Ink 207">
                  <a:extLst>
                    <a:ext uri="{FF2B5EF4-FFF2-40B4-BE49-F238E27FC236}">
                      <a16:creationId xmlns:a16="http://schemas.microsoft.com/office/drawing/2014/main" id="{95749CBB-5BFA-CD94-C66A-1F29E612707B}"/>
                    </a:ext>
                  </a:extLst>
                </p:cNvPr>
                <p:cNvPicPr/>
                <p:nvPr/>
              </p:nvPicPr>
              <p:blipFill>
                <a:blip r:embed="rId303"/>
                <a:stretch>
                  <a:fillRect/>
                </a:stretch>
              </p:blipFill>
              <p:spPr>
                <a:xfrm>
                  <a:off x="9150638" y="3878597"/>
                  <a:ext cx="6840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209" name="Ink 208">
                  <a:extLst>
                    <a:ext uri="{FF2B5EF4-FFF2-40B4-BE49-F238E27FC236}">
                      <a16:creationId xmlns:a16="http://schemas.microsoft.com/office/drawing/2014/main" id="{0C14623A-ABF2-CD12-72A6-A124D54C73DA}"/>
                    </a:ext>
                  </a:extLst>
                </p14:cNvPr>
                <p14:cNvContentPartPr/>
                <p14:nvPr/>
              </p14:nvContentPartPr>
              <p14:xfrm>
                <a:off x="9266558" y="3874997"/>
                <a:ext cx="77400" cy="349920"/>
              </p14:xfrm>
            </p:contentPart>
          </mc:Choice>
          <mc:Fallback xmlns="">
            <p:pic>
              <p:nvPicPr>
                <p:cNvPr id="209" name="Ink 208">
                  <a:extLst>
                    <a:ext uri="{FF2B5EF4-FFF2-40B4-BE49-F238E27FC236}">
                      <a16:creationId xmlns:a16="http://schemas.microsoft.com/office/drawing/2014/main" id="{0C14623A-ABF2-CD12-72A6-A124D54C73DA}"/>
                    </a:ext>
                  </a:extLst>
                </p:cNvPr>
                <p:cNvPicPr/>
                <p:nvPr/>
              </p:nvPicPr>
              <p:blipFill>
                <a:blip r:embed="rId305"/>
                <a:stretch>
                  <a:fillRect/>
                </a:stretch>
              </p:blipFill>
              <p:spPr>
                <a:xfrm>
                  <a:off x="9260438" y="3868877"/>
                  <a:ext cx="89640" cy="36216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210" name="Ink 209">
                  <a:extLst>
                    <a:ext uri="{FF2B5EF4-FFF2-40B4-BE49-F238E27FC236}">
                      <a16:creationId xmlns:a16="http://schemas.microsoft.com/office/drawing/2014/main" id="{00D57ACC-0153-9A7E-02B1-95F70D8004C4}"/>
                    </a:ext>
                  </a:extLst>
                </p14:cNvPr>
                <p14:cNvContentPartPr/>
                <p14:nvPr/>
              </p14:nvContentPartPr>
              <p14:xfrm>
                <a:off x="9294998" y="3883637"/>
                <a:ext cx="61920" cy="101880"/>
              </p14:xfrm>
            </p:contentPart>
          </mc:Choice>
          <mc:Fallback xmlns="">
            <p:pic>
              <p:nvPicPr>
                <p:cNvPr id="210" name="Ink 209">
                  <a:extLst>
                    <a:ext uri="{FF2B5EF4-FFF2-40B4-BE49-F238E27FC236}">
                      <a16:creationId xmlns:a16="http://schemas.microsoft.com/office/drawing/2014/main" id="{00D57ACC-0153-9A7E-02B1-95F70D8004C4}"/>
                    </a:ext>
                  </a:extLst>
                </p:cNvPr>
                <p:cNvPicPr/>
                <p:nvPr/>
              </p:nvPicPr>
              <p:blipFill>
                <a:blip r:embed="rId307"/>
                <a:stretch>
                  <a:fillRect/>
                </a:stretch>
              </p:blipFill>
              <p:spPr>
                <a:xfrm>
                  <a:off x="9288878" y="3877517"/>
                  <a:ext cx="7416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211" name="Ink 210">
                  <a:extLst>
                    <a:ext uri="{FF2B5EF4-FFF2-40B4-BE49-F238E27FC236}">
                      <a16:creationId xmlns:a16="http://schemas.microsoft.com/office/drawing/2014/main" id="{6053C0B1-7F92-40E0-743D-D2B217DEA6E5}"/>
                    </a:ext>
                  </a:extLst>
                </p14:cNvPr>
                <p14:cNvContentPartPr/>
                <p14:nvPr/>
              </p14:nvContentPartPr>
              <p14:xfrm>
                <a:off x="9390398" y="3781037"/>
                <a:ext cx="78840" cy="205200"/>
              </p14:xfrm>
            </p:contentPart>
          </mc:Choice>
          <mc:Fallback xmlns="">
            <p:pic>
              <p:nvPicPr>
                <p:cNvPr id="211" name="Ink 210">
                  <a:extLst>
                    <a:ext uri="{FF2B5EF4-FFF2-40B4-BE49-F238E27FC236}">
                      <a16:creationId xmlns:a16="http://schemas.microsoft.com/office/drawing/2014/main" id="{6053C0B1-7F92-40E0-743D-D2B217DEA6E5}"/>
                    </a:ext>
                  </a:extLst>
                </p:cNvPr>
                <p:cNvPicPr/>
                <p:nvPr/>
              </p:nvPicPr>
              <p:blipFill>
                <a:blip r:embed="rId309"/>
                <a:stretch>
                  <a:fillRect/>
                </a:stretch>
              </p:blipFill>
              <p:spPr>
                <a:xfrm>
                  <a:off x="9384278" y="3774917"/>
                  <a:ext cx="9108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212" name="Ink 211">
                  <a:extLst>
                    <a:ext uri="{FF2B5EF4-FFF2-40B4-BE49-F238E27FC236}">
                      <a16:creationId xmlns:a16="http://schemas.microsoft.com/office/drawing/2014/main" id="{57E31CEA-B840-AD6A-C328-D9F172CFCDF4}"/>
                    </a:ext>
                  </a:extLst>
                </p14:cNvPr>
                <p14:cNvContentPartPr/>
                <p14:nvPr/>
              </p14:nvContentPartPr>
              <p14:xfrm>
                <a:off x="9386078" y="3888677"/>
                <a:ext cx="56880" cy="25200"/>
              </p14:xfrm>
            </p:contentPart>
          </mc:Choice>
          <mc:Fallback xmlns="">
            <p:pic>
              <p:nvPicPr>
                <p:cNvPr id="212" name="Ink 211">
                  <a:extLst>
                    <a:ext uri="{FF2B5EF4-FFF2-40B4-BE49-F238E27FC236}">
                      <a16:creationId xmlns:a16="http://schemas.microsoft.com/office/drawing/2014/main" id="{57E31CEA-B840-AD6A-C328-D9F172CFCDF4}"/>
                    </a:ext>
                  </a:extLst>
                </p:cNvPr>
                <p:cNvPicPr/>
                <p:nvPr/>
              </p:nvPicPr>
              <p:blipFill>
                <a:blip r:embed="rId311"/>
                <a:stretch>
                  <a:fillRect/>
                </a:stretch>
              </p:blipFill>
              <p:spPr>
                <a:xfrm>
                  <a:off x="9379958" y="3882557"/>
                  <a:ext cx="6912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213" name="Ink 212">
                  <a:extLst>
                    <a:ext uri="{FF2B5EF4-FFF2-40B4-BE49-F238E27FC236}">
                      <a16:creationId xmlns:a16="http://schemas.microsoft.com/office/drawing/2014/main" id="{21937265-1C8C-E68A-8504-C3D53D49866C}"/>
                    </a:ext>
                  </a:extLst>
                </p14:cNvPr>
                <p14:cNvContentPartPr/>
                <p14:nvPr/>
              </p14:nvContentPartPr>
              <p14:xfrm>
                <a:off x="9513518" y="3892997"/>
                <a:ext cx="5400" cy="7200"/>
              </p14:xfrm>
            </p:contentPart>
          </mc:Choice>
          <mc:Fallback xmlns="">
            <p:pic>
              <p:nvPicPr>
                <p:cNvPr id="213" name="Ink 212">
                  <a:extLst>
                    <a:ext uri="{FF2B5EF4-FFF2-40B4-BE49-F238E27FC236}">
                      <a16:creationId xmlns:a16="http://schemas.microsoft.com/office/drawing/2014/main" id="{21937265-1C8C-E68A-8504-C3D53D49866C}"/>
                    </a:ext>
                  </a:extLst>
                </p:cNvPr>
                <p:cNvPicPr/>
                <p:nvPr/>
              </p:nvPicPr>
              <p:blipFill>
                <a:blip r:embed="rId313"/>
                <a:stretch>
                  <a:fillRect/>
                </a:stretch>
              </p:blipFill>
              <p:spPr>
                <a:xfrm>
                  <a:off x="9507398" y="3886877"/>
                  <a:ext cx="1764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214" name="Ink 213">
                  <a:extLst>
                    <a:ext uri="{FF2B5EF4-FFF2-40B4-BE49-F238E27FC236}">
                      <a16:creationId xmlns:a16="http://schemas.microsoft.com/office/drawing/2014/main" id="{EB68EAEB-9195-8A5A-A38D-CE0C618849BD}"/>
                    </a:ext>
                  </a:extLst>
                </p14:cNvPr>
                <p14:cNvContentPartPr/>
                <p14:nvPr/>
              </p14:nvContentPartPr>
              <p14:xfrm>
                <a:off x="9588758" y="3768437"/>
                <a:ext cx="162000" cy="118800"/>
              </p14:xfrm>
            </p:contentPart>
          </mc:Choice>
          <mc:Fallback xmlns="">
            <p:pic>
              <p:nvPicPr>
                <p:cNvPr id="214" name="Ink 213">
                  <a:extLst>
                    <a:ext uri="{FF2B5EF4-FFF2-40B4-BE49-F238E27FC236}">
                      <a16:creationId xmlns:a16="http://schemas.microsoft.com/office/drawing/2014/main" id="{EB68EAEB-9195-8A5A-A38D-CE0C618849BD}"/>
                    </a:ext>
                  </a:extLst>
                </p:cNvPr>
                <p:cNvPicPr/>
                <p:nvPr/>
              </p:nvPicPr>
              <p:blipFill>
                <a:blip r:embed="rId315"/>
                <a:stretch>
                  <a:fillRect/>
                </a:stretch>
              </p:blipFill>
              <p:spPr>
                <a:xfrm>
                  <a:off x="9582638" y="3762317"/>
                  <a:ext cx="17424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215" name="Ink 214">
                  <a:extLst>
                    <a:ext uri="{FF2B5EF4-FFF2-40B4-BE49-F238E27FC236}">
                      <a16:creationId xmlns:a16="http://schemas.microsoft.com/office/drawing/2014/main" id="{708272B2-B911-2736-4E43-0F396AD69527}"/>
                    </a:ext>
                  </a:extLst>
                </p14:cNvPr>
                <p14:cNvContentPartPr/>
                <p14:nvPr/>
              </p14:nvContentPartPr>
              <p14:xfrm>
                <a:off x="9762638" y="3788957"/>
                <a:ext cx="125280" cy="113760"/>
              </p14:xfrm>
            </p:contentPart>
          </mc:Choice>
          <mc:Fallback xmlns="">
            <p:pic>
              <p:nvPicPr>
                <p:cNvPr id="215" name="Ink 214">
                  <a:extLst>
                    <a:ext uri="{FF2B5EF4-FFF2-40B4-BE49-F238E27FC236}">
                      <a16:creationId xmlns:a16="http://schemas.microsoft.com/office/drawing/2014/main" id="{708272B2-B911-2736-4E43-0F396AD69527}"/>
                    </a:ext>
                  </a:extLst>
                </p:cNvPr>
                <p:cNvPicPr/>
                <p:nvPr/>
              </p:nvPicPr>
              <p:blipFill>
                <a:blip r:embed="rId317"/>
                <a:stretch>
                  <a:fillRect/>
                </a:stretch>
              </p:blipFill>
              <p:spPr>
                <a:xfrm>
                  <a:off x="9756518" y="3782837"/>
                  <a:ext cx="1375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216" name="Ink 215">
                  <a:extLst>
                    <a:ext uri="{FF2B5EF4-FFF2-40B4-BE49-F238E27FC236}">
                      <a16:creationId xmlns:a16="http://schemas.microsoft.com/office/drawing/2014/main" id="{8B7B3B57-6718-59F8-3B3F-B9F44815EE27}"/>
                    </a:ext>
                  </a:extLst>
                </p14:cNvPr>
                <p14:cNvContentPartPr/>
                <p14:nvPr/>
              </p14:nvContentPartPr>
              <p14:xfrm>
                <a:off x="9904838" y="3674477"/>
                <a:ext cx="319320" cy="229320"/>
              </p14:xfrm>
            </p:contentPart>
          </mc:Choice>
          <mc:Fallback xmlns="">
            <p:pic>
              <p:nvPicPr>
                <p:cNvPr id="216" name="Ink 215">
                  <a:extLst>
                    <a:ext uri="{FF2B5EF4-FFF2-40B4-BE49-F238E27FC236}">
                      <a16:creationId xmlns:a16="http://schemas.microsoft.com/office/drawing/2014/main" id="{8B7B3B57-6718-59F8-3B3F-B9F44815EE27}"/>
                    </a:ext>
                  </a:extLst>
                </p:cNvPr>
                <p:cNvPicPr/>
                <p:nvPr/>
              </p:nvPicPr>
              <p:blipFill>
                <a:blip r:embed="rId319"/>
                <a:stretch>
                  <a:fillRect/>
                </a:stretch>
              </p:blipFill>
              <p:spPr>
                <a:xfrm>
                  <a:off x="9898718" y="3668357"/>
                  <a:ext cx="33156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217" name="Ink 216">
                  <a:extLst>
                    <a:ext uri="{FF2B5EF4-FFF2-40B4-BE49-F238E27FC236}">
                      <a16:creationId xmlns:a16="http://schemas.microsoft.com/office/drawing/2014/main" id="{E0FA8836-9C9A-A47D-3987-B51B4B624547}"/>
                    </a:ext>
                  </a:extLst>
                </p14:cNvPr>
                <p14:cNvContentPartPr/>
                <p14:nvPr/>
              </p14:nvContentPartPr>
              <p14:xfrm>
                <a:off x="9522878" y="4051397"/>
                <a:ext cx="119520" cy="396000"/>
              </p14:xfrm>
            </p:contentPart>
          </mc:Choice>
          <mc:Fallback xmlns="">
            <p:pic>
              <p:nvPicPr>
                <p:cNvPr id="217" name="Ink 216">
                  <a:extLst>
                    <a:ext uri="{FF2B5EF4-FFF2-40B4-BE49-F238E27FC236}">
                      <a16:creationId xmlns:a16="http://schemas.microsoft.com/office/drawing/2014/main" id="{E0FA8836-9C9A-A47D-3987-B51B4B624547}"/>
                    </a:ext>
                  </a:extLst>
                </p:cNvPr>
                <p:cNvPicPr/>
                <p:nvPr/>
              </p:nvPicPr>
              <p:blipFill>
                <a:blip r:embed="rId321"/>
                <a:stretch>
                  <a:fillRect/>
                </a:stretch>
              </p:blipFill>
              <p:spPr>
                <a:xfrm>
                  <a:off x="9516758" y="4045277"/>
                  <a:ext cx="131760" cy="40824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218" name="Ink 217">
                  <a:extLst>
                    <a:ext uri="{FF2B5EF4-FFF2-40B4-BE49-F238E27FC236}">
                      <a16:creationId xmlns:a16="http://schemas.microsoft.com/office/drawing/2014/main" id="{6854F7DC-20E9-8412-ADB9-5BAC890E2A9F}"/>
                    </a:ext>
                  </a:extLst>
                </p14:cNvPr>
                <p14:cNvContentPartPr/>
                <p14:nvPr/>
              </p14:nvContentPartPr>
              <p14:xfrm>
                <a:off x="9496958" y="4134557"/>
                <a:ext cx="517680" cy="191520"/>
              </p14:xfrm>
            </p:contentPart>
          </mc:Choice>
          <mc:Fallback xmlns="">
            <p:pic>
              <p:nvPicPr>
                <p:cNvPr id="218" name="Ink 217">
                  <a:extLst>
                    <a:ext uri="{FF2B5EF4-FFF2-40B4-BE49-F238E27FC236}">
                      <a16:creationId xmlns:a16="http://schemas.microsoft.com/office/drawing/2014/main" id="{6854F7DC-20E9-8412-ADB9-5BAC890E2A9F}"/>
                    </a:ext>
                  </a:extLst>
                </p:cNvPr>
                <p:cNvPicPr/>
                <p:nvPr/>
              </p:nvPicPr>
              <p:blipFill>
                <a:blip r:embed="rId323"/>
                <a:stretch>
                  <a:fillRect/>
                </a:stretch>
              </p:blipFill>
              <p:spPr>
                <a:xfrm>
                  <a:off x="9490838" y="4128437"/>
                  <a:ext cx="529920" cy="203760"/>
                </a:xfrm>
                <a:prstGeom prst="rect">
                  <a:avLst/>
                </a:prstGeom>
              </p:spPr>
            </p:pic>
          </mc:Fallback>
        </mc:AlternateContent>
      </p:grpSp>
      <p:grpSp>
        <p:nvGrpSpPr>
          <p:cNvPr id="240" name="Group 239">
            <a:extLst>
              <a:ext uri="{FF2B5EF4-FFF2-40B4-BE49-F238E27FC236}">
                <a16:creationId xmlns:a16="http://schemas.microsoft.com/office/drawing/2014/main" id="{4638E45E-A49C-C18E-BF20-4DCC1BF0839D}"/>
              </a:ext>
            </a:extLst>
          </p:cNvPr>
          <p:cNvGrpSpPr/>
          <p:nvPr/>
        </p:nvGrpSpPr>
        <p:grpSpPr>
          <a:xfrm>
            <a:off x="10377158" y="4255157"/>
            <a:ext cx="1353600" cy="379440"/>
            <a:chOff x="10377158" y="4255157"/>
            <a:chExt cx="1353600" cy="379440"/>
          </a:xfrm>
        </p:grpSpPr>
        <mc:AlternateContent xmlns:mc="http://schemas.openxmlformats.org/markup-compatibility/2006" xmlns:p14="http://schemas.microsoft.com/office/powerpoint/2010/main">
          <mc:Choice Requires="p14">
            <p:contentPart p14:bwMode="auto" r:id="rId324">
              <p14:nvContentPartPr>
                <p14:cNvPr id="220" name="Ink 219">
                  <a:extLst>
                    <a:ext uri="{FF2B5EF4-FFF2-40B4-BE49-F238E27FC236}">
                      <a16:creationId xmlns:a16="http://schemas.microsoft.com/office/drawing/2014/main" id="{66F61CD0-D992-48A4-9664-4B8E5229BBFC}"/>
                    </a:ext>
                  </a:extLst>
                </p14:cNvPr>
                <p14:cNvContentPartPr/>
                <p14:nvPr/>
              </p14:nvContentPartPr>
              <p14:xfrm>
                <a:off x="10377158" y="4395197"/>
                <a:ext cx="204480" cy="239400"/>
              </p14:xfrm>
            </p:contentPart>
          </mc:Choice>
          <mc:Fallback xmlns="">
            <p:pic>
              <p:nvPicPr>
                <p:cNvPr id="220" name="Ink 219">
                  <a:extLst>
                    <a:ext uri="{FF2B5EF4-FFF2-40B4-BE49-F238E27FC236}">
                      <a16:creationId xmlns:a16="http://schemas.microsoft.com/office/drawing/2014/main" id="{66F61CD0-D992-48A4-9664-4B8E5229BBFC}"/>
                    </a:ext>
                  </a:extLst>
                </p:cNvPr>
                <p:cNvPicPr/>
                <p:nvPr/>
              </p:nvPicPr>
              <p:blipFill>
                <a:blip r:embed="rId325"/>
                <a:stretch>
                  <a:fillRect/>
                </a:stretch>
              </p:blipFill>
              <p:spPr>
                <a:xfrm>
                  <a:off x="10371038" y="4389077"/>
                  <a:ext cx="21672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221" name="Ink 220">
                  <a:extLst>
                    <a:ext uri="{FF2B5EF4-FFF2-40B4-BE49-F238E27FC236}">
                      <a16:creationId xmlns:a16="http://schemas.microsoft.com/office/drawing/2014/main" id="{87AD4FFB-1ECC-DB4E-E2EC-5606C9A3D6FF}"/>
                    </a:ext>
                  </a:extLst>
                </p14:cNvPr>
                <p14:cNvContentPartPr/>
                <p14:nvPr/>
              </p14:nvContentPartPr>
              <p14:xfrm>
                <a:off x="10597838" y="4374317"/>
                <a:ext cx="56160" cy="240120"/>
              </p14:xfrm>
            </p:contentPart>
          </mc:Choice>
          <mc:Fallback xmlns="">
            <p:pic>
              <p:nvPicPr>
                <p:cNvPr id="221" name="Ink 220">
                  <a:extLst>
                    <a:ext uri="{FF2B5EF4-FFF2-40B4-BE49-F238E27FC236}">
                      <a16:creationId xmlns:a16="http://schemas.microsoft.com/office/drawing/2014/main" id="{87AD4FFB-1ECC-DB4E-E2EC-5606C9A3D6FF}"/>
                    </a:ext>
                  </a:extLst>
                </p:cNvPr>
                <p:cNvPicPr/>
                <p:nvPr/>
              </p:nvPicPr>
              <p:blipFill>
                <a:blip r:embed="rId327"/>
                <a:stretch>
                  <a:fillRect/>
                </a:stretch>
              </p:blipFill>
              <p:spPr>
                <a:xfrm>
                  <a:off x="10591718" y="4368197"/>
                  <a:ext cx="6840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22" name="Ink 221">
                  <a:extLst>
                    <a:ext uri="{FF2B5EF4-FFF2-40B4-BE49-F238E27FC236}">
                      <a16:creationId xmlns:a16="http://schemas.microsoft.com/office/drawing/2014/main" id="{600C2AE1-BCA7-EA32-456B-C4089BAE5D32}"/>
                    </a:ext>
                  </a:extLst>
                </p14:cNvPr>
                <p14:cNvContentPartPr/>
                <p14:nvPr/>
              </p14:nvContentPartPr>
              <p14:xfrm>
                <a:off x="10588838" y="4498157"/>
                <a:ext cx="148680" cy="40680"/>
              </p14:xfrm>
            </p:contentPart>
          </mc:Choice>
          <mc:Fallback xmlns="">
            <p:pic>
              <p:nvPicPr>
                <p:cNvPr id="222" name="Ink 221">
                  <a:extLst>
                    <a:ext uri="{FF2B5EF4-FFF2-40B4-BE49-F238E27FC236}">
                      <a16:creationId xmlns:a16="http://schemas.microsoft.com/office/drawing/2014/main" id="{600C2AE1-BCA7-EA32-456B-C4089BAE5D32}"/>
                    </a:ext>
                  </a:extLst>
                </p:cNvPr>
                <p:cNvPicPr/>
                <p:nvPr/>
              </p:nvPicPr>
              <p:blipFill>
                <a:blip r:embed="rId329"/>
                <a:stretch>
                  <a:fillRect/>
                </a:stretch>
              </p:blipFill>
              <p:spPr>
                <a:xfrm>
                  <a:off x="10582718" y="4492037"/>
                  <a:ext cx="16092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23" name="Ink 222">
                  <a:extLst>
                    <a:ext uri="{FF2B5EF4-FFF2-40B4-BE49-F238E27FC236}">
                      <a16:creationId xmlns:a16="http://schemas.microsoft.com/office/drawing/2014/main" id="{427CA214-C710-2CBD-4C3D-4FD695305CD4}"/>
                    </a:ext>
                  </a:extLst>
                </p14:cNvPr>
                <p14:cNvContentPartPr/>
                <p14:nvPr/>
              </p14:nvContentPartPr>
              <p14:xfrm>
                <a:off x="10753358" y="4458917"/>
                <a:ext cx="110520" cy="122760"/>
              </p14:xfrm>
            </p:contentPart>
          </mc:Choice>
          <mc:Fallback xmlns="">
            <p:pic>
              <p:nvPicPr>
                <p:cNvPr id="223" name="Ink 222">
                  <a:extLst>
                    <a:ext uri="{FF2B5EF4-FFF2-40B4-BE49-F238E27FC236}">
                      <a16:creationId xmlns:a16="http://schemas.microsoft.com/office/drawing/2014/main" id="{427CA214-C710-2CBD-4C3D-4FD695305CD4}"/>
                    </a:ext>
                  </a:extLst>
                </p:cNvPr>
                <p:cNvPicPr/>
                <p:nvPr/>
              </p:nvPicPr>
              <p:blipFill>
                <a:blip r:embed="rId331"/>
                <a:stretch>
                  <a:fillRect/>
                </a:stretch>
              </p:blipFill>
              <p:spPr>
                <a:xfrm>
                  <a:off x="10747238" y="4452797"/>
                  <a:ext cx="12276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224" name="Ink 223">
                  <a:extLst>
                    <a:ext uri="{FF2B5EF4-FFF2-40B4-BE49-F238E27FC236}">
                      <a16:creationId xmlns:a16="http://schemas.microsoft.com/office/drawing/2014/main" id="{61F0EE5F-BFB0-46D8-4EED-C3A3E79E2EBE}"/>
                    </a:ext>
                  </a:extLst>
                </p14:cNvPr>
                <p14:cNvContentPartPr/>
                <p14:nvPr/>
              </p14:nvContentPartPr>
              <p14:xfrm>
                <a:off x="10909238" y="4332197"/>
                <a:ext cx="116280" cy="262440"/>
              </p14:xfrm>
            </p:contentPart>
          </mc:Choice>
          <mc:Fallback xmlns="">
            <p:pic>
              <p:nvPicPr>
                <p:cNvPr id="224" name="Ink 223">
                  <a:extLst>
                    <a:ext uri="{FF2B5EF4-FFF2-40B4-BE49-F238E27FC236}">
                      <a16:creationId xmlns:a16="http://schemas.microsoft.com/office/drawing/2014/main" id="{61F0EE5F-BFB0-46D8-4EED-C3A3E79E2EBE}"/>
                    </a:ext>
                  </a:extLst>
                </p:cNvPr>
                <p:cNvPicPr/>
                <p:nvPr/>
              </p:nvPicPr>
              <p:blipFill>
                <a:blip r:embed="rId333"/>
                <a:stretch>
                  <a:fillRect/>
                </a:stretch>
              </p:blipFill>
              <p:spPr>
                <a:xfrm>
                  <a:off x="10903118" y="4326077"/>
                  <a:ext cx="12852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225" name="Ink 224">
                  <a:extLst>
                    <a:ext uri="{FF2B5EF4-FFF2-40B4-BE49-F238E27FC236}">
                      <a16:creationId xmlns:a16="http://schemas.microsoft.com/office/drawing/2014/main" id="{01633D41-86A5-8DD9-4B81-1BFD598BA586}"/>
                    </a:ext>
                  </a:extLst>
                </p14:cNvPr>
                <p14:cNvContentPartPr/>
                <p14:nvPr/>
              </p14:nvContentPartPr>
              <p14:xfrm>
                <a:off x="10997438" y="4398797"/>
                <a:ext cx="1080" cy="20520"/>
              </p14:xfrm>
            </p:contentPart>
          </mc:Choice>
          <mc:Fallback xmlns="">
            <p:pic>
              <p:nvPicPr>
                <p:cNvPr id="225" name="Ink 224">
                  <a:extLst>
                    <a:ext uri="{FF2B5EF4-FFF2-40B4-BE49-F238E27FC236}">
                      <a16:creationId xmlns:a16="http://schemas.microsoft.com/office/drawing/2014/main" id="{01633D41-86A5-8DD9-4B81-1BFD598BA586}"/>
                    </a:ext>
                  </a:extLst>
                </p:cNvPr>
                <p:cNvPicPr/>
                <p:nvPr/>
              </p:nvPicPr>
              <p:blipFill>
                <a:blip r:embed="rId335"/>
                <a:stretch>
                  <a:fillRect/>
                </a:stretch>
              </p:blipFill>
              <p:spPr>
                <a:xfrm>
                  <a:off x="10991318" y="4392677"/>
                  <a:ext cx="1332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336">
              <p14:nvContentPartPr>
                <p14:cNvPr id="226" name="Ink 225">
                  <a:extLst>
                    <a:ext uri="{FF2B5EF4-FFF2-40B4-BE49-F238E27FC236}">
                      <a16:creationId xmlns:a16="http://schemas.microsoft.com/office/drawing/2014/main" id="{A4DD40C0-93CE-AB9F-3C69-4D622D88E62F}"/>
                    </a:ext>
                  </a:extLst>
                </p14:cNvPr>
                <p14:cNvContentPartPr/>
                <p14:nvPr/>
              </p14:nvContentPartPr>
              <p14:xfrm>
                <a:off x="11046758" y="4449197"/>
                <a:ext cx="96480" cy="116640"/>
              </p14:xfrm>
            </p:contentPart>
          </mc:Choice>
          <mc:Fallback xmlns="">
            <p:pic>
              <p:nvPicPr>
                <p:cNvPr id="226" name="Ink 225">
                  <a:extLst>
                    <a:ext uri="{FF2B5EF4-FFF2-40B4-BE49-F238E27FC236}">
                      <a16:creationId xmlns:a16="http://schemas.microsoft.com/office/drawing/2014/main" id="{A4DD40C0-93CE-AB9F-3C69-4D622D88E62F}"/>
                    </a:ext>
                  </a:extLst>
                </p:cNvPr>
                <p:cNvPicPr/>
                <p:nvPr/>
              </p:nvPicPr>
              <p:blipFill>
                <a:blip r:embed="rId337"/>
                <a:stretch>
                  <a:fillRect/>
                </a:stretch>
              </p:blipFill>
              <p:spPr>
                <a:xfrm>
                  <a:off x="11040638" y="4443077"/>
                  <a:ext cx="10872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227" name="Ink 226">
                  <a:extLst>
                    <a:ext uri="{FF2B5EF4-FFF2-40B4-BE49-F238E27FC236}">
                      <a16:creationId xmlns:a16="http://schemas.microsoft.com/office/drawing/2014/main" id="{26776342-4371-CBB4-5DF6-6992E2467D7A}"/>
                    </a:ext>
                  </a:extLst>
                </p14:cNvPr>
                <p14:cNvContentPartPr/>
                <p14:nvPr/>
              </p14:nvContentPartPr>
              <p14:xfrm>
                <a:off x="11144678" y="4351637"/>
                <a:ext cx="154080" cy="234360"/>
              </p14:xfrm>
            </p:contentPart>
          </mc:Choice>
          <mc:Fallback xmlns="">
            <p:pic>
              <p:nvPicPr>
                <p:cNvPr id="227" name="Ink 226">
                  <a:extLst>
                    <a:ext uri="{FF2B5EF4-FFF2-40B4-BE49-F238E27FC236}">
                      <a16:creationId xmlns:a16="http://schemas.microsoft.com/office/drawing/2014/main" id="{26776342-4371-CBB4-5DF6-6992E2467D7A}"/>
                    </a:ext>
                  </a:extLst>
                </p:cNvPr>
                <p:cNvPicPr/>
                <p:nvPr/>
              </p:nvPicPr>
              <p:blipFill>
                <a:blip r:embed="rId339"/>
                <a:stretch>
                  <a:fillRect/>
                </a:stretch>
              </p:blipFill>
              <p:spPr>
                <a:xfrm>
                  <a:off x="11138558" y="4345517"/>
                  <a:ext cx="16632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228" name="Ink 227">
                  <a:extLst>
                    <a:ext uri="{FF2B5EF4-FFF2-40B4-BE49-F238E27FC236}">
                      <a16:creationId xmlns:a16="http://schemas.microsoft.com/office/drawing/2014/main" id="{BE745179-7E51-7519-D11D-5F0DF776A092}"/>
                    </a:ext>
                  </a:extLst>
                </p14:cNvPr>
                <p14:cNvContentPartPr/>
                <p14:nvPr/>
              </p14:nvContentPartPr>
              <p14:xfrm>
                <a:off x="11271758" y="4378277"/>
                <a:ext cx="9000" cy="28440"/>
              </p14:xfrm>
            </p:contentPart>
          </mc:Choice>
          <mc:Fallback xmlns="">
            <p:pic>
              <p:nvPicPr>
                <p:cNvPr id="228" name="Ink 227">
                  <a:extLst>
                    <a:ext uri="{FF2B5EF4-FFF2-40B4-BE49-F238E27FC236}">
                      <a16:creationId xmlns:a16="http://schemas.microsoft.com/office/drawing/2014/main" id="{BE745179-7E51-7519-D11D-5F0DF776A092}"/>
                    </a:ext>
                  </a:extLst>
                </p:cNvPr>
                <p:cNvPicPr/>
                <p:nvPr/>
              </p:nvPicPr>
              <p:blipFill>
                <a:blip r:embed="rId341"/>
                <a:stretch>
                  <a:fillRect/>
                </a:stretch>
              </p:blipFill>
              <p:spPr>
                <a:xfrm>
                  <a:off x="11265638" y="4372157"/>
                  <a:ext cx="2124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342">
              <p14:nvContentPartPr>
                <p14:cNvPr id="229" name="Ink 228">
                  <a:extLst>
                    <a:ext uri="{FF2B5EF4-FFF2-40B4-BE49-F238E27FC236}">
                      <a16:creationId xmlns:a16="http://schemas.microsoft.com/office/drawing/2014/main" id="{14145442-8086-8BD9-D08B-EE388E0B61E5}"/>
                    </a:ext>
                  </a:extLst>
                </p14:cNvPr>
                <p14:cNvContentPartPr/>
                <p14:nvPr/>
              </p14:nvContentPartPr>
              <p14:xfrm>
                <a:off x="11389478" y="4453157"/>
                <a:ext cx="104400" cy="93600"/>
              </p14:xfrm>
            </p:contentPart>
          </mc:Choice>
          <mc:Fallback xmlns="">
            <p:pic>
              <p:nvPicPr>
                <p:cNvPr id="229" name="Ink 228">
                  <a:extLst>
                    <a:ext uri="{FF2B5EF4-FFF2-40B4-BE49-F238E27FC236}">
                      <a16:creationId xmlns:a16="http://schemas.microsoft.com/office/drawing/2014/main" id="{14145442-8086-8BD9-D08B-EE388E0B61E5}"/>
                    </a:ext>
                  </a:extLst>
                </p:cNvPr>
                <p:cNvPicPr/>
                <p:nvPr/>
              </p:nvPicPr>
              <p:blipFill>
                <a:blip r:embed="rId343"/>
                <a:stretch>
                  <a:fillRect/>
                </a:stretch>
              </p:blipFill>
              <p:spPr>
                <a:xfrm>
                  <a:off x="11383358" y="4447037"/>
                  <a:ext cx="11664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344">
              <p14:nvContentPartPr>
                <p14:cNvPr id="230" name="Ink 229">
                  <a:extLst>
                    <a:ext uri="{FF2B5EF4-FFF2-40B4-BE49-F238E27FC236}">
                      <a16:creationId xmlns:a16="http://schemas.microsoft.com/office/drawing/2014/main" id="{50E6668E-5C4F-F916-5E86-F156215F2830}"/>
                    </a:ext>
                  </a:extLst>
                </p14:cNvPr>
                <p14:cNvContentPartPr/>
                <p14:nvPr/>
              </p14:nvContentPartPr>
              <p14:xfrm>
                <a:off x="11529878" y="4255157"/>
                <a:ext cx="200880" cy="277920"/>
              </p14:xfrm>
            </p:contentPart>
          </mc:Choice>
          <mc:Fallback xmlns="">
            <p:pic>
              <p:nvPicPr>
                <p:cNvPr id="230" name="Ink 229">
                  <a:extLst>
                    <a:ext uri="{FF2B5EF4-FFF2-40B4-BE49-F238E27FC236}">
                      <a16:creationId xmlns:a16="http://schemas.microsoft.com/office/drawing/2014/main" id="{50E6668E-5C4F-F916-5E86-F156215F2830}"/>
                    </a:ext>
                  </a:extLst>
                </p:cNvPr>
                <p:cNvPicPr/>
                <p:nvPr/>
              </p:nvPicPr>
              <p:blipFill>
                <a:blip r:embed="rId345"/>
                <a:stretch>
                  <a:fillRect/>
                </a:stretch>
              </p:blipFill>
              <p:spPr>
                <a:xfrm>
                  <a:off x="11523758" y="4249037"/>
                  <a:ext cx="213120" cy="290160"/>
                </a:xfrm>
                <a:prstGeom prst="rect">
                  <a:avLst/>
                </a:prstGeom>
              </p:spPr>
            </p:pic>
          </mc:Fallback>
        </mc:AlternateContent>
      </p:grpSp>
      <p:grpSp>
        <p:nvGrpSpPr>
          <p:cNvPr id="239" name="Group 238">
            <a:extLst>
              <a:ext uri="{FF2B5EF4-FFF2-40B4-BE49-F238E27FC236}">
                <a16:creationId xmlns:a16="http://schemas.microsoft.com/office/drawing/2014/main" id="{5C898414-9D06-8504-6B62-B77B4034833E}"/>
              </a:ext>
            </a:extLst>
          </p:cNvPr>
          <p:cNvGrpSpPr/>
          <p:nvPr/>
        </p:nvGrpSpPr>
        <p:grpSpPr>
          <a:xfrm>
            <a:off x="10721318" y="4781117"/>
            <a:ext cx="1226880" cy="297720"/>
            <a:chOff x="10721318" y="4781117"/>
            <a:chExt cx="1226880" cy="297720"/>
          </a:xfrm>
        </p:grpSpPr>
        <mc:AlternateContent xmlns:mc="http://schemas.openxmlformats.org/markup-compatibility/2006" xmlns:p14="http://schemas.microsoft.com/office/powerpoint/2010/main">
          <mc:Choice Requires="p14">
            <p:contentPart p14:bwMode="auto" r:id="rId346">
              <p14:nvContentPartPr>
                <p14:cNvPr id="231" name="Ink 230">
                  <a:extLst>
                    <a:ext uri="{FF2B5EF4-FFF2-40B4-BE49-F238E27FC236}">
                      <a16:creationId xmlns:a16="http://schemas.microsoft.com/office/drawing/2014/main" id="{2794B6F4-FEEF-FE27-70E9-FE45C67B51B6}"/>
                    </a:ext>
                  </a:extLst>
                </p14:cNvPr>
                <p14:cNvContentPartPr/>
                <p14:nvPr/>
              </p14:nvContentPartPr>
              <p14:xfrm>
                <a:off x="10721318" y="4804877"/>
                <a:ext cx="314640" cy="273960"/>
              </p14:xfrm>
            </p:contentPart>
          </mc:Choice>
          <mc:Fallback xmlns="">
            <p:pic>
              <p:nvPicPr>
                <p:cNvPr id="231" name="Ink 230">
                  <a:extLst>
                    <a:ext uri="{FF2B5EF4-FFF2-40B4-BE49-F238E27FC236}">
                      <a16:creationId xmlns:a16="http://schemas.microsoft.com/office/drawing/2014/main" id="{2794B6F4-FEEF-FE27-70E9-FE45C67B51B6}"/>
                    </a:ext>
                  </a:extLst>
                </p:cNvPr>
                <p:cNvPicPr/>
                <p:nvPr/>
              </p:nvPicPr>
              <p:blipFill>
                <a:blip r:embed="rId347"/>
                <a:stretch>
                  <a:fillRect/>
                </a:stretch>
              </p:blipFill>
              <p:spPr>
                <a:xfrm>
                  <a:off x="10715198" y="4798757"/>
                  <a:ext cx="32688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348">
              <p14:nvContentPartPr>
                <p14:cNvPr id="232" name="Ink 231">
                  <a:extLst>
                    <a:ext uri="{FF2B5EF4-FFF2-40B4-BE49-F238E27FC236}">
                      <a16:creationId xmlns:a16="http://schemas.microsoft.com/office/drawing/2014/main" id="{0429F2E5-FCFB-F6AE-7C3A-6ED79D4FB088}"/>
                    </a:ext>
                  </a:extLst>
                </p14:cNvPr>
                <p14:cNvContentPartPr/>
                <p14:nvPr/>
              </p14:nvContentPartPr>
              <p14:xfrm>
                <a:off x="10908878" y="4830077"/>
                <a:ext cx="23760" cy="18000"/>
              </p14:xfrm>
            </p:contentPart>
          </mc:Choice>
          <mc:Fallback xmlns="">
            <p:pic>
              <p:nvPicPr>
                <p:cNvPr id="232" name="Ink 231">
                  <a:extLst>
                    <a:ext uri="{FF2B5EF4-FFF2-40B4-BE49-F238E27FC236}">
                      <a16:creationId xmlns:a16="http://schemas.microsoft.com/office/drawing/2014/main" id="{0429F2E5-FCFB-F6AE-7C3A-6ED79D4FB088}"/>
                    </a:ext>
                  </a:extLst>
                </p:cNvPr>
                <p:cNvPicPr/>
                <p:nvPr/>
              </p:nvPicPr>
              <p:blipFill>
                <a:blip r:embed="rId349"/>
                <a:stretch>
                  <a:fillRect/>
                </a:stretch>
              </p:blipFill>
              <p:spPr>
                <a:xfrm>
                  <a:off x="10902758" y="4823957"/>
                  <a:ext cx="3600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350">
              <p14:nvContentPartPr>
                <p14:cNvPr id="233" name="Ink 232">
                  <a:extLst>
                    <a:ext uri="{FF2B5EF4-FFF2-40B4-BE49-F238E27FC236}">
                      <a16:creationId xmlns:a16="http://schemas.microsoft.com/office/drawing/2014/main" id="{B694A758-52A4-5373-2C85-AA9A7496FAB9}"/>
                    </a:ext>
                  </a:extLst>
                </p14:cNvPr>
                <p14:cNvContentPartPr/>
                <p14:nvPr/>
              </p14:nvContentPartPr>
              <p14:xfrm>
                <a:off x="11022998" y="4863197"/>
                <a:ext cx="111960" cy="138960"/>
              </p14:xfrm>
            </p:contentPart>
          </mc:Choice>
          <mc:Fallback xmlns="">
            <p:pic>
              <p:nvPicPr>
                <p:cNvPr id="233" name="Ink 232">
                  <a:extLst>
                    <a:ext uri="{FF2B5EF4-FFF2-40B4-BE49-F238E27FC236}">
                      <a16:creationId xmlns:a16="http://schemas.microsoft.com/office/drawing/2014/main" id="{B694A758-52A4-5373-2C85-AA9A7496FAB9}"/>
                    </a:ext>
                  </a:extLst>
                </p:cNvPr>
                <p:cNvPicPr/>
                <p:nvPr/>
              </p:nvPicPr>
              <p:blipFill>
                <a:blip r:embed="rId351"/>
                <a:stretch>
                  <a:fillRect/>
                </a:stretch>
              </p:blipFill>
              <p:spPr>
                <a:xfrm>
                  <a:off x="11016878" y="4857077"/>
                  <a:ext cx="12420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352">
              <p14:nvContentPartPr>
                <p14:cNvPr id="234" name="Ink 233">
                  <a:extLst>
                    <a:ext uri="{FF2B5EF4-FFF2-40B4-BE49-F238E27FC236}">
                      <a16:creationId xmlns:a16="http://schemas.microsoft.com/office/drawing/2014/main" id="{A3E1ACFD-6AA2-C22C-6D9C-E2AE4E69F65C}"/>
                    </a:ext>
                  </a:extLst>
                </p14:cNvPr>
                <p14:cNvContentPartPr/>
                <p14:nvPr/>
              </p14:nvContentPartPr>
              <p14:xfrm>
                <a:off x="11189678" y="4781117"/>
                <a:ext cx="53280" cy="188640"/>
              </p14:xfrm>
            </p:contentPart>
          </mc:Choice>
          <mc:Fallback xmlns="">
            <p:pic>
              <p:nvPicPr>
                <p:cNvPr id="234" name="Ink 233">
                  <a:extLst>
                    <a:ext uri="{FF2B5EF4-FFF2-40B4-BE49-F238E27FC236}">
                      <a16:creationId xmlns:a16="http://schemas.microsoft.com/office/drawing/2014/main" id="{A3E1ACFD-6AA2-C22C-6D9C-E2AE4E69F65C}"/>
                    </a:ext>
                  </a:extLst>
                </p:cNvPr>
                <p:cNvPicPr/>
                <p:nvPr/>
              </p:nvPicPr>
              <p:blipFill>
                <a:blip r:embed="rId353"/>
                <a:stretch>
                  <a:fillRect/>
                </a:stretch>
              </p:blipFill>
              <p:spPr>
                <a:xfrm>
                  <a:off x="11183558" y="4774997"/>
                  <a:ext cx="6552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354">
              <p14:nvContentPartPr>
                <p14:cNvPr id="235" name="Ink 234">
                  <a:extLst>
                    <a:ext uri="{FF2B5EF4-FFF2-40B4-BE49-F238E27FC236}">
                      <a16:creationId xmlns:a16="http://schemas.microsoft.com/office/drawing/2014/main" id="{5911A73E-3A2D-6169-6441-F7C835D626EC}"/>
                    </a:ext>
                  </a:extLst>
                </p14:cNvPr>
                <p14:cNvContentPartPr/>
                <p14:nvPr/>
              </p14:nvContentPartPr>
              <p14:xfrm>
                <a:off x="11183558" y="4864637"/>
                <a:ext cx="173160" cy="48240"/>
              </p14:xfrm>
            </p:contentPart>
          </mc:Choice>
          <mc:Fallback xmlns="">
            <p:pic>
              <p:nvPicPr>
                <p:cNvPr id="235" name="Ink 234">
                  <a:extLst>
                    <a:ext uri="{FF2B5EF4-FFF2-40B4-BE49-F238E27FC236}">
                      <a16:creationId xmlns:a16="http://schemas.microsoft.com/office/drawing/2014/main" id="{5911A73E-3A2D-6169-6441-F7C835D626EC}"/>
                    </a:ext>
                  </a:extLst>
                </p:cNvPr>
                <p:cNvPicPr/>
                <p:nvPr/>
              </p:nvPicPr>
              <p:blipFill>
                <a:blip r:embed="rId355"/>
                <a:stretch>
                  <a:fillRect/>
                </a:stretch>
              </p:blipFill>
              <p:spPr>
                <a:xfrm>
                  <a:off x="11177438" y="4858517"/>
                  <a:ext cx="18540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356">
              <p14:nvContentPartPr>
                <p14:cNvPr id="236" name="Ink 235">
                  <a:extLst>
                    <a:ext uri="{FF2B5EF4-FFF2-40B4-BE49-F238E27FC236}">
                      <a16:creationId xmlns:a16="http://schemas.microsoft.com/office/drawing/2014/main" id="{5C4D19BE-FAF0-B1EE-7C2E-F0F72B7B7D0F}"/>
                    </a:ext>
                  </a:extLst>
                </p14:cNvPr>
                <p14:cNvContentPartPr/>
                <p14:nvPr/>
              </p14:nvContentPartPr>
              <p14:xfrm>
                <a:off x="11330078" y="4837637"/>
                <a:ext cx="130320" cy="95760"/>
              </p14:xfrm>
            </p:contentPart>
          </mc:Choice>
          <mc:Fallback xmlns="">
            <p:pic>
              <p:nvPicPr>
                <p:cNvPr id="236" name="Ink 235">
                  <a:extLst>
                    <a:ext uri="{FF2B5EF4-FFF2-40B4-BE49-F238E27FC236}">
                      <a16:creationId xmlns:a16="http://schemas.microsoft.com/office/drawing/2014/main" id="{5C4D19BE-FAF0-B1EE-7C2E-F0F72B7B7D0F}"/>
                    </a:ext>
                  </a:extLst>
                </p:cNvPr>
                <p:cNvPicPr/>
                <p:nvPr/>
              </p:nvPicPr>
              <p:blipFill>
                <a:blip r:embed="rId357"/>
                <a:stretch>
                  <a:fillRect/>
                </a:stretch>
              </p:blipFill>
              <p:spPr>
                <a:xfrm>
                  <a:off x="11323958" y="4831517"/>
                  <a:ext cx="14256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358">
              <p14:nvContentPartPr>
                <p14:cNvPr id="237" name="Ink 236">
                  <a:extLst>
                    <a:ext uri="{FF2B5EF4-FFF2-40B4-BE49-F238E27FC236}">
                      <a16:creationId xmlns:a16="http://schemas.microsoft.com/office/drawing/2014/main" id="{B39664D8-711B-BA1E-CDAD-BEFAFC9D1524}"/>
                    </a:ext>
                  </a:extLst>
                </p14:cNvPr>
                <p14:cNvContentPartPr/>
                <p14:nvPr/>
              </p14:nvContentPartPr>
              <p14:xfrm>
                <a:off x="11479838" y="4818917"/>
                <a:ext cx="165960" cy="90000"/>
              </p14:xfrm>
            </p:contentPart>
          </mc:Choice>
          <mc:Fallback xmlns="">
            <p:pic>
              <p:nvPicPr>
                <p:cNvPr id="237" name="Ink 236">
                  <a:extLst>
                    <a:ext uri="{FF2B5EF4-FFF2-40B4-BE49-F238E27FC236}">
                      <a16:creationId xmlns:a16="http://schemas.microsoft.com/office/drawing/2014/main" id="{B39664D8-711B-BA1E-CDAD-BEFAFC9D1524}"/>
                    </a:ext>
                  </a:extLst>
                </p:cNvPr>
                <p:cNvPicPr/>
                <p:nvPr/>
              </p:nvPicPr>
              <p:blipFill>
                <a:blip r:embed="rId359"/>
                <a:stretch>
                  <a:fillRect/>
                </a:stretch>
              </p:blipFill>
              <p:spPr>
                <a:xfrm>
                  <a:off x="11473718" y="4812797"/>
                  <a:ext cx="17820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360">
              <p14:nvContentPartPr>
                <p14:cNvPr id="238" name="Ink 237">
                  <a:extLst>
                    <a:ext uri="{FF2B5EF4-FFF2-40B4-BE49-F238E27FC236}">
                      <a16:creationId xmlns:a16="http://schemas.microsoft.com/office/drawing/2014/main" id="{D77FE2A3-5BD3-77A8-6258-275FC9B21032}"/>
                    </a:ext>
                  </a:extLst>
                </p14:cNvPr>
                <p14:cNvContentPartPr/>
                <p14:nvPr/>
              </p14:nvContentPartPr>
              <p14:xfrm>
                <a:off x="11690078" y="4783997"/>
                <a:ext cx="258120" cy="111240"/>
              </p14:xfrm>
            </p:contentPart>
          </mc:Choice>
          <mc:Fallback xmlns="">
            <p:pic>
              <p:nvPicPr>
                <p:cNvPr id="238" name="Ink 237">
                  <a:extLst>
                    <a:ext uri="{FF2B5EF4-FFF2-40B4-BE49-F238E27FC236}">
                      <a16:creationId xmlns:a16="http://schemas.microsoft.com/office/drawing/2014/main" id="{D77FE2A3-5BD3-77A8-6258-275FC9B21032}"/>
                    </a:ext>
                  </a:extLst>
                </p:cNvPr>
                <p:cNvPicPr/>
                <p:nvPr/>
              </p:nvPicPr>
              <p:blipFill>
                <a:blip r:embed="rId361"/>
                <a:stretch>
                  <a:fillRect/>
                </a:stretch>
              </p:blipFill>
              <p:spPr>
                <a:xfrm>
                  <a:off x="11683958" y="4777877"/>
                  <a:ext cx="270360" cy="123480"/>
                </a:xfrm>
                <a:prstGeom prst="rect">
                  <a:avLst/>
                </a:prstGeom>
              </p:spPr>
            </p:pic>
          </mc:Fallback>
        </mc:AlternateContent>
      </p:grpSp>
    </p:spTree>
    <p:extLst>
      <p:ext uri="{BB962C8B-B14F-4D97-AF65-F5344CB8AC3E}">
        <p14:creationId xmlns:p14="http://schemas.microsoft.com/office/powerpoint/2010/main" val="3483381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BD06F3-A251-44D7-5112-4297D513984F}"/>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3710589B-D339-95FD-67EC-983DA59CC8F6}"/>
              </a:ext>
            </a:extLst>
          </p:cNvPr>
          <p:cNvSpPr>
            <a:spLocks noGrp="1"/>
          </p:cNvSpPr>
          <p:nvPr>
            <p:ph type="ctrTitle"/>
          </p:nvPr>
        </p:nvSpPr>
        <p:spPr>
          <a:xfrm>
            <a:off x="239349" y="0"/>
            <a:ext cx="11571136" cy="589235"/>
          </a:xfrm>
        </p:spPr>
        <p:txBody>
          <a:bodyPr>
            <a:normAutofit/>
          </a:bodyPr>
          <a:lstStyle/>
          <a:p>
            <a:pPr algn="ctr"/>
            <a:r>
              <a:rPr lang="en-US" sz="3600" dirty="0">
                <a:solidFill>
                  <a:schemeClr val="accent6">
                    <a:lumMod val="75000"/>
                  </a:schemeClr>
                </a:solidFill>
                <a:latin typeface="Arial" pitchFamily="34" charset="0"/>
                <a:cs typeface="Arial" pitchFamily="34" charset="0"/>
              </a:rPr>
              <a:t>General</a:t>
            </a:r>
            <a:r>
              <a:rPr lang="en-US" sz="3600" dirty="0">
                <a:solidFill>
                  <a:srgbClr val="0070C0"/>
                </a:solidFill>
                <a:latin typeface="Arial" pitchFamily="34" charset="0"/>
                <a:cs typeface="Arial" pitchFamily="34" charset="0"/>
              </a:rPr>
              <a:t> Equation of an Ellipse</a:t>
            </a:r>
            <a:endParaRPr lang="en-IN" sz="3600" dirty="0">
              <a:solidFill>
                <a:srgbClr val="0070C0"/>
              </a:solidFill>
              <a:latin typeface="Arial" pitchFamily="34" charset="0"/>
              <a:cs typeface="Arial" pitchFamily="34" charset="0"/>
            </a:endParaRPr>
          </a:p>
        </p:txBody>
      </p:sp>
      <p:sp>
        <p:nvSpPr>
          <p:cNvPr id="10" name="TextBox 9">
            <a:extLst>
              <a:ext uri="{FF2B5EF4-FFF2-40B4-BE49-F238E27FC236}">
                <a16:creationId xmlns:a16="http://schemas.microsoft.com/office/drawing/2014/main" id="{D080652A-DB25-E152-9AAD-26ECC34DCF1A}"/>
              </a:ext>
            </a:extLst>
          </p:cNvPr>
          <p:cNvSpPr txBox="1"/>
          <p:nvPr/>
        </p:nvSpPr>
        <p:spPr>
          <a:xfrm>
            <a:off x="342899" y="6126345"/>
            <a:ext cx="10882820" cy="523220"/>
          </a:xfrm>
          <a:prstGeom prst="rect">
            <a:avLst/>
          </a:prstGeom>
          <a:noFill/>
        </p:spPr>
        <p:txBody>
          <a:bodyPr wrap="square">
            <a:spAutoFit/>
          </a:bodyPr>
          <a:lstStyle/>
          <a:p>
            <a:r>
              <a:rPr lang="en-IN" sz="1400" dirty="0">
                <a:solidFill>
                  <a:schemeClr val="bg1"/>
                </a:solidFill>
                <a:latin typeface="Arial" panose="020B0604020202020204" pitchFamily="34" charset="0"/>
                <a:cs typeface="Arial" panose="020B0604020202020204" pitchFamily="34" charset="0"/>
              </a:rPr>
              <a:t>https://en.neurochispas.com/precalculus/equation-of-an-ellipse-with-center-outside-the-origin/#2-standard-form-of-ellipses-with-center-outside-the-origin</a:t>
            </a:r>
          </a:p>
        </p:txBody>
      </p:sp>
      <p:grpSp>
        <p:nvGrpSpPr>
          <p:cNvPr id="3" name="Group 2"/>
          <p:cNvGrpSpPr/>
          <p:nvPr/>
        </p:nvGrpSpPr>
        <p:grpSpPr>
          <a:xfrm>
            <a:off x="1982" y="830591"/>
            <a:ext cx="11808503" cy="4860090"/>
            <a:chOff x="1982" y="830591"/>
            <a:chExt cx="11808503" cy="4860090"/>
          </a:xfrm>
        </p:grpSpPr>
        <p:pic>
          <p:nvPicPr>
            <p:cNvPr id="5" name="Picture 4">
              <a:extLst>
                <a:ext uri="{FF2B5EF4-FFF2-40B4-BE49-F238E27FC236}">
                  <a16:creationId xmlns:a16="http://schemas.microsoft.com/office/drawing/2014/main" id="{154D6E75-45C9-E318-D88B-45594A923C03}"/>
                </a:ext>
              </a:extLst>
            </p:cNvPr>
            <p:cNvPicPr>
              <a:picLocks noChangeAspect="1"/>
            </p:cNvPicPr>
            <p:nvPr/>
          </p:nvPicPr>
          <p:blipFill>
            <a:blip r:embed="rId3"/>
            <a:stretch>
              <a:fillRect/>
            </a:stretch>
          </p:blipFill>
          <p:spPr>
            <a:xfrm>
              <a:off x="1982" y="830591"/>
              <a:ext cx="6723812" cy="4860090"/>
            </a:xfrm>
            <a:prstGeom prst="rect">
              <a:avLst/>
            </a:prstGeom>
          </p:spPr>
        </p:pic>
        <p:pic>
          <p:nvPicPr>
            <p:cNvPr id="8" name="Picture 7">
              <a:extLst>
                <a:ext uri="{FF2B5EF4-FFF2-40B4-BE49-F238E27FC236}">
                  <a16:creationId xmlns:a16="http://schemas.microsoft.com/office/drawing/2014/main" id="{1B425E76-6A06-3275-8E7E-33C1818ACA20}"/>
                </a:ext>
              </a:extLst>
            </p:cNvPr>
            <p:cNvPicPr>
              <a:picLocks noChangeAspect="1"/>
            </p:cNvPicPr>
            <p:nvPr/>
          </p:nvPicPr>
          <p:blipFill>
            <a:blip r:embed="rId4"/>
            <a:stretch>
              <a:fillRect/>
            </a:stretch>
          </p:blipFill>
          <p:spPr>
            <a:xfrm>
              <a:off x="6408203" y="1911782"/>
              <a:ext cx="5402282" cy="3415236"/>
            </a:xfrm>
            <a:prstGeom prst="rect">
              <a:avLst/>
            </a:prstGeom>
          </p:spPr>
        </p:pic>
        <mc:AlternateContent xmlns:mc="http://schemas.openxmlformats.org/markup-compatibility/2006" xmlns:a14="http://schemas.microsoft.com/office/drawing/2010/main">
          <mc:Choice Requires="a14">
            <p:sp>
              <p:nvSpPr>
                <p:cNvPr id="2" name="TextBox 1"/>
                <p:cNvSpPr txBox="1"/>
                <p:nvPr/>
              </p:nvSpPr>
              <p:spPr>
                <a:xfrm>
                  <a:off x="3397619" y="1058137"/>
                  <a:ext cx="3700297" cy="741165"/>
                </a:xfrm>
                <a:prstGeom prst="rect">
                  <a:avLst/>
                </a:prstGeom>
                <a:solidFill>
                  <a:schemeClr val="tx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IN" sz="2400" b="0" i="1" smtClean="0">
                                <a:solidFill>
                                  <a:srgbClr val="C00000"/>
                                </a:solidFill>
                                <a:latin typeface="Cambria Math" panose="02040503050406030204" pitchFamily="18" charset="0"/>
                              </a:rPr>
                            </m:ctrlPr>
                          </m:fPr>
                          <m:num>
                            <m:sSup>
                              <m:sSupPr>
                                <m:ctrlPr>
                                  <a:rPr lang="en-IN" sz="2400" b="0" i="1" smtClean="0">
                                    <a:solidFill>
                                      <a:srgbClr val="C00000"/>
                                    </a:solidFill>
                                    <a:latin typeface="Cambria Math" panose="02040503050406030204" pitchFamily="18" charset="0"/>
                                  </a:rPr>
                                </m:ctrlPr>
                              </m:sSupPr>
                              <m:e>
                                <m:d>
                                  <m:dPr>
                                    <m:ctrlPr>
                                      <a:rPr lang="en-IN" sz="2400" b="0" i="1" smtClean="0">
                                        <a:solidFill>
                                          <a:srgbClr val="C00000"/>
                                        </a:solidFill>
                                        <a:latin typeface="Cambria Math" panose="02040503050406030204" pitchFamily="18" charset="0"/>
                                      </a:rPr>
                                    </m:ctrlPr>
                                  </m:dPr>
                                  <m:e>
                                    <m:r>
                                      <m:rPr>
                                        <m:sty m:val="p"/>
                                      </m:rPr>
                                      <a:rPr lang="en-IN" sz="2400" b="0" i="0" smtClean="0">
                                        <a:solidFill>
                                          <a:srgbClr val="C00000"/>
                                        </a:solidFill>
                                        <a:latin typeface="Cambria Math" panose="02040503050406030204" pitchFamily="18" charset="0"/>
                                      </a:rPr>
                                      <m:t>x</m:t>
                                    </m:r>
                                    <m:r>
                                      <a:rPr lang="en-IN" sz="2400" b="0" i="0" smtClean="0">
                                        <a:solidFill>
                                          <a:srgbClr val="C00000"/>
                                        </a:solidFill>
                                        <a:latin typeface="Cambria Math" panose="02040503050406030204" pitchFamily="18" charset="0"/>
                                      </a:rPr>
                                      <m:t>−</m:t>
                                    </m:r>
                                    <m:r>
                                      <m:rPr>
                                        <m:sty m:val="p"/>
                                      </m:rPr>
                                      <a:rPr lang="en-IN" sz="2400" b="0" i="0" smtClean="0">
                                        <a:solidFill>
                                          <a:srgbClr val="C00000"/>
                                        </a:solidFill>
                                        <a:latin typeface="Cambria Math" panose="02040503050406030204" pitchFamily="18" charset="0"/>
                                      </a:rPr>
                                      <m:t>h</m:t>
                                    </m:r>
                                  </m:e>
                                </m:d>
                              </m:e>
                              <m:sup>
                                <m:r>
                                  <a:rPr lang="en-IN" sz="2400" b="0" i="0" smtClean="0">
                                    <a:solidFill>
                                      <a:srgbClr val="C00000"/>
                                    </a:solidFill>
                                    <a:latin typeface="Cambria Math" panose="02040503050406030204" pitchFamily="18" charset="0"/>
                                  </a:rPr>
                                  <m:t>2</m:t>
                                </m:r>
                              </m:sup>
                            </m:sSup>
                          </m:num>
                          <m:den>
                            <m:sSup>
                              <m:sSupPr>
                                <m:ctrlPr>
                                  <a:rPr lang="en-IN" sz="2400" b="0" i="1" smtClean="0">
                                    <a:solidFill>
                                      <a:srgbClr val="C00000"/>
                                    </a:solidFill>
                                    <a:latin typeface="Cambria Math" panose="02040503050406030204" pitchFamily="18" charset="0"/>
                                  </a:rPr>
                                </m:ctrlPr>
                              </m:sSupPr>
                              <m:e>
                                <m:r>
                                  <m:rPr>
                                    <m:sty m:val="p"/>
                                  </m:rPr>
                                  <a:rPr lang="en-IN" sz="2400" b="0" i="0" smtClean="0">
                                    <a:solidFill>
                                      <a:srgbClr val="C00000"/>
                                    </a:solidFill>
                                    <a:latin typeface="Cambria Math" panose="02040503050406030204" pitchFamily="18" charset="0"/>
                                  </a:rPr>
                                  <m:t>a</m:t>
                                </m:r>
                              </m:e>
                              <m:sup>
                                <m:r>
                                  <a:rPr lang="en-IN" sz="2400" b="0" i="0" smtClean="0">
                                    <a:solidFill>
                                      <a:srgbClr val="C00000"/>
                                    </a:solidFill>
                                    <a:latin typeface="Cambria Math" panose="02040503050406030204" pitchFamily="18" charset="0"/>
                                  </a:rPr>
                                  <m:t>2</m:t>
                                </m:r>
                              </m:sup>
                            </m:sSup>
                          </m:den>
                        </m:f>
                        <m:r>
                          <a:rPr lang="en-IN" sz="2400" b="0" i="0" smtClean="0">
                            <a:solidFill>
                              <a:srgbClr val="C00000"/>
                            </a:solidFill>
                            <a:latin typeface="Cambria Math" panose="02040503050406030204" pitchFamily="18" charset="0"/>
                          </a:rPr>
                          <m:t>+</m:t>
                        </m:r>
                        <m:f>
                          <m:fPr>
                            <m:ctrlPr>
                              <a:rPr lang="en-IN" sz="2400" b="0" i="1" smtClean="0">
                                <a:solidFill>
                                  <a:srgbClr val="C00000"/>
                                </a:solidFill>
                                <a:latin typeface="Cambria Math" panose="02040503050406030204" pitchFamily="18" charset="0"/>
                              </a:rPr>
                            </m:ctrlPr>
                          </m:fPr>
                          <m:num>
                            <m:sSup>
                              <m:sSupPr>
                                <m:ctrlPr>
                                  <a:rPr lang="en-IN" sz="2400" b="0" i="1" smtClean="0">
                                    <a:solidFill>
                                      <a:srgbClr val="C00000"/>
                                    </a:solidFill>
                                    <a:latin typeface="Cambria Math" panose="02040503050406030204" pitchFamily="18" charset="0"/>
                                  </a:rPr>
                                </m:ctrlPr>
                              </m:sSupPr>
                              <m:e>
                                <m:d>
                                  <m:dPr>
                                    <m:ctrlPr>
                                      <a:rPr lang="en-IN" sz="2400" b="0" i="1" smtClean="0">
                                        <a:solidFill>
                                          <a:srgbClr val="C00000"/>
                                        </a:solidFill>
                                        <a:latin typeface="Cambria Math" panose="02040503050406030204" pitchFamily="18" charset="0"/>
                                      </a:rPr>
                                    </m:ctrlPr>
                                  </m:dPr>
                                  <m:e>
                                    <m:r>
                                      <m:rPr>
                                        <m:sty m:val="p"/>
                                      </m:rPr>
                                      <a:rPr lang="en-IN" sz="2400" b="0" i="0" smtClean="0">
                                        <a:solidFill>
                                          <a:srgbClr val="C00000"/>
                                        </a:solidFill>
                                        <a:latin typeface="Cambria Math" panose="02040503050406030204" pitchFamily="18" charset="0"/>
                                      </a:rPr>
                                      <m:t>y</m:t>
                                    </m:r>
                                    <m:r>
                                      <a:rPr lang="en-IN" sz="2400" b="0" i="0" smtClean="0">
                                        <a:solidFill>
                                          <a:srgbClr val="C00000"/>
                                        </a:solidFill>
                                        <a:latin typeface="Cambria Math" panose="02040503050406030204" pitchFamily="18" charset="0"/>
                                      </a:rPr>
                                      <m:t>−</m:t>
                                    </m:r>
                                    <m:r>
                                      <m:rPr>
                                        <m:sty m:val="p"/>
                                      </m:rPr>
                                      <a:rPr lang="en-IN" sz="2400" b="0" i="0" smtClean="0">
                                        <a:solidFill>
                                          <a:srgbClr val="C00000"/>
                                        </a:solidFill>
                                        <a:latin typeface="Cambria Math" panose="02040503050406030204" pitchFamily="18" charset="0"/>
                                      </a:rPr>
                                      <m:t>k</m:t>
                                    </m:r>
                                  </m:e>
                                </m:d>
                              </m:e>
                              <m:sup>
                                <m:r>
                                  <a:rPr lang="en-IN" sz="2400" b="0" i="0" smtClean="0">
                                    <a:solidFill>
                                      <a:srgbClr val="C00000"/>
                                    </a:solidFill>
                                    <a:latin typeface="Cambria Math" panose="02040503050406030204" pitchFamily="18" charset="0"/>
                                  </a:rPr>
                                  <m:t>2</m:t>
                                </m:r>
                              </m:sup>
                            </m:sSup>
                          </m:num>
                          <m:den>
                            <m:sSup>
                              <m:sSupPr>
                                <m:ctrlPr>
                                  <a:rPr lang="en-IN" sz="2400" b="0" i="1" smtClean="0">
                                    <a:solidFill>
                                      <a:srgbClr val="C00000"/>
                                    </a:solidFill>
                                    <a:latin typeface="Cambria Math" panose="02040503050406030204" pitchFamily="18" charset="0"/>
                                  </a:rPr>
                                </m:ctrlPr>
                              </m:sSupPr>
                              <m:e>
                                <m:r>
                                  <m:rPr>
                                    <m:sty m:val="p"/>
                                  </m:rPr>
                                  <a:rPr lang="en-IN" sz="2400" b="0" i="0" smtClean="0">
                                    <a:solidFill>
                                      <a:srgbClr val="C00000"/>
                                    </a:solidFill>
                                    <a:latin typeface="Cambria Math" panose="02040503050406030204" pitchFamily="18" charset="0"/>
                                  </a:rPr>
                                  <m:t>b</m:t>
                                </m:r>
                              </m:e>
                              <m:sup>
                                <m:r>
                                  <a:rPr lang="en-IN" sz="2400" b="0" i="0" smtClean="0">
                                    <a:solidFill>
                                      <a:srgbClr val="C00000"/>
                                    </a:solidFill>
                                    <a:latin typeface="Cambria Math" panose="02040503050406030204" pitchFamily="18" charset="0"/>
                                  </a:rPr>
                                  <m:t>2</m:t>
                                </m:r>
                              </m:sup>
                            </m:sSup>
                          </m:den>
                        </m:f>
                        <m:r>
                          <a:rPr lang="en-IN" sz="2400" b="0" i="0" smtClean="0">
                            <a:solidFill>
                              <a:srgbClr val="C00000"/>
                            </a:solidFill>
                            <a:latin typeface="Cambria Math" panose="02040503050406030204" pitchFamily="18" charset="0"/>
                          </a:rPr>
                          <m:t>=1</m:t>
                        </m:r>
                      </m:oMath>
                    </m:oMathPara>
                  </a14:m>
                  <a:endParaRPr lang="en-IN" sz="2400" dirty="0">
                    <a:solidFill>
                      <a:srgbClr val="C00000"/>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3397619" y="1058137"/>
                  <a:ext cx="3700297" cy="741165"/>
                </a:xfrm>
                <a:prstGeom prst="rect">
                  <a:avLst/>
                </a:prstGeom>
                <a:blipFill>
                  <a:blip r:embed="rId5"/>
                  <a:stretch>
                    <a:fillRect/>
                  </a:stretch>
                </a:blipFill>
              </p:spPr>
              <p:txBody>
                <a:bodyPr/>
                <a:lstStyle/>
                <a:p>
                  <a:r>
                    <a:rPr lang="en-IN">
                      <a:noFill/>
                    </a:rPr>
                    <a:t> </a:t>
                  </a:r>
                </a:p>
              </p:txBody>
            </p:sp>
          </mc:Fallback>
        </mc:AlternateContent>
      </p:grpSp>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1C4BD13C-5758-02C7-0C7D-F1B7A582516F}"/>
                  </a:ext>
                </a:extLst>
              </p14:cNvPr>
              <p14:cNvContentPartPr/>
              <p14:nvPr/>
            </p14:nvContentPartPr>
            <p14:xfrm>
              <a:off x="4164998" y="1080936"/>
              <a:ext cx="321840" cy="393840"/>
            </p14:xfrm>
          </p:contentPart>
        </mc:Choice>
        <mc:Fallback xmlns="">
          <p:pic>
            <p:nvPicPr>
              <p:cNvPr id="9" name="Ink 8">
                <a:extLst>
                  <a:ext uri="{FF2B5EF4-FFF2-40B4-BE49-F238E27FC236}">
                    <a16:creationId xmlns:a16="http://schemas.microsoft.com/office/drawing/2014/main" id="{1C4BD13C-5758-02C7-0C7D-F1B7A582516F}"/>
                  </a:ext>
                </a:extLst>
              </p:cNvPr>
              <p:cNvPicPr/>
              <p:nvPr/>
            </p:nvPicPr>
            <p:blipFill>
              <a:blip r:embed="rId7"/>
              <a:stretch>
                <a:fillRect/>
              </a:stretch>
            </p:blipFill>
            <p:spPr>
              <a:xfrm>
                <a:off x="4158878" y="1074816"/>
                <a:ext cx="334080" cy="406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F5C69AA3-C7B8-274D-A8B9-1E154FD47B7B}"/>
                  </a:ext>
                </a:extLst>
              </p14:cNvPr>
              <p14:cNvContentPartPr/>
              <p14:nvPr/>
            </p14:nvContentPartPr>
            <p14:xfrm>
              <a:off x="5727038" y="965376"/>
              <a:ext cx="356040" cy="470160"/>
            </p14:xfrm>
          </p:contentPart>
        </mc:Choice>
        <mc:Fallback xmlns="">
          <p:pic>
            <p:nvPicPr>
              <p:cNvPr id="11" name="Ink 10">
                <a:extLst>
                  <a:ext uri="{FF2B5EF4-FFF2-40B4-BE49-F238E27FC236}">
                    <a16:creationId xmlns:a16="http://schemas.microsoft.com/office/drawing/2014/main" id="{F5C69AA3-C7B8-274D-A8B9-1E154FD47B7B}"/>
                  </a:ext>
                </a:extLst>
              </p:cNvPr>
              <p:cNvPicPr/>
              <p:nvPr/>
            </p:nvPicPr>
            <p:blipFill>
              <a:blip r:embed="rId9"/>
              <a:stretch>
                <a:fillRect/>
              </a:stretch>
            </p:blipFill>
            <p:spPr>
              <a:xfrm>
                <a:off x="5720918" y="959256"/>
                <a:ext cx="368280" cy="482400"/>
              </a:xfrm>
              <a:prstGeom prst="rect">
                <a:avLst/>
              </a:prstGeom>
            </p:spPr>
          </p:pic>
        </mc:Fallback>
      </mc:AlternateContent>
      <p:grpSp>
        <p:nvGrpSpPr>
          <p:cNvPr id="13336" name="Group 13335">
            <a:extLst>
              <a:ext uri="{FF2B5EF4-FFF2-40B4-BE49-F238E27FC236}">
                <a16:creationId xmlns:a16="http://schemas.microsoft.com/office/drawing/2014/main" id="{784A7E40-4E0C-37DF-952B-7FD4AA067F92}"/>
              </a:ext>
            </a:extLst>
          </p:cNvPr>
          <p:cNvGrpSpPr/>
          <p:nvPr/>
        </p:nvGrpSpPr>
        <p:grpSpPr>
          <a:xfrm>
            <a:off x="7571678" y="1999296"/>
            <a:ext cx="3943080" cy="3366720"/>
            <a:chOff x="7571678" y="1999296"/>
            <a:chExt cx="3943080" cy="3366720"/>
          </a:xfrm>
        </p:grpSpPr>
        <mc:AlternateContent xmlns:mc="http://schemas.openxmlformats.org/markup-compatibility/2006" xmlns:p14="http://schemas.microsoft.com/office/powerpoint/2010/main">
          <mc:Choice Requires="p14">
            <p:contentPart p14:bwMode="auto" r:id="rId10">
              <p14:nvContentPartPr>
                <p14:cNvPr id="54" name="Ink 53">
                  <a:extLst>
                    <a:ext uri="{FF2B5EF4-FFF2-40B4-BE49-F238E27FC236}">
                      <a16:creationId xmlns:a16="http://schemas.microsoft.com/office/drawing/2014/main" id="{9E61FF90-396E-A024-D7A8-C918052CCF46}"/>
                    </a:ext>
                  </a:extLst>
                </p14:cNvPr>
                <p14:cNvContentPartPr/>
                <p14:nvPr/>
              </p14:nvContentPartPr>
              <p14:xfrm>
                <a:off x="10677038" y="5051376"/>
                <a:ext cx="56160" cy="252000"/>
              </p14:xfrm>
            </p:contentPart>
          </mc:Choice>
          <mc:Fallback xmlns="">
            <p:pic>
              <p:nvPicPr>
                <p:cNvPr id="54" name="Ink 53">
                  <a:extLst>
                    <a:ext uri="{FF2B5EF4-FFF2-40B4-BE49-F238E27FC236}">
                      <a16:creationId xmlns:a16="http://schemas.microsoft.com/office/drawing/2014/main" id="{9E61FF90-396E-A024-D7A8-C918052CCF46}"/>
                    </a:ext>
                  </a:extLst>
                </p:cNvPr>
                <p:cNvPicPr/>
                <p:nvPr/>
              </p:nvPicPr>
              <p:blipFill>
                <a:blip r:embed="rId11"/>
                <a:stretch>
                  <a:fillRect/>
                </a:stretch>
              </p:blipFill>
              <p:spPr>
                <a:xfrm>
                  <a:off x="10670918" y="5045256"/>
                  <a:ext cx="6840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5" name="Ink 54">
                  <a:extLst>
                    <a:ext uri="{FF2B5EF4-FFF2-40B4-BE49-F238E27FC236}">
                      <a16:creationId xmlns:a16="http://schemas.microsoft.com/office/drawing/2014/main" id="{22CDA689-91A1-4E6D-91A6-BBEA8EF342A8}"/>
                    </a:ext>
                  </a:extLst>
                </p14:cNvPr>
                <p14:cNvContentPartPr/>
                <p14:nvPr/>
              </p14:nvContentPartPr>
              <p14:xfrm>
                <a:off x="10521518" y="5027976"/>
                <a:ext cx="246240" cy="83160"/>
              </p14:xfrm>
            </p:contentPart>
          </mc:Choice>
          <mc:Fallback xmlns="">
            <p:pic>
              <p:nvPicPr>
                <p:cNvPr id="55" name="Ink 54">
                  <a:extLst>
                    <a:ext uri="{FF2B5EF4-FFF2-40B4-BE49-F238E27FC236}">
                      <a16:creationId xmlns:a16="http://schemas.microsoft.com/office/drawing/2014/main" id="{22CDA689-91A1-4E6D-91A6-BBEA8EF342A8}"/>
                    </a:ext>
                  </a:extLst>
                </p:cNvPr>
                <p:cNvPicPr/>
                <p:nvPr/>
              </p:nvPicPr>
              <p:blipFill>
                <a:blip r:embed="rId13"/>
                <a:stretch>
                  <a:fillRect/>
                </a:stretch>
              </p:blipFill>
              <p:spPr>
                <a:xfrm>
                  <a:off x="10515398" y="5021856"/>
                  <a:ext cx="25848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6" name="Ink 55">
                  <a:extLst>
                    <a:ext uri="{FF2B5EF4-FFF2-40B4-BE49-F238E27FC236}">
                      <a16:creationId xmlns:a16="http://schemas.microsoft.com/office/drawing/2014/main" id="{C2DCF26B-300D-38D8-653B-8C056E80D30E}"/>
                    </a:ext>
                  </a:extLst>
                </p14:cNvPr>
                <p14:cNvContentPartPr/>
                <p14:nvPr/>
              </p14:nvContentPartPr>
              <p14:xfrm>
                <a:off x="10784318" y="5213736"/>
                <a:ext cx="60120" cy="152280"/>
              </p14:xfrm>
            </p:contentPart>
          </mc:Choice>
          <mc:Fallback xmlns="">
            <p:pic>
              <p:nvPicPr>
                <p:cNvPr id="56" name="Ink 55">
                  <a:extLst>
                    <a:ext uri="{FF2B5EF4-FFF2-40B4-BE49-F238E27FC236}">
                      <a16:creationId xmlns:a16="http://schemas.microsoft.com/office/drawing/2014/main" id="{C2DCF26B-300D-38D8-653B-8C056E80D30E}"/>
                    </a:ext>
                  </a:extLst>
                </p:cNvPr>
                <p:cNvPicPr/>
                <p:nvPr/>
              </p:nvPicPr>
              <p:blipFill>
                <a:blip r:embed="rId15"/>
                <a:stretch>
                  <a:fillRect/>
                </a:stretch>
              </p:blipFill>
              <p:spPr>
                <a:xfrm>
                  <a:off x="10778198" y="5207616"/>
                  <a:ext cx="7236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7" name="Ink 56">
                  <a:extLst>
                    <a:ext uri="{FF2B5EF4-FFF2-40B4-BE49-F238E27FC236}">
                      <a16:creationId xmlns:a16="http://schemas.microsoft.com/office/drawing/2014/main" id="{77EDCFAA-2CB9-AA4F-80E7-433CD1A5137E}"/>
                    </a:ext>
                  </a:extLst>
                </p14:cNvPr>
                <p14:cNvContentPartPr/>
                <p14:nvPr/>
              </p14:nvContentPartPr>
              <p14:xfrm>
                <a:off x="10898078" y="5116176"/>
                <a:ext cx="149040" cy="50040"/>
              </p14:xfrm>
            </p:contentPart>
          </mc:Choice>
          <mc:Fallback xmlns="">
            <p:pic>
              <p:nvPicPr>
                <p:cNvPr id="57" name="Ink 56">
                  <a:extLst>
                    <a:ext uri="{FF2B5EF4-FFF2-40B4-BE49-F238E27FC236}">
                      <a16:creationId xmlns:a16="http://schemas.microsoft.com/office/drawing/2014/main" id="{77EDCFAA-2CB9-AA4F-80E7-433CD1A5137E}"/>
                    </a:ext>
                  </a:extLst>
                </p:cNvPr>
                <p:cNvPicPr/>
                <p:nvPr/>
              </p:nvPicPr>
              <p:blipFill>
                <a:blip r:embed="rId17"/>
                <a:stretch>
                  <a:fillRect/>
                </a:stretch>
              </p:blipFill>
              <p:spPr>
                <a:xfrm>
                  <a:off x="10891958" y="5110056"/>
                  <a:ext cx="16128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8" name="Ink 57">
                  <a:extLst>
                    <a:ext uri="{FF2B5EF4-FFF2-40B4-BE49-F238E27FC236}">
                      <a16:creationId xmlns:a16="http://schemas.microsoft.com/office/drawing/2014/main" id="{1C326FB4-7D6F-FCD3-344A-60791BCC1BBF}"/>
                    </a:ext>
                  </a:extLst>
                </p14:cNvPr>
                <p14:cNvContentPartPr/>
                <p14:nvPr/>
              </p14:nvContentPartPr>
              <p14:xfrm>
                <a:off x="10990958" y="5059656"/>
                <a:ext cx="46800" cy="126000"/>
              </p14:xfrm>
            </p:contentPart>
          </mc:Choice>
          <mc:Fallback xmlns="">
            <p:pic>
              <p:nvPicPr>
                <p:cNvPr id="58" name="Ink 57">
                  <a:extLst>
                    <a:ext uri="{FF2B5EF4-FFF2-40B4-BE49-F238E27FC236}">
                      <a16:creationId xmlns:a16="http://schemas.microsoft.com/office/drawing/2014/main" id="{1C326FB4-7D6F-FCD3-344A-60791BCC1BBF}"/>
                    </a:ext>
                  </a:extLst>
                </p:cNvPr>
                <p:cNvPicPr/>
                <p:nvPr/>
              </p:nvPicPr>
              <p:blipFill>
                <a:blip r:embed="rId19"/>
                <a:stretch>
                  <a:fillRect/>
                </a:stretch>
              </p:blipFill>
              <p:spPr>
                <a:xfrm>
                  <a:off x="10984838" y="5053536"/>
                  <a:ext cx="5904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0" name="Ink 59">
                  <a:extLst>
                    <a:ext uri="{FF2B5EF4-FFF2-40B4-BE49-F238E27FC236}">
                      <a16:creationId xmlns:a16="http://schemas.microsoft.com/office/drawing/2014/main" id="{3B57C1B6-6E43-D793-7947-6F157F6B3F90}"/>
                    </a:ext>
                  </a:extLst>
                </p14:cNvPr>
                <p14:cNvContentPartPr/>
                <p14:nvPr/>
              </p14:nvContentPartPr>
              <p14:xfrm>
                <a:off x="11235398" y="4950216"/>
                <a:ext cx="19080" cy="181800"/>
              </p14:xfrm>
            </p:contentPart>
          </mc:Choice>
          <mc:Fallback xmlns="">
            <p:pic>
              <p:nvPicPr>
                <p:cNvPr id="60" name="Ink 59">
                  <a:extLst>
                    <a:ext uri="{FF2B5EF4-FFF2-40B4-BE49-F238E27FC236}">
                      <a16:creationId xmlns:a16="http://schemas.microsoft.com/office/drawing/2014/main" id="{3B57C1B6-6E43-D793-7947-6F157F6B3F90}"/>
                    </a:ext>
                  </a:extLst>
                </p:cNvPr>
                <p:cNvPicPr/>
                <p:nvPr/>
              </p:nvPicPr>
              <p:blipFill>
                <a:blip r:embed="rId21"/>
                <a:stretch>
                  <a:fillRect/>
                </a:stretch>
              </p:blipFill>
              <p:spPr>
                <a:xfrm>
                  <a:off x="11229278" y="4944096"/>
                  <a:ext cx="3132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61" name="Ink 60">
                  <a:extLst>
                    <a:ext uri="{FF2B5EF4-FFF2-40B4-BE49-F238E27FC236}">
                      <a16:creationId xmlns:a16="http://schemas.microsoft.com/office/drawing/2014/main" id="{7DEC540C-FD8C-539F-5FDD-64071AD76F49}"/>
                    </a:ext>
                  </a:extLst>
                </p14:cNvPr>
                <p14:cNvContentPartPr/>
                <p14:nvPr/>
              </p14:nvContentPartPr>
              <p14:xfrm>
                <a:off x="11087438" y="4910256"/>
                <a:ext cx="293760" cy="84600"/>
              </p14:xfrm>
            </p:contentPart>
          </mc:Choice>
          <mc:Fallback xmlns="">
            <p:pic>
              <p:nvPicPr>
                <p:cNvPr id="61" name="Ink 60">
                  <a:extLst>
                    <a:ext uri="{FF2B5EF4-FFF2-40B4-BE49-F238E27FC236}">
                      <a16:creationId xmlns:a16="http://schemas.microsoft.com/office/drawing/2014/main" id="{7DEC540C-FD8C-539F-5FDD-64071AD76F49}"/>
                    </a:ext>
                  </a:extLst>
                </p:cNvPr>
                <p:cNvPicPr/>
                <p:nvPr/>
              </p:nvPicPr>
              <p:blipFill>
                <a:blip r:embed="rId23"/>
                <a:stretch>
                  <a:fillRect/>
                </a:stretch>
              </p:blipFill>
              <p:spPr>
                <a:xfrm>
                  <a:off x="11081318" y="4904136"/>
                  <a:ext cx="30600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62" name="Ink 61">
                  <a:extLst>
                    <a:ext uri="{FF2B5EF4-FFF2-40B4-BE49-F238E27FC236}">
                      <a16:creationId xmlns:a16="http://schemas.microsoft.com/office/drawing/2014/main" id="{8464D7A5-8634-D746-E039-F957A5A83968}"/>
                    </a:ext>
                  </a:extLst>
                </p14:cNvPr>
                <p14:cNvContentPartPr/>
                <p14:nvPr/>
              </p14:nvContentPartPr>
              <p14:xfrm>
                <a:off x="11309198" y="5072976"/>
                <a:ext cx="205560" cy="133200"/>
              </p14:xfrm>
            </p:contentPart>
          </mc:Choice>
          <mc:Fallback xmlns="">
            <p:pic>
              <p:nvPicPr>
                <p:cNvPr id="62" name="Ink 61">
                  <a:extLst>
                    <a:ext uri="{FF2B5EF4-FFF2-40B4-BE49-F238E27FC236}">
                      <a16:creationId xmlns:a16="http://schemas.microsoft.com/office/drawing/2014/main" id="{8464D7A5-8634-D746-E039-F957A5A83968}"/>
                    </a:ext>
                  </a:extLst>
                </p:cNvPr>
                <p:cNvPicPr/>
                <p:nvPr/>
              </p:nvPicPr>
              <p:blipFill>
                <a:blip r:embed="rId25"/>
                <a:stretch>
                  <a:fillRect/>
                </a:stretch>
              </p:blipFill>
              <p:spPr>
                <a:xfrm>
                  <a:off x="11303078" y="5066856"/>
                  <a:ext cx="21780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4EC6F001-2923-B4E4-C07E-A499D4F524F3}"/>
                    </a:ext>
                  </a:extLst>
                </p14:cNvPr>
                <p14:cNvContentPartPr/>
                <p14:nvPr/>
              </p14:nvContentPartPr>
              <p14:xfrm>
                <a:off x="9303998" y="2199816"/>
                <a:ext cx="37080" cy="10080"/>
              </p14:xfrm>
            </p:contentPart>
          </mc:Choice>
          <mc:Fallback xmlns="">
            <p:pic>
              <p:nvPicPr>
                <p:cNvPr id="18" name="Ink 17">
                  <a:extLst>
                    <a:ext uri="{FF2B5EF4-FFF2-40B4-BE49-F238E27FC236}">
                      <a16:creationId xmlns:a16="http://schemas.microsoft.com/office/drawing/2014/main" id="{4EC6F001-2923-B4E4-C07E-A499D4F524F3}"/>
                    </a:ext>
                  </a:extLst>
                </p:cNvPr>
                <p:cNvPicPr/>
                <p:nvPr/>
              </p:nvPicPr>
              <p:blipFill>
                <a:blip r:embed="rId27"/>
                <a:stretch>
                  <a:fillRect/>
                </a:stretch>
              </p:blipFill>
              <p:spPr>
                <a:xfrm>
                  <a:off x="9297878" y="2193696"/>
                  <a:ext cx="4932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 name="Ink 3">
                  <a:extLst>
                    <a:ext uri="{FF2B5EF4-FFF2-40B4-BE49-F238E27FC236}">
                      <a16:creationId xmlns:a16="http://schemas.microsoft.com/office/drawing/2014/main" id="{CE33FBAC-D2F4-2806-76EE-B8EBC2F2B40F}"/>
                    </a:ext>
                  </a:extLst>
                </p14:cNvPr>
                <p14:cNvContentPartPr/>
                <p14:nvPr/>
              </p14:nvContentPartPr>
              <p14:xfrm>
                <a:off x="9508838" y="3867336"/>
                <a:ext cx="360" cy="360"/>
              </p14:xfrm>
            </p:contentPart>
          </mc:Choice>
          <mc:Fallback xmlns="">
            <p:pic>
              <p:nvPicPr>
                <p:cNvPr id="4" name="Ink 3">
                  <a:extLst>
                    <a:ext uri="{FF2B5EF4-FFF2-40B4-BE49-F238E27FC236}">
                      <a16:creationId xmlns:a16="http://schemas.microsoft.com/office/drawing/2014/main" id="{CE33FBAC-D2F4-2806-76EE-B8EBC2F2B40F}"/>
                    </a:ext>
                  </a:extLst>
                </p:cNvPr>
                <p:cNvPicPr/>
                <p:nvPr/>
              </p:nvPicPr>
              <p:blipFill>
                <a:blip r:embed="rId29"/>
                <a:stretch>
                  <a:fillRect/>
                </a:stretch>
              </p:blipFill>
              <p:spPr>
                <a:xfrm>
                  <a:off x="9502718" y="38612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6" name="Ink 5">
                  <a:extLst>
                    <a:ext uri="{FF2B5EF4-FFF2-40B4-BE49-F238E27FC236}">
                      <a16:creationId xmlns:a16="http://schemas.microsoft.com/office/drawing/2014/main" id="{F5FE2CAB-621E-96C2-BA84-15F0F7E8000E}"/>
                    </a:ext>
                  </a:extLst>
                </p14:cNvPr>
                <p14:cNvContentPartPr/>
                <p14:nvPr/>
              </p14:nvContentPartPr>
              <p14:xfrm>
                <a:off x="9189518" y="3625416"/>
                <a:ext cx="583560" cy="454320"/>
              </p14:xfrm>
            </p:contentPart>
          </mc:Choice>
          <mc:Fallback xmlns="">
            <p:pic>
              <p:nvPicPr>
                <p:cNvPr id="6" name="Ink 5">
                  <a:extLst>
                    <a:ext uri="{FF2B5EF4-FFF2-40B4-BE49-F238E27FC236}">
                      <a16:creationId xmlns:a16="http://schemas.microsoft.com/office/drawing/2014/main" id="{F5FE2CAB-621E-96C2-BA84-15F0F7E8000E}"/>
                    </a:ext>
                  </a:extLst>
                </p:cNvPr>
                <p:cNvPicPr/>
                <p:nvPr/>
              </p:nvPicPr>
              <p:blipFill>
                <a:blip r:embed="rId31"/>
                <a:stretch>
                  <a:fillRect/>
                </a:stretch>
              </p:blipFill>
              <p:spPr>
                <a:xfrm>
                  <a:off x="9183398" y="3619296"/>
                  <a:ext cx="595800" cy="4665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2" name="Ink 11">
                  <a:extLst>
                    <a:ext uri="{FF2B5EF4-FFF2-40B4-BE49-F238E27FC236}">
                      <a16:creationId xmlns:a16="http://schemas.microsoft.com/office/drawing/2014/main" id="{373145D0-4CC0-9DD9-5F02-5F0AD5263AC2}"/>
                    </a:ext>
                  </a:extLst>
                </p14:cNvPr>
                <p14:cNvContentPartPr/>
                <p14:nvPr/>
              </p14:nvContentPartPr>
              <p14:xfrm>
                <a:off x="9168278" y="3594096"/>
                <a:ext cx="1970280" cy="420840"/>
              </p14:xfrm>
            </p:contentPart>
          </mc:Choice>
          <mc:Fallback xmlns="">
            <p:pic>
              <p:nvPicPr>
                <p:cNvPr id="12" name="Ink 11">
                  <a:extLst>
                    <a:ext uri="{FF2B5EF4-FFF2-40B4-BE49-F238E27FC236}">
                      <a16:creationId xmlns:a16="http://schemas.microsoft.com/office/drawing/2014/main" id="{373145D0-4CC0-9DD9-5F02-5F0AD5263AC2}"/>
                    </a:ext>
                  </a:extLst>
                </p:cNvPr>
                <p:cNvPicPr/>
                <p:nvPr/>
              </p:nvPicPr>
              <p:blipFill>
                <a:blip r:embed="rId33"/>
                <a:stretch>
                  <a:fillRect/>
                </a:stretch>
              </p:blipFill>
              <p:spPr>
                <a:xfrm>
                  <a:off x="9162158" y="3587976"/>
                  <a:ext cx="1982520" cy="4330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3" name="Ink 12">
                  <a:extLst>
                    <a:ext uri="{FF2B5EF4-FFF2-40B4-BE49-F238E27FC236}">
                      <a16:creationId xmlns:a16="http://schemas.microsoft.com/office/drawing/2014/main" id="{B66D718B-575B-5326-71AA-32A0CF418CB1}"/>
                    </a:ext>
                  </a:extLst>
                </p14:cNvPr>
                <p14:cNvContentPartPr/>
                <p14:nvPr/>
              </p14:nvContentPartPr>
              <p14:xfrm>
                <a:off x="9894398" y="4136616"/>
                <a:ext cx="454320" cy="159840"/>
              </p14:xfrm>
            </p:contentPart>
          </mc:Choice>
          <mc:Fallback xmlns="">
            <p:pic>
              <p:nvPicPr>
                <p:cNvPr id="13" name="Ink 12">
                  <a:extLst>
                    <a:ext uri="{FF2B5EF4-FFF2-40B4-BE49-F238E27FC236}">
                      <a16:creationId xmlns:a16="http://schemas.microsoft.com/office/drawing/2014/main" id="{B66D718B-575B-5326-71AA-32A0CF418CB1}"/>
                    </a:ext>
                  </a:extLst>
                </p:cNvPr>
                <p:cNvPicPr/>
                <p:nvPr/>
              </p:nvPicPr>
              <p:blipFill>
                <a:blip r:embed="rId35"/>
                <a:stretch>
                  <a:fillRect/>
                </a:stretch>
              </p:blipFill>
              <p:spPr>
                <a:xfrm>
                  <a:off x="9888278" y="4130496"/>
                  <a:ext cx="46656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5" name="Ink 14">
                  <a:extLst>
                    <a:ext uri="{FF2B5EF4-FFF2-40B4-BE49-F238E27FC236}">
                      <a16:creationId xmlns:a16="http://schemas.microsoft.com/office/drawing/2014/main" id="{927AE3DD-6329-E35D-3E38-03DA960AAA77}"/>
                    </a:ext>
                  </a:extLst>
                </p14:cNvPr>
                <p14:cNvContentPartPr/>
                <p14:nvPr/>
              </p14:nvContentPartPr>
              <p14:xfrm>
                <a:off x="8798198" y="2631456"/>
                <a:ext cx="368280" cy="879840"/>
              </p14:xfrm>
            </p:contentPart>
          </mc:Choice>
          <mc:Fallback xmlns="">
            <p:pic>
              <p:nvPicPr>
                <p:cNvPr id="15" name="Ink 14">
                  <a:extLst>
                    <a:ext uri="{FF2B5EF4-FFF2-40B4-BE49-F238E27FC236}">
                      <a16:creationId xmlns:a16="http://schemas.microsoft.com/office/drawing/2014/main" id="{927AE3DD-6329-E35D-3E38-03DA960AAA77}"/>
                    </a:ext>
                  </a:extLst>
                </p:cNvPr>
                <p:cNvPicPr/>
                <p:nvPr/>
              </p:nvPicPr>
              <p:blipFill>
                <a:blip r:embed="rId37"/>
                <a:stretch>
                  <a:fillRect/>
                </a:stretch>
              </p:blipFill>
              <p:spPr>
                <a:xfrm>
                  <a:off x="8792078" y="2625336"/>
                  <a:ext cx="380520" cy="892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7" name="Ink 16">
                  <a:extLst>
                    <a:ext uri="{FF2B5EF4-FFF2-40B4-BE49-F238E27FC236}">
                      <a16:creationId xmlns:a16="http://schemas.microsoft.com/office/drawing/2014/main" id="{85E9BFCE-9825-7AFB-152D-D6078CC39DD3}"/>
                    </a:ext>
                  </a:extLst>
                </p14:cNvPr>
                <p14:cNvContentPartPr/>
                <p14:nvPr/>
              </p14:nvContentPartPr>
              <p14:xfrm>
                <a:off x="8898638" y="2562336"/>
                <a:ext cx="29520" cy="83160"/>
              </p14:xfrm>
            </p:contentPart>
          </mc:Choice>
          <mc:Fallback xmlns="">
            <p:pic>
              <p:nvPicPr>
                <p:cNvPr id="17" name="Ink 16">
                  <a:extLst>
                    <a:ext uri="{FF2B5EF4-FFF2-40B4-BE49-F238E27FC236}">
                      <a16:creationId xmlns:a16="http://schemas.microsoft.com/office/drawing/2014/main" id="{85E9BFCE-9825-7AFB-152D-D6078CC39DD3}"/>
                    </a:ext>
                  </a:extLst>
                </p:cNvPr>
                <p:cNvPicPr/>
                <p:nvPr/>
              </p:nvPicPr>
              <p:blipFill>
                <a:blip r:embed="rId39"/>
                <a:stretch>
                  <a:fillRect/>
                </a:stretch>
              </p:blipFill>
              <p:spPr>
                <a:xfrm>
                  <a:off x="8892518" y="2556216"/>
                  <a:ext cx="4176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9" name="Ink 18">
                  <a:extLst>
                    <a:ext uri="{FF2B5EF4-FFF2-40B4-BE49-F238E27FC236}">
                      <a16:creationId xmlns:a16="http://schemas.microsoft.com/office/drawing/2014/main" id="{38503C0A-3DC8-FA86-6513-CAC50611B69B}"/>
                    </a:ext>
                  </a:extLst>
                </p14:cNvPr>
                <p14:cNvContentPartPr/>
                <p14:nvPr/>
              </p14:nvContentPartPr>
              <p14:xfrm>
                <a:off x="8896478" y="2453976"/>
                <a:ext cx="34200" cy="231120"/>
              </p14:xfrm>
            </p:contentPart>
          </mc:Choice>
          <mc:Fallback xmlns="">
            <p:pic>
              <p:nvPicPr>
                <p:cNvPr id="19" name="Ink 18">
                  <a:extLst>
                    <a:ext uri="{FF2B5EF4-FFF2-40B4-BE49-F238E27FC236}">
                      <a16:creationId xmlns:a16="http://schemas.microsoft.com/office/drawing/2014/main" id="{38503C0A-3DC8-FA86-6513-CAC50611B69B}"/>
                    </a:ext>
                  </a:extLst>
                </p:cNvPr>
                <p:cNvPicPr/>
                <p:nvPr/>
              </p:nvPicPr>
              <p:blipFill>
                <a:blip r:embed="rId41"/>
                <a:stretch>
                  <a:fillRect/>
                </a:stretch>
              </p:blipFill>
              <p:spPr>
                <a:xfrm>
                  <a:off x="8890358" y="2447856"/>
                  <a:ext cx="4644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2" name="Ink 21">
                  <a:extLst>
                    <a:ext uri="{FF2B5EF4-FFF2-40B4-BE49-F238E27FC236}">
                      <a16:creationId xmlns:a16="http://schemas.microsoft.com/office/drawing/2014/main" id="{408F644A-9F4E-CCBA-20B5-DEA7FACD790A}"/>
                    </a:ext>
                  </a:extLst>
                </p14:cNvPr>
                <p14:cNvContentPartPr/>
                <p14:nvPr/>
              </p14:nvContentPartPr>
              <p14:xfrm>
                <a:off x="7886678" y="2388456"/>
                <a:ext cx="2024640" cy="1270800"/>
              </p14:xfrm>
            </p:contentPart>
          </mc:Choice>
          <mc:Fallback xmlns="">
            <p:pic>
              <p:nvPicPr>
                <p:cNvPr id="22" name="Ink 21">
                  <a:extLst>
                    <a:ext uri="{FF2B5EF4-FFF2-40B4-BE49-F238E27FC236}">
                      <a16:creationId xmlns:a16="http://schemas.microsoft.com/office/drawing/2014/main" id="{408F644A-9F4E-CCBA-20B5-DEA7FACD790A}"/>
                    </a:ext>
                  </a:extLst>
                </p:cNvPr>
                <p:cNvPicPr/>
                <p:nvPr/>
              </p:nvPicPr>
              <p:blipFill>
                <a:blip r:embed="rId43"/>
                <a:stretch>
                  <a:fillRect/>
                </a:stretch>
              </p:blipFill>
              <p:spPr>
                <a:xfrm>
                  <a:off x="7880558" y="2382336"/>
                  <a:ext cx="2036880" cy="12830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4" name="Ink 23">
                  <a:extLst>
                    <a:ext uri="{FF2B5EF4-FFF2-40B4-BE49-F238E27FC236}">
                      <a16:creationId xmlns:a16="http://schemas.microsoft.com/office/drawing/2014/main" id="{7C98771C-CC63-7CD3-5DAD-ACE23CAF47BF}"/>
                    </a:ext>
                  </a:extLst>
                </p14:cNvPr>
                <p14:cNvContentPartPr/>
                <p14:nvPr/>
              </p14:nvContentPartPr>
              <p14:xfrm>
                <a:off x="10390478" y="3592656"/>
                <a:ext cx="23400" cy="27000"/>
              </p14:xfrm>
            </p:contentPart>
          </mc:Choice>
          <mc:Fallback xmlns="">
            <p:pic>
              <p:nvPicPr>
                <p:cNvPr id="24" name="Ink 23">
                  <a:extLst>
                    <a:ext uri="{FF2B5EF4-FFF2-40B4-BE49-F238E27FC236}">
                      <a16:creationId xmlns:a16="http://schemas.microsoft.com/office/drawing/2014/main" id="{7C98771C-CC63-7CD3-5DAD-ACE23CAF47BF}"/>
                    </a:ext>
                  </a:extLst>
                </p:cNvPr>
                <p:cNvPicPr/>
                <p:nvPr/>
              </p:nvPicPr>
              <p:blipFill>
                <a:blip r:embed="rId45"/>
                <a:stretch>
                  <a:fillRect/>
                </a:stretch>
              </p:blipFill>
              <p:spPr>
                <a:xfrm>
                  <a:off x="10384358" y="3586536"/>
                  <a:ext cx="3564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5" name="Ink 24">
                  <a:extLst>
                    <a:ext uri="{FF2B5EF4-FFF2-40B4-BE49-F238E27FC236}">
                      <a16:creationId xmlns:a16="http://schemas.microsoft.com/office/drawing/2014/main" id="{2D82DD42-C5E1-F831-2093-A0A9AA7F84FE}"/>
                    </a:ext>
                  </a:extLst>
                </p14:cNvPr>
                <p14:cNvContentPartPr/>
                <p14:nvPr/>
              </p14:nvContentPartPr>
              <p14:xfrm>
                <a:off x="10375718" y="3681216"/>
                <a:ext cx="14040" cy="33480"/>
              </p14:xfrm>
            </p:contentPart>
          </mc:Choice>
          <mc:Fallback xmlns="">
            <p:pic>
              <p:nvPicPr>
                <p:cNvPr id="25" name="Ink 24">
                  <a:extLst>
                    <a:ext uri="{FF2B5EF4-FFF2-40B4-BE49-F238E27FC236}">
                      <a16:creationId xmlns:a16="http://schemas.microsoft.com/office/drawing/2014/main" id="{2D82DD42-C5E1-F831-2093-A0A9AA7F84FE}"/>
                    </a:ext>
                  </a:extLst>
                </p:cNvPr>
                <p:cNvPicPr/>
                <p:nvPr/>
              </p:nvPicPr>
              <p:blipFill>
                <a:blip r:embed="rId47"/>
                <a:stretch>
                  <a:fillRect/>
                </a:stretch>
              </p:blipFill>
              <p:spPr>
                <a:xfrm>
                  <a:off x="10369598" y="3675096"/>
                  <a:ext cx="2628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 name="Ink 25">
                  <a:extLst>
                    <a:ext uri="{FF2B5EF4-FFF2-40B4-BE49-F238E27FC236}">
                      <a16:creationId xmlns:a16="http://schemas.microsoft.com/office/drawing/2014/main" id="{1226684E-DAAF-63B9-4AEA-0F10BFE31849}"/>
                    </a:ext>
                  </a:extLst>
                </p14:cNvPr>
                <p14:cNvContentPartPr/>
                <p14:nvPr/>
              </p14:nvContentPartPr>
              <p14:xfrm>
                <a:off x="9831398" y="2390616"/>
                <a:ext cx="626040" cy="1341360"/>
              </p14:xfrm>
            </p:contentPart>
          </mc:Choice>
          <mc:Fallback xmlns="">
            <p:pic>
              <p:nvPicPr>
                <p:cNvPr id="26" name="Ink 25">
                  <a:extLst>
                    <a:ext uri="{FF2B5EF4-FFF2-40B4-BE49-F238E27FC236}">
                      <a16:creationId xmlns:a16="http://schemas.microsoft.com/office/drawing/2014/main" id="{1226684E-DAAF-63B9-4AEA-0F10BFE31849}"/>
                    </a:ext>
                  </a:extLst>
                </p:cNvPr>
                <p:cNvPicPr/>
                <p:nvPr/>
              </p:nvPicPr>
              <p:blipFill>
                <a:blip r:embed="rId49"/>
                <a:stretch>
                  <a:fillRect/>
                </a:stretch>
              </p:blipFill>
              <p:spPr>
                <a:xfrm>
                  <a:off x="9825278" y="2384496"/>
                  <a:ext cx="638280" cy="13536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5" name="Ink 34">
                  <a:extLst>
                    <a:ext uri="{FF2B5EF4-FFF2-40B4-BE49-F238E27FC236}">
                      <a16:creationId xmlns:a16="http://schemas.microsoft.com/office/drawing/2014/main" id="{881A4054-E960-AACE-05CD-99FB869E14F9}"/>
                    </a:ext>
                  </a:extLst>
                </p14:cNvPr>
                <p14:cNvContentPartPr/>
                <p14:nvPr/>
              </p14:nvContentPartPr>
              <p14:xfrm>
                <a:off x="8097278" y="3053736"/>
                <a:ext cx="39600" cy="43920"/>
              </p14:xfrm>
            </p:contentPart>
          </mc:Choice>
          <mc:Fallback xmlns="">
            <p:pic>
              <p:nvPicPr>
                <p:cNvPr id="35" name="Ink 34">
                  <a:extLst>
                    <a:ext uri="{FF2B5EF4-FFF2-40B4-BE49-F238E27FC236}">
                      <a16:creationId xmlns:a16="http://schemas.microsoft.com/office/drawing/2014/main" id="{881A4054-E960-AACE-05CD-99FB869E14F9}"/>
                    </a:ext>
                  </a:extLst>
                </p:cNvPr>
                <p:cNvPicPr/>
                <p:nvPr/>
              </p:nvPicPr>
              <p:blipFill>
                <a:blip r:embed="rId51"/>
                <a:stretch>
                  <a:fillRect/>
                </a:stretch>
              </p:blipFill>
              <p:spPr>
                <a:xfrm>
                  <a:off x="8091158" y="3047616"/>
                  <a:ext cx="5184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7" name="Ink 36">
                  <a:extLst>
                    <a:ext uri="{FF2B5EF4-FFF2-40B4-BE49-F238E27FC236}">
                      <a16:creationId xmlns:a16="http://schemas.microsoft.com/office/drawing/2014/main" id="{698170F0-140F-184D-ABC6-0534BFE6A731}"/>
                    </a:ext>
                  </a:extLst>
                </p14:cNvPr>
                <p14:cNvContentPartPr/>
                <p14:nvPr/>
              </p14:nvContentPartPr>
              <p14:xfrm>
                <a:off x="8247398" y="3010536"/>
                <a:ext cx="18000" cy="1080"/>
              </p14:xfrm>
            </p:contentPart>
          </mc:Choice>
          <mc:Fallback xmlns="">
            <p:pic>
              <p:nvPicPr>
                <p:cNvPr id="37" name="Ink 36">
                  <a:extLst>
                    <a:ext uri="{FF2B5EF4-FFF2-40B4-BE49-F238E27FC236}">
                      <a16:creationId xmlns:a16="http://schemas.microsoft.com/office/drawing/2014/main" id="{698170F0-140F-184D-ABC6-0534BFE6A731}"/>
                    </a:ext>
                  </a:extLst>
                </p:cNvPr>
                <p:cNvPicPr/>
                <p:nvPr/>
              </p:nvPicPr>
              <p:blipFill>
                <a:blip r:embed="rId53"/>
                <a:stretch>
                  <a:fillRect/>
                </a:stretch>
              </p:blipFill>
              <p:spPr>
                <a:xfrm>
                  <a:off x="8241278" y="3004416"/>
                  <a:ext cx="30240" cy="133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8" name="Ink 37">
                  <a:extLst>
                    <a:ext uri="{FF2B5EF4-FFF2-40B4-BE49-F238E27FC236}">
                      <a16:creationId xmlns:a16="http://schemas.microsoft.com/office/drawing/2014/main" id="{784EBC21-877A-72F3-6BC0-913C6265E83B}"/>
                    </a:ext>
                  </a:extLst>
                </p14:cNvPr>
                <p14:cNvContentPartPr/>
                <p14:nvPr/>
              </p14:nvContentPartPr>
              <p14:xfrm>
                <a:off x="8115998" y="2981376"/>
                <a:ext cx="162000" cy="73440"/>
              </p14:xfrm>
            </p:contentPart>
          </mc:Choice>
          <mc:Fallback xmlns="">
            <p:pic>
              <p:nvPicPr>
                <p:cNvPr id="38" name="Ink 37">
                  <a:extLst>
                    <a:ext uri="{FF2B5EF4-FFF2-40B4-BE49-F238E27FC236}">
                      <a16:creationId xmlns:a16="http://schemas.microsoft.com/office/drawing/2014/main" id="{784EBC21-877A-72F3-6BC0-913C6265E83B}"/>
                    </a:ext>
                  </a:extLst>
                </p:cNvPr>
                <p:cNvPicPr/>
                <p:nvPr/>
              </p:nvPicPr>
              <p:blipFill>
                <a:blip r:embed="rId55"/>
                <a:stretch>
                  <a:fillRect/>
                </a:stretch>
              </p:blipFill>
              <p:spPr>
                <a:xfrm>
                  <a:off x="8109878" y="2975256"/>
                  <a:ext cx="17424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9" name="Ink 38">
                  <a:extLst>
                    <a:ext uri="{FF2B5EF4-FFF2-40B4-BE49-F238E27FC236}">
                      <a16:creationId xmlns:a16="http://schemas.microsoft.com/office/drawing/2014/main" id="{84930EC0-3AD2-53E0-F43F-C9A8596FB2B3}"/>
                    </a:ext>
                  </a:extLst>
                </p14:cNvPr>
                <p14:cNvContentPartPr/>
                <p14:nvPr/>
              </p14:nvContentPartPr>
              <p14:xfrm>
                <a:off x="8202038" y="3042936"/>
                <a:ext cx="62640" cy="181440"/>
              </p14:xfrm>
            </p:contentPart>
          </mc:Choice>
          <mc:Fallback xmlns="">
            <p:pic>
              <p:nvPicPr>
                <p:cNvPr id="39" name="Ink 38">
                  <a:extLst>
                    <a:ext uri="{FF2B5EF4-FFF2-40B4-BE49-F238E27FC236}">
                      <a16:creationId xmlns:a16="http://schemas.microsoft.com/office/drawing/2014/main" id="{84930EC0-3AD2-53E0-F43F-C9A8596FB2B3}"/>
                    </a:ext>
                  </a:extLst>
                </p:cNvPr>
                <p:cNvPicPr/>
                <p:nvPr/>
              </p:nvPicPr>
              <p:blipFill>
                <a:blip r:embed="rId57"/>
                <a:stretch>
                  <a:fillRect/>
                </a:stretch>
              </p:blipFill>
              <p:spPr>
                <a:xfrm>
                  <a:off x="8195918" y="3036816"/>
                  <a:ext cx="7488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0" name="Ink 39">
                  <a:extLst>
                    <a:ext uri="{FF2B5EF4-FFF2-40B4-BE49-F238E27FC236}">
                      <a16:creationId xmlns:a16="http://schemas.microsoft.com/office/drawing/2014/main" id="{95CFBB49-F42B-B895-73A7-FC5B124FA259}"/>
                    </a:ext>
                  </a:extLst>
                </p14:cNvPr>
                <p14:cNvContentPartPr/>
                <p14:nvPr/>
              </p14:nvContentPartPr>
              <p14:xfrm>
                <a:off x="8349998" y="3126096"/>
                <a:ext cx="28440" cy="59040"/>
              </p14:xfrm>
            </p:contentPart>
          </mc:Choice>
          <mc:Fallback xmlns="">
            <p:pic>
              <p:nvPicPr>
                <p:cNvPr id="40" name="Ink 39">
                  <a:extLst>
                    <a:ext uri="{FF2B5EF4-FFF2-40B4-BE49-F238E27FC236}">
                      <a16:creationId xmlns:a16="http://schemas.microsoft.com/office/drawing/2014/main" id="{95CFBB49-F42B-B895-73A7-FC5B124FA259}"/>
                    </a:ext>
                  </a:extLst>
                </p:cNvPr>
                <p:cNvPicPr/>
                <p:nvPr/>
              </p:nvPicPr>
              <p:blipFill>
                <a:blip r:embed="rId59"/>
                <a:stretch>
                  <a:fillRect/>
                </a:stretch>
              </p:blipFill>
              <p:spPr>
                <a:xfrm>
                  <a:off x="8343878" y="3119976"/>
                  <a:ext cx="4068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1" name="Ink 40">
                  <a:extLst>
                    <a:ext uri="{FF2B5EF4-FFF2-40B4-BE49-F238E27FC236}">
                      <a16:creationId xmlns:a16="http://schemas.microsoft.com/office/drawing/2014/main" id="{F6842019-FE11-FE15-2F85-974BB2CAD52F}"/>
                    </a:ext>
                  </a:extLst>
                </p14:cNvPr>
                <p14:cNvContentPartPr/>
                <p14:nvPr/>
              </p14:nvContentPartPr>
              <p14:xfrm>
                <a:off x="10279238" y="2926296"/>
                <a:ext cx="11520" cy="115560"/>
              </p14:xfrm>
            </p:contentPart>
          </mc:Choice>
          <mc:Fallback xmlns="">
            <p:pic>
              <p:nvPicPr>
                <p:cNvPr id="41" name="Ink 40">
                  <a:extLst>
                    <a:ext uri="{FF2B5EF4-FFF2-40B4-BE49-F238E27FC236}">
                      <a16:creationId xmlns:a16="http://schemas.microsoft.com/office/drawing/2014/main" id="{F6842019-FE11-FE15-2F85-974BB2CAD52F}"/>
                    </a:ext>
                  </a:extLst>
                </p:cNvPr>
                <p:cNvPicPr/>
                <p:nvPr/>
              </p:nvPicPr>
              <p:blipFill>
                <a:blip r:embed="rId61"/>
                <a:stretch>
                  <a:fillRect/>
                </a:stretch>
              </p:blipFill>
              <p:spPr>
                <a:xfrm>
                  <a:off x="10273118" y="2920176"/>
                  <a:ext cx="2376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2" name="Ink 41">
                  <a:extLst>
                    <a:ext uri="{FF2B5EF4-FFF2-40B4-BE49-F238E27FC236}">
                      <a16:creationId xmlns:a16="http://schemas.microsoft.com/office/drawing/2014/main" id="{76C9EA8B-C89F-F885-9BDD-8A516B0895E1}"/>
                    </a:ext>
                  </a:extLst>
                </p14:cNvPr>
                <p14:cNvContentPartPr/>
                <p14:nvPr/>
              </p14:nvContentPartPr>
              <p14:xfrm>
                <a:off x="10187438" y="2874456"/>
                <a:ext cx="188280" cy="62280"/>
              </p14:xfrm>
            </p:contentPart>
          </mc:Choice>
          <mc:Fallback xmlns="">
            <p:pic>
              <p:nvPicPr>
                <p:cNvPr id="42" name="Ink 41">
                  <a:extLst>
                    <a:ext uri="{FF2B5EF4-FFF2-40B4-BE49-F238E27FC236}">
                      <a16:creationId xmlns:a16="http://schemas.microsoft.com/office/drawing/2014/main" id="{76C9EA8B-C89F-F885-9BDD-8A516B0895E1}"/>
                    </a:ext>
                  </a:extLst>
                </p:cNvPr>
                <p:cNvPicPr/>
                <p:nvPr/>
              </p:nvPicPr>
              <p:blipFill>
                <a:blip r:embed="rId63"/>
                <a:stretch>
                  <a:fillRect/>
                </a:stretch>
              </p:blipFill>
              <p:spPr>
                <a:xfrm>
                  <a:off x="10181318" y="2868336"/>
                  <a:ext cx="20052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3" name="Ink 42">
                  <a:extLst>
                    <a:ext uri="{FF2B5EF4-FFF2-40B4-BE49-F238E27FC236}">
                      <a16:creationId xmlns:a16="http://schemas.microsoft.com/office/drawing/2014/main" id="{75583F58-4A93-AF5B-62C8-B0417877BD76}"/>
                    </a:ext>
                  </a:extLst>
                </p14:cNvPr>
                <p14:cNvContentPartPr/>
                <p14:nvPr/>
              </p14:nvContentPartPr>
              <p14:xfrm>
                <a:off x="10394078" y="2975256"/>
                <a:ext cx="201600" cy="125640"/>
              </p14:xfrm>
            </p:contentPart>
          </mc:Choice>
          <mc:Fallback xmlns="">
            <p:pic>
              <p:nvPicPr>
                <p:cNvPr id="43" name="Ink 42">
                  <a:extLst>
                    <a:ext uri="{FF2B5EF4-FFF2-40B4-BE49-F238E27FC236}">
                      <a16:creationId xmlns:a16="http://schemas.microsoft.com/office/drawing/2014/main" id="{75583F58-4A93-AF5B-62C8-B0417877BD76}"/>
                    </a:ext>
                  </a:extLst>
                </p:cNvPr>
                <p:cNvPicPr/>
                <p:nvPr/>
              </p:nvPicPr>
              <p:blipFill>
                <a:blip r:embed="rId65"/>
                <a:stretch>
                  <a:fillRect/>
                </a:stretch>
              </p:blipFill>
              <p:spPr>
                <a:xfrm>
                  <a:off x="10387958" y="2969136"/>
                  <a:ext cx="21384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6" name="Ink 45">
                  <a:extLst>
                    <a:ext uri="{FF2B5EF4-FFF2-40B4-BE49-F238E27FC236}">
                      <a16:creationId xmlns:a16="http://schemas.microsoft.com/office/drawing/2014/main" id="{1645483C-B728-BC68-6BE4-0BED2CEAF172}"/>
                    </a:ext>
                  </a:extLst>
                </p14:cNvPr>
                <p14:cNvContentPartPr/>
                <p14:nvPr/>
              </p14:nvContentPartPr>
              <p14:xfrm>
                <a:off x="7776158" y="3793896"/>
                <a:ext cx="100080" cy="296280"/>
              </p14:xfrm>
            </p:contentPart>
          </mc:Choice>
          <mc:Fallback xmlns="">
            <p:pic>
              <p:nvPicPr>
                <p:cNvPr id="46" name="Ink 45">
                  <a:extLst>
                    <a:ext uri="{FF2B5EF4-FFF2-40B4-BE49-F238E27FC236}">
                      <a16:creationId xmlns:a16="http://schemas.microsoft.com/office/drawing/2014/main" id="{1645483C-B728-BC68-6BE4-0BED2CEAF172}"/>
                    </a:ext>
                  </a:extLst>
                </p:cNvPr>
                <p:cNvPicPr/>
                <p:nvPr/>
              </p:nvPicPr>
              <p:blipFill>
                <a:blip r:embed="rId67"/>
                <a:stretch>
                  <a:fillRect/>
                </a:stretch>
              </p:blipFill>
              <p:spPr>
                <a:xfrm>
                  <a:off x="7770038" y="3787776"/>
                  <a:ext cx="112320" cy="3085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7" name="Ink 46">
                  <a:extLst>
                    <a:ext uri="{FF2B5EF4-FFF2-40B4-BE49-F238E27FC236}">
                      <a16:creationId xmlns:a16="http://schemas.microsoft.com/office/drawing/2014/main" id="{BE877535-50D2-902A-B995-287C7AF1CEB0}"/>
                    </a:ext>
                  </a:extLst>
                </p14:cNvPr>
                <p14:cNvContentPartPr/>
                <p14:nvPr/>
              </p14:nvContentPartPr>
              <p14:xfrm>
                <a:off x="7732238" y="3937536"/>
                <a:ext cx="133560" cy="63000"/>
              </p14:xfrm>
            </p:contentPart>
          </mc:Choice>
          <mc:Fallback xmlns="">
            <p:pic>
              <p:nvPicPr>
                <p:cNvPr id="47" name="Ink 46">
                  <a:extLst>
                    <a:ext uri="{FF2B5EF4-FFF2-40B4-BE49-F238E27FC236}">
                      <a16:creationId xmlns:a16="http://schemas.microsoft.com/office/drawing/2014/main" id="{BE877535-50D2-902A-B995-287C7AF1CEB0}"/>
                    </a:ext>
                  </a:extLst>
                </p:cNvPr>
                <p:cNvPicPr/>
                <p:nvPr/>
              </p:nvPicPr>
              <p:blipFill>
                <a:blip r:embed="rId69"/>
                <a:stretch>
                  <a:fillRect/>
                </a:stretch>
              </p:blipFill>
              <p:spPr>
                <a:xfrm>
                  <a:off x="7726118" y="3931416"/>
                  <a:ext cx="14580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8" name="Ink 47">
                  <a:extLst>
                    <a:ext uri="{FF2B5EF4-FFF2-40B4-BE49-F238E27FC236}">
                      <a16:creationId xmlns:a16="http://schemas.microsoft.com/office/drawing/2014/main" id="{D7330B3F-FE09-EE3C-9511-A99260C41553}"/>
                    </a:ext>
                  </a:extLst>
                </p14:cNvPr>
                <p14:cNvContentPartPr/>
                <p14:nvPr/>
              </p14:nvContentPartPr>
              <p14:xfrm>
                <a:off x="7911878" y="3939696"/>
                <a:ext cx="48600" cy="120960"/>
              </p14:xfrm>
            </p:contentPart>
          </mc:Choice>
          <mc:Fallback xmlns="">
            <p:pic>
              <p:nvPicPr>
                <p:cNvPr id="48" name="Ink 47">
                  <a:extLst>
                    <a:ext uri="{FF2B5EF4-FFF2-40B4-BE49-F238E27FC236}">
                      <a16:creationId xmlns:a16="http://schemas.microsoft.com/office/drawing/2014/main" id="{D7330B3F-FE09-EE3C-9511-A99260C41553}"/>
                    </a:ext>
                  </a:extLst>
                </p:cNvPr>
                <p:cNvPicPr/>
                <p:nvPr/>
              </p:nvPicPr>
              <p:blipFill>
                <a:blip r:embed="rId71"/>
                <a:stretch>
                  <a:fillRect/>
                </a:stretch>
              </p:blipFill>
              <p:spPr>
                <a:xfrm>
                  <a:off x="7905758" y="3933576"/>
                  <a:ext cx="6084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0" name="Ink 49">
                  <a:extLst>
                    <a:ext uri="{FF2B5EF4-FFF2-40B4-BE49-F238E27FC236}">
                      <a16:creationId xmlns:a16="http://schemas.microsoft.com/office/drawing/2014/main" id="{FE91EE6F-3EF5-FC59-5A75-9514C75B996F}"/>
                    </a:ext>
                  </a:extLst>
                </p14:cNvPr>
                <p14:cNvContentPartPr/>
                <p14:nvPr/>
              </p14:nvContentPartPr>
              <p14:xfrm>
                <a:off x="10488398" y="3669336"/>
                <a:ext cx="161640" cy="247320"/>
              </p14:xfrm>
            </p:contentPart>
          </mc:Choice>
          <mc:Fallback xmlns="">
            <p:pic>
              <p:nvPicPr>
                <p:cNvPr id="50" name="Ink 49">
                  <a:extLst>
                    <a:ext uri="{FF2B5EF4-FFF2-40B4-BE49-F238E27FC236}">
                      <a16:creationId xmlns:a16="http://schemas.microsoft.com/office/drawing/2014/main" id="{FE91EE6F-3EF5-FC59-5A75-9514C75B996F}"/>
                    </a:ext>
                  </a:extLst>
                </p:cNvPr>
                <p:cNvPicPr/>
                <p:nvPr/>
              </p:nvPicPr>
              <p:blipFill>
                <a:blip r:embed="rId73"/>
                <a:stretch>
                  <a:fillRect/>
                </a:stretch>
              </p:blipFill>
              <p:spPr>
                <a:xfrm>
                  <a:off x="10482278" y="3663216"/>
                  <a:ext cx="17388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1" name="Ink 50">
                  <a:extLst>
                    <a:ext uri="{FF2B5EF4-FFF2-40B4-BE49-F238E27FC236}">
                      <a16:creationId xmlns:a16="http://schemas.microsoft.com/office/drawing/2014/main" id="{332EB746-685A-3728-6174-1BC55D24AC33}"/>
                    </a:ext>
                  </a:extLst>
                </p14:cNvPr>
                <p14:cNvContentPartPr/>
                <p14:nvPr/>
              </p14:nvContentPartPr>
              <p14:xfrm>
                <a:off x="10491278" y="3787056"/>
                <a:ext cx="145080" cy="47160"/>
              </p14:xfrm>
            </p:contentPart>
          </mc:Choice>
          <mc:Fallback xmlns="">
            <p:pic>
              <p:nvPicPr>
                <p:cNvPr id="51" name="Ink 50">
                  <a:extLst>
                    <a:ext uri="{FF2B5EF4-FFF2-40B4-BE49-F238E27FC236}">
                      <a16:creationId xmlns:a16="http://schemas.microsoft.com/office/drawing/2014/main" id="{332EB746-685A-3728-6174-1BC55D24AC33}"/>
                    </a:ext>
                  </a:extLst>
                </p:cNvPr>
                <p:cNvPicPr/>
                <p:nvPr/>
              </p:nvPicPr>
              <p:blipFill>
                <a:blip r:embed="rId75"/>
                <a:stretch>
                  <a:fillRect/>
                </a:stretch>
              </p:blipFill>
              <p:spPr>
                <a:xfrm>
                  <a:off x="10485158" y="3780936"/>
                  <a:ext cx="15732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2" name="Ink 51">
                  <a:extLst>
                    <a:ext uri="{FF2B5EF4-FFF2-40B4-BE49-F238E27FC236}">
                      <a16:creationId xmlns:a16="http://schemas.microsoft.com/office/drawing/2014/main" id="{61C671B0-9630-000C-88C9-59A106C4C703}"/>
                    </a:ext>
                  </a:extLst>
                </p14:cNvPr>
                <p14:cNvContentPartPr/>
                <p14:nvPr/>
              </p14:nvContentPartPr>
              <p14:xfrm>
                <a:off x="10675598" y="3773016"/>
                <a:ext cx="183960" cy="93600"/>
              </p14:xfrm>
            </p:contentPart>
          </mc:Choice>
          <mc:Fallback xmlns="">
            <p:pic>
              <p:nvPicPr>
                <p:cNvPr id="52" name="Ink 51">
                  <a:extLst>
                    <a:ext uri="{FF2B5EF4-FFF2-40B4-BE49-F238E27FC236}">
                      <a16:creationId xmlns:a16="http://schemas.microsoft.com/office/drawing/2014/main" id="{61C671B0-9630-000C-88C9-59A106C4C703}"/>
                    </a:ext>
                  </a:extLst>
                </p:cNvPr>
                <p:cNvPicPr/>
                <p:nvPr/>
              </p:nvPicPr>
              <p:blipFill>
                <a:blip r:embed="rId77"/>
                <a:stretch>
                  <a:fillRect/>
                </a:stretch>
              </p:blipFill>
              <p:spPr>
                <a:xfrm>
                  <a:off x="10669478" y="3766896"/>
                  <a:ext cx="19620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3312" name="Ink 13311">
                  <a:extLst>
                    <a:ext uri="{FF2B5EF4-FFF2-40B4-BE49-F238E27FC236}">
                      <a16:creationId xmlns:a16="http://schemas.microsoft.com/office/drawing/2014/main" id="{0A821750-EBF7-44F0-A701-EA5D4567DA88}"/>
                    </a:ext>
                  </a:extLst>
                </p14:cNvPr>
                <p14:cNvContentPartPr/>
                <p14:nvPr/>
              </p14:nvContentPartPr>
              <p14:xfrm>
                <a:off x="9994478" y="2097216"/>
                <a:ext cx="14400" cy="112320"/>
              </p14:xfrm>
            </p:contentPart>
          </mc:Choice>
          <mc:Fallback xmlns="">
            <p:pic>
              <p:nvPicPr>
                <p:cNvPr id="13312" name="Ink 13311">
                  <a:extLst>
                    <a:ext uri="{FF2B5EF4-FFF2-40B4-BE49-F238E27FC236}">
                      <a16:creationId xmlns:a16="http://schemas.microsoft.com/office/drawing/2014/main" id="{0A821750-EBF7-44F0-A701-EA5D4567DA88}"/>
                    </a:ext>
                  </a:extLst>
                </p:cNvPr>
                <p:cNvPicPr/>
                <p:nvPr/>
              </p:nvPicPr>
              <p:blipFill>
                <a:blip r:embed="rId79"/>
                <a:stretch>
                  <a:fillRect/>
                </a:stretch>
              </p:blipFill>
              <p:spPr>
                <a:xfrm>
                  <a:off x="9988358" y="2091096"/>
                  <a:ext cx="2664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3313" name="Ink 13312">
                  <a:extLst>
                    <a:ext uri="{FF2B5EF4-FFF2-40B4-BE49-F238E27FC236}">
                      <a16:creationId xmlns:a16="http://schemas.microsoft.com/office/drawing/2014/main" id="{EC01598E-FFB7-B29A-FE5A-9E553D4A9963}"/>
                    </a:ext>
                  </a:extLst>
                </p14:cNvPr>
                <p14:cNvContentPartPr/>
                <p14:nvPr/>
              </p14:nvContentPartPr>
              <p14:xfrm>
                <a:off x="9999878" y="2065896"/>
                <a:ext cx="132120" cy="57960"/>
              </p14:xfrm>
            </p:contentPart>
          </mc:Choice>
          <mc:Fallback xmlns="">
            <p:pic>
              <p:nvPicPr>
                <p:cNvPr id="13313" name="Ink 13312">
                  <a:extLst>
                    <a:ext uri="{FF2B5EF4-FFF2-40B4-BE49-F238E27FC236}">
                      <a16:creationId xmlns:a16="http://schemas.microsoft.com/office/drawing/2014/main" id="{EC01598E-FFB7-B29A-FE5A-9E553D4A9963}"/>
                    </a:ext>
                  </a:extLst>
                </p:cNvPr>
                <p:cNvPicPr/>
                <p:nvPr/>
              </p:nvPicPr>
              <p:blipFill>
                <a:blip r:embed="rId81"/>
                <a:stretch>
                  <a:fillRect/>
                </a:stretch>
              </p:blipFill>
              <p:spPr>
                <a:xfrm>
                  <a:off x="9993758" y="2059776"/>
                  <a:ext cx="14436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3315" name="Ink 13314">
                  <a:extLst>
                    <a:ext uri="{FF2B5EF4-FFF2-40B4-BE49-F238E27FC236}">
                      <a16:creationId xmlns:a16="http://schemas.microsoft.com/office/drawing/2014/main" id="{BEF91D5D-2C90-BA61-F4C1-35435AD143AD}"/>
                    </a:ext>
                  </a:extLst>
                </p14:cNvPr>
                <p14:cNvContentPartPr/>
                <p14:nvPr/>
              </p14:nvContentPartPr>
              <p14:xfrm>
                <a:off x="9987998" y="1999296"/>
                <a:ext cx="43920" cy="47520"/>
              </p14:xfrm>
            </p:contentPart>
          </mc:Choice>
          <mc:Fallback xmlns="">
            <p:pic>
              <p:nvPicPr>
                <p:cNvPr id="13315" name="Ink 13314">
                  <a:extLst>
                    <a:ext uri="{FF2B5EF4-FFF2-40B4-BE49-F238E27FC236}">
                      <a16:creationId xmlns:a16="http://schemas.microsoft.com/office/drawing/2014/main" id="{BEF91D5D-2C90-BA61-F4C1-35435AD143AD}"/>
                    </a:ext>
                  </a:extLst>
                </p:cNvPr>
                <p:cNvPicPr/>
                <p:nvPr/>
              </p:nvPicPr>
              <p:blipFill>
                <a:blip r:embed="rId83"/>
                <a:stretch>
                  <a:fillRect/>
                </a:stretch>
              </p:blipFill>
              <p:spPr>
                <a:xfrm>
                  <a:off x="9981878" y="1993176"/>
                  <a:ext cx="5616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3316" name="Ink 13315">
                  <a:extLst>
                    <a:ext uri="{FF2B5EF4-FFF2-40B4-BE49-F238E27FC236}">
                      <a16:creationId xmlns:a16="http://schemas.microsoft.com/office/drawing/2014/main" id="{FF92200B-62B7-E1EA-7BB7-20F8BC713669}"/>
                    </a:ext>
                  </a:extLst>
                </p14:cNvPr>
                <p14:cNvContentPartPr/>
                <p14:nvPr/>
              </p14:nvContentPartPr>
              <p14:xfrm>
                <a:off x="10020758" y="2016216"/>
                <a:ext cx="98640" cy="106560"/>
              </p14:xfrm>
            </p:contentPart>
          </mc:Choice>
          <mc:Fallback xmlns="">
            <p:pic>
              <p:nvPicPr>
                <p:cNvPr id="13316" name="Ink 13315">
                  <a:extLst>
                    <a:ext uri="{FF2B5EF4-FFF2-40B4-BE49-F238E27FC236}">
                      <a16:creationId xmlns:a16="http://schemas.microsoft.com/office/drawing/2014/main" id="{FF92200B-62B7-E1EA-7BB7-20F8BC713669}"/>
                    </a:ext>
                  </a:extLst>
                </p:cNvPr>
                <p:cNvPicPr/>
                <p:nvPr/>
              </p:nvPicPr>
              <p:blipFill>
                <a:blip r:embed="rId85"/>
                <a:stretch>
                  <a:fillRect/>
                </a:stretch>
              </p:blipFill>
              <p:spPr>
                <a:xfrm>
                  <a:off x="10014638" y="2010096"/>
                  <a:ext cx="11088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3317" name="Ink 13316">
                  <a:extLst>
                    <a:ext uri="{FF2B5EF4-FFF2-40B4-BE49-F238E27FC236}">
                      <a16:creationId xmlns:a16="http://schemas.microsoft.com/office/drawing/2014/main" id="{6C170158-819E-B336-0A11-7DC34BBB9842}"/>
                    </a:ext>
                  </a:extLst>
                </p14:cNvPr>
                <p14:cNvContentPartPr/>
                <p14:nvPr/>
              </p14:nvContentPartPr>
              <p14:xfrm>
                <a:off x="9991598" y="2014776"/>
                <a:ext cx="44280" cy="281880"/>
              </p14:xfrm>
            </p:contentPart>
          </mc:Choice>
          <mc:Fallback xmlns="">
            <p:pic>
              <p:nvPicPr>
                <p:cNvPr id="13317" name="Ink 13316">
                  <a:extLst>
                    <a:ext uri="{FF2B5EF4-FFF2-40B4-BE49-F238E27FC236}">
                      <a16:creationId xmlns:a16="http://schemas.microsoft.com/office/drawing/2014/main" id="{6C170158-819E-B336-0A11-7DC34BBB9842}"/>
                    </a:ext>
                  </a:extLst>
                </p:cNvPr>
                <p:cNvPicPr/>
                <p:nvPr/>
              </p:nvPicPr>
              <p:blipFill>
                <a:blip r:embed="rId87"/>
                <a:stretch>
                  <a:fillRect/>
                </a:stretch>
              </p:blipFill>
              <p:spPr>
                <a:xfrm>
                  <a:off x="9985478" y="2008656"/>
                  <a:ext cx="5652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3318" name="Ink 13317">
                  <a:extLst>
                    <a:ext uri="{FF2B5EF4-FFF2-40B4-BE49-F238E27FC236}">
                      <a16:creationId xmlns:a16="http://schemas.microsoft.com/office/drawing/2014/main" id="{914475B7-4618-3D93-1FEF-E5A7734C7C91}"/>
                    </a:ext>
                  </a:extLst>
                </p14:cNvPr>
                <p14:cNvContentPartPr/>
                <p14:nvPr/>
              </p14:nvContentPartPr>
              <p14:xfrm>
                <a:off x="10166918" y="2205216"/>
                <a:ext cx="36000" cy="147240"/>
              </p14:xfrm>
            </p:contentPart>
          </mc:Choice>
          <mc:Fallback xmlns="">
            <p:pic>
              <p:nvPicPr>
                <p:cNvPr id="13318" name="Ink 13317">
                  <a:extLst>
                    <a:ext uri="{FF2B5EF4-FFF2-40B4-BE49-F238E27FC236}">
                      <a16:creationId xmlns:a16="http://schemas.microsoft.com/office/drawing/2014/main" id="{914475B7-4618-3D93-1FEF-E5A7734C7C91}"/>
                    </a:ext>
                  </a:extLst>
                </p:cNvPr>
                <p:cNvPicPr/>
                <p:nvPr/>
              </p:nvPicPr>
              <p:blipFill>
                <a:blip r:embed="rId89"/>
                <a:stretch>
                  <a:fillRect/>
                </a:stretch>
              </p:blipFill>
              <p:spPr>
                <a:xfrm>
                  <a:off x="10160798" y="2199096"/>
                  <a:ext cx="4824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3320" name="Ink 13319">
                  <a:extLst>
                    <a:ext uri="{FF2B5EF4-FFF2-40B4-BE49-F238E27FC236}">
                      <a16:creationId xmlns:a16="http://schemas.microsoft.com/office/drawing/2014/main" id="{66659E8E-9A06-C052-0C03-E65321A48152}"/>
                    </a:ext>
                  </a:extLst>
                </p14:cNvPr>
                <p14:cNvContentPartPr/>
                <p14:nvPr/>
              </p14:nvContentPartPr>
              <p14:xfrm>
                <a:off x="7756358" y="2611656"/>
                <a:ext cx="1420200" cy="1046880"/>
              </p14:xfrm>
            </p:contentPart>
          </mc:Choice>
          <mc:Fallback xmlns="">
            <p:pic>
              <p:nvPicPr>
                <p:cNvPr id="13320" name="Ink 13319">
                  <a:extLst>
                    <a:ext uri="{FF2B5EF4-FFF2-40B4-BE49-F238E27FC236}">
                      <a16:creationId xmlns:a16="http://schemas.microsoft.com/office/drawing/2014/main" id="{66659E8E-9A06-C052-0C03-E65321A48152}"/>
                    </a:ext>
                  </a:extLst>
                </p:cNvPr>
                <p:cNvPicPr/>
                <p:nvPr/>
              </p:nvPicPr>
              <p:blipFill>
                <a:blip r:embed="rId91"/>
                <a:stretch>
                  <a:fillRect/>
                </a:stretch>
              </p:blipFill>
              <p:spPr>
                <a:xfrm>
                  <a:off x="7750238" y="2605536"/>
                  <a:ext cx="1432440" cy="10591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3322" name="Ink 13321">
                  <a:extLst>
                    <a:ext uri="{FF2B5EF4-FFF2-40B4-BE49-F238E27FC236}">
                      <a16:creationId xmlns:a16="http://schemas.microsoft.com/office/drawing/2014/main" id="{83CA212E-E093-6027-9318-EFDF56B101C5}"/>
                    </a:ext>
                  </a:extLst>
                </p14:cNvPr>
                <p14:cNvContentPartPr/>
                <p14:nvPr/>
              </p14:nvContentPartPr>
              <p14:xfrm>
                <a:off x="7763558" y="2643696"/>
                <a:ext cx="129240" cy="1038600"/>
              </p14:xfrm>
            </p:contentPart>
          </mc:Choice>
          <mc:Fallback xmlns="">
            <p:pic>
              <p:nvPicPr>
                <p:cNvPr id="13322" name="Ink 13321">
                  <a:extLst>
                    <a:ext uri="{FF2B5EF4-FFF2-40B4-BE49-F238E27FC236}">
                      <a16:creationId xmlns:a16="http://schemas.microsoft.com/office/drawing/2014/main" id="{83CA212E-E093-6027-9318-EFDF56B101C5}"/>
                    </a:ext>
                  </a:extLst>
                </p:cNvPr>
                <p:cNvPicPr/>
                <p:nvPr/>
              </p:nvPicPr>
              <p:blipFill>
                <a:blip r:embed="rId93"/>
                <a:stretch>
                  <a:fillRect/>
                </a:stretch>
              </p:blipFill>
              <p:spPr>
                <a:xfrm>
                  <a:off x="7757438" y="2637576"/>
                  <a:ext cx="141480" cy="10508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3323" name="Ink 13322">
                  <a:extLst>
                    <a:ext uri="{FF2B5EF4-FFF2-40B4-BE49-F238E27FC236}">
                      <a16:creationId xmlns:a16="http://schemas.microsoft.com/office/drawing/2014/main" id="{E554A590-0F24-4996-E88B-19A9F8B9D928}"/>
                    </a:ext>
                  </a:extLst>
                </p14:cNvPr>
                <p14:cNvContentPartPr/>
                <p14:nvPr/>
              </p14:nvContentPartPr>
              <p14:xfrm>
                <a:off x="7629278" y="2216376"/>
                <a:ext cx="85680" cy="253440"/>
              </p14:xfrm>
            </p:contentPart>
          </mc:Choice>
          <mc:Fallback xmlns="">
            <p:pic>
              <p:nvPicPr>
                <p:cNvPr id="13323" name="Ink 13322">
                  <a:extLst>
                    <a:ext uri="{FF2B5EF4-FFF2-40B4-BE49-F238E27FC236}">
                      <a16:creationId xmlns:a16="http://schemas.microsoft.com/office/drawing/2014/main" id="{E554A590-0F24-4996-E88B-19A9F8B9D928}"/>
                    </a:ext>
                  </a:extLst>
                </p:cNvPr>
                <p:cNvPicPr/>
                <p:nvPr/>
              </p:nvPicPr>
              <p:blipFill>
                <a:blip r:embed="rId95"/>
                <a:stretch>
                  <a:fillRect/>
                </a:stretch>
              </p:blipFill>
              <p:spPr>
                <a:xfrm>
                  <a:off x="7623158" y="2210256"/>
                  <a:ext cx="9792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3324" name="Ink 13323">
                  <a:extLst>
                    <a:ext uri="{FF2B5EF4-FFF2-40B4-BE49-F238E27FC236}">
                      <a16:creationId xmlns:a16="http://schemas.microsoft.com/office/drawing/2014/main" id="{E5EB70E6-CD3B-9BB0-30A4-56DAF07FF782}"/>
                    </a:ext>
                  </a:extLst>
                </p14:cNvPr>
                <p14:cNvContentPartPr/>
                <p14:nvPr/>
              </p14:nvContentPartPr>
              <p14:xfrm>
                <a:off x="7571678" y="2180736"/>
                <a:ext cx="122040" cy="170280"/>
              </p14:xfrm>
            </p:contentPart>
          </mc:Choice>
          <mc:Fallback xmlns="">
            <p:pic>
              <p:nvPicPr>
                <p:cNvPr id="13324" name="Ink 13323">
                  <a:extLst>
                    <a:ext uri="{FF2B5EF4-FFF2-40B4-BE49-F238E27FC236}">
                      <a16:creationId xmlns:a16="http://schemas.microsoft.com/office/drawing/2014/main" id="{E5EB70E6-CD3B-9BB0-30A4-56DAF07FF782}"/>
                    </a:ext>
                  </a:extLst>
                </p:cNvPr>
                <p:cNvPicPr/>
                <p:nvPr/>
              </p:nvPicPr>
              <p:blipFill>
                <a:blip r:embed="rId97"/>
                <a:stretch>
                  <a:fillRect/>
                </a:stretch>
              </p:blipFill>
              <p:spPr>
                <a:xfrm>
                  <a:off x="7565558" y="2174616"/>
                  <a:ext cx="13428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3325" name="Ink 13324">
                  <a:extLst>
                    <a:ext uri="{FF2B5EF4-FFF2-40B4-BE49-F238E27FC236}">
                      <a16:creationId xmlns:a16="http://schemas.microsoft.com/office/drawing/2014/main" id="{C00D4830-C05E-8130-8687-40E29EEE9D96}"/>
                    </a:ext>
                  </a:extLst>
                </p14:cNvPr>
                <p14:cNvContentPartPr/>
                <p14:nvPr/>
              </p14:nvContentPartPr>
              <p14:xfrm>
                <a:off x="7792358" y="2314296"/>
                <a:ext cx="192240" cy="89640"/>
              </p14:xfrm>
            </p:contentPart>
          </mc:Choice>
          <mc:Fallback xmlns="">
            <p:pic>
              <p:nvPicPr>
                <p:cNvPr id="13325" name="Ink 13324">
                  <a:extLst>
                    <a:ext uri="{FF2B5EF4-FFF2-40B4-BE49-F238E27FC236}">
                      <a16:creationId xmlns:a16="http://schemas.microsoft.com/office/drawing/2014/main" id="{C00D4830-C05E-8130-8687-40E29EEE9D96}"/>
                    </a:ext>
                  </a:extLst>
                </p:cNvPr>
                <p:cNvPicPr/>
                <p:nvPr/>
              </p:nvPicPr>
              <p:blipFill>
                <a:blip r:embed="rId99"/>
                <a:stretch>
                  <a:fillRect/>
                </a:stretch>
              </p:blipFill>
              <p:spPr>
                <a:xfrm>
                  <a:off x="7786238" y="2308176"/>
                  <a:ext cx="20448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3328" name="Ink 13327">
                  <a:extLst>
                    <a:ext uri="{FF2B5EF4-FFF2-40B4-BE49-F238E27FC236}">
                      <a16:creationId xmlns:a16="http://schemas.microsoft.com/office/drawing/2014/main" id="{E81E25B0-0623-0414-7357-24F6F5E0EA34}"/>
                    </a:ext>
                  </a:extLst>
                </p14:cNvPr>
                <p14:cNvContentPartPr/>
                <p14:nvPr/>
              </p14:nvContentPartPr>
              <p14:xfrm>
                <a:off x="9458798" y="4055616"/>
                <a:ext cx="34200" cy="466920"/>
              </p14:xfrm>
            </p:contentPart>
          </mc:Choice>
          <mc:Fallback xmlns="">
            <p:pic>
              <p:nvPicPr>
                <p:cNvPr id="13328" name="Ink 13327">
                  <a:extLst>
                    <a:ext uri="{FF2B5EF4-FFF2-40B4-BE49-F238E27FC236}">
                      <a16:creationId xmlns:a16="http://schemas.microsoft.com/office/drawing/2014/main" id="{E81E25B0-0623-0414-7357-24F6F5E0EA34}"/>
                    </a:ext>
                  </a:extLst>
                </p:cNvPr>
                <p:cNvPicPr/>
                <p:nvPr/>
              </p:nvPicPr>
              <p:blipFill>
                <a:blip r:embed="rId101"/>
                <a:stretch>
                  <a:fillRect/>
                </a:stretch>
              </p:blipFill>
              <p:spPr>
                <a:xfrm>
                  <a:off x="9452678" y="4049496"/>
                  <a:ext cx="46440" cy="4791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3329" name="Ink 13328">
                  <a:extLst>
                    <a:ext uri="{FF2B5EF4-FFF2-40B4-BE49-F238E27FC236}">
                      <a16:creationId xmlns:a16="http://schemas.microsoft.com/office/drawing/2014/main" id="{E9892E5B-E01C-99F7-8CE6-098D6C088977}"/>
                    </a:ext>
                  </a:extLst>
                </p14:cNvPr>
                <p14:cNvContentPartPr/>
                <p14:nvPr/>
              </p14:nvContentPartPr>
              <p14:xfrm>
                <a:off x="9406598" y="4471776"/>
                <a:ext cx="149400" cy="128880"/>
              </p14:xfrm>
            </p:contentPart>
          </mc:Choice>
          <mc:Fallback xmlns="">
            <p:pic>
              <p:nvPicPr>
                <p:cNvPr id="13329" name="Ink 13328">
                  <a:extLst>
                    <a:ext uri="{FF2B5EF4-FFF2-40B4-BE49-F238E27FC236}">
                      <a16:creationId xmlns:a16="http://schemas.microsoft.com/office/drawing/2014/main" id="{E9892E5B-E01C-99F7-8CE6-098D6C088977}"/>
                    </a:ext>
                  </a:extLst>
                </p:cNvPr>
                <p:cNvPicPr/>
                <p:nvPr/>
              </p:nvPicPr>
              <p:blipFill>
                <a:blip r:embed="rId103"/>
                <a:stretch>
                  <a:fillRect/>
                </a:stretch>
              </p:blipFill>
              <p:spPr>
                <a:xfrm>
                  <a:off x="9400478" y="4465656"/>
                  <a:ext cx="16164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3331" name="Ink 13330">
                  <a:extLst>
                    <a:ext uri="{FF2B5EF4-FFF2-40B4-BE49-F238E27FC236}">
                      <a16:creationId xmlns:a16="http://schemas.microsoft.com/office/drawing/2014/main" id="{0C64C941-C875-5B71-7FEC-69BA7975F575}"/>
                    </a:ext>
                  </a:extLst>
                </p14:cNvPr>
                <p14:cNvContentPartPr/>
                <p14:nvPr/>
              </p14:nvContentPartPr>
              <p14:xfrm>
                <a:off x="9261878" y="4697496"/>
                <a:ext cx="171720" cy="214200"/>
              </p14:xfrm>
            </p:contentPart>
          </mc:Choice>
          <mc:Fallback xmlns="">
            <p:pic>
              <p:nvPicPr>
                <p:cNvPr id="13331" name="Ink 13330">
                  <a:extLst>
                    <a:ext uri="{FF2B5EF4-FFF2-40B4-BE49-F238E27FC236}">
                      <a16:creationId xmlns:a16="http://schemas.microsoft.com/office/drawing/2014/main" id="{0C64C941-C875-5B71-7FEC-69BA7975F575}"/>
                    </a:ext>
                  </a:extLst>
                </p:cNvPr>
                <p:cNvPicPr/>
                <p:nvPr/>
              </p:nvPicPr>
              <p:blipFill>
                <a:blip r:embed="rId105"/>
                <a:stretch>
                  <a:fillRect/>
                </a:stretch>
              </p:blipFill>
              <p:spPr>
                <a:xfrm>
                  <a:off x="9255758" y="4691376"/>
                  <a:ext cx="18396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3332" name="Ink 13331">
                  <a:extLst>
                    <a:ext uri="{FF2B5EF4-FFF2-40B4-BE49-F238E27FC236}">
                      <a16:creationId xmlns:a16="http://schemas.microsoft.com/office/drawing/2014/main" id="{52CEB7BE-7A22-428C-BA3D-D14CA6AA4428}"/>
                    </a:ext>
                  </a:extLst>
                </p14:cNvPr>
                <p14:cNvContentPartPr/>
                <p14:nvPr/>
              </p14:nvContentPartPr>
              <p14:xfrm>
                <a:off x="9483638" y="4770216"/>
                <a:ext cx="27360" cy="62640"/>
              </p14:xfrm>
            </p:contentPart>
          </mc:Choice>
          <mc:Fallback xmlns="">
            <p:pic>
              <p:nvPicPr>
                <p:cNvPr id="13332" name="Ink 13331">
                  <a:extLst>
                    <a:ext uri="{FF2B5EF4-FFF2-40B4-BE49-F238E27FC236}">
                      <a16:creationId xmlns:a16="http://schemas.microsoft.com/office/drawing/2014/main" id="{52CEB7BE-7A22-428C-BA3D-D14CA6AA4428}"/>
                    </a:ext>
                  </a:extLst>
                </p:cNvPr>
                <p:cNvPicPr/>
                <p:nvPr/>
              </p:nvPicPr>
              <p:blipFill>
                <a:blip r:embed="rId107"/>
                <a:stretch>
                  <a:fillRect/>
                </a:stretch>
              </p:blipFill>
              <p:spPr>
                <a:xfrm>
                  <a:off x="9477518" y="4764096"/>
                  <a:ext cx="3960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3333" name="Ink 13332">
                  <a:extLst>
                    <a:ext uri="{FF2B5EF4-FFF2-40B4-BE49-F238E27FC236}">
                      <a16:creationId xmlns:a16="http://schemas.microsoft.com/office/drawing/2014/main" id="{935B9D6B-106A-6FF1-088F-1262DCE9AB31}"/>
                    </a:ext>
                  </a:extLst>
                </p14:cNvPr>
                <p14:cNvContentPartPr/>
                <p14:nvPr/>
              </p14:nvContentPartPr>
              <p14:xfrm>
                <a:off x="9536558" y="4755456"/>
                <a:ext cx="69120" cy="122760"/>
              </p14:xfrm>
            </p:contentPart>
          </mc:Choice>
          <mc:Fallback xmlns="">
            <p:pic>
              <p:nvPicPr>
                <p:cNvPr id="13333" name="Ink 13332">
                  <a:extLst>
                    <a:ext uri="{FF2B5EF4-FFF2-40B4-BE49-F238E27FC236}">
                      <a16:creationId xmlns:a16="http://schemas.microsoft.com/office/drawing/2014/main" id="{935B9D6B-106A-6FF1-088F-1262DCE9AB31}"/>
                    </a:ext>
                  </a:extLst>
                </p:cNvPr>
                <p:cNvPicPr/>
                <p:nvPr/>
              </p:nvPicPr>
              <p:blipFill>
                <a:blip r:embed="rId109"/>
                <a:stretch>
                  <a:fillRect/>
                </a:stretch>
              </p:blipFill>
              <p:spPr>
                <a:xfrm>
                  <a:off x="9530438" y="4749336"/>
                  <a:ext cx="8136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3334" name="Ink 13333">
                  <a:extLst>
                    <a:ext uri="{FF2B5EF4-FFF2-40B4-BE49-F238E27FC236}">
                      <a16:creationId xmlns:a16="http://schemas.microsoft.com/office/drawing/2014/main" id="{D60FEF97-A3E5-264C-FD99-32E378A8FDA8}"/>
                    </a:ext>
                  </a:extLst>
                </p14:cNvPr>
                <p14:cNvContentPartPr/>
                <p14:nvPr/>
              </p14:nvContentPartPr>
              <p14:xfrm>
                <a:off x="9687398" y="4589136"/>
                <a:ext cx="150120" cy="203400"/>
              </p14:xfrm>
            </p:contentPart>
          </mc:Choice>
          <mc:Fallback xmlns="">
            <p:pic>
              <p:nvPicPr>
                <p:cNvPr id="13334" name="Ink 13333">
                  <a:extLst>
                    <a:ext uri="{FF2B5EF4-FFF2-40B4-BE49-F238E27FC236}">
                      <a16:creationId xmlns:a16="http://schemas.microsoft.com/office/drawing/2014/main" id="{D60FEF97-A3E5-264C-FD99-32E378A8FDA8}"/>
                    </a:ext>
                  </a:extLst>
                </p:cNvPr>
                <p:cNvPicPr/>
                <p:nvPr/>
              </p:nvPicPr>
              <p:blipFill>
                <a:blip r:embed="rId111"/>
                <a:stretch>
                  <a:fillRect/>
                </a:stretch>
              </p:blipFill>
              <p:spPr>
                <a:xfrm>
                  <a:off x="9681278" y="4583016"/>
                  <a:ext cx="16236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3335" name="Ink 13334">
                  <a:extLst>
                    <a:ext uri="{FF2B5EF4-FFF2-40B4-BE49-F238E27FC236}">
                      <a16:creationId xmlns:a16="http://schemas.microsoft.com/office/drawing/2014/main" id="{F8019D08-ECDF-88C8-5AD1-798B622CADC8}"/>
                    </a:ext>
                  </a:extLst>
                </p14:cNvPr>
                <p14:cNvContentPartPr/>
                <p14:nvPr/>
              </p14:nvContentPartPr>
              <p14:xfrm>
                <a:off x="9874958" y="4640616"/>
                <a:ext cx="188640" cy="91800"/>
              </p14:xfrm>
            </p:contentPart>
          </mc:Choice>
          <mc:Fallback xmlns="">
            <p:pic>
              <p:nvPicPr>
                <p:cNvPr id="13335" name="Ink 13334">
                  <a:extLst>
                    <a:ext uri="{FF2B5EF4-FFF2-40B4-BE49-F238E27FC236}">
                      <a16:creationId xmlns:a16="http://schemas.microsoft.com/office/drawing/2014/main" id="{F8019D08-ECDF-88C8-5AD1-798B622CADC8}"/>
                    </a:ext>
                  </a:extLst>
                </p:cNvPr>
                <p:cNvPicPr/>
                <p:nvPr/>
              </p:nvPicPr>
              <p:blipFill>
                <a:blip r:embed="rId113"/>
                <a:stretch>
                  <a:fillRect/>
                </a:stretch>
              </p:blipFill>
              <p:spPr>
                <a:xfrm>
                  <a:off x="9868838" y="4634496"/>
                  <a:ext cx="200880" cy="104040"/>
                </a:xfrm>
                <a:prstGeom prst="rect">
                  <a:avLst/>
                </a:prstGeom>
              </p:spPr>
            </p:pic>
          </mc:Fallback>
        </mc:AlternateContent>
      </p:grpSp>
    </p:spTree>
    <p:extLst>
      <p:ext uri="{BB962C8B-B14F-4D97-AF65-F5344CB8AC3E}">
        <p14:creationId xmlns:p14="http://schemas.microsoft.com/office/powerpoint/2010/main" val="2764741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ow to Find the Foci of an Ellip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8125" y="910567"/>
            <a:ext cx="7143750" cy="333375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3710589B-D339-95FD-67EC-983DA59CC8F6}"/>
              </a:ext>
            </a:extLst>
          </p:cNvPr>
          <p:cNvSpPr txBox="1">
            <a:spLocks/>
          </p:cNvSpPr>
          <p:nvPr/>
        </p:nvSpPr>
        <p:spPr bwMode="auto">
          <a:xfrm>
            <a:off x="239349" y="0"/>
            <a:ext cx="11571136" cy="589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normAutofit lnSpcReduction="10000"/>
          </a:bodyPr>
          <a:lstStyle>
            <a:lvl1pPr algn="l" rtl="0" eaLnBrk="1" fontAlgn="base" hangingPunct="1">
              <a:spcBef>
                <a:spcPct val="0"/>
              </a:spcBef>
              <a:spcAft>
                <a:spcPct val="0"/>
              </a:spcAft>
              <a:defRPr sz="6667" kern="1200">
                <a:solidFill>
                  <a:schemeClr val="tx2"/>
                </a:solidFill>
                <a:latin typeface="+mj-lt"/>
                <a:ea typeface="+mj-ea"/>
                <a:cs typeface="+mj-cs"/>
              </a:defRPr>
            </a:lvl1pPr>
            <a:lvl2pPr algn="l" rtl="0" eaLnBrk="1" fontAlgn="base" hangingPunct="1">
              <a:spcBef>
                <a:spcPct val="0"/>
              </a:spcBef>
              <a:spcAft>
                <a:spcPct val="0"/>
              </a:spcAft>
              <a:defRPr sz="6667">
                <a:solidFill>
                  <a:schemeClr val="tx2"/>
                </a:solidFill>
                <a:latin typeface="Calibri" pitchFamily="34" charset="0"/>
              </a:defRPr>
            </a:lvl2pPr>
            <a:lvl3pPr algn="l" rtl="0" eaLnBrk="1" fontAlgn="base" hangingPunct="1">
              <a:spcBef>
                <a:spcPct val="0"/>
              </a:spcBef>
              <a:spcAft>
                <a:spcPct val="0"/>
              </a:spcAft>
              <a:defRPr sz="6667">
                <a:solidFill>
                  <a:schemeClr val="tx2"/>
                </a:solidFill>
                <a:latin typeface="Calibri" pitchFamily="34" charset="0"/>
              </a:defRPr>
            </a:lvl3pPr>
            <a:lvl4pPr algn="l" rtl="0" eaLnBrk="1" fontAlgn="base" hangingPunct="1">
              <a:spcBef>
                <a:spcPct val="0"/>
              </a:spcBef>
              <a:spcAft>
                <a:spcPct val="0"/>
              </a:spcAft>
              <a:defRPr sz="6667">
                <a:solidFill>
                  <a:schemeClr val="tx2"/>
                </a:solidFill>
                <a:latin typeface="Calibri" pitchFamily="34" charset="0"/>
              </a:defRPr>
            </a:lvl4pPr>
            <a:lvl5pPr algn="l" rtl="0" eaLnBrk="1" fontAlgn="base" hangingPunct="1">
              <a:spcBef>
                <a:spcPct val="0"/>
              </a:spcBef>
              <a:spcAft>
                <a:spcPct val="0"/>
              </a:spcAft>
              <a:defRPr sz="6667">
                <a:solidFill>
                  <a:schemeClr val="tx2"/>
                </a:solidFill>
                <a:latin typeface="Calibri" pitchFamily="34" charset="0"/>
              </a:defRPr>
            </a:lvl5pPr>
            <a:lvl6pPr marL="609585" algn="l" rtl="0" eaLnBrk="1" fontAlgn="base" hangingPunct="1">
              <a:spcBef>
                <a:spcPct val="0"/>
              </a:spcBef>
              <a:spcAft>
                <a:spcPct val="0"/>
              </a:spcAft>
              <a:defRPr sz="6667">
                <a:solidFill>
                  <a:schemeClr val="tx2"/>
                </a:solidFill>
                <a:latin typeface="Calibri" pitchFamily="34" charset="0"/>
              </a:defRPr>
            </a:lvl6pPr>
            <a:lvl7pPr marL="1219170" algn="l" rtl="0" eaLnBrk="1" fontAlgn="base" hangingPunct="1">
              <a:spcBef>
                <a:spcPct val="0"/>
              </a:spcBef>
              <a:spcAft>
                <a:spcPct val="0"/>
              </a:spcAft>
              <a:defRPr sz="6667">
                <a:solidFill>
                  <a:schemeClr val="tx2"/>
                </a:solidFill>
                <a:latin typeface="Calibri" pitchFamily="34" charset="0"/>
              </a:defRPr>
            </a:lvl7pPr>
            <a:lvl8pPr marL="1828754" algn="l" rtl="0" eaLnBrk="1" fontAlgn="base" hangingPunct="1">
              <a:spcBef>
                <a:spcPct val="0"/>
              </a:spcBef>
              <a:spcAft>
                <a:spcPct val="0"/>
              </a:spcAft>
              <a:defRPr sz="6667">
                <a:solidFill>
                  <a:schemeClr val="tx2"/>
                </a:solidFill>
                <a:latin typeface="Calibri" pitchFamily="34" charset="0"/>
              </a:defRPr>
            </a:lvl8pPr>
            <a:lvl9pPr marL="2438339" algn="l" rtl="0" eaLnBrk="1" fontAlgn="base" hangingPunct="1">
              <a:spcBef>
                <a:spcPct val="0"/>
              </a:spcBef>
              <a:spcAft>
                <a:spcPct val="0"/>
              </a:spcAft>
              <a:defRPr sz="6667">
                <a:solidFill>
                  <a:schemeClr val="tx2"/>
                </a:solidFill>
                <a:latin typeface="Calibri" pitchFamily="34" charset="0"/>
              </a:defRPr>
            </a:lvl9pPr>
          </a:lstStyle>
          <a:p>
            <a:pPr algn="ctr"/>
            <a:r>
              <a:rPr lang="en-US" sz="3600" b="1" dirty="0">
                <a:solidFill>
                  <a:schemeClr val="accent6">
                    <a:lumMod val="75000"/>
                  </a:schemeClr>
                </a:solidFill>
                <a:latin typeface="Arial" pitchFamily="34" charset="0"/>
                <a:cs typeface="Arial" pitchFamily="34" charset="0"/>
              </a:rPr>
              <a:t>Significance of </a:t>
            </a:r>
            <a:r>
              <a:rPr lang="en-US" sz="3600" b="1" dirty="0" err="1">
                <a:solidFill>
                  <a:schemeClr val="accent6">
                    <a:lumMod val="75000"/>
                  </a:schemeClr>
                </a:solidFill>
                <a:latin typeface="Arial" pitchFamily="34" charset="0"/>
                <a:cs typeface="Arial" pitchFamily="34" charset="0"/>
              </a:rPr>
              <a:t>Focii</a:t>
            </a:r>
            <a:endParaRPr lang="en-IN" sz="3600" b="1" dirty="0">
              <a:solidFill>
                <a:srgbClr val="0070C0"/>
              </a:solidFill>
              <a:latin typeface="Arial" pitchFamily="34" charset="0"/>
              <a:cs typeface="Arial" pitchFamily="34" charset="0"/>
            </a:endParaRPr>
          </a:p>
        </p:txBody>
      </p:sp>
      <p:sp>
        <p:nvSpPr>
          <p:cNvPr id="4" name="Rectangle 3"/>
          <p:cNvSpPr/>
          <p:nvPr/>
        </p:nvSpPr>
        <p:spPr>
          <a:xfrm>
            <a:off x="1848254" y="4361049"/>
            <a:ext cx="9494195" cy="1287532"/>
          </a:xfrm>
          <a:prstGeom prst="rect">
            <a:avLst/>
          </a:prstGeom>
        </p:spPr>
        <p:txBody>
          <a:bodyPr wrap="square">
            <a:spAutoFit/>
          </a:bodyPr>
          <a:lstStyle/>
          <a:p>
            <a:pPr algn="just">
              <a:lnSpc>
                <a:spcPct val="150000"/>
              </a:lnSpc>
            </a:pPr>
            <a:r>
              <a:rPr lang="en-US" dirty="0">
                <a:solidFill>
                  <a:schemeClr val="bg1"/>
                </a:solidFill>
                <a:latin typeface="Arial" panose="020B0604020202020204" pitchFamily="34" charset="0"/>
                <a:cs typeface="Arial" panose="020B0604020202020204" pitchFamily="34" charset="0"/>
              </a:rPr>
              <a:t>The foci (plural of focus) of an ellipse are two special reference points located along its major axis. Their fundamental mathematical significance is that the </a:t>
            </a:r>
            <a:r>
              <a:rPr lang="en-US" b="1" dirty="0">
                <a:solidFill>
                  <a:schemeClr val="bg1"/>
                </a:solidFill>
                <a:latin typeface="Arial" panose="020B0604020202020204" pitchFamily="34" charset="0"/>
                <a:cs typeface="Arial" panose="020B0604020202020204" pitchFamily="34" charset="0"/>
              </a:rPr>
              <a:t>sum of the distances</a:t>
            </a:r>
            <a:r>
              <a:rPr lang="en-US" dirty="0">
                <a:solidFill>
                  <a:schemeClr val="bg1"/>
                </a:solidFill>
                <a:latin typeface="Arial" panose="020B0604020202020204" pitchFamily="34" charset="0"/>
                <a:cs typeface="Arial" panose="020B0604020202020204" pitchFamily="34" charset="0"/>
              </a:rPr>
              <a:t> from these two points to any single point on the edge of the ellipse is always a constant </a:t>
            </a:r>
            <a:endParaRPr lang="en-IN" dirty="0">
              <a:solidFill>
                <a:schemeClr val="bg1"/>
              </a:solidFill>
              <a:latin typeface="Arial" panose="020B0604020202020204" pitchFamily="34" charset="0"/>
              <a:cs typeface="Arial" panose="020B0604020202020204" pitchFamily="34" charset="0"/>
            </a:endParaRPr>
          </a:p>
        </p:txBody>
      </p:sp>
      <p:sp>
        <p:nvSpPr>
          <p:cNvPr id="6" name="Rectangle 5"/>
          <p:cNvSpPr/>
          <p:nvPr/>
        </p:nvSpPr>
        <p:spPr>
          <a:xfrm>
            <a:off x="8641011" y="6362846"/>
            <a:ext cx="3526928" cy="307777"/>
          </a:xfrm>
          <a:prstGeom prst="rect">
            <a:avLst/>
          </a:prstGeom>
        </p:spPr>
        <p:txBody>
          <a:bodyPr wrap="none">
            <a:spAutoFit/>
          </a:bodyPr>
          <a:lstStyle/>
          <a:p>
            <a:r>
              <a:rPr lang="en-IN" sz="1400" dirty="0">
                <a:latin typeface="Arial" panose="020B0604020202020204" pitchFamily="34" charset="0"/>
                <a:cs typeface="Arial" panose="020B0604020202020204" pitchFamily="34" charset="0"/>
                <a:hlinkClick r:id="rId3"/>
              </a:rPr>
              <a:t>https://byjus.com/maths/foci-of-an-ellipse/</a:t>
            </a:r>
            <a:r>
              <a:rPr lang="en-IN" sz="1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5637038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C9D1DD0-8C2D-32E7-FCF6-41D683E9A9BF}"/>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EEB861B8-77E4-EA20-A926-0D469141FF01}"/>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latin typeface="Arial" pitchFamily="34" charset="0"/>
                <a:cs typeface="Arial" pitchFamily="34" charset="0"/>
              </a:rPr>
              <a:t>Some Essential Background</a:t>
            </a:r>
            <a:endParaRPr lang="en-IN" sz="3600" dirty="0">
              <a:solidFill>
                <a:srgbClr val="0070C0"/>
              </a:solidFill>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6F88EC1-CB12-0688-F7A7-99A8385D0E7B}"/>
                  </a:ext>
                </a:extLst>
              </p:cNvPr>
              <p:cNvSpPr txBox="1"/>
              <p:nvPr/>
            </p:nvSpPr>
            <p:spPr>
              <a:xfrm>
                <a:off x="374119" y="589235"/>
                <a:ext cx="11118715" cy="6152838"/>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What will happen to the above equations if the center of the ellipse is </a:t>
                </a:r>
                <a:r>
                  <a:rPr lang="en-US" sz="2300" dirty="0">
                    <a:solidFill>
                      <a:srgbClr val="FF0000"/>
                    </a:solidFill>
                    <a:latin typeface="Arial" panose="020B0604020202020204" pitchFamily="34" charset="0"/>
                    <a:cs typeface="Arial" panose="020B0604020202020204" pitchFamily="34" charset="0"/>
                  </a:rPr>
                  <a:t>NOT</a:t>
                </a:r>
                <a:r>
                  <a:rPr lang="en-US" sz="2300" dirty="0">
                    <a:solidFill>
                      <a:schemeClr val="bg1"/>
                    </a:solidFill>
                    <a:latin typeface="Arial" panose="020B0604020202020204" pitchFamily="34" charset="0"/>
                    <a:cs typeface="Arial" panose="020B0604020202020204" pitchFamily="34" charset="0"/>
                  </a:rPr>
                  <a:t> at the origin (0, 0)?</a:t>
                </a:r>
              </a:p>
              <a:p>
                <a:pPr marL="285750" indent="-28575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Let the center be at </a:t>
                </a:r>
                <a:r>
                  <a:rPr lang="en-US" sz="2300" b="1" dirty="0">
                    <a:solidFill>
                      <a:schemeClr val="bg1"/>
                    </a:solidFill>
                    <a:latin typeface="Arial" panose="020B0604020202020204" pitchFamily="34" charset="0"/>
                    <a:cs typeface="Arial" panose="020B0604020202020204" pitchFamily="34" charset="0"/>
                  </a:rPr>
                  <a:t>μ</a:t>
                </a:r>
                <a:r>
                  <a:rPr lang="en-US" sz="2300" dirty="0">
                    <a:solidFill>
                      <a:schemeClr val="bg1"/>
                    </a:solidFill>
                    <a:latin typeface="Arial" panose="020B0604020202020204" pitchFamily="34" charset="0"/>
                    <a:cs typeface="Arial" panose="020B0604020202020204" pitchFamily="34" charset="0"/>
                  </a:rPr>
                  <a:t> = [µ</a:t>
                </a:r>
                <a:r>
                  <a:rPr lang="en-US" sz="2300" baseline="-25000" dirty="0">
                    <a:solidFill>
                      <a:schemeClr val="bg1"/>
                    </a:solidFill>
                    <a:latin typeface="Arial" panose="020B0604020202020204" pitchFamily="34" charset="0"/>
                    <a:cs typeface="Arial" panose="020B0604020202020204" pitchFamily="34" charset="0"/>
                  </a:rPr>
                  <a:t>1</a:t>
                </a:r>
                <a:r>
                  <a:rPr lang="en-US" sz="2300" dirty="0">
                    <a:solidFill>
                      <a:schemeClr val="bg1"/>
                    </a:solidFill>
                    <a:latin typeface="Arial" panose="020B0604020202020204" pitchFamily="34" charset="0"/>
                    <a:cs typeface="Arial" panose="020B0604020202020204" pitchFamily="34" charset="0"/>
                  </a:rPr>
                  <a:t> µ</a:t>
                </a:r>
                <a:r>
                  <a:rPr lang="en-US" sz="2300" baseline="-25000" dirty="0">
                    <a:solidFill>
                      <a:schemeClr val="bg1"/>
                    </a:solidFill>
                    <a:latin typeface="Arial" panose="020B0604020202020204" pitchFamily="34" charset="0"/>
                    <a:cs typeface="Arial" panose="020B0604020202020204" pitchFamily="34" charset="0"/>
                  </a:rPr>
                  <a:t>2</a:t>
                </a:r>
                <a:r>
                  <a:rPr lang="en-US" sz="2300" dirty="0">
                    <a:solidFill>
                      <a:schemeClr val="bg1"/>
                    </a:solidFill>
                    <a:latin typeface="Arial" panose="020B0604020202020204" pitchFamily="34" charset="0"/>
                    <a:cs typeface="Arial" panose="020B0604020202020204" pitchFamily="34" charset="0"/>
                  </a:rPr>
                  <a:t>] : </a:t>
                </a:r>
                <a:r>
                  <a:rPr lang="en-US" sz="2300" dirty="0">
                    <a:solidFill>
                      <a:srgbClr val="0000FF"/>
                    </a:solidFill>
                    <a:latin typeface="Arial" panose="020B0604020202020204" pitchFamily="34" charset="0"/>
                    <a:cs typeface="Arial" panose="020B0604020202020204" pitchFamily="34" charset="0"/>
                  </a:rPr>
                  <a:t>We center around the mean of </a:t>
                </a:r>
                <a:r>
                  <a:rPr lang="en-US" sz="2300" b="1" dirty="0">
                    <a:solidFill>
                      <a:srgbClr val="0000FF"/>
                    </a:solidFill>
                    <a:latin typeface="Arial" panose="020B0604020202020204" pitchFamily="34" charset="0"/>
                    <a:cs typeface="Arial" panose="020B0604020202020204" pitchFamily="34" charset="0"/>
                  </a:rPr>
                  <a:t>x</a:t>
                </a:r>
                <a:r>
                  <a:rPr lang="en-US" sz="2300" b="1" baseline="-25000" dirty="0">
                    <a:solidFill>
                      <a:srgbClr val="0000FF"/>
                    </a:solidFill>
                    <a:latin typeface="Arial" panose="020B0604020202020204" pitchFamily="34" charset="0"/>
                    <a:cs typeface="Arial" panose="020B0604020202020204" pitchFamily="34" charset="0"/>
                  </a:rPr>
                  <a:t>1</a:t>
                </a:r>
                <a:r>
                  <a:rPr lang="en-US" sz="2300" b="1" dirty="0">
                    <a:solidFill>
                      <a:srgbClr val="0000FF"/>
                    </a:solidFill>
                    <a:latin typeface="Arial" panose="020B0604020202020204" pitchFamily="34" charset="0"/>
                    <a:cs typeface="Arial" panose="020B0604020202020204" pitchFamily="34" charset="0"/>
                  </a:rPr>
                  <a:t> </a:t>
                </a:r>
                <a:r>
                  <a:rPr lang="en-US" sz="2300" dirty="0">
                    <a:solidFill>
                      <a:srgbClr val="0000FF"/>
                    </a:solidFill>
                    <a:latin typeface="Arial" panose="020B0604020202020204" pitchFamily="34" charset="0"/>
                    <a:cs typeface="Arial" panose="020B0604020202020204" pitchFamily="34" charset="0"/>
                  </a:rPr>
                  <a:t>and</a:t>
                </a:r>
                <a:r>
                  <a:rPr lang="en-US" sz="2300" b="1" dirty="0">
                    <a:solidFill>
                      <a:srgbClr val="0000FF"/>
                    </a:solidFill>
                    <a:latin typeface="Arial" panose="020B0604020202020204" pitchFamily="34" charset="0"/>
                    <a:cs typeface="Arial" panose="020B0604020202020204" pitchFamily="34" charset="0"/>
                  </a:rPr>
                  <a:t> x</a:t>
                </a:r>
                <a:r>
                  <a:rPr lang="en-US" sz="2300" b="1" baseline="-25000" dirty="0">
                    <a:solidFill>
                      <a:srgbClr val="0000FF"/>
                    </a:solidFill>
                    <a:latin typeface="Arial" panose="020B0604020202020204" pitchFamily="34" charset="0"/>
                    <a:cs typeface="Arial" panose="020B0604020202020204" pitchFamily="34" charset="0"/>
                  </a:rPr>
                  <a:t>2</a:t>
                </a:r>
                <a:endParaRPr lang="en-US" sz="2300" dirty="0">
                  <a:solidFill>
                    <a:srgbClr val="0000FF"/>
                  </a:solidFill>
                  <a:latin typeface="Arial" panose="020B0604020202020204" pitchFamily="34" charset="0"/>
                  <a:cs typeface="Arial" panose="020B0604020202020204" pitchFamily="34" charset="0"/>
                </a:endParaRPr>
              </a:p>
              <a:p>
                <a:pPr marL="285750" indent="-28575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Then, the transformed variables are</a:t>
                </a:r>
              </a:p>
              <a:p>
                <a:pPr algn="ctr">
                  <a:lnSpc>
                    <a:spcPct val="200000"/>
                  </a:lnSpc>
                  <a:buClr>
                    <a:srgbClr val="0000FF"/>
                  </a:buClr>
                </a:pPr>
                <a14:m>
                  <m:oMathPara xmlns:m="http://schemas.openxmlformats.org/officeDocument/2006/math">
                    <m:oMathParaPr>
                      <m:jc m:val="centerGroup"/>
                    </m:oMathParaPr>
                    <m:oMath xmlns:m="http://schemas.openxmlformats.org/officeDocument/2006/math">
                      <m:f>
                        <m:fPr>
                          <m:ctrlPr>
                            <a:rPr lang="en-IN" sz="23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ctrlPr>
                        </m:fPr>
                        <m:num>
                          <m:sSup>
                            <m:sSupPr>
                              <m:ctrlPr>
                                <a:rPr lang="en-IN" sz="23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ctrlPr>
                            </m:sSupPr>
                            <m:e>
                              <m:d>
                                <m:dPr>
                                  <m:ctrlPr>
                                    <a:rPr lang="en-IN" sz="2300" b="0" i="1" smtClean="0">
                                      <a:solidFill>
                                        <a:schemeClr val="bg1"/>
                                      </a:solidFill>
                                      <a:latin typeface="Cambria Math" panose="02040503050406030204" pitchFamily="18" charset="0"/>
                                      <a:cs typeface="Arial" panose="020B0604020202020204" pitchFamily="34" charset="0"/>
                                    </a:rPr>
                                  </m:ctrlPr>
                                </m:dPr>
                                <m:e>
                                  <m:sSub>
                                    <m:sSubPr>
                                      <m:ctrlPr>
                                        <a:rPr lang="en-IN" sz="2300" b="0" i="1" smtClean="0">
                                          <a:solidFill>
                                            <a:schemeClr val="bg1"/>
                                          </a:solidFill>
                                          <a:latin typeface="Cambria Math" panose="02040503050406030204" pitchFamily="18" charset="0"/>
                                          <a:cs typeface="Arial" panose="020B0604020202020204" pitchFamily="34" charset="0"/>
                                        </a:rPr>
                                      </m:ctrlPr>
                                    </m:sSubPr>
                                    <m:e>
                                      <m:r>
                                        <m:rPr>
                                          <m:sty m:val="p"/>
                                        </m:rPr>
                                        <a:rPr lang="en-IN" sz="2300" b="0" i="0" smtClean="0">
                                          <a:solidFill>
                                            <a:schemeClr val="bg1"/>
                                          </a:solidFill>
                                          <a:latin typeface="Cambria Math" panose="02040503050406030204" pitchFamily="18" charset="0"/>
                                          <a:cs typeface="Arial" panose="020B0604020202020204" pitchFamily="34" charset="0"/>
                                        </a:rPr>
                                        <m:t>x</m:t>
                                      </m:r>
                                    </m:e>
                                    <m:sub>
                                      <m:r>
                                        <a:rPr lang="en-IN" sz="2300" b="0" i="0" smtClean="0">
                                          <a:solidFill>
                                            <a:schemeClr val="bg1"/>
                                          </a:solidFill>
                                          <a:latin typeface="Cambria Math" panose="02040503050406030204" pitchFamily="18" charset="0"/>
                                          <a:cs typeface="Arial" panose="020B0604020202020204" pitchFamily="34" charset="0"/>
                                        </a:rPr>
                                        <m:t>1</m:t>
                                      </m:r>
                                    </m:sub>
                                  </m:sSub>
                                  <m:r>
                                    <a:rPr lang="en-IN" sz="2300" b="0" i="0" smtClean="0">
                                      <a:solidFill>
                                        <a:schemeClr val="bg1"/>
                                      </a:solidFill>
                                      <a:latin typeface="Cambria Math" panose="02040503050406030204" pitchFamily="18" charset="0"/>
                                      <a:cs typeface="Arial" panose="020B0604020202020204" pitchFamily="34" charset="0"/>
                                    </a:rPr>
                                    <m:t>−</m:t>
                                  </m:r>
                                  <m:sSub>
                                    <m:sSubPr>
                                      <m:ctrlPr>
                                        <a:rPr lang="en-IN" sz="23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23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23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1</m:t>
                                      </m:r>
                                    </m:sub>
                                  </m:sSub>
                                </m:e>
                              </m:d>
                            </m:e>
                            <m:sup>
                              <m:r>
                                <a:rPr lang="en-IN" sz="23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p>
                          </m:sSup>
                        </m:num>
                        <m:den>
                          <m:sSub>
                            <m:sSubPr>
                              <m:ctrlPr>
                                <a:rPr lang="en-IN" sz="23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23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σ</m:t>
                              </m:r>
                            </m:e>
                            <m:sub>
                              <m:r>
                                <a:rPr lang="en-IN" sz="23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11</m:t>
                              </m:r>
                            </m:sub>
                          </m:sSub>
                        </m:den>
                      </m:f>
                      <m:r>
                        <a:rPr lang="en-IN" sz="23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f>
                        <m:fPr>
                          <m:ctrlPr>
                            <a:rPr lang="en-IN" sz="23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fPr>
                        <m:num>
                          <m:sSup>
                            <m:sSupPr>
                              <m:ctrlPr>
                                <a:rPr lang="en-IN" sz="23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pPr>
                            <m:e>
                              <m:d>
                                <m:dPr>
                                  <m:ctrlPr>
                                    <a:rPr lang="en-IN" sz="2300" i="1">
                                      <a:solidFill>
                                        <a:schemeClr val="bg1"/>
                                      </a:solidFill>
                                      <a:latin typeface="Cambria Math" panose="02040503050406030204" pitchFamily="18" charset="0"/>
                                      <a:cs typeface="Arial" panose="020B0604020202020204" pitchFamily="34" charset="0"/>
                                    </a:rPr>
                                  </m:ctrlPr>
                                </m:dPr>
                                <m:e>
                                  <m:sSub>
                                    <m:sSubPr>
                                      <m:ctrlPr>
                                        <a:rPr lang="en-IN" sz="2300" i="1">
                                          <a:solidFill>
                                            <a:schemeClr val="bg1"/>
                                          </a:solidFill>
                                          <a:latin typeface="Cambria Math" panose="02040503050406030204" pitchFamily="18" charset="0"/>
                                          <a:cs typeface="Arial" panose="020B0604020202020204" pitchFamily="34" charset="0"/>
                                        </a:rPr>
                                      </m:ctrlPr>
                                    </m:sSubPr>
                                    <m:e>
                                      <m:r>
                                        <m:rPr>
                                          <m:sty m:val="p"/>
                                        </m:rPr>
                                        <a:rPr lang="en-IN" sz="2300" i="0">
                                          <a:solidFill>
                                            <a:schemeClr val="bg1"/>
                                          </a:solidFill>
                                          <a:latin typeface="Cambria Math" panose="02040503050406030204" pitchFamily="18" charset="0"/>
                                          <a:cs typeface="Arial" panose="020B0604020202020204" pitchFamily="34" charset="0"/>
                                        </a:rPr>
                                        <m:t>x</m:t>
                                      </m:r>
                                    </m:e>
                                    <m:sub>
                                      <m:r>
                                        <a:rPr lang="en-IN" sz="2300" b="0" i="0" smtClean="0">
                                          <a:solidFill>
                                            <a:schemeClr val="bg1"/>
                                          </a:solidFill>
                                          <a:latin typeface="Cambria Math" panose="02040503050406030204" pitchFamily="18" charset="0"/>
                                          <a:cs typeface="Arial" panose="020B0604020202020204" pitchFamily="34" charset="0"/>
                                        </a:rPr>
                                        <m:t>2</m:t>
                                      </m:r>
                                    </m:sub>
                                  </m:sSub>
                                  <m:r>
                                    <a:rPr lang="en-IN" sz="2300" i="0">
                                      <a:solidFill>
                                        <a:schemeClr val="bg1"/>
                                      </a:solidFill>
                                      <a:latin typeface="Cambria Math" panose="02040503050406030204" pitchFamily="18" charset="0"/>
                                      <a:cs typeface="Arial" panose="020B0604020202020204" pitchFamily="34" charset="0"/>
                                    </a:rPr>
                                    <m:t>−</m:t>
                                  </m:r>
                                  <m:sSub>
                                    <m:sSubPr>
                                      <m:ctrlPr>
                                        <a:rPr lang="en-IN" sz="23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2300" i="0">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23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b>
                                  </m:sSub>
                                </m:e>
                              </m:d>
                            </m:e>
                            <m:sup>
                              <m:r>
                                <a:rPr lang="en-IN" sz="2300" i="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p>
                          </m:sSup>
                        </m:num>
                        <m:den>
                          <m:sSub>
                            <m:sSubPr>
                              <m:ctrlPr>
                                <a:rPr lang="en-IN" sz="23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2300" i="0">
                                  <a:solidFill>
                                    <a:schemeClr val="bg1"/>
                                  </a:solidFill>
                                  <a:latin typeface="Cambria Math" panose="02040503050406030204" pitchFamily="18" charset="0"/>
                                  <a:ea typeface="Cambria Math" panose="02040503050406030204" pitchFamily="18" charset="0"/>
                                  <a:cs typeface="Arial" panose="020B0604020202020204" pitchFamily="34" charset="0"/>
                                </a:rPr>
                                <m:t>σ</m:t>
                              </m:r>
                            </m:e>
                            <m:sub>
                              <m:r>
                                <a:rPr lang="en-IN" sz="23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22</m:t>
                              </m:r>
                            </m:sub>
                          </m:sSub>
                        </m:den>
                      </m:f>
                      <m:r>
                        <a:rPr lang="en-IN" sz="23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23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IN" sz="23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d</m:t>
                          </m:r>
                        </m:e>
                        <m:sup>
                          <m:r>
                            <a:rPr lang="en-IN" sz="23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p>
                      </m:sSup>
                    </m:oMath>
                  </m:oMathPara>
                </a14:m>
                <a:endParaRPr lang="en-US" sz="2300" dirty="0">
                  <a:solidFill>
                    <a:schemeClr val="bg1"/>
                  </a:solidFill>
                  <a:latin typeface="Arial" panose="020B0604020202020204" pitchFamily="34" charset="0"/>
                  <a:cs typeface="Arial" panose="020B0604020202020204" pitchFamily="34" charset="0"/>
                </a:endParaRPr>
              </a:p>
              <a:p>
                <a:pPr marL="342900" indent="-34290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In matrix notation we have</a:t>
                </a:r>
              </a:p>
              <a:p>
                <a:pPr algn="ctr">
                  <a:lnSpc>
                    <a:spcPct val="200000"/>
                  </a:lnSpc>
                  <a:buClr>
                    <a:srgbClr val="0000FF"/>
                  </a:buClr>
                </a:pPr>
                <a:r>
                  <a:rPr lang="en-IN" sz="2300" b="1" dirty="0">
                    <a:solidFill>
                      <a:schemeClr val="bg1"/>
                    </a:solidFill>
                    <a:cs typeface="Arial" panose="020B0604020202020204" pitchFamily="34" charset="0"/>
                  </a:rPr>
                  <a:t>          </a:t>
                </a:r>
                <a14:m>
                  <m:oMath xmlns:m="http://schemas.openxmlformats.org/officeDocument/2006/math">
                    <m:r>
                      <a:rPr lang="en-IN" sz="3200" b="1" i="0" smtClean="0">
                        <a:solidFill>
                          <a:schemeClr val="accent6">
                            <a:lumMod val="75000"/>
                          </a:schemeClr>
                        </a:solidFill>
                        <a:latin typeface="Cambria Math" panose="02040503050406030204" pitchFamily="18" charset="0"/>
                        <a:cs typeface="Arial" panose="020B0604020202020204" pitchFamily="34" charset="0"/>
                      </a:rPr>
                      <m:t>(</m:t>
                    </m:r>
                    <m:r>
                      <a:rPr lang="en-IN" sz="3200" b="1" i="0" smtClean="0">
                        <a:solidFill>
                          <a:schemeClr val="accent6">
                            <a:lumMod val="75000"/>
                          </a:schemeClr>
                        </a:solidFill>
                        <a:latin typeface="Cambria Math" panose="02040503050406030204" pitchFamily="18" charset="0"/>
                        <a:cs typeface="Arial" panose="020B0604020202020204" pitchFamily="34" charset="0"/>
                      </a:rPr>
                      <m:t>𝐱</m:t>
                    </m:r>
                    <m:r>
                      <a:rPr lang="en-IN" sz="3200" b="1" i="0" smtClean="0">
                        <a:solidFill>
                          <a:schemeClr val="accent6">
                            <a:lumMod val="75000"/>
                          </a:schemeClr>
                        </a:solidFill>
                        <a:latin typeface="Cambria Math" panose="02040503050406030204" pitchFamily="18" charset="0"/>
                        <a:cs typeface="Arial" panose="020B0604020202020204" pitchFamily="34" charset="0"/>
                      </a:rPr>
                      <m:t>−</m:t>
                    </m:r>
                    <m:r>
                      <a:rPr lang="en-IN" sz="3200" b="1" i="0" smtClean="0">
                        <a:solidFill>
                          <a:schemeClr val="accent6">
                            <a:lumMod val="75000"/>
                          </a:schemeClr>
                        </a:solidFill>
                        <a:latin typeface="Cambria Math" panose="02040503050406030204" pitchFamily="18" charset="0"/>
                        <a:ea typeface="Cambria Math" panose="02040503050406030204" pitchFamily="18" charset="0"/>
                        <a:cs typeface="Arial" panose="020B0604020202020204" pitchFamily="34" charset="0"/>
                      </a:rPr>
                      <m:t>𝛍</m:t>
                    </m:r>
                    <m:r>
                      <a:rPr lang="en-IN" sz="3200" b="1" i="0" smtClean="0">
                        <a:solidFill>
                          <a:schemeClr val="accent6">
                            <a:lumMod val="75000"/>
                          </a:schemeClr>
                        </a:solidFill>
                        <a:latin typeface="Cambria Math" panose="02040503050406030204" pitchFamily="18" charset="0"/>
                        <a:ea typeface="Cambria Math" panose="02040503050406030204" pitchFamily="18" charset="0"/>
                        <a:cs typeface="Arial" panose="020B0604020202020204" pitchFamily="34" charset="0"/>
                      </a:rPr>
                      <m:t>)′</m:t>
                    </m:r>
                    <m:r>
                      <a:rPr lang="en-IN" sz="3200" b="1" i="1" dirty="0" smtClean="0">
                        <a:solidFill>
                          <a:schemeClr val="accent6">
                            <a:lumMod val="75000"/>
                          </a:schemeClr>
                        </a:solidFill>
                        <a:latin typeface="Cambria Math" panose="02040503050406030204" pitchFamily="18" charset="0"/>
                        <a:cs typeface="Arial" panose="020B0604020202020204" pitchFamily="34" charset="0"/>
                        <a:sym typeface="Symbol" panose="05050102010706020507" pitchFamily="18" charset="2"/>
                      </a:rPr>
                      <m:t></m:t>
                    </m:r>
                  </m:oMath>
                </a14:m>
                <a:r>
                  <a:rPr lang="en-US" sz="3200" b="1" baseline="30000" dirty="0">
                    <a:solidFill>
                      <a:schemeClr val="accent6">
                        <a:lumMod val="75000"/>
                      </a:schemeClr>
                    </a:solidFill>
                    <a:latin typeface="Arial" panose="020B0604020202020204" pitchFamily="34" charset="0"/>
                    <a:cs typeface="Arial" panose="020B0604020202020204" pitchFamily="34" charset="0"/>
                  </a:rPr>
                  <a:t>-1</a:t>
                </a:r>
                <a14:m>
                  <m:oMath xmlns:m="http://schemas.openxmlformats.org/officeDocument/2006/math">
                    <m:d>
                      <m:dPr>
                        <m:ctrlPr>
                          <a:rPr lang="en-IN" sz="3200" b="1" i="1">
                            <a:solidFill>
                              <a:schemeClr val="accent6">
                                <a:lumMod val="75000"/>
                              </a:schemeClr>
                            </a:solidFill>
                            <a:latin typeface="Cambria Math" panose="02040503050406030204" pitchFamily="18" charset="0"/>
                            <a:cs typeface="Arial" panose="020B0604020202020204" pitchFamily="34" charset="0"/>
                          </a:rPr>
                        </m:ctrlPr>
                      </m:dPr>
                      <m:e>
                        <m:r>
                          <a:rPr lang="en-IN" sz="3200" b="1">
                            <a:solidFill>
                              <a:schemeClr val="accent6">
                                <a:lumMod val="75000"/>
                              </a:schemeClr>
                            </a:solidFill>
                            <a:latin typeface="Cambria Math" panose="02040503050406030204" pitchFamily="18" charset="0"/>
                            <a:cs typeface="Arial" panose="020B0604020202020204" pitchFamily="34" charset="0"/>
                          </a:rPr>
                          <m:t>𝐱</m:t>
                        </m:r>
                        <m:r>
                          <a:rPr lang="en-IN" sz="3200" b="1">
                            <a:solidFill>
                              <a:schemeClr val="accent6">
                                <a:lumMod val="75000"/>
                              </a:schemeClr>
                            </a:solidFill>
                            <a:latin typeface="Cambria Math" panose="02040503050406030204" pitchFamily="18" charset="0"/>
                            <a:cs typeface="Arial" panose="020B0604020202020204" pitchFamily="34" charset="0"/>
                          </a:rPr>
                          <m:t>−</m:t>
                        </m:r>
                        <m:r>
                          <a:rPr lang="en-IN" sz="3200" b="1">
                            <a:solidFill>
                              <a:schemeClr val="accent6">
                                <a:lumMod val="75000"/>
                              </a:schemeClr>
                            </a:solidFill>
                            <a:latin typeface="Cambria Math" panose="02040503050406030204" pitchFamily="18" charset="0"/>
                            <a:ea typeface="Cambria Math" panose="02040503050406030204" pitchFamily="18" charset="0"/>
                            <a:cs typeface="Arial" panose="020B0604020202020204" pitchFamily="34" charset="0"/>
                          </a:rPr>
                          <m:t>𝛍</m:t>
                        </m:r>
                      </m:e>
                    </m:d>
                    <m:r>
                      <a:rPr lang="en-IN" sz="3200" b="0" i="0" smtClean="0">
                        <a:solidFill>
                          <a:schemeClr val="accent6">
                            <a:lumMod val="75000"/>
                          </a:schemeClr>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3200" b="0" i="1" smtClean="0">
                            <a:solidFill>
                              <a:srgbClr val="FF00FF"/>
                            </a:solidFill>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IN" sz="3200" b="0" i="0" smtClean="0">
                            <a:solidFill>
                              <a:srgbClr val="FF00FF"/>
                            </a:solidFill>
                            <a:latin typeface="Cambria Math" panose="02040503050406030204" pitchFamily="18" charset="0"/>
                            <a:ea typeface="Cambria Math" panose="02040503050406030204" pitchFamily="18" charset="0"/>
                            <a:cs typeface="Arial" panose="020B0604020202020204" pitchFamily="34" charset="0"/>
                          </a:rPr>
                          <m:t>d</m:t>
                        </m:r>
                      </m:e>
                      <m:sup>
                        <m:r>
                          <a:rPr lang="en-IN" sz="3200" b="0" i="0" smtClean="0">
                            <a:solidFill>
                              <a:srgbClr val="FF00FF"/>
                            </a:solidFill>
                            <a:latin typeface="Cambria Math" panose="02040503050406030204" pitchFamily="18" charset="0"/>
                            <a:ea typeface="Cambria Math" panose="02040503050406030204" pitchFamily="18" charset="0"/>
                            <a:cs typeface="Arial" panose="020B0604020202020204" pitchFamily="34" charset="0"/>
                          </a:rPr>
                          <m:t>2</m:t>
                        </m:r>
                      </m:sup>
                    </m:sSup>
                  </m:oMath>
                </a14:m>
                <a:endParaRPr lang="en-US" sz="3200" dirty="0">
                  <a:solidFill>
                    <a:schemeClr val="bg1"/>
                  </a:solidFill>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E6F88EC1-CB12-0688-F7A7-99A8385D0E7B}"/>
                  </a:ext>
                </a:extLst>
              </p:cNvPr>
              <p:cNvSpPr txBox="1">
                <a:spLocks noRot="1" noChangeAspect="1" noMove="1" noResize="1" noEditPoints="1" noAdjustHandles="1" noChangeArrowheads="1" noChangeShapeType="1" noTextEdit="1"/>
              </p:cNvSpPr>
              <p:nvPr/>
            </p:nvSpPr>
            <p:spPr>
              <a:xfrm>
                <a:off x="374119" y="589235"/>
                <a:ext cx="11118715" cy="6152838"/>
              </a:xfrm>
              <a:prstGeom prst="rect">
                <a:avLst/>
              </a:prstGeom>
              <a:blipFill>
                <a:blip r:embed="rId3"/>
                <a:stretch>
                  <a:fillRect l="-658" r="-82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9679843" y="4149335"/>
                <a:ext cx="2277374" cy="683970"/>
              </a:xfrm>
              <a:prstGeom prst="rect">
                <a:avLst/>
              </a:prstGeom>
              <a:noFill/>
            </p:spPr>
            <p:txBody>
              <a:bodyPr wrap="square" lIns="0" tIns="0" rIns="0" bIns="0" rtlCol="0">
                <a:spAutoFit/>
              </a:bodyPr>
              <a:lstStyle/>
              <a:p>
                <a14:m>
                  <m:oMath xmlns:m="http://schemas.openxmlformats.org/officeDocument/2006/math">
                    <m:r>
                      <a:rPr lang="en-IN" sz="2400" b="1" i="1" dirty="0">
                        <a:solidFill>
                          <a:schemeClr val="accent6">
                            <a:lumMod val="75000"/>
                          </a:schemeClr>
                        </a:solidFill>
                        <a:latin typeface="Cambria Math" panose="02040503050406030204" pitchFamily="18" charset="0"/>
                        <a:cs typeface="Arial" panose="020B0604020202020204" pitchFamily="34" charset="0"/>
                        <a:sym typeface="Symbol" panose="05050102010706020507" pitchFamily="18" charset="2"/>
                      </a:rPr>
                      <m:t></m:t>
                    </m:r>
                  </m:oMath>
                </a14:m>
                <a:r>
                  <a:rPr lang="en-IN" sz="2400" b="1" dirty="0">
                    <a:solidFill>
                      <a:schemeClr val="bg1"/>
                    </a:solidFill>
                    <a:latin typeface="Arial" panose="020B0604020202020204" pitchFamily="34" charset="0"/>
                    <a:cs typeface="Arial" panose="020B0604020202020204" pitchFamily="34" charset="0"/>
                    <a:sym typeface="Symbol" panose="05050102010706020507" pitchFamily="18" charset="2"/>
                  </a:rPr>
                  <a:t> </a:t>
                </a:r>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 </a:t>
                </a:r>
                <a14:m>
                  <m:oMath xmlns:m="http://schemas.openxmlformats.org/officeDocument/2006/math">
                    <m:d>
                      <m:dPr>
                        <m:begChr m:val="["/>
                        <m:endChr m:val="]"/>
                        <m:ctrlPr>
                          <a:rPr lang="en-IN" sz="2400" i="1" smtClean="0">
                            <a:solidFill>
                              <a:schemeClr val="bg1"/>
                            </a:solidFill>
                            <a:latin typeface="Cambria Math" panose="02040503050406030204" pitchFamily="18" charset="0"/>
                          </a:rPr>
                        </m:ctrlPr>
                      </m:dPr>
                      <m:e>
                        <m:m>
                          <m:mPr>
                            <m:mcs>
                              <m:mc>
                                <m:mcPr>
                                  <m:count m:val="2"/>
                                  <m:mcJc m:val="center"/>
                                </m:mcPr>
                              </m:mc>
                            </m:mcs>
                            <m:ctrlPr>
                              <a:rPr lang="en-IN" sz="2400" i="1" smtClean="0">
                                <a:solidFill>
                                  <a:schemeClr val="bg1"/>
                                </a:solidFill>
                                <a:latin typeface="Cambria Math" panose="02040503050406030204" pitchFamily="18" charset="0"/>
                              </a:rPr>
                            </m:ctrlPr>
                          </m:mPr>
                          <m:mr>
                            <m:e>
                              <m:sSub>
                                <m:sSubPr>
                                  <m:ctrlPr>
                                    <a:rPr lang="en-IN" sz="2400" b="0" i="1" smtClean="0">
                                      <a:solidFill>
                                        <a:schemeClr val="bg1"/>
                                      </a:solidFill>
                                      <a:latin typeface="Cambria Math" panose="02040503050406030204" pitchFamily="18" charset="0"/>
                                      <a:sym typeface="Symbol" panose="05050102010706020507" pitchFamily="18" charset="2"/>
                                    </a:rPr>
                                  </m:ctrlPr>
                                </m:sSubPr>
                                <m:e>
                                  <m:r>
                                    <a:rPr lang="en-IN" sz="2400" b="0" i="1" smtClean="0">
                                      <a:solidFill>
                                        <a:schemeClr val="bg1"/>
                                      </a:solidFill>
                                      <a:latin typeface="Cambria Math" panose="02040503050406030204" pitchFamily="18" charset="0"/>
                                      <a:sym typeface="Symbol" panose="05050102010706020507" pitchFamily="18" charset="2"/>
                                    </a:rPr>
                                    <m:t></m:t>
                                  </m:r>
                                </m:e>
                                <m:sub>
                                  <m:r>
                                    <a:rPr lang="en-IN" sz="2400" b="0" i="1" smtClean="0">
                                      <a:solidFill>
                                        <a:schemeClr val="bg1"/>
                                      </a:solidFill>
                                      <a:latin typeface="Cambria Math" panose="02040503050406030204" pitchFamily="18" charset="0"/>
                                      <a:sym typeface="Symbol" panose="05050102010706020507" pitchFamily="18" charset="2"/>
                                    </a:rPr>
                                    <m:t>11</m:t>
                                  </m:r>
                                </m:sub>
                              </m:sSub>
                            </m:e>
                            <m:e>
                              <m:r>
                                <a:rPr lang="en-IN" sz="2400" b="0" i="1" smtClean="0">
                                  <a:solidFill>
                                    <a:schemeClr val="bg1"/>
                                  </a:solidFill>
                                  <a:latin typeface="Cambria Math" panose="02040503050406030204" pitchFamily="18" charset="0"/>
                                </a:rPr>
                                <m:t>0</m:t>
                              </m:r>
                            </m:e>
                          </m:mr>
                          <m:mr>
                            <m:e>
                              <m:r>
                                <a:rPr lang="en-IN" sz="2400" b="0" i="1" smtClean="0">
                                  <a:solidFill>
                                    <a:schemeClr val="bg1"/>
                                  </a:solidFill>
                                  <a:latin typeface="Cambria Math" panose="02040503050406030204" pitchFamily="18" charset="0"/>
                                </a:rPr>
                                <m:t>0</m:t>
                              </m:r>
                            </m:e>
                            <m:e>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b="0" i="1" smtClean="0">
                                      <a:solidFill>
                                        <a:schemeClr val="bg1"/>
                                      </a:solidFill>
                                      <a:latin typeface="Cambria Math" panose="02040503050406030204" pitchFamily="18" charset="0"/>
                                      <a:sym typeface="Symbol" panose="05050102010706020507" pitchFamily="18" charset="2"/>
                                    </a:rPr>
                                    <m:t>22</m:t>
                                  </m:r>
                                </m:sub>
                              </m:sSub>
                            </m:e>
                          </m:mr>
                        </m:m>
                      </m:e>
                    </m:d>
                  </m:oMath>
                </a14:m>
                <a:endParaRPr lang="en-IN" sz="2400" dirty="0">
                  <a:solidFill>
                    <a:schemeClr val="bg1"/>
                  </a:solidFill>
                  <a:latin typeface="Arial" panose="020B0604020202020204" pitchFamily="34" charset="0"/>
                  <a:cs typeface="Arial" panose="020B0604020202020204" pitchFamily="34"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9679843" y="4149335"/>
                <a:ext cx="2277374" cy="683970"/>
              </a:xfrm>
              <a:prstGeom prst="rect">
                <a:avLst/>
              </a:prstGeom>
              <a:blipFill>
                <a:blip r:embed="rId4"/>
                <a:stretch>
                  <a:fillRect b="-35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9910339" y="5359613"/>
                <a:ext cx="2277374" cy="615810"/>
              </a:xfrm>
              <a:prstGeom prst="rect">
                <a:avLst/>
              </a:prstGeom>
              <a:noFill/>
            </p:spPr>
            <p:txBody>
              <a:bodyPr wrap="square" lIns="0" tIns="0" rIns="0" bIns="0" rtlCol="0">
                <a:spAutoFit/>
              </a:bodyPr>
              <a:lstStyle/>
              <a:p>
                <a14:m>
                  <m:oMath xmlns:m="http://schemas.openxmlformats.org/officeDocument/2006/math">
                    <m:r>
                      <a:rPr lang="en-IN" sz="2400" b="1" i="1" dirty="0">
                        <a:solidFill>
                          <a:schemeClr val="accent6">
                            <a:lumMod val="75000"/>
                          </a:schemeClr>
                        </a:solidFill>
                        <a:latin typeface="Cambria Math" panose="02040503050406030204" pitchFamily="18" charset="0"/>
                        <a:cs typeface="Arial" panose="020B0604020202020204" pitchFamily="34" charset="0"/>
                        <a:sym typeface="Symbol" panose="05050102010706020507" pitchFamily="18" charset="2"/>
                      </a:rPr>
                      <m:t></m:t>
                    </m:r>
                  </m:oMath>
                </a14:m>
                <a:r>
                  <a:rPr lang="en-IN" sz="2400" b="1" dirty="0">
                    <a:solidFill>
                      <a:schemeClr val="bg1"/>
                    </a:solidFill>
                    <a:latin typeface="Arial" panose="020B0604020202020204" pitchFamily="34" charset="0"/>
                    <a:cs typeface="Arial" panose="020B0604020202020204" pitchFamily="34" charset="0"/>
                    <a:sym typeface="Symbol" panose="05050102010706020507" pitchFamily="18" charset="2"/>
                  </a:rPr>
                  <a:t> </a:t>
                </a:r>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 </a:t>
                </a:r>
                <a14:m>
                  <m:oMath xmlns:m="http://schemas.openxmlformats.org/officeDocument/2006/math">
                    <m:d>
                      <m:dPr>
                        <m:begChr m:val="["/>
                        <m:endChr m:val="]"/>
                        <m:ctrlPr>
                          <a:rPr lang="en-IN" sz="2400" i="1" smtClean="0">
                            <a:solidFill>
                              <a:schemeClr val="bg1"/>
                            </a:solidFill>
                            <a:latin typeface="Cambria Math" panose="02040503050406030204" pitchFamily="18" charset="0"/>
                          </a:rPr>
                        </m:ctrlPr>
                      </m:dPr>
                      <m:e>
                        <m:m>
                          <m:mPr>
                            <m:mcs>
                              <m:mc>
                                <m:mcPr>
                                  <m:count m:val="2"/>
                                  <m:mcJc m:val="center"/>
                                </m:mcPr>
                              </m:mc>
                            </m:mcs>
                            <m:ctrlPr>
                              <a:rPr lang="en-IN" sz="2400" i="1" smtClean="0">
                                <a:solidFill>
                                  <a:schemeClr val="bg1"/>
                                </a:solidFill>
                                <a:latin typeface="Cambria Math" panose="02040503050406030204" pitchFamily="18" charset="0"/>
                              </a:rPr>
                            </m:ctrlPr>
                          </m:mPr>
                          <m:mr>
                            <m:e>
                              <m:r>
                                <a:rPr lang="en-IN" sz="2400" b="0" i="1" smtClean="0">
                                  <a:solidFill>
                                    <a:schemeClr val="bg1"/>
                                  </a:solidFill>
                                  <a:latin typeface="Cambria Math" panose="02040503050406030204" pitchFamily="18" charset="0"/>
                                  <a:sym typeface="Symbol" panose="05050102010706020507" pitchFamily="18" charset="2"/>
                                </a:rPr>
                                <m:t>2</m:t>
                              </m:r>
                            </m:e>
                            <m:e>
                              <m:r>
                                <a:rPr lang="en-IN" sz="2400" b="0" i="1" smtClean="0">
                                  <a:solidFill>
                                    <a:schemeClr val="bg1"/>
                                  </a:solidFill>
                                  <a:latin typeface="Cambria Math" panose="02040503050406030204" pitchFamily="18" charset="0"/>
                                </a:rPr>
                                <m:t>0</m:t>
                              </m:r>
                            </m:e>
                          </m:mr>
                          <m:mr>
                            <m:e>
                              <m:r>
                                <a:rPr lang="en-IN" sz="2400" b="0" i="1" smtClean="0">
                                  <a:solidFill>
                                    <a:schemeClr val="bg1"/>
                                  </a:solidFill>
                                  <a:latin typeface="Cambria Math" panose="02040503050406030204" pitchFamily="18" charset="0"/>
                                </a:rPr>
                                <m:t>0</m:t>
                              </m:r>
                            </m:e>
                            <m:e>
                              <m:r>
                                <a:rPr lang="en-IN" sz="2400" i="1" smtClean="0">
                                  <a:solidFill>
                                    <a:schemeClr val="bg1"/>
                                  </a:solidFill>
                                  <a:latin typeface="Cambria Math" panose="02040503050406030204" pitchFamily="18" charset="0"/>
                                  <a:sym typeface="Symbol" panose="05050102010706020507" pitchFamily="18" charset="2"/>
                                </a:rPr>
                                <m:t>4</m:t>
                              </m:r>
                            </m:e>
                          </m:mr>
                        </m:m>
                      </m:e>
                    </m:d>
                  </m:oMath>
                </a14:m>
                <a:endParaRPr lang="en-IN" sz="2400" dirty="0">
                  <a:solidFill>
                    <a:schemeClr val="bg1"/>
                  </a:solidFill>
                  <a:latin typeface="Arial" panose="020B0604020202020204" pitchFamily="34" charset="0"/>
                  <a:cs typeface="Arial" panose="020B0604020202020204" pitchFamily="34"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9910339" y="5359613"/>
                <a:ext cx="2277374" cy="615810"/>
              </a:xfrm>
              <a:prstGeom prst="rect">
                <a:avLst/>
              </a:prstGeom>
              <a:blipFill>
                <a:blip r:embed="rId5"/>
                <a:stretch>
                  <a:fillRect b="-9901"/>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959A10CA-6A14-A2C1-019D-8929736FE98A}"/>
                  </a:ext>
                </a:extLst>
              </p14:cNvPr>
              <p14:cNvContentPartPr/>
              <p14:nvPr/>
            </p14:nvContentPartPr>
            <p14:xfrm>
              <a:off x="10237478" y="2020176"/>
              <a:ext cx="76320" cy="1825200"/>
            </p14:xfrm>
          </p:contentPart>
        </mc:Choice>
        <mc:Fallback xmlns="">
          <p:pic>
            <p:nvPicPr>
              <p:cNvPr id="2" name="Ink 1">
                <a:extLst>
                  <a:ext uri="{FF2B5EF4-FFF2-40B4-BE49-F238E27FC236}">
                    <a16:creationId xmlns:a16="http://schemas.microsoft.com/office/drawing/2014/main" id="{959A10CA-6A14-A2C1-019D-8929736FE98A}"/>
                  </a:ext>
                </a:extLst>
              </p:cNvPr>
              <p:cNvPicPr/>
              <p:nvPr/>
            </p:nvPicPr>
            <p:blipFill>
              <a:blip r:embed="rId7"/>
              <a:stretch>
                <a:fillRect/>
              </a:stretch>
            </p:blipFill>
            <p:spPr>
              <a:xfrm>
                <a:off x="10231358" y="2014056"/>
                <a:ext cx="88560" cy="1837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 name="Ink 2">
                <a:extLst>
                  <a:ext uri="{FF2B5EF4-FFF2-40B4-BE49-F238E27FC236}">
                    <a16:creationId xmlns:a16="http://schemas.microsoft.com/office/drawing/2014/main" id="{4DB23408-83F7-FCCD-31ED-42C4FA10BE9B}"/>
                  </a:ext>
                </a:extLst>
              </p14:cNvPr>
              <p14:cNvContentPartPr/>
              <p14:nvPr/>
            </p14:nvContentPartPr>
            <p14:xfrm>
              <a:off x="9224438" y="3170376"/>
              <a:ext cx="2769840" cy="203760"/>
            </p14:xfrm>
          </p:contentPart>
        </mc:Choice>
        <mc:Fallback xmlns="">
          <p:pic>
            <p:nvPicPr>
              <p:cNvPr id="3" name="Ink 2">
                <a:extLst>
                  <a:ext uri="{FF2B5EF4-FFF2-40B4-BE49-F238E27FC236}">
                    <a16:creationId xmlns:a16="http://schemas.microsoft.com/office/drawing/2014/main" id="{4DB23408-83F7-FCCD-31ED-42C4FA10BE9B}"/>
                  </a:ext>
                </a:extLst>
              </p:cNvPr>
              <p:cNvPicPr/>
              <p:nvPr/>
            </p:nvPicPr>
            <p:blipFill>
              <a:blip r:embed="rId9"/>
              <a:stretch>
                <a:fillRect/>
              </a:stretch>
            </p:blipFill>
            <p:spPr>
              <a:xfrm>
                <a:off x="9218318" y="3164256"/>
                <a:ext cx="27820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F6F3C467-BE3D-38EE-17B7-D89D128F6B3D}"/>
                  </a:ext>
                </a:extLst>
              </p14:cNvPr>
              <p14:cNvContentPartPr/>
              <p14:nvPr/>
            </p14:nvContentPartPr>
            <p14:xfrm>
              <a:off x="10372838" y="2718216"/>
              <a:ext cx="32760" cy="75960"/>
            </p14:xfrm>
          </p:contentPart>
        </mc:Choice>
        <mc:Fallback xmlns="">
          <p:pic>
            <p:nvPicPr>
              <p:cNvPr id="23" name="Ink 22">
                <a:extLst>
                  <a:ext uri="{FF2B5EF4-FFF2-40B4-BE49-F238E27FC236}">
                    <a16:creationId xmlns:a16="http://schemas.microsoft.com/office/drawing/2014/main" id="{F6F3C467-BE3D-38EE-17B7-D89D128F6B3D}"/>
                  </a:ext>
                </a:extLst>
              </p:cNvPr>
              <p:cNvPicPr/>
              <p:nvPr/>
            </p:nvPicPr>
            <p:blipFill>
              <a:blip r:embed="rId11"/>
              <a:stretch>
                <a:fillRect/>
              </a:stretch>
            </p:blipFill>
            <p:spPr>
              <a:xfrm>
                <a:off x="10366718" y="2712096"/>
                <a:ext cx="4500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6" name="Ink 25">
                <a:extLst>
                  <a:ext uri="{FF2B5EF4-FFF2-40B4-BE49-F238E27FC236}">
                    <a16:creationId xmlns:a16="http://schemas.microsoft.com/office/drawing/2014/main" id="{7A918BD4-75D0-72D5-3269-7EFB6082FAF6}"/>
                  </a:ext>
                </a:extLst>
              </p14:cNvPr>
              <p14:cNvContentPartPr/>
              <p14:nvPr/>
            </p14:nvContentPartPr>
            <p14:xfrm>
              <a:off x="10625198" y="3164976"/>
              <a:ext cx="41040" cy="34560"/>
            </p14:xfrm>
          </p:contentPart>
        </mc:Choice>
        <mc:Fallback xmlns="">
          <p:pic>
            <p:nvPicPr>
              <p:cNvPr id="26" name="Ink 25">
                <a:extLst>
                  <a:ext uri="{FF2B5EF4-FFF2-40B4-BE49-F238E27FC236}">
                    <a16:creationId xmlns:a16="http://schemas.microsoft.com/office/drawing/2014/main" id="{7A918BD4-75D0-72D5-3269-7EFB6082FAF6}"/>
                  </a:ext>
                </a:extLst>
              </p:cNvPr>
              <p:cNvPicPr/>
              <p:nvPr/>
            </p:nvPicPr>
            <p:blipFill>
              <a:blip r:embed="rId13"/>
              <a:stretch>
                <a:fillRect/>
              </a:stretch>
            </p:blipFill>
            <p:spPr>
              <a:xfrm>
                <a:off x="10619078" y="3158856"/>
                <a:ext cx="5328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7" name="Ink 26">
                <a:extLst>
                  <a:ext uri="{FF2B5EF4-FFF2-40B4-BE49-F238E27FC236}">
                    <a16:creationId xmlns:a16="http://schemas.microsoft.com/office/drawing/2014/main" id="{3970B32B-80A4-A50B-1AA6-EEC9C4F99D31}"/>
                  </a:ext>
                </a:extLst>
              </p14:cNvPr>
              <p14:cNvContentPartPr/>
              <p14:nvPr/>
            </p14:nvContentPartPr>
            <p14:xfrm>
              <a:off x="10686758" y="3184416"/>
              <a:ext cx="50040" cy="5040"/>
            </p14:xfrm>
          </p:contentPart>
        </mc:Choice>
        <mc:Fallback xmlns="">
          <p:pic>
            <p:nvPicPr>
              <p:cNvPr id="27" name="Ink 26">
                <a:extLst>
                  <a:ext uri="{FF2B5EF4-FFF2-40B4-BE49-F238E27FC236}">
                    <a16:creationId xmlns:a16="http://schemas.microsoft.com/office/drawing/2014/main" id="{3970B32B-80A4-A50B-1AA6-EEC9C4F99D31}"/>
                  </a:ext>
                </a:extLst>
              </p:cNvPr>
              <p:cNvPicPr/>
              <p:nvPr/>
            </p:nvPicPr>
            <p:blipFill>
              <a:blip r:embed="rId15"/>
              <a:stretch>
                <a:fillRect/>
              </a:stretch>
            </p:blipFill>
            <p:spPr>
              <a:xfrm>
                <a:off x="10680638" y="3178296"/>
                <a:ext cx="62280" cy="17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1" name="Ink 30">
                <a:extLst>
                  <a:ext uri="{FF2B5EF4-FFF2-40B4-BE49-F238E27FC236}">
                    <a16:creationId xmlns:a16="http://schemas.microsoft.com/office/drawing/2014/main" id="{E4AEDA89-582A-7036-CB48-B7DB194B855C}"/>
                  </a:ext>
                </a:extLst>
              </p14:cNvPr>
              <p14:cNvContentPartPr/>
              <p14:nvPr/>
            </p14:nvContentPartPr>
            <p14:xfrm>
              <a:off x="10719518" y="3356136"/>
              <a:ext cx="38880" cy="1440"/>
            </p14:xfrm>
          </p:contentPart>
        </mc:Choice>
        <mc:Fallback xmlns="">
          <p:pic>
            <p:nvPicPr>
              <p:cNvPr id="31" name="Ink 30">
                <a:extLst>
                  <a:ext uri="{FF2B5EF4-FFF2-40B4-BE49-F238E27FC236}">
                    <a16:creationId xmlns:a16="http://schemas.microsoft.com/office/drawing/2014/main" id="{E4AEDA89-582A-7036-CB48-B7DB194B855C}"/>
                  </a:ext>
                </a:extLst>
              </p:cNvPr>
              <p:cNvPicPr/>
              <p:nvPr/>
            </p:nvPicPr>
            <p:blipFill>
              <a:blip r:embed="rId17"/>
              <a:stretch>
                <a:fillRect/>
              </a:stretch>
            </p:blipFill>
            <p:spPr>
              <a:xfrm>
                <a:off x="10713398" y="3350016"/>
                <a:ext cx="51120" cy="136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3" name="Ink 32">
                <a:extLst>
                  <a:ext uri="{FF2B5EF4-FFF2-40B4-BE49-F238E27FC236}">
                    <a16:creationId xmlns:a16="http://schemas.microsoft.com/office/drawing/2014/main" id="{3D42C023-E7AE-3A9A-7D06-B3C0CA35AB64}"/>
                  </a:ext>
                </a:extLst>
              </p14:cNvPr>
              <p14:cNvContentPartPr/>
              <p14:nvPr/>
            </p14:nvContentPartPr>
            <p14:xfrm>
              <a:off x="10004918" y="3441096"/>
              <a:ext cx="56520" cy="8640"/>
            </p14:xfrm>
          </p:contentPart>
        </mc:Choice>
        <mc:Fallback xmlns="">
          <p:pic>
            <p:nvPicPr>
              <p:cNvPr id="33" name="Ink 32">
                <a:extLst>
                  <a:ext uri="{FF2B5EF4-FFF2-40B4-BE49-F238E27FC236}">
                    <a16:creationId xmlns:a16="http://schemas.microsoft.com/office/drawing/2014/main" id="{3D42C023-E7AE-3A9A-7D06-B3C0CA35AB64}"/>
                  </a:ext>
                </a:extLst>
              </p:cNvPr>
              <p:cNvPicPr/>
              <p:nvPr/>
            </p:nvPicPr>
            <p:blipFill>
              <a:blip r:embed="rId19"/>
              <a:stretch>
                <a:fillRect/>
              </a:stretch>
            </p:blipFill>
            <p:spPr>
              <a:xfrm>
                <a:off x="9998798" y="3434976"/>
                <a:ext cx="6876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5" name="Ink 34">
                <a:extLst>
                  <a:ext uri="{FF2B5EF4-FFF2-40B4-BE49-F238E27FC236}">
                    <a16:creationId xmlns:a16="http://schemas.microsoft.com/office/drawing/2014/main" id="{00B54749-317F-2011-DEEE-F473F30804EA}"/>
                  </a:ext>
                </a:extLst>
              </p14:cNvPr>
              <p14:cNvContentPartPr/>
              <p14:nvPr/>
            </p14:nvContentPartPr>
            <p14:xfrm>
              <a:off x="9961718" y="2817216"/>
              <a:ext cx="41760" cy="17280"/>
            </p14:xfrm>
          </p:contentPart>
        </mc:Choice>
        <mc:Fallback xmlns="">
          <p:pic>
            <p:nvPicPr>
              <p:cNvPr id="35" name="Ink 34">
                <a:extLst>
                  <a:ext uri="{FF2B5EF4-FFF2-40B4-BE49-F238E27FC236}">
                    <a16:creationId xmlns:a16="http://schemas.microsoft.com/office/drawing/2014/main" id="{00B54749-317F-2011-DEEE-F473F30804EA}"/>
                  </a:ext>
                </a:extLst>
              </p:cNvPr>
              <p:cNvPicPr/>
              <p:nvPr/>
            </p:nvPicPr>
            <p:blipFill>
              <a:blip r:embed="rId21"/>
              <a:stretch>
                <a:fillRect/>
              </a:stretch>
            </p:blipFill>
            <p:spPr>
              <a:xfrm>
                <a:off x="9955598" y="2811096"/>
                <a:ext cx="5400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6" name="Ink 35">
                <a:extLst>
                  <a:ext uri="{FF2B5EF4-FFF2-40B4-BE49-F238E27FC236}">
                    <a16:creationId xmlns:a16="http://schemas.microsoft.com/office/drawing/2014/main" id="{1E78F43E-14F1-88CC-CECA-9FB82C27C2D2}"/>
                  </a:ext>
                </a:extLst>
              </p14:cNvPr>
              <p14:cNvContentPartPr/>
              <p14:nvPr/>
            </p14:nvContentPartPr>
            <p14:xfrm>
              <a:off x="10175198" y="2387376"/>
              <a:ext cx="40680" cy="58680"/>
            </p14:xfrm>
          </p:contentPart>
        </mc:Choice>
        <mc:Fallback xmlns="">
          <p:pic>
            <p:nvPicPr>
              <p:cNvPr id="36" name="Ink 35">
                <a:extLst>
                  <a:ext uri="{FF2B5EF4-FFF2-40B4-BE49-F238E27FC236}">
                    <a16:creationId xmlns:a16="http://schemas.microsoft.com/office/drawing/2014/main" id="{1E78F43E-14F1-88CC-CECA-9FB82C27C2D2}"/>
                  </a:ext>
                </a:extLst>
              </p:cNvPr>
              <p:cNvPicPr/>
              <p:nvPr/>
            </p:nvPicPr>
            <p:blipFill>
              <a:blip r:embed="rId23"/>
              <a:stretch>
                <a:fillRect/>
              </a:stretch>
            </p:blipFill>
            <p:spPr>
              <a:xfrm>
                <a:off x="10169078" y="2381256"/>
                <a:ext cx="5292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7" name="Ink 36">
                <a:extLst>
                  <a:ext uri="{FF2B5EF4-FFF2-40B4-BE49-F238E27FC236}">
                    <a16:creationId xmlns:a16="http://schemas.microsoft.com/office/drawing/2014/main" id="{178041F6-8FEE-B032-C9AB-D9FEE77373E7}"/>
                  </a:ext>
                </a:extLst>
              </p14:cNvPr>
              <p14:cNvContentPartPr/>
              <p14:nvPr/>
            </p14:nvContentPartPr>
            <p14:xfrm>
              <a:off x="10262318" y="2142216"/>
              <a:ext cx="14040" cy="22320"/>
            </p14:xfrm>
          </p:contentPart>
        </mc:Choice>
        <mc:Fallback xmlns="">
          <p:pic>
            <p:nvPicPr>
              <p:cNvPr id="37" name="Ink 36">
                <a:extLst>
                  <a:ext uri="{FF2B5EF4-FFF2-40B4-BE49-F238E27FC236}">
                    <a16:creationId xmlns:a16="http://schemas.microsoft.com/office/drawing/2014/main" id="{178041F6-8FEE-B032-C9AB-D9FEE77373E7}"/>
                  </a:ext>
                </a:extLst>
              </p:cNvPr>
              <p:cNvPicPr/>
              <p:nvPr/>
            </p:nvPicPr>
            <p:blipFill>
              <a:blip r:embed="rId25"/>
              <a:stretch>
                <a:fillRect/>
              </a:stretch>
            </p:blipFill>
            <p:spPr>
              <a:xfrm>
                <a:off x="10256198" y="2136096"/>
                <a:ext cx="2628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8" name="Ink 37">
                <a:extLst>
                  <a:ext uri="{FF2B5EF4-FFF2-40B4-BE49-F238E27FC236}">
                    <a16:creationId xmlns:a16="http://schemas.microsoft.com/office/drawing/2014/main" id="{1534E680-0396-A65D-CD3C-F595FDB27636}"/>
                  </a:ext>
                </a:extLst>
              </p14:cNvPr>
              <p14:cNvContentPartPr/>
              <p14:nvPr/>
            </p14:nvContentPartPr>
            <p14:xfrm>
              <a:off x="10226318" y="2162016"/>
              <a:ext cx="21600" cy="59040"/>
            </p14:xfrm>
          </p:contentPart>
        </mc:Choice>
        <mc:Fallback xmlns="">
          <p:pic>
            <p:nvPicPr>
              <p:cNvPr id="38" name="Ink 37">
                <a:extLst>
                  <a:ext uri="{FF2B5EF4-FFF2-40B4-BE49-F238E27FC236}">
                    <a16:creationId xmlns:a16="http://schemas.microsoft.com/office/drawing/2014/main" id="{1534E680-0396-A65D-CD3C-F595FDB27636}"/>
                  </a:ext>
                </a:extLst>
              </p:cNvPr>
              <p:cNvPicPr/>
              <p:nvPr/>
            </p:nvPicPr>
            <p:blipFill>
              <a:blip r:embed="rId27"/>
              <a:stretch>
                <a:fillRect/>
              </a:stretch>
            </p:blipFill>
            <p:spPr>
              <a:xfrm>
                <a:off x="10220198" y="2155896"/>
                <a:ext cx="3384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4" name="Ink 33">
                <a:extLst>
                  <a:ext uri="{FF2B5EF4-FFF2-40B4-BE49-F238E27FC236}">
                    <a16:creationId xmlns:a16="http://schemas.microsoft.com/office/drawing/2014/main" id="{9D91F90E-08A5-7017-4DB0-E01914001680}"/>
                  </a:ext>
                </a:extLst>
              </p14:cNvPr>
              <p14:cNvContentPartPr/>
              <p14:nvPr/>
            </p14:nvContentPartPr>
            <p14:xfrm>
              <a:off x="9846158" y="3075696"/>
              <a:ext cx="36360" cy="27000"/>
            </p14:xfrm>
          </p:contentPart>
        </mc:Choice>
        <mc:Fallback xmlns="">
          <p:pic>
            <p:nvPicPr>
              <p:cNvPr id="34" name="Ink 33">
                <a:extLst>
                  <a:ext uri="{FF2B5EF4-FFF2-40B4-BE49-F238E27FC236}">
                    <a16:creationId xmlns:a16="http://schemas.microsoft.com/office/drawing/2014/main" id="{9D91F90E-08A5-7017-4DB0-E01914001680}"/>
                  </a:ext>
                </a:extLst>
              </p:cNvPr>
              <p:cNvPicPr/>
              <p:nvPr/>
            </p:nvPicPr>
            <p:blipFill>
              <a:blip r:embed="rId29"/>
              <a:stretch>
                <a:fillRect/>
              </a:stretch>
            </p:blipFill>
            <p:spPr>
              <a:xfrm>
                <a:off x="9840038" y="3069576"/>
                <a:ext cx="4860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9" name="Ink 38">
                <a:extLst>
                  <a:ext uri="{FF2B5EF4-FFF2-40B4-BE49-F238E27FC236}">
                    <a16:creationId xmlns:a16="http://schemas.microsoft.com/office/drawing/2014/main" id="{77A23494-1AAC-A813-86C3-B234FE123049}"/>
                  </a:ext>
                </a:extLst>
              </p14:cNvPr>
              <p14:cNvContentPartPr/>
              <p14:nvPr/>
            </p14:nvContentPartPr>
            <p14:xfrm>
              <a:off x="10031918" y="2978496"/>
              <a:ext cx="35640" cy="60480"/>
            </p14:xfrm>
          </p:contentPart>
        </mc:Choice>
        <mc:Fallback xmlns="">
          <p:pic>
            <p:nvPicPr>
              <p:cNvPr id="39" name="Ink 38">
                <a:extLst>
                  <a:ext uri="{FF2B5EF4-FFF2-40B4-BE49-F238E27FC236}">
                    <a16:creationId xmlns:a16="http://schemas.microsoft.com/office/drawing/2014/main" id="{77A23494-1AAC-A813-86C3-B234FE123049}"/>
                  </a:ext>
                </a:extLst>
              </p:cNvPr>
              <p:cNvPicPr/>
              <p:nvPr/>
            </p:nvPicPr>
            <p:blipFill>
              <a:blip r:embed="rId31"/>
              <a:stretch>
                <a:fillRect/>
              </a:stretch>
            </p:blipFill>
            <p:spPr>
              <a:xfrm>
                <a:off x="10025798" y="2972376"/>
                <a:ext cx="4788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0" name="Ink 39">
                <a:extLst>
                  <a:ext uri="{FF2B5EF4-FFF2-40B4-BE49-F238E27FC236}">
                    <a16:creationId xmlns:a16="http://schemas.microsoft.com/office/drawing/2014/main" id="{2C9797B1-99B0-B9B6-D98C-6540A1069E35}"/>
                  </a:ext>
                </a:extLst>
              </p14:cNvPr>
              <p14:cNvContentPartPr/>
              <p14:nvPr/>
            </p14:nvContentPartPr>
            <p14:xfrm>
              <a:off x="9640598" y="3272976"/>
              <a:ext cx="43920" cy="35280"/>
            </p14:xfrm>
          </p:contentPart>
        </mc:Choice>
        <mc:Fallback xmlns="">
          <p:pic>
            <p:nvPicPr>
              <p:cNvPr id="40" name="Ink 39">
                <a:extLst>
                  <a:ext uri="{FF2B5EF4-FFF2-40B4-BE49-F238E27FC236}">
                    <a16:creationId xmlns:a16="http://schemas.microsoft.com/office/drawing/2014/main" id="{2C9797B1-99B0-B9B6-D98C-6540A1069E35}"/>
                  </a:ext>
                </a:extLst>
              </p:cNvPr>
              <p:cNvPicPr/>
              <p:nvPr/>
            </p:nvPicPr>
            <p:blipFill>
              <a:blip r:embed="rId33"/>
              <a:stretch>
                <a:fillRect/>
              </a:stretch>
            </p:blipFill>
            <p:spPr>
              <a:xfrm>
                <a:off x="9634478" y="3266856"/>
                <a:ext cx="5616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1" name="Ink 40">
                <a:extLst>
                  <a:ext uri="{FF2B5EF4-FFF2-40B4-BE49-F238E27FC236}">
                    <a16:creationId xmlns:a16="http://schemas.microsoft.com/office/drawing/2014/main" id="{7C64AE90-5ACE-ABE6-B9A9-C065B5E41AEB}"/>
                  </a:ext>
                </a:extLst>
              </p14:cNvPr>
              <p14:cNvContentPartPr/>
              <p14:nvPr/>
            </p14:nvContentPartPr>
            <p14:xfrm>
              <a:off x="9475718" y="3477816"/>
              <a:ext cx="121320" cy="102600"/>
            </p14:xfrm>
          </p:contentPart>
        </mc:Choice>
        <mc:Fallback xmlns="">
          <p:pic>
            <p:nvPicPr>
              <p:cNvPr id="41" name="Ink 40">
                <a:extLst>
                  <a:ext uri="{FF2B5EF4-FFF2-40B4-BE49-F238E27FC236}">
                    <a16:creationId xmlns:a16="http://schemas.microsoft.com/office/drawing/2014/main" id="{7C64AE90-5ACE-ABE6-B9A9-C065B5E41AEB}"/>
                  </a:ext>
                </a:extLst>
              </p:cNvPr>
              <p:cNvPicPr/>
              <p:nvPr/>
            </p:nvPicPr>
            <p:blipFill>
              <a:blip r:embed="rId35"/>
              <a:stretch>
                <a:fillRect/>
              </a:stretch>
            </p:blipFill>
            <p:spPr>
              <a:xfrm>
                <a:off x="9469598" y="3471696"/>
                <a:ext cx="13356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2" name="Ink 41">
                <a:extLst>
                  <a:ext uri="{FF2B5EF4-FFF2-40B4-BE49-F238E27FC236}">
                    <a16:creationId xmlns:a16="http://schemas.microsoft.com/office/drawing/2014/main" id="{1E7068CD-EB5E-261E-FE55-19A3E20D9F11}"/>
                  </a:ext>
                </a:extLst>
              </p14:cNvPr>
              <p14:cNvContentPartPr/>
              <p14:nvPr/>
            </p14:nvContentPartPr>
            <p14:xfrm>
              <a:off x="10215158" y="3618216"/>
              <a:ext cx="85680" cy="33480"/>
            </p14:xfrm>
          </p:contentPart>
        </mc:Choice>
        <mc:Fallback xmlns="">
          <p:pic>
            <p:nvPicPr>
              <p:cNvPr id="42" name="Ink 41">
                <a:extLst>
                  <a:ext uri="{FF2B5EF4-FFF2-40B4-BE49-F238E27FC236}">
                    <a16:creationId xmlns:a16="http://schemas.microsoft.com/office/drawing/2014/main" id="{1E7068CD-EB5E-261E-FE55-19A3E20D9F11}"/>
                  </a:ext>
                </a:extLst>
              </p:cNvPr>
              <p:cNvPicPr/>
              <p:nvPr/>
            </p:nvPicPr>
            <p:blipFill>
              <a:blip r:embed="rId37"/>
              <a:stretch>
                <a:fillRect/>
              </a:stretch>
            </p:blipFill>
            <p:spPr>
              <a:xfrm>
                <a:off x="10209038" y="3612096"/>
                <a:ext cx="9792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2" name="Ink 31">
                <a:extLst>
                  <a:ext uri="{FF2B5EF4-FFF2-40B4-BE49-F238E27FC236}">
                    <a16:creationId xmlns:a16="http://schemas.microsoft.com/office/drawing/2014/main" id="{6148A096-C357-1834-B8DB-E62CDD67F559}"/>
                  </a:ext>
                </a:extLst>
              </p14:cNvPr>
              <p14:cNvContentPartPr/>
              <p14:nvPr/>
            </p14:nvContentPartPr>
            <p14:xfrm>
              <a:off x="10466438" y="3497616"/>
              <a:ext cx="38520" cy="29520"/>
            </p14:xfrm>
          </p:contentPart>
        </mc:Choice>
        <mc:Fallback xmlns="">
          <p:pic>
            <p:nvPicPr>
              <p:cNvPr id="32" name="Ink 31">
                <a:extLst>
                  <a:ext uri="{FF2B5EF4-FFF2-40B4-BE49-F238E27FC236}">
                    <a16:creationId xmlns:a16="http://schemas.microsoft.com/office/drawing/2014/main" id="{6148A096-C357-1834-B8DB-E62CDD67F559}"/>
                  </a:ext>
                </a:extLst>
              </p:cNvPr>
              <p:cNvPicPr/>
              <p:nvPr/>
            </p:nvPicPr>
            <p:blipFill>
              <a:blip r:embed="rId39"/>
              <a:stretch>
                <a:fillRect/>
              </a:stretch>
            </p:blipFill>
            <p:spPr>
              <a:xfrm>
                <a:off x="10460318" y="3491496"/>
                <a:ext cx="5076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3" name="Ink 42">
                <a:extLst>
                  <a:ext uri="{FF2B5EF4-FFF2-40B4-BE49-F238E27FC236}">
                    <a16:creationId xmlns:a16="http://schemas.microsoft.com/office/drawing/2014/main" id="{FF4424E6-670A-5DD1-39BB-E8DBE2D0F76D}"/>
                  </a:ext>
                </a:extLst>
              </p14:cNvPr>
              <p14:cNvContentPartPr/>
              <p14:nvPr/>
            </p14:nvContentPartPr>
            <p14:xfrm>
              <a:off x="10655438" y="3543696"/>
              <a:ext cx="101160" cy="4680"/>
            </p14:xfrm>
          </p:contentPart>
        </mc:Choice>
        <mc:Fallback xmlns="">
          <p:pic>
            <p:nvPicPr>
              <p:cNvPr id="43" name="Ink 42">
                <a:extLst>
                  <a:ext uri="{FF2B5EF4-FFF2-40B4-BE49-F238E27FC236}">
                    <a16:creationId xmlns:a16="http://schemas.microsoft.com/office/drawing/2014/main" id="{FF4424E6-670A-5DD1-39BB-E8DBE2D0F76D}"/>
                  </a:ext>
                </a:extLst>
              </p:cNvPr>
              <p:cNvPicPr/>
              <p:nvPr/>
            </p:nvPicPr>
            <p:blipFill>
              <a:blip r:embed="rId41"/>
              <a:stretch>
                <a:fillRect/>
              </a:stretch>
            </p:blipFill>
            <p:spPr>
              <a:xfrm>
                <a:off x="10649318" y="3537576"/>
                <a:ext cx="1134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4" name="Ink 43">
                <a:extLst>
                  <a:ext uri="{FF2B5EF4-FFF2-40B4-BE49-F238E27FC236}">
                    <a16:creationId xmlns:a16="http://schemas.microsoft.com/office/drawing/2014/main" id="{F871C10E-C559-E249-17A2-6378900829E3}"/>
                  </a:ext>
                </a:extLst>
              </p14:cNvPr>
              <p14:cNvContentPartPr/>
              <p14:nvPr/>
            </p14:nvContentPartPr>
            <p14:xfrm>
              <a:off x="11125958" y="3461616"/>
              <a:ext cx="87120" cy="25560"/>
            </p14:xfrm>
          </p:contentPart>
        </mc:Choice>
        <mc:Fallback xmlns="">
          <p:pic>
            <p:nvPicPr>
              <p:cNvPr id="44" name="Ink 43">
                <a:extLst>
                  <a:ext uri="{FF2B5EF4-FFF2-40B4-BE49-F238E27FC236}">
                    <a16:creationId xmlns:a16="http://schemas.microsoft.com/office/drawing/2014/main" id="{F871C10E-C559-E249-17A2-6378900829E3}"/>
                  </a:ext>
                </a:extLst>
              </p:cNvPr>
              <p:cNvPicPr/>
              <p:nvPr/>
            </p:nvPicPr>
            <p:blipFill>
              <a:blip r:embed="rId43"/>
              <a:stretch>
                <a:fillRect/>
              </a:stretch>
            </p:blipFill>
            <p:spPr>
              <a:xfrm>
                <a:off x="11119838" y="3455496"/>
                <a:ext cx="993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5" name="Ink 44">
                <a:extLst>
                  <a:ext uri="{FF2B5EF4-FFF2-40B4-BE49-F238E27FC236}">
                    <a16:creationId xmlns:a16="http://schemas.microsoft.com/office/drawing/2014/main" id="{A0619AD5-E7A5-579D-EC6A-EF07A5071D70}"/>
                  </a:ext>
                </a:extLst>
              </p14:cNvPr>
              <p14:cNvContentPartPr/>
              <p14:nvPr/>
            </p14:nvContentPartPr>
            <p14:xfrm>
              <a:off x="11326118" y="3428136"/>
              <a:ext cx="32400" cy="7200"/>
            </p14:xfrm>
          </p:contentPart>
        </mc:Choice>
        <mc:Fallback xmlns="">
          <p:pic>
            <p:nvPicPr>
              <p:cNvPr id="45" name="Ink 44">
                <a:extLst>
                  <a:ext uri="{FF2B5EF4-FFF2-40B4-BE49-F238E27FC236}">
                    <a16:creationId xmlns:a16="http://schemas.microsoft.com/office/drawing/2014/main" id="{A0619AD5-E7A5-579D-EC6A-EF07A5071D70}"/>
                  </a:ext>
                </a:extLst>
              </p:cNvPr>
              <p:cNvPicPr/>
              <p:nvPr/>
            </p:nvPicPr>
            <p:blipFill>
              <a:blip r:embed="rId45"/>
              <a:stretch>
                <a:fillRect/>
              </a:stretch>
            </p:blipFill>
            <p:spPr>
              <a:xfrm>
                <a:off x="11319998" y="3422016"/>
                <a:ext cx="4464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6" name="Ink 45">
                <a:extLst>
                  <a:ext uri="{FF2B5EF4-FFF2-40B4-BE49-F238E27FC236}">
                    <a16:creationId xmlns:a16="http://schemas.microsoft.com/office/drawing/2014/main" id="{FBBB9D78-060E-92FA-769F-09219FD60914}"/>
                  </a:ext>
                </a:extLst>
              </p14:cNvPr>
              <p14:cNvContentPartPr/>
              <p14:nvPr/>
            </p14:nvContentPartPr>
            <p14:xfrm>
              <a:off x="11484158" y="3413376"/>
              <a:ext cx="360" cy="360"/>
            </p14:xfrm>
          </p:contentPart>
        </mc:Choice>
        <mc:Fallback xmlns="">
          <p:pic>
            <p:nvPicPr>
              <p:cNvPr id="46" name="Ink 45">
                <a:extLst>
                  <a:ext uri="{FF2B5EF4-FFF2-40B4-BE49-F238E27FC236}">
                    <a16:creationId xmlns:a16="http://schemas.microsoft.com/office/drawing/2014/main" id="{FBBB9D78-060E-92FA-769F-09219FD60914}"/>
                  </a:ext>
                </a:extLst>
              </p:cNvPr>
              <p:cNvPicPr/>
              <p:nvPr/>
            </p:nvPicPr>
            <p:blipFill>
              <a:blip r:embed="rId47"/>
              <a:stretch>
                <a:fillRect/>
              </a:stretch>
            </p:blipFill>
            <p:spPr>
              <a:xfrm>
                <a:off x="11478038" y="34072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7" name="Ink 46">
                <a:extLst>
                  <a:ext uri="{FF2B5EF4-FFF2-40B4-BE49-F238E27FC236}">
                    <a16:creationId xmlns:a16="http://schemas.microsoft.com/office/drawing/2014/main" id="{0838D50A-B88B-A74B-2B9B-F3059F1A1937}"/>
                  </a:ext>
                </a:extLst>
              </p14:cNvPr>
              <p14:cNvContentPartPr/>
              <p14:nvPr/>
            </p14:nvContentPartPr>
            <p14:xfrm>
              <a:off x="11634278" y="3256056"/>
              <a:ext cx="25920" cy="16200"/>
            </p14:xfrm>
          </p:contentPart>
        </mc:Choice>
        <mc:Fallback xmlns="">
          <p:pic>
            <p:nvPicPr>
              <p:cNvPr id="47" name="Ink 46">
                <a:extLst>
                  <a:ext uri="{FF2B5EF4-FFF2-40B4-BE49-F238E27FC236}">
                    <a16:creationId xmlns:a16="http://schemas.microsoft.com/office/drawing/2014/main" id="{0838D50A-B88B-A74B-2B9B-F3059F1A1937}"/>
                  </a:ext>
                </a:extLst>
              </p:cNvPr>
              <p:cNvPicPr/>
              <p:nvPr/>
            </p:nvPicPr>
            <p:blipFill>
              <a:blip r:embed="rId49"/>
              <a:stretch>
                <a:fillRect/>
              </a:stretch>
            </p:blipFill>
            <p:spPr>
              <a:xfrm>
                <a:off x="11628158" y="3249936"/>
                <a:ext cx="3816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3312" name="Ink 13311">
                <a:extLst>
                  <a:ext uri="{FF2B5EF4-FFF2-40B4-BE49-F238E27FC236}">
                    <a16:creationId xmlns:a16="http://schemas.microsoft.com/office/drawing/2014/main" id="{0BD6A842-3135-757F-346F-F2DB0AE763CA}"/>
                  </a:ext>
                </a:extLst>
              </p14:cNvPr>
              <p14:cNvContentPartPr/>
              <p14:nvPr/>
            </p14:nvContentPartPr>
            <p14:xfrm>
              <a:off x="9338918" y="1353816"/>
              <a:ext cx="2513880" cy="2737800"/>
            </p14:xfrm>
          </p:contentPart>
        </mc:Choice>
        <mc:Fallback xmlns="">
          <p:pic>
            <p:nvPicPr>
              <p:cNvPr id="13312" name="Ink 13311">
                <a:extLst>
                  <a:ext uri="{FF2B5EF4-FFF2-40B4-BE49-F238E27FC236}">
                    <a16:creationId xmlns:a16="http://schemas.microsoft.com/office/drawing/2014/main" id="{0BD6A842-3135-757F-346F-F2DB0AE763CA}"/>
                  </a:ext>
                </a:extLst>
              </p:cNvPr>
              <p:cNvPicPr/>
              <p:nvPr/>
            </p:nvPicPr>
            <p:blipFill>
              <a:blip r:embed="rId51"/>
              <a:stretch>
                <a:fillRect/>
              </a:stretch>
            </p:blipFill>
            <p:spPr>
              <a:xfrm>
                <a:off x="9332798" y="1347696"/>
                <a:ext cx="2526120" cy="2750040"/>
              </a:xfrm>
              <a:prstGeom prst="rect">
                <a:avLst/>
              </a:prstGeom>
            </p:spPr>
          </p:pic>
        </mc:Fallback>
      </mc:AlternateContent>
      <p:grpSp>
        <p:nvGrpSpPr>
          <p:cNvPr id="13318" name="Group 13317">
            <a:extLst>
              <a:ext uri="{FF2B5EF4-FFF2-40B4-BE49-F238E27FC236}">
                <a16:creationId xmlns:a16="http://schemas.microsoft.com/office/drawing/2014/main" id="{58B82A65-9006-4153-AC1D-9AB1AF74A8D3}"/>
              </a:ext>
            </a:extLst>
          </p:cNvPr>
          <p:cNvGrpSpPr/>
          <p:nvPr/>
        </p:nvGrpSpPr>
        <p:grpSpPr>
          <a:xfrm>
            <a:off x="10640678" y="2096856"/>
            <a:ext cx="1159920" cy="968040"/>
            <a:chOff x="10640678" y="2096856"/>
            <a:chExt cx="1159920" cy="968040"/>
          </a:xfrm>
        </p:grpSpPr>
        <mc:AlternateContent xmlns:mc="http://schemas.openxmlformats.org/markup-compatibility/2006" xmlns:p14="http://schemas.microsoft.com/office/powerpoint/2010/main">
          <mc:Choice Requires="p14">
            <p:contentPart p14:bwMode="auto" r:id="rId52">
              <p14:nvContentPartPr>
                <p14:cNvPr id="8" name="Ink 7">
                  <a:extLst>
                    <a:ext uri="{FF2B5EF4-FFF2-40B4-BE49-F238E27FC236}">
                      <a16:creationId xmlns:a16="http://schemas.microsoft.com/office/drawing/2014/main" id="{4B957E4C-B198-9C7B-B3E0-A855EAC9CE04}"/>
                    </a:ext>
                  </a:extLst>
                </p14:cNvPr>
                <p14:cNvContentPartPr/>
                <p14:nvPr/>
              </p14:nvContentPartPr>
              <p14:xfrm>
                <a:off x="10933718" y="2559096"/>
                <a:ext cx="35640" cy="45360"/>
              </p14:xfrm>
            </p:contentPart>
          </mc:Choice>
          <mc:Fallback xmlns="">
            <p:pic>
              <p:nvPicPr>
                <p:cNvPr id="8" name="Ink 7">
                  <a:extLst>
                    <a:ext uri="{FF2B5EF4-FFF2-40B4-BE49-F238E27FC236}">
                      <a16:creationId xmlns:a16="http://schemas.microsoft.com/office/drawing/2014/main" id="{4B957E4C-B198-9C7B-B3E0-A855EAC9CE04}"/>
                    </a:ext>
                  </a:extLst>
                </p:cNvPr>
                <p:cNvPicPr/>
                <p:nvPr/>
              </p:nvPicPr>
              <p:blipFill>
                <a:blip r:embed="rId53"/>
                <a:stretch>
                  <a:fillRect/>
                </a:stretch>
              </p:blipFill>
              <p:spPr>
                <a:xfrm>
                  <a:off x="10927598" y="2552976"/>
                  <a:ext cx="4788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9" name="Ink 8">
                  <a:extLst>
                    <a:ext uri="{FF2B5EF4-FFF2-40B4-BE49-F238E27FC236}">
                      <a16:creationId xmlns:a16="http://schemas.microsoft.com/office/drawing/2014/main" id="{8A9E012D-5E38-D6BD-9278-B6778CC1CB17}"/>
                    </a:ext>
                  </a:extLst>
                </p14:cNvPr>
                <p14:cNvContentPartPr/>
                <p14:nvPr/>
              </p14:nvContentPartPr>
              <p14:xfrm>
                <a:off x="10834718" y="2680776"/>
                <a:ext cx="80280" cy="193320"/>
              </p14:xfrm>
            </p:contentPart>
          </mc:Choice>
          <mc:Fallback xmlns="">
            <p:pic>
              <p:nvPicPr>
                <p:cNvPr id="9" name="Ink 8">
                  <a:extLst>
                    <a:ext uri="{FF2B5EF4-FFF2-40B4-BE49-F238E27FC236}">
                      <a16:creationId xmlns:a16="http://schemas.microsoft.com/office/drawing/2014/main" id="{8A9E012D-5E38-D6BD-9278-B6778CC1CB17}"/>
                    </a:ext>
                  </a:extLst>
                </p:cNvPr>
                <p:cNvPicPr/>
                <p:nvPr/>
              </p:nvPicPr>
              <p:blipFill>
                <a:blip r:embed="rId55"/>
                <a:stretch>
                  <a:fillRect/>
                </a:stretch>
              </p:blipFill>
              <p:spPr>
                <a:xfrm>
                  <a:off x="10828598" y="2674656"/>
                  <a:ext cx="9252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0" name="Ink 9">
                  <a:extLst>
                    <a:ext uri="{FF2B5EF4-FFF2-40B4-BE49-F238E27FC236}">
                      <a16:creationId xmlns:a16="http://schemas.microsoft.com/office/drawing/2014/main" id="{BB03B1F8-218C-A9CA-13D1-AFE036737B9A}"/>
                    </a:ext>
                  </a:extLst>
                </p14:cNvPr>
                <p14:cNvContentPartPr/>
                <p14:nvPr/>
              </p14:nvContentPartPr>
              <p14:xfrm>
                <a:off x="10949918" y="2755296"/>
                <a:ext cx="3600" cy="49680"/>
              </p14:xfrm>
            </p:contentPart>
          </mc:Choice>
          <mc:Fallback xmlns="">
            <p:pic>
              <p:nvPicPr>
                <p:cNvPr id="10" name="Ink 9">
                  <a:extLst>
                    <a:ext uri="{FF2B5EF4-FFF2-40B4-BE49-F238E27FC236}">
                      <a16:creationId xmlns:a16="http://schemas.microsoft.com/office/drawing/2014/main" id="{BB03B1F8-218C-A9CA-13D1-AFE036737B9A}"/>
                    </a:ext>
                  </a:extLst>
                </p:cNvPr>
                <p:cNvPicPr/>
                <p:nvPr/>
              </p:nvPicPr>
              <p:blipFill>
                <a:blip r:embed="rId57"/>
                <a:stretch>
                  <a:fillRect/>
                </a:stretch>
              </p:blipFill>
              <p:spPr>
                <a:xfrm>
                  <a:off x="10943798" y="2749176"/>
                  <a:ext cx="1584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1" name="Ink 10">
                  <a:extLst>
                    <a:ext uri="{FF2B5EF4-FFF2-40B4-BE49-F238E27FC236}">
                      <a16:creationId xmlns:a16="http://schemas.microsoft.com/office/drawing/2014/main" id="{B2BB9480-74BE-917C-D187-0AFB70BC443A}"/>
                    </a:ext>
                  </a:extLst>
                </p14:cNvPr>
                <p14:cNvContentPartPr/>
                <p14:nvPr/>
              </p14:nvContentPartPr>
              <p14:xfrm>
                <a:off x="10958198" y="2798136"/>
                <a:ext cx="55080" cy="78840"/>
              </p14:xfrm>
            </p:contentPart>
          </mc:Choice>
          <mc:Fallback xmlns="">
            <p:pic>
              <p:nvPicPr>
                <p:cNvPr id="11" name="Ink 10">
                  <a:extLst>
                    <a:ext uri="{FF2B5EF4-FFF2-40B4-BE49-F238E27FC236}">
                      <a16:creationId xmlns:a16="http://schemas.microsoft.com/office/drawing/2014/main" id="{B2BB9480-74BE-917C-D187-0AFB70BC443A}"/>
                    </a:ext>
                  </a:extLst>
                </p:cNvPr>
                <p:cNvPicPr/>
                <p:nvPr/>
              </p:nvPicPr>
              <p:blipFill>
                <a:blip r:embed="rId59"/>
                <a:stretch>
                  <a:fillRect/>
                </a:stretch>
              </p:blipFill>
              <p:spPr>
                <a:xfrm>
                  <a:off x="10952078" y="2792016"/>
                  <a:ext cx="6732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2" name="Ink 11">
                  <a:extLst>
                    <a:ext uri="{FF2B5EF4-FFF2-40B4-BE49-F238E27FC236}">
                      <a16:creationId xmlns:a16="http://schemas.microsoft.com/office/drawing/2014/main" id="{7DB4205C-1E20-A039-9A47-078F91B54E76}"/>
                    </a:ext>
                  </a:extLst>
                </p14:cNvPr>
                <p14:cNvContentPartPr/>
                <p14:nvPr/>
              </p14:nvContentPartPr>
              <p14:xfrm>
                <a:off x="11091398" y="2644776"/>
                <a:ext cx="125640" cy="234360"/>
              </p14:xfrm>
            </p:contentPart>
          </mc:Choice>
          <mc:Fallback xmlns="">
            <p:pic>
              <p:nvPicPr>
                <p:cNvPr id="12" name="Ink 11">
                  <a:extLst>
                    <a:ext uri="{FF2B5EF4-FFF2-40B4-BE49-F238E27FC236}">
                      <a16:creationId xmlns:a16="http://schemas.microsoft.com/office/drawing/2014/main" id="{7DB4205C-1E20-A039-9A47-078F91B54E76}"/>
                    </a:ext>
                  </a:extLst>
                </p:cNvPr>
                <p:cNvPicPr/>
                <p:nvPr/>
              </p:nvPicPr>
              <p:blipFill>
                <a:blip r:embed="rId61"/>
                <a:stretch>
                  <a:fillRect/>
                </a:stretch>
              </p:blipFill>
              <p:spPr>
                <a:xfrm>
                  <a:off x="11085278" y="2638656"/>
                  <a:ext cx="13788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3" name="Ink 12">
                  <a:extLst>
                    <a:ext uri="{FF2B5EF4-FFF2-40B4-BE49-F238E27FC236}">
                      <a16:creationId xmlns:a16="http://schemas.microsoft.com/office/drawing/2014/main" id="{3137E12E-B948-E1DA-D7DD-9AB99B791F0F}"/>
                    </a:ext>
                  </a:extLst>
                </p14:cNvPr>
                <p14:cNvContentPartPr/>
                <p14:nvPr/>
              </p14:nvContentPartPr>
              <p14:xfrm>
                <a:off x="11253038" y="2709576"/>
                <a:ext cx="126720" cy="86760"/>
              </p14:xfrm>
            </p:contentPart>
          </mc:Choice>
          <mc:Fallback xmlns="">
            <p:pic>
              <p:nvPicPr>
                <p:cNvPr id="13" name="Ink 12">
                  <a:extLst>
                    <a:ext uri="{FF2B5EF4-FFF2-40B4-BE49-F238E27FC236}">
                      <a16:creationId xmlns:a16="http://schemas.microsoft.com/office/drawing/2014/main" id="{3137E12E-B948-E1DA-D7DD-9AB99B791F0F}"/>
                    </a:ext>
                  </a:extLst>
                </p:cNvPr>
                <p:cNvPicPr/>
                <p:nvPr/>
              </p:nvPicPr>
              <p:blipFill>
                <a:blip r:embed="rId63"/>
                <a:stretch>
                  <a:fillRect/>
                </a:stretch>
              </p:blipFill>
              <p:spPr>
                <a:xfrm>
                  <a:off x="11246918" y="2703456"/>
                  <a:ext cx="13896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4" name="Ink 13">
                  <a:extLst>
                    <a:ext uri="{FF2B5EF4-FFF2-40B4-BE49-F238E27FC236}">
                      <a16:creationId xmlns:a16="http://schemas.microsoft.com/office/drawing/2014/main" id="{2BC1C29A-D96B-F5A1-030B-C2D9CE2B666C}"/>
                    </a:ext>
                  </a:extLst>
                </p14:cNvPr>
                <p14:cNvContentPartPr/>
                <p14:nvPr/>
              </p14:nvContentPartPr>
              <p14:xfrm>
                <a:off x="11304518" y="2552976"/>
                <a:ext cx="113040" cy="308520"/>
              </p14:xfrm>
            </p:contentPart>
          </mc:Choice>
          <mc:Fallback xmlns="">
            <p:pic>
              <p:nvPicPr>
                <p:cNvPr id="14" name="Ink 13">
                  <a:extLst>
                    <a:ext uri="{FF2B5EF4-FFF2-40B4-BE49-F238E27FC236}">
                      <a16:creationId xmlns:a16="http://schemas.microsoft.com/office/drawing/2014/main" id="{2BC1C29A-D96B-F5A1-030B-C2D9CE2B666C}"/>
                    </a:ext>
                  </a:extLst>
                </p:cNvPr>
                <p:cNvPicPr/>
                <p:nvPr/>
              </p:nvPicPr>
              <p:blipFill>
                <a:blip r:embed="rId65"/>
                <a:stretch>
                  <a:fillRect/>
                </a:stretch>
              </p:blipFill>
              <p:spPr>
                <a:xfrm>
                  <a:off x="11298398" y="2546856"/>
                  <a:ext cx="125280" cy="3207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5" name="Ink 14">
                  <a:extLst>
                    <a:ext uri="{FF2B5EF4-FFF2-40B4-BE49-F238E27FC236}">
                      <a16:creationId xmlns:a16="http://schemas.microsoft.com/office/drawing/2014/main" id="{7987AF35-06BC-FC49-672C-47FCCEB84BAF}"/>
                    </a:ext>
                  </a:extLst>
                </p14:cNvPr>
                <p14:cNvContentPartPr/>
                <p14:nvPr/>
              </p14:nvContentPartPr>
              <p14:xfrm>
                <a:off x="10640678" y="2623176"/>
                <a:ext cx="172800" cy="291240"/>
              </p14:xfrm>
            </p:contentPart>
          </mc:Choice>
          <mc:Fallback xmlns="">
            <p:pic>
              <p:nvPicPr>
                <p:cNvPr id="15" name="Ink 14">
                  <a:extLst>
                    <a:ext uri="{FF2B5EF4-FFF2-40B4-BE49-F238E27FC236}">
                      <a16:creationId xmlns:a16="http://schemas.microsoft.com/office/drawing/2014/main" id="{7987AF35-06BC-FC49-672C-47FCCEB84BAF}"/>
                    </a:ext>
                  </a:extLst>
                </p:cNvPr>
                <p:cNvPicPr/>
                <p:nvPr/>
              </p:nvPicPr>
              <p:blipFill>
                <a:blip r:embed="rId67"/>
                <a:stretch>
                  <a:fillRect/>
                </a:stretch>
              </p:blipFill>
              <p:spPr>
                <a:xfrm>
                  <a:off x="10634558" y="2617056"/>
                  <a:ext cx="18504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7" name="Ink 16">
                  <a:extLst>
                    <a:ext uri="{FF2B5EF4-FFF2-40B4-BE49-F238E27FC236}">
                      <a16:creationId xmlns:a16="http://schemas.microsoft.com/office/drawing/2014/main" id="{3C3F6435-3FDA-4FC2-90F5-05AB869B6E1C}"/>
                    </a:ext>
                  </a:extLst>
                </p14:cNvPr>
                <p14:cNvContentPartPr/>
                <p14:nvPr/>
              </p14:nvContentPartPr>
              <p14:xfrm>
                <a:off x="10641038" y="2118456"/>
                <a:ext cx="11520" cy="8640"/>
              </p14:xfrm>
            </p:contentPart>
          </mc:Choice>
          <mc:Fallback xmlns="">
            <p:pic>
              <p:nvPicPr>
                <p:cNvPr id="17" name="Ink 16">
                  <a:extLst>
                    <a:ext uri="{FF2B5EF4-FFF2-40B4-BE49-F238E27FC236}">
                      <a16:creationId xmlns:a16="http://schemas.microsoft.com/office/drawing/2014/main" id="{3C3F6435-3FDA-4FC2-90F5-05AB869B6E1C}"/>
                    </a:ext>
                  </a:extLst>
                </p:cNvPr>
                <p:cNvPicPr/>
                <p:nvPr/>
              </p:nvPicPr>
              <p:blipFill>
                <a:blip r:embed="rId69"/>
                <a:stretch>
                  <a:fillRect/>
                </a:stretch>
              </p:blipFill>
              <p:spPr>
                <a:xfrm>
                  <a:off x="10634918" y="2112336"/>
                  <a:ext cx="2376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8" name="Ink 17">
                  <a:extLst>
                    <a:ext uri="{FF2B5EF4-FFF2-40B4-BE49-F238E27FC236}">
                      <a16:creationId xmlns:a16="http://schemas.microsoft.com/office/drawing/2014/main" id="{63888B7B-8762-3A14-507A-755A6712C3AA}"/>
                    </a:ext>
                  </a:extLst>
                </p14:cNvPr>
                <p14:cNvContentPartPr/>
                <p14:nvPr/>
              </p14:nvContentPartPr>
              <p14:xfrm>
                <a:off x="10641038" y="2109816"/>
                <a:ext cx="46440" cy="38520"/>
              </p14:xfrm>
            </p:contentPart>
          </mc:Choice>
          <mc:Fallback xmlns="">
            <p:pic>
              <p:nvPicPr>
                <p:cNvPr id="18" name="Ink 17">
                  <a:extLst>
                    <a:ext uri="{FF2B5EF4-FFF2-40B4-BE49-F238E27FC236}">
                      <a16:creationId xmlns:a16="http://schemas.microsoft.com/office/drawing/2014/main" id="{63888B7B-8762-3A14-507A-755A6712C3AA}"/>
                    </a:ext>
                  </a:extLst>
                </p:cNvPr>
                <p:cNvPicPr/>
                <p:nvPr/>
              </p:nvPicPr>
              <p:blipFill>
                <a:blip r:embed="rId71"/>
                <a:stretch>
                  <a:fillRect/>
                </a:stretch>
              </p:blipFill>
              <p:spPr>
                <a:xfrm>
                  <a:off x="10634918" y="2103696"/>
                  <a:ext cx="5868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9" name="Ink 18">
                  <a:extLst>
                    <a:ext uri="{FF2B5EF4-FFF2-40B4-BE49-F238E27FC236}">
                      <a16:creationId xmlns:a16="http://schemas.microsoft.com/office/drawing/2014/main" id="{3F51EF29-03F2-E22A-73BD-679353DF1845}"/>
                    </a:ext>
                  </a:extLst>
                </p14:cNvPr>
                <p14:cNvContentPartPr/>
                <p14:nvPr/>
              </p14:nvContentPartPr>
              <p14:xfrm>
                <a:off x="10915718" y="2096856"/>
                <a:ext cx="34920" cy="39600"/>
              </p14:xfrm>
            </p:contentPart>
          </mc:Choice>
          <mc:Fallback xmlns="">
            <p:pic>
              <p:nvPicPr>
                <p:cNvPr id="19" name="Ink 18">
                  <a:extLst>
                    <a:ext uri="{FF2B5EF4-FFF2-40B4-BE49-F238E27FC236}">
                      <a16:creationId xmlns:a16="http://schemas.microsoft.com/office/drawing/2014/main" id="{3F51EF29-03F2-E22A-73BD-679353DF1845}"/>
                    </a:ext>
                  </a:extLst>
                </p:cNvPr>
                <p:cNvPicPr/>
                <p:nvPr/>
              </p:nvPicPr>
              <p:blipFill>
                <a:blip r:embed="rId73"/>
                <a:stretch>
                  <a:fillRect/>
                </a:stretch>
              </p:blipFill>
              <p:spPr>
                <a:xfrm>
                  <a:off x="10909598" y="2090736"/>
                  <a:ext cx="471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20" name="Ink 19">
                  <a:extLst>
                    <a:ext uri="{FF2B5EF4-FFF2-40B4-BE49-F238E27FC236}">
                      <a16:creationId xmlns:a16="http://schemas.microsoft.com/office/drawing/2014/main" id="{ACA5EF45-2B4C-7EA3-9FC0-E201E3329CCC}"/>
                    </a:ext>
                  </a:extLst>
                </p14:cNvPr>
                <p14:cNvContentPartPr/>
                <p14:nvPr/>
              </p14:nvContentPartPr>
              <p14:xfrm>
                <a:off x="11222798" y="2219616"/>
                <a:ext cx="40320" cy="47520"/>
              </p14:xfrm>
            </p:contentPart>
          </mc:Choice>
          <mc:Fallback xmlns="">
            <p:pic>
              <p:nvPicPr>
                <p:cNvPr id="20" name="Ink 19">
                  <a:extLst>
                    <a:ext uri="{FF2B5EF4-FFF2-40B4-BE49-F238E27FC236}">
                      <a16:creationId xmlns:a16="http://schemas.microsoft.com/office/drawing/2014/main" id="{ACA5EF45-2B4C-7EA3-9FC0-E201E3329CCC}"/>
                    </a:ext>
                  </a:extLst>
                </p:cNvPr>
                <p:cNvPicPr/>
                <p:nvPr/>
              </p:nvPicPr>
              <p:blipFill>
                <a:blip r:embed="rId75"/>
                <a:stretch>
                  <a:fillRect/>
                </a:stretch>
              </p:blipFill>
              <p:spPr>
                <a:xfrm>
                  <a:off x="11216678" y="2213496"/>
                  <a:ext cx="5256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21" name="Ink 20">
                  <a:extLst>
                    <a:ext uri="{FF2B5EF4-FFF2-40B4-BE49-F238E27FC236}">
                      <a16:creationId xmlns:a16="http://schemas.microsoft.com/office/drawing/2014/main" id="{D219A4B4-F4E5-A28F-71D0-D9AF6236B205}"/>
                    </a:ext>
                  </a:extLst>
                </p14:cNvPr>
                <p14:cNvContentPartPr/>
                <p14:nvPr/>
              </p14:nvContentPartPr>
              <p14:xfrm>
                <a:off x="11513678" y="2477376"/>
                <a:ext cx="56160" cy="56160"/>
              </p14:xfrm>
            </p:contentPart>
          </mc:Choice>
          <mc:Fallback xmlns="">
            <p:pic>
              <p:nvPicPr>
                <p:cNvPr id="21" name="Ink 20">
                  <a:extLst>
                    <a:ext uri="{FF2B5EF4-FFF2-40B4-BE49-F238E27FC236}">
                      <a16:creationId xmlns:a16="http://schemas.microsoft.com/office/drawing/2014/main" id="{D219A4B4-F4E5-A28F-71D0-D9AF6236B205}"/>
                    </a:ext>
                  </a:extLst>
                </p:cNvPr>
                <p:cNvPicPr/>
                <p:nvPr/>
              </p:nvPicPr>
              <p:blipFill>
                <a:blip r:embed="rId77"/>
                <a:stretch>
                  <a:fillRect/>
                </a:stretch>
              </p:blipFill>
              <p:spPr>
                <a:xfrm>
                  <a:off x="11507558" y="2471256"/>
                  <a:ext cx="6840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22" name="Ink 21">
                  <a:extLst>
                    <a:ext uri="{FF2B5EF4-FFF2-40B4-BE49-F238E27FC236}">
                      <a16:creationId xmlns:a16="http://schemas.microsoft.com/office/drawing/2014/main" id="{4BD3D9BC-B567-F4DB-CC1E-950E635A3402}"/>
                    </a:ext>
                  </a:extLst>
                </p14:cNvPr>
                <p14:cNvContentPartPr/>
                <p14:nvPr/>
              </p14:nvContentPartPr>
              <p14:xfrm>
                <a:off x="11547878" y="2835216"/>
                <a:ext cx="67680" cy="58320"/>
              </p14:xfrm>
            </p:contentPart>
          </mc:Choice>
          <mc:Fallback xmlns="">
            <p:pic>
              <p:nvPicPr>
                <p:cNvPr id="22" name="Ink 21">
                  <a:extLst>
                    <a:ext uri="{FF2B5EF4-FFF2-40B4-BE49-F238E27FC236}">
                      <a16:creationId xmlns:a16="http://schemas.microsoft.com/office/drawing/2014/main" id="{4BD3D9BC-B567-F4DB-CC1E-950E635A3402}"/>
                    </a:ext>
                  </a:extLst>
                </p:cNvPr>
                <p:cNvPicPr/>
                <p:nvPr/>
              </p:nvPicPr>
              <p:blipFill>
                <a:blip r:embed="rId79"/>
                <a:stretch>
                  <a:fillRect/>
                </a:stretch>
              </p:blipFill>
              <p:spPr>
                <a:xfrm>
                  <a:off x="11541758" y="2829096"/>
                  <a:ext cx="7992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24" name="Ink 23">
                  <a:extLst>
                    <a:ext uri="{FF2B5EF4-FFF2-40B4-BE49-F238E27FC236}">
                      <a16:creationId xmlns:a16="http://schemas.microsoft.com/office/drawing/2014/main" id="{89E9E7C2-4DA1-6D23-2A20-650FC7FEC874}"/>
                    </a:ext>
                  </a:extLst>
                </p14:cNvPr>
                <p14:cNvContentPartPr/>
                <p14:nvPr/>
              </p14:nvContentPartPr>
              <p14:xfrm>
                <a:off x="10711958" y="2450016"/>
                <a:ext cx="28080" cy="24480"/>
              </p14:xfrm>
            </p:contentPart>
          </mc:Choice>
          <mc:Fallback xmlns="">
            <p:pic>
              <p:nvPicPr>
                <p:cNvPr id="24" name="Ink 23">
                  <a:extLst>
                    <a:ext uri="{FF2B5EF4-FFF2-40B4-BE49-F238E27FC236}">
                      <a16:creationId xmlns:a16="http://schemas.microsoft.com/office/drawing/2014/main" id="{89E9E7C2-4DA1-6D23-2A20-650FC7FEC874}"/>
                    </a:ext>
                  </a:extLst>
                </p:cNvPr>
                <p:cNvPicPr/>
                <p:nvPr/>
              </p:nvPicPr>
              <p:blipFill>
                <a:blip r:embed="rId81"/>
                <a:stretch>
                  <a:fillRect/>
                </a:stretch>
              </p:blipFill>
              <p:spPr>
                <a:xfrm>
                  <a:off x="10705838" y="2443896"/>
                  <a:ext cx="4032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25" name="Ink 24">
                  <a:extLst>
                    <a:ext uri="{FF2B5EF4-FFF2-40B4-BE49-F238E27FC236}">
                      <a16:creationId xmlns:a16="http://schemas.microsoft.com/office/drawing/2014/main" id="{82F18973-95DB-98C6-498F-902429496E71}"/>
                    </a:ext>
                  </a:extLst>
                </p14:cNvPr>
                <p14:cNvContentPartPr/>
                <p14:nvPr/>
              </p14:nvContentPartPr>
              <p14:xfrm>
                <a:off x="10865678" y="2387016"/>
                <a:ext cx="360" cy="360"/>
              </p14:xfrm>
            </p:contentPart>
          </mc:Choice>
          <mc:Fallback xmlns="">
            <p:pic>
              <p:nvPicPr>
                <p:cNvPr id="25" name="Ink 24">
                  <a:extLst>
                    <a:ext uri="{FF2B5EF4-FFF2-40B4-BE49-F238E27FC236}">
                      <a16:creationId xmlns:a16="http://schemas.microsoft.com/office/drawing/2014/main" id="{82F18973-95DB-98C6-498F-902429496E71}"/>
                    </a:ext>
                  </a:extLst>
                </p:cNvPr>
                <p:cNvPicPr/>
                <p:nvPr/>
              </p:nvPicPr>
              <p:blipFill>
                <a:blip r:embed="rId47"/>
                <a:stretch>
                  <a:fillRect/>
                </a:stretch>
              </p:blipFill>
              <p:spPr>
                <a:xfrm>
                  <a:off x="10859558" y="23808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28" name="Ink 27">
                  <a:extLst>
                    <a:ext uri="{FF2B5EF4-FFF2-40B4-BE49-F238E27FC236}">
                      <a16:creationId xmlns:a16="http://schemas.microsoft.com/office/drawing/2014/main" id="{4A98A4B5-D6DC-6AFF-7B3F-DA1171E17129}"/>
                    </a:ext>
                  </a:extLst>
                </p14:cNvPr>
                <p14:cNvContentPartPr/>
                <p14:nvPr/>
              </p14:nvContentPartPr>
              <p14:xfrm>
                <a:off x="10929758" y="3018096"/>
                <a:ext cx="42480" cy="46800"/>
              </p14:xfrm>
            </p:contentPart>
          </mc:Choice>
          <mc:Fallback xmlns="">
            <p:pic>
              <p:nvPicPr>
                <p:cNvPr id="28" name="Ink 27">
                  <a:extLst>
                    <a:ext uri="{FF2B5EF4-FFF2-40B4-BE49-F238E27FC236}">
                      <a16:creationId xmlns:a16="http://schemas.microsoft.com/office/drawing/2014/main" id="{4A98A4B5-D6DC-6AFF-7B3F-DA1171E17129}"/>
                    </a:ext>
                  </a:extLst>
                </p:cNvPr>
                <p:cNvPicPr/>
                <p:nvPr/>
              </p:nvPicPr>
              <p:blipFill>
                <a:blip r:embed="rId84"/>
                <a:stretch>
                  <a:fillRect/>
                </a:stretch>
              </p:blipFill>
              <p:spPr>
                <a:xfrm>
                  <a:off x="10923638" y="3011976"/>
                  <a:ext cx="5472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29" name="Ink 28">
                  <a:extLst>
                    <a:ext uri="{FF2B5EF4-FFF2-40B4-BE49-F238E27FC236}">
                      <a16:creationId xmlns:a16="http://schemas.microsoft.com/office/drawing/2014/main" id="{6B224064-0945-2D3D-1F80-82E710C2E101}"/>
                    </a:ext>
                  </a:extLst>
                </p14:cNvPr>
                <p14:cNvContentPartPr/>
                <p14:nvPr/>
              </p14:nvContentPartPr>
              <p14:xfrm>
                <a:off x="11481278" y="2981736"/>
                <a:ext cx="360" cy="360"/>
              </p14:xfrm>
            </p:contentPart>
          </mc:Choice>
          <mc:Fallback xmlns="">
            <p:pic>
              <p:nvPicPr>
                <p:cNvPr id="29" name="Ink 28">
                  <a:extLst>
                    <a:ext uri="{FF2B5EF4-FFF2-40B4-BE49-F238E27FC236}">
                      <a16:creationId xmlns:a16="http://schemas.microsoft.com/office/drawing/2014/main" id="{6B224064-0945-2D3D-1F80-82E710C2E101}"/>
                    </a:ext>
                  </a:extLst>
                </p:cNvPr>
                <p:cNvPicPr/>
                <p:nvPr/>
              </p:nvPicPr>
              <p:blipFill>
                <a:blip r:embed="rId47"/>
                <a:stretch>
                  <a:fillRect/>
                </a:stretch>
              </p:blipFill>
              <p:spPr>
                <a:xfrm>
                  <a:off x="11475158" y="29756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30" name="Ink 29">
                  <a:extLst>
                    <a:ext uri="{FF2B5EF4-FFF2-40B4-BE49-F238E27FC236}">
                      <a16:creationId xmlns:a16="http://schemas.microsoft.com/office/drawing/2014/main" id="{B13A7FBA-B72B-BDCE-C266-7E6F0ADE1CD4}"/>
                    </a:ext>
                  </a:extLst>
                </p14:cNvPr>
                <p14:cNvContentPartPr/>
                <p14:nvPr/>
              </p14:nvContentPartPr>
              <p14:xfrm>
                <a:off x="11467238" y="3033576"/>
                <a:ext cx="7200" cy="7200"/>
              </p14:xfrm>
            </p:contentPart>
          </mc:Choice>
          <mc:Fallback xmlns="">
            <p:pic>
              <p:nvPicPr>
                <p:cNvPr id="30" name="Ink 29">
                  <a:extLst>
                    <a:ext uri="{FF2B5EF4-FFF2-40B4-BE49-F238E27FC236}">
                      <a16:creationId xmlns:a16="http://schemas.microsoft.com/office/drawing/2014/main" id="{B13A7FBA-B72B-BDCE-C266-7E6F0ADE1CD4}"/>
                    </a:ext>
                  </a:extLst>
                </p:cNvPr>
                <p:cNvPicPr/>
                <p:nvPr/>
              </p:nvPicPr>
              <p:blipFill>
                <a:blip r:embed="rId87"/>
                <a:stretch>
                  <a:fillRect/>
                </a:stretch>
              </p:blipFill>
              <p:spPr>
                <a:xfrm>
                  <a:off x="11461118" y="3027456"/>
                  <a:ext cx="1944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8" name="Ink 47">
                  <a:extLst>
                    <a:ext uri="{FF2B5EF4-FFF2-40B4-BE49-F238E27FC236}">
                      <a16:creationId xmlns:a16="http://schemas.microsoft.com/office/drawing/2014/main" id="{70BA613E-D52D-C616-FE18-6CD8C1D03E75}"/>
                    </a:ext>
                  </a:extLst>
                </p14:cNvPr>
                <p14:cNvContentPartPr/>
                <p14:nvPr/>
              </p14:nvContentPartPr>
              <p14:xfrm>
                <a:off x="11643638" y="3007656"/>
                <a:ext cx="32760" cy="15480"/>
              </p14:xfrm>
            </p:contentPart>
          </mc:Choice>
          <mc:Fallback xmlns="">
            <p:pic>
              <p:nvPicPr>
                <p:cNvPr id="48" name="Ink 47">
                  <a:extLst>
                    <a:ext uri="{FF2B5EF4-FFF2-40B4-BE49-F238E27FC236}">
                      <a16:creationId xmlns:a16="http://schemas.microsoft.com/office/drawing/2014/main" id="{70BA613E-D52D-C616-FE18-6CD8C1D03E75}"/>
                    </a:ext>
                  </a:extLst>
                </p:cNvPr>
                <p:cNvPicPr/>
                <p:nvPr/>
              </p:nvPicPr>
              <p:blipFill>
                <a:blip r:embed="rId89"/>
                <a:stretch>
                  <a:fillRect/>
                </a:stretch>
              </p:blipFill>
              <p:spPr>
                <a:xfrm>
                  <a:off x="11637518" y="3001536"/>
                  <a:ext cx="4500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9" name="Ink 48">
                  <a:extLst>
                    <a:ext uri="{FF2B5EF4-FFF2-40B4-BE49-F238E27FC236}">
                      <a16:creationId xmlns:a16="http://schemas.microsoft.com/office/drawing/2014/main" id="{6F30AD1D-4DE0-79CA-560E-8D40BEA26BC2}"/>
                    </a:ext>
                  </a:extLst>
                </p14:cNvPr>
                <p14:cNvContentPartPr/>
                <p14:nvPr/>
              </p14:nvContentPartPr>
              <p14:xfrm>
                <a:off x="11759198" y="2821896"/>
                <a:ext cx="29880" cy="27000"/>
              </p14:xfrm>
            </p:contentPart>
          </mc:Choice>
          <mc:Fallback xmlns="">
            <p:pic>
              <p:nvPicPr>
                <p:cNvPr id="49" name="Ink 48">
                  <a:extLst>
                    <a:ext uri="{FF2B5EF4-FFF2-40B4-BE49-F238E27FC236}">
                      <a16:creationId xmlns:a16="http://schemas.microsoft.com/office/drawing/2014/main" id="{6F30AD1D-4DE0-79CA-560E-8D40BEA26BC2}"/>
                    </a:ext>
                  </a:extLst>
                </p:cNvPr>
                <p:cNvPicPr/>
                <p:nvPr/>
              </p:nvPicPr>
              <p:blipFill>
                <a:blip r:embed="rId91"/>
                <a:stretch>
                  <a:fillRect/>
                </a:stretch>
              </p:blipFill>
              <p:spPr>
                <a:xfrm>
                  <a:off x="11753078" y="2815776"/>
                  <a:ext cx="4212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0" name="Ink 49">
                  <a:extLst>
                    <a:ext uri="{FF2B5EF4-FFF2-40B4-BE49-F238E27FC236}">
                      <a16:creationId xmlns:a16="http://schemas.microsoft.com/office/drawing/2014/main" id="{C095D256-0695-C3CC-E9AC-C5EAE18AD574}"/>
                    </a:ext>
                  </a:extLst>
                </p14:cNvPr>
                <p14:cNvContentPartPr/>
                <p14:nvPr/>
              </p14:nvContentPartPr>
              <p14:xfrm>
                <a:off x="11760278" y="2378736"/>
                <a:ext cx="40320" cy="28440"/>
              </p14:xfrm>
            </p:contentPart>
          </mc:Choice>
          <mc:Fallback xmlns="">
            <p:pic>
              <p:nvPicPr>
                <p:cNvPr id="50" name="Ink 49">
                  <a:extLst>
                    <a:ext uri="{FF2B5EF4-FFF2-40B4-BE49-F238E27FC236}">
                      <a16:creationId xmlns:a16="http://schemas.microsoft.com/office/drawing/2014/main" id="{C095D256-0695-C3CC-E9AC-C5EAE18AD574}"/>
                    </a:ext>
                  </a:extLst>
                </p:cNvPr>
                <p:cNvPicPr/>
                <p:nvPr/>
              </p:nvPicPr>
              <p:blipFill>
                <a:blip r:embed="rId93"/>
                <a:stretch>
                  <a:fillRect/>
                </a:stretch>
              </p:blipFill>
              <p:spPr>
                <a:xfrm>
                  <a:off x="11754158" y="2372616"/>
                  <a:ext cx="5256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1" name="Ink 50">
                  <a:extLst>
                    <a:ext uri="{FF2B5EF4-FFF2-40B4-BE49-F238E27FC236}">
                      <a16:creationId xmlns:a16="http://schemas.microsoft.com/office/drawing/2014/main" id="{B98AC926-1E2A-EFA9-961C-AAC4B1B52B12}"/>
                    </a:ext>
                  </a:extLst>
                </p14:cNvPr>
                <p14:cNvContentPartPr/>
                <p14:nvPr/>
              </p14:nvContentPartPr>
              <p14:xfrm>
                <a:off x="11751998" y="2331216"/>
                <a:ext cx="27360" cy="5760"/>
              </p14:xfrm>
            </p:contentPart>
          </mc:Choice>
          <mc:Fallback xmlns="">
            <p:pic>
              <p:nvPicPr>
                <p:cNvPr id="51" name="Ink 50">
                  <a:extLst>
                    <a:ext uri="{FF2B5EF4-FFF2-40B4-BE49-F238E27FC236}">
                      <a16:creationId xmlns:a16="http://schemas.microsoft.com/office/drawing/2014/main" id="{B98AC926-1E2A-EFA9-961C-AAC4B1B52B12}"/>
                    </a:ext>
                  </a:extLst>
                </p:cNvPr>
                <p:cNvPicPr/>
                <p:nvPr/>
              </p:nvPicPr>
              <p:blipFill>
                <a:blip r:embed="rId95"/>
                <a:stretch>
                  <a:fillRect/>
                </a:stretch>
              </p:blipFill>
              <p:spPr>
                <a:xfrm>
                  <a:off x="11745878" y="2325096"/>
                  <a:ext cx="396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2" name="Ink 51">
                  <a:extLst>
                    <a:ext uri="{FF2B5EF4-FFF2-40B4-BE49-F238E27FC236}">
                      <a16:creationId xmlns:a16="http://schemas.microsoft.com/office/drawing/2014/main" id="{8C4705F2-50B8-2F73-AAC5-CBC59DF46832}"/>
                    </a:ext>
                  </a:extLst>
                </p14:cNvPr>
                <p14:cNvContentPartPr/>
                <p14:nvPr/>
              </p14:nvContentPartPr>
              <p14:xfrm>
                <a:off x="11529158" y="2243016"/>
                <a:ext cx="46800" cy="25200"/>
              </p14:xfrm>
            </p:contentPart>
          </mc:Choice>
          <mc:Fallback xmlns="">
            <p:pic>
              <p:nvPicPr>
                <p:cNvPr id="52" name="Ink 51">
                  <a:extLst>
                    <a:ext uri="{FF2B5EF4-FFF2-40B4-BE49-F238E27FC236}">
                      <a16:creationId xmlns:a16="http://schemas.microsoft.com/office/drawing/2014/main" id="{8C4705F2-50B8-2F73-AAC5-CBC59DF46832}"/>
                    </a:ext>
                  </a:extLst>
                </p:cNvPr>
                <p:cNvPicPr/>
                <p:nvPr/>
              </p:nvPicPr>
              <p:blipFill>
                <a:blip r:embed="rId97"/>
                <a:stretch>
                  <a:fillRect/>
                </a:stretch>
              </p:blipFill>
              <p:spPr>
                <a:xfrm>
                  <a:off x="11523038" y="2236896"/>
                  <a:ext cx="5904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2" name="Ink 61">
                  <a:extLst>
                    <a:ext uri="{FF2B5EF4-FFF2-40B4-BE49-F238E27FC236}">
                      <a16:creationId xmlns:a16="http://schemas.microsoft.com/office/drawing/2014/main" id="{8FFECB1C-9E27-D00D-E145-3C3F634AEF66}"/>
                    </a:ext>
                  </a:extLst>
                </p14:cNvPr>
                <p14:cNvContentPartPr/>
                <p14:nvPr/>
              </p14:nvContentPartPr>
              <p14:xfrm>
                <a:off x="10935518" y="2559096"/>
                <a:ext cx="1080" cy="18000"/>
              </p14:xfrm>
            </p:contentPart>
          </mc:Choice>
          <mc:Fallback xmlns="">
            <p:pic>
              <p:nvPicPr>
                <p:cNvPr id="62" name="Ink 61">
                  <a:extLst>
                    <a:ext uri="{FF2B5EF4-FFF2-40B4-BE49-F238E27FC236}">
                      <a16:creationId xmlns:a16="http://schemas.microsoft.com/office/drawing/2014/main" id="{8FFECB1C-9E27-D00D-E145-3C3F634AEF66}"/>
                    </a:ext>
                  </a:extLst>
                </p:cNvPr>
                <p:cNvPicPr/>
                <p:nvPr/>
              </p:nvPicPr>
              <p:blipFill>
                <a:blip r:embed="rId99"/>
                <a:stretch>
                  <a:fillRect/>
                </a:stretch>
              </p:blipFill>
              <p:spPr>
                <a:xfrm>
                  <a:off x="10929398" y="2552976"/>
                  <a:ext cx="1332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3" name="Ink 62">
                  <a:extLst>
                    <a:ext uri="{FF2B5EF4-FFF2-40B4-BE49-F238E27FC236}">
                      <a16:creationId xmlns:a16="http://schemas.microsoft.com/office/drawing/2014/main" id="{9EFA0227-0270-B2BD-5EAC-C4E8356C0F40}"/>
                    </a:ext>
                  </a:extLst>
                </p14:cNvPr>
                <p14:cNvContentPartPr/>
                <p14:nvPr/>
              </p14:nvContentPartPr>
              <p14:xfrm>
                <a:off x="10954598" y="2569536"/>
                <a:ext cx="24480" cy="60480"/>
              </p14:xfrm>
            </p:contentPart>
          </mc:Choice>
          <mc:Fallback xmlns="">
            <p:pic>
              <p:nvPicPr>
                <p:cNvPr id="63" name="Ink 62">
                  <a:extLst>
                    <a:ext uri="{FF2B5EF4-FFF2-40B4-BE49-F238E27FC236}">
                      <a16:creationId xmlns:a16="http://schemas.microsoft.com/office/drawing/2014/main" id="{9EFA0227-0270-B2BD-5EAC-C4E8356C0F40}"/>
                    </a:ext>
                  </a:extLst>
                </p:cNvPr>
                <p:cNvPicPr/>
                <p:nvPr/>
              </p:nvPicPr>
              <p:blipFill>
                <a:blip r:embed="rId101"/>
                <a:stretch>
                  <a:fillRect/>
                </a:stretch>
              </p:blipFill>
              <p:spPr>
                <a:xfrm>
                  <a:off x="10948478" y="2563416"/>
                  <a:ext cx="3672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3315" name="Ink 13314">
                  <a:extLst>
                    <a:ext uri="{FF2B5EF4-FFF2-40B4-BE49-F238E27FC236}">
                      <a16:creationId xmlns:a16="http://schemas.microsoft.com/office/drawing/2014/main" id="{E575E008-A5CA-A6D8-68A8-05EFA4F096EC}"/>
                    </a:ext>
                  </a:extLst>
                </p14:cNvPr>
                <p14:cNvContentPartPr/>
                <p14:nvPr/>
              </p14:nvContentPartPr>
              <p14:xfrm>
                <a:off x="10998518" y="2582136"/>
                <a:ext cx="360" cy="360"/>
              </p14:xfrm>
            </p:contentPart>
          </mc:Choice>
          <mc:Fallback xmlns="">
            <p:pic>
              <p:nvPicPr>
                <p:cNvPr id="13315" name="Ink 13314">
                  <a:extLst>
                    <a:ext uri="{FF2B5EF4-FFF2-40B4-BE49-F238E27FC236}">
                      <a16:creationId xmlns:a16="http://schemas.microsoft.com/office/drawing/2014/main" id="{E575E008-A5CA-A6D8-68A8-05EFA4F096EC}"/>
                    </a:ext>
                  </a:extLst>
                </p:cNvPr>
                <p:cNvPicPr/>
                <p:nvPr/>
              </p:nvPicPr>
              <p:blipFill>
                <a:blip r:embed="rId47"/>
                <a:stretch>
                  <a:fillRect/>
                </a:stretch>
              </p:blipFill>
              <p:spPr>
                <a:xfrm>
                  <a:off x="10992398" y="25760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3316" name="Ink 13315">
                  <a:extLst>
                    <a:ext uri="{FF2B5EF4-FFF2-40B4-BE49-F238E27FC236}">
                      <a16:creationId xmlns:a16="http://schemas.microsoft.com/office/drawing/2014/main" id="{88761AA5-5864-2F1E-88D9-0202187E46C6}"/>
                    </a:ext>
                  </a:extLst>
                </p14:cNvPr>
                <p14:cNvContentPartPr/>
                <p14:nvPr/>
              </p14:nvContentPartPr>
              <p14:xfrm>
                <a:off x="10949918" y="2596176"/>
                <a:ext cx="9360" cy="2520"/>
              </p14:xfrm>
            </p:contentPart>
          </mc:Choice>
          <mc:Fallback xmlns="">
            <p:pic>
              <p:nvPicPr>
                <p:cNvPr id="13316" name="Ink 13315">
                  <a:extLst>
                    <a:ext uri="{FF2B5EF4-FFF2-40B4-BE49-F238E27FC236}">
                      <a16:creationId xmlns:a16="http://schemas.microsoft.com/office/drawing/2014/main" id="{88761AA5-5864-2F1E-88D9-0202187E46C6}"/>
                    </a:ext>
                  </a:extLst>
                </p:cNvPr>
                <p:cNvPicPr/>
                <p:nvPr/>
              </p:nvPicPr>
              <p:blipFill>
                <a:blip r:embed="rId104"/>
                <a:stretch>
                  <a:fillRect/>
                </a:stretch>
              </p:blipFill>
              <p:spPr>
                <a:xfrm>
                  <a:off x="10943798" y="2590056"/>
                  <a:ext cx="21600" cy="1476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3317" name="Ink 13316">
                  <a:extLst>
                    <a:ext uri="{FF2B5EF4-FFF2-40B4-BE49-F238E27FC236}">
                      <a16:creationId xmlns:a16="http://schemas.microsoft.com/office/drawing/2014/main" id="{7CD63556-F016-621E-3902-364C6E288E9D}"/>
                    </a:ext>
                  </a:extLst>
                </p14:cNvPr>
                <p14:cNvContentPartPr/>
                <p14:nvPr/>
              </p14:nvContentPartPr>
              <p14:xfrm>
                <a:off x="10949918" y="2596176"/>
                <a:ext cx="16920" cy="7200"/>
              </p14:xfrm>
            </p:contentPart>
          </mc:Choice>
          <mc:Fallback xmlns="">
            <p:pic>
              <p:nvPicPr>
                <p:cNvPr id="13317" name="Ink 13316">
                  <a:extLst>
                    <a:ext uri="{FF2B5EF4-FFF2-40B4-BE49-F238E27FC236}">
                      <a16:creationId xmlns:a16="http://schemas.microsoft.com/office/drawing/2014/main" id="{7CD63556-F016-621E-3902-364C6E288E9D}"/>
                    </a:ext>
                  </a:extLst>
                </p:cNvPr>
                <p:cNvPicPr/>
                <p:nvPr/>
              </p:nvPicPr>
              <p:blipFill>
                <a:blip r:embed="rId106"/>
                <a:stretch>
                  <a:fillRect/>
                </a:stretch>
              </p:blipFill>
              <p:spPr>
                <a:xfrm>
                  <a:off x="10943798" y="2590056"/>
                  <a:ext cx="29160" cy="19440"/>
                </a:xfrm>
                <a:prstGeom prst="rect">
                  <a:avLst/>
                </a:prstGeom>
              </p:spPr>
            </p:pic>
          </mc:Fallback>
        </mc:AlternateContent>
      </p:grpSp>
      <p:grpSp>
        <p:nvGrpSpPr>
          <p:cNvPr id="13331" name="Group 13330">
            <a:extLst>
              <a:ext uri="{FF2B5EF4-FFF2-40B4-BE49-F238E27FC236}">
                <a16:creationId xmlns:a16="http://schemas.microsoft.com/office/drawing/2014/main" id="{451C31DB-5BB5-1D74-304F-7EA9E76EDC34}"/>
              </a:ext>
            </a:extLst>
          </p:cNvPr>
          <p:cNvGrpSpPr/>
          <p:nvPr/>
        </p:nvGrpSpPr>
        <p:grpSpPr>
          <a:xfrm>
            <a:off x="1348358" y="3374856"/>
            <a:ext cx="1910520" cy="1286280"/>
            <a:chOff x="1348358" y="3374856"/>
            <a:chExt cx="1910520" cy="1286280"/>
          </a:xfrm>
        </p:grpSpPr>
        <mc:AlternateContent xmlns:mc="http://schemas.openxmlformats.org/markup-compatibility/2006" xmlns:p14="http://schemas.microsoft.com/office/powerpoint/2010/main">
          <mc:Choice Requires="p14">
            <p:contentPart p14:bwMode="auto" r:id="rId107">
              <p14:nvContentPartPr>
                <p14:cNvPr id="13319" name="Ink 13318">
                  <a:extLst>
                    <a:ext uri="{FF2B5EF4-FFF2-40B4-BE49-F238E27FC236}">
                      <a16:creationId xmlns:a16="http://schemas.microsoft.com/office/drawing/2014/main" id="{2216E8BE-6175-51BA-2C8E-86C73821F038}"/>
                    </a:ext>
                  </a:extLst>
                </p14:cNvPr>
                <p14:cNvContentPartPr/>
                <p14:nvPr/>
              </p14:nvContentPartPr>
              <p14:xfrm>
                <a:off x="1348358" y="4244256"/>
                <a:ext cx="248760" cy="416880"/>
              </p14:xfrm>
            </p:contentPart>
          </mc:Choice>
          <mc:Fallback xmlns="">
            <p:pic>
              <p:nvPicPr>
                <p:cNvPr id="13319" name="Ink 13318">
                  <a:extLst>
                    <a:ext uri="{FF2B5EF4-FFF2-40B4-BE49-F238E27FC236}">
                      <a16:creationId xmlns:a16="http://schemas.microsoft.com/office/drawing/2014/main" id="{2216E8BE-6175-51BA-2C8E-86C73821F038}"/>
                    </a:ext>
                  </a:extLst>
                </p:cNvPr>
                <p:cNvPicPr/>
                <p:nvPr/>
              </p:nvPicPr>
              <p:blipFill>
                <a:blip r:embed="rId108"/>
                <a:stretch>
                  <a:fillRect/>
                </a:stretch>
              </p:blipFill>
              <p:spPr>
                <a:xfrm>
                  <a:off x="1342238" y="4238136"/>
                  <a:ext cx="261000" cy="42912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3320" name="Ink 13319">
                  <a:extLst>
                    <a:ext uri="{FF2B5EF4-FFF2-40B4-BE49-F238E27FC236}">
                      <a16:creationId xmlns:a16="http://schemas.microsoft.com/office/drawing/2014/main" id="{41A37FFC-A1B6-30BA-9E6E-860FC4AD5E88}"/>
                    </a:ext>
                  </a:extLst>
                </p14:cNvPr>
                <p14:cNvContentPartPr/>
                <p14:nvPr/>
              </p14:nvContentPartPr>
              <p14:xfrm>
                <a:off x="1567238" y="4253256"/>
                <a:ext cx="133560" cy="176400"/>
              </p14:xfrm>
            </p:contentPart>
          </mc:Choice>
          <mc:Fallback xmlns="">
            <p:pic>
              <p:nvPicPr>
                <p:cNvPr id="13320" name="Ink 13319">
                  <a:extLst>
                    <a:ext uri="{FF2B5EF4-FFF2-40B4-BE49-F238E27FC236}">
                      <a16:creationId xmlns:a16="http://schemas.microsoft.com/office/drawing/2014/main" id="{41A37FFC-A1B6-30BA-9E6E-860FC4AD5E88}"/>
                    </a:ext>
                  </a:extLst>
                </p:cNvPr>
                <p:cNvPicPr/>
                <p:nvPr/>
              </p:nvPicPr>
              <p:blipFill>
                <a:blip r:embed="rId110"/>
                <a:stretch>
                  <a:fillRect/>
                </a:stretch>
              </p:blipFill>
              <p:spPr>
                <a:xfrm>
                  <a:off x="1561118" y="4247136"/>
                  <a:ext cx="14580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3321" name="Ink 13320">
                  <a:extLst>
                    <a:ext uri="{FF2B5EF4-FFF2-40B4-BE49-F238E27FC236}">
                      <a16:creationId xmlns:a16="http://schemas.microsoft.com/office/drawing/2014/main" id="{859909A6-CF8E-3BFC-5236-A9EE519442AE}"/>
                    </a:ext>
                  </a:extLst>
                </p14:cNvPr>
                <p14:cNvContentPartPr/>
                <p14:nvPr/>
              </p14:nvContentPartPr>
              <p14:xfrm>
                <a:off x="1821758" y="3919176"/>
                <a:ext cx="207360" cy="276120"/>
              </p14:xfrm>
            </p:contentPart>
          </mc:Choice>
          <mc:Fallback xmlns="">
            <p:pic>
              <p:nvPicPr>
                <p:cNvPr id="13321" name="Ink 13320">
                  <a:extLst>
                    <a:ext uri="{FF2B5EF4-FFF2-40B4-BE49-F238E27FC236}">
                      <a16:creationId xmlns:a16="http://schemas.microsoft.com/office/drawing/2014/main" id="{859909A6-CF8E-3BFC-5236-A9EE519442AE}"/>
                    </a:ext>
                  </a:extLst>
                </p:cNvPr>
                <p:cNvPicPr/>
                <p:nvPr/>
              </p:nvPicPr>
              <p:blipFill>
                <a:blip r:embed="rId112"/>
                <a:stretch>
                  <a:fillRect/>
                </a:stretch>
              </p:blipFill>
              <p:spPr>
                <a:xfrm>
                  <a:off x="1815638" y="3913056"/>
                  <a:ext cx="21960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3322" name="Ink 13321">
                  <a:extLst>
                    <a:ext uri="{FF2B5EF4-FFF2-40B4-BE49-F238E27FC236}">
                      <a16:creationId xmlns:a16="http://schemas.microsoft.com/office/drawing/2014/main" id="{B353B3DC-3324-54B3-DB2A-4FD22B2B11C2}"/>
                    </a:ext>
                  </a:extLst>
                </p14:cNvPr>
                <p14:cNvContentPartPr/>
                <p14:nvPr/>
              </p14:nvContentPartPr>
              <p14:xfrm>
                <a:off x="2010398" y="3968136"/>
                <a:ext cx="96120" cy="169560"/>
              </p14:xfrm>
            </p:contentPart>
          </mc:Choice>
          <mc:Fallback xmlns="">
            <p:pic>
              <p:nvPicPr>
                <p:cNvPr id="13322" name="Ink 13321">
                  <a:extLst>
                    <a:ext uri="{FF2B5EF4-FFF2-40B4-BE49-F238E27FC236}">
                      <a16:creationId xmlns:a16="http://schemas.microsoft.com/office/drawing/2014/main" id="{B353B3DC-3324-54B3-DB2A-4FD22B2B11C2}"/>
                    </a:ext>
                  </a:extLst>
                </p:cNvPr>
                <p:cNvPicPr/>
                <p:nvPr/>
              </p:nvPicPr>
              <p:blipFill>
                <a:blip r:embed="rId114"/>
                <a:stretch>
                  <a:fillRect/>
                </a:stretch>
              </p:blipFill>
              <p:spPr>
                <a:xfrm>
                  <a:off x="2004278" y="3962016"/>
                  <a:ext cx="10836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3323" name="Ink 13322">
                  <a:extLst>
                    <a:ext uri="{FF2B5EF4-FFF2-40B4-BE49-F238E27FC236}">
                      <a16:creationId xmlns:a16="http://schemas.microsoft.com/office/drawing/2014/main" id="{D6CA1844-1D21-4E8D-5BC6-2ECCB2926148}"/>
                    </a:ext>
                  </a:extLst>
                </p14:cNvPr>
                <p14:cNvContentPartPr/>
                <p14:nvPr/>
              </p14:nvContentPartPr>
              <p14:xfrm>
                <a:off x="2120558" y="3847176"/>
                <a:ext cx="117720" cy="183600"/>
              </p14:xfrm>
            </p:contentPart>
          </mc:Choice>
          <mc:Fallback xmlns="">
            <p:pic>
              <p:nvPicPr>
                <p:cNvPr id="13323" name="Ink 13322">
                  <a:extLst>
                    <a:ext uri="{FF2B5EF4-FFF2-40B4-BE49-F238E27FC236}">
                      <a16:creationId xmlns:a16="http://schemas.microsoft.com/office/drawing/2014/main" id="{D6CA1844-1D21-4E8D-5BC6-2ECCB2926148}"/>
                    </a:ext>
                  </a:extLst>
                </p:cNvPr>
                <p:cNvPicPr/>
                <p:nvPr/>
              </p:nvPicPr>
              <p:blipFill>
                <a:blip r:embed="rId116"/>
                <a:stretch>
                  <a:fillRect/>
                </a:stretch>
              </p:blipFill>
              <p:spPr>
                <a:xfrm>
                  <a:off x="2114438" y="3841056"/>
                  <a:ext cx="12996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3324" name="Ink 13323">
                  <a:extLst>
                    <a:ext uri="{FF2B5EF4-FFF2-40B4-BE49-F238E27FC236}">
                      <a16:creationId xmlns:a16="http://schemas.microsoft.com/office/drawing/2014/main" id="{092E7130-7156-DD52-4049-C5B23BE7D6D5}"/>
                    </a:ext>
                  </a:extLst>
                </p14:cNvPr>
                <p14:cNvContentPartPr/>
                <p14:nvPr/>
              </p14:nvContentPartPr>
              <p14:xfrm>
                <a:off x="2237558" y="3791376"/>
                <a:ext cx="270000" cy="149760"/>
              </p14:xfrm>
            </p:contentPart>
          </mc:Choice>
          <mc:Fallback xmlns="">
            <p:pic>
              <p:nvPicPr>
                <p:cNvPr id="13324" name="Ink 13323">
                  <a:extLst>
                    <a:ext uri="{FF2B5EF4-FFF2-40B4-BE49-F238E27FC236}">
                      <a16:creationId xmlns:a16="http://schemas.microsoft.com/office/drawing/2014/main" id="{092E7130-7156-DD52-4049-C5B23BE7D6D5}"/>
                    </a:ext>
                  </a:extLst>
                </p:cNvPr>
                <p:cNvPicPr/>
                <p:nvPr/>
              </p:nvPicPr>
              <p:blipFill>
                <a:blip r:embed="rId118"/>
                <a:stretch>
                  <a:fillRect/>
                </a:stretch>
              </p:blipFill>
              <p:spPr>
                <a:xfrm>
                  <a:off x="2231438" y="3785256"/>
                  <a:ext cx="28224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3325" name="Ink 13324">
                  <a:extLst>
                    <a:ext uri="{FF2B5EF4-FFF2-40B4-BE49-F238E27FC236}">
                      <a16:creationId xmlns:a16="http://schemas.microsoft.com/office/drawing/2014/main" id="{6F838DB8-72C2-F84A-0FDC-5FE1329D4177}"/>
                    </a:ext>
                  </a:extLst>
                </p14:cNvPr>
                <p14:cNvContentPartPr/>
                <p14:nvPr/>
              </p14:nvContentPartPr>
              <p14:xfrm>
                <a:off x="2401358" y="3710016"/>
                <a:ext cx="360" cy="360"/>
              </p14:xfrm>
            </p:contentPart>
          </mc:Choice>
          <mc:Fallback xmlns="">
            <p:pic>
              <p:nvPicPr>
                <p:cNvPr id="13325" name="Ink 13324">
                  <a:extLst>
                    <a:ext uri="{FF2B5EF4-FFF2-40B4-BE49-F238E27FC236}">
                      <a16:creationId xmlns:a16="http://schemas.microsoft.com/office/drawing/2014/main" id="{6F838DB8-72C2-F84A-0FDC-5FE1329D4177}"/>
                    </a:ext>
                  </a:extLst>
                </p:cNvPr>
                <p:cNvPicPr/>
                <p:nvPr/>
              </p:nvPicPr>
              <p:blipFill>
                <a:blip r:embed="rId47"/>
                <a:stretch>
                  <a:fillRect/>
                </a:stretch>
              </p:blipFill>
              <p:spPr>
                <a:xfrm>
                  <a:off x="2395238" y="37038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3326" name="Ink 13325">
                  <a:extLst>
                    <a:ext uri="{FF2B5EF4-FFF2-40B4-BE49-F238E27FC236}">
                      <a16:creationId xmlns:a16="http://schemas.microsoft.com/office/drawing/2014/main" id="{7AE0B077-DAB1-580D-6BE7-39D049FAC3B8}"/>
                    </a:ext>
                  </a:extLst>
                </p14:cNvPr>
                <p14:cNvContentPartPr/>
                <p14:nvPr/>
              </p14:nvContentPartPr>
              <p14:xfrm>
                <a:off x="2532758" y="3693096"/>
                <a:ext cx="144000" cy="140760"/>
              </p14:xfrm>
            </p:contentPart>
          </mc:Choice>
          <mc:Fallback xmlns="">
            <p:pic>
              <p:nvPicPr>
                <p:cNvPr id="13326" name="Ink 13325">
                  <a:extLst>
                    <a:ext uri="{FF2B5EF4-FFF2-40B4-BE49-F238E27FC236}">
                      <a16:creationId xmlns:a16="http://schemas.microsoft.com/office/drawing/2014/main" id="{7AE0B077-DAB1-580D-6BE7-39D049FAC3B8}"/>
                    </a:ext>
                  </a:extLst>
                </p:cNvPr>
                <p:cNvPicPr/>
                <p:nvPr/>
              </p:nvPicPr>
              <p:blipFill>
                <a:blip r:embed="rId121"/>
                <a:stretch>
                  <a:fillRect/>
                </a:stretch>
              </p:blipFill>
              <p:spPr>
                <a:xfrm>
                  <a:off x="2526638" y="3686976"/>
                  <a:ext cx="15624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3327" name="Ink 13326">
                  <a:extLst>
                    <a:ext uri="{FF2B5EF4-FFF2-40B4-BE49-F238E27FC236}">
                      <a16:creationId xmlns:a16="http://schemas.microsoft.com/office/drawing/2014/main" id="{49CF59CA-C225-F12C-4EFF-4C04EEC93C4A}"/>
                    </a:ext>
                  </a:extLst>
                </p14:cNvPr>
                <p14:cNvContentPartPr/>
                <p14:nvPr/>
              </p14:nvContentPartPr>
              <p14:xfrm>
                <a:off x="2660918" y="3667176"/>
                <a:ext cx="126360" cy="105840"/>
              </p14:xfrm>
            </p:contentPart>
          </mc:Choice>
          <mc:Fallback xmlns="">
            <p:pic>
              <p:nvPicPr>
                <p:cNvPr id="13327" name="Ink 13326">
                  <a:extLst>
                    <a:ext uri="{FF2B5EF4-FFF2-40B4-BE49-F238E27FC236}">
                      <a16:creationId xmlns:a16="http://schemas.microsoft.com/office/drawing/2014/main" id="{49CF59CA-C225-F12C-4EFF-4C04EEC93C4A}"/>
                    </a:ext>
                  </a:extLst>
                </p:cNvPr>
                <p:cNvPicPr/>
                <p:nvPr/>
              </p:nvPicPr>
              <p:blipFill>
                <a:blip r:embed="rId123"/>
                <a:stretch>
                  <a:fillRect/>
                </a:stretch>
              </p:blipFill>
              <p:spPr>
                <a:xfrm>
                  <a:off x="2654798" y="3661056"/>
                  <a:ext cx="13860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3328" name="Ink 13327">
                  <a:extLst>
                    <a:ext uri="{FF2B5EF4-FFF2-40B4-BE49-F238E27FC236}">
                      <a16:creationId xmlns:a16="http://schemas.microsoft.com/office/drawing/2014/main" id="{BDCC833E-C973-2FB0-9DF2-0B312886DAAA}"/>
                    </a:ext>
                  </a:extLst>
                </p14:cNvPr>
                <p14:cNvContentPartPr/>
                <p14:nvPr/>
              </p14:nvContentPartPr>
              <p14:xfrm>
                <a:off x="2795558" y="3632256"/>
                <a:ext cx="236160" cy="126000"/>
              </p14:xfrm>
            </p:contentPart>
          </mc:Choice>
          <mc:Fallback xmlns="">
            <p:pic>
              <p:nvPicPr>
                <p:cNvPr id="13328" name="Ink 13327">
                  <a:extLst>
                    <a:ext uri="{FF2B5EF4-FFF2-40B4-BE49-F238E27FC236}">
                      <a16:creationId xmlns:a16="http://schemas.microsoft.com/office/drawing/2014/main" id="{BDCC833E-C973-2FB0-9DF2-0B312886DAAA}"/>
                    </a:ext>
                  </a:extLst>
                </p:cNvPr>
                <p:cNvPicPr/>
                <p:nvPr/>
              </p:nvPicPr>
              <p:blipFill>
                <a:blip r:embed="rId125"/>
                <a:stretch>
                  <a:fillRect/>
                </a:stretch>
              </p:blipFill>
              <p:spPr>
                <a:xfrm>
                  <a:off x="2789438" y="3626136"/>
                  <a:ext cx="24840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3329" name="Ink 13328">
                  <a:extLst>
                    <a:ext uri="{FF2B5EF4-FFF2-40B4-BE49-F238E27FC236}">
                      <a16:creationId xmlns:a16="http://schemas.microsoft.com/office/drawing/2014/main" id="{AF795B15-9D34-A9EE-198A-085014255072}"/>
                    </a:ext>
                  </a:extLst>
                </p14:cNvPr>
                <p14:cNvContentPartPr/>
                <p14:nvPr/>
              </p14:nvContentPartPr>
              <p14:xfrm>
                <a:off x="3100118" y="3374856"/>
                <a:ext cx="79560" cy="271800"/>
              </p14:xfrm>
            </p:contentPart>
          </mc:Choice>
          <mc:Fallback xmlns="">
            <p:pic>
              <p:nvPicPr>
                <p:cNvPr id="13329" name="Ink 13328">
                  <a:extLst>
                    <a:ext uri="{FF2B5EF4-FFF2-40B4-BE49-F238E27FC236}">
                      <a16:creationId xmlns:a16="http://schemas.microsoft.com/office/drawing/2014/main" id="{AF795B15-9D34-A9EE-198A-085014255072}"/>
                    </a:ext>
                  </a:extLst>
                </p:cNvPr>
                <p:cNvPicPr/>
                <p:nvPr/>
              </p:nvPicPr>
              <p:blipFill>
                <a:blip r:embed="rId127"/>
                <a:stretch>
                  <a:fillRect/>
                </a:stretch>
              </p:blipFill>
              <p:spPr>
                <a:xfrm>
                  <a:off x="3093998" y="3368736"/>
                  <a:ext cx="9180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3330" name="Ink 13329">
                  <a:extLst>
                    <a:ext uri="{FF2B5EF4-FFF2-40B4-BE49-F238E27FC236}">
                      <a16:creationId xmlns:a16="http://schemas.microsoft.com/office/drawing/2014/main" id="{8530CF43-D550-6BA4-548E-EA5B44EA1DD1}"/>
                    </a:ext>
                  </a:extLst>
                </p14:cNvPr>
                <p14:cNvContentPartPr/>
                <p14:nvPr/>
              </p14:nvContentPartPr>
              <p14:xfrm>
                <a:off x="3229358" y="3743856"/>
                <a:ext cx="29520" cy="52560"/>
              </p14:xfrm>
            </p:contentPart>
          </mc:Choice>
          <mc:Fallback xmlns="">
            <p:pic>
              <p:nvPicPr>
                <p:cNvPr id="13330" name="Ink 13329">
                  <a:extLst>
                    <a:ext uri="{FF2B5EF4-FFF2-40B4-BE49-F238E27FC236}">
                      <a16:creationId xmlns:a16="http://schemas.microsoft.com/office/drawing/2014/main" id="{8530CF43-D550-6BA4-548E-EA5B44EA1DD1}"/>
                    </a:ext>
                  </a:extLst>
                </p:cNvPr>
                <p:cNvPicPr/>
                <p:nvPr/>
              </p:nvPicPr>
              <p:blipFill>
                <a:blip r:embed="rId129"/>
                <a:stretch>
                  <a:fillRect/>
                </a:stretch>
              </p:blipFill>
              <p:spPr>
                <a:xfrm>
                  <a:off x="3223238" y="3737736"/>
                  <a:ext cx="41760" cy="64800"/>
                </a:xfrm>
                <a:prstGeom prst="rect">
                  <a:avLst/>
                </a:prstGeom>
              </p:spPr>
            </p:pic>
          </mc:Fallback>
        </mc:AlternateContent>
      </p:grpSp>
      <p:grpSp>
        <p:nvGrpSpPr>
          <p:cNvPr id="13345" name="Group 13344">
            <a:extLst>
              <a:ext uri="{FF2B5EF4-FFF2-40B4-BE49-F238E27FC236}">
                <a16:creationId xmlns:a16="http://schemas.microsoft.com/office/drawing/2014/main" id="{83C04D6E-290F-E775-7E9E-A44686E85EFC}"/>
              </a:ext>
            </a:extLst>
          </p:cNvPr>
          <p:cNvGrpSpPr/>
          <p:nvPr/>
        </p:nvGrpSpPr>
        <p:grpSpPr>
          <a:xfrm>
            <a:off x="7069118" y="2681136"/>
            <a:ext cx="1954440" cy="1428840"/>
            <a:chOff x="7069118" y="2681136"/>
            <a:chExt cx="1954440" cy="1428840"/>
          </a:xfrm>
        </p:grpSpPr>
        <mc:AlternateContent xmlns:mc="http://schemas.openxmlformats.org/markup-compatibility/2006" xmlns:p14="http://schemas.microsoft.com/office/powerpoint/2010/main">
          <mc:Choice Requires="p14">
            <p:contentPart p14:bwMode="auto" r:id="rId130">
              <p14:nvContentPartPr>
                <p14:cNvPr id="13332" name="Ink 13331">
                  <a:extLst>
                    <a:ext uri="{FF2B5EF4-FFF2-40B4-BE49-F238E27FC236}">
                      <a16:creationId xmlns:a16="http://schemas.microsoft.com/office/drawing/2014/main" id="{AFAC5559-C4AF-F26F-62B5-A78ADEF9B81B}"/>
                    </a:ext>
                  </a:extLst>
                </p14:cNvPr>
                <p14:cNvContentPartPr/>
                <p14:nvPr/>
              </p14:nvContentPartPr>
              <p14:xfrm>
                <a:off x="7941038" y="2757456"/>
                <a:ext cx="73440" cy="1352520"/>
              </p14:xfrm>
            </p:contentPart>
          </mc:Choice>
          <mc:Fallback xmlns="">
            <p:pic>
              <p:nvPicPr>
                <p:cNvPr id="13332" name="Ink 13331">
                  <a:extLst>
                    <a:ext uri="{FF2B5EF4-FFF2-40B4-BE49-F238E27FC236}">
                      <a16:creationId xmlns:a16="http://schemas.microsoft.com/office/drawing/2014/main" id="{AFAC5559-C4AF-F26F-62B5-A78ADEF9B81B}"/>
                    </a:ext>
                  </a:extLst>
                </p:cNvPr>
                <p:cNvPicPr/>
                <p:nvPr/>
              </p:nvPicPr>
              <p:blipFill>
                <a:blip r:embed="rId131"/>
                <a:stretch>
                  <a:fillRect/>
                </a:stretch>
              </p:blipFill>
              <p:spPr>
                <a:xfrm>
                  <a:off x="7934918" y="2751336"/>
                  <a:ext cx="85680" cy="13647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3333" name="Ink 13332">
                  <a:extLst>
                    <a:ext uri="{FF2B5EF4-FFF2-40B4-BE49-F238E27FC236}">
                      <a16:creationId xmlns:a16="http://schemas.microsoft.com/office/drawing/2014/main" id="{05E6474A-5BE8-FB01-93AF-72DC8866B1D9}"/>
                    </a:ext>
                  </a:extLst>
                </p14:cNvPr>
                <p14:cNvContentPartPr/>
                <p14:nvPr/>
              </p14:nvContentPartPr>
              <p14:xfrm>
                <a:off x="7069118" y="3528216"/>
                <a:ext cx="1639800" cy="164880"/>
              </p14:xfrm>
            </p:contentPart>
          </mc:Choice>
          <mc:Fallback xmlns="">
            <p:pic>
              <p:nvPicPr>
                <p:cNvPr id="13333" name="Ink 13332">
                  <a:extLst>
                    <a:ext uri="{FF2B5EF4-FFF2-40B4-BE49-F238E27FC236}">
                      <a16:creationId xmlns:a16="http://schemas.microsoft.com/office/drawing/2014/main" id="{05E6474A-5BE8-FB01-93AF-72DC8866B1D9}"/>
                    </a:ext>
                  </a:extLst>
                </p:cNvPr>
                <p:cNvPicPr/>
                <p:nvPr/>
              </p:nvPicPr>
              <p:blipFill>
                <a:blip r:embed="rId133"/>
                <a:stretch>
                  <a:fillRect/>
                </a:stretch>
              </p:blipFill>
              <p:spPr>
                <a:xfrm>
                  <a:off x="7062998" y="3522096"/>
                  <a:ext cx="165204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3334" name="Ink 13333">
                  <a:extLst>
                    <a:ext uri="{FF2B5EF4-FFF2-40B4-BE49-F238E27FC236}">
                      <a16:creationId xmlns:a16="http://schemas.microsoft.com/office/drawing/2014/main" id="{C1220FF6-AD17-2BDE-C535-44A40A0AF236}"/>
                    </a:ext>
                  </a:extLst>
                </p14:cNvPr>
                <p14:cNvContentPartPr/>
                <p14:nvPr/>
              </p14:nvContentPartPr>
              <p14:xfrm>
                <a:off x="8240198" y="3110616"/>
                <a:ext cx="108360" cy="137880"/>
              </p14:xfrm>
            </p:contentPart>
          </mc:Choice>
          <mc:Fallback xmlns="">
            <p:pic>
              <p:nvPicPr>
                <p:cNvPr id="13334" name="Ink 13333">
                  <a:extLst>
                    <a:ext uri="{FF2B5EF4-FFF2-40B4-BE49-F238E27FC236}">
                      <a16:creationId xmlns:a16="http://schemas.microsoft.com/office/drawing/2014/main" id="{C1220FF6-AD17-2BDE-C535-44A40A0AF236}"/>
                    </a:ext>
                  </a:extLst>
                </p:cNvPr>
                <p:cNvPicPr/>
                <p:nvPr/>
              </p:nvPicPr>
              <p:blipFill>
                <a:blip r:embed="rId135"/>
                <a:stretch>
                  <a:fillRect/>
                </a:stretch>
              </p:blipFill>
              <p:spPr>
                <a:xfrm>
                  <a:off x="8234078" y="3104496"/>
                  <a:ext cx="12060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3335" name="Ink 13334">
                  <a:extLst>
                    <a:ext uri="{FF2B5EF4-FFF2-40B4-BE49-F238E27FC236}">
                      <a16:creationId xmlns:a16="http://schemas.microsoft.com/office/drawing/2014/main" id="{0BF336C4-23E0-1CFF-3024-B0899C0F139D}"/>
                    </a:ext>
                  </a:extLst>
                </p14:cNvPr>
                <p14:cNvContentPartPr/>
                <p14:nvPr/>
              </p14:nvContentPartPr>
              <p14:xfrm>
                <a:off x="8225438" y="3053016"/>
                <a:ext cx="47160" cy="31320"/>
              </p14:xfrm>
            </p:contentPart>
          </mc:Choice>
          <mc:Fallback xmlns="">
            <p:pic>
              <p:nvPicPr>
                <p:cNvPr id="13335" name="Ink 13334">
                  <a:extLst>
                    <a:ext uri="{FF2B5EF4-FFF2-40B4-BE49-F238E27FC236}">
                      <a16:creationId xmlns:a16="http://schemas.microsoft.com/office/drawing/2014/main" id="{0BF336C4-23E0-1CFF-3024-B0899C0F139D}"/>
                    </a:ext>
                  </a:extLst>
                </p:cNvPr>
                <p:cNvPicPr/>
                <p:nvPr/>
              </p:nvPicPr>
              <p:blipFill>
                <a:blip r:embed="rId137"/>
                <a:stretch>
                  <a:fillRect/>
                </a:stretch>
              </p:blipFill>
              <p:spPr>
                <a:xfrm>
                  <a:off x="8219318" y="3046896"/>
                  <a:ext cx="5940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3336" name="Ink 13335">
                  <a:extLst>
                    <a:ext uri="{FF2B5EF4-FFF2-40B4-BE49-F238E27FC236}">
                      <a16:creationId xmlns:a16="http://schemas.microsoft.com/office/drawing/2014/main" id="{78BF3ECA-2ABF-11CE-5B63-2F623F236E78}"/>
                    </a:ext>
                  </a:extLst>
                </p14:cNvPr>
                <p14:cNvContentPartPr/>
                <p14:nvPr/>
              </p14:nvContentPartPr>
              <p14:xfrm>
                <a:off x="8343878" y="3197376"/>
                <a:ext cx="5040" cy="82800"/>
              </p14:xfrm>
            </p:contentPart>
          </mc:Choice>
          <mc:Fallback xmlns="">
            <p:pic>
              <p:nvPicPr>
                <p:cNvPr id="13336" name="Ink 13335">
                  <a:extLst>
                    <a:ext uri="{FF2B5EF4-FFF2-40B4-BE49-F238E27FC236}">
                      <a16:creationId xmlns:a16="http://schemas.microsoft.com/office/drawing/2014/main" id="{78BF3ECA-2ABF-11CE-5B63-2F623F236E78}"/>
                    </a:ext>
                  </a:extLst>
                </p:cNvPr>
                <p:cNvPicPr/>
                <p:nvPr/>
              </p:nvPicPr>
              <p:blipFill>
                <a:blip r:embed="rId139"/>
                <a:stretch>
                  <a:fillRect/>
                </a:stretch>
              </p:blipFill>
              <p:spPr>
                <a:xfrm>
                  <a:off x="8337758" y="3191256"/>
                  <a:ext cx="1728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3337" name="Ink 13336">
                  <a:extLst>
                    <a:ext uri="{FF2B5EF4-FFF2-40B4-BE49-F238E27FC236}">
                      <a16:creationId xmlns:a16="http://schemas.microsoft.com/office/drawing/2014/main" id="{53370725-A0CA-1CD9-1523-5745A58DA245}"/>
                    </a:ext>
                  </a:extLst>
                </p14:cNvPr>
                <p14:cNvContentPartPr/>
                <p14:nvPr/>
              </p14:nvContentPartPr>
              <p14:xfrm>
                <a:off x="8388518" y="3088656"/>
                <a:ext cx="122400" cy="121680"/>
              </p14:xfrm>
            </p:contentPart>
          </mc:Choice>
          <mc:Fallback xmlns="">
            <p:pic>
              <p:nvPicPr>
                <p:cNvPr id="13337" name="Ink 13336">
                  <a:extLst>
                    <a:ext uri="{FF2B5EF4-FFF2-40B4-BE49-F238E27FC236}">
                      <a16:creationId xmlns:a16="http://schemas.microsoft.com/office/drawing/2014/main" id="{53370725-A0CA-1CD9-1523-5745A58DA245}"/>
                    </a:ext>
                  </a:extLst>
                </p:cNvPr>
                <p:cNvPicPr/>
                <p:nvPr/>
              </p:nvPicPr>
              <p:blipFill>
                <a:blip r:embed="rId141"/>
                <a:stretch>
                  <a:fillRect/>
                </a:stretch>
              </p:blipFill>
              <p:spPr>
                <a:xfrm>
                  <a:off x="8382398" y="3082536"/>
                  <a:ext cx="13464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3338" name="Ink 13337">
                  <a:extLst>
                    <a:ext uri="{FF2B5EF4-FFF2-40B4-BE49-F238E27FC236}">
                      <a16:creationId xmlns:a16="http://schemas.microsoft.com/office/drawing/2014/main" id="{7E221F75-D528-7CAC-0549-4B13E69B260B}"/>
                    </a:ext>
                  </a:extLst>
                </p14:cNvPr>
                <p14:cNvContentPartPr/>
                <p14:nvPr/>
              </p14:nvContentPartPr>
              <p14:xfrm>
                <a:off x="8540798" y="3143016"/>
                <a:ext cx="141480" cy="102240"/>
              </p14:xfrm>
            </p:contentPart>
          </mc:Choice>
          <mc:Fallback xmlns="">
            <p:pic>
              <p:nvPicPr>
                <p:cNvPr id="13338" name="Ink 13337">
                  <a:extLst>
                    <a:ext uri="{FF2B5EF4-FFF2-40B4-BE49-F238E27FC236}">
                      <a16:creationId xmlns:a16="http://schemas.microsoft.com/office/drawing/2014/main" id="{7E221F75-D528-7CAC-0549-4B13E69B260B}"/>
                    </a:ext>
                  </a:extLst>
                </p:cNvPr>
                <p:cNvPicPr/>
                <p:nvPr/>
              </p:nvPicPr>
              <p:blipFill>
                <a:blip r:embed="rId143"/>
                <a:stretch>
                  <a:fillRect/>
                </a:stretch>
              </p:blipFill>
              <p:spPr>
                <a:xfrm>
                  <a:off x="8534678" y="3136896"/>
                  <a:ext cx="15372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3340" name="Ink 13339">
                  <a:extLst>
                    <a:ext uri="{FF2B5EF4-FFF2-40B4-BE49-F238E27FC236}">
                      <a16:creationId xmlns:a16="http://schemas.microsoft.com/office/drawing/2014/main" id="{ED97014C-943D-E67C-B7A5-E85A2B56695E}"/>
                    </a:ext>
                  </a:extLst>
                </p14:cNvPr>
                <p14:cNvContentPartPr/>
                <p14:nvPr/>
              </p14:nvContentPartPr>
              <p14:xfrm>
                <a:off x="8667878" y="2698776"/>
                <a:ext cx="210960" cy="45000"/>
              </p14:xfrm>
            </p:contentPart>
          </mc:Choice>
          <mc:Fallback xmlns="">
            <p:pic>
              <p:nvPicPr>
                <p:cNvPr id="13340" name="Ink 13339">
                  <a:extLst>
                    <a:ext uri="{FF2B5EF4-FFF2-40B4-BE49-F238E27FC236}">
                      <a16:creationId xmlns:a16="http://schemas.microsoft.com/office/drawing/2014/main" id="{ED97014C-943D-E67C-B7A5-E85A2B56695E}"/>
                    </a:ext>
                  </a:extLst>
                </p:cNvPr>
                <p:cNvPicPr/>
                <p:nvPr/>
              </p:nvPicPr>
              <p:blipFill>
                <a:blip r:embed="rId145"/>
                <a:stretch>
                  <a:fillRect/>
                </a:stretch>
              </p:blipFill>
              <p:spPr>
                <a:xfrm>
                  <a:off x="8661758" y="2692656"/>
                  <a:ext cx="22320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3341" name="Ink 13340">
                  <a:extLst>
                    <a:ext uri="{FF2B5EF4-FFF2-40B4-BE49-F238E27FC236}">
                      <a16:creationId xmlns:a16="http://schemas.microsoft.com/office/drawing/2014/main" id="{FE1C4724-30AD-4E88-0A73-0D1A7A2918B0}"/>
                    </a:ext>
                  </a:extLst>
                </p14:cNvPr>
                <p14:cNvContentPartPr/>
                <p14:nvPr/>
              </p14:nvContentPartPr>
              <p14:xfrm>
                <a:off x="7375478" y="2681136"/>
                <a:ext cx="1648080" cy="795240"/>
              </p14:xfrm>
            </p:contentPart>
          </mc:Choice>
          <mc:Fallback xmlns="">
            <p:pic>
              <p:nvPicPr>
                <p:cNvPr id="13341" name="Ink 13340">
                  <a:extLst>
                    <a:ext uri="{FF2B5EF4-FFF2-40B4-BE49-F238E27FC236}">
                      <a16:creationId xmlns:a16="http://schemas.microsoft.com/office/drawing/2014/main" id="{FE1C4724-30AD-4E88-0A73-0D1A7A2918B0}"/>
                    </a:ext>
                  </a:extLst>
                </p:cNvPr>
                <p:cNvPicPr/>
                <p:nvPr/>
              </p:nvPicPr>
              <p:blipFill>
                <a:blip r:embed="rId147"/>
                <a:stretch>
                  <a:fillRect/>
                </a:stretch>
              </p:blipFill>
              <p:spPr>
                <a:xfrm>
                  <a:off x="7369358" y="2675016"/>
                  <a:ext cx="1660320" cy="8074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3342" name="Ink 13341">
                  <a:extLst>
                    <a:ext uri="{FF2B5EF4-FFF2-40B4-BE49-F238E27FC236}">
                      <a16:creationId xmlns:a16="http://schemas.microsoft.com/office/drawing/2014/main" id="{DA48CE57-0A18-1AA8-A6D2-422BC44F4DEF}"/>
                    </a:ext>
                  </a:extLst>
                </p14:cNvPr>
                <p14:cNvContentPartPr/>
                <p14:nvPr/>
              </p14:nvContentPartPr>
              <p14:xfrm>
                <a:off x="7385558" y="2699496"/>
                <a:ext cx="1067760" cy="550440"/>
              </p14:xfrm>
            </p:contentPart>
          </mc:Choice>
          <mc:Fallback xmlns="">
            <p:pic>
              <p:nvPicPr>
                <p:cNvPr id="13342" name="Ink 13341">
                  <a:extLst>
                    <a:ext uri="{FF2B5EF4-FFF2-40B4-BE49-F238E27FC236}">
                      <a16:creationId xmlns:a16="http://schemas.microsoft.com/office/drawing/2014/main" id="{DA48CE57-0A18-1AA8-A6D2-422BC44F4DEF}"/>
                    </a:ext>
                  </a:extLst>
                </p:cNvPr>
                <p:cNvPicPr/>
                <p:nvPr/>
              </p:nvPicPr>
              <p:blipFill>
                <a:blip r:embed="rId149"/>
                <a:stretch>
                  <a:fillRect/>
                </a:stretch>
              </p:blipFill>
              <p:spPr>
                <a:xfrm>
                  <a:off x="7379438" y="2693376"/>
                  <a:ext cx="1080000" cy="5626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3344" name="Ink 13343">
                  <a:extLst>
                    <a:ext uri="{FF2B5EF4-FFF2-40B4-BE49-F238E27FC236}">
                      <a16:creationId xmlns:a16="http://schemas.microsoft.com/office/drawing/2014/main" id="{DB7B3D81-04FE-06FF-B9BA-D0D9CCC352FD}"/>
                    </a:ext>
                  </a:extLst>
                </p14:cNvPr>
                <p14:cNvContentPartPr/>
                <p14:nvPr/>
              </p14:nvContentPartPr>
              <p14:xfrm>
                <a:off x="8197718" y="3039696"/>
                <a:ext cx="69480" cy="52200"/>
              </p14:xfrm>
            </p:contentPart>
          </mc:Choice>
          <mc:Fallback xmlns="">
            <p:pic>
              <p:nvPicPr>
                <p:cNvPr id="13344" name="Ink 13343">
                  <a:extLst>
                    <a:ext uri="{FF2B5EF4-FFF2-40B4-BE49-F238E27FC236}">
                      <a16:creationId xmlns:a16="http://schemas.microsoft.com/office/drawing/2014/main" id="{DB7B3D81-04FE-06FF-B9BA-D0D9CCC352FD}"/>
                    </a:ext>
                  </a:extLst>
                </p:cNvPr>
                <p:cNvPicPr/>
                <p:nvPr/>
              </p:nvPicPr>
              <p:blipFill>
                <a:blip r:embed="rId151"/>
                <a:stretch>
                  <a:fillRect/>
                </a:stretch>
              </p:blipFill>
              <p:spPr>
                <a:xfrm>
                  <a:off x="8191598" y="3033576"/>
                  <a:ext cx="81720" cy="64440"/>
                </a:xfrm>
                <a:prstGeom prst="rect">
                  <a:avLst/>
                </a:prstGeom>
              </p:spPr>
            </p:pic>
          </mc:Fallback>
        </mc:AlternateContent>
      </p:grpSp>
      <p:grpSp>
        <p:nvGrpSpPr>
          <p:cNvPr id="13366" name="Group 13365">
            <a:extLst>
              <a:ext uri="{FF2B5EF4-FFF2-40B4-BE49-F238E27FC236}">
                <a16:creationId xmlns:a16="http://schemas.microsoft.com/office/drawing/2014/main" id="{5147D3C7-BFD6-C15E-F144-A857ADBA657B}"/>
              </a:ext>
            </a:extLst>
          </p:cNvPr>
          <p:cNvGrpSpPr/>
          <p:nvPr/>
        </p:nvGrpSpPr>
        <p:grpSpPr>
          <a:xfrm>
            <a:off x="7291238" y="4576176"/>
            <a:ext cx="956520" cy="1031400"/>
            <a:chOff x="7291238" y="4576176"/>
            <a:chExt cx="956520" cy="1031400"/>
          </a:xfrm>
        </p:grpSpPr>
        <mc:AlternateContent xmlns:mc="http://schemas.openxmlformats.org/markup-compatibility/2006" xmlns:p14="http://schemas.microsoft.com/office/powerpoint/2010/main">
          <mc:Choice Requires="p14">
            <p:contentPart p14:bwMode="auto" r:id="rId152">
              <p14:nvContentPartPr>
                <p14:cNvPr id="13346" name="Ink 13345">
                  <a:extLst>
                    <a:ext uri="{FF2B5EF4-FFF2-40B4-BE49-F238E27FC236}">
                      <a16:creationId xmlns:a16="http://schemas.microsoft.com/office/drawing/2014/main" id="{42C2E6FC-497B-2ADA-CD22-6540FFD56BEE}"/>
                    </a:ext>
                  </a:extLst>
                </p14:cNvPr>
                <p14:cNvContentPartPr/>
                <p14:nvPr/>
              </p14:nvContentPartPr>
              <p14:xfrm>
                <a:off x="7476278" y="4576176"/>
                <a:ext cx="289800" cy="70200"/>
              </p14:xfrm>
            </p:contentPart>
          </mc:Choice>
          <mc:Fallback xmlns="">
            <p:pic>
              <p:nvPicPr>
                <p:cNvPr id="13346" name="Ink 13345">
                  <a:extLst>
                    <a:ext uri="{FF2B5EF4-FFF2-40B4-BE49-F238E27FC236}">
                      <a16:creationId xmlns:a16="http://schemas.microsoft.com/office/drawing/2014/main" id="{42C2E6FC-497B-2ADA-CD22-6540FFD56BEE}"/>
                    </a:ext>
                  </a:extLst>
                </p:cNvPr>
                <p:cNvPicPr/>
                <p:nvPr/>
              </p:nvPicPr>
              <p:blipFill>
                <a:blip r:embed="rId153"/>
                <a:stretch>
                  <a:fillRect/>
                </a:stretch>
              </p:blipFill>
              <p:spPr>
                <a:xfrm>
                  <a:off x="7470158" y="4570056"/>
                  <a:ext cx="30204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3347" name="Ink 13346">
                  <a:extLst>
                    <a:ext uri="{FF2B5EF4-FFF2-40B4-BE49-F238E27FC236}">
                      <a16:creationId xmlns:a16="http://schemas.microsoft.com/office/drawing/2014/main" id="{15440042-A1EB-318F-612D-A9322C5F85B9}"/>
                    </a:ext>
                  </a:extLst>
                </p14:cNvPr>
                <p14:cNvContentPartPr/>
                <p14:nvPr/>
              </p14:nvContentPartPr>
              <p14:xfrm>
                <a:off x="7478078" y="4652136"/>
                <a:ext cx="356040" cy="86760"/>
              </p14:xfrm>
            </p:contentPart>
          </mc:Choice>
          <mc:Fallback xmlns="">
            <p:pic>
              <p:nvPicPr>
                <p:cNvPr id="13347" name="Ink 13346">
                  <a:extLst>
                    <a:ext uri="{FF2B5EF4-FFF2-40B4-BE49-F238E27FC236}">
                      <a16:creationId xmlns:a16="http://schemas.microsoft.com/office/drawing/2014/main" id="{15440042-A1EB-318F-612D-A9322C5F85B9}"/>
                    </a:ext>
                  </a:extLst>
                </p:cNvPr>
                <p:cNvPicPr/>
                <p:nvPr/>
              </p:nvPicPr>
              <p:blipFill>
                <a:blip r:embed="rId155"/>
                <a:stretch>
                  <a:fillRect/>
                </a:stretch>
              </p:blipFill>
              <p:spPr>
                <a:xfrm>
                  <a:off x="7471958" y="4646016"/>
                  <a:ext cx="36828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3349" name="Ink 13348">
                  <a:extLst>
                    <a:ext uri="{FF2B5EF4-FFF2-40B4-BE49-F238E27FC236}">
                      <a16:creationId xmlns:a16="http://schemas.microsoft.com/office/drawing/2014/main" id="{B06A23AF-9620-EF0C-8238-7D7497793ADD}"/>
                    </a:ext>
                  </a:extLst>
                </p14:cNvPr>
                <p14:cNvContentPartPr/>
                <p14:nvPr/>
              </p14:nvContentPartPr>
              <p14:xfrm>
                <a:off x="7291238" y="4841856"/>
                <a:ext cx="146160" cy="282600"/>
              </p14:xfrm>
            </p:contentPart>
          </mc:Choice>
          <mc:Fallback xmlns="">
            <p:pic>
              <p:nvPicPr>
                <p:cNvPr id="13349" name="Ink 13348">
                  <a:extLst>
                    <a:ext uri="{FF2B5EF4-FFF2-40B4-BE49-F238E27FC236}">
                      <a16:creationId xmlns:a16="http://schemas.microsoft.com/office/drawing/2014/main" id="{B06A23AF-9620-EF0C-8238-7D7497793ADD}"/>
                    </a:ext>
                  </a:extLst>
                </p:cNvPr>
                <p:cNvPicPr/>
                <p:nvPr/>
              </p:nvPicPr>
              <p:blipFill>
                <a:blip r:embed="rId157"/>
                <a:stretch>
                  <a:fillRect/>
                </a:stretch>
              </p:blipFill>
              <p:spPr>
                <a:xfrm>
                  <a:off x="7285118" y="4835736"/>
                  <a:ext cx="158400"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3350" name="Ink 13349">
                  <a:extLst>
                    <a:ext uri="{FF2B5EF4-FFF2-40B4-BE49-F238E27FC236}">
                      <a16:creationId xmlns:a16="http://schemas.microsoft.com/office/drawing/2014/main" id="{17DD6415-4C73-8FCE-85B8-E3626F0D25A1}"/>
                    </a:ext>
                  </a:extLst>
                </p14:cNvPr>
                <p14:cNvContentPartPr/>
                <p14:nvPr/>
              </p14:nvContentPartPr>
              <p14:xfrm>
                <a:off x="7410038" y="4946976"/>
                <a:ext cx="131040" cy="117000"/>
              </p14:xfrm>
            </p:contentPart>
          </mc:Choice>
          <mc:Fallback xmlns="">
            <p:pic>
              <p:nvPicPr>
                <p:cNvPr id="13350" name="Ink 13349">
                  <a:extLst>
                    <a:ext uri="{FF2B5EF4-FFF2-40B4-BE49-F238E27FC236}">
                      <a16:creationId xmlns:a16="http://schemas.microsoft.com/office/drawing/2014/main" id="{17DD6415-4C73-8FCE-85B8-E3626F0D25A1}"/>
                    </a:ext>
                  </a:extLst>
                </p:cNvPr>
                <p:cNvPicPr/>
                <p:nvPr/>
              </p:nvPicPr>
              <p:blipFill>
                <a:blip r:embed="rId159"/>
                <a:stretch>
                  <a:fillRect/>
                </a:stretch>
              </p:blipFill>
              <p:spPr>
                <a:xfrm>
                  <a:off x="7403918" y="4940856"/>
                  <a:ext cx="14328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3351" name="Ink 13350">
                  <a:extLst>
                    <a:ext uri="{FF2B5EF4-FFF2-40B4-BE49-F238E27FC236}">
                      <a16:creationId xmlns:a16="http://schemas.microsoft.com/office/drawing/2014/main" id="{14ADC494-5D70-23DF-9C4C-D7D1C008C9EF}"/>
                    </a:ext>
                  </a:extLst>
                </p14:cNvPr>
                <p14:cNvContentPartPr/>
                <p14:nvPr/>
              </p14:nvContentPartPr>
              <p14:xfrm>
                <a:off x="7551518" y="5026536"/>
                <a:ext cx="45720" cy="51840"/>
              </p14:xfrm>
            </p:contentPart>
          </mc:Choice>
          <mc:Fallback xmlns="">
            <p:pic>
              <p:nvPicPr>
                <p:cNvPr id="13351" name="Ink 13350">
                  <a:extLst>
                    <a:ext uri="{FF2B5EF4-FFF2-40B4-BE49-F238E27FC236}">
                      <a16:creationId xmlns:a16="http://schemas.microsoft.com/office/drawing/2014/main" id="{14ADC494-5D70-23DF-9C4C-D7D1C008C9EF}"/>
                    </a:ext>
                  </a:extLst>
                </p:cNvPr>
                <p:cNvPicPr/>
                <p:nvPr/>
              </p:nvPicPr>
              <p:blipFill>
                <a:blip r:embed="rId161"/>
                <a:stretch>
                  <a:fillRect/>
                </a:stretch>
              </p:blipFill>
              <p:spPr>
                <a:xfrm>
                  <a:off x="7545398" y="5020416"/>
                  <a:ext cx="5796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3352" name="Ink 13351">
                  <a:extLst>
                    <a:ext uri="{FF2B5EF4-FFF2-40B4-BE49-F238E27FC236}">
                      <a16:creationId xmlns:a16="http://schemas.microsoft.com/office/drawing/2014/main" id="{884949C9-5690-2FB1-0CCC-AE67522D28BB}"/>
                    </a:ext>
                  </a:extLst>
                </p14:cNvPr>
                <p14:cNvContentPartPr/>
                <p14:nvPr/>
              </p14:nvContentPartPr>
              <p14:xfrm>
                <a:off x="7635398" y="4999896"/>
                <a:ext cx="16200" cy="78120"/>
              </p14:xfrm>
            </p:contentPart>
          </mc:Choice>
          <mc:Fallback xmlns="">
            <p:pic>
              <p:nvPicPr>
                <p:cNvPr id="13352" name="Ink 13351">
                  <a:extLst>
                    <a:ext uri="{FF2B5EF4-FFF2-40B4-BE49-F238E27FC236}">
                      <a16:creationId xmlns:a16="http://schemas.microsoft.com/office/drawing/2014/main" id="{884949C9-5690-2FB1-0CCC-AE67522D28BB}"/>
                    </a:ext>
                  </a:extLst>
                </p:cNvPr>
                <p:cNvPicPr/>
                <p:nvPr/>
              </p:nvPicPr>
              <p:blipFill>
                <a:blip r:embed="rId163"/>
                <a:stretch>
                  <a:fillRect/>
                </a:stretch>
              </p:blipFill>
              <p:spPr>
                <a:xfrm>
                  <a:off x="7629278" y="4993776"/>
                  <a:ext cx="2844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3353" name="Ink 13352">
                  <a:extLst>
                    <a:ext uri="{FF2B5EF4-FFF2-40B4-BE49-F238E27FC236}">
                      <a16:creationId xmlns:a16="http://schemas.microsoft.com/office/drawing/2014/main" id="{DD7993FE-7C7E-0B2C-87A1-2B043147D7B9}"/>
                    </a:ext>
                  </a:extLst>
                </p14:cNvPr>
                <p14:cNvContentPartPr/>
                <p14:nvPr/>
              </p14:nvContentPartPr>
              <p14:xfrm>
                <a:off x="7743758" y="4837176"/>
                <a:ext cx="201240" cy="95400"/>
              </p14:xfrm>
            </p:contentPart>
          </mc:Choice>
          <mc:Fallback xmlns="">
            <p:pic>
              <p:nvPicPr>
                <p:cNvPr id="13353" name="Ink 13352">
                  <a:extLst>
                    <a:ext uri="{FF2B5EF4-FFF2-40B4-BE49-F238E27FC236}">
                      <a16:creationId xmlns:a16="http://schemas.microsoft.com/office/drawing/2014/main" id="{DD7993FE-7C7E-0B2C-87A1-2B043147D7B9}"/>
                    </a:ext>
                  </a:extLst>
                </p:cNvPr>
                <p:cNvPicPr/>
                <p:nvPr/>
              </p:nvPicPr>
              <p:blipFill>
                <a:blip r:embed="rId165"/>
                <a:stretch>
                  <a:fillRect/>
                </a:stretch>
              </p:blipFill>
              <p:spPr>
                <a:xfrm>
                  <a:off x="7737638" y="4831056"/>
                  <a:ext cx="21348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3354" name="Ink 13353">
                  <a:extLst>
                    <a:ext uri="{FF2B5EF4-FFF2-40B4-BE49-F238E27FC236}">
                      <a16:creationId xmlns:a16="http://schemas.microsoft.com/office/drawing/2014/main" id="{2F5E4075-3565-3742-0AD7-C042EC4FC1CB}"/>
                    </a:ext>
                  </a:extLst>
                </p14:cNvPr>
                <p14:cNvContentPartPr/>
                <p14:nvPr/>
              </p14:nvContentPartPr>
              <p14:xfrm>
                <a:off x="7987478" y="4837536"/>
                <a:ext cx="135720" cy="81720"/>
              </p14:xfrm>
            </p:contentPart>
          </mc:Choice>
          <mc:Fallback xmlns="">
            <p:pic>
              <p:nvPicPr>
                <p:cNvPr id="13354" name="Ink 13353">
                  <a:extLst>
                    <a:ext uri="{FF2B5EF4-FFF2-40B4-BE49-F238E27FC236}">
                      <a16:creationId xmlns:a16="http://schemas.microsoft.com/office/drawing/2014/main" id="{2F5E4075-3565-3742-0AD7-C042EC4FC1CB}"/>
                    </a:ext>
                  </a:extLst>
                </p:cNvPr>
                <p:cNvPicPr/>
                <p:nvPr/>
              </p:nvPicPr>
              <p:blipFill>
                <a:blip r:embed="rId167"/>
                <a:stretch>
                  <a:fillRect/>
                </a:stretch>
              </p:blipFill>
              <p:spPr>
                <a:xfrm>
                  <a:off x="7981358" y="4831416"/>
                  <a:ext cx="14796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3355" name="Ink 13354">
                  <a:extLst>
                    <a:ext uri="{FF2B5EF4-FFF2-40B4-BE49-F238E27FC236}">
                      <a16:creationId xmlns:a16="http://schemas.microsoft.com/office/drawing/2014/main" id="{33389462-F3A6-B0F8-35CD-F46820B9F965}"/>
                    </a:ext>
                  </a:extLst>
                </p14:cNvPr>
                <p14:cNvContentPartPr/>
                <p14:nvPr/>
              </p14:nvContentPartPr>
              <p14:xfrm>
                <a:off x="8058038" y="4682016"/>
                <a:ext cx="82080" cy="263880"/>
              </p14:xfrm>
            </p:contentPart>
          </mc:Choice>
          <mc:Fallback xmlns="">
            <p:pic>
              <p:nvPicPr>
                <p:cNvPr id="13355" name="Ink 13354">
                  <a:extLst>
                    <a:ext uri="{FF2B5EF4-FFF2-40B4-BE49-F238E27FC236}">
                      <a16:creationId xmlns:a16="http://schemas.microsoft.com/office/drawing/2014/main" id="{33389462-F3A6-B0F8-35CD-F46820B9F965}"/>
                    </a:ext>
                  </a:extLst>
                </p:cNvPr>
                <p:cNvPicPr/>
                <p:nvPr/>
              </p:nvPicPr>
              <p:blipFill>
                <a:blip r:embed="rId169"/>
                <a:stretch>
                  <a:fillRect/>
                </a:stretch>
              </p:blipFill>
              <p:spPr>
                <a:xfrm>
                  <a:off x="8051918" y="4675896"/>
                  <a:ext cx="9432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3356" name="Ink 13355">
                  <a:extLst>
                    <a:ext uri="{FF2B5EF4-FFF2-40B4-BE49-F238E27FC236}">
                      <a16:creationId xmlns:a16="http://schemas.microsoft.com/office/drawing/2014/main" id="{E097CB27-F603-6C4A-54F0-274058D915DC}"/>
                    </a:ext>
                  </a:extLst>
                </p14:cNvPr>
                <p14:cNvContentPartPr/>
                <p14:nvPr/>
              </p14:nvContentPartPr>
              <p14:xfrm>
                <a:off x="7668158" y="4860936"/>
                <a:ext cx="86400" cy="139320"/>
              </p14:xfrm>
            </p:contentPart>
          </mc:Choice>
          <mc:Fallback xmlns="">
            <p:pic>
              <p:nvPicPr>
                <p:cNvPr id="13356" name="Ink 13355">
                  <a:extLst>
                    <a:ext uri="{FF2B5EF4-FFF2-40B4-BE49-F238E27FC236}">
                      <a16:creationId xmlns:a16="http://schemas.microsoft.com/office/drawing/2014/main" id="{E097CB27-F603-6C4A-54F0-274058D915DC}"/>
                    </a:ext>
                  </a:extLst>
                </p:cNvPr>
                <p:cNvPicPr/>
                <p:nvPr/>
              </p:nvPicPr>
              <p:blipFill>
                <a:blip r:embed="rId171"/>
                <a:stretch>
                  <a:fillRect/>
                </a:stretch>
              </p:blipFill>
              <p:spPr>
                <a:xfrm>
                  <a:off x="7662038" y="4854816"/>
                  <a:ext cx="9864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3357" name="Ink 13356">
                  <a:extLst>
                    <a:ext uri="{FF2B5EF4-FFF2-40B4-BE49-F238E27FC236}">
                      <a16:creationId xmlns:a16="http://schemas.microsoft.com/office/drawing/2014/main" id="{002D1F7F-6C2F-6CA7-4603-F574163861CB}"/>
                    </a:ext>
                  </a:extLst>
                </p14:cNvPr>
                <p14:cNvContentPartPr/>
                <p14:nvPr/>
              </p14:nvContentPartPr>
              <p14:xfrm>
                <a:off x="7766438" y="4790736"/>
                <a:ext cx="156960" cy="118440"/>
              </p14:xfrm>
            </p:contentPart>
          </mc:Choice>
          <mc:Fallback xmlns="">
            <p:pic>
              <p:nvPicPr>
                <p:cNvPr id="13357" name="Ink 13356">
                  <a:extLst>
                    <a:ext uri="{FF2B5EF4-FFF2-40B4-BE49-F238E27FC236}">
                      <a16:creationId xmlns:a16="http://schemas.microsoft.com/office/drawing/2014/main" id="{002D1F7F-6C2F-6CA7-4603-F574163861CB}"/>
                    </a:ext>
                  </a:extLst>
                </p:cNvPr>
                <p:cNvPicPr/>
                <p:nvPr/>
              </p:nvPicPr>
              <p:blipFill>
                <a:blip r:embed="rId173"/>
                <a:stretch>
                  <a:fillRect/>
                </a:stretch>
              </p:blipFill>
              <p:spPr>
                <a:xfrm>
                  <a:off x="7760318" y="4784616"/>
                  <a:ext cx="16920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3359" name="Ink 13358">
                  <a:extLst>
                    <a:ext uri="{FF2B5EF4-FFF2-40B4-BE49-F238E27FC236}">
                      <a16:creationId xmlns:a16="http://schemas.microsoft.com/office/drawing/2014/main" id="{ADC570ED-CDF2-359F-CC25-DA1FE67E659E}"/>
                    </a:ext>
                  </a:extLst>
                </p14:cNvPr>
                <p14:cNvContentPartPr/>
                <p14:nvPr/>
              </p14:nvContentPartPr>
              <p14:xfrm>
                <a:off x="7512278" y="5357016"/>
                <a:ext cx="182520" cy="250560"/>
              </p14:xfrm>
            </p:contentPart>
          </mc:Choice>
          <mc:Fallback xmlns="">
            <p:pic>
              <p:nvPicPr>
                <p:cNvPr id="13359" name="Ink 13358">
                  <a:extLst>
                    <a:ext uri="{FF2B5EF4-FFF2-40B4-BE49-F238E27FC236}">
                      <a16:creationId xmlns:a16="http://schemas.microsoft.com/office/drawing/2014/main" id="{ADC570ED-CDF2-359F-CC25-DA1FE67E659E}"/>
                    </a:ext>
                  </a:extLst>
                </p:cNvPr>
                <p:cNvPicPr/>
                <p:nvPr/>
              </p:nvPicPr>
              <p:blipFill>
                <a:blip r:embed="rId175"/>
                <a:stretch>
                  <a:fillRect/>
                </a:stretch>
              </p:blipFill>
              <p:spPr>
                <a:xfrm>
                  <a:off x="7506158" y="5350896"/>
                  <a:ext cx="19476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3360" name="Ink 13359">
                  <a:extLst>
                    <a:ext uri="{FF2B5EF4-FFF2-40B4-BE49-F238E27FC236}">
                      <a16:creationId xmlns:a16="http://schemas.microsoft.com/office/drawing/2014/main" id="{44AC3150-F427-18BC-D243-9BE17215AA5F}"/>
                    </a:ext>
                  </a:extLst>
                </p14:cNvPr>
                <p14:cNvContentPartPr/>
                <p14:nvPr/>
              </p14:nvContentPartPr>
              <p14:xfrm>
                <a:off x="7721798" y="5438376"/>
                <a:ext cx="29160" cy="73440"/>
              </p14:xfrm>
            </p:contentPart>
          </mc:Choice>
          <mc:Fallback xmlns="">
            <p:pic>
              <p:nvPicPr>
                <p:cNvPr id="13360" name="Ink 13359">
                  <a:extLst>
                    <a:ext uri="{FF2B5EF4-FFF2-40B4-BE49-F238E27FC236}">
                      <a16:creationId xmlns:a16="http://schemas.microsoft.com/office/drawing/2014/main" id="{44AC3150-F427-18BC-D243-9BE17215AA5F}"/>
                    </a:ext>
                  </a:extLst>
                </p:cNvPr>
                <p:cNvPicPr/>
                <p:nvPr/>
              </p:nvPicPr>
              <p:blipFill>
                <a:blip r:embed="rId177"/>
                <a:stretch>
                  <a:fillRect/>
                </a:stretch>
              </p:blipFill>
              <p:spPr>
                <a:xfrm>
                  <a:off x="7715678" y="5432256"/>
                  <a:ext cx="4140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3361" name="Ink 13360">
                  <a:extLst>
                    <a:ext uri="{FF2B5EF4-FFF2-40B4-BE49-F238E27FC236}">
                      <a16:creationId xmlns:a16="http://schemas.microsoft.com/office/drawing/2014/main" id="{35E994F2-049D-1B4B-E9E7-7CE3C3898C84}"/>
                    </a:ext>
                  </a:extLst>
                </p14:cNvPr>
                <p14:cNvContentPartPr/>
                <p14:nvPr/>
              </p14:nvContentPartPr>
              <p14:xfrm>
                <a:off x="7822598" y="5380776"/>
                <a:ext cx="6840" cy="100800"/>
              </p14:xfrm>
            </p:contentPart>
          </mc:Choice>
          <mc:Fallback xmlns="">
            <p:pic>
              <p:nvPicPr>
                <p:cNvPr id="13361" name="Ink 13360">
                  <a:extLst>
                    <a:ext uri="{FF2B5EF4-FFF2-40B4-BE49-F238E27FC236}">
                      <a16:creationId xmlns:a16="http://schemas.microsoft.com/office/drawing/2014/main" id="{35E994F2-049D-1B4B-E9E7-7CE3C3898C84}"/>
                    </a:ext>
                  </a:extLst>
                </p:cNvPr>
                <p:cNvPicPr/>
                <p:nvPr/>
              </p:nvPicPr>
              <p:blipFill>
                <a:blip r:embed="rId179"/>
                <a:stretch>
                  <a:fillRect/>
                </a:stretch>
              </p:blipFill>
              <p:spPr>
                <a:xfrm>
                  <a:off x="7816478" y="5374656"/>
                  <a:ext cx="190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3362" name="Ink 13361">
                  <a:extLst>
                    <a:ext uri="{FF2B5EF4-FFF2-40B4-BE49-F238E27FC236}">
                      <a16:creationId xmlns:a16="http://schemas.microsoft.com/office/drawing/2014/main" id="{77D3FAB1-55B7-3FA6-9F3F-EE78EEE70154}"/>
                    </a:ext>
                  </a:extLst>
                </p14:cNvPr>
                <p14:cNvContentPartPr/>
                <p14:nvPr/>
              </p14:nvContentPartPr>
              <p14:xfrm>
                <a:off x="7914038" y="5222016"/>
                <a:ext cx="146880" cy="203400"/>
              </p14:xfrm>
            </p:contentPart>
          </mc:Choice>
          <mc:Fallback xmlns="">
            <p:pic>
              <p:nvPicPr>
                <p:cNvPr id="13362" name="Ink 13361">
                  <a:extLst>
                    <a:ext uri="{FF2B5EF4-FFF2-40B4-BE49-F238E27FC236}">
                      <a16:creationId xmlns:a16="http://schemas.microsoft.com/office/drawing/2014/main" id="{77D3FAB1-55B7-3FA6-9F3F-EE78EEE70154}"/>
                    </a:ext>
                  </a:extLst>
                </p:cNvPr>
                <p:cNvPicPr/>
                <p:nvPr/>
              </p:nvPicPr>
              <p:blipFill>
                <a:blip r:embed="rId181"/>
                <a:stretch>
                  <a:fillRect/>
                </a:stretch>
              </p:blipFill>
              <p:spPr>
                <a:xfrm>
                  <a:off x="7907918" y="5215896"/>
                  <a:ext cx="15912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3363" name="Ink 13362">
                  <a:extLst>
                    <a:ext uri="{FF2B5EF4-FFF2-40B4-BE49-F238E27FC236}">
                      <a16:creationId xmlns:a16="http://schemas.microsoft.com/office/drawing/2014/main" id="{E1405891-1012-F48B-D3BC-64F38E9CA2A4}"/>
                    </a:ext>
                  </a:extLst>
                </p14:cNvPr>
                <p14:cNvContentPartPr/>
                <p14:nvPr/>
              </p14:nvContentPartPr>
              <p14:xfrm>
                <a:off x="8086838" y="5234616"/>
                <a:ext cx="150480" cy="106920"/>
              </p14:xfrm>
            </p:contentPart>
          </mc:Choice>
          <mc:Fallback xmlns="">
            <p:pic>
              <p:nvPicPr>
                <p:cNvPr id="13363" name="Ink 13362">
                  <a:extLst>
                    <a:ext uri="{FF2B5EF4-FFF2-40B4-BE49-F238E27FC236}">
                      <a16:creationId xmlns:a16="http://schemas.microsoft.com/office/drawing/2014/main" id="{E1405891-1012-F48B-D3BC-64F38E9CA2A4}"/>
                    </a:ext>
                  </a:extLst>
                </p:cNvPr>
                <p:cNvPicPr/>
                <p:nvPr/>
              </p:nvPicPr>
              <p:blipFill>
                <a:blip r:embed="rId183"/>
                <a:stretch>
                  <a:fillRect/>
                </a:stretch>
              </p:blipFill>
              <p:spPr>
                <a:xfrm>
                  <a:off x="8080718" y="5228496"/>
                  <a:ext cx="16272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3364" name="Ink 13363">
                  <a:extLst>
                    <a:ext uri="{FF2B5EF4-FFF2-40B4-BE49-F238E27FC236}">
                      <a16:creationId xmlns:a16="http://schemas.microsoft.com/office/drawing/2014/main" id="{7ADAE9FF-2786-B18B-EE14-D7FFFF42AB61}"/>
                    </a:ext>
                  </a:extLst>
                </p14:cNvPr>
                <p14:cNvContentPartPr/>
                <p14:nvPr/>
              </p14:nvContentPartPr>
              <p14:xfrm>
                <a:off x="8153438" y="5067216"/>
                <a:ext cx="94320" cy="250560"/>
              </p14:xfrm>
            </p:contentPart>
          </mc:Choice>
          <mc:Fallback xmlns="">
            <p:pic>
              <p:nvPicPr>
                <p:cNvPr id="13364" name="Ink 13363">
                  <a:extLst>
                    <a:ext uri="{FF2B5EF4-FFF2-40B4-BE49-F238E27FC236}">
                      <a16:creationId xmlns:a16="http://schemas.microsoft.com/office/drawing/2014/main" id="{7ADAE9FF-2786-B18B-EE14-D7FFFF42AB61}"/>
                    </a:ext>
                  </a:extLst>
                </p:cNvPr>
                <p:cNvPicPr/>
                <p:nvPr/>
              </p:nvPicPr>
              <p:blipFill>
                <a:blip r:embed="rId185"/>
                <a:stretch>
                  <a:fillRect/>
                </a:stretch>
              </p:blipFill>
              <p:spPr>
                <a:xfrm>
                  <a:off x="8147318" y="5061096"/>
                  <a:ext cx="10656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3365" name="Ink 13364">
                  <a:extLst>
                    <a:ext uri="{FF2B5EF4-FFF2-40B4-BE49-F238E27FC236}">
                      <a16:creationId xmlns:a16="http://schemas.microsoft.com/office/drawing/2014/main" id="{DD275E9B-EC18-D7F4-88CB-84DADB46622C}"/>
                    </a:ext>
                  </a:extLst>
                </p14:cNvPr>
                <p14:cNvContentPartPr/>
                <p14:nvPr/>
              </p14:nvContentPartPr>
              <p14:xfrm>
                <a:off x="7398158" y="5327136"/>
                <a:ext cx="312120" cy="223200"/>
              </p14:xfrm>
            </p:contentPart>
          </mc:Choice>
          <mc:Fallback xmlns="">
            <p:pic>
              <p:nvPicPr>
                <p:cNvPr id="13365" name="Ink 13364">
                  <a:extLst>
                    <a:ext uri="{FF2B5EF4-FFF2-40B4-BE49-F238E27FC236}">
                      <a16:creationId xmlns:a16="http://schemas.microsoft.com/office/drawing/2014/main" id="{DD275E9B-EC18-D7F4-88CB-84DADB46622C}"/>
                    </a:ext>
                  </a:extLst>
                </p:cNvPr>
                <p:cNvPicPr/>
                <p:nvPr/>
              </p:nvPicPr>
              <p:blipFill>
                <a:blip r:embed="rId187"/>
                <a:stretch>
                  <a:fillRect/>
                </a:stretch>
              </p:blipFill>
              <p:spPr>
                <a:xfrm>
                  <a:off x="7392038" y="5321016"/>
                  <a:ext cx="324360" cy="235440"/>
                </a:xfrm>
                <a:prstGeom prst="rect">
                  <a:avLst/>
                </a:prstGeom>
              </p:spPr>
            </p:pic>
          </mc:Fallback>
        </mc:AlternateContent>
      </p:grpSp>
    </p:spTree>
    <p:extLst>
      <p:ext uri="{BB962C8B-B14F-4D97-AF65-F5344CB8AC3E}">
        <p14:creationId xmlns:p14="http://schemas.microsoft.com/office/powerpoint/2010/main" val="41378653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3636709-5B99-6DC3-A3AA-124CAB5C1D3F}"/>
                  </a:ext>
                </a:extLst>
              </p:cNvPr>
              <p:cNvSpPr txBox="1"/>
              <p:nvPr/>
            </p:nvSpPr>
            <p:spPr>
              <a:xfrm>
                <a:off x="3224174" y="1525961"/>
                <a:ext cx="6097218" cy="6934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sz="1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ctrlPr>
                        </m:fPr>
                        <m:num>
                          <m:sSup>
                            <m:sSupPr>
                              <m:ctrlPr>
                                <a:rPr lang="en-IN" sz="1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ctrlPr>
                            </m:sSupPr>
                            <m:e>
                              <m:d>
                                <m:dPr>
                                  <m:ctrlPr>
                                    <a:rPr lang="en-IN" sz="1800" b="0" i="1" smtClean="0">
                                      <a:solidFill>
                                        <a:schemeClr val="bg1"/>
                                      </a:solidFill>
                                      <a:latin typeface="Cambria Math" panose="02040503050406030204" pitchFamily="18" charset="0"/>
                                      <a:cs typeface="Arial" panose="020B0604020202020204" pitchFamily="34" charset="0"/>
                                    </a:rPr>
                                  </m:ctrlPr>
                                </m:dPr>
                                <m:e>
                                  <m:sSub>
                                    <m:sSubPr>
                                      <m:ctrlPr>
                                        <a:rPr lang="en-IN" sz="1800" b="0" i="1" smtClean="0">
                                          <a:solidFill>
                                            <a:schemeClr val="bg1"/>
                                          </a:solidFill>
                                          <a:latin typeface="Cambria Math" panose="02040503050406030204" pitchFamily="18" charset="0"/>
                                          <a:cs typeface="Arial" panose="020B0604020202020204" pitchFamily="34" charset="0"/>
                                        </a:rPr>
                                      </m:ctrlPr>
                                    </m:sSubPr>
                                    <m:e>
                                      <m:r>
                                        <m:rPr>
                                          <m:sty m:val="p"/>
                                        </m:rPr>
                                        <a:rPr lang="en-IN" sz="1800" b="0" i="0" smtClean="0">
                                          <a:solidFill>
                                            <a:schemeClr val="bg1"/>
                                          </a:solidFill>
                                          <a:latin typeface="Cambria Math" panose="02040503050406030204" pitchFamily="18" charset="0"/>
                                          <a:cs typeface="Arial" panose="020B0604020202020204" pitchFamily="34" charset="0"/>
                                        </a:rPr>
                                        <m:t>x</m:t>
                                      </m:r>
                                    </m:e>
                                    <m:sub>
                                      <m:r>
                                        <a:rPr lang="en-IN" sz="1800" b="0" i="0" smtClean="0">
                                          <a:solidFill>
                                            <a:schemeClr val="bg1"/>
                                          </a:solidFill>
                                          <a:latin typeface="Cambria Math" panose="02040503050406030204" pitchFamily="18" charset="0"/>
                                          <a:cs typeface="Arial" panose="020B0604020202020204" pitchFamily="34" charset="0"/>
                                        </a:rPr>
                                        <m:t>1</m:t>
                                      </m:r>
                                    </m:sub>
                                  </m:sSub>
                                  <m:r>
                                    <a:rPr lang="en-IN" sz="1800" b="0" i="0" smtClean="0">
                                      <a:solidFill>
                                        <a:schemeClr val="bg1"/>
                                      </a:solidFill>
                                      <a:latin typeface="Cambria Math" panose="02040503050406030204" pitchFamily="18" charset="0"/>
                                      <a:cs typeface="Arial" panose="020B0604020202020204" pitchFamily="34" charset="0"/>
                                    </a:rPr>
                                    <m:t>−</m:t>
                                  </m:r>
                                  <m:sSub>
                                    <m:sSubPr>
                                      <m:ctrlPr>
                                        <a:rPr lang="en-IN" sz="1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18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18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1</m:t>
                                      </m:r>
                                    </m:sub>
                                  </m:sSub>
                                </m:e>
                              </m:d>
                            </m:e>
                            <m:sup>
                              <m:r>
                                <a:rPr lang="en-IN" sz="18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p>
                          </m:sSup>
                        </m:num>
                        <m:den>
                          <m:sSub>
                            <m:sSubPr>
                              <m:ctrlPr>
                                <a:rPr lang="en-IN" sz="1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18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σ</m:t>
                              </m:r>
                            </m:e>
                            <m:sub>
                              <m:r>
                                <a:rPr lang="en-IN" sz="18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11</m:t>
                              </m:r>
                            </m:sub>
                          </m:sSub>
                        </m:den>
                      </m:f>
                      <m:r>
                        <a:rPr lang="en-IN" sz="18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f>
                        <m:fPr>
                          <m:ctrlPr>
                            <a:rPr lang="en-IN" sz="18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fPr>
                        <m:num>
                          <m:sSup>
                            <m:sSupPr>
                              <m:ctrlPr>
                                <a:rPr lang="en-IN" sz="18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pPr>
                            <m:e>
                              <m:d>
                                <m:dPr>
                                  <m:ctrlPr>
                                    <a:rPr lang="en-IN" sz="1800" i="1">
                                      <a:solidFill>
                                        <a:schemeClr val="bg1"/>
                                      </a:solidFill>
                                      <a:latin typeface="Cambria Math" panose="02040503050406030204" pitchFamily="18" charset="0"/>
                                      <a:cs typeface="Arial" panose="020B0604020202020204" pitchFamily="34" charset="0"/>
                                    </a:rPr>
                                  </m:ctrlPr>
                                </m:dPr>
                                <m:e>
                                  <m:sSub>
                                    <m:sSubPr>
                                      <m:ctrlPr>
                                        <a:rPr lang="en-IN" sz="1800" i="1">
                                          <a:solidFill>
                                            <a:schemeClr val="bg1"/>
                                          </a:solidFill>
                                          <a:latin typeface="Cambria Math" panose="02040503050406030204" pitchFamily="18" charset="0"/>
                                          <a:cs typeface="Arial" panose="020B0604020202020204" pitchFamily="34" charset="0"/>
                                        </a:rPr>
                                      </m:ctrlPr>
                                    </m:sSubPr>
                                    <m:e>
                                      <m:r>
                                        <m:rPr>
                                          <m:sty m:val="p"/>
                                        </m:rPr>
                                        <a:rPr lang="en-IN" sz="1800" i="0">
                                          <a:solidFill>
                                            <a:schemeClr val="bg1"/>
                                          </a:solidFill>
                                          <a:latin typeface="Cambria Math" panose="02040503050406030204" pitchFamily="18" charset="0"/>
                                          <a:cs typeface="Arial" panose="020B0604020202020204" pitchFamily="34" charset="0"/>
                                        </a:rPr>
                                        <m:t>x</m:t>
                                      </m:r>
                                    </m:e>
                                    <m:sub>
                                      <m:r>
                                        <a:rPr lang="en-IN" sz="1800" b="0" i="0" smtClean="0">
                                          <a:solidFill>
                                            <a:schemeClr val="bg1"/>
                                          </a:solidFill>
                                          <a:latin typeface="Cambria Math" panose="02040503050406030204" pitchFamily="18" charset="0"/>
                                          <a:cs typeface="Arial" panose="020B0604020202020204" pitchFamily="34" charset="0"/>
                                        </a:rPr>
                                        <m:t>2</m:t>
                                      </m:r>
                                    </m:sub>
                                  </m:sSub>
                                  <m:r>
                                    <a:rPr lang="en-IN" sz="1800" i="0">
                                      <a:solidFill>
                                        <a:schemeClr val="bg1"/>
                                      </a:solidFill>
                                      <a:latin typeface="Cambria Math" panose="02040503050406030204" pitchFamily="18" charset="0"/>
                                      <a:cs typeface="Arial" panose="020B0604020202020204" pitchFamily="34" charset="0"/>
                                    </a:rPr>
                                    <m:t>−</m:t>
                                  </m:r>
                                  <m:sSub>
                                    <m:sSubPr>
                                      <m:ctrlPr>
                                        <a:rPr lang="en-IN" sz="18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1800" i="0">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18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b>
                                  </m:sSub>
                                </m:e>
                              </m:d>
                            </m:e>
                            <m:sup>
                              <m:r>
                                <a:rPr lang="en-IN" sz="1800" i="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p>
                          </m:sSup>
                        </m:num>
                        <m:den>
                          <m:sSub>
                            <m:sSubPr>
                              <m:ctrlPr>
                                <a:rPr lang="en-IN" sz="18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1800" i="0">
                                  <a:solidFill>
                                    <a:schemeClr val="bg1"/>
                                  </a:solidFill>
                                  <a:latin typeface="Cambria Math" panose="02040503050406030204" pitchFamily="18" charset="0"/>
                                  <a:ea typeface="Cambria Math" panose="02040503050406030204" pitchFamily="18" charset="0"/>
                                  <a:cs typeface="Arial" panose="020B0604020202020204" pitchFamily="34" charset="0"/>
                                </a:rPr>
                                <m:t>σ</m:t>
                              </m:r>
                            </m:e>
                            <m:sub>
                              <m:r>
                                <a:rPr lang="en-IN" sz="18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22</m:t>
                              </m:r>
                            </m:sub>
                          </m:sSub>
                        </m:den>
                      </m:f>
                      <m:r>
                        <a:rPr lang="en-IN" sz="18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1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IN" sz="18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d</m:t>
                          </m:r>
                        </m:e>
                        <m:sup>
                          <m:r>
                            <a:rPr lang="en-IN" sz="18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p>
                      </m:sSup>
                    </m:oMath>
                  </m:oMathPara>
                </a14:m>
                <a:endParaRPr lang="en-IN" dirty="0"/>
              </a:p>
            </p:txBody>
          </p:sp>
        </mc:Choice>
        <mc:Fallback xmlns="">
          <p:sp>
            <p:nvSpPr>
              <p:cNvPr id="5" name="TextBox 4">
                <a:extLst>
                  <a:ext uri="{FF2B5EF4-FFF2-40B4-BE49-F238E27FC236}">
                    <a16:creationId xmlns:a16="http://schemas.microsoft.com/office/drawing/2014/main" id="{83636709-5B99-6DC3-A3AA-124CAB5C1D3F}"/>
                  </a:ext>
                </a:extLst>
              </p:cNvPr>
              <p:cNvSpPr txBox="1">
                <a:spLocks noRot="1" noChangeAspect="1" noMove="1" noResize="1" noEditPoints="1" noAdjustHandles="1" noChangeArrowheads="1" noChangeShapeType="1" noTextEdit="1"/>
              </p:cNvSpPr>
              <p:nvPr/>
            </p:nvSpPr>
            <p:spPr>
              <a:xfrm>
                <a:off x="3224174" y="1525961"/>
                <a:ext cx="6097218" cy="693460"/>
              </a:xfrm>
              <a:prstGeom prst="rect">
                <a:avLst/>
              </a:prstGeom>
              <a:blipFill>
                <a:blip r:embed="rId2"/>
                <a:stretch>
                  <a:fillRect/>
                </a:stretch>
              </a:blipFill>
            </p:spPr>
            <p:txBody>
              <a:bodyPr/>
              <a:lstStyle/>
              <a:p>
                <a:r>
                  <a:rPr lang="en-IN">
                    <a:noFill/>
                  </a:rPr>
                  <a:t> </a:t>
                </a:r>
              </a:p>
            </p:txBody>
          </p:sp>
        </mc:Fallback>
      </mc:AlternateContent>
      <p:grpSp>
        <p:nvGrpSpPr>
          <p:cNvPr id="24" name="Group 23">
            <a:extLst>
              <a:ext uri="{FF2B5EF4-FFF2-40B4-BE49-F238E27FC236}">
                <a16:creationId xmlns:a16="http://schemas.microsoft.com/office/drawing/2014/main" id="{0DA23D51-84D2-683E-210B-E866C6ECAD4B}"/>
              </a:ext>
            </a:extLst>
          </p:cNvPr>
          <p:cNvGrpSpPr/>
          <p:nvPr/>
        </p:nvGrpSpPr>
        <p:grpSpPr>
          <a:xfrm>
            <a:off x="9605678" y="1192896"/>
            <a:ext cx="1847160" cy="1031040"/>
            <a:chOff x="9605678" y="1192896"/>
            <a:chExt cx="1847160" cy="1031040"/>
          </a:xfrm>
        </p:grpSpPr>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2B3475E3-719B-84C1-86FC-6C3B796C2BA8}"/>
                    </a:ext>
                  </a:extLst>
                </p14:cNvPr>
                <p14:cNvContentPartPr/>
                <p14:nvPr/>
              </p14:nvContentPartPr>
              <p14:xfrm>
                <a:off x="9605678" y="1544616"/>
                <a:ext cx="281880" cy="349200"/>
              </p14:xfrm>
            </p:contentPart>
          </mc:Choice>
          <mc:Fallback xmlns="">
            <p:pic>
              <p:nvPicPr>
                <p:cNvPr id="6" name="Ink 5">
                  <a:extLst>
                    <a:ext uri="{FF2B5EF4-FFF2-40B4-BE49-F238E27FC236}">
                      <a16:creationId xmlns:a16="http://schemas.microsoft.com/office/drawing/2014/main" id="{2B3475E3-719B-84C1-86FC-6C3B796C2BA8}"/>
                    </a:ext>
                  </a:extLst>
                </p:cNvPr>
                <p:cNvPicPr/>
                <p:nvPr/>
              </p:nvPicPr>
              <p:blipFill>
                <a:blip r:embed="rId4"/>
                <a:stretch>
                  <a:fillRect/>
                </a:stretch>
              </p:blipFill>
              <p:spPr>
                <a:xfrm>
                  <a:off x="9599558" y="1538496"/>
                  <a:ext cx="29412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387BA611-2F1B-0FC3-38D5-80B1DE95DCDA}"/>
                    </a:ext>
                  </a:extLst>
                </p14:cNvPr>
                <p14:cNvContentPartPr/>
                <p14:nvPr/>
              </p14:nvContentPartPr>
              <p14:xfrm>
                <a:off x="9928598" y="1493136"/>
                <a:ext cx="46080" cy="328680"/>
              </p14:xfrm>
            </p:contentPart>
          </mc:Choice>
          <mc:Fallback xmlns="">
            <p:pic>
              <p:nvPicPr>
                <p:cNvPr id="7" name="Ink 6">
                  <a:extLst>
                    <a:ext uri="{FF2B5EF4-FFF2-40B4-BE49-F238E27FC236}">
                      <a16:creationId xmlns:a16="http://schemas.microsoft.com/office/drawing/2014/main" id="{387BA611-2F1B-0FC3-38D5-80B1DE95DCDA}"/>
                    </a:ext>
                  </a:extLst>
                </p:cNvPr>
                <p:cNvPicPr/>
                <p:nvPr/>
              </p:nvPicPr>
              <p:blipFill>
                <a:blip r:embed="rId6"/>
                <a:stretch>
                  <a:fillRect/>
                </a:stretch>
              </p:blipFill>
              <p:spPr>
                <a:xfrm>
                  <a:off x="9922478" y="1487016"/>
                  <a:ext cx="58320" cy="340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72390EAA-1769-E098-667D-281E0ADDBBD2}"/>
                    </a:ext>
                  </a:extLst>
                </p14:cNvPr>
                <p14:cNvContentPartPr/>
                <p14:nvPr/>
              </p14:nvContentPartPr>
              <p14:xfrm>
                <a:off x="9919598" y="1619496"/>
                <a:ext cx="171000" cy="93960"/>
              </p14:xfrm>
            </p:contentPart>
          </mc:Choice>
          <mc:Fallback xmlns="">
            <p:pic>
              <p:nvPicPr>
                <p:cNvPr id="8" name="Ink 7">
                  <a:extLst>
                    <a:ext uri="{FF2B5EF4-FFF2-40B4-BE49-F238E27FC236}">
                      <a16:creationId xmlns:a16="http://schemas.microsoft.com/office/drawing/2014/main" id="{72390EAA-1769-E098-667D-281E0ADDBBD2}"/>
                    </a:ext>
                  </a:extLst>
                </p:cNvPr>
                <p:cNvPicPr/>
                <p:nvPr/>
              </p:nvPicPr>
              <p:blipFill>
                <a:blip r:embed="rId8"/>
                <a:stretch>
                  <a:fillRect/>
                </a:stretch>
              </p:blipFill>
              <p:spPr>
                <a:xfrm>
                  <a:off x="9913478" y="1613376"/>
                  <a:ext cx="18324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492116D-AE2A-F1E6-3990-EB1BFFC19F24}"/>
                    </a:ext>
                  </a:extLst>
                </p14:cNvPr>
                <p14:cNvContentPartPr/>
                <p14:nvPr/>
              </p14:nvContentPartPr>
              <p14:xfrm>
                <a:off x="10087718" y="1590696"/>
                <a:ext cx="149760" cy="113400"/>
              </p14:xfrm>
            </p:contentPart>
          </mc:Choice>
          <mc:Fallback xmlns="">
            <p:pic>
              <p:nvPicPr>
                <p:cNvPr id="9" name="Ink 8">
                  <a:extLst>
                    <a:ext uri="{FF2B5EF4-FFF2-40B4-BE49-F238E27FC236}">
                      <a16:creationId xmlns:a16="http://schemas.microsoft.com/office/drawing/2014/main" id="{6492116D-AE2A-F1E6-3990-EB1BFFC19F24}"/>
                    </a:ext>
                  </a:extLst>
                </p:cNvPr>
                <p:cNvPicPr/>
                <p:nvPr/>
              </p:nvPicPr>
              <p:blipFill>
                <a:blip r:embed="rId10"/>
                <a:stretch>
                  <a:fillRect/>
                </a:stretch>
              </p:blipFill>
              <p:spPr>
                <a:xfrm>
                  <a:off x="10081598" y="1584576"/>
                  <a:ext cx="16200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C94591E0-D808-116E-9337-5A72A2525AD3}"/>
                    </a:ext>
                  </a:extLst>
                </p14:cNvPr>
                <p14:cNvContentPartPr/>
                <p14:nvPr/>
              </p14:nvContentPartPr>
              <p14:xfrm>
                <a:off x="10282118" y="1459656"/>
                <a:ext cx="37800" cy="189720"/>
              </p14:xfrm>
            </p:contentPart>
          </mc:Choice>
          <mc:Fallback xmlns="">
            <p:pic>
              <p:nvPicPr>
                <p:cNvPr id="10" name="Ink 9">
                  <a:extLst>
                    <a:ext uri="{FF2B5EF4-FFF2-40B4-BE49-F238E27FC236}">
                      <a16:creationId xmlns:a16="http://schemas.microsoft.com/office/drawing/2014/main" id="{C94591E0-D808-116E-9337-5A72A2525AD3}"/>
                    </a:ext>
                  </a:extLst>
                </p:cNvPr>
                <p:cNvPicPr/>
                <p:nvPr/>
              </p:nvPicPr>
              <p:blipFill>
                <a:blip r:embed="rId12"/>
                <a:stretch>
                  <a:fillRect/>
                </a:stretch>
              </p:blipFill>
              <p:spPr>
                <a:xfrm>
                  <a:off x="10275998" y="1453536"/>
                  <a:ext cx="5004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6D09ADA9-E81A-3510-6686-4335A2C699EF}"/>
                    </a:ext>
                  </a:extLst>
                </p14:cNvPr>
                <p14:cNvContentPartPr/>
                <p14:nvPr/>
              </p14:nvContentPartPr>
              <p14:xfrm>
                <a:off x="10304078" y="1571256"/>
                <a:ext cx="117360" cy="88560"/>
              </p14:xfrm>
            </p:contentPart>
          </mc:Choice>
          <mc:Fallback xmlns="">
            <p:pic>
              <p:nvPicPr>
                <p:cNvPr id="11" name="Ink 10">
                  <a:extLst>
                    <a:ext uri="{FF2B5EF4-FFF2-40B4-BE49-F238E27FC236}">
                      <a16:creationId xmlns:a16="http://schemas.microsoft.com/office/drawing/2014/main" id="{6D09ADA9-E81A-3510-6686-4335A2C699EF}"/>
                    </a:ext>
                  </a:extLst>
                </p:cNvPr>
                <p:cNvPicPr/>
                <p:nvPr/>
              </p:nvPicPr>
              <p:blipFill>
                <a:blip r:embed="rId14"/>
                <a:stretch>
                  <a:fillRect/>
                </a:stretch>
              </p:blipFill>
              <p:spPr>
                <a:xfrm>
                  <a:off x="10297958" y="1565136"/>
                  <a:ext cx="12960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AC405244-7075-85CF-CC2E-D120B8DF8F2F}"/>
                    </a:ext>
                  </a:extLst>
                </p14:cNvPr>
                <p14:cNvContentPartPr/>
                <p14:nvPr/>
              </p14:nvContentPartPr>
              <p14:xfrm>
                <a:off x="10437638" y="1501056"/>
                <a:ext cx="360" cy="360"/>
              </p14:xfrm>
            </p:contentPart>
          </mc:Choice>
          <mc:Fallback xmlns="">
            <p:pic>
              <p:nvPicPr>
                <p:cNvPr id="12" name="Ink 11">
                  <a:extLst>
                    <a:ext uri="{FF2B5EF4-FFF2-40B4-BE49-F238E27FC236}">
                      <a16:creationId xmlns:a16="http://schemas.microsoft.com/office/drawing/2014/main" id="{AC405244-7075-85CF-CC2E-D120B8DF8F2F}"/>
                    </a:ext>
                  </a:extLst>
                </p:cNvPr>
                <p:cNvPicPr/>
                <p:nvPr/>
              </p:nvPicPr>
              <p:blipFill>
                <a:blip r:embed="rId16"/>
                <a:stretch>
                  <a:fillRect/>
                </a:stretch>
              </p:blipFill>
              <p:spPr>
                <a:xfrm>
                  <a:off x="10431518" y="14949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9BB74441-59E0-A9E4-E555-6BEA6C829E89}"/>
                    </a:ext>
                  </a:extLst>
                </p14:cNvPr>
                <p14:cNvContentPartPr/>
                <p14:nvPr/>
              </p14:nvContentPartPr>
              <p14:xfrm>
                <a:off x="10416398" y="1510056"/>
                <a:ext cx="151560" cy="132840"/>
              </p14:xfrm>
            </p:contentPart>
          </mc:Choice>
          <mc:Fallback xmlns="">
            <p:pic>
              <p:nvPicPr>
                <p:cNvPr id="13" name="Ink 12">
                  <a:extLst>
                    <a:ext uri="{FF2B5EF4-FFF2-40B4-BE49-F238E27FC236}">
                      <a16:creationId xmlns:a16="http://schemas.microsoft.com/office/drawing/2014/main" id="{9BB74441-59E0-A9E4-E555-6BEA6C829E89}"/>
                    </a:ext>
                  </a:extLst>
                </p:cNvPr>
                <p:cNvPicPr/>
                <p:nvPr/>
              </p:nvPicPr>
              <p:blipFill>
                <a:blip r:embed="rId18"/>
                <a:stretch>
                  <a:fillRect/>
                </a:stretch>
              </p:blipFill>
              <p:spPr>
                <a:xfrm>
                  <a:off x="10410278" y="1503936"/>
                  <a:ext cx="16380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Ink 13">
                  <a:extLst>
                    <a:ext uri="{FF2B5EF4-FFF2-40B4-BE49-F238E27FC236}">
                      <a16:creationId xmlns:a16="http://schemas.microsoft.com/office/drawing/2014/main" id="{951AC3FA-91AB-33F9-B69C-DCF645B30303}"/>
                    </a:ext>
                  </a:extLst>
                </p14:cNvPr>
                <p14:cNvContentPartPr/>
                <p14:nvPr/>
              </p14:nvContentPartPr>
              <p14:xfrm>
                <a:off x="10638518" y="1299456"/>
                <a:ext cx="43560" cy="289440"/>
              </p14:xfrm>
            </p:contentPart>
          </mc:Choice>
          <mc:Fallback xmlns="">
            <p:pic>
              <p:nvPicPr>
                <p:cNvPr id="14" name="Ink 13">
                  <a:extLst>
                    <a:ext uri="{FF2B5EF4-FFF2-40B4-BE49-F238E27FC236}">
                      <a16:creationId xmlns:a16="http://schemas.microsoft.com/office/drawing/2014/main" id="{951AC3FA-91AB-33F9-B69C-DCF645B30303}"/>
                    </a:ext>
                  </a:extLst>
                </p:cNvPr>
                <p:cNvPicPr/>
                <p:nvPr/>
              </p:nvPicPr>
              <p:blipFill>
                <a:blip r:embed="rId20"/>
                <a:stretch>
                  <a:fillRect/>
                </a:stretch>
              </p:blipFill>
              <p:spPr>
                <a:xfrm>
                  <a:off x="10632398" y="1293336"/>
                  <a:ext cx="5580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5" name="Ink 14">
                  <a:extLst>
                    <a:ext uri="{FF2B5EF4-FFF2-40B4-BE49-F238E27FC236}">
                      <a16:creationId xmlns:a16="http://schemas.microsoft.com/office/drawing/2014/main" id="{A6B58C74-0D93-FDDD-2ACB-E180A77AEFFC}"/>
                    </a:ext>
                  </a:extLst>
                </p14:cNvPr>
                <p14:cNvContentPartPr/>
                <p14:nvPr/>
              </p14:nvContentPartPr>
              <p14:xfrm>
                <a:off x="10607198" y="1459656"/>
                <a:ext cx="201960" cy="123480"/>
              </p14:xfrm>
            </p:contentPart>
          </mc:Choice>
          <mc:Fallback xmlns="">
            <p:pic>
              <p:nvPicPr>
                <p:cNvPr id="15" name="Ink 14">
                  <a:extLst>
                    <a:ext uri="{FF2B5EF4-FFF2-40B4-BE49-F238E27FC236}">
                      <a16:creationId xmlns:a16="http://schemas.microsoft.com/office/drawing/2014/main" id="{A6B58C74-0D93-FDDD-2ACB-E180A77AEFFC}"/>
                    </a:ext>
                  </a:extLst>
                </p:cNvPr>
                <p:cNvPicPr/>
                <p:nvPr/>
              </p:nvPicPr>
              <p:blipFill>
                <a:blip r:embed="rId22"/>
                <a:stretch>
                  <a:fillRect/>
                </a:stretch>
              </p:blipFill>
              <p:spPr>
                <a:xfrm>
                  <a:off x="10601078" y="1453536"/>
                  <a:ext cx="21420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6" name="Ink 15">
                  <a:extLst>
                    <a:ext uri="{FF2B5EF4-FFF2-40B4-BE49-F238E27FC236}">
                      <a16:creationId xmlns:a16="http://schemas.microsoft.com/office/drawing/2014/main" id="{D74CE28E-2B3E-C176-14CF-A8CAE8B5AB8E}"/>
                    </a:ext>
                  </a:extLst>
                </p14:cNvPr>
                <p14:cNvContentPartPr/>
                <p14:nvPr/>
              </p14:nvContentPartPr>
              <p14:xfrm>
                <a:off x="10773158" y="1357056"/>
                <a:ext cx="26280" cy="16200"/>
              </p14:xfrm>
            </p:contentPart>
          </mc:Choice>
          <mc:Fallback xmlns="">
            <p:pic>
              <p:nvPicPr>
                <p:cNvPr id="16" name="Ink 15">
                  <a:extLst>
                    <a:ext uri="{FF2B5EF4-FFF2-40B4-BE49-F238E27FC236}">
                      <a16:creationId xmlns:a16="http://schemas.microsoft.com/office/drawing/2014/main" id="{D74CE28E-2B3E-C176-14CF-A8CAE8B5AB8E}"/>
                    </a:ext>
                  </a:extLst>
                </p:cNvPr>
                <p:cNvPicPr/>
                <p:nvPr/>
              </p:nvPicPr>
              <p:blipFill>
                <a:blip r:embed="rId24"/>
                <a:stretch>
                  <a:fillRect/>
                </a:stretch>
              </p:blipFill>
              <p:spPr>
                <a:xfrm>
                  <a:off x="10767038" y="1350936"/>
                  <a:ext cx="3852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7" name="Ink 16">
                  <a:extLst>
                    <a:ext uri="{FF2B5EF4-FFF2-40B4-BE49-F238E27FC236}">
                      <a16:creationId xmlns:a16="http://schemas.microsoft.com/office/drawing/2014/main" id="{C902D18A-FD5A-75C7-9418-40CAB825D3FA}"/>
                    </a:ext>
                  </a:extLst>
                </p14:cNvPr>
                <p14:cNvContentPartPr/>
                <p14:nvPr/>
              </p14:nvContentPartPr>
              <p14:xfrm>
                <a:off x="10871078" y="1192896"/>
                <a:ext cx="453960" cy="330120"/>
              </p14:xfrm>
            </p:contentPart>
          </mc:Choice>
          <mc:Fallback xmlns="">
            <p:pic>
              <p:nvPicPr>
                <p:cNvPr id="17" name="Ink 16">
                  <a:extLst>
                    <a:ext uri="{FF2B5EF4-FFF2-40B4-BE49-F238E27FC236}">
                      <a16:creationId xmlns:a16="http://schemas.microsoft.com/office/drawing/2014/main" id="{C902D18A-FD5A-75C7-9418-40CAB825D3FA}"/>
                    </a:ext>
                  </a:extLst>
                </p:cNvPr>
                <p:cNvPicPr/>
                <p:nvPr/>
              </p:nvPicPr>
              <p:blipFill>
                <a:blip r:embed="rId26"/>
                <a:stretch>
                  <a:fillRect/>
                </a:stretch>
              </p:blipFill>
              <p:spPr>
                <a:xfrm>
                  <a:off x="10864958" y="1186776"/>
                  <a:ext cx="466200"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8" name="Ink 17">
                  <a:extLst>
                    <a:ext uri="{FF2B5EF4-FFF2-40B4-BE49-F238E27FC236}">
                      <a16:creationId xmlns:a16="http://schemas.microsoft.com/office/drawing/2014/main" id="{3B9C6AA0-1F8A-4CBE-DCD0-4391CFDF5B02}"/>
                    </a:ext>
                  </a:extLst>
                </p14:cNvPr>
                <p14:cNvContentPartPr/>
                <p14:nvPr/>
              </p14:nvContentPartPr>
              <p14:xfrm>
                <a:off x="9933638" y="1872576"/>
                <a:ext cx="362880" cy="351360"/>
              </p14:xfrm>
            </p:contentPart>
          </mc:Choice>
          <mc:Fallback xmlns="">
            <p:pic>
              <p:nvPicPr>
                <p:cNvPr id="18" name="Ink 17">
                  <a:extLst>
                    <a:ext uri="{FF2B5EF4-FFF2-40B4-BE49-F238E27FC236}">
                      <a16:creationId xmlns:a16="http://schemas.microsoft.com/office/drawing/2014/main" id="{3B9C6AA0-1F8A-4CBE-DCD0-4391CFDF5B02}"/>
                    </a:ext>
                  </a:extLst>
                </p:cNvPr>
                <p:cNvPicPr/>
                <p:nvPr/>
              </p:nvPicPr>
              <p:blipFill>
                <a:blip r:embed="rId28"/>
                <a:stretch>
                  <a:fillRect/>
                </a:stretch>
              </p:blipFill>
              <p:spPr>
                <a:xfrm>
                  <a:off x="9927518" y="1866456"/>
                  <a:ext cx="375120" cy="3636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9" name="Ink 18">
                  <a:extLst>
                    <a:ext uri="{FF2B5EF4-FFF2-40B4-BE49-F238E27FC236}">
                      <a16:creationId xmlns:a16="http://schemas.microsoft.com/office/drawing/2014/main" id="{4E75C224-1BE0-54F3-4615-6E8A71815E74}"/>
                    </a:ext>
                  </a:extLst>
                </p14:cNvPr>
                <p14:cNvContentPartPr/>
                <p14:nvPr/>
              </p14:nvContentPartPr>
              <p14:xfrm>
                <a:off x="10145318" y="1917576"/>
                <a:ext cx="41760" cy="25920"/>
              </p14:xfrm>
            </p:contentPart>
          </mc:Choice>
          <mc:Fallback xmlns="">
            <p:pic>
              <p:nvPicPr>
                <p:cNvPr id="19" name="Ink 18">
                  <a:extLst>
                    <a:ext uri="{FF2B5EF4-FFF2-40B4-BE49-F238E27FC236}">
                      <a16:creationId xmlns:a16="http://schemas.microsoft.com/office/drawing/2014/main" id="{4E75C224-1BE0-54F3-4615-6E8A71815E74}"/>
                    </a:ext>
                  </a:extLst>
                </p:cNvPr>
                <p:cNvPicPr/>
                <p:nvPr/>
              </p:nvPicPr>
              <p:blipFill>
                <a:blip r:embed="rId30"/>
                <a:stretch>
                  <a:fillRect/>
                </a:stretch>
              </p:blipFill>
              <p:spPr>
                <a:xfrm>
                  <a:off x="10139198" y="1911456"/>
                  <a:ext cx="540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0" name="Ink 19">
                  <a:extLst>
                    <a:ext uri="{FF2B5EF4-FFF2-40B4-BE49-F238E27FC236}">
                      <a16:creationId xmlns:a16="http://schemas.microsoft.com/office/drawing/2014/main" id="{270B763D-CBF2-40B7-BCFA-562A355E3A8E}"/>
                    </a:ext>
                  </a:extLst>
                </p14:cNvPr>
                <p14:cNvContentPartPr/>
                <p14:nvPr/>
              </p14:nvContentPartPr>
              <p14:xfrm>
                <a:off x="10288598" y="1942056"/>
                <a:ext cx="139680" cy="150480"/>
              </p14:xfrm>
            </p:contentPart>
          </mc:Choice>
          <mc:Fallback xmlns="">
            <p:pic>
              <p:nvPicPr>
                <p:cNvPr id="20" name="Ink 19">
                  <a:extLst>
                    <a:ext uri="{FF2B5EF4-FFF2-40B4-BE49-F238E27FC236}">
                      <a16:creationId xmlns:a16="http://schemas.microsoft.com/office/drawing/2014/main" id="{270B763D-CBF2-40B7-BCFA-562A355E3A8E}"/>
                    </a:ext>
                  </a:extLst>
                </p:cNvPr>
                <p:cNvPicPr/>
                <p:nvPr/>
              </p:nvPicPr>
              <p:blipFill>
                <a:blip r:embed="rId32"/>
                <a:stretch>
                  <a:fillRect/>
                </a:stretch>
              </p:blipFill>
              <p:spPr>
                <a:xfrm>
                  <a:off x="10282478" y="1935936"/>
                  <a:ext cx="15192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1" name="Ink 20">
                  <a:extLst>
                    <a:ext uri="{FF2B5EF4-FFF2-40B4-BE49-F238E27FC236}">
                      <a16:creationId xmlns:a16="http://schemas.microsoft.com/office/drawing/2014/main" id="{460EB2A2-C06B-9242-4BF1-F22B86E9C9CA}"/>
                    </a:ext>
                  </a:extLst>
                </p14:cNvPr>
                <p14:cNvContentPartPr/>
                <p14:nvPr/>
              </p14:nvContentPartPr>
              <p14:xfrm>
                <a:off x="10411358" y="1856376"/>
                <a:ext cx="155520" cy="192600"/>
              </p14:xfrm>
            </p:contentPart>
          </mc:Choice>
          <mc:Fallback xmlns="">
            <p:pic>
              <p:nvPicPr>
                <p:cNvPr id="21" name="Ink 20">
                  <a:extLst>
                    <a:ext uri="{FF2B5EF4-FFF2-40B4-BE49-F238E27FC236}">
                      <a16:creationId xmlns:a16="http://schemas.microsoft.com/office/drawing/2014/main" id="{460EB2A2-C06B-9242-4BF1-F22B86E9C9CA}"/>
                    </a:ext>
                  </a:extLst>
                </p:cNvPr>
                <p:cNvPicPr/>
                <p:nvPr/>
              </p:nvPicPr>
              <p:blipFill>
                <a:blip r:embed="rId34"/>
                <a:stretch>
                  <a:fillRect/>
                </a:stretch>
              </p:blipFill>
              <p:spPr>
                <a:xfrm>
                  <a:off x="10405238" y="1850256"/>
                  <a:ext cx="16776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2" name="Ink 21">
                  <a:extLst>
                    <a:ext uri="{FF2B5EF4-FFF2-40B4-BE49-F238E27FC236}">
                      <a16:creationId xmlns:a16="http://schemas.microsoft.com/office/drawing/2014/main" id="{D30D8373-D052-509F-C063-2FA3231182BF}"/>
                    </a:ext>
                  </a:extLst>
                </p14:cNvPr>
                <p14:cNvContentPartPr/>
                <p14:nvPr/>
              </p14:nvContentPartPr>
              <p14:xfrm>
                <a:off x="10452758" y="1870416"/>
                <a:ext cx="553680" cy="155880"/>
              </p14:xfrm>
            </p:contentPart>
          </mc:Choice>
          <mc:Fallback xmlns="">
            <p:pic>
              <p:nvPicPr>
                <p:cNvPr id="22" name="Ink 21">
                  <a:extLst>
                    <a:ext uri="{FF2B5EF4-FFF2-40B4-BE49-F238E27FC236}">
                      <a16:creationId xmlns:a16="http://schemas.microsoft.com/office/drawing/2014/main" id="{D30D8373-D052-509F-C063-2FA3231182BF}"/>
                    </a:ext>
                  </a:extLst>
                </p:cNvPr>
                <p:cNvPicPr/>
                <p:nvPr/>
              </p:nvPicPr>
              <p:blipFill>
                <a:blip r:embed="rId36"/>
                <a:stretch>
                  <a:fillRect/>
                </a:stretch>
              </p:blipFill>
              <p:spPr>
                <a:xfrm>
                  <a:off x="10446638" y="1864296"/>
                  <a:ext cx="56592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3" name="Ink 22">
                  <a:extLst>
                    <a:ext uri="{FF2B5EF4-FFF2-40B4-BE49-F238E27FC236}">
                      <a16:creationId xmlns:a16="http://schemas.microsoft.com/office/drawing/2014/main" id="{273F51FE-D650-2230-A13E-2C735729F627}"/>
                    </a:ext>
                  </a:extLst>
                </p14:cNvPr>
                <p14:cNvContentPartPr/>
                <p14:nvPr/>
              </p14:nvContentPartPr>
              <p14:xfrm>
                <a:off x="11032718" y="1796976"/>
                <a:ext cx="420120" cy="101880"/>
              </p14:xfrm>
            </p:contentPart>
          </mc:Choice>
          <mc:Fallback xmlns="">
            <p:pic>
              <p:nvPicPr>
                <p:cNvPr id="23" name="Ink 22">
                  <a:extLst>
                    <a:ext uri="{FF2B5EF4-FFF2-40B4-BE49-F238E27FC236}">
                      <a16:creationId xmlns:a16="http://schemas.microsoft.com/office/drawing/2014/main" id="{273F51FE-D650-2230-A13E-2C735729F627}"/>
                    </a:ext>
                  </a:extLst>
                </p:cNvPr>
                <p:cNvPicPr/>
                <p:nvPr/>
              </p:nvPicPr>
              <p:blipFill>
                <a:blip r:embed="rId38"/>
                <a:stretch>
                  <a:fillRect/>
                </a:stretch>
              </p:blipFill>
              <p:spPr>
                <a:xfrm>
                  <a:off x="11026598" y="1790856"/>
                  <a:ext cx="432360" cy="114120"/>
                </a:xfrm>
                <a:prstGeom prst="rect">
                  <a:avLst/>
                </a:prstGeom>
              </p:spPr>
            </p:pic>
          </mc:Fallback>
        </mc:AlternateContent>
      </p:grpSp>
      <p:grpSp>
        <p:nvGrpSpPr>
          <p:cNvPr id="32" name="Group 31">
            <a:extLst>
              <a:ext uri="{FF2B5EF4-FFF2-40B4-BE49-F238E27FC236}">
                <a16:creationId xmlns:a16="http://schemas.microsoft.com/office/drawing/2014/main" id="{CB11502C-F9CB-D43F-2DF7-A3C3570180E9}"/>
              </a:ext>
            </a:extLst>
          </p:cNvPr>
          <p:cNvGrpSpPr/>
          <p:nvPr/>
        </p:nvGrpSpPr>
        <p:grpSpPr>
          <a:xfrm>
            <a:off x="9522878" y="2670336"/>
            <a:ext cx="1531440" cy="607680"/>
            <a:chOff x="9522878" y="2670336"/>
            <a:chExt cx="1531440" cy="607680"/>
          </a:xfrm>
        </p:grpSpPr>
        <mc:AlternateContent xmlns:mc="http://schemas.openxmlformats.org/markup-compatibility/2006" xmlns:p14="http://schemas.microsoft.com/office/powerpoint/2010/main">
          <mc:Choice Requires="p14">
            <p:contentPart p14:bwMode="auto" r:id="rId39">
              <p14:nvContentPartPr>
                <p14:cNvPr id="25" name="Ink 24">
                  <a:extLst>
                    <a:ext uri="{FF2B5EF4-FFF2-40B4-BE49-F238E27FC236}">
                      <a16:creationId xmlns:a16="http://schemas.microsoft.com/office/drawing/2014/main" id="{B732078F-27AE-94EA-A428-CE268FE62AB4}"/>
                    </a:ext>
                  </a:extLst>
                </p14:cNvPr>
                <p14:cNvContentPartPr/>
                <p14:nvPr/>
              </p14:nvContentPartPr>
              <p14:xfrm>
                <a:off x="9522878" y="2722176"/>
                <a:ext cx="320760" cy="555840"/>
              </p14:xfrm>
            </p:contentPart>
          </mc:Choice>
          <mc:Fallback xmlns="">
            <p:pic>
              <p:nvPicPr>
                <p:cNvPr id="25" name="Ink 24">
                  <a:extLst>
                    <a:ext uri="{FF2B5EF4-FFF2-40B4-BE49-F238E27FC236}">
                      <a16:creationId xmlns:a16="http://schemas.microsoft.com/office/drawing/2014/main" id="{B732078F-27AE-94EA-A428-CE268FE62AB4}"/>
                    </a:ext>
                  </a:extLst>
                </p:cNvPr>
                <p:cNvPicPr/>
                <p:nvPr/>
              </p:nvPicPr>
              <p:blipFill>
                <a:blip r:embed="rId40"/>
                <a:stretch>
                  <a:fillRect/>
                </a:stretch>
              </p:blipFill>
              <p:spPr>
                <a:xfrm>
                  <a:off x="9516758" y="2716056"/>
                  <a:ext cx="333000" cy="5680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6" name="Ink 25">
                  <a:extLst>
                    <a:ext uri="{FF2B5EF4-FFF2-40B4-BE49-F238E27FC236}">
                      <a16:creationId xmlns:a16="http://schemas.microsoft.com/office/drawing/2014/main" id="{8F564D46-A4AF-21D7-276E-00F1B991F8F9}"/>
                    </a:ext>
                  </a:extLst>
                </p14:cNvPr>
                <p14:cNvContentPartPr/>
                <p14:nvPr/>
              </p14:nvContentPartPr>
              <p14:xfrm>
                <a:off x="9773798" y="3095136"/>
                <a:ext cx="155520" cy="81360"/>
              </p14:xfrm>
            </p:contentPart>
          </mc:Choice>
          <mc:Fallback xmlns="">
            <p:pic>
              <p:nvPicPr>
                <p:cNvPr id="26" name="Ink 25">
                  <a:extLst>
                    <a:ext uri="{FF2B5EF4-FFF2-40B4-BE49-F238E27FC236}">
                      <a16:creationId xmlns:a16="http://schemas.microsoft.com/office/drawing/2014/main" id="{8F564D46-A4AF-21D7-276E-00F1B991F8F9}"/>
                    </a:ext>
                  </a:extLst>
                </p:cNvPr>
                <p:cNvPicPr/>
                <p:nvPr/>
              </p:nvPicPr>
              <p:blipFill>
                <a:blip r:embed="rId42"/>
                <a:stretch>
                  <a:fillRect/>
                </a:stretch>
              </p:blipFill>
              <p:spPr>
                <a:xfrm>
                  <a:off x="9767678" y="3089016"/>
                  <a:ext cx="16776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7" name="Ink 26">
                  <a:extLst>
                    <a:ext uri="{FF2B5EF4-FFF2-40B4-BE49-F238E27FC236}">
                      <a16:creationId xmlns:a16="http://schemas.microsoft.com/office/drawing/2014/main" id="{74E5F3E8-0B03-9030-B38D-1D6FAC7ED5CD}"/>
                    </a:ext>
                  </a:extLst>
                </p14:cNvPr>
                <p14:cNvContentPartPr/>
                <p14:nvPr/>
              </p14:nvContentPartPr>
              <p14:xfrm>
                <a:off x="9977198" y="2831616"/>
                <a:ext cx="295200" cy="304920"/>
              </p14:xfrm>
            </p:contentPart>
          </mc:Choice>
          <mc:Fallback xmlns="">
            <p:pic>
              <p:nvPicPr>
                <p:cNvPr id="27" name="Ink 26">
                  <a:extLst>
                    <a:ext uri="{FF2B5EF4-FFF2-40B4-BE49-F238E27FC236}">
                      <a16:creationId xmlns:a16="http://schemas.microsoft.com/office/drawing/2014/main" id="{74E5F3E8-0B03-9030-B38D-1D6FAC7ED5CD}"/>
                    </a:ext>
                  </a:extLst>
                </p:cNvPr>
                <p:cNvPicPr/>
                <p:nvPr/>
              </p:nvPicPr>
              <p:blipFill>
                <a:blip r:embed="rId44"/>
                <a:stretch>
                  <a:fillRect/>
                </a:stretch>
              </p:blipFill>
              <p:spPr>
                <a:xfrm>
                  <a:off x="9971078" y="2825496"/>
                  <a:ext cx="307440" cy="3171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8" name="Ink 27">
                  <a:extLst>
                    <a:ext uri="{FF2B5EF4-FFF2-40B4-BE49-F238E27FC236}">
                      <a16:creationId xmlns:a16="http://schemas.microsoft.com/office/drawing/2014/main" id="{EF14C0AE-CFCC-6C22-82A6-B84D7F70468D}"/>
                    </a:ext>
                  </a:extLst>
                </p14:cNvPr>
                <p14:cNvContentPartPr/>
                <p14:nvPr/>
              </p14:nvContentPartPr>
              <p14:xfrm>
                <a:off x="10205798" y="2826216"/>
                <a:ext cx="360" cy="360"/>
              </p14:xfrm>
            </p:contentPart>
          </mc:Choice>
          <mc:Fallback xmlns="">
            <p:pic>
              <p:nvPicPr>
                <p:cNvPr id="28" name="Ink 27">
                  <a:extLst>
                    <a:ext uri="{FF2B5EF4-FFF2-40B4-BE49-F238E27FC236}">
                      <a16:creationId xmlns:a16="http://schemas.microsoft.com/office/drawing/2014/main" id="{EF14C0AE-CFCC-6C22-82A6-B84D7F70468D}"/>
                    </a:ext>
                  </a:extLst>
                </p:cNvPr>
                <p:cNvPicPr/>
                <p:nvPr/>
              </p:nvPicPr>
              <p:blipFill>
                <a:blip r:embed="rId16"/>
                <a:stretch>
                  <a:fillRect/>
                </a:stretch>
              </p:blipFill>
              <p:spPr>
                <a:xfrm>
                  <a:off x="10199678" y="28200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9" name="Ink 28">
                  <a:extLst>
                    <a:ext uri="{FF2B5EF4-FFF2-40B4-BE49-F238E27FC236}">
                      <a16:creationId xmlns:a16="http://schemas.microsoft.com/office/drawing/2014/main" id="{A776D29B-D46A-E875-961B-FB7C25A387D8}"/>
                    </a:ext>
                  </a:extLst>
                </p14:cNvPr>
                <p14:cNvContentPartPr/>
                <p14:nvPr/>
              </p14:nvContentPartPr>
              <p14:xfrm>
                <a:off x="10315958" y="2678616"/>
                <a:ext cx="389160" cy="270000"/>
              </p14:xfrm>
            </p:contentPart>
          </mc:Choice>
          <mc:Fallback xmlns="">
            <p:pic>
              <p:nvPicPr>
                <p:cNvPr id="29" name="Ink 28">
                  <a:extLst>
                    <a:ext uri="{FF2B5EF4-FFF2-40B4-BE49-F238E27FC236}">
                      <a16:creationId xmlns:a16="http://schemas.microsoft.com/office/drawing/2014/main" id="{A776D29B-D46A-E875-961B-FB7C25A387D8}"/>
                    </a:ext>
                  </a:extLst>
                </p:cNvPr>
                <p:cNvPicPr/>
                <p:nvPr/>
              </p:nvPicPr>
              <p:blipFill>
                <a:blip r:embed="rId47"/>
                <a:stretch>
                  <a:fillRect/>
                </a:stretch>
              </p:blipFill>
              <p:spPr>
                <a:xfrm>
                  <a:off x="10309838" y="2672496"/>
                  <a:ext cx="401400"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0" name="Ink 29">
                  <a:extLst>
                    <a:ext uri="{FF2B5EF4-FFF2-40B4-BE49-F238E27FC236}">
                      <a16:creationId xmlns:a16="http://schemas.microsoft.com/office/drawing/2014/main" id="{CF9C2CB6-37D6-E51B-E515-25B8B475281E}"/>
                    </a:ext>
                  </a:extLst>
                </p14:cNvPr>
                <p14:cNvContentPartPr/>
                <p14:nvPr/>
              </p14:nvContentPartPr>
              <p14:xfrm>
                <a:off x="10661198" y="2719296"/>
                <a:ext cx="197280" cy="88920"/>
              </p14:xfrm>
            </p:contentPart>
          </mc:Choice>
          <mc:Fallback xmlns="">
            <p:pic>
              <p:nvPicPr>
                <p:cNvPr id="30" name="Ink 29">
                  <a:extLst>
                    <a:ext uri="{FF2B5EF4-FFF2-40B4-BE49-F238E27FC236}">
                      <a16:creationId xmlns:a16="http://schemas.microsoft.com/office/drawing/2014/main" id="{CF9C2CB6-37D6-E51B-E515-25B8B475281E}"/>
                    </a:ext>
                  </a:extLst>
                </p:cNvPr>
                <p:cNvPicPr/>
                <p:nvPr/>
              </p:nvPicPr>
              <p:blipFill>
                <a:blip r:embed="rId49"/>
                <a:stretch>
                  <a:fillRect/>
                </a:stretch>
              </p:blipFill>
              <p:spPr>
                <a:xfrm>
                  <a:off x="10655078" y="2713176"/>
                  <a:ext cx="20952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1" name="Ink 30">
                  <a:extLst>
                    <a:ext uri="{FF2B5EF4-FFF2-40B4-BE49-F238E27FC236}">
                      <a16:creationId xmlns:a16="http://schemas.microsoft.com/office/drawing/2014/main" id="{CE788D94-ABAF-3D1B-4CFB-0ECE8801FE38}"/>
                    </a:ext>
                  </a:extLst>
                </p14:cNvPr>
                <p14:cNvContentPartPr/>
                <p14:nvPr/>
              </p14:nvContentPartPr>
              <p14:xfrm>
                <a:off x="10860998" y="2670336"/>
                <a:ext cx="193320" cy="87840"/>
              </p14:xfrm>
            </p:contentPart>
          </mc:Choice>
          <mc:Fallback xmlns="">
            <p:pic>
              <p:nvPicPr>
                <p:cNvPr id="31" name="Ink 30">
                  <a:extLst>
                    <a:ext uri="{FF2B5EF4-FFF2-40B4-BE49-F238E27FC236}">
                      <a16:creationId xmlns:a16="http://schemas.microsoft.com/office/drawing/2014/main" id="{CE788D94-ABAF-3D1B-4CFB-0ECE8801FE38}"/>
                    </a:ext>
                  </a:extLst>
                </p:cNvPr>
                <p:cNvPicPr/>
                <p:nvPr/>
              </p:nvPicPr>
              <p:blipFill>
                <a:blip r:embed="rId51"/>
                <a:stretch>
                  <a:fillRect/>
                </a:stretch>
              </p:blipFill>
              <p:spPr>
                <a:xfrm>
                  <a:off x="10854878" y="2664216"/>
                  <a:ext cx="205560" cy="100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2">
            <p14:nvContentPartPr>
              <p14:cNvPr id="35" name="Ink 34">
                <a:extLst>
                  <a:ext uri="{FF2B5EF4-FFF2-40B4-BE49-F238E27FC236}">
                    <a16:creationId xmlns:a16="http://schemas.microsoft.com/office/drawing/2014/main" id="{6F9504CA-15DF-A296-2602-085E29CA3A94}"/>
                  </a:ext>
                </a:extLst>
              </p14:cNvPr>
              <p14:cNvContentPartPr/>
              <p14:nvPr/>
            </p14:nvContentPartPr>
            <p14:xfrm>
              <a:off x="2118758" y="2103696"/>
              <a:ext cx="45360" cy="23400"/>
            </p14:xfrm>
          </p:contentPart>
        </mc:Choice>
        <mc:Fallback xmlns="">
          <p:pic>
            <p:nvPicPr>
              <p:cNvPr id="35" name="Ink 34">
                <a:extLst>
                  <a:ext uri="{FF2B5EF4-FFF2-40B4-BE49-F238E27FC236}">
                    <a16:creationId xmlns:a16="http://schemas.microsoft.com/office/drawing/2014/main" id="{6F9504CA-15DF-A296-2602-085E29CA3A94}"/>
                  </a:ext>
                </a:extLst>
              </p:cNvPr>
              <p:cNvPicPr/>
              <p:nvPr/>
            </p:nvPicPr>
            <p:blipFill>
              <a:blip r:embed="rId53"/>
              <a:stretch>
                <a:fillRect/>
              </a:stretch>
            </p:blipFill>
            <p:spPr>
              <a:xfrm>
                <a:off x="2112638" y="2097576"/>
                <a:ext cx="5760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7" name="Ink 36">
                <a:extLst>
                  <a:ext uri="{FF2B5EF4-FFF2-40B4-BE49-F238E27FC236}">
                    <a16:creationId xmlns:a16="http://schemas.microsoft.com/office/drawing/2014/main" id="{169FD388-698F-6225-FFE9-35123DA5E6C2}"/>
                  </a:ext>
                </a:extLst>
              </p14:cNvPr>
              <p14:cNvContentPartPr/>
              <p14:nvPr/>
            </p14:nvContentPartPr>
            <p14:xfrm>
              <a:off x="1819598" y="812376"/>
              <a:ext cx="360000" cy="2522520"/>
            </p14:xfrm>
          </p:contentPart>
        </mc:Choice>
        <mc:Fallback xmlns="">
          <p:pic>
            <p:nvPicPr>
              <p:cNvPr id="37" name="Ink 36">
                <a:extLst>
                  <a:ext uri="{FF2B5EF4-FFF2-40B4-BE49-F238E27FC236}">
                    <a16:creationId xmlns:a16="http://schemas.microsoft.com/office/drawing/2014/main" id="{169FD388-698F-6225-FFE9-35123DA5E6C2}"/>
                  </a:ext>
                </a:extLst>
              </p:cNvPr>
              <p:cNvPicPr/>
              <p:nvPr/>
            </p:nvPicPr>
            <p:blipFill>
              <a:blip r:embed="rId55"/>
              <a:stretch>
                <a:fillRect/>
              </a:stretch>
            </p:blipFill>
            <p:spPr>
              <a:xfrm>
                <a:off x="1813478" y="806256"/>
                <a:ext cx="372240" cy="25347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8" name="Ink 37">
                <a:extLst>
                  <a:ext uri="{FF2B5EF4-FFF2-40B4-BE49-F238E27FC236}">
                    <a16:creationId xmlns:a16="http://schemas.microsoft.com/office/drawing/2014/main" id="{FB247F20-E971-DE82-B804-3E41686E45D3}"/>
                  </a:ext>
                </a:extLst>
              </p14:cNvPr>
              <p14:cNvContentPartPr/>
              <p14:nvPr/>
            </p14:nvContentPartPr>
            <p14:xfrm>
              <a:off x="704318" y="2072736"/>
              <a:ext cx="3461400" cy="397800"/>
            </p14:xfrm>
          </p:contentPart>
        </mc:Choice>
        <mc:Fallback xmlns="">
          <p:pic>
            <p:nvPicPr>
              <p:cNvPr id="38" name="Ink 37">
                <a:extLst>
                  <a:ext uri="{FF2B5EF4-FFF2-40B4-BE49-F238E27FC236}">
                    <a16:creationId xmlns:a16="http://schemas.microsoft.com/office/drawing/2014/main" id="{FB247F20-E971-DE82-B804-3E41686E45D3}"/>
                  </a:ext>
                </a:extLst>
              </p:cNvPr>
              <p:cNvPicPr/>
              <p:nvPr/>
            </p:nvPicPr>
            <p:blipFill>
              <a:blip r:embed="rId57"/>
              <a:stretch>
                <a:fillRect/>
              </a:stretch>
            </p:blipFill>
            <p:spPr>
              <a:xfrm>
                <a:off x="698198" y="2066616"/>
                <a:ext cx="3473640" cy="4100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0" name="Ink 39">
                <a:extLst>
                  <a:ext uri="{FF2B5EF4-FFF2-40B4-BE49-F238E27FC236}">
                    <a16:creationId xmlns:a16="http://schemas.microsoft.com/office/drawing/2014/main" id="{F4616C5A-22A2-4166-1C68-CBCED26A23F2}"/>
                  </a:ext>
                </a:extLst>
              </p14:cNvPr>
              <p14:cNvContentPartPr/>
              <p14:nvPr/>
            </p14:nvContentPartPr>
            <p14:xfrm>
              <a:off x="2241158" y="691056"/>
              <a:ext cx="2038320" cy="1108080"/>
            </p14:xfrm>
          </p:contentPart>
        </mc:Choice>
        <mc:Fallback xmlns="">
          <p:pic>
            <p:nvPicPr>
              <p:cNvPr id="40" name="Ink 39">
                <a:extLst>
                  <a:ext uri="{FF2B5EF4-FFF2-40B4-BE49-F238E27FC236}">
                    <a16:creationId xmlns:a16="http://schemas.microsoft.com/office/drawing/2014/main" id="{F4616C5A-22A2-4166-1C68-CBCED26A23F2}"/>
                  </a:ext>
                </a:extLst>
              </p:cNvPr>
              <p:cNvPicPr/>
              <p:nvPr/>
            </p:nvPicPr>
            <p:blipFill>
              <a:blip r:embed="rId59"/>
              <a:stretch>
                <a:fillRect/>
              </a:stretch>
            </p:blipFill>
            <p:spPr>
              <a:xfrm>
                <a:off x="2235038" y="684936"/>
                <a:ext cx="2050560" cy="11203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1" name="Ink 40">
                <a:extLst>
                  <a:ext uri="{FF2B5EF4-FFF2-40B4-BE49-F238E27FC236}">
                    <a16:creationId xmlns:a16="http://schemas.microsoft.com/office/drawing/2014/main" id="{166084A8-3222-7ACA-DD7E-471EDB8B1307}"/>
                  </a:ext>
                </a:extLst>
              </p14:cNvPr>
              <p14:cNvContentPartPr/>
              <p14:nvPr/>
            </p14:nvContentPartPr>
            <p14:xfrm>
              <a:off x="3188318" y="1156896"/>
              <a:ext cx="84600" cy="153720"/>
            </p14:xfrm>
          </p:contentPart>
        </mc:Choice>
        <mc:Fallback xmlns="">
          <p:pic>
            <p:nvPicPr>
              <p:cNvPr id="41" name="Ink 40">
                <a:extLst>
                  <a:ext uri="{FF2B5EF4-FFF2-40B4-BE49-F238E27FC236}">
                    <a16:creationId xmlns:a16="http://schemas.microsoft.com/office/drawing/2014/main" id="{166084A8-3222-7ACA-DD7E-471EDB8B1307}"/>
                  </a:ext>
                </a:extLst>
              </p:cNvPr>
              <p:cNvPicPr/>
              <p:nvPr/>
            </p:nvPicPr>
            <p:blipFill>
              <a:blip r:embed="rId61"/>
              <a:stretch>
                <a:fillRect/>
              </a:stretch>
            </p:blipFill>
            <p:spPr>
              <a:xfrm>
                <a:off x="3182198" y="1150776"/>
                <a:ext cx="9684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3" name="Ink 42">
                <a:extLst>
                  <a:ext uri="{FF2B5EF4-FFF2-40B4-BE49-F238E27FC236}">
                    <a16:creationId xmlns:a16="http://schemas.microsoft.com/office/drawing/2014/main" id="{15FD80CC-55D5-E6D4-5B9F-178C9CCDFA69}"/>
                  </a:ext>
                </a:extLst>
              </p14:cNvPr>
              <p14:cNvContentPartPr/>
              <p14:nvPr/>
            </p14:nvContentPartPr>
            <p14:xfrm>
              <a:off x="3042518" y="1404936"/>
              <a:ext cx="108360" cy="178920"/>
            </p14:xfrm>
          </p:contentPart>
        </mc:Choice>
        <mc:Fallback xmlns="">
          <p:pic>
            <p:nvPicPr>
              <p:cNvPr id="43" name="Ink 42">
                <a:extLst>
                  <a:ext uri="{FF2B5EF4-FFF2-40B4-BE49-F238E27FC236}">
                    <a16:creationId xmlns:a16="http://schemas.microsoft.com/office/drawing/2014/main" id="{15FD80CC-55D5-E6D4-5B9F-178C9CCDFA69}"/>
                  </a:ext>
                </a:extLst>
              </p:cNvPr>
              <p:cNvPicPr/>
              <p:nvPr/>
            </p:nvPicPr>
            <p:blipFill>
              <a:blip r:embed="rId63"/>
              <a:stretch>
                <a:fillRect/>
              </a:stretch>
            </p:blipFill>
            <p:spPr>
              <a:xfrm>
                <a:off x="3036398" y="1398816"/>
                <a:ext cx="12060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4" name="Ink 43">
                <a:extLst>
                  <a:ext uri="{FF2B5EF4-FFF2-40B4-BE49-F238E27FC236}">
                    <a16:creationId xmlns:a16="http://schemas.microsoft.com/office/drawing/2014/main" id="{2662F560-BF8C-0C4B-B98A-F579A288A96B}"/>
                  </a:ext>
                </a:extLst>
              </p14:cNvPr>
              <p14:cNvContentPartPr/>
              <p14:nvPr/>
            </p14:nvContentPartPr>
            <p14:xfrm>
              <a:off x="3191558" y="1469736"/>
              <a:ext cx="1800" cy="70200"/>
            </p14:xfrm>
          </p:contentPart>
        </mc:Choice>
        <mc:Fallback xmlns="">
          <p:pic>
            <p:nvPicPr>
              <p:cNvPr id="44" name="Ink 43">
                <a:extLst>
                  <a:ext uri="{FF2B5EF4-FFF2-40B4-BE49-F238E27FC236}">
                    <a16:creationId xmlns:a16="http://schemas.microsoft.com/office/drawing/2014/main" id="{2662F560-BF8C-0C4B-B98A-F579A288A96B}"/>
                  </a:ext>
                </a:extLst>
              </p:cNvPr>
              <p:cNvPicPr/>
              <p:nvPr/>
            </p:nvPicPr>
            <p:blipFill>
              <a:blip r:embed="rId65"/>
              <a:stretch>
                <a:fillRect/>
              </a:stretch>
            </p:blipFill>
            <p:spPr>
              <a:xfrm>
                <a:off x="3185438" y="1463616"/>
                <a:ext cx="1404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5" name="Ink 44">
                <a:extLst>
                  <a:ext uri="{FF2B5EF4-FFF2-40B4-BE49-F238E27FC236}">
                    <a16:creationId xmlns:a16="http://schemas.microsoft.com/office/drawing/2014/main" id="{14CEAC8C-E2C5-6BDA-2DD6-3D6D85B72594}"/>
                  </a:ext>
                </a:extLst>
              </p14:cNvPr>
              <p14:cNvContentPartPr/>
              <p14:nvPr/>
            </p14:nvContentPartPr>
            <p14:xfrm>
              <a:off x="3204878" y="1498896"/>
              <a:ext cx="40320" cy="98640"/>
            </p14:xfrm>
          </p:contentPart>
        </mc:Choice>
        <mc:Fallback xmlns="">
          <p:pic>
            <p:nvPicPr>
              <p:cNvPr id="45" name="Ink 44">
                <a:extLst>
                  <a:ext uri="{FF2B5EF4-FFF2-40B4-BE49-F238E27FC236}">
                    <a16:creationId xmlns:a16="http://schemas.microsoft.com/office/drawing/2014/main" id="{14CEAC8C-E2C5-6BDA-2DD6-3D6D85B72594}"/>
                  </a:ext>
                </a:extLst>
              </p:cNvPr>
              <p:cNvPicPr/>
              <p:nvPr/>
            </p:nvPicPr>
            <p:blipFill>
              <a:blip r:embed="rId67"/>
              <a:stretch>
                <a:fillRect/>
              </a:stretch>
            </p:blipFill>
            <p:spPr>
              <a:xfrm>
                <a:off x="3198758" y="1492776"/>
                <a:ext cx="5256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6" name="Ink 45">
                <a:extLst>
                  <a:ext uri="{FF2B5EF4-FFF2-40B4-BE49-F238E27FC236}">
                    <a16:creationId xmlns:a16="http://schemas.microsoft.com/office/drawing/2014/main" id="{F686E0A1-BE6A-17F7-93EE-945A299AFD39}"/>
                  </a:ext>
                </a:extLst>
              </p14:cNvPr>
              <p14:cNvContentPartPr/>
              <p14:nvPr/>
            </p14:nvContentPartPr>
            <p14:xfrm>
              <a:off x="3289118" y="1346616"/>
              <a:ext cx="126360" cy="136800"/>
            </p14:xfrm>
          </p:contentPart>
        </mc:Choice>
        <mc:Fallback xmlns="">
          <p:pic>
            <p:nvPicPr>
              <p:cNvPr id="46" name="Ink 45">
                <a:extLst>
                  <a:ext uri="{FF2B5EF4-FFF2-40B4-BE49-F238E27FC236}">
                    <a16:creationId xmlns:a16="http://schemas.microsoft.com/office/drawing/2014/main" id="{F686E0A1-BE6A-17F7-93EE-945A299AFD39}"/>
                  </a:ext>
                </a:extLst>
              </p:cNvPr>
              <p:cNvPicPr/>
              <p:nvPr/>
            </p:nvPicPr>
            <p:blipFill>
              <a:blip r:embed="rId69"/>
              <a:stretch>
                <a:fillRect/>
              </a:stretch>
            </p:blipFill>
            <p:spPr>
              <a:xfrm>
                <a:off x="3282998" y="1340496"/>
                <a:ext cx="13860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7" name="Ink 46">
                <a:extLst>
                  <a:ext uri="{FF2B5EF4-FFF2-40B4-BE49-F238E27FC236}">
                    <a16:creationId xmlns:a16="http://schemas.microsoft.com/office/drawing/2014/main" id="{0311DB5A-BF7A-D343-B20D-34A064248F71}"/>
                  </a:ext>
                </a:extLst>
              </p14:cNvPr>
              <p14:cNvContentPartPr/>
              <p14:nvPr/>
            </p14:nvContentPartPr>
            <p14:xfrm>
              <a:off x="3460118" y="1386576"/>
              <a:ext cx="102600" cy="81000"/>
            </p14:xfrm>
          </p:contentPart>
        </mc:Choice>
        <mc:Fallback xmlns="">
          <p:pic>
            <p:nvPicPr>
              <p:cNvPr id="47" name="Ink 46">
                <a:extLst>
                  <a:ext uri="{FF2B5EF4-FFF2-40B4-BE49-F238E27FC236}">
                    <a16:creationId xmlns:a16="http://schemas.microsoft.com/office/drawing/2014/main" id="{0311DB5A-BF7A-D343-B20D-34A064248F71}"/>
                  </a:ext>
                </a:extLst>
              </p:cNvPr>
              <p:cNvPicPr/>
              <p:nvPr/>
            </p:nvPicPr>
            <p:blipFill>
              <a:blip r:embed="rId71"/>
              <a:stretch>
                <a:fillRect/>
              </a:stretch>
            </p:blipFill>
            <p:spPr>
              <a:xfrm>
                <a:off x="3453998" y="1380456"/>
                <a:ext cx="11484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8" name="Ink 47">
                <a:extLst>
                  <a:ext uri="{FF2B5EF4-FFF2-40B4-BE49-F238E27FC236}">
                    <a16:creationId xmlns:a16="http://schemas.microsoft.com/office/drawing/2014/main" id="{B6D35EA4-7619-0468-A0DB-B73D2DB9E6DD}"/>
                  </a:ext>
                </a:extLst>
              </p14:cNvPr>
              <p14:cNvContentPartPr/>
              <p14:nvPr/>
            </p14:nvContentPartPr>
            <p14:xfrm>
              <a:off x="3492518" y="1269576"/>
              <a:ext cx="75240" cy="253440"/>
            </p14:xfrm>
          </p:contentPart>
        </mc:Choice>
        <mc:Fallback xmlns="">
          <p:pic>
            <p:nvPicPr>
              <p:cNvPr id="48" name="Ink 47">
                <a:extLst>
                  <a:ext uri="{FF2B5EF4-FFF2-40B4-BE49-F238E27FC236}">
                    <a16:creationId xmlns:a16="http://schemas.microsoft.com/office/drawing/2014/main" id="{B6D35EA4-7619-0468-A0DB-B73D2DB9E6DD}"/>
                  </a:ext>
                </a:extLst>
              </p:cNvPr>
              <p:cNvPicPr/>
              <p:nvPr/>
            </p:nvPicPr>
            <p:blipFill>
              <a:blip r:embed="rId73"/>
              <a:stretch>
                <a:fillRect/>
              </a:stretch>
            </p:blipFill>
            <p:spPr>
              <a:xfrm>
                <a:off x="3486398" y="1263456"/>
                <a:ext cx="8748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9" name="Ink 48">
                <a:extLst>
                  <a:ext uri="{FF2B5EF4-FFF2-40B4-BE49-F238E27FC236}">
                    <a16:creationId xmlns:a16="http://schemas.microsoft.com/office/drawing/2014/main" id="{43E1E093-315A-7D58-298E-0C50F2879E0D}"/>
                  </a:ext>
                </a:extLst>
              </p14:cNvPr>
              <p14:cNvContentPartPr/>
              <p14:nvPr/>
            </p14:nvContentPartPr>
            <p14:xfrm>
              <a:off x="2931638" y="1388016"/>
              <a:ext cx="69120" cy="212040"/>
            </p14:xfrm>
          </p:contentPart>
        </mc:Choice>
        <mc:Fallback xmlns="">
          <p:pic>
            <p:nvPicPr>
              <p:cNvPr id="49" name="Ink 48">
                <a:extLst>
                  <a:ext uri="{FF2B5EF4-FFF2-40B4-BE49-F238E27FC236}">
                    <a16:creationId xmlns:a16="http://schemas.microsoft.com/office/drawing/2014/main" id="{43E1E093-315A-7D58-298E-0C50F2879E0D}"/>
                  </a:ext>
                </a:extLst>
              </p:cNvPr>
              <p:cNvPicPr/>
              <p:nvPr/>
            </p:nvPicPr>
            <p:blipFill>
              <a:blip r:embed="rId75"/>
              <a:stretch>
                <a:fillRect/>
              </a:stretch>
            </p:blipFill>
            <p:spPr>
              <a:xfrm>
                <a:off x="2925518" y="1381896"/>
                <a:ext cx="8136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1" name="Ink 50">
                <a:extLst>
                  <a:ext uri="{FF2B5EF4-FFF2-40B4-BE49-F238E27FC236}">
                    <a16:creationId xmlns:a16="http://schemas.microsoft.com/office/drawing/2014/main" id="{FF34EB1E-EAF7-F87E-1856-9990B3D94527}"/>
                  </a:ext>
                </a:extLst>
              </p14:cNvPr>
              <p14:cNvContentPartPr/>
              <p14:nvPr/>
            </p14:nvContentPartPr>
            <p14:xfrm>
              <a:off x="3226118" y="1392696"/>
              <a:ext cx="8640" cy="90000"/>
            </p14:xfrm>
          </p:contentPart>
        </mc:Choice>
        <mc:Fallback xmlns="">
          <p:pic>
            <p:nvPicPr>
              <p:cNvPr id="51" name="Ink 50">
                <a:extLst>
                  <a:ext uri="{FF2B5EF4-FFF2-40B4-BE49-F238E27FC236}">
                    <a16:creationId xmlns:a16="http://schemas.microsoft.com/office/drawing/2014/main" id="{FF34EB1E-EAF7-F87E-1856-9990B3D94527}"/>
                  </a:ext>
                </a:extLst>
              </p:cNvPr>
              <p:cNvPicPr/>
              <p:nvPr/>
            </p:nvPicPr>
            <p:blipFill>
              <a:blip r:embed="rId77"/>
              <a:stretch>
                <a:fillRect/>
              </a:stretch>
            </p:blipFill>
            <p:spPr>
              <a:xfrm>
                <a:off x="3219998" y="1386576"/>
                <a:ext cx="2088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2" name="Ink 51">
                <a:extLst>
                  <a:ext uri="{FF2B5EF4-FFF2-40B4-BE49-F238E27FC236}">
                    <a16:creationId xmlns:a16="http://schemas.microsoft.com/office/drawing/2014/main" id="{23D9C6C2-B9BA-8074-01E2-17709AF3F635}"/>
                  </a:ext>
                </a:extLst>
              </p14:cNvPr>
              <p14:cNvContentPartPr/>
              <p14:nvPr/>
            </p14:nvContentPartPr>
            <p14:xfrm>
              <a:off x="3223598" y="1781856"/>
              <a:ext cx="27000" cy="193680"/>
            </p14:xfrm>
          </p:contentPart>
        </mc:Choice>
        <mc:Fallback xmlns="">
          <p:pic>
            <p:nvPicPr>
              <p:cNvPr id="52" name="Ink 51">
                <a:extLst>
                  <a:ext uri="{FF2B5EF4-FFF2-40B4-BE49-F238E27FC236}">
                    <a16:creationId xmlns:a16="http://schemas.microsoft.com/office/drawing/2014/main" id="{23D9C6C2-B9BA-8074-01E2-17709AF3F635}"/>
                  </a:ext>
                </a:extLst>
              </p:cNvPr>
              <p:cNvPicPr/>
              <p:nvPr/>
            </p:nvPicPr>
            <p:blipFill>
              <a:blip r:embed="rId79"/>
              <a:stretch>
                <a:fillRect/>
              </a:stretch>
            </p:blipFill>
            <p:spPr>
              <a:xfrm>
                <a:off x="3217478" y="1775736"/>
                <a:ext cx="3924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3" name="Ink 52">
                <a:extLst>
                  <a:ext uri="{FF2B5EF4-FFF2-40B4-BE49-F238E27FC236}">
                    <a16:creationId xmlns:a16="http://schemas.microsoft.com/office/drawing/2014/main" id="{D6ECE20C-5EE5-D2BF-32D0-6341187B4A5A}"/>
                  </a:ext>
                </a:extLst>
              </p14:cNvPr>
              <p14:cNvContentPartPr/>
              <p14:nvPr/>
            </p14:nvContentPartPr>
            <p14:xfrm>
              <a:off x="3280118" y="2091456"/>
              <a:ext cx="5760" cy="92880"/>
            </p14:xfrm>
          </p:contentPart>
        </mc:Choice>
        <mc:Fallback xmlns="">
          <p:pic>
            <p:nvPicPr>
              <p:cNvPr id="53" name="Ink 52">
                <a:extLst>
                  <a:ext uri="{FF2B5EF4-FFF2-40B4-BE49-F238E27FC236}">
                    <a16:creationId xmlns:a16="http://schemas.microsoft.com/office/drawing/2014/main" id="{D6ECE20C-5EE5-D2BF-32D0-6341187B4A5A}"/>
                  </a:ext>
                </a:extLst>
              </p:cNvPr>
              <p:cNvPicPr/>
              <p:nvPr/>
            </p:nvPicPr>
            <p:blipFill>
              <a:blip r:embed="rId81"/>
              <a:stretch>
                <a:fillRect/>
              </a:stretch>
            </p:blipFill>
            <p:spPr>
              <a:xfrm>
                <a:off x="3273998" y="2085336"/>
                <a:ext cx="1800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5" name="Ink 54">
                <a:extLst>
                  <a:ext uri="{FF2B5EF4-FFF2-40B4-BE49-F238E27FC236}">
                    <a16:creationId xmlns:a16="http://schemas.microsoft.com/office/drawing/2014/main" id="{4A2496C1-141C-233A-184D-C2DBFBBDFCAD}"/>
                  </a:ext>
                </a:extLst>
              </p14:cNvPr>
              <p14:cNvContentPartPr/>
              <p14:nvPr/>
            </p14:nvContentPartPr>
            <p14:xfrm>
              <a:off x="2736878" y="1269936"/>
              <a:ext cx="137520" cy="15840"/>
            </p14:xfrm>
          </p:contentPart>
        </mc:Choice>
        <mc:Fallback xmlns="">
          <p:pic>
            <p:nvPicPr>
              <p:cNvPr id="55" name="Ink 54">
                <a:extLst>
                  <a:ext uri="{FF2B5EF4-FFF2-40B4-BE49-F238E27FC236}">
                    <a16:creationId xmlns:a16="http://schemas.microsoft.com/office/drawing/2014/main" id="{4A2496C1-141C-233A-184D-C2DBFBBDFCAD}"/>
                  </a:ext>
                </a:extLst>
              </p:cNvPr>
              <p:cNvPicPr/>
              <p:nvPr/>
            </p:nvPicPr>
            <p:blipFill>
              <a:blip r:embed="rId83"/>
              <a:stretch>
                <a:fillRect/>
              </a:stretch>
            </p:blipFill>
            <p:spPr>
              <a:xfrm>
                <a:off x="2730758" y="1263816"/>
                <a:ext cx="14976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6" name="Ink 55">
                <a:extLst>
                  <a:ext uri="{FF2B5EF4-FFF2-40B4-BE49-F238E27FC236}">
                    <a16:creationId xmlns:a16="http://schemas.microsoft.com/office/drawing/2014/main" id="{0ECB0A40-F6E6-9034-B962-AA743860D350}"/>
                  </a:ext>
                </a:extLst>
              </p14:cNvPr>
              <p14:cNvContentPartPr/>
              <p14:nvPr/>
            </p14:nvContentPartPr>
            <p14:xfrm>
              <a:off x="3064118" y="1206936"/>
              <a:ext cx="138240" cy="7200"/>
            </p14:xfrm>
          </p:contentPart>
        </mc:Choice>
        <mc:Fallback xmlns="">
          <p:pic>
            <p:nvPicPr>
              <p:cNvPr id="56" name="Ink 55">
                <a:extLst>
                  <a:ext uri="{FF2B5EF4-FFF2-40B4-BE49-F238E27FC236}">
                    <a16:creationId xmlns:a16="http://schemas.microsoft.com/office/drawing/2014/main" id="{0ECB0A40-F6E6-9034-B962-AA743860D350}"/>
                  </a:ext>
                </a:extLst>
              </p:cNvPr>
              <p:cNvPicPr/>
              <p:nvPr/>
            </p:nvPicPr>
            <p:blipFill>
              <a:blip r:embed="rId85"/>
              <a:stretch>
                <a:fillRect/>
              </a:stretch>
            </p:blipFill>
            <p:spPr>
              <a:xfrm>
                <a:off x="3057998" y="1200816"/>
                <a:ext cx="15048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8" name="Ink 57">
                <a:extLst>
                  <a:ext uri="{FF2B5EF4-FFF2-40B4-BE49-F238E27FC236}">
                    <a16:creationId xmlns:a16="http://schemas.microsoft.com/office/drawing/2014/main" id="{C1C4CE38-E2B4-78BD-BA71-20514954DCA9}"/>
                  </a:ext>
                </a:extLst>
              </p14:cNvPr>
              <p14:cNvContentPartPr/>
              <p14:nvPr/>
            </p14:nvContentPartPr>
            <p14:xfrm>
              <a:off x="3457958" y="1166256"/>
              <a:ext cx="3600" cy="18000"/>
            </p14:xfrm>
          </p:contentPart>
        </mc:Choice>
        <mc:Fallback xmlns="">
          <p:pic>
            <p:nvPicPr>
              <p:cNvPr id="58" name="Ink 57">
                <a:extLst>
                  <a:ext uri="{FF2B5EF4-FFF2-40B4-BE49-F238E27FC236}">
                    <a16:creationId xmlns:a16="http://schemas.microsoft.com/office/drawing/2014/main" id="{C1C4CE38-E2B4-78BD-BA71-20514954DCA9}"/>
                  </a:ext>
                </a:extLst>
              </p:cNvPr>
              <p:cNvPicPr/>
              <p:nvPr/>
            </p:nvPicPr>
            <p:blipFill>
              <a:blip r:embed="rId87"/>
              <a:stretch>
                <a:fillRect/>
              </a:stretch>
            </p:blipFill>
            <p:spPr>
              <a:xfrm>
                <a:off x="3451838" y="1160136"/>
                <a:ext cx="1584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0" name="Ink 59">
                <a:extLst>
                  <a:ext uri="{FF2B5EF4-FFF2-40B4-BE49-F238E27FC236}">
                    <a16:creationId xmlns:a16="http://schemas.microsoft.com/office/drawing/2014/main" id="{E7B5A035-A1C4-3ED1-0AFA-1E6EE9982C39}"/>
                  </a:ext>
                </a:extLst>
              </p14:cNvPr>
              <p14:cNvContentPartPr/>
              <p14:nvPr/>
            </p14:nvContentPartPr>
            <p14:xfrm>
              <a:off x="3433838" y="963576"/>
              <a:ext cx="110160" cy="140400"/>
            </p14:xfrm>
          </p:contentPart>
        </mc:Choice>
        <mc:Fallback xmlns="">
          <p:pic>
            <p:nvPicPr>
              <p:cNvPr id="60" name="Ink 59">
                <a:extLst>
                  <a:ext uri="{FF2B5EF4-FFF2-40B4-BE49-F238E27FC236}">
                    <a16:creationId xmlns:a16="http://schemas.microsoft.com/office/drawing/2014/main" id="{E7B5A035-A1C4-3ED1-0AFA-1E6EE9982C39}"/>
                  </a:ext>
                </a:extLst>
              </p:cNvPr>
              <p:cNvPicPr/>
              <p:nvPr/>
            </p:nvPicPr>
            <p:blipFill>
              <a:blip r:embed="rId89"/>
              <a:stretch>
                <a:fillRect/>
              </a:stretch>
            </p:blipFill>
            <p:spPr>
              <a:xfrm>
                <a:off x="3427718" y="957456"/>
                <a:ext cx="12240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1" name="Ink 60">
                <a:extLst>
                  <a:ext uri="{FF2B5EF4-FFF2-40B4-BE49-F238E27FC236}">
                    <a16:creationId xmlns:a16="http://schemas.microsoft.com/office/drawing/2014/main" id="{9B6D1945-1EAC-DB15-7C6D-AA97C9A14972}"/>
                  </a:ext>
                </a:extLst>
              </p14:cNvPr>
              <p14:cNvContentPartPr/>
              <p14:nvPr/>
            </p14:nvContentPartPr>
            <p14:xfrm>
              <a:off x="3578198" y="1025496"/>
              <a:ext cx="360" cy="360"/>
            </p14:xfrm>
          </p:contentPart>
        </mc:Choice>
        <mc:Fallback xmlns="">
          <p:pic>
            <p:nvPicPr>
              <p:cNvPr id="61" name="Ink 60">
                <a:extLst>
                  <a:ext uri="{FF2B5EF4-FFF2-40B4-BE49-F238E27FC236}">
                    <a16:creationId xmlns:a16="http://schemas.microsoft.com/office/drawing/2014/main" id="{9B6D1945-1EAC-DB15-7C6D-AA97C9A14972}"/>
                  </a:ext>
                </a:extLst>
              </p:cNvPr>
              <p:cNvPicPr/>
              <p:nvPr/>
            </p:nvPicPr>
            <p:blipFill>
              <a:blip r:embed="rId16"/>
              <a:stretch>
                <a:fillRect/>
              </a:stretch>
            </p:blipFill>
            <p:spPr>
              <a:xfrm>
                <a:off x="3572078" y="10193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62" name="Ink 61">
                <a:extLst>
                  <a:ext uri="{FF2B5EF4-FFF2-40B4-BE49-F238E27FC236}">
                    <a16:creationId xmlns:a16="http://schemas.microsoft.com/office/drawing/2014/main" id="{481D7538-14A5-FEE2-40B8-D8EEE77CAF63}"/>
                  </a:ext>
                </a:extLst>
              </p14:cNvPr>
              <p14:cNvContentPartPr/>
              <p14:nvPr/>
            </p14:nvContentPartPr>
            <p14:xfrm>
              <a:off x="3601598" y="933696"/>
              <a:ext cx="54720" cy="59040"/>
            </p14:xfrm>
          </p:contentPart>
        </mc:Choice>
        <mc:Fallback xmlns="">
          <p:pic>
            <p:nvPicPr>
              <p:cNvPr id="62" name="Ink 61">
                <a:extLst>
                  <a:ext uri="{FF2B5EF4-FFF2-40B4-BE49-F238E27FC236}">
                    <a16:creationId xmlns:a16="http://schemas.microsoft.com/office/drawing/2014/main" id="{481D7538-14A5-FEE2-40B8-D8EEE77CAF63}"/>
                  </a:ext>
                </a:extLst>
              </p:cNvPr>
              <p:cNvPicPr/>
              <p:nvPr/>
            </p:nvPicPr>
            <p:blipFill>
              <a:blip r:embed="rId92"/>
              <a:stretch>
                <a:fillRect/>
              </a:stretch>
            </p:blipFill>
            <p:spPr>
              <a:xfrm>
                <a:off x="3595478" y="927576"/>
                <a:ext cx="6696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3" name="Ink 62">
                <a:extLst>
                  <a:ext uri="{FF2B5EF4-FFF2-40B4-BE49-F238E27FC236}">
                    <a16:creationId xmlns:a16="http://schemas.microsoft.com/office/drawing/2014/main" id="{B63860B6-DA01-4EBA-8B24-FBD86CDD6510}"/>
                  </a:ext>
                </a:extLst>
              </p14:cNvPr>
              <p14:cNvContentPartPr/>
              <p14:nvPr/>
            </p14:nvContentPartPr>
            <p14:xfrm>
              <a:off x="3594038" y="901296"/>
              <a:ext cx="99720" cy="104760"/>
            </p14:xfrm>
          </p:contentPart>
        </mc:Choice>
        <mc:Fallback xmlns="">
          <p:pic>
            <p:nvPicPr>
              <p:cNvPr id="63" name="Ink 62">
                <a:extLst>
                  <a:ext uri="{FF2B5EF4-FFF2-40B4-BE49-F238E27FC236}">
                    <a16:creationId xmlns:a16="http://schemas.microsoft.com/office/drawing/2014/main" id="{B63860B6-DA01-4EBA-8B24-FBD86CDD6510}"/>
                  </a:ext>
                </a:extLst>
              </p:cNvPr>
              <p:cNvPicPr/>
              <p:nvPr/>
            </p:nvPicPr>
            <p:blipFill>
              <a:blip r:embed="rId94"/>
              <a:stretch>
                <a:fillRect/>
              </a:stretch>
            </p:blipFill>
            <p:spPr>
              <a:xfrm>
                <a:off x="3587918" y="895176"/>
                <a:ext cx="11196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4" name="Ink 63">
                <a:extLst>
                  <a:ext uri="{FF2B5EF4-FFF2-40B4-BE49-F238E27FC236}">
                    <a16:creationId xmlns:a16="http://schemas.microsoft.com/office/drawing/2014/main" id="{09C084ED-0424-E585-8A69-819A29C70EFA}"/>
                  </a:ext>
                </a:extLst>
              </p14:cNvPr>
              <p14:cNvContentPartPr/>
              <p14:nvPr/>
            </p14:nvContentPartPr>
            <p14:xfrm>
              <a:off x="3724718" y="923616"/>
              <a:ext cx="18000" cy="3240"/>
            </p14:xfrm>
          </p:contentPart>
        </mc:Choice>
        <mc:Fallback xmlns="">
          <p:pic>
            <p:nvPicPr>
              <p:cNvPr id="64" name="Ink 63">
                <a:extLst>
                  <a:ext uri="{FF2B5EF4-FFF2-40B4-BE49-F238E27FC236}">
                    <a16:creationId xmlns:a16="http://schemas.microsoft.com/office/drawing/2014/main" id="{09C084ED-0424-E585-8A69-819A29C70EFA}"/>
                  </a:ext>
                </a:extLst>
              </p:cNvPr>
              <p:cNvPicPr/>
              <p:nvPr/>
            </p:nvPicPr>
            <p:blipFill>
              <a:blip r:embed="rId96"/>
              <a:stretch>
                <a:fillRect/>
              </a:stretch>
            </p:blipFill>
            <p:spPr>
              <a:xfrm>
                <a:off x="3718598" y="917496"/>
                <a:ext cx="30240" cy="1548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5" name="Ink 64">
                <a:extLst>
                  <a:ext uri="{FF2B5EF4-FFF2-40B4-BE49-F238E27FC236}">
                    <a16:creationId xmlns:a16="http://schemas.microsoft.com/office/drawing/2014/main" id="{0F3AA4BF-2130-4C7A-BF24-D332C18B13BE}"/>
                  </a:ext>
                </a:extLst>
              </p14:cNvPr>
              <p14:cNvContentPartPr/>
              <p14:nvPr/>
            </p14:nvContentPartPr>
            <p14:xfrm>
              <a:off x="3826598" y="737496"/>
              <a:ext cx="92520" cy="44640"/>
            </p14:xfrm>
          </p:contentPart>
        </mc:Choice>
        <mc:Fallback xmlns="">
          <p:pic>
            <p:nvPicPr>
              <p:cNvPr id="65" name="Ink 64">
                <a:extLst>
                  <a:ext uri="{FF2B5EF4-FFF2-40B4-BE49-F238E27FC236}">
                    <a16:creationId xmlns:a16="http://schemas.microsoft.com/office/drawing/2014/main" id="{0F3AA4BF-2130-4C7A-BF24-D332C18B13BE}"/>
                  </a:ext>
                </a:extLst>
              </p:cNvPr>
              <p:cNvPicPr/>
              <p:nvPr/>
            </p:nvPicPr>
            <p:blipFill>
              <a:blip r:embed="rId98"/>
              <a:stretch>
                <a:fillRect/>
              </a:stretch>
            </p:blipFill>
            <p:spPr>
              <a:xfrm>
                <a:off x="3820478" y="731376"/>
                <a:ext cx="10476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6" name="Ink 65">
                <a:extLst>
                  <a:ext uri="{FF2B5EF4-FFF2-40B4-BE49-F238E27FC236}">
                    <a16:creationId xmlns:a16="http://schemas.microsoft.com/office/drawing/2014/main" id="{0495E8E4-6B86-BE8B-CF97-D0DE879B4BCA}"/>
                  </a:ext>
                </a:extLst>
              </p14:cNvPr>
              <p14:cNvContentPartPr/>
              <p14:nvPr/>
            </p14:nvContentPartPr>
            <p14:xfrm>
              <a:off x="3968798" y="638496"/>
              <a:ext cx="16200" cy="19440"/>
            </p14:xfrm>
          </p:contentPart>
        </mc:Choice>
        <mc:Fallback xmlns="">
          <p:pic>
            <p:nvPicPr>
              <p:cNvPr id="66" name="Ink 65">
                <a:extLst>
                  <a:ext uri="{FF2B5EF4-FFF2-40B4-BE49-F238E27FC236}">
                    <a16:creationId xmlns:a16="http://schemas.microsoft.com/office/drawing/2014/main" id="{0495E8E4-6B86-BE8B-CF97-D0DE879B4BCA}"/>
                  </a:ext>
                </a:extLst>
              </p:cNvPr>
              <p:cNvPicPr/>
              <p:nvPr/>
            </p:nvPicPr>
            <p:blipFill>
              <a:blip r:embed="rId100"/>
              <a:stretch>
                <a:fillRect/>
              </a:stretch>
            </p:blipFill>
            <p:spPr>
              <a:xfrm>
                <a:off x="3962678" y="632376"/>
                <a:ext cx="2844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7" name="Ink 66">
                <a:extLst>
                  <a:ext uri="{FF2B5EF4-FFF2-40B4-BE49-F238E27FC236}">
                    <a16:creationId xmlns:a16="http://schemas.microsoft.com/office/drawing/2014/main" id="{0B20AC52-D386-9187-86F5-CD8E7362F989}"/>
                  </a:ext>
                </a:extLst>
              </p14:cNvPr>
              <p14:cNvContentPartPr/>
              <p14:nvPr/>
            </p14:nvContentPartPr>
            <p14:xfrm>
              <a:off x="3853958" y="573336"/>
              <a:ext cx="36000" cy="37440"/>
            </p14:xfrm>
          </p:contentPart>
        </mc:Choice>
        <mc:Fallback xmlns="">
          <p:pic>
            <p:nvPicPr>
              <p:cNvPr id="67" name="Ink 66">
                <a:extLst>
                  <a:ext uri="{FF2B5EF4-FFF2-40B4-BE49-F238E27FC236}">
                    <a16:creationId xmlns:a16="http://schemas.microsoft.com/office/drawing/2014/main" id="{0B20AC52-D386-9187-86F5-CD8E7362F989}"/>
                  </a:ext>
                </a:extLst>
              </p:cNvPr>
              <p:cNvPicPr/>
              <p:nvPr/>
            </p:nvPicPr>
            <p:blipFill>
              <a:blip r:embed="rId102"/>
              <a:stretch>
                <a:fillRect/>
              </a:stretch>
            </p:blipFill>
            <p:spPr>
              <a:xfrm>
                <a:off x="3847838" y="567216"/>
                <a:ext cx="4824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8" name="Ink 67">
                <a:extLst>
                  <a:ext uri="{FF2B5EF4-FFF2-40B4-BE49-F238E27FC236}">
                    <a16:creationId xmlns:a16="http://schemas.microsoft.com/office/drawing/2014/main" id="{6B8132E5-8F42-D26B-61F2-5511705BFF55}"/>
                  </a:ext>
                </a:extLst>
              </p14:cNvPr>
              <p14:cNvContentPartPr/>
              <p14:nvPr/>
            </p14:nvContentPartPr>
            <p14:xfrm>
              <a:off x="3840278" y="442656"/>
              <a:ext cx="87480" cy="216360"/>
            </p14:xfrm>
          </p:contentPart>
        </mc:Choice>
        <mc:Fallback xmlns="">
          <p:pic>
            <p:nvPicPr>
              <p:cNvPr id="68" name="Ink 67">
                <a:extLst>
                  <a:ext uri="{FF2B5EF4-FFF2-40B4-BE49-F238E27FC236}">
                    <a16:creationId xmlns:a16="http://schemas.microsoft.com/office/drawing/2014/main" id="{6B8132E5-8F42-D26B-61F2-5511705BFF55}"/>
                  </a:ext>
                </a:extLst>
              </p:cNvPr>
              <p:cNvPicPr/>
              <p:nvPr/>
            </p:nvPicPr>
            <p:blipFill>
              <a:blip r:embed="rId104"/>
              <a:stretch>
                <a:fillRect/>
              </a:stretch>
            </p:blipFill>
            <p:spPr>
              <a:xfrm>
                <a:off x="3834158" y="436536"/>
                <a:ext cx="9972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9" name="Ink 68">
                <a:extLst>
                  <a:ext uri="{FF2B5EF4-FFF2-40B4-BE49-F238E27FC236}">
                    <a16:creationId xmlns:a16="http://schemas.microsoft.com/office/drawing/2014/main" id="{F36DA34D-B1B7-A46E-15D4-E3F0FEB7A69C}"/>
                  </a:ext>
                </a:extLst>
              </p14:cNvPr>
              <p14:cNvContentPartPr/>
              <p14:nvPr/>
            </p14:nvContentPartPr>
            <p14:xfrm>
              <a:off x="3776198" y="383616"/>
              <a:ext cx="211320" cy="139320"/>
            </p14:xfrm>
          </p:contentPart>
        </mc:Choice>
        <mc:Fallback xmlns="">
          <p:pic>
            <p:nvPicPr>
              <p:cNvPr id="69" name="Ink 68">
                <a:extLst>
                  <a:ext uri="{FF2B5EF4-FFF2-40B4-BE49-F238E27FC236}">
                    <a16:creationId xmlns:a16="http://schemas.microsoft.com/office/drawing/2014/main" id="{F36DA34D-B1B7-A46E-15D4-E3F0FEB7A69C}"/>
                  </a:ext>
                </a:extLst>
              </p:cNvPr>
              <p:cNvPicPr/>
              <p:nvPr/>
            </p:nvPicPr>
            <p:blipFill>
              <a:blip r:embed="rId106"/>
              <a:stretch>
                <a:fillRect/>
              </a:stretch>
            </p:blipFill>
            <p:spPr>
              <a:xfrm>
                <a:off x="3770078" y="377496"/>
                <a:ext cx="22356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71" name="Ink 70">
                <a:extLst>
                  <a:ext uri="{FF2B5EF4-FFF2-40B4-BE49-F238E27FC236}">
                    <a16:creationId xmlns:a16="http://schemas.microsoft.com/office/drawing/2014/main" id="{25D71053-06AD-5BD9-14FA-4DE2699003BB}"/>
                  </a:ext>
                </a:extLst>
              </p14:cNvPr>
              <p14:cNvContentPartPr/>
              <p14:nvPr/>
            </p14:nvContentPartPr>
            <p14:xfrm>
              <a:off x="3503678" y="1112256"/>
              <a:ext cx="70200" cy="37800"/>
            </p14:xfrm>
          </p:contentPart>
        </mc:Choice>
        <mc:Fallback xmlns="">
          <p:pic>
            <p:nvPicPr>
              <p:cNvPr id="71" name="Ink 70">
                <a:extLst>
                  <a:ext uri="{FF2B5EF4-FFF2-40B4-BE49-F238E27FC236}">
                    <a16:creationId xmlns:a16="http://schemas.microsoft.com/office/drawing/2014/main" id="{25D71053-06AD-5BD9-14FA-4DE2699003BB}"/>
                  </a:ext>
                </a:extLst>
              </p:cNvPr>
              <p:cNvPicPr/>
              <p:nvPr/>
            </p:nvPicPr>
            <p:blipFill>
              <a:blip r:embed="rId108"/>
              <a:stretch>
                <a:fillRect/>
              </a:stretch>
            </p:blipFill>
            <p:spPr>
              <a:xfrm>
                <a:off x="3497558" y="1106136"/>
                <a:ext cx="8244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72" name="Ink 71">
                <a:extLst>
                  <a:ext uri="{FF2B5EF4-FFF2-40B4-BE49-F238E27FC236}">
                    <a16:creationId xmlns:a16="http://schemas.microsoft.com/office/drawing/2014/main" id="{0999AD8C-8072-0367-1F2D-741F04F35382}"/>
                  </a:ext>
                </a:extLst>
              </p14:cNvPr>
              <p14:cNvContentPartPr/>
              <p14:nvPr/>
            </p14:nvContentPartPr>
            <p14:xfrm>
              <a:off x="3525638" y="1155456"/>
              <a:ext cx="93960" cy="47520"/>
            </p14:xfrm>
          </p:contentPart>
        </mc:Choice>
        <mc:Fallback xmlns="">
          <p:pic>
            <p:nvPicPr>
              <p:cNvPr id="72" name="Ink 71">
                <a:extLst>
                  <a:ext uri="{FF2B5EF4-FFF2-40B4-BE49-F238E27FC236}">
                    <a16:creationId xmlns:a16="http://schemas.microsoft.com/office/drawing/2014/main" id="{0999AD8C-8072-0367-1F2D-741F04F35382}"/>
                  </a:ext>
                </a:extLst>
              </p:cNvPr>
              <p:cNvPicPr/>
              <p:nvPr/>
            </p:nvPicPr>
            <p:blipFill>
              <a:blip r:embed="rId110"/>
              <a:stretch>
                <a:fillRect/>
              </a:stretch>
            </p:blipFill>
            <p:spPr>
              <a:xfrm>
                <a:off x="3519518" y="1149336"/>
                <a:ext cx="10620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73" name="Ink 72">
                <a:extLst>
                  <a:ext uri="{FF2B5EF4-FFF2-40B4-BE49-F238E27FC236}">
                    <a16:creationId xmlns:a16="http://schemas.microsoft.com/office/drawing/2014/main" id="{939BA3CC-7882-276D-E3D2-6EA3DC4D2BD8}"/>
                  </a:ext>
                </a:extLst>
              </p14:cNvPr>
              <p14:cNvContentPartPr/>
              <p14:nvPr/>
            </p14:nvContentPartPr>
            <p14:xfrm>
              <a:off x="3687278" y="999936"/>
              <a:ext cx="135360" cy="150120"/>
            </p14:xfrm>
          </p:contentPart>
        </mc:Choice>
        <mc:Fallback xmlns="">
          <p:pic>
            <p:nvPicPr>
              <p:cNvPr id="73" name="Ink 72">
                <a:extLst>
                  <a:ext uri="{FF2B5EF4-FFF2-40B4-BE49-F238E27FC236}">
                    <a16:creationId xmlns:a16="http://schemas.microsoft.com/office/drawing/2014/main" id="{939BA3CC-7882-276D-E3D2-6EA3DC4D2BD8}"/>
                  </a:ext>
                </a:extLst>
              </p:cNvPr>
              <p:cNvPicPr/>
              <p:nvPr/>
            </p:nvPicPr>
            <p:blipFill>
              <a:blip r:embed="rId112"/>
              <a:stretch>
                <a:fillRect/>
              </a:stretch>
            </p:blipFill>
            <p:spPr>
              <a:xfrm>
                <a:off x="3681158" y="993816"/>
                <a:ext cx="14760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74" name="Ink 73">
                <a:extLst>
                  <a:ext uri="{FF2B5EF4-FFF2-40B4-BE49-F238E27FC236}">
                    <a16:creationId xmlns:a16="http://schemas.microsoft.com/office/drawing/2014/main" id="{07F7E053-4C4A-D559-333D-858007F34F85}"/>
                  </a:ext>
                </a:extLst>
              </p14:cNvPr>
              <p14:cNvContentPartPr/>
              <p14:nvPr/>
            </p14:nvContentPartPr>
            <p14:xfrm>
              <a:off x="3808238" y="938016"/>
              <a:ext cx="133920" cy="63360"/>
            </p14:xfrm>
          </p:contentPart>
        </mc:Choice>
        <mc:Fallback xmlns="">
          <p:pic>
            <p:nvPicPr>
              <p:cNvPr id="74" name="Ink 73">
                <a:extLst>
                  <a:ext uri="{FF2B5EF4-FFF2-40B4-BE49-F238E27FC236}">
                    <a16:creationId xmlns:a16="http://schemas.microsoft.com/office/drawing/2014/main" id="{07F7E053-4C4A-D559-333D-858007F34F85}"/>
                  </a:ext>
                </a:extLst>
              </p:cNvPr>
              <p:cNvPicPr/>
              <p:nvPr/>
            </p:nvPicPr>
            <p:blipFill>
              <a:blip r:embed="rId114"/>
              <a:stretch>
                <a:fillRect/>
              </a:stretch>
            </p:blipFill>
            <p:spPr>
              <a:xfrm>
                <a:off x="3802118" y="931896"/>
                <a:ext cx="14616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76" name="Ink 75">
                <a:extLst>
                  <a:ext uri="{FF2B5EF4-FFF2-40B4-BE49-F238E27FC236}">
                    <a16:creationId xmlns:a16="http://schemas.microsoft.com/office/drawing/2014/main" id="{DFB5594E-17CE-568A-F9A3-FB78CE458F55}"/>
                  </a:ext>
                </a:extLst>
              </p14:cNvPr>
              <p14:cNvContentPartPr/>
              <p14:nvPr/>
            </p14:nvContentPartPr>
            <p14:xfrm>
              <a:off x="1774598" y="2416536"/>
              <a:ext cx="103680" cy="124560"/>
            </p14:xfrm>
          </p:contentPart>
        </mc:Choice>
        <mc:Fallback xmlns="">
          <p:pic>
            <p:nvPicPr>
              <p:cNvPr id="76" name="Ink 75">
                <a:extLst>
                  <a:ext uri="{FF2B5EF4-FFF2-40B4-BE49-F238E27FC236}">
                    <a16:creationId xmlns:a16="http://schemas.microsoft.com/office/drawing/2014/main" id="{DFB5594E-17CE-568A-F9A3-FB78CE458F55}"/>
                  </a:ext>
                </a:extLst>
              </p:cNvPr>
              <p:cNvPicPr/>
              <p:nvPr/>
            </p:nvPicPr>
            <p:blipFill>
              <a:blip r:embed="rId116"/>
              <a:stretch>
                <a:fillRect/>
              </a:stretch>
            </p:blipFill>
            <p:spPr>
              <a:xfrm>
                <a:off x="1768478" y="2410416"/>
                <a:ext cx="11592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77" name="Ink 76">
                <a:extLst>
                  <a:ext uri="{FF2B5EF4-FFF2-40B4-BE49-F238E27FC236}">
                    <a16:creationId xmlns:a16="http://schemas.microsoft.com/office/drawing/2014/main" id="{EC1E10FF-0A36-C879-A1C0-E9544C7BB69F}"/>
                  </a:ext>
                </a:extLst>
              </p14:cNvPr>
              <p14:cNvContentPartPr/>
              <p14:nvPr/>
            </p14:nvContentPartPr>
            <p14:xfrm>
              <a:off x="1884758" y="2514456"/>
              <a:ext cx="46440" cy="135360"/>
            </p14:xfrm>
          </p:contentPart>
        </mc:Choice>
        <mc:Fallback xmlns="">
          <p:pic>
            <p:nvPicPr>
              <p:cNvPr id="77" name="Ink 76">
                <a:extLst>
                  <a:ext uri="{FF2B5EF4-FFF2-40B4-BE49-F238E27FC236}">
                    <a16:creationId xmlns:a16="http://schemas.microsoft.com/office/drawing/2014/main" id="{EC1E10FF-0A36-C879-A1C0-E9544C7BB69F}"/>
                  </a:ext>
                </a:extLst>
              </p:cNvPr>
              <p:cNvPicPr/>
              <p:nvPr/>
            </p:nvPicPr>
            <p:blipFill>
              <a:blip r:embed="rId118"/>
              <a:stretch>
                <a:fillRect/>
              </a:stretch>
            </p:blipFill>
            <p:spPr>
              <a:xfrm>
                <a:off x="1878638" y="2508336"/>
                <a:ext cx="5868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78" name="Ink 77">
                <a:extLst>
                  <a:ext uri="{FF2B5EF4-FFF2-40B4-BE49-F238E27FC236}">
                    <a16:creationId xmlns:a16="http://schemas.microsoft.com/office/drawing/2014/main" id="{458FB1A4-228C-AABF-AD80-6C2BA7EF2339}"/>
                  </a:ext>
                </a:extLst>
              </p14:cNvPr>
              <p14:cNvContentPartPr/>
              <p14:nvPr/>
            </p14:nvContentPartPr>
            <p14:xfrm>
              <a:off x="1961078" y="2407536"/>
              <a:ext cx="91800" cy="88920"/>
            </p14:xfrm>
          </p:contentPart>
        </mc:Choice>
        <mc:Fallback xmlns="">
          <p:pic>
            <p:nvPicPr>
              <p:cNvPr id="78" name="Ink 77">
                <a:extLst>
                  <a:ext uri="{FF2B5EF4-FFF2-40B4-BE49-F238E27FC236}">
                    <a16:creationId xmlns:a16="http://schemas.microsoft.com/office/drawing/2014/main" id="{458FB1A4-228C-AABF-AD80-6C2BA7EF2339}"/>
                  </a:ext>
                </a:extLst>
              </p:cNvPr>
              <p:cNvPicPr/>
              <p:nvPr/>
            </p:nvPicPr>
            <p:blipFill>
              <a:blip r:embed="rId120"/>
              <a:stretch>
                <a:fillRect/>
              </a:stretch>
            </p:blipFill>
            <p:spPr>
              <a:xfrm>
                <a:off x="1954958" y="2401416"/>
                <a:ext cx="10404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79" name="Ink 78">
                <a:extLst>
                  <a:ext uri="{FF2B5EF4-FFF2-40B4-BE49-F238E27FC236}">
                    <a16:creationId xmlns:a16="http://schemas.microsoft.com/office/drawing/2014/main" id="{B4628E7B-F70F-3779-E217-95FB88B38647}"/>
                  </a:ext>
                </a:extLst>
              </p14:cNvPr>
              <p14:cNvContentPartPr/>
              <p14:nvPr/>
            </p14:nvContentPartPr>
            <p14:xfrm>
              <a:off x="2073398" y="2360736"/>
              <a:ext cx="77760" cy="203400"/>
            </p14:xfrm>
          </p:contentPart>
        </mc:Choice>
        <mc:Fallback xmlns="">
          <p:pic>
            <p:nvPicPr>
              <p:cNvPr id="79" name="Ink 78">
                <a:extLst>
                  <a:ext uri="{FF2B5EF4-FFF2-40B4-BE49-F238E27FC236}">
                    <a16:creationId xmlns:a16="http://schemas.microsoft.com/office/drawing/2014/main" id="{B4628E7B-F70F-3779-E217-95FB88B38647}"/>
                  </a:ext>
                </a:extLst>
              </p:cNvPr>
              <p:cNvPicPr/>
              <p:nvPr/>
            </p:nvPicPr>
            <p:blipFill>
              <a:blip r:embed="rId122"/>
              <a:stretch>
                <a:fillRect/>
              </a:stretch>
            </p:blipFill>
            <p:spPr>
              <a:xfrm>
                <a:off x="2067278" y="2354616"/>
                <a:ext cx="9000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80" name="Ink 79">
                <a:extLst>
                  <a:ext uri="{FF2B5EF4-FFF2-40B4-BE49-F238E27FC236}">
                    <a16:creationId xmlns:a16="http://schemas.microsoft.com/office/drawing/2014/main" id="{D1275C8E-A19D-0A84-9954-98287B1E029F}"/>
                  </a:ext>
                </a:extLst>
              </p14:cNvPr>
              <p14:cNvContentPartPr/>
              <p14:nvPr/>
            </p14:nvContentPartPr>
            <p14:xfrm>
              <a:off x="1599278" y="2439216"/>
              <a:ext cx="247320" cy="228960"/>
            </p14:xfrm>
          </p:contentPart>
        </mc:Choice>
        <mc:Fallback xmlns="">
          <p:pic>
            <p:nvPicPr>
              <p:cNvPr id="80" name="Ink 79">
                <a:extLst>
                  <a:ext uri="{FF2B5EF4-FFF2-40B4-BE49-F238E27FC236}">
                    <a16:creationId xmlns:a16="http://schemas.microsoft.com/office/drawing/2014/main" id="{D1275C8E-A19D-0A84-9954-98287B1E029F}"/>
                  </a:ext>
                </a:extLst>
              </p:cNvPr>
              <p:cNvPicPr/>
              <p:nvPr/>
            </p:nvPicPr>
            <p:blipFill>
              <a:blip r:embed="rId124"/>
              <a:stretch>
                <a:fillRect/>
              </a:stretch>
            </p:blipFill>
            <p:spPr>
              <a:xfrm>
                <a:off x="1593158" y="2433096"/>
                <a:ext cx="25956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84" name="Ink 83">
                <a:extLst>
                  <a:ext uri="{FF2B5EF4-FFF2-40B4-BE49-F238E27FC236}">
                    <a16:creationId xmlns:a16="http://schemas.microsoft.com/office/drawing/2014/main" id="{23BBD010-4E1C-B639-68FF-5C69D65A0714}"/>
                  </a:ext>
                </a:extLst>
              </p14:cNvPr>
              <p14:cNvContentPartPr/>
              <p14:nvPr/>
            </p14:nvContentPartPr>
            <p14:xfrm>
              <a:off x="1010318" y="964656"/>
              <a:ext cx="301320" cy="151920"/>
            </p14:xfrm>
          </p:contentPart>
        </mc:Choice>
        <mc:Fallback xmlns="">
          <p:pic>
            <p:nvPicPr>
              <p:cNvPr id="84" name="Ink 83">
                <a:extLst>
                  <a:ext uri="{FF2B5EF4-FFF2-40B4-BE49-F238E27FC236}">
                    <a16:creationId xmlns:a16="http://schemas.microsoft.com/office/drawing/2014/main" id="{23BBD010-4E1C-B639-68FF-5C69D65A0714}"/>
                  </a:ext>
                </a:extLst>
              </p:cNvPr>
              <p:cNvPicPr/>
              <p:nvPr/>
            </p:nvPicPr>
            <p:blipFill>
              <a:blip r:embed="rId126"/>
              <a:stretch>
                <a:fillRect/>
              </a:stretch>
            </p:blipFill>
            <p:spPr>
              <a:xfrm>
                <a:off x="1004198" y="958536"/>
                <a:ext cx="31356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85" name="Ink 84">
                <a:extLst>
                  <a:ext uri="{FF2B5EF4-FFF2-40B4-BE49-F238E27FC236}">
                    <a16:creationId xmlns:a16="http://schemas.microsoft.com/office/drawing/2014/main" id="{5D2B8D37-45F6-AF4A-4C0E-A5B756EEC1ED}"/>
                  </a:ext>
                </a:extLst>
              </p14:cNvPr>
              <p14:cNvContentPartPr/>
              <p14:nvPr/>
            </p14:nvContentPartPr>
            <p14:xfrm>
              <a:off x="1046678" y="890856"/>
              <a:ext cx="193680" cy="352800"/>
            </p14:xfrm>
          </p:contentPart>
        </mc:Choice>
        <mc:Fallback xmlns="">
          <p:pic>
            <p:nvPicPr>
              <p:cNvPr id="85" name="Ink 84">
                <a:extLst>
                  <a:ext uri="{FF2B5EF4-FFF2-40B4-BE49-F238E27FC236}">
                    <a16:creationId xmlns:a16="http://schemas.microsoft.com/office/drawing/2014/main" id="{5D2B8D37-45F6-AF4A-4C0E-A5B756EEC1ED}"/>
                  </a:ext>
                </a:extLst>
              </p:cNvPr>
              <p:cNvPicPr/>
              <p:nvPr/>
            </p:nvPicPr>
            <p:blipFill>
              <a:blip r:embed="rId128"/>
              <a:stretch>
                <a:fillRect/>
              </a:stretch>
            </p:blipFill>
            <p:spPr>
              <a:xfrm>
                <a:off x="1040558" y="884736"/>
                <a:ext cx="205920" cy="36504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86" name="Ink 85">
                <a:extLst>
                  <a:ext uri="{FF2B5EF4-FFF2-40B4-BE49-F238E27FC236}">
                    <a16:creationId xmlns:a16="http://schemas.microsoft.com/office/drawing/2014/main" id="{AE96CD99-78B8-E268-3727-4734D0F44658}"/>
                  </a:ext>
                </a:extLst>
              </p14:cNvPr>
              <p14:cNvContentPartPr/>
              <p14:nvPr/>
            </p14:nvContentPartPr>
            <p14:xfrm>
              <a:off x="1252958" y="1015776"/>
              <a:ext cx="281160" cy="178920"/>
            </p14:xfrm>
          </p:contentPart>
        </mc:Choice>
        <mc:Fallback xmlns="">
          <p:pic>
            <p:nvPicPr>
              <p:cNvPr id="86" name="Ink 85">
                <a:extLst>
                  <a:ext uri="{FF2B5EF4-FFF2-40B4-BE49-F238E27FC236}">
                    <a16:creationId xmlns:a16="http://schemas.microsoft.com/office/drawing/2014/main" id="{AE96CD99-78B8-E268-3727-4734D0F44658}"/>
                  </a:ext>
                </a:extLst>
              </p:cNvPr>
              <p:cNvPicPr/>
              <p:nvPr/>
            </p:nvPicPr>
            <p:blipFill>
              <a:blip r:embed="rId130"/>
              <a:stretch>
                <a:fillRect/>
              </a:stretch>
            </p:blipFill>
            <p:spPr>
              <a:xfrm>
                <a:off x="1246838" y="1009656"/>
                <a:ext cx="29340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90" name="Ink 89">
                <a:extLst>
                  <a:ext uri="{FF2B5EF4-FFF2-40B4-BE49-F238E27FC236}">
                    <a16:creationId xmlns:a16="http://schemas.microsoft.com/office/drawing/2014/main" id="{1D36C6F5-7769-D381-2421-C0B41D8F1D2A}"/>
                  </a:ext>
                </a:extLst>
              </p14:cNvPr>
              <p14:cNvContentPartPr/>
              <p14:nvPr/>
            </p14:nvContentPartPr>
            <p14:xfrm>
              <a:off x="1662278" y="766296"/>
              <a:ext cx="308520" cy="214200"/>
            </p14:xfrm>
          </p:contentPart>
        </mc:Choice>
        <mc:Fallback xmlns="">
          <p:pic>
            <p:nvPicPr>
              <p:cNvPr id="90" name="Ink 89">
                <a:extLst>
                  <a:ext uri="{FF2B5EF4-FFF2-40B4-BE49-F238E27FC236}">
                    <a16:creationId xmlns:a16="http://schemas.microsoft.com/office/drawing/2014/main" id="{1D36C6F5-7769-D381-2421-C0B41D8F1D2A}"/>
                  </a:ext>
                </a:extLst>
              </p:cNvPr>
              <p:cNvPicPr/>
              <p:nvPr/>
            </p:nvPicPr>
            <p:blipFill>
              <a:blip r:embed="rId132"/>
              <a:stretch>
                <a:fillRect/>
              </a:stretch>
            </p:blipFill>
            <p:spPr>
              <a:xfrm>
                <a:off x="1656158" y="760176"/>
                <a:ext cx="320760" cy="226440"/>
              </a:xfrm>
              <a:prstGeom prst="rect">
                <a:avLst/>
              </a:prstGeom>
            </p:spPr>
          </p:pic>
        </mc:Fallback>
      </mc:AlternateContent>
      <p:grpSp>
        <p:nvGrpSpPr>
          <p:cNvPr id="95" name="Group 94">
            <a:extLst>
              <a:ext uri="{FF2B5EF4-FFF2-40B4-BE49-F238E27FC236}">
                <a16:creationId xmlns:a16="http://schemas.microsoft.com/office/drawing/2014/main" id="{DC31EA39-1D06-8812-FC66-5BB82E96C5CD}"/>
              </a:ext>
            </a:extLst>
          </p:cNvPr>
          <p:cNvGrpSpPr/>
          <p:nvPr/>
        </p:nvGrpSpPr>
        <p:grpSpPr>
          <a:xfrm>
            <a:off x="2028038" y="3256056"/>
            <a:ext cx="296640" cy="838800"/>
            <a:chOff x="2028038" y="3256056"/>
            <a:chExt cx="296640" cy="838800"/>
          </a:xfrm>
        </p:grpSpPr>
        <mc:AlternateContent xmlns:mc="http://schemas.openxmlformats.org/markup-compatibility/2006" xmlns:p14="http://schemas.microsoft.com/office/powerpoint/2010/main">
          <mc:Choice Requires="p14">
            <p:contentPart p14:bwMode="auto" r:id="rId133">
              <p14:nvContentPartPr>
                <p14:cNvPr id="91" name="Ink 90">
                  <a:extLst>
                    <a:ext uri="{FF2B5EF4-FFF2-40B4-BE49-F238E27FC236}">
                      <a16:creationId xmlns:a16="http://schemas.microsoft.com/office/drawing/2014/main" id="{72FABA58-BB61-7E9A-E52D-4061AA9E1C64}"/>
                    </a:ext>
                  </a:extLst>
                </p14:cNvPr>
                <p14:cNvContentPartPr/>
                <p14:nvPr/>
              </p14:nvContentPartPr>
              <p14:xfrm>
                <a:off x="2106878" y="3297096"/>
                <a:ext cx="136800" cy="650160"/>
              </p14:xfrm>
            </p:contentPart>
          </mc:Choice>
          <mc:Fallback xmlns="">
            <p:pic>
              <p:nvPicPr>
                <p:cNvPr id="91" name="Ink 90">
                  <a:extLst>
                    <a:ext uri="{FF2B5EF4-FFF2-40B4-BE49-F238E27FC236}">
                      <a16:creationId xmlns:a16="http://schemas.microsoft.com/office/drawing/2014/main" id="{72FABA58-BB61-7E9A-E52D-4061AA9E1C64}"/>
                    </a:ext>
                  </a:extLst>
                </p:cNvPr>
                <p:cNvPicPr/>
                <p:nvPr/>
              </p:nvPicPr>
              <p:blipFill>
                <a:blip r:embed="rId134"/>
                <a:stretch>
                  <a:fillRect/>
                </a:stretch>
              </p:blipFill>
              <p:spPr>
                <a:xfrm>
                  <a:off x="2100758" y="3290976"/>
                  <a:ext cx="149040" cy="6624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92" name="Ink 91">
                  <a:extLst>
                    <a:ext uri="{FF2B5EF4-FFF2-40B4-BE49-F238E27FC236}">
                      <a16:creationId xmlns:a16="http://schemas.microsoft.com/office/drawing/2014/main" id="{AD3C71F3-DBC9-78CC-25BA-125C2B1DCB5A}"/>
                    </a:ext>
                  </a:extLst>
                </p14:cNvPr>
                <p14:cNvContentPartPr/>
                <p14:nvPr/>
              </p14:nvContentPartPr>
              <p14:xfrm>
                <a:off x="2111198" y="3256056"/>
                <a:ext cx="149040" cy="792360"/>
              </p14:xfrm>
            </p:contentPart>
          </mc:Choice>
          <mc:Fallback xmlns="">
            <p:pic>
              <p:nvPicPr>
                <p:cNvPr id="92" name="Ink 91">
                  <a:extLst>
                    <a:ext uri="{FF2B5EF4-FFF2-40B4-BE49-F238E27FC236}">
                      <a16:creationId xmlns:a16="http://schemas.microsoft.com/office/drawing/2014/main" id="{AD3C71F3-DBC9-78CC-25BA-125C2B1DCB5A}"/>
                    </a:ext>
                  </a:extLst>
                </p:cNvPr>
                <p:cNvPicPr/>
                <p:nvPr/>
              </p:nvPicPr>
              <p:blipFill>
                <a:blip r:embed="rId136"/>
                <a:stretch>
                  <a:fillRect/>
                </a:stretch>
              </p:blipFill>
              <p:spPr>
                <a:xfrm>
                  <a:off x="2105078" y="3249936"/>
                  <a:ext cx="161280" cy="80460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93" name="Ink 92">
                  <a:extLst>
                    <a:ext uri="{FF2B5EF4-FFF2-40B4-BE49-F238E27FC236}">
                      <a16:creationId xmlns:a16="http://schemas.microsoft.com/office/drawing/2014/main" id="{11B2F2B5-D8FA-8D3B-5B3A-C2B64B5570C3}"/>
                    </a:ext>
                  </a:extLst>
                </p14:cNvPr>
                <p14:cNvContentPartPr/>
                <p14:nvPr/>
              </p14:nvContentPartPr>
              <p14:xfrm>
                <a:off x="2028038" y="3961296"/>
                <a:ext cx="246600" cy="81720"/>
              </p14:xfrm>
            </p:contentPart>
          </mc:Choice>
          <mc:Fallback xmlns="">
            <p:pic>
              <p:nvPicPr>
                <p:cNvPr id="93" name="Ink 92">
                  <a:extLst>
                    <a:ext uri="{FF2B5EF4-FFF2-40B4-BE49-F238E27FC236}">
                      <a16:creationId xmlns:a16="http://schemas.microsoft.com/office/drawing/2014/main" id="{11B2F2B5-D8FA-8D3B-5B3A-C2B64B5570C3}"/>
                    </a:ext>
                  </a:extLst>
                </p:cNvPr>
                <p:cNvPicPr/>
                <p:nvPr/>
              </p:nvPicPr>
              <p:blipFill>
                <a:blip r:embed="rId138"/>
                <a:stretch>
                  <a:fillRect/>
                </a:stretch>
              </p:blipFill>
              <p:spPr>
                <a:xfrm>
                  <a:off x="2021918" y="3955176"/>
                  <a:ext cx="25884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94" name="Ink 93">
                  <a:extLst>
                    <a:ext uri="{FF2B5EF4-FFF2-40B4-BE49-F238E27FC236}">
                      <a16:creationId xmlns:a16="http://schemas.microsoft.com/office/drawing/2014/main" id="{AE573679-A8AD-4592-BA68-4BE3BE3BD5B3}"/>
                    </a:ext>
                  </a:extLst>
                </p14:cNvPr>
                <p14:cNvContentPartPr/>
                <p14:nvPr/>
              </p14:nvContentPartPr>
              <p14:xfrm>
                <a:off x="2204078" y="3812616"/>
                <a:ext cx="120600" cy="282240"/>
              </p14:xfrm>
            </p:contentPart>
          </mc:Choice>
          <mc:Fallback xmlns="">
            <p:pic>
              <p:nvPicPr>
                <p:cNvPr id="94" name="Ink 93">
                  <a:extLst>
                    <a:ext uri="{FF2B5EF4-FFF2-40B4-BE49-F238E27FC236}">
                      <a16:creationId xmlns:a16="http://schemas.microsoft.com/office/drawing/2014/main" id="{AE573679-A8AD-4592-BA68-4BE3BE3BD5B3}"/>
                    </a:ext>
                  </a:extLst>
                </p:cNvPr>
                <p:cNvPicPr/>
                <p:nvPr/>
              </p:nvPicPr>
              <p:blipFill>
                <a:blip r:embed="rId140"/>
                <a:stretch>
                  <a:fillRect/>
                </a:stretch>
              </p:blipFill>
              <p:spPr>
                <a:xfrm>
                  <a:off x="2197958" y="3806496"/>
                  <a:ext cx="132840" cy="294480"/>
                </a:xfrm>
                <a:prstGeom prst="rect">
                  <a:avLst/>
                </a:prstGeom>
              </p:spPr>
            </p:pic>
          </mc:Fallback>
        </mc:AlternateContent>
      </p:grpSp>
      <p:grpSp>
        <p:nvGrpSpPr>
          <p:cNvPr id="98" name="Group 97">
            <a:extLst>
              <a:ext uri="{FF2B5EF4-FFF2-40B4-BE49-F238E27FC236}">
                <a16:creationId xmlns:a16="http://schemas.microsoft.com/office/drawing/2014/main" id="{DEA28DC1-0E8F-2DB8-0188-0B1D9DF9A009}"/>
              </a:ext>
            </a:extLst>
          </p:cNvPr>
          <p:cNvGrpSpPr/>
          <p:nvPr/>
        </p:nvGrpSpPr>
        <p:grpSpPr>
          <a:xfrm>
            <a:off x="595598" y="2313936"/>
            <a:ext cx="275760" cy="286920"/>
            <a:chOff x="595598" y="2313936"/>
            <a:chExt cx="275760" cy="286920"/>
          </a:xfrm>
        </p:grpSpPr>
        <mc:AlternateContent xmlns:mc="http://schemas.openxmlformats.org/markup-compatibility/2006" xmlns:p14="http://schemas.microsoft.com/office/powerpoint/2010/main">
          <mc:Choice Requires="p14">
            <p:contentPart p14:bwMode="auto" r:id="rId141">
              <p14:nvContentPartPr>
                <p14:cNvPr id="96" name="Ink 95">
                  <a:extLst>
                    <a:ext uri="{FF2B5EF4-FFF2-40B4-BE49-F238E27FC236}">
                      <a16:creationId xmlns:a16="http://schemas.microsoft.com/office/drawing/2014/main" id="{B90A09C2-B1A9-B8DD-6AF1-25DDF3AD1169}"/>
                    </a:ext>
                  </a:extLst>
                </p14:cNvPr>
                <p14:cNvContentPartPr/>
                <p14:nvPr/>
              </p14:nvContentPartPr>
              <p14:xfrm>
                <a:off x="611438" y="2313936"/>
                <a:ext cx="154440" cy="166320"/>
              </p14:xfrm>
            </p:contentPart>
          </mc:Choice>
          <mc:Fallback xmlns="">
            <p:pic>
              <p:nvPicPr>
                <p:cNvPr id="96" name="Ink 95">
                  <a:extLst>
                    <a:ext uri="{FF2B5EF4-FFF2-40B4-BE49-F238E27FC236}">
                      <a16:creationId xmlns:a16="http://schemas.microsoft.com/office/drawing/2014/main" id="{B90A09C2-B1A9-B8DD-6AF1-25DDF3AD1169}"/>
                    </a:ext>
                  </a:extLst>
                </p:cNvPr>
                <p:cNvPicPr/>
                <p:nvPr/>
              </p:nvPicPr>
              <p:blipFill>
                <a:blip r:embed="rId142"/>
                <a:stretch>
                  <a:fillRect/>
                </a:stretch>
              </p:blipFill>
              <p:spPr>
                <a:xfrm>
                  <a:off x="605318" y="2307816"/>
                  <a:ext cx="16668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97" name="Ink 96">
                  <a:extLst>
                    <a:ext uri="{FF2B5EF4-FFF2-40B4-BE49-F238E27FC236}">
                      <a16:creationId xmlns:a16="http://schemas.microsoft.com/office/drawing/2014/main" id="{E376290A-D00B-A1FF-8AA9-299081E03E87}"/>
                    </a:ext>
                  </a:extLst>
                </p14:cNvPr>
                <p14:cNvContentPartPr/>
                <p14:nvPr/>
              </p14:nvContentPartPr>
              <p14:xfrm>
                <a:off x="595598" y="2454696"/>
                <a:ext cx="275760" cy="146160"/>
              </p14:xfrm>
            </p:contentPart>
          </mc:Choice>
          <mc:Fallback xmlns="">
            <p:pic>
              <p:nvPicPr>
                <p:cNvPr id="97" name="Ink 96">
                  <a:extLst>
                    <a:ext uri="{FF2B5EF4-FFF2-40B4-BE49-F238E27FC236}">
                      <a16:creationId xmlns:a16="http://schemas.microsoft.com/office/drawing/2014/main" id="{E376290A-D00B-A1FF-8AA9-299081E03E87}"/>
                    </a:ext>
                  </a:extLst>
                </p:cNvPr>
                <p:cNvPicPr/>
                <p:nvPr/>
              </p:nvPicPr>
              <p:blipFill>
                <a:blip r:embed="rId144"/>
                <a:stretch>
                  <a:fillRect/>
                </a:stretch>
              </p:blipFill>
              <p:spPr>
                <a:xfrm>
                  <a:off x="589478" y="2448576"/>
                  <a:ext cx="288000" cy="158400"/>
                </a:xfrm>
                <a:prstGeom prst="rect">
                  <a:avLst/>
                </a:prstGeom>
              </p:spPr>
            </p:pic>
          </mc:Fallback>
        </mc:AlternateContent>
      </p:grpSp>
      <p:grpSp>
        <p:nvGrpSpPr>
          <p:cNvPr id="101" name="Group 100">
            <a:extLst>
              <a:ext uri="{FF2B5EF4-FFF2-40B4-BE49-F238E27FC236}">
                <a16:creationId xmlns:a16="http://schemas.microsoft.com/office/drawing/2014/main" id="{CFB76441-F3B0-D5DB-7C58-C77164CCA94D}"/>
              </a:ext>
            </a:extLst>
          </p:cNvPr>
          <p:cNvGrpSpPr/>
          <p:nvPr/>
        </p:nvGrpSpPr>
        <p:grpSpPr>
          <a:xfrm>
            <a:off x="3795278" y="1933416"/>
            <a:ext cx="382680" cy="596160"/>
            <a:chOff x="3795278" y="1933416"/>
            <a:chExt cx="382680" cy="596160"/>
          </a:xfrm>
        </p:grpSpPr>
        <mc:AlternateContent xmlns:mc="http://schemas.openxmlformats.org/markup-compatibility/2006" xmlns:p14="http://schemas.microsoft.com/office/powerpoint/2010/main">
          <mc:Choice Requires="p14">
            <p:contentPart p14:bwMode="auto" r:id="rId145">
              <p14:nvContentPartPr>
                <p14:cNvPr id="81" name="Ink 80">
                  <a:extLst>
                    <a:ext uri="{FF2B5EF4-FFF2-40B4-BE49-F238E27FC236}">
                      <a16:creationId xmlns:a16="http://schemas.microsoft.com/office/drawing/2014/main" id="{F6AE86CE-1DD1-A9F8-01A1-EA1CB5D02A37}"/>
                    </a:ext>
                  </a:extLst>
                </p14:cNvPr>
                <p14:cNvContentPartPr/>
                <p14:nvPr/>
              </p14:nvContentPartPr>
              <p14:xfrm>
                <a:off x="3815078" y="2266056"/>
                <a:ext cx="175680" cy="133200"/>
              </p14:xfrm>
            </p:contentPart>
          </mc:Choice>
          <mc:Fallback xmlns="">
            <p:pic>
              <p:nvPicPr>
                <p:cNvPr id="81" name="Ink 80">
                  <a:extLst>
                    <a:ext uri="{FF2B5EF4-FFF2-40B4-BE49-F238E27FC236}">
                      <a16:creationId xmlns:a16="http://schemas.microsoft.com/office/drawing/2014/main" id="{F6AE86CE-1DD1-A9F8-01A1-EA1CB5D02A37}"/>
                    </a:ext>
                  </a:extLst>
                </p:cNvPr>
                <p:cNvPicPr/>
                <p:nvPr/>
              </p:nvPicPr>
              <p:blipFill>
                <a:blip r:embed="rId146"/>
                <a:stretch>
                  <a:fillRect/>
                </a:stretch>
              </p:blipFill>
              <p:spPr>
                <a:xfrm>
                  <a:off x="3808958" y="2259936"/>
                  <a:ext cx="18792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82" name="Ink 81">
                  <a:extLst>
                    <a:ext uri="{FF2B5EF4-FFF2-40B4-BE49-F238E27FC236}">
                      <a16:creationId xmlns:a16="http://schemas.microsoft.com/office/drawing/2014/main" id="{17187E50-1F52-3CC2-C377-29EB83CA8DB9}"/>
                    </a:ext>
                  </a:extLst>
                </p14:cNvPr>
                <p14:cNvContentPartPr/>
                <p14:nvPr/>
              </p14:nvContentPartPr>
              <p14:xfrm>
                <a:off x="3795278" y="2201976"/>
                <a:ext cx="152280" cy="237240"/>
              </p14:xfrm>
            </p:contentPart>
          </mc:Choice>
          <mc:Fallback xmlns="">
            <p:pic>
              <p:nvPicPr>
                <p:cNvPr id="82" name="Ink 81">
                  <a:extLst>
                    <a:ext uri="{FF2B5EF4-FFF2-40B4-BE49-F238E27FC236}">
                      <a16:creationId xmlns:a16="http://schemas.microsoft.com/office/drawing/2014/main" id="{17187E50-1F52-3CC2-C377-29EB83CA8DB9}"/>
                    </a:ext>
                  </a:extLst>
                </p:cNvPr>
                <p:cNvPicPr/>
                <p:nvPr/>
              </p:nvPicPr>
              <p:blipFill>
                <a:blip r:embed="rId148"/>
                <a:stretch>
                  <a:fillRect/>
                </a:stretch>
              </p:blipFill>
              <p:spPr>
                <a:xfrm>
                  <a:off x="3789158" y="2195856"/>
                  <a:ext cx="16452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83" name="Ink 82">
                  <a:extLst>
                    <a:ext uri="{FF2B5EF4-FFF2-40B4-BE49-F238E27FC236}">
                      <a16:creationId xmlns:a16="http://schemas.microsoft.com/office/drawing/2014/main" id="{16122CE7-ECB9-E9A7-CF4B-72CADF89E465}"/>
                    </a:ext>
                  </a:extLst>
                </p14:cNvPr>
                <p14:cNvContentPartPr/>
                <p14:nvPr/>
              </p14:nvContentPartPr>
              <p14:xfrm>
                <a:off x="3987878" y="2339496"/>
                <a:ext cx="30600" cy="190080"/>
              </p14:xfrm>
            </p:contentPart>
          </mc:Choice>
          <mc:Fallback xmlns="">
            <p:pic>
              <p:nvPicPr>
                <p:cNvPr id="83" name="Ink 82">
                  <a:extLst>
                    <a:ext uri="{FF2B5EF4-FFF2-40B4-BE49-F238E27FC236}">
                      <a16:creationId xmlns:a16="http://schemas.microsoft.com/office/drawing/2014/main" id="{16122CE7-ECB9-E9A7-CF4B-72CADF89E465}"/>
                    </a:ext>
                  </a:extLst>
                </p:cNvPr>
                <p:cNvPicPr/>
                <p:nvPr/>
              </p:nvPicPr>
              <p:blipFill>
                <a:blip r:embed="rId150"/>
                <a:stretch>
                  <a:fillRect/>
                </a:stretch>
              </p:blipFill>
              <p:spPr>
                <a:xfrm>
                  <a:off x="3981758" y="2333376"/>
                  <a:ext cx="4284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99" name="Ink 98">
                  <a:extLst>
                    <a:ext uri="{FF2B5EF4-FFF2-40B4-BE49-F238E27FC236}">
                      <a16:creationId xmlns:a16="http://schemas.microsoft.com/office/drawing/2014/main" id="{7FFFC96F-F6FF-7DBE-A853-BD79EE47FE85}"/>
                    </a:ext>
                  </a:extLst>
                </p14:cNvPr>
                <p14:cNvContentPartPr/>
                <p14:nvPr/>
              </p14:nvContentPartPr>
              <p14:xfrm>
                <a:off x="3982838" y="1933416"/>
                <a:ext cx="195120" cy="154080"/>
              </p14:xfrm>
            </p:contentPart>
          </mc:Choice>
          <mc:Fallback xmlns="">
            <p:pic>
              <p:nvPicPr>
                <p:cNvPr id="99" name="Ink 98">
                  <a:extLst>
                    <a:ext uri="{FF2B5EF4-FFF2-40B4-BE49-F238E27FC236}">
                      <a16:creationId xmlns:a16="http://schemas.microsoft.com/office/drawing/2014/main" id="{7FFFC96F-F6FF-7DBE-A853-BD79EE47FE85}"/>
                    </a:ext>
                  </a:extLst>
                </p:cNvPr>
                <p:cNvPicPr/>
                <p:nvPr/>
              </p:nvPicPr>
              <p:blipFill>
                <a:blip r:embed="rId152"/>
                <a:stretch>
                  <a:fillRect/>
                </a:stretch>
              </p:blipFill>
              <p:spPr>
                <a:xfrm>
                  <a:off x="3976718" y="1927296"/>
                  <a:ext cx="20736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00" name="Ink 99">
                  <a:extLst>
                    <a:ext uri="{FF2B5EF4-FFF2-40B4-BE49-F238E27FC236}">
                      <a16:creationId xmlns:a16="http://schemas.microsoft.com/office/drawing/2014/main" id="{F73B67F9-C4EE-F3E4-0209-90E50D4AA862}"/>
                    </a:ext>
                  </a:extLst>
                </p14:cNvPr>
                <p14:cNvContentPartPr/>
                <p14:nvPr/>
              </p14:nvContentPartPr>
              <p14:xfrm>
                <a:off x="4046918" y="2065896"/>
                <a:ext cx="79920" cy="220680"/>
              </p14:xfrm>
            </p:contentPart>
          </mc:Choice>
          <mc:Fallback xmlns="">
            <p:pic>
              <p:nvPicPr>
                <p:cNvPr id="100" name="Ink 99">
                  <a:extLst>
                    <a:ext uri="{FF2B5EF4-FFF2-40B4-BE49-F238E27FC236}">
                      <a16:creationId xmlns:a16="http://schemas.microsoft.com/office/drawing/2014/main" id="{F73B67F9-C4EE-F3E4-0209-90E50D4AA862}"/>
                    </a:ext>
                  </a:extLst>
                </p:cNvPr>
                <p:cNvPicPr/>
                <p:nvPr/>
              </p:nvPicPr>
              <p:blipFill>
                <a:blip r:embed="rId154"/>
                <a:stretch>
                  <a:fillRect/>
                </a:stretch>
              </p:blipFill>
              <p:spPr>
                <a:xfrm>
                  <a:off x="4040798" y="2059776"/>
                  <a:ext cx="92160" cy="232920"/>
                </a:xfrm>
                <a:prstGeom prst="rect">
                  <a:avLst/>
                </a:prstGeom>
              </p:spPr>
            </p:pic>
          </mc:Fallback>
        </mc:AlternateContent>
      </p:grpSp>
      <p:grpSp>
        <p:nvGrpSpPr>
          <p:cNvPr id="116" name="Group 115">
            <a:extLst>
              <a:ext uri="{FF2B5EF4-FFF2-40B4-BE49-F238E27FC236}">
                <a16:creationId xmlns:a16="http://schemas.microsoft.com/office/drawing/2014/main" id="{B32B44FD-F5F7-D9E0-B12F-20C3A64E2CAA}"/>
              </a:ext>
            </a:extLst>
          </p:cNvPr>
          <p:cNvGrpSpPr/>
          <p:nvPr/>
        </p:nvGrpSpPr>
        <p:grpSpPr>
          <a:xfrm>
            <a:off x="4149158" y="2982096"/>
            <a:ext cx="1492200" cy="752760"/>
            <a:chOff x="4149158" y="2982096"/>
            <a:chExt cx="1492200" cy="752760"/>
          </a:xfrm>
        </p:grpSpPr>
        <mc:AlternateContent xmlns:mc="http://schemas.openxmlformats.org/markup-compatibility/2006" xmlns:p14="http://schemas.microsoft.com/office/powerpoint/2010/main">
          <mc:Choice Requires="p14">
            <p:contentPart p14:bwMode="auto" r:id="rId155">
              <p14:nvContentPartPr>
                <p14:cNvPr id="102" name="Ink 101">
                  <a:extLst>
                    <a:ext uri="{FF2B5EF4-FFF2-40B4-BE49-F238E27FC236}">
                      <a16:creationId xmlns:a16="http://schemas.microsoft.com/office/drawing/2014/main" id="{67569EAA-D894-90E7-CEE4-B40DD524F302}"/>
                    </a:ext>
                  </a:extLst>
                </p14:cNvPr>
                <p14:cNvContentPartPr/>
                <p14:nvPr/>
              </p14:nvContentPartPr>
              <p14:xfrm>
                <a:off x="4149158" y="2982096"/>
                <a:ext cx="455400" cy="752760"/>
              </p14:xfrm>
            </p:contentPart>
          </mc:Choice>
          <mc:Fallback xmlns="">
            <p:pic>
              <p:nvPicPr>
                <p:cNvPr id="102" name="Ink 101">
                  <a:extLst>
                    <a:ext uri="{FF2B5EF4-FFF2-40B4-BE49-F238E27FC236}">
                      <a16:creationId xmlns:a16="http://schemas.microsoft.com/office/drawing/2014/main" id="{67569EAA-D894-90E7-CEE4-B40DD524F302}"/>
                    </a:ext>
                  </a:extLst>
                </p:cNvPr>
                <p:cNvPicPr/>
                <p:nvPr/>
              </p:nvPicPr>
              <p:blipFill>
                <a:blip r:embed="rId156"/>
                <a:stretch>
                  <a:fillRect/>
                </a:stretch>
              </p:blipFill>
              <p:spPr>
                <a:xfrm>
                  <a:off x="4143038" y="2975976"/>
                  <a:ext cx="467640" cy="76500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03" name="Ink 102">
                  <a:extLst>
                    <a:ext uri="{FF2B5EF4-FFF2-40B4-BE49-F238E27FC236}">
                      <a16:creationId xmlns:a16="http://schemas.microsoft.com/office/drawing/2014/main" id="{D83335C0-CBEF-D80C-5579-D7A5815CE2E7}"/>
                    </a:ext>
                  </a:extLst>
                </p14:cNvPr>
                <p14:cNvContentPartPr/>
                <p14:nvPr/>
              </p14:nvContentPartPr>
              <p14:xfrm>
                <a:off x="4445078" y="3486096"/>
                <a:ext cx="172800" cy="120600"/>
              </p14:xfrm>
            </p:contentPart>
          </mc:Choice>
          <mc:Fallback xmlns="">
            <p:pic>
              <p:nvPicPr>
                <p:cNvPr id="103" name="Ink 102">
                  <a:extLst>
                    <a:ext uri="{FF2B5EF4-FFF2-40B4-BE49-F238E27FC236}">
                      <a16:creationId xmlns:a16="http://schemas.microsoft.com/office/drawing/2014/main" id="{D83335C0-CBEF-D80C-5579-D7A5815CE2E7}"/>
                    </a:ext>
                  </a:extLst>
                </p:cNvPr>
                <p:cNvPicPr/>
                <p:nvPr/>
              </p:nvPicPr>
              <p:blipFill>
                <a:blip r:embed="rId158"/>
                <a:stretch>
                  <a:fillRect/>
                </a:stretch>
              </p:blipFill>
              <p:spPr>
                <a:xfrm>
                  <a:off x="4438958" y="3479976"/>
                  <a:ext cx="1850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04" name="Ink 103">
                  <a:extLst>
                    <a:ext uri="{FF2B5EF4-FFF2-40B4-BE49-F238E27FC236}">
                      <a16:creationId xmlns:a16="http://schemas.microsoft.com/office/drawing/2014/main" id="{2DD35CED-D640-54F7-EF11-69A9F1BE0D78}"/>
                    </a:ext>
                  </a:extLst>
                </p14:cNvPr>
                <p14:cNvContentPartPr/>
                <p14:nvPr/>
              </p14:nvContentPartPr>
              <p14:xfrm>
                <a:off x="4650998" y="3271176"/>
                <a:ext cx="268920" cy="328680"/>
              </p14:xfrm>
            </p:contentPart>
          </mc:Choice>
          <mc:Fallback xmlns="">
            <p:pic>
              <p:nvPicPr>
                <p:cNvPr id="104" name="Ink 103">
                  <a:extLst>
                    <a:ext uri="{FF2B5EF4-FFF2-40B4-BE49-F238E27FC236}">
                      <a16:creationId xmlns:a16="http://schemas.microsoft.com/office/drawing/2014/main" id="{2DD35CED-D640-54F7-EF11-69A9F1BE0D78}"/>
                    </a:ext>
                  </a:extLst>
                </p:cNvPr>
                <p:cNvPicPr/>
                <p:nvPr/>
              </p:nvPicPr>
              <p:blipFill>
                <a:blip r:embed="rId160"/>
                <a:stretch>
                  <a:fillRect/>
                </a:stretch>
              </p:blipFill>
              <p:spPr>
                <a:xfrm>
                  <a:off x="4644878" y="3265056"/>
                  <a:ext cx="281160" cy="34092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05" name="Ink 104">
                  <a:extLst>
                    <a:ext uri="{FF2B5EF4-FFF2-40B4-BE49-F238E27FC236}">
                      <a16:creationId xmlns:a16="http://schemas.microsoft.com/office/drawing/2014/main" id="{5F155782-2ACD-B6EA-2DC6-3AB24796E3E8}"/>
                    </a:ext>
                  </a:extLst>
                </p14:cNvPr>
                <p14:cNvContentPartPr/>
                <p14:nvPr/>
              </p14:nvContentPartPr>
              <p14:xfrm>
                <a:off x="4868438" y="3342816"/>
                <a:ext cx="21600" cy="11520"/>
              </p14:xfrm>
            </p:contentPart>
          </mc:Choice>
          <mc:Fallback xmlns="">
            <p:pic>
              <p:nvPicPr>
                <p:cNvPr id="105" name="Ink 104">
                  <a:extLst>
                    <a:ext uri="{FF2B5EF4-FFF2-40B4-BE49-F238E27FC236}">
                      <a16:creationId xmlns:a16="http://schemas.microsoft.com/office/drawing/2014/main" id="{5F155782-2ACD-B6EA-2DC6-3AB24796E3E8}"/>
                    </a:ext>
                  </a:extLst>
                </p:cNvPr>
                <p:cNvPicPr/>
                <p:nvPr/>
              </p:nvPicPr>
              <p:blipFill>
                <a:blip r:embed="rId162"/>
                <a:stretch>
                  <a:fillRect/>
                </a:stretch>
              </p:blipFill>
              <p:spPr>
                <a:xfrm>
                  <a:off x="4862318" y="3336696"/>
                  <a:ext cx="3384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06" name="Ink 105">
                  <a:extLst>
                    <a:ext uri="{FF2B5EF4-FFF2-40B4-BE49-F238E27FC236}">
                      <a16:creationId xmlns:a16="http://schemas.microsoft.com/office/drawing/2014/main" id="{08F12524-522C-AD1A-1734-F2B01FF0E909}"/>
                    </a:ext>
                  </a:extLst>
                </p14:cNvPr>
                <p14:cNvContentPartPr/>
                <p14:nvPr/>
              </p14:nvContentPartPr>
              <p14:xfrm>
                <a:off x="4952318" y="3204936"/>
                <a:ext cx="371880" cy="315000"/>
              </p14:xfrm>
            </p:contentPart>
          </mc:Choice>
          <mc:Fallback xmlns="">
            <p:pic>
              <p:nvPicPr>
                <p:cNvPr id="106" name="Ink 105">
                  <a:extLst>
                    <a:ext uri="{FF2B5EF4-FFF2-40B4-BE49-F238E27FC236}">
                      <a16:creationId xmlns:a16="http://schemas.microsoft.com/office/drawing/2014/main" id="{08F12524-522C-AD1A-1734-F2B01FF0E909}"/>
                    </a:ext>
                  </a:extLst>
                </p:cNvPr>
                <p:cNvPicPr/>
                <p:nvPr/>
              </p:nvPicPr>
              <p:blipFill>
                <a:blip r:embed="rId164"/>
                <a:stretch>
                  <a:fillRect/>
                </a:stretch>
              </p:blipFill>
              <p:spPr>
                <a:xfrm>
                  <a:off x="4946198" y="3198816"/>
                  <a:ext cx="38412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07" name="Ink 106">
                  <a:extLst>
                    <a:ext uri="{FF2B5EF4-FFF2-40B4-BE49-F238E27FC236}">
                      <a16:creationId xmlns:a16="http://schemas.microsoft.com/office/drawing/2014/main" id="{D2B372BD-4008-1D79-846C-2F2B5F369969}"/>
                    </a:ext>
                  </a:extLst>
                </p14:cNvPr>
                <p14:cNvContentPartPr/>
                <p14:nvPr/>
              </p14:nvContentPartPr>
              <p14:xfrm>
                <a:off x="5336438" y="3351456"/>
                <a:ext cx="304920" cy="105840"/>
              </p14:xfrm>
            </p:contentPart>
          </mc:Choice>
          <mc:Fallback xmlns="">
            <p:pic>
              <p:nvPicPr>
                <p:cNvPr id="107" name="Ink 106">
                  <a:extLst>
                    <a:ext uri="{FF2B5EF4-FFF2-40B4-BE49-F238E27FC236}">
                      <a16:creationId xmlns:a16="http://schemas.microsoft.com/office/drawing/2014/main" id="{D2B372BD-4008-1D79-846C-2F2B5F369969}"/>
                    </a:ext>
                  </a:extLst>
                </p:cNvPr>
                <p:cNvPicPr/>
                <p:nvPr/>
              </p:nvPicPr>
              <p:blipFill>
                <a:blip r:embed="rId166"/>
                <a:stretch>
                  <a:fillRect/>
                </a:stretch>
              </p:blipFill>
              <p:spPr>
                <a:xfrm>
                  <a:off x="5330318" y="3345336"/>
                  <a:ext cx="317160" cy="118080"/>
                </a:xfrm>
                <a:prstGeom prst="rect">
                  <a:avLst/>
                </a:prstGeom>
              </p:spPr>
            </p:pic>
          </mc:Fallback>
        </mc:AlternateContent>
      </p:grpSp>
      <p:grpSp>
        <p:nvGrpSpPr>
          <p:cNvPr id="118" name="Group 117">
            <a:extLst>
              <a:ext uri="{FF2B5EF4-FFF2-40B4-BE49-F238E27FC236}">
                <a16:creationId xmlns:a16="http://schemas.microsoft.com/office/drawing/2014/main" id="{3A249D42-B0BD-2522-39E0-6AB954AF980B}"/>
              </a:ext>
            </a:extLst>
          </p:cNvPr>
          <p:cNvGrpSpPr/>
          <p:nvPr/>
        </p:nvGrpSpPr>
        <p:grpSpPr>
          <a:xfrm>
            <a:off x="5977598" y="2987496"/>
            <a:ext cx="1509840" cy="419400"/>
            <a:chOff x="5977598" y="2987496"/>
            <a:chExt cx="1509840" cy="419400"/>
          </a:xfrm>
        </p:grpSpPr>
        <mc:AlternateContent xmlns:mc="http://schemas.openxmlformats.org/markup-compatibility/2006" xmlns:p14="http://schemas.microsoft.com/office/powerpoint/2010/main">
          <mc:Choice Requires="p14">
            <p:contentPart p14:bwMode="auto" r:id="rId167">
              <p14:nvContentPartPr>
                <p14:cNvPr id="108" name="Ink 107">
                  <a:extLst>
                    <a:ext uri="{FF2B5EF4-FFF2-40B4-BE49-F238E27FC236}">
                      <a16:creationId xmlns:a16="http://schemas.microsoft.com/office/drawing/2014/main" id="{59381C05-8AC4-DA60-6208-B2187012B346}"/>
                    </a:ext>
                  </a:extLst>
                </p14:cNvPr>
                <p14:cNvContentPartPr/>
                <p14:nvPr/>
              </p14:nvContentPartPr>
              <p14:xfrm>
                <a:off x="6037718" y="3027456"/>
                <a:ext cx="42120" cy="316080"/>
              </p14:xfrm>
            </p:contentPart>
          </mc:Choice>
          <mc:Fallback xmlns="">
            <p:pic>
              <p:nvPicPr>
                <p:cNvPr id="108" name="Ink 107">
                  <a:extLst>
                    <a:ext uri="{FF2B5EF4-FFF2-40B4-BE49-F238E27FC236}">
                      <a16:creationId xmlns:a16="http://schemas.microsoft.com/office/drawing/2014/main" id="{59381C05-8AC4-DA60-6208-B2187012B346}"/>
                    </a:ext>
                  </a:extLst>
                </p:cNvPr>
                <p:cNvPicPr/>
                <p:nvPr/>
              </p:nvPicPr>
              <p:blipFill>
                <a:blip r:embed="rId168"/>
                <a:stretch>
                  <a:fillRect/>
                </a:stretch>
              </p:blipFill>
              <p:spPr>
                <a:xfrm>
                  <a:off x="6031598" y="3021336"/>
                  <a:ext cx="5436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09" name="Ink 108">
                  <a:extLst>
                    <a:ext uri="{FF2B5EF4-FFF2-40B4-BE49-F238E27FC236}">
                      <a16:creationId xmlns:a16="http://schemas.microsoft.com/office/drawing/2014/main" id="{5948F150-6CD4-EB79-9E17-397B37BEA107}"/>
                    </a:ext>
                  </a:extLst>
                </p14:cNvPr>
                <p14:cNvContentPartPr/>
                <p14:nvPr/>
              </p14:nvContentPartPr>
              <p14:xfrm>
                <a:off x="5977598" y="2992896"/>
                <a:ext cx="328320" cy="414000"/>
              </p14:xfrm>
            </p:contentPart>
          </mc:Choice>
          <mc:Fallback xmlns="">
            <p:pic>
              <p:nvPicPr>
                <p:cNvPr id="109" name="Ink 108">
                  <a:extLst>
                    <a:ext uri="{FF2B5EF4-FFF2-40B4-BE49-F238E27FC236}">
                      <a16:creationId xmlns:a16="http://schemas.microsoft.com/office/drawing/2014/main" id="{5948F150-6CD4-EB79-9E17-397B37BEA107}"/>
                    </a:ext>
                  </a:extLst>
                </p:cNvPr>
                <p:cNvPicPr/>
                <p:nvPr/>
              </p:nvPicPr>
              <p:blipFill>
                <a:blip r:embed="rId170"/>
                <a:stretch>
                  <a:fillRect/>
                </a:stretch>
              </p:blipFill>
              <p:spPr>
                <a:xfrm>
                  <a:off x="5971478" y="2986776"/>
                  <a:ext cx="340560" cy="42624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10" name="Ink 109">
                  <a:extLst>
                    <a:ext uri="{FF2B5EF4-FFF2-40B4-BE49-F238E27FC236}">
                      <a16:creationId xmlns:a16="http://schemas.microsoft.com/office/drawing/2014/main" id="{A6CBEC2F-3E4F-2867-8D76-F2E13968800A}"/>
                    </a:ext>
                  </a:extLst>
                </p14:cNvPr>
                <p14:cNvContentPartPr/>
                <p14:nvPr/>
              </p14:nvContentPartPr>
              <p14:xfrm>
                <a:off x="6282158" y="3024216"/>
                <a:ext cx="24120" cy="19440"/>
              </p14:xfrm>
            </p:contentPart>
          </mc:Choice>
          <mc:Fallback xmlns="">
            <p:pic>
              <p:nvPicPr>
                <p:cNvPr id="110" name="Ink 109">
                  <a:extLst>
                    <a:ext uri="{FF2B5EF4-FFF2-40B4-BE49-F238E27FC236}">
                      <a16:creationId xmlns:a16="http://schemas.microsoft.com/office/drawing/2014/main" id="{A6CBEC2F-3E4F-2867-8D76-F2E13968800A}"/>
                    </a:ext>
                  </a:extLst>
                </p:cNvPr>
                <p:cNvPicPr/>
                <p:nvPr/>
              </p:nvPicPr>
              <p:blipFill>
                <a:blip r:embed="rId172"/>
                <a:stretch>
                  <a:fillRect/>
                </a:stretch>
              </p:blipFill>
              <p:spPr>
                <a:xfrm>
                  <a:off x="6276038" y="3018096"/>
                  <a:ext cx="3636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11" name="Ink 110">
                  <a:extLst>
                    <a:ext uri="{FF2B5EF4-FFF2-40B4-BE49-F238E27FC236}">
                      <a16:creationId xmlns:a16="http://schemas.microsoft.com/office/drawing/2014/main" id="{49A33D02-8AA4-2F94-6509-E9612E42112B}"/>
                    </a:ext>
                  </a:extLst>
                </p14:cNvPr>
                <p14:cNvContentPartPr/>
                <p14:nvPr/>
              </p14:nvContentPartPr>
              <p14:xfrm>
                <a:off x="6382238" y="3119616"/>
                <a:ext cx="118080" cy="162360"/>
              </p14:xfrm>
            </p:contentPart>
          </mc:Choice>
          <mc:Fallback xmlns="">
            <p:pic>
              <p:nvPicPr>
                <p:cNvPr id="111" name="Ink 110">
                  <a:extLst>
                    <a:ext uri="{FF2B5EF4-FFF2-40B4-BE49-F238E27FC236}">
                      <a16:creationId xmlns:a16="http://schemas.microsoft.com/office/drawing/2014/main" id="{49A33D02-8AA4-2F94-6509-E9612E42112B}"/>
                    </a:ext>
                  </a:extLst>
                </p:cNvPr>
                <p:cNvPicPr/>
                <p:nvPr/>
              </p:nvPicPr>
              <p:blipFill>
                <a:blip r:embed="rId174"/>
                <a:stretch>
                  <a:fillRect/>
                </a:stretch>
              </p:blipFill>
              <p:spPr>
                <a:xfrm>
                  <a:off x="6376118" y="3113496"/>
                  <a:ext cx="13032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12" name="Ink 111">
                  <a:extLst>
                    <a:ext uri="{FF2B5EF4-FFF2-40B4-BE49-F238E27FC236}">
                      <a16:creationId xmlns:a16="http://schemas.microsoft.com/office/drawing/2014/main" id="{4EF4D5E3-F293-9266-4479-64C519CB3941}"/>
                    </a:ext>
                  </a:extLst>
                </p14:cNvPr>
                <p14:cNvContentPartPr/>
                <p14:nvPr/>
              </p14:nvContentPartPr>
              <p14:xfrm>
                <a:off x="6583478" y="2987496"/>
                <a:ext cx="16920" cy="299880"/>
              </p14:xfrm>
            </p:contentPart>
          </mc:Choice>
          <mc:Fallback xmlns="">
            <p:pic>
              <p:nvPicPr>
                <p:cNvPr id="112" name="Ink 111">
                  <a:extLst>
                    <a:ext uri="{FF2B5EF4-FFF2-40B4-BE49-F238E27FC236}">
                      <a16:creationId xmlns:a16="http://schemas.microsoft.com/office/drawing/2014/main" id="{4EF4D5E3-F293-9266-4479-64C519CB3941}"/>
                    </a:ext>
                  </a:extLst>
                </p:cNvPr>
                <p:cNvPicPr/>
                <p:nvPr/>
              </p:nvPicPr>
              <p:blipFill>
                <a:blip r:embed="rId176"/>
                <a:stretch>
                  <a:fillRect/>
                </a:stretch>
              </p:blipFill>
              <p:spPr>
                <a:xfrm>
                  <a:off x="6577358" y="2981376"/>
                  <a:ext cx="2916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13" name="Ink 112">
                  <a:extLst>
                    <a:ext uri="{FF2B5EF4-FFF2-40B4-BE49-F238E27FC236}">
                      <a16:creationId xmlns:a16="http://schemas.microsoft.com/office/drawing/2014/main" id="{0C63573D-A4E8-ED1A-0B4D-D1F72B454C41}"/>
                    </a:ext>
                  </a:extLst>
                </p14:cNvPr>
                <p14:cNvContentPartPr/>
                <p14:nvPr/>
              </p14:nvContentPartPr>
              <p14:xfrm>
                <a:off x="6582398" y="3127176"/>
                <a:ext cx="419760" cy="101520"/>
              </p14:xfrm>
            </p:contentPart>
          </mc:Choice>
          <mc:Fallback xmlns="">
            <p:pic>
              <p:nvPicPr>
                <p:cNvPr id="113" name="Ink 112">
                  <a:extLst>
                    <a:ext uri="{FF2B5EF4-FFF2-40B4-BE49-F238E27FC236}">
                      <a16:creationId xmlns:a16="http://schemas.microsoft.com/office/drawing/2014/main" id="{0C63573D-A4E8-ED1A-0B4D-D1F72B454C41}"/>
                    </a:ext>
                  </a:extLst>
                </p:cNvPr>
                <p:cNvPicPr/>
                <p:nvPr/>
              </p:nvPicPr>
              <p:blipFill>
                <a:blip r:embed="rId178"/>
                <a:stretch>
                  <a:fillRect/>
                </a:stretch>
              </p:blipFill>
              <p:spPr>
                <a:xfrm>
                  <a:off x="6576278" y="3121056"/>
                  <a:ext cx="43200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17" name="Ink 116">
                  <a:extLst>
                    <a:ext uri="{FF2B5EF4-FFF2-40B4-BE49-F238E27FC236}">
                      <a16:creationId xmlns:a16="http://schemas.microsoft.com/office/drawing/2014/main" id="{69ACA2CF-B145-B03D-3227-89B2428D5908}"/>
                    </a:ext>
                  </a:extLst>
                </p14:cNvPr>
                <p14:cNvContentPartPr/>
                <p14:nvPr/>
              </p14:nvContentPartPr>
              <p14:xfrm>
                <a:off x="7072358" y="3017016"/>
                <a:ext cx="415080" cy="155880"/>
              </p14:xfrm>
            </p:contentPart>
          </mc:Choice>
          <mc:Fallback xmlns="">
            <p:pic>
              <p:nvPicPr>
                <p:cNvPr id="117" name="Ink 116">
                  <a:extLst>
                    <a:ext uri="{FF2B5EF4-FFF2-40B4-BE49-F238E27FC236}">
                      <a16:creationId xmlns:a16="http://schemas.microsoft.com/office/drawing/2014/main" id="{69ACA2CF-B145-B03D-3227-89B2428D5908}"/>
                    </a:ext>
                  </a:extLst>
                </p:cNvPr>
                <p:cNvPicPr/>
                <p:nvPr/>
              </p:nvPicPr>
              <p:blipFill>
                <a:blip r:embed="rId180"/>
                <a:stretch>
                  <a:fillRect/>
                </a:stretch>
              </p:blipFill>
              <p:spPr>
                <a:xfrm>
                  <a:off x="7066238" y="3010896"/>
                  <a:ext cx="427320" cy="168120"/>
                </a:xfrm>
                <a:prstGeom prst="rect">
                  <a:avLst/>
                </a:prstGeom>
              </p:spPr>
            </p:pic>
          </mc:Fallback>
        </mc:AlternateContent>
      </p:grpSp>
      <p:grpSp>
        <p:nvGrpSpPr>
          <p:cNvPr id="124" name="Group 123">
            <a:extLst>
              <a:ext uri="{FF2B5EF4-FFF2-40B4-BE49-F238E27FC236}">
                <a16:creationId xmlns:a16="http://schemas.microsoft.com/office/drawing/2014/main" id="{98B0EF99-7C09-CAB2-17FF-A72DB9F13CC5}"/>
              </a:ext>
            </a:extLst>
          </p:cNvPr>
          <p:cNvGrpSpPr/>
          <p:nvPr/>
        </p:nvGrpSpPr>
        <p:grpSpPr>
          <a:xfrm>
            <a:off x="7779758" y="2533536"/>
            <a:ext cx="526320" cy="634680"/>
            <a:chOff x="7779758" y="2533536"/>
            <a:chExt cx="526320" cy="634680"/>
          </a:xfrm>
        </p:grpSpPr>
        <mc:AlternateContent xmlns:mc="http://schemas.openxmlformats.org/markup-compatibility/2006" xmlns:p14="http://schemas.microsoft.com/office/powerpoint/2010/main">
          <mc:Choice Requires="p14">
            <p:contentPart p14:bwMode="auto" r:id="rId181">
              <p14:nvContentPartPr>
                <p14:cNvPr id="119" name="Ink 118">
                  <a:extLst>
                    <a:ext uri="{FF2B5EF4-FFF2-40B4-BE49-F238E27FC236}">
                      <a16:creationId xmlns:a16="http://schemas.microsoft.com/office/drawing/2014/main" id="{4DF091F3-EBA9-8911-75F0-137B37A1D844}"/>
                    </a:ext>
                  </a:extLst>
                </p14:cNvPr>
                <p14:cNvContentPartPr/>
                <p14:nvPr/>
              </p14:nvContentPartPr>
              <p14:xfrm>
                <a:off x="7779758" y="2733336"/>
                <a:ext cx="228240" cy="335160"/>
              </p14:xfrm>
            </p:contentPart>
          </mc:Choice>
          <mc:Fallback xmlns="">
            <p:pic>
              <p:nvPicPr>
                <p:cNvPr id="119" name="Ink 118">
                  <a:extLst>
                    <a:ext uri="{FF2B5EF4-FFF2-40B4-BE49-F238E27FC236}">
                      <a16:creationId xmlns:a16="http://schemas.microsoft.com/office/drawing/2014/main" id="{4DF091F3-EBA9-8911-75F0-137B37A1D844}"/>
                    </a:ext>
                  </a:extLst>
                </p:cNvPr>
                <p:cNvPicPr/>
                <p:nvPr/>
              </p:nvPicPr>
              <p:blipFill>
                <a:blip r:embed="rId182"/>
                <a:stretch>
                  <a:fillRect/>
                </a:stretch>
              </p:blipFill>
              <p:spPr>
                <a:xfrm>
                  <a:off x="7773638" y="2727216"/>
                  <a:ext cx="240480" cy="34740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20" name="Ink 119">
                  <a:extLst>
                    <a:ext uri="{FF2B5EF4-FFF2-40B4-BE49-F238E27FC236}">
                      <a16:creationId xmlns:a16="http://schemas.microsoft.com/office/drawing/2014/main" id="{FAD310BD-8652-4FB5-DD2B-B66889B73376}"/>
                    </a:ext>
                  </a:extLst>
                </p14:cNvPr>
                <p14:cNvContentPartPr/>
                <p14:nvPr/>
              </p14:nvContentPartPr>
              <p14:xfrm>
                <a:off x="8123918" y="2990376"/>
                <a:ext cx="166680" cy="177840"/>
              </p14:xfrm>
            </p:contentPart>
          </mc:Choice>
          <mc:Fallback xmlns="">
            <p:pic>
              <p:nvPicPr>
                <p:cNvPr id="120" name="Ink 119">
                  <a:extLst>
                    <a:ext uri="{FF2B5EF4-FFF2-40B4-BE49-F238E27FC236}">
                      <a16:creationId xmlns:a16="http://schemas.microsoft.com/office/drawing/2014/main" id="{FAD310BD-8652-4FB5-DD2B-B66889B73376}"/>
                    </a:ext>
                  </a:extLst>
                </p:cNvPr>
                <p:cNvPicPr/>
                <p:nvPr/>
              </p:nvPicPr>
              <p:blipFill>
                <a:blip r:embed="rId184"/>
                <a:stretch>
                  <a:fillRect/>
                </a:stretch>
              </p:blipFill>
              <p:spPr>
                <a:xfrm>
                  <a:off x="8117798" y="2984256"/>
                  <a:ext cx="17892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21" name="Ink 120">
                  <a:extLst>
                    <a:ext uri="{FF2B5EF4-FFF2-40B4-BE49-F238E27FC236}">
                      <a16:creationId xmlns:a16="http://schemas.microsoft.com/office/drawing/2014/main" id="{1709FCA0-7134-4569-5AD8-648E8C0CF4B0}"/>
                    </a:ext>
                  </a:extLst>
                </p14:cNvPr>
                <p14:cNvContentPartPr/>
                <p14:nvPr/>
              </p14:nvContentPartPr>
              <p14:xfrm>
                <a:off x="8135798" y="3039336"/>
                <a:ext cx="170280" cy="74160"/>
              </p14:xfrm>
            </p:contentPart>
          </mc:Choice>
          <mc:Fallback xmlns="">
            <p:pic>
              <p:nvPicPr>
                <p:cNvPr id="121" name="Ink 120">
                  <a:extLst>
                    <a:ext uri="{FF2B5EF4-FFF2-40B4-BE49-F238E27FC236}">
                      <a16:creationId xmlns:a16="http://schemas.microsoft.com/office/drawing/2014/main" id="{1709FCA0-7134-4569-5AD8-648E8C0CF4B0}"/>
                    </a:ext>
                  </a:extLst>
                </p:cNvPr>
                <p:cNvPicPr/>
                <p:nvPr/>
              </p:nvPicPr>
              <p:blipFill>
                <a:blip r:embed="rId186"/>
                <a:stretch>
                  <a:fillRect/>
                </a:stretch>
              </p:blipFill>
              <p:spPr>
                <a:xfrm>
                  <a:off x="8129678" y="3033216"/>
                  <a:ext cx="18252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22" name="Ink 121">
                  <a:extLst>
                    <a:ext uri="{FF2B5EF4-FFF2-40B4-BE49-F238E27FC236}">
                      <a16:creationId xmlns:a16="http://schemas.microsoft.com/office/drawing/2014/main" id="{70BD5371-7D4E-FDC9-AF5E-FF841E2976B3}"/>
                    </a:ext>
                  </a:extLst>
                </p14:cNvPr>
                <p14:cNvContentPartPr/>
                <p14:nvPr/>
              </p14:nvContentPartPr>
              <p14:xfrm>
                <a:off x="7977038" y="2533536"/>
                <a:ext cx="315000" cy="142560"/>
              </p14:xfrm>
            </p:contentPart>
          </mc:Choice>
          <mc:Fallback xmlns="">
            <p:pic>
              <p:nvPicPr>
                <p:cNvPr id="122" name="Ink 121">
                  <a:extLst>
                    <a:ext uri="{FF2B5EF4-FFF2-40B4-BE49-F238E27FC236}">
                      <a16:creationId xmlns:a16="http://schemas.microsoft.com/office/drawing/2014/main" id="{70BD5371-7D4E-FDC9-AF5E-FF841E2976B3}"/>
                    </a:ext>
                  </a:extLst>
                </p:cNvPr>
                <p:cNvPicPr/>
                <p:nvPr/>
              </p:nvPicPr>
              <p:blipFill>
                <a:blip r:embed="rId188"/>
                <a:stretch>
                  <a:fillRect/>
                </a:stretch>
              </p:blipFill>
              <p:spPr>
                <a:xfrm>
                  <a:off x="7970918" y="2527416"/>
                  <a:ext cx="327240" cy="154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9">
            <p14:nvContentPartPr>
              <p14:cNvPr id="123" name="Ink 122">
                <a:extLst>
                  <a:ext uri="{FF2B5EF4-FFF2-40B4-BE49-F238E27FC236}">
                    <a16:creationId xmlns:a16="http://schemas.microsoft.com/office/drawing/2014/main" id="{DAEA4075-8491-D76B-8FE4-11E1909C8831}"/>
                  </a:ext>
                </a:extLst>
              </p14:cNvPr>
              <p14:cNvContentPartPr/>
              <p14:nvPr/>
            </p14:nvContentPartPr>
            <p14:xfrm>
              <a:off x="7218518" y="2753496"/>
              <a:ext cx="217440" cy="135000"/>
            </p14:xfrm>
          </p:contentPart>
        </mc:Choice>
        <mc:Fallback xmlns="">
          <p:pic>
            <p:nvPicPr>
              <p:cNvPr id="123" name="Ink 122">
                <a:extLst>
                  <a:ext uri="{FF2B5EF4-FFF2-40B4-BE49-F238E27FC236}">
                    <a16:creationId xmlns:a16="http://schemas.microsoft.com/office/drawing/2014/main" id="{DAEA4075-8491-D76B-8FE4-11E1909C8831}"/>
                  </a:ext>
                </a:extLst>
              </p:cNvPr>
              <p:cNvPicPr/>
              <p:nvPr/>
            </p:nvPicPr>
            <p:blipFill>
              <a:blip r:embed="rId190"/>
              <a:stretch>
                <a:fillRect/>
              </a:stretch>
            </p:blipFill>
            <p:spPr>
              <a:xfrm>
                <a:off x="7212398" y="2747376"/>
                <a:ext cx="229680" cy="147240"/>
              </a:xfrm>
              <a:prstGeom prst="rect">
                <a:avLst/>
              </a:prstGeom>
            </p:spPr>
          </p:pic>
        </mc:Fallback>
      </mc:AlternateContent>
      <p:grpSp>
        <p:nvGrpSpPr>
          <p:cNvPr id="158" name="Group 157">
            <a:extLst>
              <a:ext uri="{FF2B5EF4-FFF2-40B4-BE49-F238E27FC236}">
                <a16:creationId xmlns:a16="http://schemas.microsoft.com/office/drawing/2014/main" id="{B23476E0-7BB1-DCB3-7EDA-45C396F6DA04}"/>
              </a:ext>
            </a:extLst>
          </p:cNvPr>
          <p:cNvGrpSpPr/>
          <p:nvPr/>
        </p:nvGrpSpPr>
        <p:grpSpPr>
          <a:xfrm>
            <a:off x="5203958" y="4021776"/>
            <a:ext cx="1838520" cy="693720"/>
            <a:chOff x="5203958" y="4021776"/>
            <a:chExt cx="1838520" cy="693720"/>
          </a:xfrm>
        </p:grpSpPr>
        <mc:AlternateContent xmlns:mc="http://schemas.openxmlformats.org/markup-compatibility/2006" xmlns:p14="http://schemas.microsoft.com/office/powerpoint/2010/main">
          <mc:Choice Requires="p14">
            <p:contentPart p14:bwMode="auto" r:id="rId191">
              <p14:nvContentPartPr>
                <p14:cNvPr id="125" name="Ink 124">
                  <a:extLst>
                    <a:ext uri="{FF2B5EF4-FFF2-40B4-BE49-F238E27FC236}">
                      <a16:creationId xmlns:a16="http://schemas.microsoft.com/office/drawing/2014/main" id="{3DF2E720-81DE-E16E-3915-549AA7649008}"/>
                    </a:ext>
                  </a:extLst>
                </p14:cNvPr>
                <p14:cNvContentPartPr/>
                <p14:nvPr/>
              </p14:nvContentPartPr>
              <p14:xfrm>
                <a:off x="5261918" y="4337136"/>
                <a:ext cx="169920" cy="224640"/>
              </p14:xfrm>
            </p:contentPart>
          </mc:Choice>
          <mc:Fallback xmlns="">
            <p:pic>
              <p:nvPicPr>
                <p:cNvPr id="125" name="Ink 124">
                  <a:extLst>
                    <a:ext uri="{FF2B5EF4-FFF2-40B4-BE49-F238E27FC236}">
                      <a16:creationId xmlns:a16="http://schemas.microsoft.com/office/drawing/2014/main" id="{3DF2E720-81DE-E16E-3915-549AA7649008}"/>
                    </a:ext>
                  </a:extLst>
                </p:cNvPr>
                <p:cNvPicPr/>
                <p:nvPr/>
              </p:nvPicPr>
              <p:blipFill>
                <a:blip r:embed="rId192"/>
                <a:stretch>
                  <a:fillRect/>
                </a:stretch>
              </p:blipFill>
              <p:spPr>
                <a:xfrm>
                  <a:off x="5255798" y="4331016"/>
                  <a:ext cx="18216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26" name="Ink 125">
                  <a:extLst>
                    <a:ext uri="{FF2B5EF4-FFF2-40B4-BE49-F238E27FC236}">
                      <a16:creationId xmlns:a16="http://schemas.microsoft.com/office/drawing/2014/main" id="{FF093A9F-403D-364F-DFCB-4AFC4E49B52D}"/>
                    </a:ext>
                  </a:extLst>
                </p14:cNvPr>
                <p14:cNvContentPartPr/>
                <p14:nvPr/>
              </p14:nvContentPartPr>
              <p14:xfrm>
                <a:off x="5410598" y="4313376"/>
                <a:ext cx="111960" cy="193320"/>
              </p14:xfrm>
            </p:contentPart>
          </mc:Choice>
          <mc:Fallback xmlns="">
            <p:pic>
              <p:nvPicPr>
                <p:cNvPr id="126" name="Ink 125">
                  <a:extLst>
                    <a:ext uri="{FF2B5EF4-FFF2-40B4-BE49-F238E27FC236}">
                      <a16:creationId xmlns:a16="http://schemas.microsoft.com/office/drawing/2014/main" id="{FF093A9F-403D-364F-DFCB-4AFC4E49B52D}"/>
                    </a:ext>
                  </a:extLst>
                </p:cNvPr>
                <p:cNvPicPr/>
                <p:nvPr/>
              </p:nvPicPr>
              <p:blipFill>
                <a:blip r:embed="rId194"/>
                <a:stretch>
                  <a:fillRect/>
                </a:stretch>
              </p:blipFill>
              <p:spPr>
                <a:xfrm>
                  <a:off x="5404478" y="4307256"/>
                  <a:ext cx="12420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27" name="Ink 126">
                  <a:extLst>
                    <a:ext uri="{FF2B5EF4-FFF2-40B4-BE49-F238E27FC236}">
                      <a16:creationId xmlns:a16="http://schemas.microsoft.com/office/drawing/2014/main" id="{5C12A635-B963-F338-8CA3-6A402A7E2ED8}"/>
                    </a:ext>
                  </a:extLst>
                </p14:cNvPr>
                <p14:cNvContentPartPr/>
                <p14:nvPr/>
              </p14:nvContentPartPr>
              <p14:xfrm>
                <a:off x="5535878" y="4493736"/>
                <a:ext cx="21240" cy="213480"/>
              </p14:xfrm>
            </p:contentPart>
          </mc:Choice>
          <mc:Fallback xmlns="">
            <p:pic>
              <p:nvPicPr>
                <p:cNvPr id="127" name="Ink 126">
                  <a:extLst>
                    <a:ext uri="{FF2B5EF4-FFF2-40B4-BE49-F238E27FC236}">
                      <a16:creationId xmlns:a16="http://schemas.microsoft.com/office/drawing/2014/main" id="{5C12A635-B963-F338-8CA3-6A402A7E2ED8}"/>
                    </a:ext>
                  </a:extLst>
                </p:cNvPr>
                <p:cNvPicPr/>
                <p:nvPr/>
              </p:nvPicPr>
              <p:blipFill>
                <a:blip r:embed="rId196"/>
                <a:stretch>
                  <a:fillRect/>
                </a:stretch>
              </p:blipFill>
              <p:spPr>
                <a:xfrm>
                  <a:off x="5529758" y="4487616"/>
                  <a:ext cx="3348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29" name="Ink 128">
                  <a:extLst>
                    <a:ext uri="{FF2B5EF4-FFF2-40B4-BE49-F238E27FC236}">
                      <a16:creationId xmlns:a16="http://schemas.microsoft.com/office/drawing/2014/main" id="{188E4249-BE3B-B1DB-E58B-DA47136B32E4}"/>
                    </a:ext>
                  </a:extLst>
                </p14:cNvPr>
                <p14:cNvContentPartPr/>
                <p14:nvPr/>
              </p14:nvContentPartPr>
              <p14:xfrm>
                <a:off x="5717678" y="4416336"/>
                <a:ext cx="212760" cy="26280"/>
              </p14:xfrm>
            </p:contentPart>
          </mc:Choice>
          <mc:Fallback xmlns="">
            <p:pic>
              <p:nvPicPr>
                <p:cNvPr id="129" name="Ink 128">
                  <a:extLst>
                    <a:ext uri="{FF2B5EF4-FFF2-40B4-BE49-F238E27FC236}">
                      <a16:creationId xmlns:a16="http://schemas.microsoft.com/office/drawing/2014/main" id="{188E4249-BE3B-B1DB-E58B-DA47136B32E4}"/>
                    </a:ext>
                  </a:extLst>
                </p:cNvPr>
                <p:cNvPicPr/>
                <p:nvPr/>
              </p:nvPicPr>
              <p:blipFill>
                <a:blip r:embed="rId198"/>
                <a:stretch>
                  <a:fillRect/>
                </a:stretch>
              </p:blipFill>
              <p:spPr>
                <a:xfrm>
                  <a:off x="5711558" y="4410216"/>
                  <a:ext cx="22500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30" name="Ink 129">
                  <a:extLst>
                    <a:ext uri="{FF2B5EF4-FFF2-40B4-BE49-F238E27FC236}">
                      <a16:creationId xmlns:a16="http://schemas.microsoft.com/office/drawing/2014/main" id="{FAA434DB-3A9F-1738-F0A7-1356BE98796B}"/>
                    </a:ext>
                  </a:extLst>
                </p14:cNvPr>
                <p14:cNvContentPartPr/>
                <p14:nvPr/>
              </p14:nvContentPartPr>
              <p14:xfrm>
                <a:off x="6078398" y="4265496"/>
                <a:ext cx="173520" cy="333360"/>
              </p14:xfrm>
            </p:contentPart>
          </mc:Choice>
          <mc:Fallback xmlns="">
            <p:pic>
              <p:nvPicPr>
                <p:cNvPr id="130" name="Ink 129">
                  <a:extLst>
                    <a:ext uri="{FF2B5EF4-FFF2-40B4-BE49-F238E27FC236}">
                      <a16:creationId xmlns:a16="http://schemas.microsoft.com/office/drawing/2014/main" id="{FAA434DB-3A9F-1738-F0A7-1356BE98796B}"/>
                    </a:ext>
                  </a:extLst>
                </p:cNvPr>
                <p:cNvPicPr/>
                <p:nvPr/>
              </p:nvPicPr>
              <p:blipFill>
                <a:blip r:embed="rId200"/>
                <a:stretch>
                  <a:fillRect/>
                </a:stretch>
              </p:blipFill>
              <p:spPr>
                <a:xfrm>
                  <a:off x="6072278" y="4259376"/>
                  <a:ext cx="185760" cy="34560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31" name="Ink 130">
                  <a:extLst>
                    <a:ext uri="{FF2B5EF4-FFF2-40B4-BE49-F238E27FC236}">
                      <a16:creationId xmlns:a16="http://schemas.microsoft.com/office/drawing/2014/main" id="{4B28B127-DE8C-631D-9C5D-F2D093A6DD36}"/>
                    </a:ext>
                  </a:extLst>
                </p14:cNvPr>
                <p14:cNvContentPartPr/>
                <p14:nvPr/>
              </p14:nvContentPartPr>
              <p14:xfrm>
                <a:off x="6330758" y="4401576"/>
                <a:ext cx="33480" cy="129240"/>
              </p14:xfrm>
            </p:contentPart>
          </mc:Choice>
          <mc:Fallback xmlns="">
            <p:pic>
              <p:nvPicPr>
                <p:cNvPr id="131" name="Ink 130">
                  <a:extLst>
                    <a:ext uri="{FF2B5EF4-FFF2-40B4-BE49-F238E27FC236}">
                      <a16:creationId xmlns:a16="http://schemas.microsoft.com/office/drawing/2014/main" id="{4B28B127-DE8C-631D-9C5D-F2D093A6DD36}"/>
                    </a:ext>
                  </a:extLst>
                </p:cNvPr>
                <p:cNvPicPr/>
                <p:nvPr/>
              </p:nvPicPr>
              <p:blipFill>
                <a:blip r:embed="rId202"/>
                <a:stretch>
                  <a:fillRect/>
                </a:stretch>
              </p:blipFill>
              <p:spPr>
                <a:xfrm>
                  <a:off x="6324638" y="4395456"/>
                  <a:ext cx="4572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32" name="Ink 131">
                  <a:extLst>
                    <a:ext uri="{FF2B5EF4-FFF2-40B4-BE49-F238E27FC236}">
                      <a16:creationId xmlns:a16="http://schemas.microsoft.com/office/drawing/2014/main" id="{5EC4CF2F-573F-9705-0A9C-2799BF4B99DC}"/>
                    </a:ext>
                  </a:extLst>
                </p14:cNvPr>
                <p14:cNvContentPartPr/>
                <p14:nvPr/>
              </p14:nvContentPartPr>
              <p14:xfrm>
                <a:off x="6395558" y="4167216"/>
                <a:ext cx="162720" cy="404280"/>
              </p14:xfrm>
            </p:contentPart>
          </mc:Choice>
          <mc:Fallback xmlns="">
            <p:pic>
              <p:nvPicPr>
                <p:cNvPr id="132" name="Ink 131">
                  <a:extLst>
                    <a:ext uri="{FF2B5EF4-FFF2-40B4-BE49-F238E27FC236}">
                      <a16:creationId xmlns:a16="http://schemas.microsoft.com/office/drawing/2014/main" id="{5EC4CF2F-573F-9705-0A9C-2799BF4B99DC}"/>
                    </a:ext>
                  </a:extLst>
                </p:cNvPr>
                <p:cNvPicPr/>
                <p:nvPr/>
              </p:nvPicPr>
              <p:blipFill>
                <a:blip r:embed="rId204"/>
                <a:stretch>
                  <a:fillRect/>
                </a:stretch>
              </p:blipFill>
              <p:spPr>
                <a:xfrm>
                  <a:off x="6389438" y="4161096"/>
                  <a:ext cx="174960" cy="41652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33" name="Ink 132">
                  <a:extLst>
                    <a:ext uri="{FF2B5EF4-FFF2-40B4-BE49-F238E27FC236}">
                      <a16:creationId xmlns:a16="http://schemas.microsoft.com/office/drawing/2014/main" id="{92F5624C-A53B-FE9B-782E-99E74AF6F081}"/>
                    </a:ext>
                  </a:extLst>
                </p14:cNvPr>
                <p14:cNvContentPartPr/>
                <p14:nvPr/>
              </p14:nvContentPartPr>
              <p14:xfrm>
                <a:off x="5203958" y="4276656"/>
                <a:ext cx="311760" cy="438840"/>
              </p14:xfrm>
            </p:contentPart>
          </mc:Choice>
          <mc:Fallback xmlns="">
            <p:pic>
              <p:nvPicPr>
                <p:cNvPr id="133" name="Ink 132">
                  <a:extLst>
                    <a:ext uri="{FF2B5EF4-FFF2-40B4-BE49-F238E27FC236}">
                      <a16:creationId xmlns:a16="http://schemas.microsoft.com/office/drawing/2014/main" id="{92F5624C-A53B-FE9B-782E-99E74AF6F081}"/>
                    </a:ext>
                  </a:extLst>
                </p:cNvPr>
                <p:cNvPicPr/>
                <p:nvPr/>
              </p:nvPicPr>
              <p:blipFill>
                <a:blip r:embed="rId206"/>
                <a:stretch>
                  <a:fillRect/>
                </a:stretch>
              </p:blipFill>
              <p:spPr>
                <a:xfrm>
                  <a:off x="5197838" y="4270536"/>
                  <a:ext cx="324000" cy="45108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34" name="Ink 133">
                  <a:extLst>
                    <a:ext uri="{FF2B5EF4-FFF2-40B4-BE49-F238E27FC236}">
                      <a16:creationId xmlns:a16="http://schemas.microsoft.com/office/drawing/2014/main" id="{388E78FF-69CA-BAE4-1584-5182D4868A9F}"/>
                    </a:ext>
                  </a:extLst>
                </p14:cNvPr>
                <p14:cNvContentPartPr/>
                <p14:nvPr/>
              </p14:nvContentPartPr>
              <p14:xfrm>
                <a:off x="6569798" y="4021776"/>
                <a:ext cx="189720" cy="153000"/>
              </p14:xfrm>
            </p:contentPart>
          </mc:Choice>
          <mc:Fallback xmlns="">
            <p:pic>
              <p:nvPicPr>
                <p:cNvPr id="134" name="Ink 133">
                  <a:extLst>
                    <a:ext uri="{FF2B5EF4-FFF2-40B4-BE49-F238E27FC236}">
                      <a16:creationId xmlns:a16="http://schemas.microsoft.com/office/drawing/2014/main" id="{388E78FF-69CA-BAE4-1584-5182D4868A9F}"/>
                    </a:ext>
                  </a:extLst>
                </p:cNvPr>
                <p:cNvPicPr/>
                <p:nvPr/>
              </p:nvPicPr>
              <p:blipFill>
                <a:blip r:embed="rId208"/>
                <a:stretch>
                  <a:fillRect/>
                </a:stretch>
              </p:blipFill>
              <p:spPr>
                <a:xfrm>
                  <a:off x="6563678" y="4015656"/>
                  <a:ext cx="20196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35" name="Ink 134">
                  <a:extLst>
                    <a:ext uri="{FF2B5EF4-FFF2-40B4-BE49-F238E27FC236}">
                      <a16:creationId xmlns:a16="http://schemas.microsoft.com/office/drawing/2014/main" id="{55160EE4-B8ED-664F-FFAB-EFBB83A45DCA}"/>
                    </a:ext>
                  </a:extLst>
                </p14:cNvPr>
                <p14:cNvContentPartPr/>
                <p14:nvPr/>
              </p14:nvContentPartPr>
              <p14:xfrm>
                <a:off x="6840158" y="4261176"/>
                <a:ext cx="202320" cy="61920"/>
              </p14:xfrm>
            </p:contentPart>
          </mc:Choice>
          <mc:Fallback xmlns="">
            <p:pic>
              <p:nvPicPr>
                <p:cNvPr id="135" name="Ink 134">
                  <a:extLst>
                    <a:ext uri="{FF2B5EF4-FFF2-40B4-BE49-F238E27FC236}">
                      <a16:creationId xmlns:a16="http://schemas.microsoft.com/office/drawing/2014/main" id="{55160EE4-B8ED-664F-FFAB-EFBB83A45DCA}"/>
                    </a:ext>
                  </a:extLst>
                </p:cNvPr>
                <p:cNvPicPr/>
                <p:nvPr/>
              </p:nvPicPr>
              <p:blipFill>
                <a:blip r:embed="rId210"/>
                <a:stretch>
                  <a:fillRect/>
                </a:stretch>
              </p:blipFill>
              <p:spPr>
                <a:xfrm>
                  <a:off x="6834038" y="4255056"/>
                  <a:ext cx="21456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36" name="Ink 135">
                  <a:extLst>
                    <a:ext uri="{FF2B5EF4-FFF2-40B4-BE49-F238E27FC236}">
                      <a16:creationId xmlns:a16="http://schemas.microsoft.com/office/drawing/2014/main" id="{891AC112-8BD6-A536-1253-961FFD7527C9}"/>
                    </a:ext>
                  </a:extLst>
                </p14:cNvPr>
                <p14:cNvContentPartPr/>
                <p14:nvPr/>
              </p14:nvContentPartPr>
              <p14:xfrm>
                <a:off x="6945998" y="4226976"/>
                <a:ext cx="30960" cy="205200"/>
              </p14:xfrm>
            </p:contentPart>
          </mc:Choice>
          <mc:Fallback xmlns="">
            <p:pic>
              <p:nvPicPr>
                <p:cNvPr id="136" name="Ink 135">
                  <a:extLst>
                    <a:ext uri="{FF2B5EF4-FFF2-40B4-BE49-F238E27FC236}">
                      <a16:creationId xmlns:a16="http://schemas.microsoft.com/office/drawing/2014/main" id="{891AC112-8BD6-A536-1253-961FFD7527C9}"/>
                    </a:ext>
                  </a:extLst>
                </p:cNvPr>
                <p:cNvPicPr/>
                <p:nvPr/>
              </p:nvPicPr>
              <p:blipFill>
                <a:blip r:embed="rId212"/>
                <a:stretch>
                  <a:fillRect/>
                </a:stretch>
              </p:blipFill>
              <p:spPr>
                <a:xfrm>
                  <a:off x="6939878" y="4220856"/>
                  <a:ext cx="43200" cy="217440"/>
                </a:xfrm>
                <a:prstGeom prst="rect">
                  <a:avLst/>
                </a:prstGeom>
              </p:spPr>
            </p:pic>
          </mc:Fallback>
        </mc:AlternateContent>
      </p:grpSp>
      <p:grpSp>
        <p:nvGrpSpPr>
          <p:cNvPr id="157" name="Group 156">
            <a:extLst>
              <a:ext uri="{FF2B5EF4-FFF2-40B4-BE49-F238E27FC236}">
                <a16:creationId xmlns:a16="http://schemas.microsoft.com/office/drawing/2014/main" id="{A9972711-8FFF-84C1-114F-A39AF88CA250}"/>
              </a:ext>
            </a:extLst>
          </p:cNvPr>
          <p:cNvGrpSpPr/>
          <p:nvPr/>
        </p:nvGrpSpPr>
        <p:grpSpPr>
          <a:xfrm>
            <a:off x="7264958" y="3730536"/>
            <a:ext cx="1981800" cy="665640"/>
            <a:chOff x="7264958" y="3730536"/>
            <a:chExt cx="1981800" cy="665640"/>
          </a:xfrm>
        </p:grpSpPr>
        <mc:AlternateContent xmlns:mc="http://schemas.openxmlformats.org/markup-compatibility/2006" xmlns:p14="http://schemas.microsoft.com/office/powerpoint/2010/main">
          <mc:Choice Requires="p14">
            <p:contentPart p14:bwMode="auto" r:id="rId213">
              <p14:nvContentPartPr>
                <p14:cNvPr id="137" name="Ink 136">
                  <a:extLst>
                    <a:ext uri="{FF2B5EF4-FFF2-40B4-BE49-F238E27FC236}">
                      <a16:creationId xmlns:a16="http://schemas.microsoft.com/office/drawing/2014/main" id="{B0CD2F12-B951-5218-06EC-C503B41FF481}"/>
                    </a:ext>
                  </a:extLst>
                </p14:cNvPr>
                <p14:cNvContentPartPr/>
                <p14:nvPr/>
              </p14:nvContentPartPr>
              <p14:xfrm>
                <a:off x="7264958" y="4046616"/>
                <a:ext cx="87840" cy="349560"/>
              </p14:xfrm>
            </p:contentPart>
          </mc:Choice>
          <mc:Fallback xmlns="">
            <p:pic>
              <p:nvPicPr>
                <p:cNvPr id="137" name="Ink 136">
                  <a:extLst>
                    <a:ext uri="{FF2B5EF4-FFF2-40B4-BE49-F238E27FC236}">
                      <a16:creationId xmlns:a16="http://schemas.microsoft.com/office/drawing/2014/main" id="{B0CD2F12-B951-5218-06EC-C503B41FF481}"/>
                    </a:ext>
                  </a:extLst>
                </p:cNvPr>
                <p:cNvPicPr/>
                <p:nvPr/>
              </p:nvPicPr>
              <p:blipFill>
                <a:blip r:embed="rId214"/>
                <a:stretch>
                  <a:fillRect/>
                </a:stretch>
              </p:blipFill>
              <p:spPr>
                <a:xfrm>
                  <a:off x="7258838" y="4040496"/>
                  <a:ext cx="100080" cy="36180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39" name="Ink 138">
                  <a:extLst>
                    <a:ext uri="{FF2B5EF4-FFF2-40B4-BE49-F238E27FC236}">
                      <a16:creationId xmlns:a16="http://schemas.microsoft.com/office/drawing/2014/main" id="{A0395664-C911-A702-9611-AE5CBA06FD06}"/>
                    </a:ext>
                  </a:extLst>
                </p14:cNvPr>
                <p14:cNvContentPartPr/>
                <p14:nvPr/>
              </p14:nvContentPartPr>
              <p14:xfrm>
                <a:off x="7669958" y="4262616"/>
                <a:ext cx="43560" cy="35640"/>
              </p14:xfrm>
            </p:contentPart>
          </mc:Choice>
          <mc:Fallback xmlns="">
            <p:pic>
              <p:nvPicPr>
                <p:cNvPr id="139" name="Ink 138">
                  <a:extLst>
                    <a:ext uri="{FF2B5EF4-FFF2-40B4-BE49-F238E27FC236}">
                      <a16:creationId xmlns:a16="http://schemas.microsoft.com/office/drawing/2014/main" id="{A0395664-C911-A702-9611-AE5CBA06FD06}"/>
                    </a:ext>
                  </a:extLst>
                </p:cNvPr>
                <p:cNvPicPr/>
                <p:nvPr/>
              </p:nvPicPr>
              <p:blipFill>
                <a:blip r:embed="rId216"/>
                <a:stretch>
                  <a:fillRect/>
                </a:stretch>
              </p:blipFill>
              <p:spPr>
                <a:xfrm>
                  <a:off x="7663838" y="4256496"/>
                  <a:ext cx="5580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40" name="Ink 139">
                  <a:extLst>
                    <a:ext uri="{FF2B5EF4-FFF2-40B4-BE49-F238E27FC236}">
                      <a16:creationId xmlns:a16="http://schemas.microsoft.com/office/drawing/2014/main" id="{3964AF67-E777-2B18-FD70-7FC118B7B1B5}"/>
                    </a:ext>
                  </a:extLst>
                </p14:cNvPr>
                <p14:cNvContentPartPr/>
                <p14:nvPr/>
              </p14:nvContentPartPr>
              <p14:xfrm>
                <a:off x="7719998" y="4358736"/>
                <a:ext cx="24120" cy="8280"/>
              </p14:xfrm>
            </p:contentPart>
          </mc:Choice>
          <mc:Fallback xmlns="">
            <p:pic>
              <p:nvPicPr>
                <p:cNvPr id="140" name="Ink 139">
                  <a:extLst>
                    <a:ext uri="{FF2B5EF4-FFF2-40B4-BE49-F238E27FC236}">
                      <a16:creationId xmlns:a16="http://schemas.microsoft.com/office/drawing/2014/main" id="{3964AF67-E777-2B18-FD70-7FC118B7B1B5}"/>
                    </a:ext>
                  </a:extLst>
                </p:cNvPr>
                <p:cNvPicPr/>
                <p:nvPr/>
              </p:nvPicPr>
              <p:blipFill>
                <a:blip r:embed="rId162"/>
                <a:stretch>
                  <a:fillRect/>
                </a:stretch>
              </p:blipFill>
              <p:spPr>
                <a:xfrm>
                  <a:off x="7713878" y="4352616"/>
                  <a:ext cx="363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41" name="Ink 140">
                  <a:extLst>
                    <a:ext uri="{FF2B5EF4-FFF2-40B4-BE49-F238E27FC236}">
                      <a16:creationId xmlns:a16="http://schemas.microsoft.com/office/drawing/2014/main" id="{1EF3D241-F416-2BD0-6128-6408896C5355}"/>
                    </a:ext>
                  </a:extLst>
                </p14:cNvPr>
                <p14:cNvContentPartPr/>
                <p14:nvPr/>
              </p14:nvContentPartPr>
              <p14:xfrm>
                <a:off x="7455758" y="4171536"/>
                <a:ext cx="99000" cy="140040"/>
              </p14:xfrm>
            </p:contentPart>
          </mc:Choice>
          <mc:Fallback xmlns="">
            <p:pic>
              <p:nvPicPr>
                <p:cNvPr id="141" name="Ink 140">
                  <a:extLst>
                    <a:ext uri="{FF2B5EF4-FFF2-40B4-BE49-F238E27FC236}">
                      <a16:creationId xmlns:a16="http://schemas.microsoft.com/office/drawing/2014/main" id="{1EF3D241-F416-2BD0-6128-6408896C5355}"/>
                    </a:ext>
                  </a:extLst>
                </p:cNvPr>
                <p:cNvPicPr/>
                <p:nvPr/>
              </p:nvPicPr>
              <p:blipFill>
                <a:blip r:embed="rId219"/>
                <a:stretch>
                  <a:fillRect/>
                </a:stretch>
              </p:blipFill>
              <p:spPr>
                <a:xfrm>
                  <a:off x="7449638" y="4165416"/>
                  <a:ext cx="11124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42" name="Ink 141">
                  <a:extLst>
                    <a:ext uri="{FF2B5EF4-FFF2-40B4-BE49-F238E27FC236}">
                      <a16:creationId xmlns:a16="http://schemas.microsoft.com/office/drawing/2014/main" id="{0D8EFA1E-0FBB-2BB9-78FA-DA9FA30A2210}"/>
                    </a:ext>
                  </a:extLst>
                </p14:cNvPr>
                <p14:cNvContentPartPr/>
                <p14:nvPr/>
              </p14:nvContentPartPr>
              <p14:xfrm>
                <a:off x="7567358" y="4156056"/>
                <a:ext cx="130680" cy="124920"/>
              </p14:xfrm>
            </p:contentPart>
          </mc:Choice>
          <mc:Fallback xmlns="">
            <p:pic>
              <p:nvPicPr>
                <p:cNvPr id="142" name="Ink 141">
                  <a:extLst>
                    <a:ext uri="{FF2B5EF4-FFF2-40B4-BE49-F238E27FC236}">
                      <a16:creationId xmlns:a16="http://schemas.microsoft.com/office/drawing/2014/main" id="{0D8EFA1E-0FBB-2BB9-78FA-DA9FA30A2210}"/>
                    </a:ext>
                  </a:extLst>
                </p:cNvPr>
                <p:cNvPicPr/>
                <p:nvPr/>
              </p:nvPicPr>
              <p:blipFill>
                <a:blip r:embed="rId221"/>
                <a:stretch>
                  <a:fillRect/>
                </a:stretch>
              </p:blipFill>
              <p:spPr>
                <a:xfrm>
                  <a:off x="7561238" y="4149936"/>
                  <a:ext cx="14292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43" name="Ink 142">
                  <a:extLst>
                    <a:ext uri="{FF2B5EF4-FFF2-40B4-BE49-F238E27FC236}">
                      <a16:creationId xmlns:a16="http://schemas.microsoft.com/office/drawing/2014/main" id="{8744ABD4-0F25-3D72-A879-6564812C4180}"/>
                    </a:ext>
                  </a:extLst>
                </p14:cNvPr>
                <p14:cNvContentPartPr/>
                <p14:nvPr/>
              </p14:nvContentPartPr>
              <p14:xfrm>
                <a:off x="7721078" y="4245696"/>
                <a:ext cx="156960" cy="108720"/>
              </p14:xfrm>
            </p:contentPart>
          </mc:Choice>
          <mc:Fallback xmlns="">
            <p:pic>
              <p:nvPicPr>
                <p:cNvPr id="143" name="Ink 142">
                  <a:extLst>
                    <a:ext uri="{FF2B5EF4-FFF2-40B4-BE49-F238E27FC236}">
                      <a16:creationId xmlns:a16="http://schemas.microsoft.com/office/drawing/2014/main" id="{8744ABD4-0F25-3D72-A879-6564812C4180}"/>
                    </a:ext>
                  </a:extLst>
                </p:cNvPr>
                <p:cNvPicPr/>
                <p:nvPr/>
              </p:nvPicPr>
              <p:blipFill>
                <a:blip r:embed="rId223"/>
                <a:stretch>
                  <a:fillRect/>
                </a:stretch>
              </p:blipFill>
              <p:spPr>
                <a:xfrm>
                  <a:off x="7714958" y="4239576"/>
                  <a:ext cx="16920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44" name="Ink 143">
                  <a:extLst>
                    <a:ext uri="{FF2B5EF4-FFF2-40B4-BE49-F238E27FC236}">
                      <a16:creationId xmlns:a16="http://schemas.microsoft.com/office/drawing/2014/main" id="{E47136D2-4A30-FDF7-81EB-5E449F280838}"/>
                    </a:ext>
                  </a:extLst>
                </p14:cNvPr>
                <p14:cNvContentPartPr/>
                <p14:nvPr/>
              </p14:nvContentPartPr>
              <p14:xfrm>
                <a:off x="7972718" y="4131576"/>
                <a:ext cx="213480" cy="55800"/>
              </p14:xfrm>
            </p:contentPart>
          </mc:Choice>
          <mc:Fallback xmlns="">
            <p:pic>
              <p:nvPicPr>
                <p:cNvPr id="144" name="Ink 143">
                  <a:extLst>
                    <a:ext uri="{FF2B5EF4-FFF2-40B4-BE49-F238E27FC236}">
                      <a16:creationId xmlns:a16="http://schemas.microsoft.com/office/drawing/2014/main" id="{E47136D2-4A30-FDF7-81EB-5E449F280838}"/>
                    </a:ext>
                  </a:extLst>
                </p:cNvPr>
                <p:cNvPicPr/>
                <p:nvPr/>
              </p:nvPicPr>
              <p:blipFill>
                <a:blip r:embed="rId225"/>
                <a:stretch>
                  <a:fillRect/>
                </a:stretch>
              </p:blipFill>
              <p:spPr>
                <a:xfrm>
                  <a:off x="7966598" y="4125456"/>
                  <a:ext cx="22572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45" name="Ink 144">
                  <a:extLst>
                    <a:ext uri="{FF2B5EF4-FFF2-40B4-BE49-F238E27FC236}">
                      <a16:creationId xmlns:a16="http://schemas.microsoft.com/office/drawing/2014/main" id="{2E1E0BC5-B4B8-891D-A58D-B18D33443B1C}"/>
                    </a:ext>
                  </a:extLst>
                </p14:cNvPr>
                <p14:cNvContentPartPr/>
                <p14:nvPr/>
              </p14:nvContentPartPr>
              <p14:xfrm>
                <a:off x="8319758" y="4007736"/>
                <a:ext cx="239400" cy="315720"/>
              </p14:xfrm>
            </p:contentPart>
          </mc:Choice>
          <mc:Fallback xmlns="">
            <p:pic>
              <p:nvPicPr>
                <p:cNvPr id="145" name="Ink 144">
                  <a:extLst>
                    <a:ext uri="{FF2B5EF4-FFF2-40B4-BE49-F238E27FC236}">
                      <a16:creationId xmlns:a16="http://schemas.microsoft.com/office/drawing/2014/main" id="{2E1E0BC5-B4B8-891D-A58D-B18D33443B1C}"/>
                    </a:ext>
                  </a:extLst>
                </p:cNvPr>
                <p:cNvPicPr/>
                <p:nvPr/>
              </p:nvPicPr>
              <p:blipFill>
                <a:blip r:embed="rId227"/>
                <a:stretch>
                  <a:fillRect/>
                </a:stretch>
              </p:blipFill>
              <p:spPr>
                <a:xfrm>
                  <a:off x="8313638" y="4001616"/>
                  <a:ext cx="251640" cy="32796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46" name="Ink 145">
                  <a:extLst>
                    <a:ext uri="{FF2B5EF4-FFF2-40B4-BE49-F238E27FC236}">
                      <a16:creationId xmlns:a16="http://schemas.microsoft.com/office/drawing/2014/main" id="{3794A3E0-D6EA-0A32-A549-95B24D3BADCB}"/>
                    </a:ext>
                  </a:extLst>
                </p14:cNvPr>
                <p14:cNvContentPartPr/>
                <p14:nvPr/>
              </p14:nvContentPartPr>
              <p14:xfrm>
                <a:off x="8616038" y="4156056"/>
                <a:ext cx="212760" cy="111960"/>
              </p14:xfrm>
            </p:contentPart>
          </mc:Choice>
          <mc:Fallback xmlns="">
            <p:pic>
              <p:nvPicPr>
                <p:cNvPr id="146" name="Ink 145">
                  <a:extLst>
                    <a:ext uri="{FF2B5EF4-FFF2-40B4-BE49-F238E27FC236}">
                      <a16:creationId xmlns:a16="http://schemas.microsoft.com/office/drawing/2014/main" id="{3794A3E0-D6EA-0A32-A549-95B24D3BADCB}"/>
                    </a:ext>
                  </a:extLst>
                </p:cNvPr>
                <p:cNvPicPr/>
                <p:nvPr/>
              </p:nvPicPr>
              <p:blipFill>
                <a:blip r:embed="rId229"/>
                <a:stretch>
                  <a:fillRect/>
                </a:stretch>
              </p:blipFill>
              <p:spPr>
                <a:xfrm>
                  <a:off x="8609918" y="4149936"/>
                  <a:ext cx="22500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7" name="Ink 146">
                  <a:extLst>
                    <a:ext uri="{FF2B5EF4-FFF2-40B4-BE49-F238E27FC236}">
                      <a16:creationId xmlns:a16="http://schemas.microsoft.com/office/drawing/2014/main" id="{67769CB2-4480-5BFE-ACCA-7481DD397390}"/>
                    </a:ext>
                  </a:extLst>
                </p14:cNvPr>
                <p14:cNvContentPartPr/>
                <p14:nvPr/>
              </p14:nvContentPartPr>
              <p14:xfrm>
                <a:off x="8695958" y="3910896"/>
                <a:ext cx="154080" cy="462240"/>
              </p14:xfrm>
            </p:contentPart>
          </mc:Choice>
          <mc:Fallback xmlns="">
            <p:pic>
              <p:nvPicPr>
                <p:cNvPr id="147" name="Ink 146">
                  <a:extLst>
                    <a:ext uri="{FF2B5EF4-FFF2-40B4-BE49-F238E27FC236}">
                      <a16:creationId xmlns:a16="http://schemas.microsoft.com/office/drawing/2014/main" id="{67769CB2-4480-5BFE-ACCA-7481DD397390}"/>
                    </a:ext>
                  </a:extLst>
                </p:cNvPr>
                <p:cNvPicPr/>
                <p:nvPr/>
              </p:nvPicPr>
              <p:blipFill>
                <a:blip r:embed="rId231"/>
                <a:stretch>
                  <a:fillRect/>
                </a:stretch>
              </p:blipFill>
              <p:spPr>
                <a:xfrm>
                  <a:off x="8689838" y="3904776"/>
                  <a:ext cx="166320" cy="47448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8" name="Ink 147">
                  <a:extLst>
                    <a:ext uri="{FF2B5EF4-FFF2-40B4-BE49-F238E27FC236}">
                      <a16:creationId xmlns:a16="http://schemas.microsoft.com/office/drawing/2014/main" id="{F959BBB6-9FDF-1EAF-C3BB-82FD5AD9137A}"/>
                    </a:ext>
                  </a:extLst>
                </p14:cNvPr>
                <p14:cNvContentPartPr/>
                <p14:nvPr/>
              </p14:nvContentPartPr>
              <p14:xfrm>
                <a:off x="8806478" y="3730536"/>
                <a:ext cx="299520" cy="171000"/>
              </p14:xfrm>
            </p:contentPart>
          </mc:Choice>
          <mc:Fallback xmlns="">
            <p:pic>
              <p:nvPicPr>
                <p:cNvPr id="148" name="Ink 147">
                  <a:extLst>
                    <a:ext uri="{FF2B5EF4-FFF2-40B4-BE49-F238E27FC236}">
                      <a16:creationId xmlns:a16="http://schemas.microsoft.com/office/drawing/2014/main" id="{F959BBB6-9FDF-1EAF-C3BB-82FD5AD9137A}"/>
                    </a:ext>
                  </a:extLst>
                </p:cNvPr>
                <p:cNvPicPr/>
                <p:nvPr/>
              </p:nvPicPr>
              <p:blipFill>
                <a:blip r:embed="rId233"/>
                <a:stretch>
                  <a:fillRect/>
                </a:stretch>
              </p:blipFill>
              <p:spPr>
                <a:xfrm>
                  <a:off x="8800358" y="3724416"/>
                  <a:ext cx="31176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9" name="Ink 148">
                  <a:extLst>
                    <a:ext uri="{FF2B5EF4-FFF2-40B4-BE49-F238E27FC236}">
                      <a16:creationId xmlns:a16="http://schemas.microsoft.com/office/drawing/2014/main" id="{B9495E08-AFB8-1C14-8309-05D07751B2A0}"/>
                    </a:ext>
                  </a:extLst>
                </p14:cNvPr>
                <p14:cNvContentPartPr/>
                <p14:nvPr/>
              </p14:nvContentPartPr>
              <p14:xfrm>
                <a:off x="9148478" y="4028616"/>
                <a:ext cx="98280" cy="26280"/>
              </p14:xfrm>
            </p:contentPart>
          </mc:Choice>
          <mc:Fallback xmlns="">
            <p:pic>
              <p:nvPicPr>
                <p:cNvPr id="149" name="Ink 148">
                  <a:extLst>
                    <a:ext uri="{FF2B5EF4-FFF2-40B4-BE49-F238E27FC236}">
                      <a16:creationId xmlns:a16="http://schemas.microsoft.com/office/drawing/2014/main" id="{B9495E08-AFB8-1C14-8309-05D07751B2A0}"/>
                    </a:ext>
                  </a:extLst>
                </p:cNvPr>
                <p:cNvPicPr/>
                <p:nvPr/>
              </p:nvPicPr>
              <p:blipFill>
                <a:blip r:embed="rId235"/>
                <a:stretch>
                  <a:fillRect/>
                </a:stretch>
              </p:blipFill>
              <p:spPr>
                <a:xfrm>
                  <a:off x="9142358" y="4022496"/>
                  <a:ext cx="11052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50" name="Ink 149">
                  <a:extLst>
                    <a:ext uri="{FF2B5EF4-FFF2-40B4-BE49-F238E27FC236}">
                      <a16:creationId xmlns:a16="http://schemas.microsoft.com/office/drawing/2014/main" id="{EA4145A9-F44F-7AC0-F257-54567C4162E3}"/>
                    </a:ext>
                  </a:extLst>
                </p14:cNvPr>
                <p14:cNvContentPartPr/>
                <p14:nvPr/>
              </p14:nvContentPartPr>
              <p14:xfrm>
                <a:off x="9108518" y="4140936"/>
                <a:ext cx="128160" cy="25560"/>
              </p14:xfrm>
            </p:contentPart>
          </mc:Choice>
          <mc:Fallback xmlns="">
            <p:pic>
              <p:nvPicPr>
                <p:cNvPr id="150" name="Ink 149">
                  <a:extLst>
                    <a:ext uri="{FF2B5EF4-FFF2-40B4-BE49-F238E27FC236}">
                      <a16:creationId xmlns:a16="http://schemas.microsoft.com/office/drawing/2014/main" id="{EA4145A9-F44F-7AC0-F257-54567C4162E3}"/>
                    </a:ext>
                  </a:extLst>
                </p:cNvPr>
                <p:cNvPicPr/>
                <p:nvPr/>
              </p:nvPicPr>
              <p:blipFill>
                <a:blip r:embed="rId237"/>
                <a:stretch>
                  <a:fillRect/>
                </a:stretch>
              </p:blipFill>
              <p:spPr>
                <a:xfrm>
                  <a:off x="9102398" y="4134816"/>
                  <a:ext cx="140400" cy="37800"/>
                </a:xfrm>
                <a:prstGeom prst="rect">
                  <a:avLst/>
                </a:prstGeom>
              </p:spPr>
            </p:pic>
          </mc:Fallback>
        </mc:AlternateContent>
      </p:grpSp>
      <p:grpSp>
        <p:nvGrpSpPr>
          <p:cNvPr id="155" name="Group 154">
            <a:extLst>
              <a:ext uri="{FF2B5EF4-FFF2-40B4-BE49-F238E27FC236}">
                <a16:creationId xmlns:a16="http://schemas.microsoft.com/office/drawing/2014/main" id="{8CB15A78-ED67-5DE5-8ED5-C98C0276365A}"/>
              </a:ext>
            </a:extLst>
          </p:cNvPr>
          <p:cNvGrpSpPr/>
          <p:nvPr/>
        </p:nvGrpSpPr>
        <p:grpSpPr>
          <a:xfrm>
            <a:off x="9864158" y="3610656"/>
            <a:ext cx="685800" cy="669960"/>
            <a:chOff x="9864158" y="3610656"/>
            <a:chExt cx="685800" cy="669960"/>
          </a:xfrm>
        </p:grpSpPr>
        <mc:AlternateContent xmlns:mc="http://schemas.openxmlformats.org/markup-compatibility/2006" xmlns:p14="http://schemas.microsoft.com/office/powerpoint/2010/main">
          <mc:Choice Requires="p14">
            <p:contentPart p14:bwMode="auto" r:id="rId238">
              <p14:nvContentPartPr>
                <p14:cNvPr id="151" name="Ink 150">
                  <a:extLst>
                    <a:ext uri="{FF2B5EF4-FFF2-40B4-BE49-F238E27FC236}">
                      <a16:creationId xmlns:a16="http://schemas.microsoft.com/office/drawing/2014/main" id="{A89AC497-4359-E48B-442C-F8DDB33AC3FD}"/>
                    </a:ext>
                  </a:extLst>
                </p14:cNvPr>
                <p14:cNvContentPartPr/>
                <p14:nvPr/>
              </p14:nvContentPartPr>
              <p14:xfrm>
                <a:off x="9864158" y="3748176"/>
                <a:ext cx="248040" cy="335160"/>
              </p14:xfrm>
            </p:contentPart>
          </mc:Choice>
          <mc:Fallback xmlns="">
            <p:pic>
              <p:nvPicPr>
                <p:cNvPr id="151" name="Ink 150">
                  <a:extLst>
                    <a:ext uri="{FF2B5EF4-FFF2-40B4-BE49-F238E27FC236}">
                      <a16:creationId xmlns:a16="http://schemas.microsoft.com/office/drawing/2014/main" id="{A89AC497-4359-E48B-442C-F8DDB33AC3FD}"/>
                    </a:ext>
                  </a:extLst>
                </p:cNvPr>
                <p:cNvPicPr/>
                <p:nvPr/>
              </p:nvPicPr>
              <p:blipFill>
                <a:blip r:embed="rId239"/>
                <a:stretch>
                  <a:fillRect/>
                </a:stretch>
              </p:blipFill>
              <p:spPr>
                <a:xfrm>
                  <a:off x="9858038" y="3742056"/>
                  <a:ext cx="260280" cy="34740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52" name="Ink 151">
                  <a:extLst>
                    <a:ext uri="{FF2B5EF4-FFF2-40B4-BE49-F238E27FC236}">
                      <a16:creationId xmlns:a16="http://schemas.microsoft.com/office/drawing/2014/main" id="{8629F4A3-DD22-84EA-6136-2BAC8C5DCC1C}"/>
                    </a:ext>
                  </a:extLst>
                </p14:cNvPr>
                <p14:cNvContentPartPr/>
                <p14:nvPr/>
              </p14:nvContentPartPr>
              <p14:xfrm>
                <a:off x="10135958" y="4009536"/>
                <a:ext cx="192600" cy="271080"/>
              </p14:xfrm>
            </p:contentPart>
          </mc:Choice>
          <mc:Fallback xmlns="">
            <p:pic>
              <p:nvPicPr>
                <p:cNvPr id="152" name="Ink 151">
                  <a:extLst>
                    <a:ext uri="{FF2B5EF4-FFF2-40B4-BE49-F238E27FC236}">
                      <a16:creationId xmlns:a16="http://schemas.microsoft.com/office/drawing/2014/main" id="{8629F4A3-DD22-84EA-6136-2BAC8C5DCC1C}"/>
                    </a:ext>
                  </a:extLst>
                </p:cNvPr>
                <p:cNvPicPr/>
                <p:nvPr/>
              </p:nvPicPr>
              <p:blipFill>
                <a:blip r:embed="rId241"/>
                <a:stretch>
                  <a:fillRect/>
                </a:stretch>
              </p:blipFill>
              <p:spPr>
                <a:xfrm>
                  <a:off x="10129838" y="4003416"/>
                  <a:ext cx="20484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53" name="Ink 152">
                  <a:extLst>
                    <a:ext uri="{FF2B5EF4-FFF2-40B4-BE49-F238E27FC236}">
                      <a16:creationId xmlns:a16="http://schemas.microsoft.com/office/drawing/2014/main" id="{481DBE74-E422-4F8A-9D84-E2A4194B6D2A}"/>
                    </a:ext>
                  </a:extLst>
                </p14:cNvPr>
                <p14:cNvContentPartPr/>
                <p14:nvPr/>
              </p14:nvContentPartPr>
              <p14:xfrm>
                <a:off x="10158278" y="4108176"/>
                <a:ext cx="193320" cy="74880"/>
              </p14:xfrm>
            </p:contentPart>
          </mc:Choice>
          <mc:Fallback xmlns="">
            <p:pic>
              <p:nvPicPr>
                <p:cNvPr id="153" name="Ink 152">
                  <a:extLst>
                    <a:ext uri="{FF2B5EF4-FFF2-40B4-BE49-F238E27FC236}">
                      <a16:creationId xmlns:a16="http://schemas.microsoft.com/office/drawing/2014/main" id="{481DBE74-E422-4F8A-9D84-E2A4194B6D2A}"/>
                    </a:ext>
                  </a:extLst>
                </p:cNvPr>
                <p:cNvPicPr/>
                <p:nvPr/>
              </p:nvPicPr>
              <p:blipFill>
                <a:blip r:embed="rId243"/>
                <a:stretch>
                  <a:fillRect/>
                </a:stretch>
              </p:blipFill>
              <p:spPr>
                <a:xfrm>
                  <a:off x="10152158" y="4102056"/>
                  <a:ext cx="20556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54" name="Ink 153">
                  <a:extLst>
                    <a:ext uri="{FF2B5EF4-FFF2-40B4-BE49-F238E27FC236}">
                      <a16:creationId xmlns:a16="http://schemas.microsoft.com/office/drawing/2014/main" id="{12E7DFAA-078F-4766-ABE1-B25CFB99AE15}"/>
                    </a:ext>
                  </a:extLst>
                </p14:cNvPr>
                <p14:cNvContentPartPr/>
                <p14:nvPr/>
              </p14:nvContentPartPr>
              <p14:xfrm>
                <a:off x="10207958" y="3610656"/>
                <a:ext cx="342000" cy="136440"/>
              </p14:xfrm>
            </p:contentPart>
          </mc:Choice>
          <mc:Fallback xmlns="">
            <p:pic>
              <p:nvPicPr>
                <p:cNvPr id="154" name="Ink 153">
                  <a:extLst>
                    <a:ext uri="{FF2B5EF4-FFF2-40B4-BE49-F238E27FC236}">
                      <a16:creationId xmlns:a16="http://schemas.microsoft.com/office/drawing/2014/main" id="{12E7DFAA-078F-4766-ABE1-B25CFB99AE15}"/>
                    </a:ext>
                  </a:extLst>
                </p:cNvPr>
                <p:cNvPicPr/>
                <p:nvPr/>
              </p:nvPicPr>
              <p:blipFill>
                <a:blip r:embed="rId245"/>
                <a:stretch>
                  <a:fillRect/>
                </a:stretch>
              </p:blipFill>
              <p:spPr>
                <a:xfrm>
                  <a:off x="10201838" y="3604536"/>
                  <a:ext cx="354240" cy="148680"/>
                </a:xfrm>
                <a:prstGeom prst="rect">
                  <a:avLst/>
                </a:prstGeom>
              </p:spPr>
            </p:pic>
          </mc:Fallback>
        </mc:AlternateContent>
      </p:grpSp>
      <p:grpSp>
        <p:nvGrpSpPr>
          <p:cNvPr id="169" name="Group 168">
            <a:extLst>
              <a:ext uri="{FF2B5EF4-FFF2-40B4-BE49-F238E27FC236}">
                <a16:creationId xmlns:a16="http://schemas.microsoft.com/office/drawing/2014/main" id="{02F3DA5B-129E-175C-6147-5AC2C5B51E01}"/>
              </a:ext>
            </a:extLst>
          </p:cNvPr>
          <p:cNvGrpSpPr/>
          <p:nvPr/>
        </p:nvGrpSpPr>
        <p:grpSpPr>
          <a:xfrm>
            <a:off x="5897678" y="5135256"/>
            <a:ext cx="1423800" cy="490320"/>
            <a:chOff x="5897678" y="5135256"/>
            <a:chExt cx="1423800" cy="490320"/>
          </a:xfrm>
        </p:grpSpPr>
        <mc:AlternateContent xmlns:mc="http://schemas.openxmlformats.org/markup-compatibility/2006" xmlns:p14="http://schemas.microsoft.com/office/powerpoint/2010/main">
          <mc:Choice Requires="p14">
            <p:contentPart p14:bwMode="auto" r:id="rId246">
              <p14:nvContentPartPr>
                <p14:cNvPr id="159" name="Ink 158">
                  <a:extLst>
                    <a:ext uri="{FF2B5EF4-FFF2-40B4-BE49-F238E27FC236}">
                      <a16:creationId xmlns:a16="http://schemas.microsoft.com/office/drawing/2014/main" id="{B3B96E20-89BF-27AF-C712-A0853616CC7D}"/>
                    </a:ext>
                  </a:extLst>
                </p14:cNvPr>
                <p14:cNvContentPartPr/>
                <p14:nvPr/>
              </p14:nvContentPartPr>
              <p14:xfrm>
                <a:off x="5897678" y="5327496"/>
                <a:ext cx="183240" cy="241920"/>
              </p14:xfrm>
            </p:contentPart>
          </mc:Choice>
          <mc:Fallback xmlns="">
            <p:pic>
              <p:nvPicPr>
                <p:cNvPr id="159" name="Ink 158">
                  <a:extLst>
                    <a:ext uri="{FF2B5EF4-FFF2-40B4-BE49-F238E27FC236}">
                      <a16:creationId xmlns:a16="http://schemas.microsoft.com/office/drawing/2014/main" id="{B3B96E20-89BF-27AF-C712-A0853616CC7D}"/>
                    </a:ext>
                  </a:extLst>
                </p:cNvPr>
                <p:cNvPicPr/>
                <p:nvPr/>
              </p:nvPicPr>
              <p:blipFill>
                <a:blip r:embed="rId247"/>
                <a:stretch>
                  <a:fillRect/>
                </a:stretch>
              </p:blipFill>
              <p:spPr>
                <a:xfrm>
                  <a:off x="5891558" y="5321376"/>
                  <a:ext cx="19548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60" name="Ink 159">
                  <a:extLst>
                    <a:ext uri="{FF2B5EF4-FFF2-40B4-BE49-F238E27FC236}">
                      <a16:creationId xmlns:a16="http://schemas.microsoft.com/office/drawing/2014/main" id="{7EEB237C-3169-8316-4EFA-81D10B035E89}"/>
                    </a:ext>
                  </a:extLst>
                </p14:cNvPr>
                <p14:cNvContentPartPr/>
                <p14:nvPr/>
              </p14:nvContentPartPr>
              <p14:xfrm>
                <a:off x="6071558" y="5252976"/>
                <a:ext cx="200160" cy="255960"/>
              </p14:xfrm>
            </p:contentPart>
          </mc:Choice>
          <mc:Fallback xmlns="">
            <p:pic>
              <p:nvPicPr>
                <p:cNvPr id="160" name="Ink 159">
                  <a:extLst>
                    <a:ext uri="{FF2B5EF4-FFF2-40B4-BE49-F238E27FC236}">
                      <a16:creationId xmlns:a16="http://schemas.microsoft.com/office/drawing/2014/main" id="{7EEB237C-3169-8316-4EFA-81D10B035E89}"/>
                    </a:ext>
                  </a:extLst>
                </p:cNvPr>
                <p:cNvPicPr/>
                <p:nvPr/>
              </p:nvPicPr>
              <p:blipFill>
                <a:blip r:embed="rId249"/>
                <a:stretch>
                  <a:fillRect/>
                </a:stretch>
              </p:blipFill>
              <p:spPr>
                <a:xfrm>
                  <a:off x="6065438" y="5246856"/>
                  <a:ext cx="21240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61" name="Ink 160">
                  <a:extLst>
                    <a:ext uri="{FF2B5EF4-FFF2-40B4-BE49-F238E27FC236}">
                      <a16:creationId xmlns:a16="http://schemas.microsoft.com/office/drawing/2014/main" id="{8FBC79CC-D760-BDDF-A452-D0D861680452}"/>
                    </a:ext>
                  </a:extLst>
                </p14:cNvPr>
                <p14:cNvContentPartPr/>
                <p14:nvPr/>
              </p14:nvContentPartPr>
              <p14:xfrm>
                <a:off x="6327878" y="5321016"/>
                <a:ext cx="203400" cy="112320"/>
              </p14:xfrm>
            </p:contentPart>
          </mc:Choice>
          <mc:Fallback xmlns="">
            <p:pic>
              <p:nvPicPr>
                <p:cNvPr id="161" name="Ink 160">
                  <a:extLst>
                    <a:ext uri="{FF2B5EF4-FFF2-40B4-BE49-F238E27FC236}">
                      <a16:creationId xmlns:a16="http://schemas.microsoft.com/office/drawing/2014/main" id="{8FBC79CC-D760-BDDF-A452-D0D861680452}"/>
                    </a:ext>
                  </a:extLst>
                </p:cNvPr>
                <p:cNvPicPr/>
                <p:nvPr/>
              </p:nvPicPr>
              <p:blipFill>
                <a:blip r:embed="rId251"/>
                <a:stretch>
                  <a:fillRect/>
                </a:stretch>
              </p:blipFill>
              <p:spPr>
                <a:xfrm>
                  <a:off x="6321758" y="5314896"/>
                  <a:ext cx="21564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62" name="Ink 161">
                  <a:extLst>
                    <a:ext uri="{FF2B5EF4-FFF2-40B4-BE49-F238E27FC236}">
                      <a16:creationId xmlns:a16="http://schemas.microsoft.com/office/drawing/2014/main" id="{FD781D0D-8B98-663A-9FB9-BCB9A4C9CDA9}"/>
                    </a:ext>
                  </a:extLst>
                </p14:cNvPr>
                <p14:cNvContentPartPr/>
                <p14:nvPr/>
              </p14:nvContentPartPr>
              <p14:xfrm>
                <a:off x="6446318" y="5231736"/>
                <a:ext cx="360" cy="360"/>
              </p14:xfrm>
            </p:contentPart>
          </mc:Choice>
          <mc:Fallback xmlns="">
            <p:pic>
              <p:nvPicPr>
                <p:cNvPr id="162" name="Ink 161">
                  <a:extLst>
                    <a:ext uri="{FF2B5EF4-FFF2-40B4-BE49-F238E27FC236}">
                      <a16:creationId xmlns:a16="http://schemas.microsoft.com/office/drawing/2014/main" id="{FD781D0D-8B98-663A-9FB9-BCB9A4C9CDA9}"/>
                    </a:ext>
                  </a:extLst>
                </p:cNvPr>
                <p:cNvPicPr/>
                <p:nvPr/>
              </p:nvPicPr>
              <p:blipFill>
                <a:blip r:embed="rId16"/>
                <a:stretch>
                  <a:fillRect/>
                </a:stretch>
              </p:blipFill>
              <p:spPr>
                <a:xfrm>
                  <a:off x="6440198" y="52256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63" name="Ink 162">
                  <a:extLst>
                    <a:ext uri="{FF2B5EF4-FFF2-40B4-BE49-F238E27FC236}">
                      <a16:creationId xmlns:a16="http://schemas.microsoft.com/office/drawing/2014/main" id="{9D5F9493-0B2B-C3F5-5339-EB02F365BDFC}"/>
                    </a:ext>
                  </a:extLst>
                </p14:cNvPr>
                <p14:cNvContentPartPr/>
                <p14:nvPr/>
              </p14:nvContentPartPr>
              <p14:xfrm>
                <a:off x="6564398" y="5256936"/>
                <a:ext cx="442440" cy="123120"/>
              </p14:xfrm>
            </p:contentPart>
          </mc:Choice>
          <mc:Fallback xmlns="">
            <p:pic>
              <p:nvPicPr>
                <p:cNvPr id="163" name="Ink 162">
                  <a:extLst>
                    <a:ext uri="{FF2B5EF4-FFF2-40B4-BE49-F238E27FC236}">
                      <a16:creationId xmlns:a16="http://schemas.microsoft.com/office/drawing/2014/main" id="{9D5F9493-0B2B-C3F5-5339-EB02F365BDFC}"/>
                    </a:ext>
                  </a:extLst>
                </p:cNvPr>
                <p:cNvPicPr/>
                <p:nvPr/>
              </p:nvPicPr>
              <p:blipFill>
                <a:blip r:embed="rId254"/>
                <a:stretch>
                  <a:fillRect/>
                </a:stretch>
              </p:blipFill>
              <p:spPr>
                <a:xfrm>
                  <a:off x="6558278" y="5250816"/>
                  <a:ext cx="45468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64" name="Ink 163">
                  <a:extLst>
                    <a:ext uri="{FF2B5EF4-FFF2-40B4-BE49-F238E27FC236}">
                      <a16:creationId xmlns:a16="http://schemas.microsoft.com/office/drawing/2014/main" id="{2CA63D6F-FD71-2D2E-9F8A-3C19E9FDB278}"/>
                    </a:ext>
                  </a:extLst>
                </p14:cNvPr>
                <p14:cNvContentPartPr/>
                <p14:nvPr/>
              </p14:nvContentPartPr>
              <p14:xfrm>
                <a:off x="7012958" y="5135256"/>
                <a:ext cx="308520" cy="490320"/>
              </p14:xfrm>
            </p:contentPart>
          </mc:Choice>
          <mc:Fallback xmlns="">
            <p:pic>
              <p:nvPicPr>
                <p:cNvPr id="164" name="Ink 163">
                  <a:extLst>
                    <a:ext uri="{FF2B5EF4-FFF2-40B4-BE49-F238E27FC236}">
                      <a16:creationId xmlns:a16="http://schemas.microsoft.com/office/drawing/2014/main" id="{2CA63D6F-FD71-2D2E-9F8A-3C19E9FDB278}"/>
                    </a:ext>
                  </a:extLst>
                </p:cNvPr>
                <p:cNvPicPr/>
                <p:nvPr/>
              </p:nvPicPr>
              <p:blipFill>
                <a:blip r:embed="rId256"/>
                <a:stretch>
                  <a:fillRect/>
                </a:stretch>
              </p:blipFill>
              <p:spPr>
                <a:xfrm>
                  <a:off x="7006838" y="5129136"/>
                  <a:ext cx="320760" cy="502560"/>
                </a:xfrm>
                <a:prstGeom prst="rect">
                  <a:avLst/>
                </a:prstGeom>
              </p:spPr>
            </p:pic>
          </mc:Fallback>
        </mc:AlternateContent>
      </p:grpSp>
      <p:grpSp>
        <p:nvGrpSpPr>
          <p:cNvPr id="178" name="Group 177">
            <a:extLst>
              <a:ext uri="{FF2B5EF4-FFF2-40B4-BE49-F238E27FC236}">
                <a16:creationId xmlns:a16="http://schemas.microsoft.com/office/drawing/2014/main" id="{8050F36D-9BF7-E037-D3FE-4CF3EAD64D0B}"/>
              </a:ext>
            </a:extLst>
          </p:cNvPr>
          <p:cNvGrpSpPr/>
          <p:nvPr/>
        </p:nvGrpSpPr>
        <p:grpSpPr>
          <a:xfrm>
            <a:off x="7924118" y="4730976"/>
            <a:ext cx="1059480" cy="666000"/>
            <a:chOff x="7924118" y="4730976"/>
            <a:chExt cx="1059480" cy="666000"/>
          </a:xfrm>
        </p:grpSpPr>
        <mc:AlternateContent xmlns:mc="http://schemas.openxmlformats.org/markup-compatibility/2006" xmlns:p14="http://schemas.microsoft.com/office/powerpoint/2010/main">
          <mc:Choice Requires="p14">
            <p:contentPart p14:bwMode="auto" r:id="rId257">
              <p14:nvContentPartPr>
                <p14:cNvPr id="165" name="Ink 164">
                  <a:extLst>
                    <a:ext uri="{FF2B5EF4-FFF2-40B4-BE49-F238E27FC236}">
                      <a16:creationId xmlns:a16="http://schemas.microsoft.com/office/drawing/2014/main" id="{59BB6A92-DD79-358C-1974-E686B23805B7}"/>
                    </a:ext>
                  </a:extLst>
                </p14:cNvPr>
                <p14:cNvContentPartPr/>
                <p14:nvPr/>
              </p14:nvContentPartPr>
              <p14:xfrm>
                <a:off x="7924118" y="4881456"/>
                <a:ext cx="236160" cy="398520"/>
              </p14:xfrm>
            </p:contentPart>
          </mc:Choice>
          <mc:Fallback xmlns="">
            <p:pic>
              <p:nvPicPr>
                <p:cNvPr id="165" name="Ink 164">
                  <a:extLst>
                    <a:ext uri="{FF2B5EF4-FFF2-40B4-BE49-F238E27FC236}">
                      <a16:creationId xmlns:a16="http://schemas.microsoft.com/office/drawing/2014/main" id="{59BB6A92-DD79-358C-1974-E686B23805B7}"/>
                    </a:ext>
                  </a:extLst>
                </p:cNvPr>
                <p:cNvPicPr/>
                <p:nvPr/>
              </p:nvPicPr>
              <p:blipFill>
                <a:blip r:embed="rId258"/>
                <a:stretch>
                  <a:fillRect/>
                </a:stretch>
              </p:blipFill>
              <p:spPr>
                <a:xfrm>
                  <a:off x="7917998" y="4875336"/>
                  <a:ext cx="248400" cy="41076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66" name="Ink 165">
                  <a:extLst>
                    <a:ext uri="{FF2B5EF4-FFF2-40B4-BE49-F238E27FC236}">
                      <a16:creationId xmlns:a16="http://schemas.microsoft.com/office/drawing/2014/main" id="{5D16CF1C-BADD-A1C6-E1F3-3860915C70DB}"/>
                    </a:ext>
                  </a:extLst>
                </p14:cNvPr>
                <p14:cNvContentPartPr/>
                <p14:nvPr/>
              </p14:nvContentPartPr>
              <p14:xfrm>
                <a:off x="8185838" y="5105016"/>
                <a:ext cx="249480" cy="235080"/>
              </p14:xfrm>
            </p:contentPart>
          </mc:Choice>
          <mc:Fallback xmlns="">
            <p:pic>
              <p:nvPicPr>
                <p:cNvPr id="166" name="Ink 165">
                  <a:extLst>
                    <a:ext uri="{FF2B5EF4-FFF2-40B4-BE49-F238E27FC236}">
                      <a16:creationId xmlns:a16="http://schemas.microsoft.com/office/drawing/2014/main" id="{5D16CF1C-BADD-A1C6-E1F3-3860915C70DB}"/>
                    </a:ext>
                  </a:extLst>
                </p:cNvPr>
                <p:cNvPicPr/>
                <p:nvPr/>
              </p:nvPicPr>
              <p:blipFill>
                <a:blip r:embed="rId260"/>
                <a:stretch>
                  <a:fillRect/>
                </a:stretch>
              </p:blipFill>
              <p:spPr>
                <a:xfrm>
                  <a:off x="8179718" y="5098896"/>
                  <a:ext cx="26172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67" name="Ink 166">
                  <a:extLst>
                    <a:ext uri="{FF2B5EF4-FFF2-40B4-BE49-F238E27FC236}">
                      <a16:creationId xmlns:a16="http://schemas.microsoft.com/office/drawing/2014/main" id="{DBA43FBC-DFD0-B2FC-F732-E2BA82A5E5A8}"/>
                    </a:ext>
                  </a:extLst>
                </p14:cNvPr>
                <p14:cNvContentPartPr/>
                <p14:nvPr/>
              </p14:nvContentPartPr>
              <p14:xfrm>
                <a:off x="8238758" y="5151456"/>
                <a:ext cx="223920" cy="120600"/>
              </p14:xfrm>
            </p:contentPart>
          </mc:Choice>
          <mc:Fallback xmlns="">
            <p:pic>
              <p:nvPicPr>
                <p:cNvPr id="167" name="Ink 166">
                  <a:extLst>
                    <a:ext uri="{FF2B5EF4-FFF2-40B4-BE49-F238E27FC236}">
                      <a16:creationId xmlns:a16="http://schemas.microsoft.com/office/drawing/2014/main" id="{DBA43FBC-DFD0-B2FC-F732-E2BA82A5E5A8}"/>
                    </a:ext>
                  </a:extLst>
                </p:cNvPr>
                <p:cNvPicPr/>
                <p:nvPr/>
              </p:nvPicPr>
              <p:blipFill>
                <a:blip r:embed="rId262"/>
                <a:stretch>
                  <a:fillRect/>
                </a:stretch>
              </p:blipFill>
              <p:spPr>
                <a:xfrm>
                  <a:off x="8232638" y="5145336"/>
                  <a:ext cx="2361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70" name="Ink 169">
                  <a:extLst>
                    <a:ext uri="{FF2B5EF4-FFF2-40B4-BE49-F238E27FC236}">
                      <a16:creationId xmlns:a16="http://schemas.microsoft.com/office/drawing/2014/main" id="{6E585DF9-DA82-30C5-42AD-8A0DA8CC189C}"/>
                    </a:ext>
                  </a:extLst>
                </p14:cNvPr>
                <p14:cNvContentPartPr/>
                <p14:nvPr/>
              </p14:nvContentPartPr>
              <p14:xfrm>
                <a:off x="8193398" y="4730976"/>
                <a:ext cx="282240" cy="136800"/>
              </p14:xfrm>
            </p:contentPart>
          </mc:Choice>
          <mc:Fallback xmlns="">
            <p:pic>
              <p:nvPicPr>
                <p:cNvPr id="170" name="Ink 169">
                  <a:extLst>
                    <a:ext uri="{FF2B5EF4-FFF2-40B4-BE49-F238E27FC236}">
                      <a16:creationId xmlns:a16="http://schemas.microsoft.com/office/drawing/2014/main" id="{6E585DF9-DA82-30C5-42AD-8A0DA8CC189C}"/>
                    </a:ext>
                  </a:extLst>
                </p:cNvPr>
                <p:cNvPicPr/>
                <p:nvPr/>
              </p:nvPicPr>
              <p:blipFill>
                <a:blip r:embed="rId264"/>
                <a:stretch>
                  <a:fillRect/>
                </a:stretch>
              </p:blipFill>
              <p:spPr>
                <a:xfrm>
                  <a:off x="8187278" y="4724856"/>
                  <a:ext cx="29448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71" name="Ink 170">
                  <a:extLst>
                    <a:ext uri="{FF2B5EF4-FFF2-40B4-BE49-F238E27FC236}">
                      <a16:creationId xmlns:a16="http://schemas.microsoft.com/office/drawing/2014/main" id="{64146C34-1D25-AB84-1157-0806AB7CFE8D}"/>
                    </a:ext>
                  </a:extLst>
                </p14:cNvPr>
                <p14:cNvContentPartPr/>
                <p14:nvPr/>
              </p14:nvContentPartPr>
              <p14:xfrm>
                <a:off x="8671478" y="4997376"/>
                <a:ext cx="197280" cy="40680"/>
              </p14:xfrm>
            </p:contentPart>
          </mc:Choice>
          <mc:Fallback xmlns="">
            <p:pic>
              <p:nvPicPr>
                <p:cNvPr id="171" name="Ink 170">
                  <a:extLst>
                    <a:ext uri="{FF2B5EF4-FFF2-40B4-BE49-F238E27FC236}">
                      <a16:creationId xmlns:a16="http://schemas.microsoft.com/office/drawing/2014/main" id="{64146C34-1D25-AB84-1157-0806AB7CFE8D}"/>
                    </a:ext>
                  </a:extLst>
                </p:cNvPr>
                <p:cNvPicPr/>
                <p:nvPr/>
              </p:nvPicPr>
              <p:blipFill>
                <a:blip r:embed="rId266"/>
                <a:stretch>
                  <a:fillRect/>
                </a:stretch>
              </p:blipFill>
              <p:spPr>
                <a:xfrm>
                  <a:off x="8665358" y="4991256"/>
                  <a:ext cx="20952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72" name="Ink 171">
                  <a:extLst>
                    <a:ext uri="{FF2B5EF4-FFF2-40B4-BE49-F238E27FC236}">
                      <a16:creationId xmlns:a16="http://schemas.microsoft.com/office/drawing/2014/main" id="{ADBD1C8B-956B-9F79-F8A9-A972754A4B37}"/>
                    </a:ext>
                  </a:extLst>
                </p14:cNvPr>
                <p14:cNvContentPartPr/>
                <p14:nvPr/>
              </p14:nvContentPartPr>
              <p14:xfrm>
                <a:off x="8682638" y="5027976"/>
                <a:ext cx="300960" cy="70560"/>
              </p14:xfrm>
            </p:contentPart>
          </mc:Choice>
          <mc:Fallback xmlns="">
            <p:pic>
              <p:nvPicPr>
                <p:cNvPr id="172" name="Ink 171">
                  <a:extLst>
                    <a:ext uri="{FF2B5EF4-FFF2-40B4-BE49-F238E27FC236}">
                      <a16:creationId xmlns:a16="http://schemas.microsoft.com/office/drawing/2014/main" id="{ADBD1C8B-956B-9F79-F8A9-A972754A4B37}"/>
                    </a:ext>
                  </a:extLst>
                </p:cNvPr>
                <p:cNvPicPr/>
                <p:nvPr/>
              </p:nvPicPr>
              <p:blipFill>
                <a:blip r:embed="rId268"/>
                <a:stretch>
                  <a:fillRect/>
                </a:stretch>
              </p:blipFill>
              <p:spPr>
                <a:xfrm>
                  <a:off x="8676518" y="5021856"/>
                  <a:ext cx="31320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73" name="Ink 172">
                  <a:extLst>
                    <a:ext uri="{FF2B5EF4-FFF2-40B4-BE49-F238E27FC236}">
                      <a16:creationId xmlns:a16="http://schemas.microsoft.com/office/drawing/2014/main" id="{08B79DD6-0824-A927-45C4-4AD19103FE79}"/>
                    </a:ext>
                  </a:extLst>
                </p14:cNvPr>
                <p14:cNvContentPartPr/>
                <p14:nvPr/>
              </p14:nvContentPartPr>
              <p14:xfrm>
                <a:off x="8735558" y="4885056"/>
                <a:ext cx="215280" cy="511920"/>
              </p14:xfrm>
            </p:contentPart>
          </mc:Choice>
          <mc:Fallback xmlns="">
            <p:pic>
              <p:nvPicPr>
                <p:cNvPr id="173" name="Ink 172">
                  <a:extLst>
                    <a:ext uri="{FF2B5EF4-FFF2-40B4-BE49-F238E27FC236}">
                      <a16:creationId xmlns:a16="http://schemas.microsoft.com/office/drawing/2014/main" id="{08B79DD6-0824-A927-45C4-4AD19103FE79}"/>
                    </a:ext>
                  </a:extLst>
                </p:cNvPr>
                <p:cNvPicPr/>
                <p:nvPr/>
              </p:nvPicPr>
              <p:blipFill>
                <a:blip r:embed="rId270"/>
                <a:stretch>
                  <a:fillRect/>
                </a:stretch>
              </p:blipFill>
              <p:spPr>
                <a:xfrm>
                  <a:off x="8729438" y="4878936"/>
                  <a:ext cx="227520" cy="524160"/>
                </a:xfrm>
                <a:prstGeom prst="rect">
                  <a:avLst/>
                </a:prstGeom>
              </p:spPr>
            </p:pic>
          </mc:Fallback>
        </mc:AlternateContent>
      </p:grpSp>
      <p:grpSp>
        <p:nvGrpSpPr>
          <p:cNvPr id="177" name="Group 176">
            <a:extLst>
              <a:ext uri="{FF2B5EF4-FFF2-40B4-BE49-F238E27FC236}">
                <a16:creationId xmlns:a16="http://schemas.microsoft.com/office/drawing/2014/main" id="{A93C5E94-83A7-7701-A48B-3C2A5A2F522A}"/>
              </a:ext>
            </a:extLst>
          </p:cNvPr>
          <p:cNvGrpSpPr/>
          <p:nvPr/>
        </p:nvGrpSpPr>
        <p:grpSpPr>
          <a:xfrm>
            <a:off x="9334958" y="4560696"/>
            <a:ext cx="605520" cy="615240"/>
            <a:chOff x="9334958" y="4560696"/>
            <a:chExt cx="605520" cy="615240"/>
          </a:xfrm>
        </p:grpSpPr>
        <mc:AlternateContent xmlns:mc="http://schemas.openxmlformats.org/markup-compatibility/2006" xmlns:p14="http://schemas.microsoft.com/office/powerpoint/2010/main">
          <mc:Choice Requires="p14">
            <p:contentPart p14:bwMode="auto" r:id="rId271">
              <p14:nvContentPartPr>
                <p14:cNvPr id="174" name="Ink 173">
                  <a:extLst>
                    <a:ext uri="{FF2B5EF4-FFF2-40B4-BE49-F238E27FC236}">
                      <a16:creationId xmlns:a16="http://schemas.microsoft.com/office/drawing/2014/main" id="{DF1F2AB4-DB6B-96C3-4BC5-DB2DE4228CC5}"/>
                    </a:ext>
                  </a:extLst>
                </p14:cNvPr>
                <p14:cNvContentPartPr/>
                <p14:nvPr/>
              </p14:nvContentPartPr>
              <p14:xfrm>
                <a:off x="9334958" y="4721616"/>
                <a:ext cx="249120" cy="380880"/>
              </p14:xfrm>
            </p:contentPart>
          </mc:Choice>
          <mc:Fallback xmlns="">
            <p:pic>
              <p:nvPicPr>
                <p:cNvPr id="174" name="Ink 173">
                  <a:extLst>
                    <a:ext uri="{FF2B5EF4-FFF2-40B4-BE49-F238E27FC236}">
                      <a16:creationId xmlns:a16="http://schemas.microsoft.com/office/drawing/2014/main" id="{DF1F2AB4-DB6B-96C3-4BC5-DB2DE4228CC5}"/>
                    </a:ext>
                  </a:extLst>
                </p:cNvPr>
                <p:cNvPicPr/>
                <p:nvPr/>
              </p:nvPicPr>
              <p:blipFill>
                <a:blip r:embed="rId272"/>
                <a:stretch>
                  <a:fillRect/>
                </a:stretch>
              </p:blipFill>
              <p:spPr>
                <a:xfrm>
                  <a:off x="9328838" y="4715496"/>
                  <a:ext cx="261360" cy="39312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75" name="Ink 174">
                  <a:extLst>
                    <a:ext uri="{FF2B5EF4-FFF2-40B4-BE49-F238E27FC236}">
                      <a16:creationId xmlns:a16="http://schemas.microsoft.com/office/drawing/2014/main" id="{DC95E220-4B77-8C63-A9CC-65558F1FF7D4}"/>
                    </a:ext>
                  </a:extLst>
                </p14:cNvPr>
                <p14:cNvContentPartPr/>
                <p14:nvPr/>
              </p14:nvContentPartPr>
              <p14:xfrm>
                <a:off x="9588398" y="4979016"/>
                <a:ext cx="240120" cy="196920"/>
              </p14:xfrm>
            </p:contentPart>
          </mc:Choice>
          <mc:Fallback xmlns="">
            <p:pic>
              <p:nvPicPr>
                <p:cNvPr id="175" name="Ink 174">
                  <a:extLst>
                    <a:ext uri="{FF2B5EF4-FFF2-40B4-BE49-F238E27FC236}">
                      <a16:creationId xmlns:a16="http://schemas.microsoft.com/office/drawing/2014/main" id="{DC95E220-4B77-8C63-A9CC-65558F1FF7D4}"/>
                    </a:ext>
                  </a:extLst>
                </p:cNvPr>
                <p:cNvPicPr/>
                <p:nvPr/>
              </p:nvPicPr>
              <p:blipFill>
                <a:blip r:embed="rId274"/>
                <a:stretch>
                  <a:fillRect/>
                </a:stretch>
              </p:blipFill>
              <p:spPr>
                <a:xfrm>
                  <a:off x="9582278" y="4972896"/>
                  <a:ext cx="25236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76" name="Ink 175">
                  <a:extLst>
                    <a:ext uri="{FF2B5EF4-FFF2-40B4-BE49-F238E27FC236}">
                      <a16:creationId xmlns:a16="http://schemas.microsoft.com/office/drawing/2014/main" id="{76701F67-5D03-2E79-830C-A29CB9924E8A}"/>
                    </a:ext>
                  </a:extLst>
                </p14:cNvPr>
                <p14:cNvContentPartPr/>
                <p14:nvPr/>
              </p14:nvContentPartPr>
              <p14:xfrm>
                <a:off x="9659678" y="4560696"/>
                <a:ext cx="280800" cy="196920"/>
              </p14:xfrm>
            </p:contentPart>
          </mc:Choice>
          <mc:Fallback xmlns="">
            <p:pic>
              <p:nvPicPr>
                <p:cNvPr id="176" name="Ink 175">
                  <a:extLst>
                    <a:ext uri="{FF2B5EF4-FFF2-40B4-BE49-F238E27FC236}">
                      <a16:creationId xmlns:a16="http://schemas.microsoft.com/office/drawing/2014/main" id="{76701F67-5D03-2E79-830C-A29CB9924E8A}"/>
                    </a:ext>
                  </a:extLst>
                </p:cNvPr>
                <p:cNvPicPr/>
                <p:nvPr/>
              </p:nvPicPr>
              <p:blipFill>
                <a:blip r:embed="rId276"/>
                <a:stretch>
                  <a:fillRect/>
                </a:stretch>
              </p:blipFill>
              <p:spPr>
                <a:xfrm>
                  <a:off x="9653558" y="4554576"/>
                  <a:ext cx="293040" cy="209160"/>
                </a:xfrm>
                <a:prstGeom prst="rect">
                  <a:avLst/>
                </a:prstGeom>
              </p:spPr>
            </p:pic>
          </mc:Fallback>
        </mc:AlternateContent>
      </p:grpSp>
      <p:grpSp>
        <p:nvGrpSpPr>
          <p:cNvPr id="181" name="Group 180">
            <a:extLst>
              <a:ext uri="{FF2B5EF4-FFF2-40B4-BE49-F238E27FC236}">
                <a16:creationId xmlns:a16="http://schemas.microsoft.com/office/drawing/2014/main" id="{FFC05D72-2986-028A-3DCB-6087AB63E00C}"/>
              </a:ext>
            </a:extLst>
          </p:cNvPr>
          <p:cNvGrpSpPr/>
          <p:nvPr/>
        </p:nvGrpSpPr>
        <p:grpSpPr>
          <a:xfrm>
            <a:off x="10436198" y="4634136"/>
            <a:ext cx="1246680" cy="327240"/>
            <a:chOff x="10436198" y="4634136"/>
            <a:chExt cx="1246680" cy="327240"/>
          </a:xfrm>
        </p:grpSpPr>
        <mc:AlternateContent xmlns:mc="http://schemas.openxmlformats.org/markup-compatibility/2006" xmlns:p14="http://schemas.microsoft.com/office/powerpoint/2010/main">
          <mc:Choice Requires="p14">
            <p:contentPart p14:bwMode="auto" r:id="rId277">
              <p14:nvContentPartPr>
                <p14:cNvPr id="179" name="Ink 178">
                  <a:extLst>
                    <a:ext uri="{FF2B5EF4-FFF2-40B4-BE49-F238E27FC236}">
                      <a16:creationId xmlns:a16="http://schemas.microsoft.com/office/drawing/2014/main" id="{56DC6187-70FD-08EE-59C1-326542956F7C}"/>
                    </a:ext>
                  </a:extLst>
                </p14:cNvPr>
                <p14:cNvContentPartPr/>
                <p14:nvPr/>
              </p14:nvContentPartPr>
              <p14:xfrm>
                <a:off x="10436198" y="4634136"/>
                <a:ext cx="274320" cy="327240"/>
              </p14:xfrm>
            </p:contentPart>
          </mc:Choice>
          <mc:Fallback xmlns="">
            <p:pic>
              <p:nvPicPr>
                <p:cNvPr id="179" name="Ink 178">
                  <a:extLst>
                    <a:ext uri="{FF2B5EF4-FFF2-40B4-BE49-F238E27FC236}">
                      <a16:creationId xmlns:a16="http://schemas.microsoft.com/office/drawing/2014/main" id="{56DC6187-70FD-08EE-59C1-326542956F7C}"/>
                    </a:ext>
                  </a:extLst>
                </p:cNvPr>
                <p:cNvPicPr/>
                <p:nvPr/>
              </p:nvPicPr>
              <p:blipFill>
                <a:blip r:embed="rId278"/>
                <a:stretch>
                  <a:fillRect/>
                </a:stretch>
              </p:blipFill>
              <p:spPr>
                <a:xfrm>
                  <a:off x="10430078" y="4628016"/>
                  <a:ext cx="28656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80" name="Ink 179">
                  <a:extLst>
                    <a:ext uri="{FF2B5EF4-FFF2-40B4-BE49-F238E27FC236}">
                      <a16:creationId xmlns:a16="http://schemas.microsoft.com/office/drawing/2014/main" id="{BC02DA14-0C18-0079-BFD6-5180A5E8B01C}"/>
                    </a:ext>
                  </a:extLst>
                </p14:cNvPr>
                <p14:cNvContentPartPr/>
                <p14:nvPr/>
              </p14:nvContentPartPr>
              <p14:xfrm>
                <a:off x="10792598" y="4702536"/>
                <a:ext cx="890280" cy="191160"/>
              </p14:xfrm>
            </p:contentPart>
          </mc:Choice>
          <mc:Fallback xmlns="">
            <p:pic>
              <p:nvPicPr>
                <p:cNvPr id="180" name="Ink 179">
                  <a:extLst>
                    <a:ext uri="{FF2B5EF4-FFF2-40B4-BE49-F238E27FC236}">
                      <a16:creationId xmlns:a16="http://schemas.microsoft.com/office/drawing/2014/main" id="{BC02DA14-0C18-0079-BFD6-5180A5E8B01C}"/>
                    </a:ext>
                  </a:extLst>
                </p:cNvPr>
                <p:cNvPicPr/>
                <p:nvPr/>
              </p:nvPicPr>
              <p:blipFill>
                <a:blip r:embed="rId280"/>
                <a:stretch>
                  <a:fillRect/>
                </a:stretch>
              </p:blipFill>
              <p:spPr>
                <a:xfrm>
                  <a:off x="10786478" y="4696416"/>
                  <a:ext cx="902520" cy="203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1">
            <p14:nvContentPartPr>
              <p14:cNvPr id="187" name="Ink 186">
                <a:extLst>
                  <a:ext uri="{FF2B5EF4-FFF2-40B4-BE49-F238E27FC236}">
                    <a16:creationId xmlns:a16="http://schemas.microsoft.com/office/drawing/2014/main" id="{1A3D7948-5A6D-4AF6-BBBE-00B2FD8F59D4}"/>
                  </a:ext>
                </a:extLst>
              </p14:cNvPr>
              <p14:cNvContentPartPr/>
              <p14:nvPr/>
            </p14:nvContentPartPr>
            <p14:xfrm>
              <a:off x="11353118" y="1508256"/>
              <a:ext cx="349560" cy="100440"/>
            </p14:xfrm>
          </p:contentPart>
        </mc:Choice>
        <mc:Fallback xmlns="">
          <p:pic>
            <p:nvPicPr>
              <p:cNvPr id="187" name="Ink 186">
                <a:extLst>
                  <a:ext uri="{FF2B5EF4-FFF2-40B4-BE49-F238E27FC236}">
                    <a16:creationId xmlns:a16="http://schemas.microsoft.com/office/drawing/2014/main" id="{1A3D7948-5A6D-4AF6-BBBE-00B2FD8F59D4}"/>
                  </a:ext>
                </a:extLst>
              </p:cNvPr>
              <p:cNvPicPr/>
              <p:nvPr/>
            </p:nvPicPr>
            <p:blipFill>
              <a:blip r:embed="rId282"/>
              <a:stretch>
                <a:fillRect/>
              </a:stretch>
            </p:blipFill>
            <p:spPr>
              <a:xfrm>
                <a:off x="11346998" y="1502136"/>
                <a:ext cx="361800" cy="112680"/>
              </a:xfrm>
              <a:prstGeom prst="rect">
                <a:avLst/>
              </a:prstGeom>
            </p:spPr>
          </p:pic>
        </mc:Fallback>
      </mc:AlternateContent>
      <p:grpSp>
        <p:nvGrpSpPr>
          <p:cNvPr id="194" name="Group 193">
            <a:extLst>
              <a:ext uri="{FF2B5EF4-FFF2-40B4-BE49-F238E27FC236}">
                <a16:creationId xmlns:a16="http://schemas.microsoft.com/office/drawing/2014/main" id="{D4E4E6C7-628F-4BBB-8E79-C77975F3BC85}"/>
              </a:ext>
            </a:extLst>
          </p:cNvPr>
          <p:cNvGrpSpPr/>
          <p:nvPr/>
        </p:nvGrpSpPr>
        <p:grpSpPr>
          <a:xfrm>
            <a:off x="8609558" y="1497456"/>
            <a:ext cx="997920" cy="736200"/>
            <a:chOff x="8609558" y="1497456"/>
            <a:chExt cx="997920" cy="736200"/>
          </a:xfrm>
        </p:grpSpPr>
        <mc:AlternateContent xmlns:mc="http://schemas.openxmlformats.org/markup-compatibility/2006" xmlns:p14="http://schemas.microsoft.com/office/powerpoint/2010/main">
          <mc:Choice Requires="p14">
            <p:contentPart p14:bwMode="auto" r:id="rId283">
              <p14:nvContentPartPr>
                <p14:cNvPr id="182" name="Ink 181">
                  <a:extLst>
                    <a:ext uri="{FF2B5EF4-FFF2-40B4-BE49-F238E27FC236}">
                      <a16:creationId xmlns:a16="http://schemas.microsoft.com/office/drawing/2014/main" id="{57EECFB2-B8B5-69DF-9B6C-ABD8813EF850}"/>
                    </a:ext>
                  </a:extLst>
                </p14:cNvPr>
                <p14:cNvContentPartPr/>
                <p14:nvPr/>
              </p14:nvContentPartPr>
              <p14:xfrm>
                <a:off x="8953718" y="1730376"/>
                <a:ext cx="262440" cy="365760"/>
              </p14:xfrm>
            </p:contentPart>
          </mc:Choice>
          <mc:Fallback xmlns="">
            <p:pic>
              <p:nvPicPr>
                <p:cNvPr id="182" name="Ink 181">
                  <a:extLst>
                    <a:ext uri="{FF2B5EF4-FFF2-40B4-BE49-F238E27FC236}">
                      <a16:creationId xmlns:a16="http://schemas.microsoft.com/office/drawing/2014/main" id="{57EECFB2-B8B5-69DF-9B6C-ABD8813EF850}"/>
                    </a:ext>
                  </a:extLst>
                </p:cNvPr>
                <p:cNvPicPr/>
                <p:nvPr/>
              </p:nvPicPr>
              <p:blipFill>
                <a:blip r:embed="rId284"/>
                <a:stretch>
                  <a:fillRect/>
                </a:stretch>
              </p:blipFill>
              <p:spPr>
                <a:xfrm>
                  <a:off x="8947598" y="1724256"/>
                  <a:ext cx="274680" cy="37800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83" name="Ink 182">
                  <a:extLst>
                    <a:ext uri="{FF2B5EF4-FFF2-40B4-BE49-F238E27FC236}">
                      <a16:creationId xmlns:a16="http://schemas.microsoft.com/office/drawing/2014/main" id="{69436149-C72C-A4B3-25A8-8CF2A6522FD4}"/>
                    </a:ext>
                  </a:extLst>
                </p14:cNvPr>
                <p14:cNvContentPartPr/>
                <p14:nvPr/>
              </p14:nvContentPartPr>
              <p14:xfrm>
                <a:off x="9270518" y="1992456"/>
                <a:ext cx="203400" cy="214560"/>
              </p14:xfrm>
            </p:contentPart>
          </mc:Choice>
          <mc:Fallback xmlns="">
            <p:pic>
              <p:nvPicPr>
                <p:cNvPr id="183" name="Ink 182">
                  <a:extLst>
                    <a:ext uri="{FF2B5EF4-FFF2-40B4-BE49-F238E27FC236}">
                      <a16:creationId xmlns:a16="http://schemas.microsoft.com/office/drawing/2014/main" id="{69436149-C72C-A4B3-25A8-8CF2A6522FD4}"/>
                    </a:ext>
                  </a:extLst>
                </p:cNvPr>
                <p:cNvPicPr/>
                <p:nvPr/>
              </p:nvPicPr>
              <p:blipFill>
                <a:blip r:embed="rId286"/>
                <a:stretch>
                  <a:fillRect/>
                </a:stretch>
              </p:blipFill>
              <p:spPr>
                <a:xfrm>
                  <a:off x="9264398" y="1986336"/>
                  <a:ext cx="21564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84" name="Ink 183">
                  <a:extLst>
                    <a:ext uri="{FF2B5EF4-FFF2-40B4-BE49-F238E27FC236}">
                      <a16:creationId xmlns:a16="http://schemas.microsoft.com/office/drawing/2014/main" id="{8B150081-7F7B-4FB0-6B36-4CB69E23A044}"/>
                    </a:ext>
                  </a:extLst>
                </p14:cNvPr>
                <p14:cNvContentPartPr/>
                <p14:nvPr/>
              </p14:nvContentPartPr>
              <p14:xfrm>
                <a:off x="9111398" y="1560096"/>
                <a:ext cx="5040" cy="16200"/>
              </p14:xfrm>
            </p:contentPart>
          </mc:Choice>
          <mc:Fallback xmlns="">
            <p:pic>
              <p:nvPicPr>
                <p:cNvPr id="184" name="Ink 183">
                  <a:extLst>
                    <a:ext uri="{FF2B5EF4-FFF2-40B4-BE49-F238E27FC236}">
                      <a16:creationId xmlns:a16="http://schemas.microsoft.com/office/drawing/2014/main" id="{8B150081-7F7B-4FB0-6B36-4CB69E23A044}"/>
                    </a:ext>
                  </a:extLst>
                </p:cNvPr>
                <p:cNvPicPr/>
                <p:nvPr/>
              </p:nvPicPr>
              <p:blipFill>
                <a:blip r:embed="rId87"/>
                <a:stretch>
                  <a:fillRect/>
                </a:stretch>
              </p:blipFill>
              <p:spPr>
                <a:xfrm>
                  <a:off x="9105278" y="1553976"/>
                  <a:ext cx="1728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85" name="Ink 184">
                  <a:extLst>
                    <a:ext uri="{FF2B5EF4-FFF2-40B4-BE49-F238E27FC236}">
                      <a16:creationId xmlns:a16="http://schemas.microsoft.com/office/drawing/2014/main" id="{9085809F-4CC8-368D-9EEA-526B89986814}"/>
                    </a:ext>
                  </a:extLst>
                </p14:cNvPr>
                <p14:cNvContentPartPr/>
                <p14:nvPr/>
              </p14:nvContentPartPr>
              <p14:xfrm>
                <a:off x="9152798" y="1587096"/>
                <a:ext cx="261360" cy="113760"/>
              </p14:xfrm>
            </p:contentPart>
          </mc:Choice>
          <mc:Fallback xmlns="">
            <p:pic>
              <p:nvPicPr>
                <p:cNvPr id="185" name="Ink 184">
                  <a:extLst>
                    <a:ext uri="{FF2B5EF4-FFF2-40B4-BE49-F238E27FC236}">
                      <a16:creationId xmlns:a16="http://schemas.microsoft.com/office/drawing/2014/main" id="{9085809F-4CC8-368D-9EEA-526B89986814}"/>
                    </a:ext>
                  </a:extLst>
                </p:cNvPr>
                <p:cNvPicPr/>
                <p:nvPr/>
              </p:nvPicPr>
              <p:blipFill>
                <a:blip r:embed="rId289"/>
                <a:stretch>
                  <a:fillRect/>
                </a:stretch>
              </p:blipFill>
              <p:spPr>
                <a:xfrm>
                  <a:off x="9146678" y="1580976"/>
                  <a:ext cx="2736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88" name="Ink 187">
                  <a:extLst>
                    <a:ext uri="{FF2B5EF4-FFF2-40B4-BE49-F238E27FC236}">
                      <a16:creationId xmlns:a16="http://schemas.microsoft.com/office/drawing/2014/main" id="{6E73FAE7-1BFB-E887-670D-1642CD018BB7}"/>
                    </a:ext>
                  </a:extLst>
                </p14:cNvPr>
                <p14:cNvContentPartPr/>
                <p14:nvPr/>
              </p14:nvContentPartPr>
              <p14:xfrm>
                <a:off x="9133358" y="1612296"/>
                <a:ext cx="182160" cy="81720"/>
              </p14:xfrm>
            </p:contentPart>
          </mc:Choice>
          <mc:Fallback xmlns="">
            <p:pic>
              <p:nvPicPr>
                <p:cNvPr id="188" name="Ink 187">
                  <a:extLst>
                    <a:ext uri="{FF2B5EF4-FFF2-40B4-BE49-F238E27FC236}">
                      <a16:creationId xmlns:a16="http://schemas.microsoft.com/office/drawing/2014/main" id="{6E73FAE7-1BFB-E887-670D-1642CD018BB7}"/>
                    </a:ext>
                  </a:extLst>
                </p:cNvPr>
                <p:cNvPicPr/>
                <p:nvPr/>
              </p:nvPicPr>
              <p:blipFill>
                <a:blip r:embed="rId291"/>
                <a:stretch>
                  <a:fillRect/>
                </a:stretch>
              </p:blipFill>
              <p:spPr>
                <a:xfrm>
                  <a:off x="9127238" y="1606176"/>
                  <a:ext cx="19440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89" name="Ink 188">
                  <a:extLst>
                    <a:ext uri="{FF2B5EF4-FFF2-40B4-BE49-F238E27FC236}">
                      <a16:creationId xmlns:a16="http://schemas.microsoft.com/office/drawing/2014/main" id="{DC792AEB-6DD7-433A-8252-C2D5D153CDC0}"/>
                    </a:ext>
                  </a:extLst>
                </p14:cNvPr>
                <p14:cNvContentPartPr/>
                <p14:nvPr/>
              </p14:nvContentPartPr>
              <p14:xfrm>
                <a:off x="8682278" y="1797336"/>
                <a:ext cx="360" cy="360"/>
              </p14:xfrm>
            </p:contentPart>
          </mc:Choice>
          <mc:Fallback xmlns="">
            <p:pic>
              <p:nvPicPr>
                <p:cNvPr id="189" name="Ink 188">
                  <a:extLst>
                    <a:ext uri="{FF2B5EF4-FFF2-40B4-BE49-F238E27FC236}">
                      <a16:creationId xmlns:a16="http://schemas.microsoft.com/office/drawing/2014/main" id="{DC792AEB-6DD7-433A-8252-C2D5D153CDC0}"/>
                    </a:ext>
                  </a:extLst>
                </p:cNvPr>
                <p:cNvPicPr/>
                <p:nvPr/>
              </p:nvPicPr>
              <p:blipFill>
                <a:blip r:embed="rId16"/>
                <a:stretch>
                  <a:fillRect/>
                </a:stretch>
              </p:blipFill>
              <p:spPr>
                <a:xfrm>
                  <a:off x="8676158" y="17912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190" name="Ink 189">
                  <a:extLst>
                    <a:ext uri="{FF2B5EF4-FFF2-40B4-BE49-F238E27FC236}">
                      <a16:creationId xmlns:a16="http://schemas.microsoft.com/office/drawing/2014/main" id="{2D847DA5-4339-FA18-0FD0-A2AA87217481}"/>
                    </a:ext>
                  </a:extLst>
                </p14:cNvPr>
                <p14:cNvContentPartPr/>
                <p14:nvPr/>
              </p14:nvContentPartPr>
              <p14:xfrm>
                <a:off x="8609558" y="1988856"/>
                <a:ext cx="465120" cy="244800"/>
              </p14:xfrm>
            </p:contentPart>
          </mc:Choice>
          <mc:Fallback xmlns="">
            <p:pic>
              <p:nvPicPr>
                <p:cNvPr id="190" name="Ink 189">
                  <a:extLst>
                    <a:ext uri="{FF2B5EF4-FFF2-40B4-BE49-F238E27FC236}">
                      <a16:creationId xmlns:a16="http://schemas.microsoft.com/office/drawing/2014/main" id="{2D847DA5-4339-FA18-0FD0-A2AA87217481}"/>
                    </a:ext>
                  </a:extLst>
                </p:cNvPr>
                <p:cNvPicPr/>
                <p:nvPr/>
              </p:nvPicPr>
              <p:blipFill>
                <a:blip r:embed="rId294"/>
                <a:stretch>
                  <a:fillRect/>
                </a:stretch>
              </p:blipFill>
              <p:spPr>
                <a:xfrm>
                  <a:off x="8603438" y="1982736"/>
                  <a:ext cx="47736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191" name="Ink 190">
                  <a:extLst>
                    <a:ext uri="{FF2B5EF4-FFF2-40B4-BE49-F238E27FC236}">
                      <a16:creationId xmlns:a16="http://schemas.microsoft.com/office/drawing/2014/main" id="{A0F11C7D-F26C-35FA-3C83-3AE670A8842D}"/>
                    </a:ext>
                  </a:extLst>
                </p14:cNvPr>
                <p14:cNvContentPartPr/>
                <p14:nvPr/>
              </p14:nvContentPartPr>
              <p14:xfrm>
                <a:off x="9365198" y="1497456"/>
                <a:ext cx="21600" cy="720"/>
              </p14:xfrm>
            </p:contentPart>
          </mc:Choice>
          <mc:Fallback xmlns="">
            <p:pic>
              <p:nvPicPr>
                <p:cNvPr id="191" name="Ink 190">
                  <a:extLst>
                    <a:ext uri="{FF2B5EF4-FFF2-40B4-BE49-F238E27FC236}">
                      <a16:creationId xmlns:a16="http://schemas.microsoft.com/office/drawing/2014/main" id="{A0F11C7D-F26C-35FA-3C83-3AE670A8842D}"/>
                    </a:ext>
                  </a:extLst>
                </p:cNvPr>
                <p:cNvPicPr/>
                <p:nvPr/>
              </p:nvPicPr>
              <p:blipFill>
                <a:blip r:embed="rId296"/>
                <a:stretch>
                  <a:fillRect/>
                </a:stretch>
              </p:blipFill>
              <p:spPr>
                <a:xfrm>
                  <a:off x="9359078" y="1491336"/>
                  <a:ext cx="33840" cy="1296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192" name="Ink 191">
                  <a:extLst>
                    <a:ext uri="{FF2B5EF4-FFF2-40B4-BE49-F238E27FC236}">
                      <a16:creationId xmlns:a16="http://schemas.microsoft.com/office/drawing/2014/main" id="{632808B5-55A2-2A41-92F9-A14918D67C9D}"/>
                    </a:ext>
                  </a:extLst>
                </p14:cNvPr>
                <p14:cNvContentPartPr/>
                <p14:nvPr/>
              </p14:nvContentPartPr>
              <p14:xfrm>
                <a:off x="9431438" y="1525176"/>
                <a:ext cx="176040" cy="613080"/>
              </p14:xfrm>
            </p:contentPart>
          </mc:Choice>
          <mc:Fallback xmlns="">
            <p:pic>
              <p:nvPicPr>
                <p:cNvPr id="192" name="Ink 191">
                  <a:extLst>
                    <a:ext uri="{FF2B5EF4-FFF2-40B4-BE49-F238E27FC236}">
                      <a16:creationId xmlns:a16="http://schemas.microsoft.com/office/drawing/2014/main" id="{632808B5-55A2-2A41-92F9-A14918D67C9D}"/>
                    </a:ext>
                  </a:extLst>
                </p:cNvPr>
                <p:cNvPicPr/>
                <p:nvPr/>
              </p:nvPicPr>
              <p:blipFill>
                <a:blip r:embed="rId298"/>
                <a:stretch>
                  <a:fillRect/>
                </a:stretch>
              </p:blipFill>
              <p:spPr>
                <a:xfrm>
                  <a:off x="9425318" y="1519056"/>
                  <a:ext cx="188280" cy="62532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193" name="Ink 192">
                  <a:extLst>
                    <a:ext uri="{FF2B5EF4-FFF2-40B4-BE49-F238E27FC236}">
                      <a16:creationId xmlns:a16="http://schemas.microsoft.com/office/drawing/2014/main" id="{75843BFA-2C1C-C0F8-FBA1-855905CD2295}"/>
                    </a:ext>
                  </a:extLst>
                </p14:cNvPr>
                <p14:cNvContentPartPr/>
                <p14:nvPr/>
              </p14:nvContentPartPr>
              <p14:xfrm>
                <a:off x="8680118" y="1864656"/>
                <a:ext cx="17280" cy="63360"/>
              </p14:xfrm>
            </p:contentPart>
          </mc:Choice>
          <mc:Fallback xmlns="">
            <p:pic>
              <p:nvPicPr>
                <p:cNvPr id="193" name="Ink 192">
                  <a:extLst>
                    <a:ext uri="{FF2B5EF4-FFF2-40B4-BE49-F238E27FC236}">
                      <a16:creationId xmlns:a16="http://schemas.microsoft.com/office/drawing/2014/main" id="{75843BFA-2C1C-C0F8-FBA1-855905CD2295}"/>
                    </a:ext>
                  </a:extLst>
                </p:cNvPr>
                <p:cNvPicPr/>
                <p:nvPr/>
              </p:nvPicPr>
              <p:blipFill>
                <a:blip r:embed="rId300"/>
                <a:stretch>
                  <a:fillRect/>
                </a:stretch>
              </p:blipFill>
              <p:spPr>
                <a:xfrm>
                  <a:off x="8673998" y="1858536"/>
                  <a:ext cx="29520" cy="75600"/>
                </a:xfrm>
                <a:prstGeom prst="rect">
                  <a:avLst/>
                </a:prstGeom>
              </p:spPr>
            </p:pic>
          </mc:Fallback>
        </mc:AlternateContent>
      </p:grpSp>
    </p:spTree>
    <p:extLst>
      <p:ext uri="{BB962C8B-B14F-4D97-AF65-F5344CB8AC3E}">
        <p14:creationId xmlns:p14="http://schemas.microsoft.com/office/powerpoint/2010/main" val="31634521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D1DD0-8C2D-32E7-FCF6-41D683E9A9BF}"/>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EEB861B8-77E4-EA20-A926-0D469141FF01}"/>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latin typeface="Arial" pitchFamily="34" charset="0"/>
                <a:cs typeface="Arial" pitchFamily="34" charset="0"/>
              </a:rPr>
              <a:t>Centering Scatter Plot at any (</a:t>
            </a:r>
            <a:r>
              <a:rPr lang="en-US" sz="3600" dirty="0">
                <a:solidFill>
                  <a:srgbClr val="0070C0"/>
                </a:solidFill>
                <a:latin typeface="Arial" pitchFamily="34" charset="0"/>
                <a:cs typeface="Arial" pitchFamily="34" charset="0"/>
                <a:sym typeface="Symbol" panose="05050102010706020507" pitchFamily="18" charset="2"/>
              </a:rPr>
              <a:t></a:t>
            </a:r>
            <a:r>
              <a:rPr lang="en-US" sz="3600" baseline="-25000" dirty="0">
                <a:solidFill>
                  <a:srgbClr val="0070C0"/>
                </a:solidFill>
                <a:latin typeface="Arial" pitchFamily="34" charset="0"/>
                <a:cs typeface="Arial" pitchFamily="34" charset="0"/>
                <a:sym typeface="Symbol" panose="05050102010706020507" pitchFamily="18" charset="2"/>
              </a:rPr>
              <a:t>1</a:t>
            </a:r>
            <a:r>
              <a:rPr lang="en-US" sz="3600" dirty="0">
                <a:solidFill>
                  <a:srgbClr val="0070C0"/>
                </a:solidFill>
                <a:latin typeface="Arial" pitchFamily="34" charset="0"/>
                <a:cs typeface="Arial" pitchFamily="34" charset="0"/>
                <a:sym typeface="Symbol" panose="05050102010706020507" pitchFamily="18" charset="2"/>
              </a:rPr>
              <a:t>,</a:t>
            </a:r>
            <a:r>
              <a:rPr lang="en-US" sz="3600" baseline="-25000" dirty="0">
                <a:solidFill>
                  <a:srgbClr val="0070C0"/>
                </a:solidFill>
                <a:latin typeface="Arial" pitchFamily="34" charset="0"/>
                <a:cs typeface="Arial" pitchFamily="34" charset="0"/>
                <a:sym typeface="Symbol" panose="05050102010706020507" pitchFamily="18" charset="2"/>
              </a:rPr>
              <a:t>2</a:t>
            </a:r>
            <a:r>
              <a:rPr lang="en-US" sz="3600" dirty="0">
                <a:solidFill>
                  <a:srgbClr val="0070C0"/>
                </a:solidFill>
                <a:latin typeface="Arial" pitchFamily="34" charset="0"/>
                <a:cs typeface="Arial" pitchFamily="34" charset="0"/>
                <a:sym typeface="Symbol" panose="05050102010706020507" pitchFamily="18" charset="2"/>
              </a:rPr>
              <a:t>); No Correlation</a:t>
            </a:r>
            <a:endParaRPr lang="en-IN" sz="3600" dirty="0">
              <a:solidFill>
                <a:srgbClr val="0070C0"/>
              </a:solidFill>
              <a:latin typeface="Arial" pitchFamily="34" charset="0"/>
              <a:cs typeface="Arial" pitchFamily="34" charset="0"/>
            </a:endParaRPr>
          </a:p>
        </p:txBody>
      </p:sp>
      <p:pic>
        <p:nvPicPr>
          <p:cNvPr id="2" name="Picture 1"/>
          <p:cNvPicPr>
            <a:picLocks noChangeAspect="1"/>
          </p:cNvPicPr>
          <p:nvPr/>
        </p:nvPicPr>
        <p:blipFill>
          <a:blip r:embed="rId3"/>
          <a:stretch>
            <a:fillRect/>
          </a:stretch>
        </p:blipFill>
        <p:spPr>
          <a:xfrm>
            <a:off x="2985648" y="1206500"/>
            <a:ext cx="6637356" cy="5532804"/>
          </a:xfrm>
          <a:prstGeom prst="rect">
            <a:avLst/>
          </a:prstGeom>
        </p:spPr>
      </p:pic>
      <p:grpSp>
        <p:nvGrpSpPr>
          <p:cNvPr id="20" name="Group 19">
            <a:extLst>
              <a:ext uri="{FF2B5EF4-FFF2-40B4-BE49-F238E27FC236}">
                <a16:creationId xmlns:a16="http://schemas.microsoft.com/office/drawing/2014/main" id="{5AF9DEDC-8F7C-BA13-210A-E77C8ADE7995}"/>
              </a:ext>
            </a:extLst>
          </p:cNvPr>
          <p:cNvGrpSpPr/>
          <p:nvPr/>
        </p:nvGrpSpPr>
        <p:grpSpPr>
          <a:xfrm>
            <a:off x="9575078" y="1955376"/>
            <a:ext cx="2541960" cy="952560"/>
            <a:chOff x="9575078" y="1955376"/>
            <a:chExt cx="2541960" cy="952560"/>
          </a:xfrm>
        </p:grpSpPr>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C75B5546-5832-DA40-A6DC-2C36EA1AA96B}"/>
                    </a:ext>
                  </a:extLst>
                </p14:cNvPr>
                <p14:cNvContentPartPr/>
                <p14:nvPr/>
              </p14:nvContentPartPr>
              <p14:xfrm>
                <a:off x="9924638" y="2653056"/>
                <a:ext cx="183960" cy="254880"/>
              </p14:xfrm>
            </p:contentPart>
          </mc:Choice>
          <mc:Fallback xmlns="">
            <p:pic>
              <p:nvPicPr>
                <p:cNvPr id="3" name="Ink 2">
                  <a:extLst>
                    <a:ext uri="{FF2B5EF4-FFF2-40B4-BE49-F238E27FC236}">
                      <a16:creationId xmlns:a16="http://schemas.microsoft.com/office/drawing/2014/main" id="{C75B5546-5832-DA40-A6DC-2C36EA1AA96B}"/>
                    </a:ext>
                  </a:extLst>
                </p:cNvPr>
                <p:cNvPicPr/>
                <p:nvPr/>
              </p:nvPicPr>
              <p:blipFill>
                <a:blip r:embed="rId5"/>
                <a:stretch>
                  <a:fillRect/>
                </a:stretch>
              </p:blipFill>
              <p:spPr>
                <a:xfrm>
                  <a:off x="9918518" y="2646936"/>
                  <a:ext cx="19620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69068BE8-E7F5-EFD0-261C-5C9A422DA6B0}"/>
                    </a:ext>
                  </a:extLst>
                </p14:cNvPr>
                <p14:cNvContentPartPr/>
                <p14:nvPr/>
              </p14:nvContentPartPr>
              <p14:xfrm>
                <a:off x="10170878" y="2512296"/>
                <a:ext cx="60840" cy="297360"/>
              </p14:xfrm>
            </p:contentPart>
          </mc:Choice>
          <mc:Fallback xmlns="">
            <p:pic>
              <p:nvPicPr>
                <p:cNvPr id="4" name="Ink 3">
                  <a:extLst>
                    <a:ext uri="{FF2B5EF4-FFF2-40B4-BE49-F238E27FC236}">
                      <a16:creationId xmlns:a16="http://schemas.microsoft.com/office/drawing/2014/main" id="{69068BE8-E7F5-EFD0-261C-5C9A422DA6B0}"/>
                    </a:ext>
                  </a:extLst>
                </p:cNvPr>
                <p:cNvPicPr/>
                <p:nvPr/>
              </p:nvPicPr>
              <p:blipFill>
                <a:blip r:embed="rId7"/>
                <a:stretch>
                  <a:fillRect/>
                </a:stretch>
              </p:blipFill>
              <p:spPr>
                <a:xfrm>
                  <a:off x="10164758" y="2506176"/>
                  <a:ext cx="73080" cy="309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F3BC3D17-23EE-98F2-E73C-F0DE33D1E5F4}"/>
                    </a:ext>
                  </a:extLst>
                </p14:cNvPr>
                <p14:cNvContentPartPr/>
                <p14:nvPr/>
              </p14:nvContentPartPr>
              <p14:xfrm>
                <a:off x="10160078" y="2500056"/>
                <a:ext cx="551880" cy="245160"/>
              </p14:xfrm>
            </p:contentPart>
          </mc:Choice>
          <mc:Fallback xmlns="">
            <p:pic>
              <p:nvPicPr>
                <p:cNvPr id="5" name="Ink 4">
                  <a:extLst>
                    <a:ext uri="{FF2B5EF4-FFF2-40B4-BE49-F238E27FC236}">
                      <a16:creationId xmlns:a16="http://schemas.microsoft.com/office/drawing/2014/main" id="{F3BC3D17-23EE-98F2-E73C-F0DE33D1E5F4}"/>
                    </a:ext>
                  </a:extLst>
                </p:cNvPr>
                <p:cNvPicPr/>
                <p:nvPr/>
              </p:nvPicPr>
              <p:blipFill>
                <a:blip r:embed="rId9"/>
                <a:stretch>
                  <a:fillRect/>
                </a:stretch>
              </p:blipFill>
              <p:spPr>
                <a:xfrm>
                  <a:off x="10153958" y="2493936"/>
                  <a:ext cx="56412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2FA6B4D4-7FB5-3B20-9FF2-AEB5ACDB4E52}"/>
                    </a:ext>
                  </a:extLst>
                </p14:cNvPr>
                <p14:cNvContentPartPr/>
                <p14:nvPr/>
              </p14:nvContentPartPr>
              <p14:xfrm>
                <a:off x="10864958" y="2411496"/>
                <a:ext cx="204840" cy="131400"/>
              </p14:xfrm>
            </p:contentPart>
          </mc:Choice>
          <mc:Fallback xmlns="">
            <p:pic>
              <p:nvPicPr>
                <p:cNvPr id="6" name="Ink 5">
                  <a:extLst>
                    <a:ext uri="{FF2B5EF4-FFF2-40B4-BE49-F238E27FC236}">
                      <a16:creationId xmlns:a16="http://schemas.microsoft.com/office/drawing/2014/main" id="{2FA6B4D4-7FB5-3B20-9FF2-AEB5ACDB4E52}"/>
                    </a:ext>
                  </a:extLst>
                </p:cNvPr>
                <p:cNvPicPr/>
                <p:nvPr/>
              </p:nvPicPr>
              <p:blipFill>
                <a:blip r:embed="rId11"/>
                <a:stretch>
                  <a:fillRect/>
                </a:stretch>
              </p:blipFill>
              <p:spPr>
                <a:xfrm>
                  <a:off x="10858838" y="2405376"/>
                  <a:ext cx="21708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59A2910A-0D2A-4171-598B-A0F371A6F7A2}"/>
                    </a:ext>
                  </a:extLst>
                </p14:cNvPr>
                <p14:cNvContentPartPr/>
                <p14:nvPr/>
              </p14:nvContentPartPr>
              <p14:xfrm>
                <a:off x="11165918" y="2347776"/>
                <a:ext cx="95040" cy="94680"/>
              </p14:xfrm>
            </p:contentPart>
          </mc:Choice>
          <mc:Fallback xmlns="">
            <p:pic>
              <p:nvPicPr>
                <p:cNvPr id="7" name="Ink 6">
                  <a:extLst>
                    <a:ext uri="{FF2B5EF4-FFF2-40B4-BE49-F238E27FC236}">
                      <a16:creationId xmlns:a16="http://schemas.microsoft.com/office/drawing/2014/main" id="{59A2910A-0D2A-4171-598B-A0F371A6F7A2}"/>
                    </a:ext>
                  </a:extLst>
                </p:cNvPr>
                <p:cNvPicPr/>
                <p:nvPr/>
              </p:nvPicPr>
              <p:blipFill>
                <a:blip r:embed="rId13"/>
                <a:stretch>
                  <a:fillRect/>
                </a:stretch>
              </p:blipFill>
              <p:spPr>
                <a:xfrm>
                  <a:off x="11159798" y="2341656"/>
                  <a:ext cx="10728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22606141-B339-313C-7ED4-E3082AFD4D6D}"/>
                    </a:ext>
                  </a:extLst>
                </p14:cNvPr>
                <p14:cNvContentPartPr/>
                <p14:nvPr/>
              </p14:nvContentPartPr>
              <p14:xfrm>
                <a:off x="11298758" y="2306736"/>
                <a:ext cx="151560" cy="88560"/>
              </p14:xfrm>
            </p:contentPart>
          </mc:Choice>
          <mc:Fallback xmlns="">
            <p:pic>
              <p:nvPicPr>
                <p:cNvPr id="8" name="Ink 7">
                  <a:extLst>
                    <a:ext uri="{FF2B5EF4-FFF2-40B4-BE49-F238E27FC236}">
                      <a16:creationId xmlns:a16="http://schemas.microsoft.com/office/drawing/2014/main" id="{22606141-B339-313C-7ED4-E3082AFD4D6D}"/>
                    </a:ext>
                  </a:extLst>
                </p:cNvPr>
                <p:cNvPicPr/>
                <p:nvPr/>
              </p:nvPicPr>
              <p:blipFill>
                <a:blip r:embed="rId15"/>
                <a:stretch>
                  <a:fillRect/>
                </a:stretch>
              </p:blipFill>
              <p:spPr>
                <a:xfrm>
                  <a:off x="11292638" y="2300616"/>
                  <a:ext cx="16380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AA6C612A-5BCC-9AB0-9280-234E9FC02FC1}"/>
                    </a:ext>
                  </a:extLst>
                </p14:cNvPr>
                <p14:cNvContentPartPr/>
                <p14:nvPr/>
              </p14:nvContentPartPr>
              <p14:xfrm>
                <a:off x="11499998" y="2234376"/>
                <a:ext cx="210960" cy="102240"/>
              </p14:xfrm>
            </p:contentPart>
          </mc:Choice>
          <mc:Fallback xmlns="">
            <p:pic>
              <p:nvPicPr>
                <p:cNvPr id="11" name="Ink 10">
                  <a:extLst>
                    <a:ext uri="{FF2B5EF4-FFF2-40B4-BE49-F238E27FC236}">
                      <a16:creationId xmlns:a16="http://schemas.microsoft.com/office/drawing/2014/main" id="{AA6C612A-5BCC-9AB0-9280-234E9FC02FC1}"/>
                    </a:ext>
                  </a:extLst>
                </p:cNvPr>
                <p:cNvPicPr/>
                <p:nvPr/>
              </p:nvPicPr>
              <p:blipFill>
                <a:blip r:embed="rId17"/>
                <a:stretch>
                  <a:fillRect/>
                </a:stretch>
              </p:blipFill>
              <p:spPr>
                <a:xfrm>
                  <a:off x="11493878" y="2228256"/>
                  <a:ext cx="22320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534DCB5D-1C76-805F-3D3E-B8082C0FD496}"/>
                    </a:ext>
                  </a:extLst>
                </p14:cNvPr>
                <p14:cNvContentPartPr/>
                <p14:nvPr/>
              </p14:nvContentPartPr>
              <p14:xfrm>
                <a:off x="11814278" y="1955376"/>
                <a:ext cx="11160" cy="83520"/>
              </p14:xfrm>
            </p:contentPart>
          </mc:Choice>
          <mc:Fallback xmlns="">
            <p:pic>
              <p:nvPicPr>
                <p:cNvPr id="12" name="Ink 11">
                  <a:extLst>
                    <a:ext uri="{FF2B5EF4-FFF2-40B4-BE49-F238E27FC236}">
                      <a16:creationId xmlns:a16="http://schemas.microsoft.com/office/drawing/2014/main" id="{534DCB5D-1C76-805F-3D3E-B8082C0FD496}"/>
                    </a:ext>
                  </a:extLst>
                </p:cNvPr>
                <p:cNvPicPr/>
                <p:nvPr/>
              </p:nvPicPr>
              <p:blipFill>
                <a:blip r:embed="rId19"/>
                <a:stretch>
                  <a:fillRect/>
                </a:stretch>
              </p:blipFill>
              <p:spPr>
                <a:xfrm>
                  <a:off x="11808158" y="1949256"/>
                  <a:ext cx="2340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DF6B6EA0-9091-D36B-A09D-8F08427A9D93}"/>
                    </a:ext>
                  </a:extLst>
                </p14:cNvPr>
                <p14:cNvContentPartPr/>
                <p14:nvPr/>
              </p14:nvContentPartPr>
              <p14:xfrm>
                <a:off x="11877998" y="1983816"/>
                <a:ext cx="28800" cy="86040"/>
              </p14:xfrm>
            </p:contentPart>
          </mc:Choice>
          <mc:Fallback xmlns="">
            <p:pic>
              <p:nvPicPr>
                <p:cNvPr id="13" name="Ink 12">
                  <a:extLst>
                    <a:ext uri="{FF2B5EF4-FFF2-40B4-BE49-F238E27FC236}">
                      <a16:creationId xmlns:a16="http://schemas.microsoft.com/office/drawing/2014/main" id="{DF6B6EA0-9091-D36B-A09D-8F08427A9D93}"/>
                    </a:ext>
                  </a:extLst>
                </p:cNvPr>
                <p:cNvPicPr/>
                <p:nvPr/>
              </p:nvPicPr>
              <p:blipFill>
                <a:blip r:embed="rId21"/>
                <a:stretch>
                  <a:fillRect/>
                </a:stretch>
              </p:blipFill>
              <p:spPr>
                <a:xfrm>
                  <a:off x="11871878" y="1977696"/>
                  <a:ext cx="4104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Ink 13">
                  <a:extLst>
                    <a:ext uri="{FF2B5EF4-FFF2-40B4-BE49-F238E27FC236}">
                      <a16:creationId xmlns:a16="http://schemas.microsoft.com/office/drawing/2014/main" id="{B2FFA1A7-97EE-8507-D426-B971F3D8B983}"/>
                    </a:ext>
                  </a:extLst>
                </p14:cNvPr>
                <p14:cNvContentPartPr/>
                <p14:nvPr/>
              </p14:nvContentPartPr>
              <p14:xfrm>
                <a:off x="9575078" y="2589336"/>
                <a:ext cx="114840" cy="34200"/>
              </p14:xfrm>
            </p:contentPart>
          </mc:Choice>
          <mc:Fallback xmlns="">
            <p:pic>
              <p:nvPicPr>
                <p:cNvPr id="14" name="Ink 13">
                  <a:extLst>
                    <a:ext uri="{FF2B5EF4-FFF2-40B4-BE49-F238E27FC236}">
                      <a16:creationId xmlns:a16="http://schemas.microsoft.com/office/drawing/2014/main" id="{B2FFA1A7-97EE-8507-D426-B971F3D8B983}"/>
                    </a:ext>
                  </a:extLst>
                </p:cNvPr>
                <p:cNvPicPr/>
                <p:nvPr/>
              </p:nvPicPr>
              <p:blipFill>
                <a:blip r:embed="rId23"/>
                <a:stretch>
                  <a:fillRect/>
                </a:stretch>
              </p:blipFill>
              <p:spPr>
                <a:xfrm>
                  <a:off x="9568958" y="2583216"/>
                  <a:ext cx="12708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Ink 14">
                  <a:extLst>
                    <a:ext uri="{FF2B5EF4-FFF2-40B4-BE49-F238E27FC236}">
                      <a16:creationId xmlns:a16="http://schemas.microsoft.com/office/drawing/2014/main" id="{A18A888F-186E-9704-D6CF-A974D32771A6}"/>
                    </a:ext>
                  </a:extLst>
                </p14:cNvPr>
                <p14:cNvContentPartPr/>
                <p14:nvPr/>
              </p14:nvContentPartPr>
              <p14:xfrm>
                <a:off x="9666518" y="2540016"/>
                <a:ext cx="118440" cy="46440"/>
              </p14:xfrm>
            </p:contentPart>
          </mc:Choice>
          <mc:Fallback xmlns="">
            <p:pic>
              <p:nvPicPr>
                <p:cNvPr id="15" name="Ink 14">
                  <a:extLst>
                    <a:ext uri="{FF2B5EF4-FFF2-40B4-BE49-F238E27FC236}">
                      <a16:creationId xmlns:a16="http://schemas.microsoft.com/office/drawing/2014/main" id="{A18A888F-186E-9704-D6CF-A974D32771A6}"/>
                    </a:ext>
                  </a:extLst>
                </p:cNvPr>
                <p:cNvPicPr/>
                <p:nvPr/>
              </p:nvPicPr>
              <p:blipFill>
                <a:blip r:embed="rId25"/>
                <a:stretch>
                  <a:fillRect/>
                </a:stretch>
              </p:blipFill>
              <p:spPr>
                <a:xfrm>
                  <a:off x="9660398" y="2533896"/>
                  <a:ext cx="13068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Ink 15">
                  <a:extLst>
                    <a:ext uri="{FF2B5EF4-FFF2-40B4-BE49-F238E27FC236}">
                      <a16:creationId xmlns:a16="http://schemas.microsoft.com/office/drawing/2014/main" id="{1A48A99B-6886-B70B-BB26-69B736CF541B}"/>
                    </a:ext>
                  </a:extLst>
                </p14:cNvPr>
                <p14:cNvContentPartPr/>
                <p14:nvPr/>
              </p14:nvContentPartPr>
              <p14:xfrm>
                <a:off x="12019478" y="2014776"/>
                <a:ext cx="97560" cy="293040"/>
              </p14:xfrm>
            </p:contentPart>
          </mc:Choice>
          <mc:Fallback xmlns="">
            <p:pic>
              <p:nvPicPr>
                <p:cNvPr id="16" name="Ink 15">
                  <a:extLst>
                    <a:ext uri="{FF2B5EF4-FFF2-40B4-BE49-F238E27FC236}">
                      <a16:creationId xmlns:a16="http://schemas.microsoft.com/office/drawing/2014/main" id="{1A48A99B-6886-B70B-BB26-69B736CF541B}"/>
                    </a:ext>
                  </a:extLst>
                </p:cNvPr>
                <p:cNvPicPr/>
                <p:nvPr/>
              </p:nvPicPr>
              <p:blipFill>
                <a:blip r:embed="rId27"/>
                <a:stretch>
                  <a:fillRect/>
                </a:stretch>
              </p:blipFill>
              <p:spPr>
                <a:xfrm>
                  <a:off x="12013358" y="2008656"/>
                  <a:ext cx="10980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Ink 16">
                  <a:extLst>
                    <a:ext uri="{FF2B5EF4-FFF2-40B4-BE49-F238E27FC236}">
                      <a16:creationId xmlns:a16="http://schemas.microsoft.com/office/drawing/2014/main" id="{56DC82BA-E4F8-7FD4-8C46-F4606F490CDE}"/>
                    </a:ext>
                  </a:extLst>
                </p14:cNvPr>
                <p14:cNvContentPartPr/>
                <p14:nvPr/>
              </p14:nvContentPartPr>
              <p14:xfrm>
                <a:off x="12046478" y="2446416"/>
                <a:ext cx="35280" cy="43200"/>
              </p14:xfrm>
            </p:contentPart>
          </mc:Choice>
          <mc:Fallback xmlns="">
            <p:pic>
              <p:nvPicPr>
                <p:cNvPr id="17" name="Ink 16">
                  <a:extLst>
                    <a:ext uri="{FF2B5EF4-FFF2-40B4-BE49-F238E27FC236}">
                      <a16:creationId xmlns:a16="http://schemas.microsoft.com/office/drawing/2014/main" id="{56DC82BA-E4F8-7FD4-8C46-F4606F490CDE}"/>
                    </a:ext>
                  </a:extLst>
                </p:cNvPr>
                <p:cNvPicPr/>
                <p:nvPr/>
              </p:nvPicPr>
              <p:blipFill>
                <a:blip r:embed="rId29"/>
                <a:stretch>
                  <a:fillRect/>
                </a:stretch>
              </p:blipFill>
              <p:spPr>
                <a:xfrm>
                  <a:off x="12040358" y="2440296"/>
                  <a:ext cx="4752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Ink 17">
                  <a:extLst>
                    <a:ext uri="{FF2B5EF4-FFF2-40B4-BE49-F238E27FC236}">
                      <a16:creationId xmlns:a16="http://schemas.microsoft.com/office/drawing/2014/main" id="{9D4E6659-7BA9-475F-4CB8-C1DD701EE2A7}"/>
                    </a:ext>
                  </a:extLst>
                </p14:cNvPr>
                <p14:cNvContentPartPr/>
                <p14:nvPr/>
              </p14:nvContentPartPr>
              <p14:xfrm>
                <a:off x="11809958" y="2190816"/>
                <a:ext cx="101520" cy="261360"/>
              </p14:xfrm>
            </p:contentPart>
          </mc:Choice>
          <mc:Fallback xmlns="">
            <p:pic>
              <p:nvPicPr>
                <p:cNvPr id="18" name="Ink 17">
                  <a:extLst>
                    <a:ext uri="{FF2B5EF4-FFF2-40B4-BE49-F238E27FC236}">
                      <a16:creationId xmlns:a16="http://schemas.microsoft.com/office/drawing/2014/main" id="{9D4E6659-7BA9-475F-4CB8-C1DD701EE2A7}"/>
                    </a:ext>
                  </a:extLst>
                </p:cNvPr>
                <p:cNvPicPr/>
                <p:nvPr/>
              </p:nvPicPr>
              <p:blipFill>
                <a:blip r:embed="rId31"/>
                <a:stretch>
                  <a:fillRect/>
                </a:stretch>
              </p:blipFill>
              <p:spPr>
                <a:xfrm>
                  <a:off x="11803838" y="2184696"/>
                  <a:ext cx="113760" cy="273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174126FB-6305-4BD1-BEF6-E1B9357ED2FB}"/>
                    </a:ext>
                  </a:extLst>
                </p14:cNvPr>
                <p14:cNvContentPartPr/>
                <p14:nvPr/>
              </p14:nvContentPartPr>
              <p14:xfrm>
                <a:off x="11864318" y="2550456"/>
                <a:ext cx="16920" cy="18000"/>
              </p14:xfrm>
            </p:contentPart>
          </mc:Choice>
          <mc:Fallback xmlns="">
            <p:pic>
              <p:nvPicPr>
                <p:cNvPr id="19" name="Ink 18">
                  <a:extLst>
                    <a:ext uri="{FF2B5EF4-FFF2-40B4-BE49-F238E27FC236}">
                      <a16:creationId xmlns:a16="http://schemas.microsoft.com/office/drawing/2014/main" id="{174126FB-6305-4BD1-BEF6-E1B9357ED2FB}"/>
                    </a:ext>
                  </a:extLst>
                </p:cNvPr>
                <p:cNvPicPr/>
                <p:nvPr/>
              </p:nvPicPr>
              <p:blipFill>
                <a:blip r:embed="rId33"/>
                <a:stretch>
                  <a:fillRect/>
                </a:stretch>
              </p:blipFill>
              <p:spPr>
                <a:xfrm>
                  <a:off x="11858198" y="2544336"/>
                  <a:ext cx="29160" cy="30240"/>
                </a:xfrm>
                <a:prstGeom prst="rect">
                  <a:avLst/>
                </a:prstGeom>
              </p:spPr>
            </p:pic>
          </mc:Fallback>
        </mc:AlternateContent>
      </p:grpSp>
      <p:grpSp>
        <p:nvGrpSpPr>
          <p:cNvPr id="30" name="Group 29">
            <a:extLst>
              <a:ext uri="{FF2B5EF4-FFF2-40B4-BE49-F238E27FC236}">
                <a16:creationId xmlns:a16="http://schemas.microsoft.com/office/drawing/2014/main" id="{94946D29-87F5-5924-A671-1480FB143C67}"/>
              </a:ext>
            </a:extLst>
          </p:cNvPr>
          <p:cNvGrpSpPr/>
          <p:nvPr/>
        </p:nvGrpSpPr>
        <p:grpSpPr>
          <a:xfrm>
            <a:off x="10108238" y="3275856"/>
            <a:ext cx="1262160" cy="717120"/>
            <a:chOff x="10108238" y="3275856"/>
            <a:chExt cx="1262160" cy="717120"/>
          </a:xfrm>
        </p:grpSpPr>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84207CA3-0F41-900C-ECD5-CF91634516C9}"/>
                    </a:ext>
                  </a:extLst>
                </p14:cNvPr>
                <p14:cNvContentPartPr/>
                <p14:nvPr/>
              </p14:nvContentPartPr>
              <p14:xfrm>
                <a:off x="10108238" y="3591216"/>
                <a:ext cx="533880" cy="401760"/>
              </p14:xfrm>
            </p:contentPart>
          </mc:Choice>
          <mc:Fallback xmlns="">
            <p:pic>
              <p:nvPicPr>
                <p:cNvPr id="21" name="Ink 20">
                  <a:extLst>
                    <a:ext uri="{FF2B5EF4-FFF2-40B4-BE49-F238E27FC236}">
                      <a16:creationId xmlns:a16="http://schemas.microsoft.com/office/drawing/2014/main" id="{84207CA3-0F41-900C-ECD5-CF91634516C9}"/>
                    </a:ext>
                  </a:extLst>
                </p:cNvPr>
                <p:cNvPicPr/>
                <p:nvPr/>
              </p:nvPicPr>
              <p:blipFill>
                <a:blip r:embed="rId35"/>
                <a:stretch>
                  <a:fillRect/>
                </a:stretch>
              </p:blipFill>
              <p:spPr>
                <a:xfrm>
                  <a:off x="10102118" y="3585096"/>
                  <a:ext cx="546120" cy="414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Ink 21">
                  <a:extLst>
                    <a:ext uri="{FF2B5EF4-FFF2-40B4-BE49-F238E27FC236}">
                      <a16:creationId xmlns:a16="http://schemas.microsoft.com/office/drawing/2014/main" id="{E24AC8D1-4E81-D88B-5659-900A647B7FA0}"/>
                    </a:ext>
                  </a:extLst>
                </p14:cNvPr>
                <p14:cNvContentPartPr/>
                <p14:nvPr/>
              </p14:nvContentPartPr>
              <p14:xfrm>
                <a:off x="10634918" y="3630456"/>
                <a:ext cx="121680" cy="81000"/>
              </p14:xfrm>
            </p:contentPart>
          </mc:Choice>
          <mc:Fallback xmlns="">
            <p:pic>
              <p:nvPicPr>
                <p:cNvPr id="22" name="Ink 21">
                  <a:extLst>
                    <a:ext uri="{FF2B5EF4-FFF2-40B4-BE49-F238E27FC236}">
                      <a16:creationId xmlns:a16="http://schemas.microsoft.com/office/drawing/2014/main" id="{E24AC8D1-4E81-D88B-5659-900A647B7FA0}"/>
                    </a:ext>
                  </a:extLst>
                </p:cNvPr>
                <p:cNvPicPr/>
                <p:nvPr/>
              </p:nvPicPr>
              <p:blipFill>
                <a:blip r:embed="rId37"/>
                <a:stretch>
                  <a:fillRect/>
                </a:stretch>
              </p:blipFill>
              <p:spPr>
                <a:xfrm>
                  <a:off x="10628798" y="3624336"/>
                  <a:ext cx="13392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Ink 22">
                  <a:extLst>
                    <a:ext uri="{FF2B5EF4-FFF2-40B4-BE49-F238E27FC236}">
                      <a16:creationId xmlns:a16="http://schemas.microsoft.com/office/drawing/2014/main" id="{F3CDA8D3-5694-B9D5-4A69-3D6AA261B590}"/>
                    </a:ext>
                  </a:extLst>
                </p14:cNvPr>
                <p14:cNvContentPartPr/>
                <p14:nvPr/>
              </p14:nvContentPartPr>
              <p14:xfrm>
                <a:off x="10854518" y="3449736"/>
                <a:ext cx="21960" cy="197640"/>
              </p14:xfrm>
            </p:contentPart>
          </mc:Choice>
          <mc:Fallback xmlns="">
            <p:pic>
              <p:nvPicPr>
                <p:cNvPr id="23" name="Ink 22">
                  <a:extLst>
                    <a:ext uri="{FF2B5EF4-FFF2-40B4-BE49-F238E27FC236}">
                      <a16:creationId xmlns:a16="http://schemas.microsoft.com/office/drawing/2014/main" id="{F3CDA8D3-5694-B9D5-4A69-3D6AA261B590}"/>
                    </a:ext>
                  </a:extLst>
                </p:cNvPr>
                <p:cNvPicPr/>
                <p:nvPr/>
              </p:nvPicPr>
              <p:blipFill>
                <a:blip r:embed="rId39"/>
                <a:stretch>
                  <a:fillRect/>
                </a:stretch>
              </p:blipFill>
              <p:spPr>
                <a:xfrm>
                  <a:off x="10848398" y="3443616"/>
                  <a:ext cx="3420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Ink 23">
                  <a:extLst>
                    <a:ext uri="{FF2B5EF4-FFF2-40B4-BE49-F238E27FC236}">
                      <a16:creationId xmlns:a16="http://schemas.microsoft.com/office/drawing/2014/main" id="{0C3CBCB6-D2B8-2030-285E-DEA714618B5A}"/>
                    </a:ext>
                  </a:extLst>
                </p14:cNvPr>
                <p14:cNvContentPartPr/>
                <p14:nvPr/>
              </p14:nvContentPartPr>
              <p14:xfrm>
                <a:off x="10839038" y="3528936"/>
                <a:ext cx="106920" cy="71280"/>
              </p14:xfrm>
            </p:contentPart>
          </mc:Choice>
          <mc:Fallback xmlns="">
            <p:pic>
              <p:nvPicPr>
                <p:cNvPr id="24" name="Ink 23">
                  <a:extLst>
                    <a:ext uri="{FF2B5EF4-FFF2-40B4-BE49-F238E27FC236}">
                      <a16:creationId xmlns:a16="http://schemas.microsoft.com/office/drawing/2014/main" id="{0C3CBCB6-D2B8-2030-285E-DEA714618B5A}"/>
                    </a:ext>
                  </a:extLst>
                </p:cNvPr>
                <p:cNvPicPr/>
                <p:nvPr/>
              </p:nvPicPr>
              <p:blipFill>
                <a:blip r:embed="rId41"/>
                <a:stretch>
                  <a:fillRect/>
                </a:stretch>
              </p:blipFill>
              <p:spPr>
                <a:xfrm>
                  <a:off x="10832918" y="3522816"/>
                  <a:ext cx="11916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Ink 24">
                  <a:extLst>
                    <a:ext uri="{FF2B5EF4-FFF2-40B4-BE49-F238E27FC236}">
                      <a16:creationId xmlns:a16="http://schemas.microsoft.com/office/drawing/2014/main" id="{F63A33DA-269A-6A4A-D2B5-FF651E88DAD9}"/>
                    </a:ext>
                  </a:extLst>
                </p14:cNvPr>
                <p14:cNvContentPartPr/>
                <p14:nvPr/>
              </p14:nvContentPartPr>
              <p14:xfrm>
                <a:off x="10956038" y="3478536"/>
                <a:ext cx="137880" cy="184320"/>
              </p14:xfrm>
            </p:contentPart>
          </mc:Choice>
          <mc:Fallback xmlns="">
            <p:pic>
              <p:nvPicPr>
                <p:cNvPr id="25" name="Ink 24">
                  <a:extLst>
                    <a:ext uri="{FF2B5EF4-FFF2-40B4-BE49-F238E27FC236}">
                      <a16:creationId xmlns:a16="http://schemas.microsoft.com/office/drawing/2014/main" id="{F63A33DA-269A-6A4A-D2B5-FF651E88DAD9}"/>
                    </a:ext>
                  </a:extLst>
                </p:cNvPr>
                <p:cNvPicPr/>
                <p:nvPr/>
              </p:nvPicPr>
              <p:blipFill>
                <a:blip r:embed="rId43"/>
                <a:stretch>
                  <a:fillRect/>
                </a:stretch>
              </p:blipFill>
              <p:spPr>
                <a:xfrm>
                  <a:off x="10949918" y="3472416"/>
                  <a:ext cx="15012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6" name="Ink 25">
                  <a:extLst>
                    <a:ext uri="{FF2B5EF4-FFF2-40B4-BE49-F238E27FC236}">
                      <a16:creationId xmlns:a16="http://schemas.microsoft.com/office/drawing/2014/main" id="{8807E4A6-C029-A56D-9770-2DF91F15163B}"/>
                    </a:ext>
                  </a:extLst>
                </p14:cNvPr>
                <p14:cNvContentPartPr/>
                <p14:nvPr/>
              </p14:nvContentPartPr>
              <p14:xfrm>
                <a:off x="10946678" y="3486096"/>
                <a:ext cx="119880" cy="198360"/>
              </p14:xfrm>
            </p:contentPart>
          </mc:Choice>
          <mc:Fallback xmlns="">
            <p:pic>
              <p:nvPicPr>
                <p:cNvPr id="26" name="Ink 25">
                  <a:extLst>
                    <a:ext uri="{FF2B5EF4-FFF2-40B4-BE49-F238E27FC236}">
                      <a16:creationId xmlns:a16="http://schemas.microsoft.com/office/drawing/2014/main" id="{8807E4A6-C029-A56D-9770-2DF91F15163B}"/>
                    </a:ext>
                  </a:extLst>
                </p:cNvPr>
                <p:cNvPicPr/>
                <p:nvPr/>
              </p:nvPicPr>
              <p:blipFill>
                <a:blip r:embed="rId45"/>
                <a:stretch>
                  <a:fillRect/>
                </a:stretch>
              </p:blipFill>
              <p:spPr>
                <a:xfrm>
                  <a:off x="10940558" y="3479976"/>
                  <a:ext cx="13212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50256A20-3EFD-0FE1-7F90-0B84C79B841B}"/>
                    </a:ext>
                  </a:extLst>
                </p14:cNvPr>
                <p14:cNvContentPartPr/>
                <p14:nvPr/>
              </p14:nvContentPartPr>
              <p14:xfrm>
                <a:off x="11238278" y="3275856"/>
                <a:ext cx="99360" cy="275400"/>
              </p14:xfrm>
            </p:contentPart>
          </mc:Choice>
          <mc:Fallback xmlns="">
            <p:pic>
              <p:nvPicPr>
                <p:cNvPr id="28" name="Ink 27">
                  <a:extLst>
                    <a:ext uri="{FF2B5EF4-FFF2-40B4-BE49-F238E27FC236}">
                      <a16:creationId xmlns:a16="http://schemas.microsoft.com/office/drawing/2014/main" id="{50256A20-3EFD-0FE1-7F90-0B84C79B841B}"/>
                    </a:ext>
                  </a:extLst>
                </p:cNvPr>
                <p:cNvPicPr/>
                <p:nvPr/>
              </p:nvPicPr>
              <p:blipFill>
                <a:blip r:embed="rId47"/>
                <a:stretch>
                  <a:fillRect/>
                </a:stretch>
              </p:blipFill>
              <p:spPr>
                <a:xfrm>
                  <a:off x="11232158" y="3269736"/>
                  <a:ext cx="11160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Ink 28">
                  <a:extLst>
                    <a:ext uri="{FF2B5EF4-FFF2-40B4-BE49-F238E27FC236}">
                      <a16:creationId xmlns:a16="http://schemas.microsoft.com/office/drawing/2014/main" id="{419CA3F7-C5E2-9ED6-9B46-53E780EDAFDC}"/>
                    </a:ext>
                  </a:extLst>
                </p14:cNvPr>
                <p14:cNvContentPartPr/>
                <p14:nvPr/>
              </p14:nvContentPartPr>
              <p14:xfrm>
                <a:off x="11342678" y="3632616"/>
                <a:ext cx="27720" cy="25560"/>
              </p14:xfrm>
            </p:contentPart>
          </mc:Choice>
          <mc:Fallback xmlns="">
            <p:pic>
              <p:nvPicPr>
                <p:cNvPr id="29" name="Ink 28">
                  <a:extLst>
                    <a:ext uri="{FF2B5EF4-FFF2-40B4-BE49-F238E27FC236}">
                      <a16:creationId xmlns:a16="http://schemas.microsoft.com/office/drawing/2014/main" id="{419CA3F7-C5E2-9ED6-9B46-53E780EDAFDC}"/>
                    </a:ext>
                  </a:extLst>
                </p:cNvPr>
                <p:cNvPicPr/>
                <p:nvPr/>
              </p:nvPicPr>
              <p:blipFill>
                <a:blip r:embed="rId49"/>
                <a:stretch>
                  <a:fillRect/>
                </a:stretch>
              </p:blipFill>
              <p:spPr>
                <a:xfrm>
                  <a:off x="11336558" y="3626496"/>
                  <a:ext cx="39960" cy="37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0">
            <p14:nvContentPartPr>
              <p14:cNvPr id="31" name="Ink 30">
                <a:extLst>
                  <a:ext uri="{FF2B5EF4-FFF2-40B4-BE49-F238E27FC236}">
                    <a16:creationId xmlns:a16="http://schemas.microsoft.com/office/drawing/2014/main" id="{6B49D435-CEDF-E99A-B3C4-7DED85F05A45}"/>
                  </a:ext>
                </a:extLst>
              </p14:cNvPr>
              <p14:cNvContentPartPr/>
              <p14:nvPr/>
            </p14:nvContentPartPr>
            <p14:xfrm>
              <a:off x="6065078" y="3316176"/>
              <a:ext cx="113040" cy="32760"/>
            </p14:xfrm>
          </p:contentPart>
        </mc:Choice>
        <mc:Fallback xmlns="">
          <p:pic>
            <p:nvPicPr>
              <p:cNvPr id="31" name="Ink 30">
                <a:extLst>
                  <a:ext uri="{FF2B5EF4-FFF2-40B4-BE49-F238E27FC236}">
                    <a16:creationId xmlns:a16="http://schemas.microsoft.com/office/drawing/2014/main" id="{6B49D435-CEDF-E99A-B3C4-7DED85F05A45}"/>
                  </a:ext>
                </a:extLst>
              </p:cNvPr>
              <p:cNvPicPr/>
              <p:nvPr/>
            </p:nvPicPr>
            <p:blipFill>
              <a:blip r:embed="rId51"/>
              <a:stretch>
                <a:fillRect/>
              </a:stretch>
            </p:blipFill>
            <p:spPr>
              <a:xfrm>
                <a:off x="6058958" y="3310056"/>
                <a:ext cx="1252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8845A358-B406-E1D9-53A2-9950616AB286}"/>
                  </a:ext>
                </a:extLst>
              </p14:cNvPr>
              <p14:cNvContentPartPr/>
              <p14:nvPr/>
            </p14:nvContentPartPr>
            <p14:xfrm>
              <a:off x="7088918" y="3953016"/>
              <a:ext cx="10080" cy="3960"/>
            </p14:xfrm>
          </p:contentPart>
        </mc:Choice>
        <mc:Fallback xmlns="">
          <p:pic>
            <p:nvPicPr>
              <p:cNvPr id="32" name="Ink 31">
                <a:extLst>
                  <a:ext uri="{FF2B5EF4-FFF2-40B4-BE49-F238E27FC236}">
                    <a16:creationId xmlns:a16="http://schemas.microsoft.com/office/drawing/2014/main" id="{8845A358-B406-E1D9-53A2-9950616AB286}"/>
                  </a:ext>
                </a:extLst>
              </p:cNvPr>
              <p:cNvPicPr/>
              <p:nvPr/>
            </p:nvPicPr>
            <p:blipFill>
              <a:blip r:embed="rId53"/>
              <a:stretch>
                <a:fillRect/>
              </a:stretch>
            </p:blipFill>
            <p:spPr>
              <a:xfrm>
                <a:off x="7082798" y="3946896"/>
                <a:ext cx="22320" cy="162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Ink 32">
                <a:extLst>
                  <a:ext uri="{FF2B5EF4-FFF2-40B4-BE49-F238E27FC236}">
                    <a16:creationId xmlns:a16="http://schemas.microsoft.com/office/drawing/2014/main" id="{A54FC0A0-62A0-83D6-8D9B-EC6BE9DA7D8D}"/>
                  </a:ext>
                </a:extLst>
              </p14:cNvPr>
              <p14:cNvContentPartPr/>
              <p14:nvPr/>
            </p14:nvContentPartPr>
            <p14:xfrm>
              <a:off x="7493918" y="3652776"/>
              <a:ext cx="11160" cy="24480"/>
            </p14:xfrm>
          </p:contentPart>
        </mc:Choice>
        <mc:Fallback xmlns="">
          <p:pic>
            <p:nvPicPr>
              <p:cNvPr id="33" name="Ink 32">
                <a:extLst>
                  <a:ext uri="{FF2B5EF4-FFF2-40B4-BE49-F238E27FC236}">
                    <a16:creationId xmlns:a16="http://schemas.microsoft.com/office/drawing/2014/main" id="{A54FC0A0-62A0-83D6-8D9B-EC6BE9DA7D8D}"/>
                  </a:ext>
                </a:extLst>
              </p:cNvPr>
              <p:cNvPicPr/>
              <p:nvPr/>
            </p:nvPicPr>
            <p:blipFill>
              <a:blip r:embed="rId55"/>
              <a:stretch>
                <a:fillRect/>
              </a:stretch>
            </p:blipFill>
            <p:spPr>
              <a:xfrm>
                <a:off x="7487798" y="3646656"/>
                <a:ext cx="2340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7" name="Ink 36">
                <a:extLst>
                  <a:ext uri="{FF2B5EF4-FFF2-40B4-BE49-F238E27FC236}">
                    <a16:creationId xmlns:a16="http://schemas.microsoft.com/office/drawing/2014/main" id="{7F2518EA-F38D-1647-FD15-D1C9A28C923B}"/>
                  </a:ext>
                </a:extLst>
              </p14:cNvPr>
              <p14:cNvContentPartPr/>
              <p14:nvPr/>
            </p14:nvContentPartPr>
            <p14:xfrm>
              <a:off x="6214478" y="3354336"/>
              <a:ext cx="9000" cy="24120"/>
            </p14:xfrm>
          </p:contentPart>
        </mc:Choice>
        <mc:Fallback xmlns="">
          <p:pic>
            <p:nvPicPr>
              <p:cNvPr id="37" name="Ink 36">
                <a:extLst>
                  <a:ext uri="{FF2B5EF4-FFF2-40B4-BE49-F238E27FC236}">
                    <a16:creationId xmlns:a16="http://schemas.microsoft.com/office/drawing/2014/main" id="{7F2518EA-F38D-1647-FD15-D1C9A28C923B}"/>
                  </a:ext>
                </a:extLst>
              </p:cNvPr>
              <p:cNvPicPr/>
              <p:nvPr/>
            </p:nvPicPr>
            <p:blipFill>
              <a:blip r:embed="rId57"/>
              <a:stretch>
                <a:fillRect/>
              </a:stretch>
            </p:blipFill>
            <p:spPr>
              <a:xfrm>
                <a:off x="6208358" y="3348216"/>
                <a:ext cx="2124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8" name="Ink 37">
                <a:extLst>
                  <a:ext uri="{FF2B5EF4-FFF2-40B4-BE49-F238E27FC236}">
                    <a16:creationId xmlns:a16="http://schemas.microsoft.com/office/drawing/2014/main" id="{0DCD0561-328A-C2FF-D8A4-EB0DBADD53C6}"/>
                  </a:ext>
                </a:extLst>
              </p14:cNvPr>
              <p14:cNvContentPartPr/>
              <p14:nvPr/>
            </p14:nvContentPartPr>
            <p14:xfrm>
              <a:off x="6223838" y="3409056"/>
              <a:ext cx="13680" cy="13320"/>
            </p14:xfrm>
          </p:contentPart>
        </mc:Choice>
        <mc:Fallback xmlns="">
          <p:pic>
            <p:nvPicPr>
              <p:cNvPr id="38" name="Ink 37">
                <a:extLst>
                  <a:ext uri="{FF2B5EF4-FFF2-40B4-BE49-F238E27FC236}">
                    <a16:creationId xmlns:a16="http://schemas.microsoft.com/office/drawing/2014/main" id="{0DCD0561-328A-C2FF-D8A4-EB0DBADD53C6}"/>
                  </a:ext>
                </a:extLst>
              </p:cNvPr>
              <p:cNvPicPr/>
              <p:nvPr/>
            </p:nvPicPr>
            <p:blipFill>
              <a:blip r:embed="rId59"/>
              <a:stretch>
                <a:fillRect/>
              </a:stretch>
            </p:blipFill>
            <p:spPr>
              <a:xfrm>
                <a:off x="6217718" y="3402936"/>
                <a:ext cx="2592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9" name="Ink 38">
                <a:extLst>
                  <a:ext uri="{FF2B5EF4-FFF2-40B4-BE49-F238E27FC236}">
                    <a16:creationId xmlns:a16="http://schemas.microsoft.com/office/drawing/2014/main" id="{25D186C0-BB6C-B70B-CED5-309EFFB85029}"/>
                  </a:ext>
                </a:extLst>
              </p14:cNvPr>
              <p14:cNvContentPartPr/>
              <p14:nvPr/>
            </p14:nvContentPartPr>
            <p14:xfrm>
              <a:off x="7821158" y="1922976"/>
              <a:ext cx="8640" cy="43560"/>
            </p14:xfrm>
          </p:contentPart>
        </mc:Choice>
        <mc:Fallback xmlns="">
          <p:pic>
            <p:nvPicPr>
              <p:cNvPr id="39" name="Ink 38">
                <a:extLst>
                  <a:ext uri="{FF2B5EF4-FFF2-40B4-BE49-F238E27FC236}">
                    <a16:creationId xmlns:a16="http://schemas.microsoft.com/office/drawing/2014/main" id="{25D186C0-BB6C-B70B-CED5-309EFFB85029}"/>
                  </a:ext>
                </a:extLst>
              </p:cNvPr>
              <p:cNvPicPr/>
              <p:nvPr/>
            </p:nvPicPr>
            <p:blipFill>
              <a:blip r:embed="rId61"/>
              <a:stretch>
                <a:fillRect/>
              </a:stretch>
            </p:blipFill>
            <p:spPr>
              <a:xfrm>
                <a:off x="7815038" y="1916856"/>
                <a:ext cx="20880" cy="55800"/>
              </a:xfrm>
              <a:prstGeom prst="rect">
                <a:avLst/>
              </a:prstGeom>
            </p:spPr>
          </p:pic>
        </mc:Fallback>
      </mc:AlternateContent>
      <p:grpSp>
        <p:nvGrpSpPr>
          <p:cNvPr id="46" name="Group 45">
            <a:extLst>
              <a:ext uri="{FF2B5EF4-FFF2-40B4-BE49-F238E27FC236}">
                <a16:creationId xmlns:a16="http://schemas.microsoft.com/office/drawing/2014/main" id="{0E508AB3-A962-91EB-F349-78F8EC855AB9}"/>
              </a:ext>
            </a:extLst>
          </p:cNvPr>
          <p:cNvGrpSpPr/>
          <p:nvPr/>
        </p:nvGrpSpPr>
        <p:grpSpPr>
          <a:xfrm>
            <a:off x="8094038" y="2395296"/>
            <a:ext cx="870480" cy="509400"/>
            <a:chOff x="8094038" y="2395296"/>
            <a:chExt cx="870480" cy="509400"/>
          </a:xfrm>
        </p:grpSpPr>
        <mc:AlternateContent xmlns:mc="http://schemas.openxmlformats.org/markup-compatibility/2006" xmlns:p14="http://schemas.microsoft.com/office/powerpoint/2010/main">
          <mc:Choice Requires="p14">
            <p:contentPart p14:bwMode="auto" r:id="rId62">
              <p14:nvContentPartPr>
                <p14:cNvPr id="34" name="Ink 33">
                  <a:extLst>
                    <a:ext uri="{FF2B5EF4-FFF2-40B4-BE49-F238E27FC236}">
                      <a16:creationId xmlns:a16="http://schemas.microsoft.com/office/drawing/2014/main" id="{00BF258F-4BE7-C74B-DC14-13F94EFDE603}"/>
                    </a:ext>
                  </a:extLst>
                </p14:cNvPr>
                <p14:cNvContentPartPr/>
                <p14:nvPr/>
              </p14:nvContentPartPr>
              <p14:xfrm>
                <a:off x="8591198" y="2745936"/>
                <a:ext cx="19440" cy="13320"/>
              </p14:xfrm>
            </p:contentPart>
          </mc:Choice>
          <mc:Fallback xmlns="">
            <p:pic>
              <p:nvPicPr>
                <p:cNvPr id="34" name="Ink 33">
                  <a:extLst>
                    <a:ext uri="{FF2B5EF4-FFF2-40B4-BE49-F238E27FC236}">
                      <a16:creationId xmlns:a16="http://schemas.microsoft.com/office/drawing/2014/main" id="{00BF258F-4BE7-C74B-DC14-13F94EFDE603}"/>
                    </a:ext>
                  </a:extLst>
                </p:cNvPr>
                <p:cNvPicPr/>
                <p:nvPr/>
              </p:nvPicPr>
              <p:blipFill>
                <a:blip r:embed="rId63"/>
                <a:stretch>
                  <a:fillRect/>
                </a:stretch>
              </p:blipFill>
              <p:spPr>
                <a:xfrm>
                  <a:off x="8585078" y="2739816"/>
                  <a:ext cx="3168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5" name="Ink 34">
                  <a:extLst>
                    <a:ext uri="{FF2B5EF4-FFF2-40B4-BE49-F238E27FC236}">
                      <a16:creationId xmlns:a16="http://schemas.microsoft.com/office/drawing/2014/main" id="{8C6960CA-957E-B15B-15F8-DEB594A3EDD5}"/>
                    </a:ext>
                  </a:extLst>
                </p14:cNvPr>
                <p14:cNvContentPartPr/>
                <p14:nvPr/>
              </p14:nvContentPartPr>
              <p14:xfrm>
                <a:off x="8578958" y="2759976"/>
                <a:ext cx="360" cy="360"/>
              </p14:xfrm>
            </p:contentPart>
          </mc:Choice>
          <mc:Fallback xmlns="">
            <p:pic>
              <p:nvPicPr>
                <p:cNvPr id="35" name="Ink 34">
                  <a:extLst>
                    <a:ext uri="{FF2B5EF4-FFF2-40B4-BE49-F238E27FC236}">
                      <a16:creationId xmlns:a16="http://schemas.microsoft.com/office/drawing/2014/main" id="{8C6960CA-957E-B15B-15F8-DEB594A3EDD5}"/>
                    </a:ext>
                  </a:extLst>
                </p:cNvPr>
                <p:cNvPicPr/>
                <p:nvPr/>
              </p:nvPicPr>
              <p:blipFill>
                <a:blip r:embed="rId65"/>
                <a:stretch>
                  <a:fillRect/>
                </a:stretch>
              </p:blipFill>
              <p:spPr>
                <a:xfrm>
                  <a:off x="8572838" y="27538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0" name="Ink 39">
                  <a:extLst>
                    <a:ext uri="{FF2B5EF4-FFF2-40B4-BE49-F238E27FC236}">
                      <a16:creationId xmlns:a16="http://schemas.microsoft.com/office/drawing/2014/main" id="{92FBDE8D-A680-6193-64A6-B56439839039}"/>
                    </a:ext>
                  </a:extLst>
                </p14:cNvPr>
                <p14:cNvContentPartPr/>
                <p14:nvPr/>
              </p14:nvContentPartPr>
              <p14:xfrm>
                <a:off x="8094038" y="2395296"/>
                <a:ext cx="870480" cy="509400"/>
              </p14:xfrm>
            </p:contentPart>
          </mc:Choice>
          <mc:Fallback xmlns="">
            <p:pic>
              <p:nvPicPr>
                <p:cNvPr id="40" name="Ink 39">
                  <a:extLst>
                    <a:ext uri="{FF2B5EF4-FFF2-40B4-BE49-F238E27FC236}">
                      <a16:creationId xmlns:a16="http://schemas.microsoft.com/office/drawing/2014/main" id="{92FBDE8D-A680-6193-64A6-B56439839039}"/>
                    </a:ext>
                  </a:extLst>
                </p:cNvPr>
                <p:cNvPicPr/>
                <p:nvPr/>
              </p:nvPicPr>
              <p:blipFill>
                <a:blip r:embed="rId67"/>
                <a:stretch>
                  <a:fillRect/>
                </a:stretch>
              </p:blipFill>
              <p:spPr>
                <a:xfrm>
                  <a:off x="8087918" y="2389176"/>
                  <a:ext cx="882720" cy="521640"/>
                </a:xfrm>
                <a:prstGeom prst="rect">
                  <a:avLst/>
                </a:prstGeom>
              </p:spPr>
            </p:pic>
          </mc:Fallback>
        </mc:AlternateContent>
      </p:grpSp>
      <p:grpSp>
        <p:nvGrpSpPr>
          <p:cNvPr id="45" name="Group 44">
            <a:extLst>
              <a:ext uri="{FF2B5EF4-FFF2-40B4-BE49-F238E27FC236}">
                <a16:creationId xmlns:a16="http://schemas.microsoft.com/office/drawing/2014/main" id="{B5F454E1-EC8A-1E79-312B-0DCD56B38946}"/>
              </a:ext>
            </a:extLst>
          </p:cNvPr>
          <p:cNvGrpSpPr/>
          <p:nvPr/>
        </p:nvGrpSpPr>
        <p:grpSpPr>
          <a:xfrm>
            <a:off x="8619638" y="3029616"/>
            <a:ext cx="327600" cy="448560"/>
            <a:chOff x="8619638" y="3029616"/>
            <a:chExt cx="327600" cy="448560"/>
          </a:xfrm>
        </p:grpSpPr>
        <mc:AlternateContent xmlns:mc="http://schemas.openxmlformats.org/markup-compatibility/2006" xmlns:p14="http://schemas.microsoft.com/office/powerpoint/2010/main">
          <mc:Choice Requires="p14">
            <p:contentPart p14:bwMode="auto" r:id="rId68">
              <p14:nvContentPartPr>
                <p14:cNvPr id="41" name="Ink 40">
                  <a:extLst>
                    <a:ext uri="{FF2B5EF4-FFF2-40B4-BE49-F238E27FC236}">
                      <a16:creationId xmlns:a16="http://schemas.microsoft.com/office/drawing/2014/main" id="{41537D18-9F78-A6E6-EB80-5542E2D592D2}"/>
                    </a:ext>
                  </a:extLst>
                </p14:cNvPr>
                <p14:cNvContentPartPr/>
                <p14:nvPr/>
              </p14:nvContentPartPr>
              <p14:xfrm>
                <a:off x="8619638" y="3048696"/>
                <a:ext cx="96840" cy="288360"/>
              </p14:xfrm>
            </p:contentPart>
          </mc:Choice>
          <mc:Fallback xmlns="">
            <p:pic>
              <p:nvPicPr>
                <p:cNvPr id="41" name="Ink 40">
                  <a:extLst>
                    <a:ext uri="{FF2B5EF4-FFF2-40B4-BE49-F238E27FC236}">
                      <a16:creationId xmlns:a16="http://schemas.microsoft.com/office/drawing/2014/main" id="{41537D18-9F78-A6E6-EB80-5542E2D592D2}"/>
                    </a:ext>
                  </a:extLst>
                </p:cNvPr>
                <p:cNvPicPr/>
                <p:nvPr/>
              </p:nvPicPr>
              <p:blipFill>
                <a:blip r:embed="rId69"/>
                <a:stretch>
                  <a:fillRect/>
                </a:stretch>
              </p:blipFill>
              <p:spPr>
                <a:xfrm>
                  <a:off x="8613518" y="3042576"/>
                  <a:ext cx="10908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2" name="Ink 41">
                  <a:extLst>
                    <a:ext uri="{FF2B5EF4-FFF2-40B4-BE49-F238E27FC236}">
                      <a16:creationId xmlns:a16="http://schemas.microsoft.com/office/drawing/2014/main" id="{6FE7D3C2-40FA-9C9D-E1D3-1424C7CD148B}"/>
                    </a:ext>
                  </a:extLst>
                </p14:cNvPr>
                <p14:cNvContentPartPr/>
                <p14:nvPr/>
              </p14:nvContentPartPr>
              <p14:xfrm>
                <a:off x="8670758" y="3432096"/>
                <a:ext cx="42120" cy="46080"/>
              </p14:xfrm>
            </p:contentPart>
          </mc:Choice>
          <mc:Fallback xmlns="">
            <p:pic>
              <p:nvPicPr>
                <p:cNvPr id="42" name="Ink 41">
                  <a:extLst>
                    <a:ext uri="{FF2B5EF4-FFF2-40B4-BE49-F238E27FC236}">
                      <a16:creationId xmlns:a16="http://schemas.microsoft.com/office/drawing/2014/main" id="{6FE7D3C2-40FA-9C9D-E1D3-1424C7CD148B}"/>
                    </a:ext>
                  </a:extLst>
                </p:cNvPr>
                <p:cNvPicPr/>
                <p:nvPr/>
              </p:nvPicPr>
              <p:blipFill>
                <a:blip r:embed="rId71"/>
                <a:stretch>
                  <a:fillRect/>
                </a:stretch>
              </p:blipFill>
              <p:spPr>
                <a:xfrm>
                  <a:off x="8664638" y="3425976"/>
                  <a:ext cx="5436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3" name="Ink 42">
                  <a:extLst>
                    <a:ext uri="{FF2B5EF4-FFF2-40B4-BE49-F238E27FC236}">
                      <a16:creationId xmlns:a16="http://schemas.microsoft.com/office/drawing/2014/main" id="{E5CA24C7-3A62-635C-9A82-9CD15C3D7867}"/>
                    </a:ext>
                  </a:extLst>
                </p14:cNvPr>
                <p14:cNvContentPartPr/>
                <p14:nvPr/>
              </p14:nvContentPartPr>
              <p14:xfrm>
                <a:off x="8824838" y="3029616"/>
                <a:ext cx="122400" cy="288720"/>
              </p14:xfrm>
            </p:contentPart>
          </mc:Choice>
          <mc:Fallback xmlns="">
            <p:pic>
              <p:nvPicPr>
                <p:cNvPr id="43" name="Ink 42">
                  <a:extLst>
                    <a:ext uri="{FF2B5EF4-FFF2-40B4-BE49-F238E27FC236}">
                      <a16:creationId xmlns:a16="http://schemas.microsoft.com/office/drawing/2014/main" id="{E5CA24C7-3A62-635C-9A82-9CD15C3D7867}"/>
                    </a:ext>
                  </a:extLst>
                </p:cNvPr>
                <p:cNvPicPr/>
                <p:nvPr/>
              </p:nvPicPr>
              <p:blipFill>
                <a:blip r:embed="rId73"/>
                <a:stretch>
                  <a:fillRect/>
                </a:stretch>
              </p:blipFill>
              <p:spPr>
                <a:xfrm>
                  <a:off x="8818718" y="3023496"/>
                  <a:ext cx="13464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4" name="Ink 43">
                  <a:extLst>
                    <a:ext uri="{FF2B5EF4-FFF2-40B4-BE49-F238E27FC236}">
                      <a16:creationId xmlns:a16="http://schemas.microsoft.com/office/drawing/2014/main" id="{27F31D10-162F-F11C-79F7-6B8CA9D172FD}"/>
                    </a:ext>
                  </a:extLst>
                </p14:cNvPr>
                <p14:cNvContentPartPr/>
                <p14:nvPr/>
              </p14:nvContentPartPr>
              <p14:xfrm>
                <a:off x="8895398" y="3383136"/>
                <a:ext cx="23760" cy="82440"/>
              </p14:xfrm>
            </p:contentPart>
          </mc:Choice>
          <mc:Fallback xmlns="">
            <p:pic>
              <p:nvPicPr>
                <p:cNvPr id="44" name="Ink 43">
                  <a:extLst>
                    <a:ext uri="{FF2B5EF4-FFF2-40B4-BE49-F238E27FC236}">
                      <a16:creationId xmlns:a16="http://schemas.microsoft.com/office/drawing/2014/main" id="{27F31D10-162F-F11C-79F7-6B8CA9D172FD}"/>
                    </a:ext>
                  </a:extLst>
                </p:cNvPr>
                <p:cNvPicPr/>
                <p:nvPr/>
              </p:nvPicPr>
              <p:blipFill>
                <a:blip r:embed="rId75"/>
                <a:stretch>
                  <a:fillRect/>
                </a:stretch>
              </p:blipFill>
              <p:spPr>
                <a:xfrm>
                  <a:off x="8889278" y="3377016"/>
                  <a:ext cx="36000" cy="94680"/>
                </a:xfrm>
                <a:prstGeom prst="rect">
                  <a:avLst/>
                </a:prstGeom>
              </p:spPr>
            </p:pic>
          </mc:Fallback>
        </mc:AlternateContent>
      </p:grpSp>
      <p:grpSp>
        <p:nvGrpSpPr>
          <p:cNvPr id="55" name="Group 54">
            <a:extLst>
              <a:ext uri="{FF2B5EF4-FFF2-40B4-BE49-F238E27FC236}">
                <a16:creationId xmlns:a16="http://schemas.microsoft.com/office/drawing/2014/main" id="{94343A3D-EB7E-F0A5-E557-E4D7925AF654}"/>
              </a:ext>
            </a:extLst>
          </p:cNvPr>
          <p:cNvGrpSpPr/>
          <p:nvPr/>
        </p:nvGrpSpPr>
        <p:grpSpPr>
          <a:xfrm>
            <a:off x="9880718" y="4528296"/>
            <a:ext cx="361800" cy="546840"/>
            <a:chOff x="9880718" y="4528296"/>
            <a:chExt cx="361800" cy="546840"/>
          </a:xfrm>
        </p:grpSpPr>
        <mc:AlternateContent xmlns:mc="http://schemas.openxmlformats.org/markup-compatibility/2006" xmlns:p14="http://schemas.microsoft.com/office/powerpoint/2010/main">
          <mc:Choice Requires="p14">
            <p:contentPart p14:bwMode="auto" r:id="rId76">
              <p14:nvContentPartPr>
                <p14:cNvPr id="47" name="Ink 46">
                  <a:extLst>
                    <a:ext uri="{FF2B5EF4-FFF2-40B4-BE49-F238E27FC236}">
                      <a16:creationId xmlns:a16="http://schemas.microsoft.com/office/drawing/2014/main" id="{A9EFEFC0-4AE0-177C-5301-D87ADE825782}"/>
                    </a:ext>
                  </a:extLst>
                </p14:cNvPr>
                <p14:cNvContentPartPr/>
                <p14:nvPr/>
              </p14:nvContentPartPr>
              <p14:xfrm>
                <a:off x="9886478" y="4636296"/>
                <a:ext cx="184320" cy="186480"/>
              </p14:xfrm>
            </p:contentPart>
          </mc:Choice>
          <mc:Fallback xmlns="">
            <p:pic>
              <p:nvPicPr>
                <p:cNvPr id="47" name="Ink 46">
                  <a:extLst>
                    <a:ext uri="{FF2B5EF4-FFF2-40B4-BE49-F238E27FC236}">
                      <a16:creationId xmlns:a16="http://schemas.microsoft.com/office/drawing/2014/main" id="{A9EFEFC0-4AE0-177C-5301-D87ADE825782}"/>
                    </a:ext>
                  </a:extLst>
                </p:cNvPr>
                <p:cNvPicPr/>
                <p:nvPr/>
              </p:nvPicPr>
              <p:blipFill>
                <a:blip r:embed="rId77"/>
                <a:stretch>
                  <a:fillRect/>
                </a:stretch>
              </p:blipFill>
              <p:spPr>
                <a:xfrm>
                  <a:off x="9880358" y="4630176"/>
                  <a:ext cx="19656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8" name="Ink 47">
                  <a:extLst>
                    <a:ext uri="{FF2B5EF4-FFF2-40B4-BE49-F238E27FC236}">
                      <a16:creationId xmlns:a16="http://schemas.microsoft.com/office/drawing/2014/main" id="{DEA9A5BE-2F99-4EE1-78F1-C400BFA52C3B}"/>
                    </a:ext>
                  </a:extLst>
                </p14:cNvPr>
                <p14:cNvContentPartPr/>
                <p14:nvPr/>
              </p14:nvContentPartPr>
              <p14:xfrm>
                <a:off x="10077998" y="4795416"/>
                <a:ext cx="23400" cy="108000"/>
              </p14:xfrm>
            </p:contentPart>
          </mc:Choice>
          <mc:Fallback xmlns="">
            <p:pic>
              <p:nvPicPr>
                <p:cNvPr id="48" name="Ink 47">
                  <a:extLst>
                    <a:ext uri="{FF2B5EF4-FFF2-40B4-BE49-F238E27FC236}">
                      <a16:creationId xmlns:a16="http://schemas.microsoft.com/office/drawing/2014/main" id="{DEA9A5BE-2F99-4EE1-78F1-C400BFA52C3B}"/>
                    </a:ext>
                  </a:extLst>
                </p:cNvPr>
                <p:cNvPicPr/>
                <p:nvPr/>
              </p:nvPicPr>
              <p:blipFill>
                <a:blip r:embed="rId79"/>
                <a:stretch>
                  <a:fillRect/>
                </a:stretch>
              </p:blipFill>
              <p:spPr>
                <a:xfrm>
                  <a:off x="10071878" y="4789296"/>
                  <a:ext cx="3564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9" name="Ink 48">
                  <a:extLst>
                    <a:ext uri="{FF2B5EF4-FFF2-40B4-BE49-F238E27FC236}">
                      <a16:creationId xmlns:a16="http://schemas.microsoft.com/office/drawing/2014/main" id="{C0E0BA23-BC1B-536C-5D99-AB9619721CB5}"/>
                    </a:ext>
                  </a:extLst>
                </p14:cNvPr>
                <p14:cNvContentPartPr/>
                <p14:nvPr/>
              </p14:nvContentPartPr>
              <p14:xfrm>
                <a:off x="10074398" y="4528296"/>
                <a:ext cx="168120" cy="117000"/>
              </p14:xfrm>
            </p:contentPart>
          </mc:Choice>
          <mc:Fallback xmlns="">
            <p:pic>
              <p:nvPicPr>
                <p:cNvPr id="49" name="Ink 48">
                  <a:extLst>
                    <a:ext uri="{FF2B5EF4-FFF2-40B4-BE49-F238E27FC236}">
                      <a16:creationId xmlns:a16="http://schemas.microsoft.com/office/drawing/2014/main" id="{C0E0BA23-BC1B-536C-5D99-AB9619721CB5}"/>
                    </a:ext>
                  </a:extLst>
                </p:cNvPr>
                <p:cNvPicPr/>
                <p:nvPr/>
              </p:nvPicPr>
              <p:blipFill>
                <a:blip r:embed="rId81"/>
                <a:stretch>
                  <a:fillRect/>
                </a:stretch>
              </p:blipFill>
              <p:spPr>
                <a:xfrm>
                  <a:off x="10068278" y="4522176"/>
                  <a:ext cx="18036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0" name="Ink 49">
                  <a:extLst>
                    <a:ext uri="{FF2B5EF4-FFF2-40B4-BE49-F238E27FC236}">
                      <a16:creationId xmlns:a16="http://schemas.microsoft.com/office/drawing/2014/main" id="{363CC575-0171-FA0A-DB71-FBE13C52F0A9}"/>
                    </a:ext>
                  </a:extLst>
                </p14:cNvPr>
                <p14:cNvContentPartPr/>
                <p14:nvPr/>
              </p14:nvContentPartPr>
              <p14:xfrm>
                <a:off x="9880718" y="4949496"/>
                <a:ext cx="351720" cy="125640"/>
              </p14:xfrm>
            </p:contentPart>
          </mc:Choice>
          <mc:Fallback xmlns="">
            <p:pic>
              <p:nvPicPr>
                <p:cNvPr id="50" name="Ink 49">
                  <a:extLst>
                    <a:ext uri="{FF2B5EF4-FFF2-40B4-BE49-F238E27FC236}">
                      <a16:creationId xmlns:a16="http://schemas.microsoft.com/office/drawing/2014/main" id="{363CC575-0171-FA0A-DB71-FBE13C52F0A9}"/>
                    </a:ext>
                  </a:extLst>
                </p:cNvPr>
                <p:cNvPicPr/>
                <p:nvPr/>
              </p:nvPicPr>
              <p:blipFill>
                <a:blip r:embed="rId83"/>
                <a:stretch>
                  <a:fillRect/>
                </a:stretch>
              </p:blipFill>
              <p:spPr>
                <a:xfrm>
                  <a:off x="9874598" y="4943376"/>
                  <a:ext cx="363960" cy="137880"/>
                </a:xfrm>
                <a:prstGeom prst="rect">
                  <a:avLst/>
                </a:prstGeom>
              </p:spPr>
            </p:pic>
          </mc:Fallback>
        </mc:AlternateContent>
      </p:grpSp>
      <p:grpSp>
        <p:nvGrpSpPr>
          <p:cNvPr id="54" name="Group 53">
            <a:extLst>
              <a:ext uri="{FF2B5EF4-FFF2-40B4-BE49-F238E27FC236}">
                <a16:creationId xmlns:a16="http://schemas.microsoft.com/office/drawing/2014/main" id="{2634C953-3DD8-7C1A-B968-ABCA77073722}"/>
              </a:ext>
            </a:extLst>
          </p:cNvPr>
          <p:cNvGrpSpPr/>
          <p:nvPr/>
        </p:nvGrpSpPr>
        <p:grpSpPr>
          <a:xfrm>
            <a:off x="9803318" y="5203656"/>
            <a:ext cx="276840" cy="271440"/>
            <a:chOff x="9803318" y="5203656"/>
            <a:chExt cx="276840" cy="271440"/>
          </a:xfrm>
        </p:grpSpPr>
        <mc:AlternateContent xmlns:mc="http://schemas.openxmlformats.org/markup-compatibility/2006" xmlns:p14="http://schemas.microsoft.com/office/powerpoint/2010/main">
          <mc:Choice Requires="p14">
            <p:contentPart p14:bwMode="auto" r:id="rId84">
              <p14:nvContentPartPr>
                <p14:cNvPr id="51" name="Ink 50">
                  <a:extLst>
                    <a:ext uri="{FF2B5EF4-FFF2-40B4-BE49-F238E27FC236}">
                      <a16:creationId xmlns:a16="http://schemas.microsoft.com/office/drawing/2014/main" id="{E9D38FCE-2C92-C71B-F6F6-5AC4EC80F47C}"/>
                    </a:ext>
                  </a:extLst>
                </p14:cNvPr>
                <p14:cNvContentPartPr/>
                <p14:nvPr/>
              </p14:nvContentPartPr>
              <p14:xfrm>
                <a:off x="9803318" y="5203656"/>
                <a:ext cx="200160" cy="216000"/>
              </p14:xfrm>
            </p:contentPart>
          </mc:Choice>
          <mc:Fallback xmlns="">
            <p:pic>
              <p:nvPicPr>
                <p:cNvPr id="51" name="Ink 50">
                  <a:extLst>
                    <a:ext uri="{FF2B5EF4-FFF2-40B4-BE49-F238E27FC236}">
                      <a16:creationId xmlns:a16="http://schemas.microsoft.com/office/drawing/2014/main" id="{E9D38FCE-2C92-C71B-F6F6-5AC4EC80F47C}"/>
                    </a:ext>
                  </a:extLst>
                </p:cNvPr>
                <p:cNvPicPr/>
                <p:nvPr/>
              </p:nvPicPr>
              <p:blipFill>
                <a:blip r:embed="rId85"/>
                <a:stretch>
                  <a:fillRect/>
                </a:stretch>
              </p:blipFill>
              <p:spPr>
                <a:xfrm>
                  <a:off x="9797198" y="5197536"/>
                  <a:ext cx="21240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2" name="Ink 51">
                  <a:extLst>
                    <a:ext uri="{FF2B5EF4-FFF2-40B4-BE49-F238E27FC236}">
                      <a16:creationId xmlns:a16="http://schemas.microsoft.com/office/drawing/2014/main" id="{9C52ACC9-7F29-EDC9-E921-833C6EEC6020}"/>
                    </a:ext>
                  </a:extLst>
                </p14:cNvPr>
                <p14:cNvContentPartPr/>
                <p14:nvPr/>
              </p14:nvContentPartPr>
              <p14:xfrm>
                <a:off x="9977198" y="5369616"/>
                <a:ext cx="19440" cy="105480"/>
              </p14:xfrm>
            </p:contentPart>
          </mc:Choice>
          <mc:Fallback xmlns="">
            <p:pic>
              <p:nvPicPr>
                <p:cNvPr id="52" name="Ink 51">
                  <a:extLst>
                    <a:ext uri="{FF2B5EF4-FFF2-40B4-BE49-F238E27FC236}">
                      <a16:creationId xmlns:a16="http://schemas.microsoft.com/office/drawing/2014/main" id="{9C52ACC9-7F29-EDC9-E921-833C6EEC6020}"/>
                    </a:ext>
                  </a:extLst>
                </p:cNvPr>
                <p:cNvPicPr/>
                <p:nvPr/>
              </p:nvPicPr>
              <p:blipFill>
                <a:blip r:embed="rId87"/>
                <a:stretch>
                  <a:fillRect/>
                </a:stretch>
              </p:blipFill>
              <p:spPr>
                <a:xfrm>
                  <a:off x="9971078" y="5363496"/>
                  <a:ext cx="3168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3" name="Ink 52">
                  <a:extLst>
                    <a:ext uri="{FF2B5EF4-FFF2-40B4-BE49-F238E27FC236}">
                      <a16:creationId xmlns:a16="http://schemas.microsoft.com/office/drawing/2014/main" id="{AF2E2A3D-230E-5171-8D56-50E2D907975D}"/>
                    </a:ext>
                  </a:extLst>
                </p14:cNvPr>
                <p14:cNvContentPartPr/>
                <p14:nvPr/>
              </p14:nvContentPartPr>
              <p14:xfrm>
                <a:off x="10048118" y="5369256"/>
                <a:ext cx="32040" cy="93240"/>
              </p14:xfrm>
            </p:contentPart>
          </mc:Choice>
          <mc:Fallback xmlns="">
            <p:pic>
              <p:nvPicPr>
                <p:cNvPr id="53" name="Ink 52">
                  <a:extLst>
                    <a:ext uri="{FF2B5EF4-FFF2-40B4-BE49-F238E27FC236}">
                      <a16:creationId xmlns:a16="http://schemas.microsoft.com/office/drawing/2014/main" id="{AF2E2A3D-230E-5171-8D56-50E2D907975D}"/>
                    </a:ext>
                  </a:extLst>
                </p:cNvPr>
                <p:cNvPicPr/>
                <p:nvPr/>
              </p:nvPicPr>
              <p:blipFill>
                <a:blip r:embed="rId89"/>
                <a:stretch>
                  <a:fillRect/>
                </a:stretch>
              </p:blipFill>
              <p:spPr>
                <a:xfrm>
                  <a:off x="10041998" y="5363136"/>
                  <a:ext cx="44280" cy="105480"/>
                </a:xfrm>
                <a:prstGeom prst="rect">
                  <a:avLst/>
                </a:prstGeom>
              </p:spPr>
            </p:pic>
          </mc:Fallback>
        </mc:AlternateContent>
      </p:grpSp>
      <p:grpSp>
        <p:nvGrpSpPr>
          <p:cNvPr id="13317" name="Group 13316">
            <a:extLst>
              <a:ext uri="{FF2B5EF4-FFF2-40B4-BE49-F238E27FC236}">
                <a16:creationId xmlns:a16="http://schemas.microsoft.com/office/drawing/2014/main" id="{F7A188CC-D6C3-DA3A-FDD9-F6985FFFBF56}"/>
              </a:ext>
            </a:extLst>
          </p:cNvPr>
          <p:cNvGrpSpPr/>
          <p:nvPr/>
        </p:nvGrpSpPr>
        <p:grpSpPr>
          <a:xfrm>
            <a:off x="10445918" y="4437216"/>
            <a:ext cx="1116720" cy="878040"/>
            <a:chOff x="10445918" y="4437216"/>
            <a:chExt cx="1116720" cy="878040"/>
          </a:xfrm>
        </p:grpSpPr>
        <mc:AlternateContent xmlns:mc="http://schemas.openxmlformats.org/markup-compatibility/2006" xmlns:p14="http://schemas.microsoft.com/office/powerpoint/2010/main">
          <mc:Choice Requires="p14">
            <p:contentPart p14:bwMode="auto" r:id="rId90">
              <p14:nvContentPartPr>
                <p14:cNvPr id="56" name="Ink 55">
                  <a:extLst>
                    <a:ext uri="{FF2B5EF4-FFF2-40B4-BE49-F238E27FC236}">
                      <a16:creationId xmlns:a16="http://schemas.microsoft.com/office/drawing/2014/main" id="{B035BC8A-D6B6-AA88-3CFD-FA4C2DDCFE44}"/>
                    </a:ext>
                  </a:extLst>
                </p14:cNvPr>
                <p14:cNvContentPartPr/>
                <p14:nvPr/>
              </p14:nvContentPartPr>
              <p14:xfrm>
                <a:off x="10445918" y="4819896"/>
                <a:ext cx="147960" cy="60840"/>
              </p14:xfrm>
            </p:contentPart>
          </mc:Choice>
          <mc:Fallback xmlns="">
            <p:pic>
              <p:nvPicPr>
                <p:cNvPr id="56" name="Ink 55">
                  <a:extLst>
                    <a:ext uri="{FF2B5EF4-FFF2-40B4-BE49-F238E27FC236}">
                      <a16:creationId xmlns:a16="http://schemas.microsoft.com/office/drawing/2014/main" id="{B035BC8A-D6B6-AA88-3CFD-FA4C2DDCFE44}"/>
                    </a:ext>
                  </a:extLst>
                </p:cNvPr>
                <p:cNvPicPr/>
                <p:nvPr/>
              </p:nvPicPr>
              <p:blipFill>
                <a:blip r:embed="rId91"/>
                <a:stretch>
                  <a:fillRect/>
                </a:stretch>
              </p:blipFill>
              <p:spPr>
                <a:xfrm>
                  <a:off x="10439798" y="4813776"/>
                  <a:ext cx="16020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7" name="Ink 56">
                  <a:extLst>
                    <a:ext uri="{FF2B5EF4-FFF2-40B4-BE49-F238E27FC236}">
                      <a16:creationId xmlns:a16="http://schemas.microsoft.com/office/drawing/2014/main" id="{DC01618D-2789-5B60-4FAE-FBD8E73BEC3C}"/>
                    </a:ext>
                  </a:extLst>
                </p14:cNvPr>
                <p14:cNvContentPartPr/>
                <p14:nvPr/>
              </p14:nvContentPartPr>
              <p14:xfrm>
                <a:off x="10525478" y="4782096"/>
                <a:ext cx="37800" cy="132480"/>
              </p14:xfrm>
            </p:contentPart>
          </mc:Choice>
          <mc:Fallback xmlns="">
            <p:pic>
              <p:nvPicPr>
                <p:cNvPr id="57" name="Ink 56">
                  <a:extLst>
                    <a:ext uri="{FF2B5EF4-FFF2-40B4-BE49-F238E27FC236}">
                      <a16:creationId xmlns:a16="http://schemas.microsoft.com/office/drawing/2014/main" id="{DC01618D-2789-5B60-4FAE-FBD8E73BEC3C}"/>
                    </a:ext>
                  </a:extLst>
                </p:cNvPr>
                <p:cNvPicPr/>
                <p:nvPr/>
              </p:nvPicPr>
              <p:blipFill>
                <a:blip r:embed="rId93"/>
                <a:stretch>
                  <a:fillRect/>
                </a:stretch>
              </p:blipFill>
              <p:spPr>
                <a:xfrm>
                  <a:off x="10519358" y="4775976"/>
                  <a:ext cx="5004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8" name="Ink 57">
                  <a:extLst>
                    <a:ext uri="{FF2B5EF4-FFF2-40B4-BE49-F238E27FC236}">
                      <a16:creationId xmlns:a16="http://schemas.microsoft.com/office/drawing/2014/main" id="{AC765995-6B55-512F-44A0-A8AF8539653F}"/>
                    </a:ext>
                  </a:extLst>
                </p14:cNvPr>
                <p14:cNvContentPartPr/>
                <p14:nvPr/>
              </p14:nvContentPartPr>
              <p14:xfrm>
                <a:off x="10736798" y="4635576"/>
                <a:ext cx="169560" cy="131760"/>
              </p14:xfrm>
            </p:contentPart>
          </mc:Choice>
          <mc:Fallback xmlns="">
            <p:pic>
              <p:nvPicPr>
                <p:cNvPr id="58" name="Ink 57">
                  <a:extLst>
                    <a:ext uri="{FF2B5EF4-FFF2-40B4-BE49-F238E27FC236}">
                      <a16:creationId xmlns:a16="http://schemas.microsoft.com/office/drawing/2014/main" id="{AC765995-6B55-512F-44A0-A8AF8539653F}"/>
                    </a:ext>
                  </a:extLst>
                </p:cNvPr>
                <p:cNvPicPr/>
                <p:nvPr/>
              </p:nvPicPr>
              <p:blipFill>
                <a:blip r:embed="rId95"/>
                <a:stretch>
                  <a:fillRect/>
                </a:stretch>
              </p:blipFill>
              <p:spPr>
                <a:xfrm>
                  <a:off x="10730678" y="4629456"/>
                  <a:ext cx="1818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9" name="Ink 58">
                  <a:extLst>
                    <a:ext uri="{FF2B5EF4-FFF2-40B4-BE49-F238E27FC236}">
                      <a16:creationId xmlns:a16="http://schemas.microsoft.com/office/drawing/2014/main" id="{8CD07198-A7B9-67DD-87E8-B518AAFB3619}"/>
                    </a:ext>
                  </a:extLst>
                </p14:cNvPr>
                <p14:cNvContentPartPr/>
                <p14:nvPr/>
              </p14:nvContentPartPr>
              <p14:xfrm>
                <a:off x="10952078" y="4735296"/>
                <a:ext cx="137160" cy="78840"/>
              </p14:xfrm>
            </p:contentPart>
          </mc:Choice>
          <mc:Fallback xmlns="">
            <p:pic>
              <p:nvPicPr>
                <p:cNvPr id="59" name="Ink 58">
                  <a:extLst>
                    <a:ext uri="{FF2B5EF4-FFF2-40B4-BE49-F238E27FC236}">
                      <a16:creationId xmlns:a16="http://schemas.microsoft.com/office/drawing/2014/main" id="{8CD07198-A7B9-67DD-87E8-B518AAFB3619}"/>
                    </a:ext>
                  </a:extLst>
                </p:cNvPr>
                <p:cNvPicPr/>
                <p:nvPr/>
              </p:nvPicPr>
              <p:blipFill>
                <a:blip r:embed="rId97"/>
                <a:stretch>
                  <a:fillRect/>
                </a:stretch>
              </p:blipFill>
              <p:spPr>
                <a:xfrm>
                  <a:off x="10945958" y="4729176"/>
                  <a:ext cx="14940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0" name="Ink 59">
                  <a:extLst>
                    <a:ext uri="{FF2B5EF4-FFF2-40B4-BE49-F238E27FC236}">
                      <a16:creationId xmlns:a16="http://schemas.microsoft.com/office/drawing/2014/main" id="{257ECC00-7982-BD92-C569-F86A1FAFE981}"/>
                    </a:ext>
                  </a:extLst>
                </p14:cNvPr>
                <p14:cNvContentPartPr/>
                <p14:nvPr/>
              </p14:nvContentPartPr>
              <p14:xfrm>
                <a:off x="11021558" y="4437216"/>
                <a:ext cx="165960" cy="130680"/>
              </p14:xfrm>
            </p:contentPart>
          </mc:Choice>
          <mc:Fallback xmlns="">
            <p:pic>
              <p:nvPicPr>
                <p:cNvPr id="60" name="Ink 59">
                  <a:extLst>
                    <a:ext uri="{FF2B5EF4-FFF2-40B4-BE49-F238E27FC236}">
                      <a16:creationId xmlns:a16="http://schemas.microsoft.com/office/drawing/2014/main" id="{257ECC00-7982-BD92-C569-F86A1FAFE981}"/>
                    </a:ext>
                  </a:extLst>
                </p:cNvPr>
                <p:cNvPicPr/>
                <p:nvPr/>
              </p:nvPicPr>
              <p:blipFill>
                <a:blip r:embed="rId99"/>
                <a:stretch>
                  <a:fillRect/>
                </a:stretch>
              </p:blipFill>
              <p:spPr>
                <a:xfrm>
                  <a:off x="11015438" y="4431096"/>
                  <a:ext cx="17820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1" name="Ink 60">
                  <a:extLst>
                    <a:ext uri="{FF2B5EF4-FFF2-40B4-BE49-F238E27FC236}">
                      <a16:creationId xmlns:a16="http://schemas.microsoft.com/office/drawing/2014/main" id="{5E129C6D-49D4-B61A-0BFE-3B4879BA1209}"/>
                    </a:ext>
                  </a:extLst>
                </p14:cNvPr>
                <p14:cNvContentPartPr/>
                <p14:nvPr/>
              </p14:nvContentPartPr>
              <p14:xfrm>
                <a:off x="10738958" y="4926456"/>
                <a:ext cx="482040" cy="146520"/>
              </p14:xfrm>
            </p:contentPart>
          </mc:Choice>
          <mc:Fallback xmlns="">
            <p:pic>
              <p:nvPicPr>
                <p:cNvPr id="61" name="Ink 60">
                  <a:extLst>
                    <a:ext uri="{FF2B5EF4-FFF2-40B4-BE49-F238E27FC236}">
                      <a16:creationId xmlns:a16="http://schemas.microsoft.com/office/drawing/2014/main" id="{5E129C6D-49D4-B61A-0BFE-3B4879BA1209}"/>
                    </a:ext>
                  </a:extLst>
                </p:cNvPr>
                <p:cNvPicPr/>
                <p:nvPr/>
              </p:nvPicPr>
              <p:blipFill>
                <a:blip r:embed="rId101"/>
                <a:stretch>
                  <a:fillRect/>
                </a:stretch>
              </p:blipFill>
              <p:spPr>
                <a:xfrm>
                  <a:off x="10732838" y="4920336"/>
                  <a:ext cx="49428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2" name="Ink 61">
                  <a:extLst>
                    <a:ext uri="{FF2B5EF4-FFF2-40B4-BE49-F238E27FC236}">
                      <a16:creationId xmlns:a16="http://schemas.microsoft.com/office/drawing/2014/main" id="{96A8AFD0-80B3-1095-6949-E543074C0703}"/>
                    </a:ext>
                  </a:extLst>
                </p14:cNvPr>
                <p14:cNvContentPartPr/>
                <p14:nvPr/>
              </p14:nvContentPartPr>
              <p14:xfrm>
                <a:off x="10779278" y="5097816"/>
                <a:ext cx="306360" cy="210240"/>
              </p14:xfrm>
            </p:contentPart>
          </mc:Choice>
          <mc:Fallback xmlns="">
            <p:pic>
              <p:nvPicPr>
                <p:cNvPr id="62" name="Ink 61">
                  <a:extLst>
                    <a:ext uri="{FF2B5EF4-FFF2-40B4-BE49-F238E27FC236}">
                      <a16:creationId xmlns:a16="http://schemas.microsoft.com/office/drawing/2014/main" id="{96A8AFD0-80B3-1095-6949-E543074C0703}"/>
                    </a:ext>
                  </a:extLst>
                </p:cNvPr>
                <p:cNvPicPr/>
                <p:nvPr/>
              </p:nvPicPr>
              <p:blipFill>
                <a:blip r:embed="rId103"/>
                <a:stretch>
                  <a:fillRect/>
                </a:stretch>
              </p:blipFill>
              <p:spPr>
                <a:xfrm>
                  <a:off x="10773158" y="5091696"/>
                  <a:ext cx="31860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3" name="Ink 62">
                  <a:extLst>
                    <a:ext uri="{FF2B5EF4-FFF2-40B4-BE49-F238E27FC236}">
                      <a16:creationId xmlns:a16="http://schemas.microsoft.com/office/drawing/2014/main" id="{FD118831-ADF1-6A37-705C-AF0BBB6F3B72}"/>
                    </a:ext>
                  </a:extLst>
                </p14:cNvPr>
                <p14:cNvContentPartPr/>
                <p14:nvPr/>
              </p14:nvContentPartPr>
              <p14:xfrm>
                <a:off x="11039918" y="5218056"/>
                <a:ext cx="131040" cy="97200"/>
              </p14:xfrm>
            </p:contentPart>
          </mc:Choice>
          <mc:Fallback xmlns="">
            <p:pic>
              <p:nvPicPr>
                <p:cNvPr id="63" name="Ink 62">
                  <a:extLst>
                    <a:ext uri="{FF2B5EF4-FFF2-40B4-BE49-F238E27FC236}">
                      <a16:creationId xmlns:a16="http://schemas.microsoft.com/office/drawing/2014/main" id="{FD118831-ADF1-6A37-705C-AF0BBB6F3B72}"/>
                    </a:ext>
                  </a:extLst>
                </p:cNvPr>
                <p:cNvPicPr/>
                <p:nvPr/>
              </p:nvPicPr>
              <p:blipFill>
                <a:blip r:embed="rId105"/>
                <a:stretch>
                  <a:fillRect/>
                </a:stretch>
              </p:blipFill>
              <p:spPr>
                <a:xfrm>
                  <a:off x="11033798" y="5211936"/>
                  <a:ext cx="14328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3312" name="Ink 13311">
                  <a:extLst>
                    <a:ext uri="{FF2B5EF4-FFF2-40B4-BE49-F238E27FC236}">
                      <a16:creationId xmlns:a16="http://schemas.microsoft.com/office/drawing/2014/main" id="{3B686018-D39F-C7ED-BCF0-4523DA17EA5D}"/>
                    </a:ext>
                  </a:extLst>
                </p14:cNvPr>
                <p14:cNvContentPartPr/>
                <p14:nvPr/>
              </p14:nvContentPartPr>
              <p14:xfrm>
                <a:off x="11172758" y="5209776"/>
                <a:ext cx="224640" cy="98640"/>
              </p14:xfrm>
            </p:contentPart>
          </mc:Choice>
          <mc:Fallback xmlns="">
            <p:pic>
              <p:nvPicPr>
                <p:cNvPr id="13312" name="Ink 13311">
                  <a:extLst>
                    <a:ext uri="{FF2B5EF4-FFF2-40B4-BE49-F238E27FC236}">
                      <a16:creationId xmlns:a16="http://schemas.microsoft.com/office/drawing/2014/main" id="{3B686018-D39F-C7ED-BCF0-4523DA17EA5D}"/>
                    </a:ext>
                  </a:extLst>
                </p:cNvPr>
                <p:cNvPicPr/>
                <p:nvPr/>
              </p:nvPicPr>
              <p:blipFill>
                <a:blip r:embed="rId107"/>
                <a:stretch>
                  <a:fillRect/>
                </a:stretch>
              </p:blipFill>
              <p:spPr>
                <a:xfrm>
                  <a:off x="11166638" y="5203656"/>
                  <a:ext cx="23688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3313" name="Ink 13312">
                  <a:extLst>
                    <a:ext uri="{FF2B5EF4-FFF2-40B4-BE49-F238E27FC236}">
                      <a16:creationId xmlns:a16="http://schemas.microsoft.com/office/drawing/2014/main" id="{71DC55E9-91AD-BF44-6809-5834BCAA18FD}"/>
                    </a:ext>
                  </a:extLst>
                </p14:cNvPr>
                <p14:cNvContentPartPr/>
                <p14:nvPr/>
              </p14:nvContentPartPr>
              <p14:xfrm>
                <a:off x="11412518" y="4741776"/>
                <a:ext cx="108720" cy="54360"/>
              </p14:xfrm>
            </p:contentPart>
          </mc:Choice>
          <mc:Fallback xmlns="">
            <p:pic>
              <p:nvPicPr>
                <p:cNvPr id="13313" name="Ink 13312">
                  <a:extLst>
                    <a:ext uri="{FF2B5EF4-FFF2-40B4-BE49-F238E27FC236}">
                      <a16:creationId xmlns:a16="http://schemas.microsoft.com/office/drawing/2014/main" id="{71DC55E9-91AD-BF44-6809-5834BCAA18FD}"/>
                    </a:ext>
                  </a:extLst>
                </p:cNvPr>
                <p:cNvPicPr/>
                <p:nvPr/>
              </p:nvPicPr>
              <p:blipFill>
                <a:blip r:embed="rId109"/>
                <a:stretch>
                  <a:fillRect/>
                </a:stretch>
              </p:blipFill>
              <p:spPr>
                <a:xfrm>
                  <a:off x="11406398" y="4735656"/>
                  <a:ext cx="12096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3315" name="Ink 13314">
                  <a:extLst>
                    <a:ext uri="{FF2B5EF4-FFF2-40B4-BE49-F238E27FC236}">
                      <a16:creationId xmlns:a16="http://schemas.microsoft.com/office/drawing/2014/main" id="{A88DC86D-3900-C132-91B0-B95A84269DFD}"/>
                    </a:ext>
                  </a:extLst>
                </p14:cNvPr>
                <p14:cNvContentPartPr/>
                <p14:nvPr/>
              </p14:nvContentPartPr>
              <p14:xfrm>
                <a:off x="11448158" y="4816296"/>
                <a:ext cx="114480" cy="19800"/>
              </p14:xfrm>
            </p:contentPart>
          </mc:Choice>
          <mc:Fallback xmlns="">
            <p:pic>
              <p:nvPicPr>
                <p:cNvPr id="13315" name="Ink 13314">
                  <a:extLst>
                    <a:ext uri="{FF2B5EF4-FFF2-40B4-BE49-F238E27FC236}">
                      <a16:creationId xmlns:a16="http://schemas.microsoft.com/office/drawing/2014/main" id="{A88DC86D-3900-C132-91B0-B95A84269DFD}"/>
                    </a:ext>
                  </a:extLst>
                </p:cNvPr>
                <p:cNvPicPr/>
                <p:nvPr/>
              </p:nvPicPr>
              <p:blipFill>
                <a:blip r:embed="rId111"/>
                <a:stretch>
                  <a:fillRect/>
                </a:stretch>
              </p:blipFill>
              <p:spPr>
                <a:xfrm>
                  <a:off x="11442038" y="4810176"/>
                  <a:ext cx="126720" cy="32040"/>
                </a:xfrm>
                <a:prstGeom prst="rect">
                  <a:avLst/>
                </a:prstGeom>
              </p:spPr>
            </p:pic>
          </mc:Fallback>
        </mc:AlternateContent>
      </p:grpSp>
      <p:grpSp>
        <p:nvGrpSpPr>
          <p:cNvPr id="13321" name="Group 13320">
            <a:extLst>
              <a:ext uri="{FF2B5EF4-FFF2-40B4-BE49-F238E27FC236}">
                <a16:creationId xmlns:a16="http://schemas.microsoft.com/office/drawing/2014/main" id="{40355B9E-6281-B19A-207D-78B1428757AC}"/>
              </a:ext>
            </a:extLst>
          </p:cNvPr>
          <p:cNvGrpSpPr/>
          <p:nvPr/>
        </p:nvGrpSpPr>
        <p:grpSpPr>
          <a:xfrm>
            <a:off x="11765678" y="4408416"/>
            <a:ext cx="363600" cy="565200"/>
            <a:chOff x="11765678" y="4408416"/>
            <a:chExt cx="363600" cy="565200"/>
          </a:xfrm>
        </p:grpSpPr>
        <mc:AlternateContent xmlns:mc="http://schemas.openxmlformats.org/markup-compatibility/2006" xmlns:p14="http://schemas.microsoft.com/office/powerpoint/2010/main">
          <mc:Choice Requires="p14">
            <p:contentPart p14:bwMode="auto" r:id="rId112">
              <p14:nvContentPartPr>
                <p14:cNvPr id="13318" name="Ink 13317">
                  <a:extLst>
                    <a:ext uri="{FF2B5EF4-FFF2-40B4-BE49-F238E27FC236}">
                      <a16:creationId xmlns:a16="http://schemas.microsoft.com/office/drawing/2014/main" id="{C93F69C7-4AF1-D2C8-68B4-2CD72A387627}"/>
                    </a:ext>
                  </a:extLst>
                </p14:cNvPr>
                <p14:cNvContentPartPr/>
                <p14:nvPr/>
              </p14:nvContentPartPr>
              <p14:xfrm>
                <a:off x="11765678" y="4549896"/>
                <a:ext cx="153720" cy="284400"/>
              </p14:xfrm>
            </p:contentPart>
          </mc:Choice>
          <mc:Fallback xmlns="">
            <p:pic>
              <p:nvPicPr>
                <p:cNvPr id="13318" name="Ink 13317">
                  <a:extLst>
                    <a:ext uri="{FF2B5EF4-FFF2-40B4-BE49-F238E27FC236}">
                      <a16:creationId xmlns:a16="http://schemas.microsoft.com/office/drawing/2014/main" id="{C93F69C7-4AF1-D2C8-68B4-2CD72A387627}"/>
                    </a:ext>
                  </a:extLst>
                </p:cNvPr>
                <p:cNvPicPr/>
                <p:nvPr/>
              </p:nvPicPr>
              <p:blipFill>
                <a:blip r:embed="rId113"/>
                <a:stretch>
                  <a:fillRect/>
                </a:stretch>
              </p:blipFill>
              <p:spPr>
                <a:xfrm>
                  <a:off x="11759558" y="4543776"/>
                  <a:ext cx="16596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3319" name="Ink 13318">
                  <a:extLst>
                    <a:ext uri="{FF2B5EF4-FFF2-40B4-BE49-F238E27FC236}">
                      <a16:creationId xmlns:a16="http://schemas.microsoft.com/office/drawing/2014/main" id="{3B68C8E7-9655-D340-67B3-9ED931ED01A2}"/>
                    </a:ext>
                  </a:extLst>
                </p14:cNvPr>
                <p14:cNvContentPartPr/>
                <p14:nvPr/>
              </p14:nvContentPartPr>
              <p14:xfrm>
                <a:off x="11982398" y="4871016"/>
                <a:ext cx="1080" cy="102600"/>
              </p14:xfrm>
            </p:contentPart>
          </mc:Choice>
          <mc:Fallback xmlns="">
            <p:pic>
              <p:nvPicPr>
                <p:cNvPr id="13319" name="Ink 13318">
                  <a:extLst>
                    <a:ext uri="{FF2B5EF4-FFF2-40B4-BE49-F238E27FC236}">
                      <a16:creationId xmlns:a16="http://schemas.microsoft.com/office/drawing/2014/main" id="{3B68C8E7-9655-D340-67B3-9ED931ED01A2}"/>
                    </a:ext>
                  </a:extLst>
                </p:cNvPr>
                <p:cNvPicPr/>
                <p:nvPr/>
              </p:nvPicPr>
              <p:blipFill>
                <a:blip r:embed="rId115"/>
                <a:stretch>
                  <a:fillRect/>
                </a:stretch>
              </p:blipFill>
              <p:spPr>
                <a:xfrm>
                  <a:off x="11976278" y="4864896"/>
                  <a:ext cx="1332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3320" name="Ink 13319">
                  <a:extLst>
                    <a:ext uri="{FF2B5EF4-FFF2-40B4-BE49-F238E27FC236}">
                      <a16:creationId xmlns:a16="http://schemas.microsoft.com/office/drawing/2014/main" id="{AAA8A024-728A-B151-33C3-D5FA05E852D9}"/>
                    </a:ext>
                  </a:extLst>
                </p14:cNvPr>
                <p14:cNvContentPartPr/>
                <p14:nvPr/>
              </p14:nvContentPartPr>
              <p14:xfrm>
                <a:off x="11946398" y="4408416"/>
                <a:ext cx="182880" cy="129960"/>
              </p14:xfrm>
            </p:contentPart>
          </mc:Choice>
          <mc:Fallback xmlns="">
            <p:pic>
              <p:nvPicPr>
                <p:cNvPr id="13320" name="Ink 13319">
                  <a:extLst>
                    <a:ext uri="{FF2B5EF4-FFF2-40B4-BE49-F238E27FC236}">
                      <a16:creationId xmlns:a16="http://schemas.microsoft.com/office/drawing/2014/main" id="{AAA8A024-728A-B151-33C3-D5FA05E852D9}"/>
                    </a:ext>
                  </a:extLst>
                </p:cNvPr>
                <p:cNvPicPr/>
                <p:nvPr/>
              </p:nvPicPr>
              <p:blipFill>
                <a:blip r:embed="rId117"/>
                <a:stretch>
                  <a:fillRect/>
                </a:stretch>
              </p:blipFill>
              <p:spPr>
                <a:xfrm>
                  <a:off x="11940278" y="4402296"/>
                  <a:ext cx="195120" cy="142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8">
            <p14:nvContentPartPr>
              <p14:cNvPr id="13322" name="Ink 13321">
                <a:extLst>
                  <a:ext uri="{FF2B5EF4-FFF2-40B4-BE49-F238E27FC236}">
                    <a16:creationId xmlns:a16="http://schemas.microsoft.com/office/drawing/2014/main" id="{79061170-8BD4-10AC-B619-D75C4B8BF453}"/>
                  </a:ext>
                </a:extLst>
              </p14:cNvPr>
              <p14:cNvContentPartPr/>
              <p14:nvPr/>
            </p14:nvContentPartPr>
            <p14:xfrm>
              <a:off x="10032278" y="5728896"/>
              <a:ext cx="174240" cy="204480"/>
            </p14:xfrm>
          </p:contentPart>
        </mc:Choice>
        <mc:Fallback xmlns="">
          <p:pic>
            <p:nvPicPr>
              <p:cNvPr id="13322" name="Ink 13321">
                <a:extLst>
                  <a:ext uri="{FF2B5EF4-FFF2-40B4-BE49-F238E27FC236}">
                    <a16:creationId xmlns:a16="http://schemas.microsoft.com/office/drawing/2014/main" id="{79061170-8BD4-10AC-B619-D75C4B8BF453}"/>
                  </a:ext>
                </a:extLst>
              </p:cNvPr>
              <p:cNvPicPr/>
              <p:nvPr/>
            </p:nvPicPr>
            <p:blipFill>
              <a:blip r:embed="rId119"/>
              <a:stretch>
                <a:fillRect/>
              </a:stretch>
            </p:blipFill>
            <p:spPr>
              <a:xfrm>
                <a:off x="10026158" y="5722776"/>
                <a:ext cx="186480" cy="216720"/>
              </a:xfrm>
              <a:prstGeom prst="rect">
                <a:avLst/>
              </a:prstGeom>
            </p:spPr>
          </p:pic>
        </mc:Fallback>
      </mc:AlternateContent>
      <p:grpSp>
        <p:nvGrpSpPr>
          <p:cNvPr id="13325" name="Group 13324">
            <a:extLst>
              <a:ext uri="{FF2B5EF4-FFF2-40B4-BE49-F238E27FC236}">
                <a16:creationId xmlns:a16="http://schemas.microsoft.com/office/drawing/2014/main" id="{ABC3B3BA-5DE9-5F43-126D-6D9F41E1282D}"/>
              </a:ext>
            </a:extLst>
          </p:cNvPr>
          <p:cNvGrpSpPr/>
          <p:nvPr/>
        </p:nvGrpSpPr>
        <p:grpSpPr>
          <a:xfrm>
            <a:off x="11067278" y="5512536"/>
            <a:ext cx="162360" cy="262800"/>
            <a:chOff x="11067278" y="5512536"/>
            <a:chExt cx="162360" cy="262800"/>
          </a:xfrm>
        </p:grpSpPr>
        <mc:AlternateContent xmlns:mc="http://schemas.openxmlformats.org/markup-compatibility/2006" xmlns:p14="http://schemas.microsoft.com/office/powerpoint/2010/main">
          <mc:Choice Requires="p14">
            <p:contentPart p14:bwMode="auto" r:id="rId120">
              <p14:nvContentPartPr>
                <p14:cNvPr id="13323" name="Ink 13322">
                  <a:extLst>
                    <a:ext uri="{FF2B5EF4-FFF2-40B4-BE49-F238E27FC236}">
                      <a16:creationId xmlns:a16="http://schemas.microsoft.com/office/drawing/2014/main" id="{9902A175-B811-0386-532D-1C6AA114D6B7}"/>
                    </a:ext>
                  </a:extLst>
                </p14:cNvPr>
                <p14:cNvContentPartPr/>
                <p14:nvPr/>
              </p14:nvContentPartPr>
              <p14:xfrm>
                <a:off x="11067278" y="5512536"/>
                <a:ext cx="162360" cy="164880"/>
              </p14:xfrm>
            </p:contentPart>
          </mc:Choice>
          <mc:Fallback xmlns="">
            <p:pic>
              <p:nvPicPr>
                <p:cNvPr id="13323" name="Ink 13322">
                  <a:extLst>
                    <a:ext uri="{FF2B5EF4-FFF2-40B4-BE49-F238E27FC236}">
                      <a16:creationId xmlns:a16="http://schemas.microsoft.com/office/drawing/2014/main" id="{9902A175-B811-0386-532D-1C6AA114D6B7}"/>
                    </a:ext>
                  </a:extLst>
                </p:cNvPr>
                <p:cNvPicPr/>
                <p:nvPr/>
              </p:nvPicPr>
              <p:blipFill>
                <a:blip r:embed="rId121"/>
                <a:stretch>
                  <a:fillRect/>
                </a:stretch>
              </p:blipFill>
              <p:spPr>
                <a:xfrm>
                  <a:off x="11061158" y="5506416"/>
                  <a:ext cx="17460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3324" name="Ink 13323">
                  <a:extLst>
                    <a:ext uri="{FF2B5EF4-FFF2-40B4-BE49-F238E27FC236}">
                      <a16:creationId xmlns:a16="http://schemas.microsoft.com/office/drawing/2014/main" id="{FB422C28-8C82-23B3-9432-19278495CFD3}"/>
                    </a:ext>
                  </a:extLst>
                </p14:cNvPr>
                <p14:cNvContentPartPr/>
                <p14:nvPr/>
              </p14:nvContentPartPr>
              <p14:xfrm>
                <a:off x="11129918" y="5585256"/>
                <a:ext cx="65160" cy="190080"/>
              </p14:xfrm>
            </p:contentPart>
          </mc:Choice>
          <mc:Fallback xmlns="">
            <p:pic>
              <p:nvPicPr>
                <p:cNvPr id="13324" name="Ink 13323">
                  <a:extLst>
                    <a:ext uri="{FF2B5EF4-FFF2-40B4-BE49-F238E27FC236}">
                      <a16:creationId xmlns:a16="http://schemas.microsoft.com/office/drawing/2014/main" id="{FB422C28-8C82-23B3-9432-19278495CFD3}"/>
                    </a:ext>
                  </a:extLst>
                </p:cNvPr>
                <p:cNvPicPr/>
                <p:nvPr/>
              </p:nvPicPr>
              <p:blipFill>
                <a:blip r:embed="rId123"/>
                <a:stretch>
                  <a:fillRect/>
                </a:stretch>
              </p:blipFill>
              <p:spPr>
                <a:xfrm>
                  <a:off x="11123798" y="5579136"/>
                  <a:ext cx="77400" cy="202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4">
            <p14:nvContentPartPr>
              <p14:cNvPr id="13328" name="Ink 13327">
                <a:extLst>
                  <a:ext uri="{FF2B5EF4-FFF2-40B4-BE49-F238E27FC236}">
                    <a16:creationId xmlns:a16="http://schemas.microsoft.com/office/drawing/2014/main" id="{3E4C1E53-CF2E-1963-356A-D488C226BD72}"/>
                  </a:ext>
                </a:extLst>
              </p14:cNvPr>
              <p14:cNvContentPartPr/>
              <p14:nvPr/>
            </p14:nvContentPartPr>
            <p14:xfrm>
              <a:off x="11199758" y="6006096"/>
              <a:ext cx="164160" cy="274680"/>
            </p14:xfrm>
          </p:contentPart>
        </mc:Choice>
        <mc:Fallback xmlns="">
          <p:pic>
            <p:nvPicPr>
              <p:cNvPr id="13328" name="Ink 13327">
                <a:extLst>
                  <a:ext uri="{FF2B5EF4-FFF2-40B4-BE49-F238E27FC236}">
                    <a16:creationId xmlns:a16="http://schemas.microsoft.com/office/drawing/2014/main" id="{3E4C1E53-CF2E-1963-356A-D488C226BD72}"/>
                  </a:ext>
                </a:extLst>
              </p:cNvPr>
              <p:cNvPicPr/>
              <p:nvPr/>
            </p:nvPicPr>
            <p:blipFill>
              <a:blip r:embed="rId125"/>
              <a:stretch>
                <a:fillRect/>
              </a:stretch>
            </p:blipFill>
            <p:spPr>
              <a:xfrm>
                <a:off x="11193638" y="5999976"/>
                <a:ext cx="17640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3331" name="Ink 13330">
                <a:extLst>
                  <a:ext uri="{FF2B5EF4-FFF2-40B4-BE49-F238E27FC236}">
                    <a16:creationId xmlns:a16="http://schemas.microsoft.com/office/drawing/2014/main" id="{64676B49-2D15-1DAA-FFAB-800BB593C987}"/>
                  </a:ext>
                </a:extLst>
              </p14:cNvPr>
              <p14:cNvContentPartPr/>
              <p14:nvPr/>
            </p14:nvContentPartPr>
            <p14:xfrm>
              <a:off x="11143958" y="6023016"/>
              <a:ext cx="193680" cy="385560"/>
            </p14:xfrm>
          </p:contentPart>
        </mc:Choice>
        <mc:Fallback xmlns="">
          <p:pic>
            <p:nvPicPr>
              <p:cNvPr id="13331" name="Ink 13330">
                <a:extLst>
                  <a:ext uri="{FF2B5EF4-FFF2-40B4-BE49-F238E27FC236}">
                    <a16:creationId xmlns:a16="http://schemas.microsoft.com/office/drawing/2014/main" id="{64676B49-2D15-1DAA-FFAB-800BB593C987}"/>
                  </a:ext>
                </a:extLst>
              </p:cNvPr>
              <p:cNvPicPr/>
              <p:nvPr/>
            </p:nvPicPr>
            <p:blipFill>
              <a:blip r:embed="rId127"/>
              <a:stretch>
                <a:fillRect/>
              </a:stretch>
            </p:blipFill>
            <p:spPr>
              <a:xfrm>
                <a:off x="11137838" y="6016896"/>
                <a:ext cx="205920" cy="397800"/>
              </a:xfrm>
              <a:prstGeom prst="rect">
                <a:avLst/>
              </a:prstGeom>
            </p:spPr>
          </p:pic>
        </mc:Fallback>
      </mc:AlternateContent>
      <p:grpSp>
        <p:nvGrpSpPr>
          <p:cNvPr id="13333" name="Group 13332">
            <a:extLst>
              <a:ext uri="{FF2B5EF4-FFF2-40B4-BE49-F238E27FC236}">
                <a16:creationId xmlns:a16="http://schemas.microsoft.com/office/drawing/2014/main" id="{0E5A8099-B7D5-E293-BBDF-05CE7124B077}"/>
              </a:ext>
            </a:extLst>
          </p:cNvPr>
          <p:cNvGrpSpPr/>
          <p:nvPr/>
        </p:nvGrpSpPr>
        <p:grpSpPr>
          <a:xfrm>
            <a:off x="10142438" y="6020856"/>
            <a:ext cx="246240" cy="666000"/>
            <a:chOff x="10142438" y="6020856"/>
            <a:chExt cx="246240" cy="666000"/>
          </a:xfrm>
        </p:grpSpPr>
        <mc:AlternateContent xmlns:mc="http://schemas.openxmlformats.org/markup-compatibility/2006" xmlns:p14="http://schemas.microsoft.com/office/powerpoint/2010/main">
          <mc:Choice Requires="p14">
            <p:contentPart p14:bwMode="auto" r:id="rId128">
              <p14:nvContentPartPr>
                <p14:cNvPr id="13326" name="Ink 13325">
                  <a:extLst>
                    <a:ext uri="{FF2B5EF4-FFF2-40B4-BE49-F238E27FC236}">
                      <a16:creationId xmlns:a16="http://schemas.microsoft.com/office/drawing/2014/main" id="{09C54837-040C-B55D-8BDC-B7B1C3E48DD8}"/>
                    </a:ext>
                  </a:extLst>
                </p14:cNvPr>
                <p14:cNvContentPartPr/>
                <p14:nvPr/>
              </p14:nvContentPartPr>
              <p14:xfrm>
                <a:off x="10164398" y="6349176"/>
                <a:ext cx="196920" cy="201240"/>
              </p14:xfrm>
            </p:contentPart>
          </mc:Choice>
          <mc:Fallback xmlns="">
            <p:pic>
              <p:nvPicPr>
                <p:cNvPr id="13326" name="Ink 13325">
                  <a:extLst>
                    <a:ext uri="{FF2B5EF4-FFF2-40B4-BE49-F238E27FC236}">
                      <a16:creationId xmlns:a16="http://schemas.microsoft.com/office/drawing/2014/main" id="{09C54837-040C-B55D-8BDC-B7B1C3E48DD8}"/>
                    </a:ext>
                  </a:extLst>
                </p:cNvPr>
                <p:cNvPicPr/>
                <p:nvPr/>
              </p:nvPicPr>
              <p:blipFill>
                <a:blip r:embed="rId129"/>
                <a:stretch>
                  <a:fillRect/>
                </a:stretch>
              </p:blipFill>
              <p:spPr>
                <a:xfrm>
                  <a:off x="10158278" y="6343056"/>
                  <a:ext cx="20916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3327" name="Ink 13326">
                  <a:extLst>
                    <a:ext uri="{FF2B5EF4-FFF2-40B4-BE49-F238E27FC236}">
                      <a16:creationId xmlns:a16="http://schemas.microsoft.com/office/drawing/2014/main" id="{AE041A22-D967-543C-8F70-B9823F2DFF45}"/>
                    </a:ext>
                  </a:extLst>
                </p14:cNvPr>
                <p14:cNvContentPartPr/>
                <p14:nvPr/>
              </p14:nvContentPartPr>
              <p14:xfrm>
                <a:off x="10240358" y="6410736"/>
                <a:ext cx="59400" cy="241920"/>
              </p14:xfrm>
            </p:contentPart>
          </mc:Choice>
          <mc:Fallback xmlns="">
            <p:pic>
              <p:nvPicPr>
                <p:cNvPr id="13327" name="Ink 13326">
                  <a:extLst>
                    <a:ext uri="{FF2B5EF4-FFF2-40B4-BE49-F238E27FC236}">
                      <a16:creationId xmlns:a16="http://schemas.microsoft.com/office/drawing/2014/main" id="{AE041A22-D967-543C-8F70-B9823F2DFF45}"/>
                    </a:ext>
                  </a:extLst>
                </p:cNvPr>
                <p:cNvPicPr/>
                <p:nvPr/>
              </p:nvPicPr>
              <p:blipFill>
                <a:blip r:embed="rId131"/>
                <a:stretch>
                  <a:fillRect/>
                </a:stretch>
              </p:blipFill>
              <p:spPr>
                <a:xfrm>
                  <a:off x="10234238" y="6404616"/>
                  <a:ext cx="7164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3330" name="Ink 13329">
                  <a:extLst>
                    <a:ext uri="{FF2B5EF4-FFF2-40B4-BE49-F238E27FC236}">
                      <a16:creationId xmlns:a16="http://schemas.microsoft.com/office/drawing/2014/main" id="{F56A9B7E-6A37-CF4C-C472-4BE880D9C930}"/>
                    </a:ext>
                  </a:extLst>
                </p14:cNvPr>
                <p14:cNvContentPartPr/>
                <p14:nvPr/>
              </p14:nvContentPartPr>
              <p14:xfrm>
                <a:off x="10174478" y="6394896"/>
                <a:ext cx="214200" cy="291960"/>
              </p14:xfrm>
            </p:contentPart>
          </mc:Choice>
          <mc:Fallback xmlns="">
            <p:pic>
              <p:nvPicPr>
                <p:cNvPr id="13330" name="Ink 13329">
                  <a:extLst>
                    <a:ext uri="{FF2B5EF4-FFF2-40B4-BE49-F238E27FC236}">
                      <a16:creationId xmlns:a16="http://schemas.microsoft.com/office/drawing/2014/main" id="{F56A9B7E-6A37-CF4C-C472-4BE880D9C930}"/>
                    </a:ext>
                  </a:extLst>
                </p:cNvPr>
                <p:cNvPicPr/>
                <p:nvPr/>
              </p:nvPicPr>
              <p:blipFill>
                <a:blip r:embed="rId133"/>
                <a:stretch>
                  <a:fillRect/>
                </a:stretch>
              </p:blipFill>
              <p:spPr>
                <a:xfrm>
                  <a:off x="10168358" y="6388776"/>
                  <a:ext cx="22644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3332" name="Ink 13331">
                  <a:extLst>
                    <a:ext uri="{FF2B5EF4-FFF2-40B4-BE49-F238E27FC236}">
                      <a16:creationId xmlns:a16="http://schemas.microsoft.com/office/drawing/2014/main" id="{0168757E-A470-BAD3-C1C9-94FD1CAD7D61}"/>
                    </a:ext>
                  </a:extLst>
                </p14:cNvPr>
                <p14:cNvContentPartPr/>
                <p14:nvPr/>
              </p14:nvContentPartPr>
              <p14:xfrm>
                <a:off x="10142438" y="6020856"/>
                <a:ext cx="221400" cy="268560"/>
              </p14:xfrm>
            </p:contentPart>
          </mc:Choice>
          <mc:Fallback xmlns="">
            <p:pic>
              <p:nvPicPr>
                <p:cNvPr id="13332" name="Ink 13331">
                  <a:extLst>
                    <a:ext uri="{FF2B5EF4-FFF2-40B4-BE49-F238E27FC236}">
                      <a16:creationId xmlns:a16="http://schemas.microsoft.com/office/drawing/2014/main" id="{0168757E-A470-BAD3-C1C9-94FD1CAD7D61}"/>
                    </a:ext>
                  </a:extLst>
                </p:cNvPr>
                <p:cNvPicPr/>
                <p:nvPr/>
              </p:nvPicPr>
              <p:blipFill>
                <a:blip r:embed="rId135"/>
                <a:stretch>
                  <a:fillRect/>
                </a:stretch>
              </p:blipFill>
              <p:spPr>
                <a:xfrm>
                  <a:off x="10136318" y="6014736"/>
                  <a:ext cx="233640" cy="280800"/>
                </a:xfrm>
                <a:prstGeom prst="rect">
                  <a:avLst/>
                </a:prstGeom>
              </p:spPr>
            </p:pic>
          </mc:Fallback>
        </mc:AlternateContent>
      </p:grpSp>
      <p:grpSp>
        <p:nvGrpSpPr>
          <p:cNvPr id="13336" name="Group 13335">
            <a:extLst>
              <a:ext uri="{FF2B5EF4-FFF2-40B4-BE49-F238E27FC236}">
                <a16:creationId xmlns:a16="http://schemas.microsoft.com/office/drawing/2014/main" id="{BDE9FE1D-3942-8DC2-BB76-26012AF5CE1E}"/>
              </a:ext>
            </a:extLst>
          </p:cNvPr>
          <p:cNvGrpSpPr/>
          <p:nvPr/>
        </p:nvGrpSpPr>
        <p:grpSpPr>
          <a:xfrm>
            <a:off x="11246558" y="5785776"/>
            <a:ext cx="261360" cy="245520"/>
            <a:chOff x="11246558" y="5785776"/>
            <a:chExt cx="261360" cy="245520"/>
          </a:xfrm>
        </p:grpSpPr>
        <mc:AlternateContent xmlns:mc="http://schemas.openxmlformats.org/markup-compatibility/2006" xmlns:p14="http://schemas.microsoft.com/office/powerpoint/2010/main">
          <mc:Choice Requires="p14">
            <p:contentPart p14:bwMode="auto" r:id="rId136">
              <p14:nvContentPartPr>
                <p14:cNvPr id="13334" name="Ink 13333">
                  <a:extLst>
                    <a:ext uri="{FF2B5EF4-FFF2-40B4-BE49-F238E27FC236}">
                      <a16:creationId xmlns:a16="http://schemas.microsoft.com/office/drawing/2014/main" id="{6E044A32-C0AE-4460-8851-E8035A0122F4}"/>
                    </a:ext>
                  </a:extLst>
                </p14:cNvPr>
                <p14:cNvContentPartPr/>
                <p14:nvPr/>
              </p14:nvContentPartPr>
              <p14:xfrm>
                <a:off x="11246558" y="5796576"/>
                <a:ext cx="61560" cy="234720"/>
              </p14:xfrm>
            </p:contentPart>
          </mc:Choice>
          <mc:Fallback xmlns="">
            <p:pic>
              <p:nvPicPr>
                <p:cNvPr id="13334" name="Ink 13333">
                  <a:extLst>
                    <a:ext uri="{FF2B5EF4-FFF2-40B4-BE49-F238E27FC236}">
                      <a16:creationId xmlns:a16="http://schemas.microsoft.com/office/drawing/2014/main" id="{6E044A32-C0AE-4460-8851-E8035A0122F4}"/>
                    </a:ext>
                  </a:extLst>
                </p:cNvPr>
                <p:cNvPicPr/>
                <p:nvPr/>
              </p:nvPicPr>
              <p:blipFill>
                <a:blip r:embed="rId137"/>
                <a:stretch>
                  <a:fillRect/>
                </a:stretch>
              </p:blipFill>
              <p:spPr>
                <a:xfrm>
                  <a:off x="11240438" y="5790456"/>
                  <a:ext cx="7380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3335" name="Ink 13334">
                  <a:extLst>
                    <a:ext uri="{FF2B5EF4-FFF2-40B4-BE49-F238E27FC236}">
                      <a16:creationId xmlns:a16="http://schemas.microsoft.com/office/drawing/2014/main" id="{1EA2E981-8BC2-2BAB-8009-343DF01FF33B}"/>
                    </a:ext>
                  </a:extLst>
                </p14:cNvPr>
                <p14:cNvContentPartPr/>
                <p14:nvPr/>
              </p14:nvContentPartPr>
              <p14:xfrm>
                <a:off x="11383358" y="5785776"/>
                <a:ext cx="124560" cy="216360"/>
              </p14:xfrm>
            </p:contentPart>
          </mc:Choice>
          <mc:Fallback xmlns="">
            <p:pic>
              <p:nvPicPr>
                <p:cNvPr id="13335" name="Ink 13334">
                  <a:extLst>
                    <a:ext uri="{FF2B5EF4-FFF2-40B4-BE49-F238E27FC236}">
                      <a16:creationId xmlns:a16="http://schemas.microsoft.com/office/drawing/2014/main" id="{1EA2E981-8BC2-2BAB-8009-343DF01FF33B}"/>
                    </a:ext>
                  </a:extLst>
                </p:cNvPr>
                <p:cNvPicPr/>
                <p:nvPr/>
              </p:nvPicPr>
              <p:blipFill>
                <a:blip r:embed="rId139"/>
                <a:stretch>
                  <a:fillRect/>
                </a:stretch>
              </p:blipFill>
              <p:spPr>
                <a:xfrm>
                  <a:off x="11377238" y="5779656"/>
                  <a:ext cx="136800" cy="228600"/>
                </a:xfrm>
                <a:prstGeom prst="rect">
                  <a:avLst/>
                </a:prstGeom>
              </p:spPr>
            </p:pic>
          </mc:Fallback>
        </mc:AlternateContent>
      </p:grpSp>
    </p:spTree>
    <p:extLst>
      <p:ext uri="{BB962C8B-B14F-4D97-AF65-F5344CB8AC3E}">
        <p14:creationId xmlns:p14="http://schemas.microsoft.com/office/powerpoint/2010/main" val="35625522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963C6AC-2643-D804-BADE-B8ED31081B7E}"/>
              </a:ext>
            </a:extLst>
          </p:cNvPr>
          <p:cNvPicPr>
            <a:picLocks noChangeAspect="1"/>
          </p:cNvPicPr>
          <p:nvPr/>
        </p:nvPicPr>
        <p:blipFill>
          <a:blip r:embed="rId2"/>
          <a:stretch>
            <a:fillRect/>
          </a:stretch>
        </p:blipFill>
        <p:spPr>
          <a:xfrm>
            <a:off x="0" y="0"/>
            <a:ext cx="6333662" cy="6673174"/>
          </a:xfrm>
          <a:prstGeom prst="rect">
            <a:avLst/>
          </a:prstGeom>
        </p:spPr>
      </p:pic>
      <p:pic>
        <p:nvPicPr>
          <p:cNvPr id="7" name="Picture 6">
            <a:extLst>
              <a:ext uri="{FF2B5EF4-FFF2-40B4-BE49-F238E27FC236}">
                <a16:creationId xmlns:a16="http://schemas.microsoft.com/office/drawing/2014/main" id="{B1FA4BD4-4B31-421B-A1E9-1459C7249E24}"/>
              </a:ext>
            </a:extLst>
          </p:cNvPr>
          <p:cNvPicPr>
            <a:picLocks noChangeAspect="1"/>
          </p:cNvPicPr>
          <p:nvPr/>
        </p:nvPicPr>
        <p:blipFill>
          <a:blip r:embed="rId3"/>
          <a:stretch>
            <a:fillRect/>
          </a:stretch>
        </p:blipFill>
        <p:spPr>
          <a:xfrm>
            <a:off x="8108522" y="135910"/>
            <a:ext cx="3017782" cy="3200677"/>
          </a:xfrm>
          <a:prstGeom prst="rect">
            <a:avLst/>
          </a:prstGeom>
        </p:spPr>
      </p:pic>
      <p:pic>
        <p:nvPicPr>
          <p:cNvPr id="9" name="Picture 8">
            <a:extLst>
              <a:ext uri="{FF2B5EF4-FFF2-40B4-BE49-F238E27FC236}">
                <a16:creationId xmlns:a16="http://schemas.microsoft.com/office/drawing/2014/main" id="{F0CF61A9-098A-6B08-E3F3-8C114D16B040}"/>
              </a:ext>
            </a:extLst>
          </p:cNvPr>
          <p:cNvPicPr>
            <a:picLocks noChangeAspect="1"/>
          </p:cNvPicPr>
          <p:nvPr/>
        </p:nvPicPr>
        <p:blipFill>
          <a:blip r:embed="rId4"/>
          <a:stretch>
            <a:fillRect/>
          </a:stretch>
        </p:blipFill>
        <p:spPr>
          <a:xfrm>
            <a:off x="7707985" y="3336587"/>
            <a:ext cx="3839650" cy="3200677"/>
          </a:xfrm>
          <a:prstGeom prst="rect">
            <a:avLst/>
          </a:prstGeom>
        </p:spPr>
      </p:pic>
      <p:grpSp>
        <p:nvGrpSpPr>
          <p:cNvPr id="6" name="Group 5">
            <a:extLst>
              <a:ext uri="{FF2B5EF4-FFF2-40B4-BE49-F238E27FC236}">
                <a16:creationId xmlns:a16="http://schemas.microsoft.com/office/drawing/2014/main" id="{5B069B81-0F81-DA34-A41B-0BD626031A83}"/>
              </a:ext>
            </a:extLst>
          </p:cNvPr>
          <p:cNvGrpSpPr/>
          <p:nvPr/>
        </p:nvGrpSpPr>
        <p:grpSpPr>
          <a:xfrm>
            <a:off x="7979940" y="4503900"/>
            <a:ext cx="1771200" cy="189360"/>
            <a:chOff x="7979940" y="4503900"/>
            <a:chExt cx="1771200" cy="189360"/>
          </a:xfrm>
        </p:grpSpPr>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A6CAAE8B-1F35-DA84-ECD6-3D57BE451815}"/>
                    </a:ext>
                  </a:extLst>
                </p14:cNvPr>
                <p14:cNvContentPartPr/>
                <p14:nvPr/>
              </p14:nvContentPartPr>
              <p14:xfrm>
                <a:off x="9750780" y="4622340"/>
                <a:ext cx="360" cy="360"/>
              </p14:xfrm>
            </p:contentPart>
          </mc:Choice>
          <mc:Fallback>
            <p:pic>
              <p:nvPicPr>
                <p:cNvPr id="2" name="Ink 1">
                  <a:extLst>
                    <a:ext uri="{FF2B5EF4-FFF2-40B4-BE49-F238E27FC236}">
                      <a16:creationId xmlns:a16="http://schemas.microsoft.com/office/drawing/2014/main" id="{A6CAAE8B-1F35-DA84-ECD6-3D57BE451815}"/>
                    </a:ext>
                  </a:extLst>
                </p:cNvPr>
                <p:cNvPicPr/>
                <p:nvPr/>
              </p:nvPicPr>
              <p:blipFill>
                <a:blip r:embed="rId6"/>
                <a:stretch>
                  <a:fillRect/>
                </a:stretch>
              </p:blipFill>
              <p:spPr>
                <a:xfrm>
                  <a:off x="9746460" y="4618020"/>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73FEF957-3143-CBB1-61C1-10CFC03C4530}"/>
                    </a:ext>
                  </a:extLst>
                </p14:cNvPr>
                <p14:cNvContentPartPr/>
                <p14:nvPr/>
              </p14:nvContentPartPr>
              <p14:xfrm>
                <a:off x="8056620" y="4580220"/>
                <a:ext cx="1638720" cy="113040"/>
              </p14:xfrm>
            </p:contentPart>
          </mc:Choice>
          <mc:Fallback>
            <p:pic>
              <p:nvPicPr>
                <p:cNvPr id="3" name="Ink 2">
                  <a:extLst>
                    <a:ext uri="{FF2B5EF4-FFF2-40B4-BE49-F238E27FC236}">
                      <a16:creationId xmlns:a16="http://schemas.microsoft.com/office/drawing/2014/main" id="{73FEF957-3143-CBB1-61C1-10CFC03C4530}"/>
                    </a:ext>
                  </a:extLst>
                </p:cNvPr>
                <p:cNvPicPr/>
                <p:nvPr/>
              </p:nvPicPr>
              <p:blipFill>
                <a:blip r:embed="rId8"/>
                <a:stretch>
                  <a:fillRect/>
                </a:stretch>
              </p:blipFill>
              <p:spPr>
                <a:xfrm>
                  <a:off x="8052300" y="4575900"/>
                  <a:ext cx="1647360" cy="1216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4" name="Ink 3">
                  <a:extLst>
                    <a:ext uri="{FF2B5EF4-FFF2-40B4-BE49-F238E27FC236}">
                      <a16:creationId xmlns:a16="http://schemas.microsoft.com/office/drawing/2014/main" id="{AD57E436-41B5-7296-D2A1-891D0CC7E6E2}"/>
                    </a:ext>
                  </a:extLst>
                </p14:cNvPr>
                <p14:cNvContentPartPr/>
                <p14:nvPr/>
              </p14:nvContentPartPr>
              <p14:xfrm>
                <a:off x="7979940" y="4503900"/>
                <a:ext cx="182880" cy="168840"/>
              </p14:xfrm>
            </p:contentPart>
          </mc:Choice>
          <mc:Fallback>
            <p:pic>
              <p:nvPicPr>
                <p:cNvPr id="4" name="Ink 3">
                  <a:extLst>
                    <a:ext uri="{FF2B5EF4-FFF2-40B4-BE49-F238E27FC236}">
                      <a16:creationId xmlns:a16="http://schemas.microsoft.com/office/drawing/2014/main" id="{AD57E436-41B5-7296-D2A1-891D0CC7E6E2}"/>
                    </a:ext>
                  </a:extLst>
                </p:cNvPr>
                <p:cNvPicPr/>
                <p:nvPr/>
              </p:nvPicPr>
              <p:blipFill>
                <a:blip r:embed="rId10"/>
                <a:stretch>
                  <a:fillRect/>
                </a:stretch>
              </p:blipFill>
              <p:spPr>
                <a:xfrm>
                  <a:off x="7975620" y="4499580"/>
                  <a:ext cx="191520" cy="177480"/>
                </a:xfrm>
                <a:prstGeom prst="rect">
                  <a:avLst/>
                </a:prstGeom>
              </p:spPr>
            </p:pic>
          </mc:Fallback>
        </mc:AlternateContent>
      </p:grpSp>
      <p:grpSp>
        <p:nvGrpSpPr>
          <p:cNvPr id="11" name="Group 10">
            <a:extLst>
              <a:ext uri="{FF2B5EF4-FFF2-40B4-BE49-F238E27FC236}">
                <a16:creationId xmlns:a16="http://schemas.microsoft.com/office/drawing/2014/main" id="{D2748CF6-C7D2-F729-D51D-CC62D28AD195}"/>
              </a:ext>
            </a:extLst>
          </p:cNvPr>
          <p:cNvGrpSpPr/>
          <p:nvPr/>
        </p:nvGrpSpPr>
        <p:grpSpPr>
          <a:xfrm>
            <a:off x="7969140" y="5251980"/>
            <a:ext cx="1732680" cy="135360"/>
            <a:chOff x="7969140" y="5251980"/>
            <a:chExt cx="1732680" cy="135360"/>
          </a:xfrm>
        </p:grpSpPr>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7A0F8C8C-71CB-9022-9EF8-CBF00285F6AB}"/>
                    </a:ext>
                  </a:extLst>
                </p14:cNvPr>
                <p14:cNvContentPartPr/>
                <p14:nvPr/>
              </p14:nvContentPartPr>
              <p14:xfrm>
                <a:off x="7969140" y="5251980"/>
                <a:ext cx="127440" cy="135360"/>
              </p14:xfrm>
            </p:contentPart>
          </mc:Choice>
          <mc:Fallback>
            <p:pic>
              <p:nvPicPr>
                <p:cNvPr id="8" name="Ink 7">
                  <a:extLst>
                    <a:ext uri="{FF2B5EF4-FFF2-40B4-BE49-F238E27FC236}">
                      <a16:creationId xmlns:a16="http://schemas.microsoft.com/office/drawing/2014/main" id="{7A0F8C8C-71CB-9022-9EF8-CBF00285F6AB}"/>
                    </a:ext>
                  </a:extLst>
                </p:cNvPr>
                <p:cNvPicPr/>
                <p:nvPr/>
              </p:nvPicPr>
              <p:blipFill>
                <a:blip r:embed="rId12"/>
                <a:stretch>
                  <a:fillRect/>
                </a:stretch>
              </p:blipFill>
              <p:spPr>
                <a:xfrm>
                  <a:off x="7964820" y="5247660"/>
                  <a:ext cx="13608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5524AC87-2052-C3CF-69A0-00139D5EE007}"/>
                    </a:ext>
                  </a:extLst>
                </p14:cNvPr>
                <p14:cNvContentPartPr/>
                <p14:nvPr/>
              </p14:nvContentPartPr>
              <p14:xfrm>
                <a:off x="8031060" y="5254500"/>
                <a:ext cx="1670760" cy="89280"/>
              </p14:xfrm>
            </p:contentPart>
          </mc:Choice>
          <mc:Fallback>
            <p:pic>
              <p:nvPicPr>
                <p:cNvPr id="10" name="Ink 9">
                  <a:extLst>
                    <a:ext uri="{FF2B5EF4-FFF2-40B4-BE49-F238E27FC236}">
                      <a16:creationId xmlns:a16="http://schemas.microsoft.com/office/drawing/2014/main" id="{5524AC87-2052-C3CF-69A0-00139D5EE007}"/>
                    </a:ext>
                  </a:extLst>
                </p:cNvPr>
                <p:cNvPicPr/>
                <p:nvPr/>
              </p:nvPicPr>
              <p:blipFill>
                <a:blip r:embed="rId14"/>
                <a:stretch>
                  <a:fillRect/>
                </a:stretch>
              </p:blipFill>
              <p:spPr>
                <a:xfrm>
                  <a:off x="8026740" y="5250180"/>
                  <a:ext cx="1679400" cy="97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E7A8913F-4178-9F55-117D-4618A550709D}"/>
                  </a:ext>
                </a:extLst>
              </p14:cNvPr>
              <p14:cNvContentPartPr/>
              <p14:nvPr/>
            </p14:nvContentPartPr>
            <p14:xfrm>
              <a:off x="8635860" y="2030700"/>
              <a:ext cx="1100160" cy="43560"/>
            </p14:xfrm>
          </p:contentPart>
        </mc:Choice>
        <mc:Fallback>
          <p:pic>
            <p:nvPicPr>
              <p:cNvPr id="12" name="Ink 11">
                <a:extLst>
                  <a:ext uri="{FF2B5EF4-FFF2-40B4-BE49-F238E27FC236}">
                    <a16:creationId xmlns:a16="http://schemas.microsoft.com/office/drawing/2014/main" id="{E7A8913F-4178-9F55-117D-4618A550709D}"/>
                  </a:ext>
                </a:extLst>
              </p:cNvPr>
              <p:cNvPicPr/>
              <p:nvPr/>
            </p:nvPicPr>
            <p:blipFill>
              <a:blip r:embed="rId16"/>
              <a:stretch>
                <a:fillRect/>
              </a:stretch>
            </p:blipFill>
            <p:spPr>
              <a:xfrm>
                <a:off x="8631540" y="2026380"/>
                <a:ext cx="1108800" cy="522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3" name="Ink 12">
                <a:extLst>
                  <a:ext uri="{FF2B5EF4-FFF2-40B4-BE49-F238E27FC236}">
                    <a16:creationId xmlns:a16="http://schemas.microsoft.com/office/drawing/2014/main" id="{701F7577-12BD-8B3D-628B-154042E554A5}"/>
                  </a:ext>
                </a:extLst>
              </p14:cNvPr>
              <p14:cNvContentPartPr/>
              <p14:nvPr/>
            </p14:nvContentPartPr>
            <p14:xfrm>
              <a:off x="8634780" y="1334100"/>
              <a:ext cx="1051920" cy="41400"/>
            </p14:xfrm>
          </p:contentPart>
        </mc:Choice>
        <mc:Fallback>
          <p:pic>
            <p:nvPicPr>
              <p:cNvPr id="13" name="Ink 12">
                <a:extLst>
                  <a:ext uri="{FF2B5EF4-FFF2-40B4-BE49-F238E27FC236}">
                    <a16:creationId xmlns:a16="http://schemas.microsoft.com/office/drawing/2014/main" id="{701F7577-12BD-8B3D-628B-154042E554A5}"/>
                  </a:ext>
                </a:extLst>
              </p:cNvPr>
              <p:cNvPicPr/>
              <p:nvPr/>
            </p:nvPicPr>
            <p:blipFill>
              <a:blip r:embed="rId18"/>
              <a:stretch>
                <a:fillRect/>
              </a:stretch>
            </p:blipFill>
            <p:spPr>
              <a:xfrm>
                <a:off x="8630460" y="1329780"/>
                <a:ext cx="1060560" cy="50040"/>
              </a:xfrm>
              <a:prstGeom prst="rect">
                <a:avLst/>
              </a:prstGeom>
            </p:spPr>
          </p:pic>
        </mc:Fallback>
      </mc:AlternateContent>
      <p:grpSp>
        <p:nvGrpSpPr>
          <p:cNvPr id="16" name="Group 15">
            <a:extLst>
              <a:ext uri="{FF2B5EF4-FFF2-40B4-BE49-F238E27FC236}">
                <a16:creationId xmlns:a16="http://schemas.microsoft.com/office/drawing/2014/main" id="{CFCF194B-63D9-9BF5-D035-95EDF13FE2E5}"/>
              </a:ext>
            </a:extLst>
          </p:cNvPr>
          <p:cNvGrpSpPr/>
          <p:nvPr/>
        </p:nvGrpSpPr>
        <p:grpSpPr>
          <a:xfrm>
            <a:off x="5070420" y="4961460"/>
            <a:ext cx="157320" cy="128520"/>
            <a:chOff x="5070420" y="4961460"/>
            <a:chExt cx="157320" cy="128520"/>
          </a:xfrm>
        </p:grpSpPr>
        <mc:AlternateContent xmlns:mc="http://schemas.openxmlformats.org/markup-compatibility/2006">
          <mc:Choice xmlns:p14="http://schemas.microsoft.com/office/powerpoint/2010/main" Requires="p14">
            <p:contentPart p14:bwMode="auto" r:id="rId19">
              <p14:nvContentPartPr>
                <p14:cNvPr id="14" name="Ink 13">
                  <a:extLst>
                    <a:ext uri="{FF2B5EF4-FFF2-40B4-BE49-F238E27FC236}">
                      <a16:creationId xmlns:a16="http://schemas.microsoft.com/office/drawing/2014/main" id="{97847FF5-BCCF-9F59-9B47-7613E9600B54}"/>
                    </a:ext>
                  </a:extLst>
                </p14:cNvPr>
                <p14:cNvContentPartPr/>
                <p14:nvPr/>
              </p14:nvContentPartPr>
              <p14:xfrm>
                <a:off x="5071500" y="4961460"/>
                <a:ext cx="141480" cy="95040"/>
              </p14:xfrm>
            </p:contentPart>
          </mc:Choice>
          <mc:Fallback>
            <p:pic>
              <p:nvPicPr>
                <p:cNvPr id="14" name="Ink 13">
                  <a:extLst>
                    <a:ext uri="{FF2B5EF4-FFF2-40B4-BE49-F238E27FC236}">
                      <a16:creationId xmlns:a16="http://schemas.microsoft.com/office/drawing/2014/main" id="{97847FF5-BCCF-9F59-9B47-7613E9600B54}"/>
                    </a:ext>
                  </a:extLst>
                </p:cNvPr>
                <p:cNvPicPr/>
                <p:nvPr/>
              </p:nvPicPr>
              <p:blipFill>
                <a:blip r:embed="rId20"/>
                <a:stretch>
                  <a:fillRect/>
                </a:stretch>
              </p:blipFill>
              <p:spPr>
                <a:xfrm>
                  <a:off x="5067180" y="4957140"/>
                  <a:ext cx="15012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5" name="Ink 14">
                  <a:extLst>
                    <a:ext uri="{FF2B5EF4-FFF2-40B4-BE49-F238E27FC236}">
                      <a16:creationId xmlns:a16="http://schemas.microsoft.com/office/drawing/2014/main" id="{A9FE6C0D-E56F-8A93-3769-6E61A3CBBEB3}"/>
                    </a:ext>
                  </a:extLst>
                </p14:cNvPr>
                <p14:cNvContentPartPr/>
                <p14:nvPr/>
              </p14:nvContentPartPr>
              <p14:xfrm>
                <a:off x="5070420" y="5003940"/>
                <a:ext cx="157320" cy="86040"/>
              </p14:xfrm>
            </p:contentPart>
          </mc:Choice>
          <mc:Fallback>
            <p:pic>
              <p:nvPicPr>
                <p:cNvPr id="15" name="Ink 14">
                  <a:extLst>
                    <a:ext uri="{FF2B5EF4-FFF2-40B4-BE49-F238E27FC236}">
                      <a16:creationId xmlns:a16="http://schemas.microsoft.com/office/drawing/2014/main" id="{A9FE6C0D-E56F-8A93-3769-6E61A3CBBEB3}"/>
                    </a:ext>
                  </a:extLst>
                </p:cNvPr>
                <p:cNvPicPr/>
                <p:nvPr/>
              </p:nvPicPr>
              <p:blipFill>
                <a:blip r:embed="rId22"/>
                <a:stretch>
                  <a:fillRect/>
                </a:stretch>
              </p:blipFill>
              <p:spPr>
                <a:xfrm>
                  <a:off x="5066100" y="4999620"/>
                  <a:ext cx="165960" cy="94680"/>
                </a:xfrm>
                <a:prstGeom prst="rect">
                  <a:avLst/>
                </a:prstGeom>
              </p:spPr>
            </p:pic>
          </mc:Fallback>
        </mc:AlternateContent>
      </p:grpSp>
      <p:grpSp>
        <p:nvGrpSpPr>
          <p:cNvPr id="24" name="Group 23">
            <a:extLst>
              <a:ext uri="{FF2B5EF4-FFF2-40B4-BE49-F238E27FC236}">
                <a16:creationId xmlns:a16="http://schemas.microsoft.com/office/drawing/2014/main" id="{85DC29B3-75C9-23EA-A270-EB6005FCE602}"/>
              </a:ext>
            </a:extLst>
          </p:cNvPr>
          <p:cNvGrpSpPr/>
          <p:nvPr/>
        </p:nvGrpSpPr>
        <p:grpSpPr>
          <a:xfrm>
            <a:off x="4323780" y="1160580"/>
            <a:ext cx="888120" cy="324720"/>
            <a:chOff x="4323780" y="1160580"/>
            <a:chExt cx="888120" cy="324720"/>
          </a:xfrm>
        </p:grpSpPr>
        <mc:AlternateContent xmlns:mc="http://schemas.openxmlformats.org/markup-compatibility/2006">
          <mc:Choice xmlns:p14="http://schemas.microsoft.com/office/powerpoint/2010/main" Requires="p14">
            <p:contentPart p14:bwMode="auto" r:id="rId23">
              <p14:nvContentPartPr>
                <p14:cNvPr id="17" name="Ink 16">
                  <a:extLst>
                    <a:ext uri="{FF2B5EF4-FFF2-40B4-BE49-F238E27FC236}">
                      <a16:creationId xmlns:a16="http://schemas.microsoft.com/office/drawing/2014/main" id="{6C445BBF-DFC5-148C-00CB-1419BCB437D2}"/>
                    </a:ext>
                  </a:extLst>
                </p14:cNvPr>
                <p14:cNvContentPartPr/>
                <p14:nvPr/>
              </p14:nvContentPartPr>
              <p14:xfrm>
                <a:off x="4591980" y="1270020"/>
                <a:ext cx="131760" cy="177120"/>
              </p14:xfrm>
            </p:contentPart>
          </mc:Choice>
          <mc:Fallback>
            <p:pic>
              <p:nvPicPr>
                <p:cNvPr id="17" name="Ink 16">
                  <a:extLst>
                    <a:ext uri="{FF2B5EF4-FFF2-40B4-BE49-F238E27FC236}">
                      <a16:creationId xmlns:a16="http://schemas.microsoft.com/office/drawing/2014/main" id="{6C445BBF-DFC5-148C-00CB-1419BCB437D2}"/>
                    </a:ext>
                  </a:extLst>
                </p:cNvPr>
                <p:cNvPicPr/>
                <p:nvPr/>
              </p:nvPicPr>
              <p:blipFill>
                <a:blip r:embed="rId24"/>
                <a:stretch>
                  <a:fillRect/>
                </a:stretch>
              </p:blipFill>
              <p:spPr>
                <a:xfrm>
                  <a:off x="4587660" y="1265700"/>
                  <a:ext cx="14040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8" name="Ink 17">
                  <a:extLst>
                    <a:ext uri="{FF2B5EF4-FFF2-40B4-BE49-F238E27FC236}">
                      <a16:creationId xmlns:a16="http://schemas.microsoft.com/office/drawing/2014/main" id="{E827421E-0B90-98A6-C79B-F6433EAFD370}"/>
                    </a:ext>
                  </a:extLst>
                </p14:cNvPr>
                <p14:cNvContentPartPr/>
                <p14:nvPr/>
              </p14:nvContentPartPr>
              <p14:xfrm>
                <a:off x="4724100" y="1160580"/>
                <a:ext cx="116640" cy="108000"/>
              </p14:xfrm>
            </p:contentPart>
          </mc:Choice>
          <mc:Fallback>
            <p:pic>
              <p:nvPicPr>
                <p:cNvPr id="18" name="Ink 17">
                  <a:extLst>
                    <a:ext uri="{FF2B5EF4-FFF2-40B4-BE49-F238E27FC236}">
                      <a16:creationId xmlns:a16="http://schemas.microsoft.com/office/drawing/2014/main" id="{E827421E-0B90-98A6-C79B-F6433EAFD370}"/>
                    </a:ext>
                  </a:extLst>
                </p:cNvPr>
                <p:cNvPicPr/>
                <p:nvPr/>
              </p:nvPicPr>
              <p:blipFill>
                <a:blip r:embed="rId26"/>
                <a:stretch>
                  <a:fillRect/>
                </a:stretch>
              </p:blipFill>
              <p:spPr>
                <a:xfrm>
                  <a:off x="4719780" y="1156260"/>
                  <a:ext cx="12528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0" name="Ink 19">
                  <a:extLst>
                    <a:ext uri="{FF2B5EF4-FFF2-40B4-BE49-F238E27FC236}">
                      <a16:creationId xmlns:a16="http://schemas.microsoft.com/office/drawing/2014/main" id="{CCDF609D-176B-9293-ADC3-1FD503B94421}"/>
                    </a:ext>
                  </a:extLst>
                </p14:cNvPr>
                <p14:cNvContentPartPr/>
                <p14:nvPr/>
              </p14:nvContentPartPr>
              <p14:xfrm>
                <a:off x="4571820" y="1176780"/>
                <a:ext cx="217440" cy="272160"/>
              </p14:xfrm>
            </p:contentPart>
          </mc:Choice>
          <mc:Fallback>
            <p:pic>
              <p:nvPicPr>
                <p:cNvPr id="20" name="Ink 19">
                  <a:extLst>
                    <a:ext uri="{FF2B5EF4-FFF2-40B4-BE49-F238E27FC236}">
                      <a16:creationId xmlns:a16="http://schemas.microsoft.com/office/drawing/2014/main" id="{CCDF609D-176B-9293-ADC3-1FD503B94421}"/>
                    </a:ext>
                  </a:extLst>
                </p:cNvPr>
                <p:cNvPicPr/>
                <p:nvPr/>
              </p:nvPicPr>
              <p:blipFill>
                <a:blip r:embed="rId28"/>
                <a:stretch>
                  <a:fillRect/>
                </a:stretch>
              </p:blipFill>
              <p:spPr>
                <a:xfrm>
                  <a:off x="4567500" y="1172460"/>
                  <a:ext cx="226080" cy="2808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1" name="Ink 20">
                  <a:extLst>
                    <a:ext uri="{FF2B5EF4-FFF2-40B4-BE49-F238E27FC236}">
                      <a16:creationId xmlns:a16="http://schemas.microsoft.com/office/drawing/2014/main" id="{2558ECC2-576D-9892-1605-C3536CCBB843}"/>
                    </a:ext>
                  </a:extLst>
                </p14:cNvPr>
                <p14:cNvContentPartPr/>
                <p14:nvPr/>
              </p14:nvContentPartPr>
              <p14:xfrm>
                <a:off x="4990500" y="1242660"/>
                <a:ext cx="62280" cy="192600"/>
              </p14:xfrm>
            </p:contentPart>
          </mc:Choice>
          <mc:Fallback>
            <p:pic>
              <p:nvPicPr>
                <p:cNvPr id="21" name="Ink 20">
                  <a:extLst>
                    <a:ext uri="{FF2B5EF4-FFF2-40B4-BE49-F238E27FC236}">
                      <a16:creationId xmlns:a16="http://schemas.microsoft.com/office/drawing/2014/main" id="{2558ECC2-576D-9892-1605-C3536CCBB843}"/>
                    </a:ext>
                  </a:extLst>
                </p:cNvPr>
                <p:cNvPicPr/>
                <p:nvPr/>
              </p:nvPicPr>
              <p:blipFill>
                <a:blip r:embed="rId30"/>
                <a:stretch>
                  <a:fillRect/>
                </a:stretch>
              </p:blipFill>
              <p:spPr>
                <a:xfrm>
                  <a:off x="4986180" y="1238340"/>
                  <a:ext cx="7092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2" name="Ink 21">
                  <a:extLst>
                    <a:ext uri="{FF2B5EF4-FFF2-40B4-BE49-F238E27FC236}">
                      <a16:creationId xmlns:a16="http://schemas.microsoft.com/office/drawing/2014/main" id="{ED0AC348-5968-468F-094B-D9DFDB641106}"/>
                    </a:ext>
                  </a:extLst>
                </p14:cNvPr>
                <p14:cNvContentPartPr/>
                <p14:nvPr/>
              </p14:nvContentPartPr>
              <p14:xfrm>
                <a:off x="4991940" y="1420860"/>
                <a:ext cx="219960" cy="64440"/>
              </p14:xfrm>
            </p:contentPart>
          </mc:Choice>
          <mc:Fallback>
            <p:pic>
              <p:nvPicPr>
                <p:cNvPr id="22" name="Ink 21">
                  <a:extLst>
                    <a:ext uri="{FF2B5EF4-FFF2-40B4-BE49-F238E27FC236}">
                      <a16:creationId xmlns:a16="http://schemas.microsoft.com/office/drawing/2014/main" id="{ED0AC348-5968-468F-094B-D9DFDB641106}"/>
                    </a:ext>
                  </a:extLst>
                </p:cNvPr>
                <p:cNvPicPr/>
                <p:nvPr/>
              </p:nvPicPr>
              <p:blipFill>
                <a:blip r:embed="rId32"/>
                <a:stretch>
                  <a:fillRect/>
                </a:stretch>
              </p:blipFill>
              <p:spPr>
                <a:xfrm>
                  <a:off x="4987620" y="1416540"/>
                  <a:ext cx="228600" cy="7308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3" name="Ink 22">
                  <a:extLst>
                    <a:ext uri="{FF2B5EF4-FFF2-40B4-BE49-F238E27FC236}">
                      <a16:creationId xmlns:a16="http://schemas.microsoft.com/office/drawing/2014/main" id="{C963691E-86ED-0195-8D54-8BA8CBE00ACE}"/>
                    </a:ext>
                  </a:extLst>
                </p14:cNvPr>
                <p14:cNvContentPartPr/>
                <p14:nvPr/>
              </p14:nvContentPartPr>
              <p14:xfrm>
                <a:off x="4323780" y="1219980"/>
                <a:ext cx="109080" cy="223200"/>
              </p14:xfrm>
            </p:contentPart>
          </mc:Choice>
          <mc:Fallback>
            <p:pic>
              <p:nvPicPr>
                <p:cNvPr id="23" name="Ink 22">
                  <a:extLst>
                    <a:ext uri="{FF2B5EF4-FFF2-40B4-BE49-F238E27FC236}">
                      <a16:creationId xmlns:a16="http://schemas.microsoft.com/office/drawing/2014/main" id="{C963691E-86ED-0195-8D54-8BA8CBE00ACE}"/>
                    </a:ext>
                  </a:extLst>
                </p:cNvPr>
                <p:cNvPicPr/>
                <p:nvPr/>
              </p:nvPicPr>
              <p:blipFill>
                <a:blip r:embed="rId34"/>
                <a:stretch>
                  <a:fillRect/>
                </a:stretch>
              </p:blipFill>
              <p:spPr>
                <a:xfrm>
                  <a:off x="4319460" y="1215660"/>
                  <a:ext cx="117720" cy="231840"/>
                </a:xfrm>
                <a:prstGeom prst="rect">
                  <a:avLst/>
                </a:prstGeom>
              </p:spPr>
            </p:pic>
          </mc:Fallback>
        </mc:AlternateContent>
      </p:grpSp>
      <p:grpSp>
        <p:nvGrpSpPr>
          <p:cNvPr id="30" name="Group 29">
            <a:extLst>
              <a:ext uri="{FF2B5EF4-FFF2-40B4-BE49-F238E27FC236}">
                <a16:creationId xmlns:a16="http://schemas.microsoft.com/office/drawing/2014/main" id="{72E2DBCB-7FD8-A863-C38F-47D85A81C169}"/>
              </a:ext>
            </a:extLst>
          </p:cNvPr>
          <p:cNvGrpSpPr/>
          <p:nvPr/>
        </p:nvGrpSpPr>
        <p:grpSpPr>
          <a:xfrm>
            <a:off x="2498940" y="1423020"/>
            <a:ext cx="167040" cy="207720"/>
            <a:chOff x="2498940" y="1423020"/>
            <a:chExt cx="167040" cy="207720"/>
          </a:xfrm>
        </p:grpSpPr>
        <mc:AlternateContent xmlns:mc="http://schemas.openxmlformats.org/markup-compatibility/2006">
          <mc:Choice xmlns:p14="http://schemas.microsoft.com/office/powerpoint/2010/main" Requires="p14">
            <p:contentPart p14:bwMode="auto" r:id="rId35">
              <p14:nvContentPartPr>
                <p14:cNvPr id="25" name="Ink 24">
                  <a:extLst>
                    <a:ext uri="{FF2B5EF4-FFF2-40B4-BE49-F238E27FC236}">
                      <a16:creationId xmlns:a16="http://schemas.microsoft.com/office/drawing/2014/main" id="{4BA7C7F0-124A-001F-88AF-7A6256EA35EE}"/>
                    </a:ext>
                  </a:extLst>
                </p14:cNvPr>
                <p14:cNvContentPartPr/>
                <p14:nvPr/>
              </p14:nvContentPartPr>
              <p14:xfrm>
                <a:off x="2498940" y="1470540"/>
                <a:ext cx="109080" cy="160200"/>
              </p14:xfrm>
            </p:contentPart>
          </mc:Choice>
          <mc:Fallback>
            <p:pic>
              <p:nvPicPr>
                <p:cNvPr id="25" name="Ink 24">
                  <a:extLst>
                    <a:ext uri="{FF2B5EF4-FFF2-40B4-BE49-F238E27FC236}">
                      <a16:creationId xmlns:a16="http://schemas.microsoft.com/office/drawing/2014/main" id="{4BA7C7F0-124A-001F-88AF-7A6256EA35EE}"/>
                    </a:ext>
                  </a:extLst>
                </p:cNvPr>
                <p:cNvPicPr/>
                <p:nvPr/>
              </p:nvPicPr>
              <p:blipFill>
                <a:blip r:embed="rId36"/>
                <a:stretch>
                  <a:fillRect/>
                </a:stretch>
              </p:blipFill>
              <p:spPr>
                <a:xfrm>
                  <a:off x="2494620" y="1466220"/>
                  <a:ext cx="11772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6" name="Ink 25">
                  <a:extLst>
                    <a:ext uri="{FF2B5EF4-FFF2-40B4-BE49-F238E27FC236}">
                      <a16:creationId xmlns:a16="http://schemas.microsoft.com/office/drawing/2014/main" id="{7CD11CD7-8324-39CB-DC68-D49104C05E5E}"/>
                    </a:ext>
                  </a:extLst>
                </p14:cNvPr>
                <p14:cNvContentPartPr/>
                <p14:nvPr/>
              </p14:nvContentPartPr>
              <p14:xfrm>
                <a:off x="2562660" y="1423020"/>
                <a:ext cx="103320" cy="75960"/>
              </p14:xfrm>
            </p:contentPart>
          </mc:Choice>
          <mc:Fallback>
            <p:pic>
              <p:nvPicPr>
                <p:cNvPr id="26" name="Ink 25">
                  <a:extLst>
                    <a:ext uri="{FF2B5EF4-FFF2-40B4-BE49-F238E27FC236}">
                      <a16:creationId xmlns:a16="http://schemas.microsoft.com/office/drawing/2014/main" id="{7CD11CD7-8324-39CB-DC68-D49104C05E5E}"/>
                    </a:ext>
                  </a:extLst>
                </p:cNvPr>
                <p:cNvPicPr/>
                <p:nvPr/>
              </p:nvPicPr>
              <p:blipFill>
                <a:blip r:embed="rId38"/>
                <a:stretch>
                  <a:fillRect/>
                </a:stretch>
              </p:blipFill>
              <p:spPr>
                <a:xfrm>
                  <a:off x="2558340" y="1418700"/>
                  <a:ext cx="111960" cy="84600"/>
                </a:xfrm>
                <a:prstGeom prst="rect">
                  <a:avLst/>
                </a:prstGeom>
              </p:spPr>
            </p:pic>
          </mc:Fallback>
        </mc:AlternateContent>
      </p:grpSp>
      <p:grpSp>
        <p:nvGrpSpPr>
          <p:cNvPr id="29" name="Group 28">
            <a:extLst>
              <a:ext uri="{FF2B5EF4-FFF2-40B4-BE49-F238E27FC236}">
                <a16:creationId xmlns:a16="http://schemas.microsoft.com/office/drawing/2014/main" id="{8333E20E-D674-9093-1292-CB61B5DF6AD3}"/>
              </a:ext>
            </a:extLst>
          </p:cNvPr>
          <p:cNvGrpSpPr/>
          <p:nvPr/>
        </p:nvGrpSpPr>
        <p:grpSpPr>
          <a:xfrm>
            <a:off x="3749580" y="1418340"/>
            <a:ext cx="227880" cy="184320"/>
            <a:chOff x="3749580" y="1418340"/>
            <a:chExt cx="227880" cy="184320"/>
          </a:xfrm>
        </p:grpSpPr>
        <mc:AlternateContent xmlns:mc="http://schemas.openxmlformats.org/markup-compatibility/2006">
          <mc:Choice xmlns:p14="http://schemas.microsoft.com/office/powerpoint/2010/main" Requires="p14">
            <p:contentPart p14:bwMode="auto" r:id="rId39">
              <p14:nvContentPartPr>
                <p14:cNvPr id="27" name="Ink 26">
                  <a:extLst>
                    <a:ext uri="{FF2B5EF4-FFF2-40B4-BE49-F238E27FC236}">
                      <a16:creationId xmlns:a16="http://schemas.microsoft.com/office/drawing/2014/main" id="{D529BA15-32FD-9580-0012-9A8B346D59C2}"/>
                    </a:ext>
                  </a:extLst>
                </p14:cNvPr>
                <p14:cNvContentPartPr/>
                <p14:nvPr/>
              </p14:nvContentPartPr>
              <p14:xfrm>
                <a:off x="3749580" y="1450380"/>
                <a:ext cx="149400" cy="152280"/>
              </p14:xfrm>
            </p:contentPart>
          </mc:Choice>
          <mc:Fallback>
            <p:pic>
              <p:nvPicPr>
                <p:cNvPr id="27" name="Ink 26">
                  <a:extLst>
                    <a:ext uri="{FF2B5EF4-FFF2-40B4-BE49-F238E27FC236}">
                      <a16:creationId xmlns:a16="http://schemas.microsoft.com/office/drawing/2014/main" id="{D529BA15-32FD-9580-0012-9A8B346D59C2}"/>
                    </a:ext>
                  </a:extLst>
                </p:cNvPr>
                <p:cNvPicPr/>
                <p:nvPr/>
              </p:nvPicPr>
              <p:blipFill>
                <a:blip r:embed="rId40"/>
                <a:stretch>
                  <a:fillRect/>
                </a:stretch>
              </p:blipFill>
              <p:spPr>
                <a:xfrm>
                  <a:off x="3745260" y="1446060"/>
                  <a:ext cx="158040" cy="16092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8" name="Ink 27">
                  <a:extLst>
                    <a:ext uri="{FF2B5EF4-FFF2-40B4-BE49-F238E27FC236}">
                      <a16:creationId xmlns:a16="http://schemas.microsoft.com/office/drawing/2014/main" id="{53004CA2-978A-6995-024C-4825E273328E}"/>
                    </a:ext>
                  </a:extLst>
                </p14:cNvPr>
                <p14:cNvContentPartPr/>
                <p14:nvPr/>
              </p14:nvContentPartPr>
              <p14:xfrm>
                <a:off x="3866220" y="1418340"/>
                <a:ext cx="111240" cy="71640"/>
              </p14:xfrm>
            </p:contentPart>
          </mc:Choice>
          <mc:Fallback>
            <p:pic>
              <p:nvPicPr>
                <p:cNvPr id="28" name="Ink 27">
                  <a:extLst>
                    <a:ext uri="{FF2B5EF4-FFF2-40B4-BE49-F238E27FC236}">
                      <a16:creationId xmlns:a16="http://schemas.microsoft.com/office/drawing/2014/main" id="{53004CA2-978A-6995-024C-4825E273328E}"/>
                    </a:ext>
                  </a:extLst>
                </p:cNvPr>
                <p:cNvPicPr/>
                <p:nvPr/>
              </p:nvPicPr>
              <p:blipFill>
                <a:blip r:embed="rId42"/>
                <a:stretch>
                  <a:fillRect/>
                </a:stretch>
              </p:blipFill>
              <p:spPr>
                <a:xfrm>
                  <a:off x="3861900" y="1414020"/>
                  <a:ext cx="119880" cy="80280"/>
                </a:xfrm>
                <a:prstGeom prst="rect">
                  <a:avLst/>
                </a:prstGeom>
              </p:spPr>
            </p:pic>
          </mc:Fallback>
        </mc:AlternateContent>
      </p:grpSp>
      <p:grpSp>
        <p:nvGrpSpPr>
          <p:cNvPr id="38" name="Group 37">
            <a:extLst>
              <a:ext uri="{FF2B5EF4-FFF2-40B4-BE49-F238E27FC236}">
                <a16:creationId xmlns:a16="http://schemas.microsoft.com/office/drawing/2014/main" id="{D198ED1A-60D8-4476-65D5-72D1B48251B1}"/>
              </a:ext>
            </a:extLst>
          </p:cNvPr>
          <p:cNvGrpSpPr/>
          <p:nvPr/>
        </p:nvGrpSpPr>
        <p:grpSpPr>
          <a:xfrm>
            <a:off x="2288340" y="1611660"/>
            <a:ext cx="639360" cy="405000"/>
            <a:chOff x="2288340" y="1611660"/>
            <a:chExt cx="639360" cy="405000"/>
          </a:xfrm>
        </p:grpSpPr>
        <mc:AlternateContent xmlns:mc="http://schemas.openxmlformats.org/markup-compatibility/2006">
          <mc:Choice xmlns:p14="http://schemas.microsoft.com/office/powerpoint/2010/main" Requires="p14">
            <p:contentPart p14:bwMode="auto" r:id="rId43">
              <p14:nvContentPartPr>
                <p14:cNvPr id="31" name="Ink 30">
                  <a:extLst>
                    <a:ext uri="{FF2B5EF4-FFF2-40B4-BE49-F238E27FC236}">
                      <a16:creationId xmlns:a16="http://schemas.microsoft.com/office/drawing/2014/main" id="{58F01148-2866-CB85-F963-C6A23C81275F}"/>
                    </a:ext>
                  </a:extLst>
                </p14:cNvPr>
                <p14:cNvContentPartPr/>
                <p14:nvPr/>
              </p14:nvContentPartPr>
              <p14:xfrm>
                <a:off x="2416140" y="1793100"/>
                <a:ext cx="109080" cy="151560"/>
              </p14:xfrm>
            </p:contentPart>
          </mc:Choice>
          <mc:Fallback>
            <p:pic>
              <p:nvPicPr>
                <p:cNvPr id="31" name="Ink 30">
                  <a:extLst>
                    <a:ext uri="{FF2B5EF4-FFF2-40B4-BE49-F238E27FC236}">
                      <a16:creationId xmlns:a16="http://schemas.microsoft.com/office/drawing/2014/main" id="{58F01148-2866-CB85-F963-C6A23C81275F}"/>
                    </a:ext>
                  </a:extLst>
                </p:cNvPr>
                <p:cNvPicPr/>
                <p:nvPr/>
              </p:nvPicPr>
              <p:blipFill>
                <a:blip r:embed="rId44"/>
                <a:stretch>
                  <a:fillRect/>
                </a:stretch>
              </p:blipFill>
              <p:spPr>
                <a:xfrm>
                  <a:off x="2411820" y="1788780"/>
                  <a:ext cx="11772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2" name="Ink 31">
                  <a:extLst>
                    <a:ext uri="{FF2B5EF4-FFF2-40B4-BE49-F238E27FC236}">
                      <a16:creationId xmlns:a16="http://schemas.microsoft.com/office/drawing/2014/main" id="{6CBF4598-4BC3-ABF7-BD5D-B3E829BBF5C2}"/>
                    </a:ext>
                  </a:extLst>
                </p14:cNvPr>
                <p14:cNvContentPartPr/>
                <p14:nvPr/>
              </p14:nvContentPartPr>
              <p14:xfrm>
                <a:off x="2560500" y="1778340"/>
                <a:ext cx="146880" cy="131400"/>
              </p14:xfrm>
            </p:contentPart>
          </mc:Choice>
          <mc:Fallback>
            <p:pic>
              <p:nvPicPr>
                <p:cNvPr id="32" name="Ink 31">
                  <a:extLst>
                    <a:ext uri="{FF2B5EF4-FFF2-40B4-BE49-F238E27FC236}">
                      <a16:creationId xmlns:a16="http://schemas.microsoft.com/office/drawing/2014/main" id="{6CBF4598-4BC3-ABF7-BD5D-B3E829BBF5C2}"/>
                    </a:ext>
                  </a:extLst>
                </p:cNvPr>
                <p:cNvPicPr/>
                <p:nvPr/>
              </p:nvPicPr>
              <p:blipFill>
                <a:blip r:embed="rId46"/>
                <a:stretch>
                  <a:fillRect/>
                </a:stretch>
              </p:blipFill>
              <p:spPr>
                <a:xfrm>
                  <a:off x="2556180" y="1774020"/>
                  <a:ext cx="15552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3" name="Ink 32">
                  <a:extLst>
                    <a:ext uri="{FF2B5EF4-FFF2-40B4-BE49-F238E27FC236}">
                      <a16:creationId xmlns:a16="http://schemas.microsoft.com/office/drawing/2014/main" id="{2DB0972C-817A-0BBB-BA1D-6AFF1D0D50F6}"/>
                    </a:ext>
                  </a:extLst>
                </p14:cNvPr>
                <p14:cNvContentPartPr/>
                <p14:nvPr/>
              </p14:nvContentPartPr>
              <p14:xfrm>
                <a:off x="2734740" y="1869780"/>
                <a:ext cx="12960" cy="82080"/>
              </p14:xfrm>
            </p:contentPart>
          </mc:Choice>
          <mc:Fallback>
            <p:pic>
              <p:nvPicPr>
                <p:cNvPr id="33" name="Ink 32">
                  <a:extLst>
                    <a:ext uri="{FF2B5EF4-FFF2-40B4-BE49-F238E27FC236}">
                      <a16:creationId xmlns:a16="http://schemas.microsoft.com/office/drawing/2014/main" id="{2DB0972C-817A-0BBB-BA1D-6AFF1D0D50F6}"/>
                    </a:ext>
                  </a:extLst>
                </p:cNvPr>
                <p:cNvPicPr/>
                <p:nvPr/>
              </p:nvPicPr>
              <p:blipFill>
                <a:blip r:embed="rId48"/>
                <a:stretch>
                  <a:fillRect/>
                </a:stretch>
              </p:blipFill>
              <p:spPr>
                <a:xfrm>
                  <a:off x="2730420" y="1865460"/>
                  <a:ext cx="2160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4" name="Ink 33">
                  <a:extLst>
                    <a:ext uri="{FF2B5EF4-FFF2-40B4-BE49-F238E27FC236}">
                      <a16:creationId xmlns:a16="http://schemas.microsoft.com/office/drawing/2014/main" id="{FF01215C-A819-987F-D17C-1F7F2ADD6AE9}"/>
                    </a:ext>
                  </a:extLst>
                </p14:cNvPr>
                <p14:cNvContentPartPr/>
                <p14:nvPr/>
              </p14:nvContentPartPr>
              <p14:xfrm>
                <a:off x="2809620" y="1703100"/>
                <a:ext cx="88920" cy="276480"/>
              </p14:xfrm>
            </p:contentPart>
          </mc:Choice>
          <mc:Fallback>
            <p:pic>
              <p:nvPicPr>
                <p:cNvPr id="34" name="Ink 33">
                  <a:extLst>
                    <a:ext uri="{FF2B5EF4-FFF2-40B4-BE49-F238E27FC236}">
                      <a16:creationId xmlns:a16="http://schemas.microsoft.com/office/drawing/2014/main" id="{FF01215C-A819-987F-D17C-1F7F2ADD6AE9}"/>
                    </a:ext>
                  </a:extLst>
                </p:cNvPr>
                <p:cNvPicPr/>
                <p:nvPr/>
              </p:nvPicPr>
              <p:blipFill>
                <a:blip r:embed="rId50"/>
                <a:stretch>
                  <a:fillRect/>
                </a:stretch>
              </p:blipFill>
              <p:spPr>
                <a:xfrm>
                  <a:off x="2805300" y="1698780"/>
                  <a:ext cx="97560" cy="28512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5" name="Ink 34">
                  <a:extLst>
                    <a:ext uri="{FF2B5EF4-FFF2-40B4-BE49-F238E27FC236}">
                      <a16:creationId xmlns:a16="http://schemas.microsoft.com/office/drawing/2014/main" id="{E8C9FA13-3887-788F-FBEE-6ADECBF7CE24}"/>
                    </a:ext>
                  </a:extLst>
                </p14:cNvPr>
                <p14:cNvContentPartPr/>
                <p14:nvPr/>
              </p14:nvContentPartPr>
              <p14:xfrm>
                <a:off x="2288340" y="1752060"/>
                <a:ext cx="108360" cy="264600"/>
              </p14:xfrm>
            </p:contentPart>
          </mc:Choice>
          <mc:Fallback>
            <p:pic>
              <p:nvPicPr>
                <p:cNvPr id="35" name="Ink 34">
                  <a:extLst>
                    <a:ext uri="{FF2B5EF4-FFF2-40B4-BE49-F238E27FC236}">
                      <a16:creationId xmlns:a16="http://schemas.microsoft.com/office/drawing/2014/main" id="{E8C9FA13-3887-788F-FBEE-6ADECBF7CE24}"/>
                    </a:ext>
                  </a:extLst>
                </p:cNvPr>
                <p:cNvPicPr/>
                <p:nvPr/>
              </p:nvPicPr>
              <p:blipFill>
                <a:blip r:embed="rId52"/>
                <a:stretch>
                  <a:fillRect/>
                </a:stretch>
              </p:blipFill>
              <p:spPr>
                <a:xfrm>
                  <a:off x="2284020" y="1747740"/>
                  <a:ext cx="117000" cy="27324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7" name="Ink 36">
                  <a:extLst>
                    <a:ext uri="{FF2B5EF4-FFF2-40B4-BE49-F238E27FC236}">
                      <a16:creationId xmlns:a16="http://schemas.microsoft.com/office/drawing/2014/main" id="{43444B2D-4177-CBDD-077C-57B62208D91B}"/>
                    </a:ext>
                  </a:extLst>
                </p14:cNvPr>
                <p14:cNvContentPartPr/>
                <p14:nvPr/>
              </p14:nvContentPartPr>
              <p14:xfrm>
                <a:off x="2820780" y="1611660"/>
                <a:ext cx="106920" cy="85680"/>
              </p14:xfrm>
            </p:contentPart>
          </mc:Choice>
          <mc:Fallback>
            <p:pic>
              <p:nvPicPr>
                <p:cNvPr id="37" name="Ink 36">
                  <a:extLst>
                    <a:ext uri="{FF2B5EF4-FFF2-40B4-BE49-F238E27FC236}">
                      <a16:creationId xmlns:a16="http://schemas.microsoft.com/office/drawing/2014/main" id="{43444B2D-4177-CBDD-077C-57B62208D91B}"/>
                    </a:ext>
                  </a:extLst>
                </p:cNvPr>
                <p:cNvPicPr/>
                <p:nvPr/>
              </p:nvPicPr>
              <p:blipFill>
                <a:blip r:embed="rId54"/>
                <a:stretch>
                  <a:fillRect/>
                </a:stretch>
              </p:blipFill>
              <p:spPr>
                <a:xfrm>
                  <a:off x="2816460" y="1607340"/>
                  <a:ext cx="115560" cy="94320"/>
                </a:xfrm>
                <a:prstGeom prst="rect">
                  <a:avLst/>
                </a:prstGeom>
              </p:spPr>
            </p:pic>
          </mc:Fallback>
        </mc:AlternateContent>
      </p:grpSp>
      <p:grpSp>
        <p:nvGrpSpPr>
          <p:cNvPr id="45" name="Group 44">
            <a:extLst>
              <a:ext uri="{FF2B5EF4-FFF2-40B4-BE49-F238E27FC236}">
                <a16:creationId xmlns:a16="http://schemas.microsoft.com/office/drawing/2014/main" id="{3C3D8250-9027-622F-C184-381D5C639535}"/>
              </a:ext>
            </a:extLst>
          </p:cNvPr>
          <p:cNvGrpSpPr/>
          <p:nvPr/>
        </p:nvGrpSpPr>
        <p:grpSpPr>
          <a:xfrm>
            <a:off x="3412260" y="1654140"/>
            <a:ext cx="650880" cy="321120"/>
            <a:chOff x="3412260" y="1654140"/>
            <a:chExt cx="650880" cy="321120"/>
          </a:xfrm>
        </p:grpSpPr>
        <mc:AlternateContent xmlns:mc="http://schemas.openxmlformats.org/markup-compatibility/2006">
          <mc:Choice xmlns:p14="http://schemas.microsoft.com/office/powerpoint/2010/main" Requires="p14">
            <p:contentPart p14:bwMode="auto" r:id="rId55">
              <p14:nvContentPartPr>
                <p14:cNvPr id="39" name="Ink 38">
                  <a:extLst>
                    <a:ext uri="{FF2B5EF4-FFF2-40B4-BE49-F238E27FC236}">
                      <a16:creationId xmlns:a16="http://schemas.microsoft.com/office/drawing/2014/main" id="{CFF4E62C-9847-E4A2-3082-16B5F964B34D}"/>
                    </a:ext>
                  </a:extLst>
                </p14:cNvPr>
                <p14:cNvContentPartPr/>
                <p14:nvPr/>
              </p14:nvContentPartPr>
              <p14:xfrm>
                <a:off x="3508740" y="1783380"/>
                <a:ext cx="80640" cy="138960"/>
              </p14:xfrm>
            </p:contentPart>
          </mc:Choice>
          <mc:Fallback>
            <p:pic>
              <p:nvPicPr>
                <p:cNvPr id="39" name="Ink 38">
                  <a:extLst>
                    <a:ext uri="{FF2B5EF4-FFF2-40B4-BE49-F238E27FC236}">
                      <a16:creationId xmlns:a16="http://schemas.microsoft.com/office/drawing/2014/main" id="{CFF4E62C-9847-E4A2-3082-16B5F964B34D}"/>
                    </a:ext>
                  </a:extLst>
                </p:cNvPr>
                <p:cNvPicPr/>
                <p:nvPr/>
              </p:nvPicPr>
              <p:blipFill>
                <a:blip r:embed="rId56"/>
                <a:stretch>
                  <a:fillRect/>
                </a:stretch>
              </p:blipFill>
              <p:spPr>
                <a:xfrm>
                  <a:off x="3504420" y="1779060"/>
                  <a:ext cx="8928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40" name="Ink 39">
                  <a:extLst>
                    <a:ext uri="{FF2B5EF4-FFF2-40B4-BE49-F238E27FC236}">
                      <a16:creationId xmlns:a16="http://schemas.microsoft.com/office/drawing/2014/main" id="{F64FA8FF-7F30-3EA0-4091-B39601EE69A0}"/>
                    </a:ext>
                  </a:extLst>
                </p14:cNvPr>
                <p14:cNvContentPartPr/>
                <p14:nvPr/>
              </p14:nvContentPartPr>
              <p14:xfrm>
                <a:off x="3596580" y="1780860"/>
                <a:ext cx="140760" cy="118440"/>
              </p14:xfrm>
            </p:contentPart>
          </mc:Choice>
          <mc:Fallback>
            <p:pic>
              <p:nvPicPr>
                <p:cNvPr id="40" name="Ink 39">
                  <a:extLst>
                    <a:ext uri="{FF2B5EF4-FFF2-40B4-BE49-F238E27FC236}">
                      <a16:creationId xmlns:a16="http://schemas.microsoft.com/office/drawing/2014/main" id="{F64FA8FF-7F30-3EA0-4091-B39601EE69A0}"/>
                    </a:ext>
                  </a:extLst>
                </p:cNvPr>
                <p:cNvPicPr/>
                <p:nvPr/>
              </p:nvPicPr>
              <p:blipFill>
                <a:blip r:embed="rId58"/>
                <a:stretch>
                  <a:fillRect/>
                </a:stretch>
              </p:blipFill>
              <p:spPr>
                <a:xfrm>
                  <a:off x="3592260" y="1776540"/>
                  <a:ext cx="14940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41" name="Ink 40">
                  <a:extLst>
                    <a:ext uri="{FF2B5EF4-FFF2-40B4-BE49-F238E27FC236}">
                      <a16:creationId xmlns:a16="http://schemas.microsoft.com/office/drawing/2014/main" id="{3D4D07A1-A795-4689-5877-F3AD1F3F258F}"/>
                    </a:ext>
                  </a:extLst>
                </p14:cNvPr>
                <p14:cNvContentPartPr/>
                <p14:nvPr/>
              </p14:nvContentPartPr>
              <p14:xfrm>
                <a:off x="3742380" y="1884540"/>
                <a:ext cx="96480" cy="62640"/>
              </p14:xfrm>
            </p:contentPart>
          </mc:Choice>
          <mc:Fallback>
            <p:pic>
              <p:nvPicPr>
                <p:cNvPr id="41" name="Ink 40">
                  <a:extLst>
                    <a:ext uri="{FF2B5EF4-FFF2-40B4-BE49-F238E27FC236}">
                      <a16:creationId xmlns:a16="http://schemas.microsoft.com/office/drawing/2014/main" id="{3D4D07A1-A795-4689-5877-F3AD1F3F258F}"/>
                    </a:ext>
                  </a:extLst>
                </p:cNvPr>
                <p:cNvPicPr/>
                <p:nvPr/>
              </p:nvPicPr>
              <p:blipFill>
                <a:blip r:embed="rId60"/>
                <a:stretch>
                  <a:fillRect/>
                </a:stretch>
              </p:blipFill>
              <p:spPr>
                <a:xfrm>
                  <a:off x="3738060" y="1880220"/>
                  <a:ext cx="105120" cy="7128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42" name="Ink 41">
                  <a:extLst>
                    <a:ext uri="{FF2B5EF4-FFF2-40B4-BE49-F238E27FC236}">
                      <a16:creationId xmlns:a16="http://schemas.microsoft.com/office/drawing/2014/main" id="{9B8DF8E1-10DC-F897-1E7F-BAC9E2B1B6C7}"/>
                    </a:ext>
                  </a:extLst>
                </p14:cNvPr>
                <p14:cNvContentPartPr/>
                <p14:nvPr/>
              </p14:nvContentPartPr>
              <p14:xfrm>
                <a:off x="3827700" y="1732620"/>
                <a:ext cx="72720" cy="232560"/>
              </p14:xfrm>
            </p:contentPart>
          </mc:Choice>
          <mc:Fallback>
            <p:pic>
              <p:nvPicPr>
                <p:cNvPr id="42" name="Ink 41">
                  <a:extLst>
                    <a:ext uri="{FF2B5EF4-FFF2-40B4-BE49-F238E27FC236}">
                      <a16:creationId xmlns:a16="http://schemas.microsoft.com/office/drawing/2014/main" id="{9B8DF8E1-10DC-F897-1E7F-BAC9E2B1B6C7}"/>
                    </a:ext>
                  </a:extLst>
                </p:cNvPr>
                <p:cNvPicPr/>
                <p:nvPr/>
              </p:nvPicPr>
              <p:blipFill>
                <a:blip r:embed="rId62"/>
                <a:stretch>
                  <a:fillRect/>
                </a:stretch>
              </p:blipFill>
              <p:spPr>
                <a:xfrm>
                  <a:off x="3823380" y="1728300"/>
                  <a:ext cx="81360" cy="24120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3" name="Ink 42">
                  <a:extLst>
                    <a:ext uri="{FF2B5EF4-FFF2-40B4-BE49-F238E27FC236}">
                      <a16:creationId xmlns:a16="http://schemas.microsoft.com/office/drawing/2014/main" id="{6CCA21EF-92E0-6E23-6D8D-1E829412046D}"/>
                    </a:ext>
                  </a:extLst>
                </p14:cNvPr>
                <p14:cNvContentPartPr/>
                <p14:nvPr/>
              </p14:nvContentPartPr>
              <p14:xfrm>
                <a:off x="3412260" y="1749900"/>
                <a:ext cx="141480" cy="225360"/>
              </p14:xfrm>
            </p:contentPart>
          </mc:Choice>
          <mc:Fallback>
            <p:pic>
              <p:nvPicPr>
                <p:cNvPr id="43" name="Ink 42">
                  <a:extLst>
                    <a:ext uri="{FF2B5EF4-FFF2-40B4-BE49-F238E27FC236}">
                      <a16:creationId xmlns:a16="http://schemas.microsoft.com/office/drawing/2014/main" id="{6CCA21EF-92E0-6E23-6D8D-1E829412046D}"/>
                    </a:ext>
                  </a:extLst>
                </p:cNvPr>
                <p:cNvPicPr/>
                <p:nvPr/>
              </p:nvPicPr>
              <p:blipFill>
                <a:blip r:embed="rId64"/>
                <a:stretch>
                  <a:fillRect/>
                </a:stretch>
              </p:blipFill>
              <p:spPr>
                <a:xfrm>
                  <a:off x="3407940" y="1745580"/>
                  <a:ext cx="15012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4" name="Ink 43">
                  <a:extLst>
                    <a:ext uri="{FF2B5EF4-FFF2-40B4-BE49-F238E27FC236}">
                      <a16:creationId xmlns:a16="http://schemas.microsoft.com/office/drawing/2014/main" id="{2BB31E79-90B7-7CCD-61EB-6648C79CBF72}"/>
                    </a:ext>
                  </a:extLst>
                </p14:cNvPr>
                <p14:cNvContentPartPr/>
                <p14:nvPr/>
              </p14:nvContentPartPr>
              <p14:xfrm>
                <a:off x="3905460" y="1654140"/>
                <a:ext cx="157680" cy="63720"/>
              </p14:xfrm>
            </p:contentPart>
          </mc:Choice>
          <mc:Fallback>
            <p:pic>
              <p:nvPicPr>
                <p:cNvPr id="44" name="Ink 43">
                  <a:extLst>
                    <a:ext uri="{FF2B5EF4-FFF2-40B4-BE49-F238E27FC236}">
                      <a16:creationId xmlns:a16="http://schemas.microsoft.com/office/drawing/2014/main" id="{2BB31E79-90B7-7CCD-61EB-6648C79CBF72}"/>
                    </a:ext>
                  </a:extLst>
                </p:cNvPr>
                <p:cNvPicPr/>
                <p:nvPr/>
              </p:nvPicPr>
              <p:blipFill>
                <a:blip r:embed="rId66"/>
                <a:stretch>
                  <a:fillRect/>
                </a:stretch>
              </p:blipFill>
              <p:spPr>
                <a:xfrm>
                  <a:off x="3901140" y="1649820"/>
                  <a:ext cx="166320" cy="72360"/>
                </a:xfrm>
                <a:prstGeom prst="rect">
                  <a:avLst/>
                </a:prstGeom>
              </p:spPr>
            </p:pic>
          </mc:Fallback>
        </mc:AlternateContent>
      </p:grpSp>
    </p:spTree>
    <p:extLst>
      <p:ext uri="{BB962C8B-B14F-4D97-AF65-F5344CB8AC3E}">
        <p14:creationId xmlns:p14="http://schemas.microsoft.com/office/powerpoint/2010/main" val="36759982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D1DD0-8C2D-32E7-FCF6-41D683E9A9BF}"/>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EEB861B8-77E4-EA20-A926-0D469141FF01}"/>
              </a:ext>
            </a:extLst>
          </p:cNvPr>
          <p:cNvSpPr>
            <a:spLocks noGrp="1"/>
          </p:cNvSpPr>
          <p:nvPr>
            <p:ph type="ctrTitle"/>
          </p:nvPr>
        </p:nvSpPr>
        <p:spPr>
          <a:xfrm>
            <a:off x="239349" y="0"/>
            <a:ext cx="11571136" cy="589235"/>
          </a:xfrm>
        </p:spPr>
        <p:txBody>
          <a:bodyPr>
            <a:normAutofit/>
          </a:bodyPr>
          <a:lstStyle/>
          <a:p>
            <a:pPr algn="ctr"/>
            <a:r>
              <a:rPr lang="en-US" sz="3600" dirty="0" err="1">
                <a:solidFill>
                  <a:srgbClr val="0070C0"/>
                </a:solidFill>
                <a:latin typeface="Arial" pitchFamily="34" charset="0"/>
                <a:cs typeface="Arial" pitchFamily="34" charset="0"/>
              </a:rPr>
              <a:t>Matlab</a:t>
            </a:r>
            <a:r>
              <a:rPr lang="en-US" sz="3600" dirty="0">
                <a:solidFill>
                  <a:srgbClr val="0070C0"/>
                </a:solidFill>
                <a:latin typeface="Arial" pitchFamily="34" charset="0"/>
                <a:cs typeface="Arial" pitchFamily="34" charset="0"/>
              </a:rPr>
              <a:t> Code: Centering of Scatter Plot at any (</a:t>
            </a:r>
            <a:r>
              <a:rPr lang="en-US" sz="3600" dirty="0">
                <a:solidFill>
                  <a:srgbClr val="0070C0"/>
                </a:solidFill>
                <a:latin typeface="Arial" pitchFamily="34" charset="0"/>
                <a:cs typeface="Arial" pitchFamily="34" charset="0"/>
                <a:sym typeface="Symbol" panose="05050102010706020507" pitchFamily="18" charset="2"/>
              </a:rPr>
              <a:t></a:t>
            </a:r>
            <a:r>
              <a:rPr lang="en-US" sz="3600" baseline="-25000" dirty="0">
                <a:solidFill>
                  <a:srgbClr val="0070C0"/>
                </a:solidFill>
                <a:latin typeface="Arial" pitchFamily="34" charset="0"/>
                <a:cs typeface="Arial" pitchFamily="34" charset="0"/>
                <a:sym typeface="Symbol" panose="05050102010706020507" pitchFamily="18" charset="2"/>
              </a:rPr>
              <a:t>1</a:t>
            </a:r>
            <a:r>
              <a:rPr lang="en-US" sz="3600" dirty="0">
                <a:solidFill>
                  <a:srgbClr val="0070C0"/>
                </a:solidFill>
                <a:latin typeface="Arial" pitchFamily="34" charset="0"/>
                <a:cs typeface="Arial" pitchFamily="34" charset="0"/>
                <a:sym typeface="Symbol" panose="05050102010706020507" pitchFamily="18" charset="2"/>
              </a:rPr>
              <a:t>,</a:t>
            </a:r>
            <a:r>
              <a:rPr lang="en-US" sz="3600" baseline="-25000" dirty="0">
                <a:solidFill>
                  <a:srgbClr val="0070C0"/>
                </a:solidFill>
                <a:latin typeface="Arial" pitchFamily="34" charset="0"/>
                <a:cs typeface="Arial" pitchFamily="34" charset="0"/>
                <a:sym typeface="Symbol" panose="05050102010706020507" pitchFamily="18" charset="2"/>
              </a:rPr>
              <a:t>2</a:t>
            </a:r>
            <a:r>
              <a:rPr lang="en-US" sz="3600" dirty="0">
                <a:solidFill>
                  <a:srgbClr val="0070C0"/>
                </a:solidFill>
                <a:latin typeface="Arial" pitchFamily="34" charset="0"/>
                <a:cs typeface="Arial" pitchFamily="34" charset="0"/>
                <a:sym typeface="Symbol" panose="05050102010706020507" pitchFamily="18" charset="2"/>
              </a:rPr>
              <a:t>)</a:t>
            </a:r>
            <a:endParaRPr lang="en-IN" sz="3600" dirty="0">
              <a:solidFill>
                <a:srgbClr val="0070C0"/>
              </a:solidFill>
              <a:latin typeface="Arial" pitchFamily="34" charset="0"/>
              <a:cs typeface="Arial" pitchFamily="34" charset="0"/>
            </a:endParaRPr>
          </a:p>
        </p:txBody>
      </p:sp>
      <p:sp>
        <p:nvSpPr>
          <p:cNvPr id="3" name="TextBox 2"/>
          <p:cNvSpPr txBox="1"/>
          <p:nvPr/>
        </p:nvSpPr>
        <p:spPr>
          <a:xfrm>
            <a:off x="968721" y="1541638"/>
            <a:ext cx="5486400" cy="4401205"/>
          </a:xfrm>
          <a:prstGeom prst="rect">
            <a:avLst/>
          </a:prstGeom>
          <a:noFill/>
        </p:spPr>
        <p:txBody>
          <a:bodyPr wrap="square" rtlCol="0">
            <a:spAutoFit/>
          </a:bodyPr>
          <a:lstStyle/>
          <a:p>
            <a:r>
              <a:rPr lang="en-IN" sz="1000" dirty="0">
                <a:solidFill>
                  <a:schemeClr val="bg1"/>
                </a:solidFill>
                <a:latin typeface="Arial" panose="020B0604020202020204" pitchFamily="34" charset="0"/>
                <a:cs typeface="Arial" panose="020B0604020202020204" pitchFamily="34" charset="0"/>
              </a:rPr>
              <a:t>% Set random seed for reproducibility</a:t>
            </a:r>
          </a:p>
          <a:p>
            <a:r>
              <a:rPr lang="en-IN" sz="1000" dirty="0" err="1">
                <a:solidFill>
                  <a:schemeClr val="bg1"/>
                </a:solidFill>
                <a:latin typeface="Arial" panose="020B0604020202020204" pitchFamily="34" charset="0"/>
                <a:cs typeface="Arial" panose="020B0604020202020204" pitchFamily="34" charset="0"/>
              </a:rPr>
              <a:t>rng</a:t>
            </a:r>
            <a:r>
              <a:rPr lang="en-IN" sz="1000" dirty="0">
                <a:solidFill>
                  <a:schemeClr val="bg1"/>
                </a:solidFill>
                <a:latin typeface="Arial" panose="020B0604020202020204" pitchFamily="34" charset="0"/>
                <a:cs typeface="Arial" panose="020B0604020202020204" pitchFamily="34" charset="0"/>
              </a:rPr>
              <a:t>(42);</a:t>
            </a:r>
          </a:p>
          <a:p>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Parameters</a:t>
            </a:r>
          </a:p>
          <a:p>
            <a:r>
              <a:rPr lang="en-IN" sz="1000" dirty="0">
                <a:solidFill>
                  <a:schemeClr val="bg1"/>
                </a:solidFill>
                <a:latin typeface="Arial" panose="020B0604020202020204" pitchFamily="34" charset="0"/>
                <a:cs typeface="Arial" panose="020B0604020202020204" pitchFamily="34" charset="0"/>
              </a:rPr>
              <a:t>mu = [-2, 4];                % </a:t>
            </a:r>
            <a:r>
              <a:rPr lang="en-IN" sz="1000" dirty="0" err="1">
                <a:solidFill>
                  <a:schemeClr val="bg1"/>
                </a:solidFill>
                <a:latin typeface="Arial" panose="020B0604020202020204" pitchFamily="34" charset="0"/>
                <a:cs typeface="Arial" panose="020B0604020202020204" pitchFamily="34" charset="0"/>
              </a:rPr>
              <a:t>Center</a:t>
            </a:r>
            <a:r>
              <a:rPr lang="en-IN" sz="1000" dirty="0">
                <a:solidFill>
                  <a:schemeClr val="bg1"/>
                </a:solidFill>
                <a:latin typeface="Arial" panose="020B0604020202020204" pitchFamily="34" charset="0"/>
                <a:cs typeface="Arial" panose="020B0604020202020204" pitchFamily="34" charset="0"/>
              </a:rPr>
              <a:t> / Mean</a:t>
            </a:r>
          </a:p>
          <a:p>
            <a:r>
              <a:rPr lang="en-IN" sz="1000" dirty="0">
                <a:solidFill>
                  <a:schemeClr val="bg1"/>
                </a:solidFill>
                <a:latin typeface="Arial" panose="020B0604020202020204" pitchFamily="34" charset="0"/>
                <a:cs typeface="Arial" panose="020B0604020202020204" pitchFamily="34" charset="0"/>
              </a:rPr>
              <a:t>sigma11 = 2;                 % Variance of X1</a:t>
            </a:r>
          </a:p>
          <a:p>
            <a:r>
              <a:rPr lang="en-IN" sz="1000" dirty="0">
                <a:solidFill>
                  <a:schemeClr val="bg1"/>
                </a:solidFill>
                <a:latin typeface="Arial" panose="020B0604020202020204" pitchFamily="34" charset="0"/>
                <a:cs typeface="Arial" panose="020B0604020202020204" pitchFamily="34" charset="0"/>
              </a:rPr>
              <a:t>sigma22 = 4;                 % Variance of X2</a:t>
            </a:r>
          </a:p>
          <a:p>
            <a:r>
              <a:rPr lang="en-IN" sz="1000" dirty="0">
                <a:solidFill>
                  <a:schemeClr val="bg1"/>
                </a:solidFill>
                <a:latin typeface="Arial" panose="020B0604020202020204" pitchFamily="34" charset="0"/>
                <a:cs typeface="Arial" panose="020B0604020202020204" pitchFamily="34" charset="0"/>
              </a:rPr>
              <a:t>covariance = 0;              % Covariance between X1 and X2</a:t>
            </a:r>
          </a:p>
          <a:p>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Construct the covariance matrix</a:t>
            </a:r>
          </a:p>
          <a:p>
            <a:r>
              <a:rPr lang="en-IN" sz="1000" dirty="0">
                <a:solidFill>
                  <a:schemeClr val="bg1"/>
                </a:solidFill>
                <a:latin typeface="Arial" panose="020B0604020202020204" pitchFamily="34" charset="0"/>
                <a:cs typeface="Arial" panose="020B0604020202020204" pitchFamily="34" charset="0"/>
              </a:rPr>
              <a:t>Sigma = [sigma11, covariance; covariance, sigma22];</a:t>
            </a:r>
          </a:p>
          <a:p>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Generate 1000 data points</a:t>
            </a:r>
          </a:p>
          <a:p>
            <a:r>
              <a:rPr lang="en-IN" sz="1000" dirty="0" err="1">
                <a:solidFill>
                  <a:schemeClr val="bg1"/>
                </a:solidFill>
                <a:latin typeface="Arial" panose="020B0604020202020204" pitchFamily="34" charset="0"/>
                <a:cs typeface="Arial" panose="020B0604020202020204" pitchFamily="34" charset="0"/>
              </a:rPr>
              <a:t>num_points</a:t>
            </a:r>
            <a:r>
              <a:rPr lang="en-IN" sz="1000" dirty="0">
                <a:solidFill>
                  <a:schemeClr val="bg1"/>
                </a:solidFill>
                <a:latin typeface="Arial" panose="020B0604020202020204" pitchFamily="34" charset="0"/>
                <a:cs typeface="Arial" panose="020B0604020202020204" pitchFamily="34" charset="0"/>
              </a:rPr>
              <a:t> = 1000;</a:t>
            </a:r>
          </a:p>
          <a:p>
            <a:r>
              <a:rPr lang="en-IN" sz="1000" dirty="0">
                <a:solidFill>
                  <a:schemeClr val="bg1"/>
                </a:solidFill>
                <a:latin typeface="Arial" panose="020B0604020202020204" pitchFamily="34" charset="0"/>
                <a:cs typeface="Arial" panose="020B0604020202020204" pitchFamily="34" charset="0"/>
              </a:rPr>
              <a:t>data = </a:t>
            </a:r>
            <a:r>
              <a:rPr lang="en-IN" sz="1000" dirty="0" err="1">
                <a:solidFill>
                  <a:schemeClr val="bg1"/>
                </a:solidFill>
                <a:latin typeface="Arial" panose="020B0604020202020204" pitchFamily="34" charset="0"/>
                <a:cs typeface="Arial" panose="020B0604020202020204" pitchFamily="34" charset="0"/>
              </a:rPr>
              <a:t>mvnrnd</a:t>
            </a:r>
            <a:r>
              <a:rPr lang="en-IN" sz="1000" dirty="0">
                <a:solidFill>
                  <a:schemeClr val="bg1"/>
                </a:solidFill>
                <a:latin typeface="Arial" panose="020B0604020202020204" pitchFamily="34" charset="0"/>
                <a:cs typeface="Arial" panose="020B0604020202020204" pitchFamily="34" charset="0"/>
              </a:rPr>
              <a:t>(mu, Sigma, </a:t>
            </a:r>
            <a:r>
              <a:rPr lang="en-IN" sz="1000" dirty="0" err="1">
                <a:solidFill>
                  <a:schemeClr val="bg1"/>
                </a:solidFill>
                <a:latin typeface="Arial" panose="020B0604020202020204" pitchFamily="34" charset="0"/>
                <a:cs typeface="Arial" panose="020B0604020202020204" pitchFamily="34" charset="0"/>
              </a:rPr>
              <a:t>num_points</a:t>
            </a:r>
            <a:r>
              <a:rPr lang="en-IN" sz="1000" dirty="0">
                <a:solidFill>
                  <a:schemeClr val="bg1"/>
                </a:solidFill>
                <a:latin typeface="Arial" panose="020B0604020202020204" pitchFamily="34" charset="0"/>
                <a:cs typeface="Arial" panose="020B0604020202020204" pitchFamily="34" charset="0"/>
              </a:rPr>
              <a:t>);</a:t>
            </a:r>
          </a:p>
          <a:p>
            <a:r>
              <a:rPr lang="en-IN" sz="1000" dirty="0">
                <a:solidFill>
                  <a:schemeClr val="bg1"/>
                </a:solidFill>
                <a:latin typeface="Arial" panose="020B0604020202020204" pitchFamily="34" charset="0"/>
                <a:cs typeface="Arial" panose="020B0604020202020204" pitchFamily="34" charset="0"/>
              </a:rPr>
              <a:t>x1 = data(:, 1);</a:t>
            </a:r>
          </a:p>
          <a:p>
            <a:r>
              <a:rPr lang="en-IN" sz="1000" dirty="0">
                <a:solidFill>
                  <a:schemeClr val="bg1"/>
                </a:solidFill>
                <a:latin typeface="Arial" panose="020B0604020202020204" pitchFamily="34" charset="0"/>
                <a:cs typeface="Arial" panose="020B0604020202020204" pitchFamily="34" charset="0"/>
              </a:rPr>
              <a:t>x2 = data(:, 2);</a:t>
            </a:r>
          </a:p>
          <a:p>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Create the plot</a:t>
            </a:r>
          </a:p>
          <a:p>
            <a:r>
              <a:rPr lang="en-IN" sz="1000" dirty="0">
                <a:solidFill>
                  <a:schemeClr val="bg1"/>
                </a:solidFill>
                <a:latin typeface="Arial" panose="020B0604020202020204" pitchFamily="34" charset="0"/>
                <a:cs typeface="Arial" panose="020B0604020202020204" pitchFamily="34" charset="0"/>
              </a:rPr>
              <a:t>figure;</a:t>
            </a:r>
          </a:p>
          <a:p>
            <a:r>
              <a:rPr lang="en-IN" sz="1000" dirty="0">
                <a:solidFill>
                  <a:schemeClr val="bg1"/>
                </a:solidFill>
                <a:latin typeface="Arial" panose="020B0604020202020204" pitchFamily="34" charset="0"/>
                <a:cs typeface="Arial" panose="020B0604020202020204" pitchFamily="34" charset="0"/>
              </a:rPr>
              <a:t>hold on;</a:t>
            </a:r>
          </a:p>
          <a:p>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1. Plot the simulated data points</a:t>
            </a:r>
          </a:p>
          <a:p>
            <a:r>
              <a:rPr lang="en-IN" sz="1000" dirty="0">
                <a:solidFill>
                  <a:schemeClr val="bg1"/>
                </a:solidFill>
                <a:latin typeface="Arial" panose="020B0604020202020204" pitchFamily="34" charset="0"/>
                <a:cs typeface="Arial" panose="020B0604020202020204" pitchFamily="34" charset="0"/>
              </a:rPr>
              <a:t>scatter(x1, x2, 25, [0.6, 0, 0], 'filled', '</a:t>
            </a:r>
            <a:r>
              <a:rPr lang="en-IN" sz="1000" dirty="0" err="1">
                <a:solidFill>
                  <a:schemeClr val="bg1"/>
                </a:solidFill>
                <a:latin typeface="Arial" panose="020B0604020202020204" pitchFamily="34" charset="0"/>
                <a:cs typeface="Arial" panose="020B0604020202020204" pitchFamily="34" charset="0"/>
              </a:rPr>
              <a:t>MarkerFaceAlpha</a:t>
            </a:r>
            <a:r>
              <a:rPr lang="en-IN" sz="1000" dirty="0">
                <a:solidFill>
                  <a:schemeClr val="bg1"/>
                </a:solidFill>
                <a:latin typeface="Arial" panose="020B0604020202020204" pitchFamily="34" charset="0"/>
                <a:cs typeface="Arial" panose="020B0604020202020204" pitchFamily="34" charset="0"/>
              </a:rPr>
              <a:t>', 0.5);</a:t>
            </a:r>
          </a:p>
          <a:p>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2. Plot the </a:t>
            </a:r>
            <a:r>
              <a:rPr lang="en-IN" sz="1000" dirty="0" err="1">
                <a:solidFill>
                  <a:schemeClr val="bg1"/>
                </a:solidFill>
                <a:latin typeface="Arial" panose="020B0604020202020204" pitchFamily="34" charset="0"/>
                <a:cs typeface="Arial" panose="020B0604020202020204" pitchFamily="34" charset="0"/>
              </a:rPr>
              <a:t>center</a:t>
            </a:r>
            <a:r>
              <a:rPr lang="en-IN" sz="1000" dirty="0">
                <a:solidFill>
                  <a:schemeClr val="bg1"/>
                </a:solidFill>
                <a:latin typeface="Arial" panose="020B0604020202020204" pitchFamily="34" charset="0"/>
                <a:cs typeface="Arial" panose="020B0604020202020204" pitchFamily="34" charset="0"/>
              </a:rPr>
              <a:t> point</a:t>
            </a:r>
          </a:p>
          <a:p>
            <a:r>
              <a:rPr lang="en-IN" sz="1000" dirty="0">
                <a:solidFill>
                  <a:schemeClr val="bg1"/>
                </a:solidFill>
                <a:latin typeface="Arial" panose="020B0604020202020204" pitchFamily="34" charset="0"/>
                <a:cs typeface="Arial" panose="020B0604020202020204" pitchFamily="34" charset="0"/>
              </a:rPr>
              <a:t>plot(mu(1), mu(2), '</a:t>
            </a:r>
            <a:r>
              <a:rPr lang="en-IN" sz="1000" dirty="0" err="1">
                <a:solidFill>
                  <a:schemeClr val="bg1"/>
                </a:solidFill>
                <a:latin typeface="Arial" panose="020B0604020202020204" pitchFamily="34" charset="0"/>
                <a:cs typeface="Arial" panose="020B0604020202020204" pitchFamily="34" charset="0"/>
              </a:rPr>
              <a:t>ko</a:t>
            </a:r>
            <a:r>
              <a:rPr lang="en-IN" sz="1000" dirty="0">
                <a:solidFill>
                  <a:schemeClr val="bg1"/>
                </a:solidFill>
                <a:latin typeface="Arial" panose="020B0604020202020204" pitchFamily="34" charset="0"/>
                <a:cs typeface="Arial" panose="020B0604020202020204" pitchFamily="34" charset="0"/>
              </a:rPr>
              <a:t>', '</a:t>
            </a:r>
            <a:r>
              <a:rPr lang="en-IN" sz="1000" dirty="0" err="1">
                <a:solidFill>
                  <a:schemeClr val="bg1"/>
                </a:solidFill>
                <a:latin typeface="Arial" panose="020B0604020202020204" pitchFamily="34" charset="0"/>
                <a:cs typeface="Arial" panose="020B0604020202020204" pitchFamily="34" charset="0"/>
              </a:rPr>
              <a:t>MarkerSize</a:t>
            </a:r>
            <a:r>
              <a:rPr lang="en-IN" sz="1000" dirty="0">
                <a:solidFill>
                  <a:schemeClr val="bg1"/>
                </a:solidFill>
                <a:latin typeface="Arial" panose="020B0604020202020204" pitchFamily="34" charset="0"/>
                <a:cs typeface="Arial" panose="020B0604020202020204" pitchFamily="34" charset="0"/>
              </a:rPr>
              <a:t>', 10, '</a:t>
            </a:r>
            <a:r>
              <a:rPr lang="en-IN" sz="1000" dirty="0" err="1">
                <a:solidFill>
                  <a:schemeClr val="bg1"/>
                </a:solidFill>
                <a:latin typeface="Arial" panose="020B0604020202020204" pitchFamily="34" charset="0"/>
                <a:cs typeface="Arial" panose="020B0604020202020204" pitchFamily="34" charset="0"/>
              </a:rPr>
              <a:t>MarkerFaceColor</a:t>
            </a:r>
            <a:r>
              <a:rPr lang="en-IN" sz="1000" dirty="0">
                <a:solidFill>
                  <a:schemeClr val="bg1"/>
                </a:solidFill>
                <a:latin typeface="Arial" panose="020B0604020202020204" pitchFamily="34" charset="0"/>
                <a:cs typeface="Arial" panose="020B0604020202020204" pitchFamily="34" charset="0"/>
              </a:rPr>
              <a:t>', 'k');</a:t>
            </a:r>
          </a:p>
          <a:p>
            <a:endParaRPr lang="en-IN" sz="1000" dirty="0">
              <a:solidFill>
                <a:schemeClr val="bg1"/>
              </a:solidFill>
              <a:latin typeface="Arial" panose="020B0604020202020204" pitchFamily="34" charset="0"/>
              <a:cs typeface="Arial" panose="020B0604020202020204" pitchFamily="34" charset="0"/>
            </a:endParaRPr>
          </a:p>
        </p:txBody>
      </p:sp>
      <p:sp>
        <p:nvSpPr>
          <p:cNvPr id="5" name="TextBox 4"/>
          <p:cNvSpPr txBox="1"/>
          <p:nvPr/>
        </p:nvSpPr>
        <p:spPr>
          <a:xfrm>
            <a:off x="6097749" y="926086"/>
            <a:ext cx="5486400" cy="5632311"/>
          </a:xfrm>
          <a:prstGeom prst="rect">
            <a:avLst/>
          </a:prstGeom>
          <a:noFill/>
        </p:spPr>
        <p:txBody>
          <a:bodyPr wrap="square" rtlCol="0">
            <a:spAutoFit/>
          </a:bodyPr>
          <a:lstStyle/>
          <a:p>
            <a:r>
              <a:rPr lang="en-IN" sz="1000" dirty="0">
                <a:solidFill>
                  <a:schemeClr val="bg1"/>
                </a:solidFill>
                <a:latin typeface="Arial" panose="020B0604020202020204" pitchFamily="34" charset="0"/>
                <a:cs typeface="Arial" panose="020B0604020202020204" pitchFamily="34" charset="0"/>
              </a:rPr>
              <a:t>% 3. Draw standard deviation contours (Ellipses)</a:t>
            </a:r>
          </a:p>
          <a:p>
            <a:r>
              <a:rPr lang="en-IN" sz="1000" dirty="0">
                <a:solidFill>
                  <a:schemeClr val="bg1"/>
                </a:solidFill>
                <a:latin typeface="Arial" panose="020B0604020202020204" pitchFamily="34" charset="0"/>
                <a:cs typeface="Arial" panose="020B0604020202020204" pitchFamily="34" charset="0"/>
              </a:rPr>
              <a:t>theta = </a:t>
            </a:r>
            <a:r>
              <a:rPr lang="en-IN" sz="1000" dirty="0" err="1">
                <a:solidFill>
                  <a:schemeClr val="bg1"/>
                </a:solidFill>
                <a:latin typeface="Arial" panose="020B0604020202020204" pitchFamily="34" charset="0"/>
                <a:cs typeface="Arial" panose="020B0604020202020204" pitchFamily="34" charset="0"/>
              </a:rPr>
              <a:t>linspace</a:t>
            </a:r>
            <a:r>
              <a:rPr lang="en-IN" sz="1000" dirty="0">
                <a:solidFill>
                  <a:schemeClr val="bg1"/>
                </a:solidFill>
                <a:latin typeface="Arial" panose="020B0604020202020204" pitchFamily="34" charset="0"/>
                <a:cs typeface="Arial" panose="020B0604020202020204" pitchFamily="34" charset="0"/>
              </a:rPr>
              <a:t>(0, 2*pi, 100);</a:t>
            </a:r>
          </a:p>
          <a:p>
            <a:r>
              <a:rPr lang="en-IN" sz="1000" dirty="0">
                <a:solidFill>
                  <a:schemeClr val="bg1"/>
                </a:solidFill>
                <a:latin typeface="Arial" panose="020B0604020202020204" pitchFamily="34" charset="0"/>
                <a:cs typeface="Arial" panose="020B0604020202020204" pitchFamily="34" charset="0"/>
              </a:rPr>
              <a:t>for </a:t>
            </a:r>
            <a:r>
              <a:rPr lang="en-IN" sz="1000" dirty="0" err="1">
                <a:solidFill>
                  <a:schemeClr val="bg1"/>
                </a:solidFill>
                <a:latin typeface="Arial" panose="020B0604020202020204" pitchFamily="34" charset="0"/>
                <a:cs typeface="Arial" panose="020B0604020202020204" pitchFamily="34" charset="0"/>
              </a:rPr>
              <a:t>n_std</a:t>
            </a:r>
            <a:r>
              <a:rPr lang="en-IN" sz="1000" dirty="0">
                <a:solidFill>
                  <a:schemeClr val="bg1"/>
                </a:solidFill>
                <a:latin typeface="Arial" panose="020B0604020202020204" pitchFamily="34" charset="0"/>
                <a:cs typeface="Arial" panose="020B0604020202020204" pitchFamily="34" charset="0"/>
              </a:rPr>
              <a:t> = 1:3</a:t>
            </a:r>
          </a:p>
          <a:p>
            <a:r>
              <a:rPr lang="en-IN" sz="1000" dirty="0">
                <a:solidFill>
                  <a:schemeClr val="bg1"/>
                </a:solidFill>
                <a:latin typeface="Arial" panose="020B0604020202020204" pitchFamily="34" charset="0"/>
                <a:cs typeface="Arial" panose="020B0604020202020204" pitchFamily="34" charset="0"/>
              </a:rPr>
              <a:t>    % Scale the standard deviations by the number of deviations</a:t>
            </a:r>
          </a:p>
          <a:p>
            <a:r>
              <a:rPr lang="en-IN" sz="1000" dirty="0">
                <a:solidFill>
                  <a:schemeClr val="bg1"/>
                </a:solidFill>
                <a:latin typeface="Arial" panose="020B0604020202020204" pitchFamily="34" charset="0"/>
                <a:cs typeface="Arial" panose="020B0604020202020204" pitchFamily="34" charset="0"/>
              </a:rPr>
              <a:t>    r1 = </a:t>
            </a:r>
            <a:r>
              <a:rPr lang="en-IN" sz="1000" dirty="0" err="1">
                <a:solidFill>
                  <a:schemeClr val="bg1"/>
                </a:solidFill>
                <a:latin typeface="Arial" panose="020B0604020202020204" pitchFamily="34" charset="0"/>
                <a:cs typeface="Arial" panose="020B0604020202020204" pitchFamily="34" charset="0"/>
              </a:rPr>
              <a:t>n_std</a:t>
            </a:r>
            <a:r>
              <a:rPr lang="en-IN" sz="1000" dirty="0">
                <a:solidFill>
                  <a:schemeClr val="bg1"/>
                </a:solidFill>
                <a:latin typeface="Arial" panose="020B0604020202020204" pitchFamily="34" charset="0"/>
                <a:cs typeface="Arial" panose="020B0604020202020204" pitchFamily="34" charset="0"/>
              </a:rPr>
              <a:t> * </a:t>
            </a:r>
            <a:r>
              <a:rPr lang="en-IN" sz="1000" dirty="0" err="1">
                <a:solidFill>
                  <a:schemeClr val="bg1"/>
                </a:solidFill>
                <a:latin typeface="Arial" panose="020B0604020202020204" pitchFamily="34" charset="0"/>
                <a:cs typeface="Arial" panose="020B0604020202020204" pitchFamily="34" charset="0"/>
              </a:rPr>
              <a:t>sqrt</a:t>
            </a:r>
            <a:r>
              <a:rPr lang="en-IN" sz="1000" dirty="0">
                <a:solidFill>
                  <a:schemeClr val="bg1"/>
                </a:solidFill>
                <a:latin typeface="Arial" panose="020B0604020202020204" pitchFamily="34" charset="0"/>
                <a:cs typeface="Arial" panose="020B0604020202020204" pitchFamily="34" charset="0"/>
              </a:rPr>
              <a:t>(sigma11); </a:t>
            </a:r>
          </a:p>
          <a:p>
            <a:r>
              <a:rPr lang="en-IN" sz="1000" dirty="0">
                <a:solidFill>
                  <a:schemeClr val="bg1"/>
                </a:solidFill>
                <a:latin typeface="Arial" panose="020B0604020202020204" pitchFamily="34" charset="0"/>
                <a:cs typeface="Arial" panose="020B0604020202020204" pitchFamily="34" charset="0"/>
              </a:rPr>
              <a:t>    r2 = </a:t>
            </a:r>
            <a:r>
              <a:rPr lang="en-IN" sz="1000" dirty="0" err="1">
                <a:solidFill>
                  <a:schemeClr val="bg1"/>
                </a:solidFill>
                <a:latin typeface="Arial" panose="020B0604020202020204" pitchFamily="34" charset="0"/>
                <a:cs typeface="Arial" panose="020B0604020202020204" pitchFamily="34" charset="0"/>
              </a:rPr>
              <a:t>n_std</a:t>
            </a:r>
            <a:r>
              <a:rPr lang="en-IN" sz="1000" dirty="0">
                <a:solidFill>
                  <a:schemeClr val="bg1"/>
                </a:solidFill>
                <a:latin typeface="Arial" panose="020B0604020202020204" pitchFamily="34" charset="0"/>
                <a:cs typeface="Arial" panose="020B0604020202020204" pitchFamily="34" charset="0"/>
              </a:rPr>
              <a:t> * </a:t>
            </a:r>
            <a:r>
              <a:rPr lang="en-IN" sz="1000" dirty="0" err="1">
                <a:solidFill>
                  <a:schemeClr val="bg1"/>
                </a:solidFill>
                <a:latin typeface="Arial" panose="020B0604020202020204" pitchFamily="34" charset="0"/>
                <a:cs typeface="Arial" panose="020B0604020202020204" pitchFamily="34" charset="0"/>
              </a:rPr>
              <a:t>sqrt</a:t>
            </a:r>
            <a:r>
              <a:rPr lang="en-IN" sz="1000" dirty="0">
                <a:solidFill>
                  <a:schemeClr val="bg1"/>
                </a:solidFill>
                <a:latin typeface="Arial" panose="020B0604020202020204" pitchFamily="34" charset="0"/>
                <a:cs typeface="Arial" panose="020B0604020202020204" pitchFamily="34" charset="0"/>
              </a:rPr>
              <a:t>(sigma22);</a:t>
            </a:r>
          </a:p>
          <a:p>
            <a:r>
              <a:rPr lang="en-IN" sz="1000" dirty="0">
                <a:solidFill>
                  <a:schemeClr val="bg1"/>
                </a:solidFill>
                <a:latin typeface="Arial" panose="020B0604020202020204" pitchFamily="34" charset="0"/>
                <a:cs typeface="Arial" panose="020B0604020202020204" pitchFamily="34" charset="0"/>
              </a:rPr>
              <a:t>    </a:t>
            </a:r>
          </a:p>
          <a:p>
            <a:r>
              <a:rPr lang="en-IN" sz="1000" dirty="0">
                <a:solidFill>
                  <a:schemeClr val="bg1"/>
                </a:solidFill>
                <a:latin typeface="Arial" panose="020B0604020202020204" pitchFamily="34" charset="0"/>
                <a:cs typeface="Arial" panose="020B0604020202020204" pitchFamily="34" charset="0"/>
              </a:rPr>
              <a:t>    % Parametric equations for the ellipse </a:t>
            </a:r>
            <a:r>
              <a:rPr lang="en-IN" sz="1000" dirty="0" err="1">
                <a:solidFill>
                  <a:schemeClr val="bg1"/>
                </a:solidFill>
                <a:latin typeface="Arial" panose="020B0604020202020204" pitchFamily="34" charset="0"/>
                <a:cs typeface="Arial" panose="020B0604020202020204" pitchFamily="34" charset="0"/>
              </a:rPr>
              <a:t>centered</a:t>
            </a:r>
            <a:r>
              <a:rPr lang="en-IN" sz="1000" dirty="0">
                <a:solidFill>
                  <a:schemeClr val="bg1"/>
                </a:solidFill>
                <a:latin typeface="Arial" panose="020B0604020202020204" pitchFamily="34" charset="0"/>
                <a:cs typeface="Arial" panose="020B0604020202020204" pitchFamily="34" charset="0"/>
              </a:rPr>
              <a:t> at (-2, 4)</a:t>
            </a:r>
          </a:p>
          <a:p>
            <a:r>
              <a:rPr lang="en-IN" sz="1000" dirty="0">
                <a:solidFill>
                  <a:schemeClr val="bg1"/>
                </a:solidFill>
                <a:latin typeface="Arial" panose="020B0604020202020204" pitchFamily="34" charset="0"/>
                <a:cs typeface="Arial" panose="020B0604020202020204" pitchFamily="34" charset="0"/>
              </a:rPr>
              <a:t>    </a:t>
            </a:r>
            <a:r>
              <a:rPr lang="en-IN" sz="1000" dirty="0" err="1">
                <a:solidFill>
                  <a:schemeClr val="bg1"/>
                </a:solidFill>
                <a:latin typeface="Arial" panose="020B0604020202020204" pitchFamily="34" charset="0"/>
                <a:cs typeface="Arial" panose="020B0604020202020204" pitchFamily="34" charset="0"/>
              </a:rPr>
              <a:t>ellipse_x</a:t>
            </a:r>
            <a:r>
              <a:rPr lang="en-IN" sz="1000" dirty="0">
                <a:solidFill>
                  <a:schemeClr val="bg1"/>
                </a:solidFill>
                <a:latin typeface="Arial" panose="020B0604020202020204" pitchFamily="34" charset="0"/>
                <a:cs typeface="Arial" panose="020B0604020202020204" pitchFamily="34" charset="0"/>
              </a:rPr>
              <a:t> = mu(1) + r1 * cos(theta);</a:t>
            </a:r>
          </a:p>
          <a:p>
            <a:r>
              <a:rPr lang="en-IN" sz="1000" dirty="0">
                <a:solidFill>
                  <a:schemeClr val="bg1"/>
                </a:solidFill>
                <a:latin typeface="Arial" panose="020B0604020202020204" pitchFamily="34" charset="0"/>
                <a:cs typeface="Arial" panose="020B0604020202020204" pitchFamily="34" charset="0"/>
              </a:rPr>
              <a:t>    </a:t>
            </a:r>
            <a:r>
              <a:rPr lang="en-IN" sz="1000" dirty="0" err="1">
                <a:solidFill>
                  <a:schemeClr val="bg1"/>
                </a:solidFill>
                <a:latin typeface="Arial" panose="020B0604020202020204" pitchFamily="34" charset="0"/>
                <a:cs typeface="Arial" panose="020B0604020202020204" pitchFamily="34" charset="0"/>
              </a:rPr>
              <a:t>ellipse_y</a:t>
            </a:r>
            <a:r>
              <a:rPr lang="en-IN" sz="1000" dirty="0">
                <a:solidFill>
                  <a:schemeClr val="bg1"/>
                </a:solidFill>
                <a:latin typeface="Arial" panose="020B0604020202020204" pitchFamily="34" charset="0"/>
                <a:cs typeface="Arial" panose="020B0604020202020204" pitchFamily="34" charset="0"/>
              </a:rPr>
              <a:t> = mu(2) + r2 * sin(theta);</a:t>
            </a:r>
          </a:p>
          <a:p>
            <a:r>
              <a:rPr lang="en-IN" sz="1000" dirty="0">
                <a:solidFill>
                  <a:schemeClr val="bg1"/>
                </a:solidFill>
                <a:latin typeface="Arial" panose="020B0604020202020204" pitchFamily="34" charset="0"/>
                <a:cs typeface="Arial" panose="020B0604020202020204" pitchFamily="34" charset="0"/>
              </a:rPr>
              <a:t>    </a:t>
            </a:r>
          </a:p>
          <a:p>
            <a:r>
              <a:rPr lang="en-IN" sz="1000" dirty="0">
                <a:solidFill>
                  <a:schemeClr val="bg1"/>
                </a:solidFill>
                <a:latin typeface="Arial" panose="020B0604020202020204" pitchFamily="34" charset="0"/>
                <a:cs typeface="Arial" panose="020B0604020202020204" pitchFamily="34" charset="0"/>
              </a:rPr>
              <a:t>    if </a:t>
            </a:r>
            <a:r>
              <a:rPr lang="en-IN" sz="1000" dirty="0" err="1">
                <a:solidFill>
                  <a:schemeClr val="bg1"/>
                </a:solidFill>
                <a:latin typeface="Arial" panose="020B0604020202020204" pitchFamily="34" charset="0"/>
                <a:cs typeface="Arial" panose="020B0604020202020204" pitchFamily="34" charset="0"/>
              </a:rPr>
              <a:t>n_std</a:t>
            </a:r>
            <a:r>
              <a:rPr lang="en-IN" sz="1000" dirty="0">
                <a:solidFill>
                  <a:schemeClr val="bg1"/>
                </a:solidFill>
                <a:latin typeface="Arial" panose="020B0604020202020204" pitchFamily="34" charset="0"/>
                <a:cs typeface="Arial" panose="020B0604020202020204" pitchFamily="34" charset="0"/>
              </a:rPr>
              <a:t> == 1</a:t>
            </a:r>
          </a:p>
          <a:p>
            <a:r>
              <a:rPr lang="en-IN" sz="1000" dirty="0">
                <a:solidFill>
                  <a:schemeClr val="bg1"/>
                </a:solidFill>
                <a:latin typeface="Arial" panose="020B0604020202020204" pitchFamily="34" charset="0"/>
                <a:cs typeface="Arial" panose="020B0604020202020204" pitchFamily="34" charset="0"/>
              </a:rPr>
              <a:t>        plot(</a:t>
            </a:r>
            <a:r>
              <a:rPr lang="en-IN" sz="1000" dirty="0" err="1">
                <a:solidFill>
                  <a:schemeClr val="bg1"/>
                </a:solidFill>
                <a:latin typeface="Arial" panose="020B0604020202020204" pitchFamily="34" charset="0"/>
                <a:cs typeface="Arial" panose="020B0604020202020204" pitchFamily="34" charset="0"/>
              </a:rPr>
              <a:t>ellipse_x</a:t>
            </a:r>
            <a:r>
              <a:rPr lang="en-IN" sz="1000" dirty="0">
                <a:solidFill>
                  <a:schemeClr val="bg1"/>
                </a:solidFill>
                <a:latin typeface="Arial" panose="020B0604020202020204" pitchFamily="34" charset="0"/>
                <a:cs typeface="Arial" panose="020B0604020202020204" pitchFamily="34" charset="0"/>
              </a:rPr>
              <a:t>, </a:t>
            </a:r>
            <a:r>
              <a:rPr lang="en-IN" sz="1000" dirty="0" err="1">
                <a:solidFill>
                  <a:schemeClr val="bg1"/>
                </a:solidFill>
                <a:latin typeface="Arial" panose="020B0604020202020204" pitchFamily="34" charset="0"/>
                <a:cs typeface="Arial" panose="020B0604020202020204" pitchFamily="34" charset="0"/>
              </a:rPr>
              <a:t>ellipse_y</a:t>
            </a:r>
            <a:r>
              <a:rPr lang="en-IN" sz="1000" dirty="0">
                <a:solidFill>
                  <a:schemeClr val="bg1"/>
                </a:solidFill>
                <a:latin typeface="Arial" panose="020B0604020202020204" pitchFamily="34" charset="0"/>
                <a:cs typeface="Arial" panose="020B0604020202020204" pitchFamily="34" charset="0"/>
              </a:rPr>
              <a:t>, 'k--', '</a:t>
            </a:r>
            <a:r>
              <a:rPr lang="en-IN" sz="1000" dirty="0" err="1">
                <a:solidFill>
                  <a:schemeClr val="bg1"/>
                </a:solidFill>
                <a:latin typeface="Arial" panose="020B0604020202020204" pitchFamily="34" charset="0"/>
                <a:cs typeface="Arial" panose="020B0604020202020204" pitchFamily="34" charset="0"/>
              </a:rPr>
              <a:t>LineWidth</a:t>
            </a:r>
            <a:r>
              <a:rPr lang="en-IN" sz="1000" dirty="0">
                <a:solidFill>
                  <a:schemeClr val="bg1"/>
                </a:solidFill>
                <a:latin typeface="Arial" panose="020B0604020202020204" pitchFamily="34" charset="0"/>
                <a:cs typeface="Arial" panose="020B0604020202020204" pitchFamily="34" charset="0"/>
              </a:rPr>
              <a:t>', 1.5, '</a:t>
            </a:r>
            <a:r>
              <a:rPr lang="en-IN" sz="1000" dirty="0" err="1">
                <a:solidFill>
                  <a:schemeClr val="bg1"/>
                </a:solidFill>
                <a:latin typeface="Arial" panose="020B0604020202020204" pitchFamily="34" charset="0"/>
                <a:cs typeface="Arial" panose="020B0604020202020204" pitchFamily="34" charset="0"/>
              </a:rPr>
              <a:t>DisplayName</a:t>
            </a:r>
            <a:r>
              <a:rPr lang="en-IN" sz="1000" dirty="0">
                <a:solidFill>
                  <a:schemeClr val="bg1"/>
                </a:solidFill>
                <a:latin typeface="Arial" panose="020B0604020202020204" pitchFamily="34" charset="0"/>
                <a:cs typeface="Arial" panose="020B0604020202020204" pitchFamily="34" charset="0"/>
              </a:rPr>
              <a:t>', '1, 2, 3 </a:t>
            </a:r>
            <a:r>
              <a:rPr lang="en-IN" sz="1000" dirty="0" err="1">
                <a:solidFill>
                  <a:schemeClr val="bg1"/>
                </a:solidFill>
                <a:latin typeface="Arial" panose="020B0604020202020204" pitchFamily="34" charset="0"/>
                <a:cs typeface="Arial" panose="020B0604020202020204" pitchFamily="34" charset="0"/>
              </a:rPr>
              <a:t>Std</a:t>
            </a:r>
            <a:r>
              <a:rPr lang="en-IN" sz="1000" dirty="0">
                <a:solidFill>
                  <a:schemeClr val="bg1"/>
                </a:solidFill>
                <a:latin typeface="Arial" panose="020B0604020202020204" pitchFamily="34" charset="0"/>
                <a:cs typeface="Arial" panose="020B0604020202020204" pitchFamily="34" charset="0"/>
              </a:rPr>
              <a:t> Dev Contours');</a:t>
            </a:r>
          </a:p>
          <a:p>
            <a:r>
              <a:rPr lang="en-IN" sz="1000" dirty="0">
                <a:solidFill>
                  <a:schemeClr val="bg1"/>
                </a:solidFill>
                <a:latin typeface="Arial" panose="020B0604020202020204" pitchFamily="34" charset="0"/>
                <a:cs typeface="Arial" panose="020B0604020202020204" pitchFamily="34" charset="0"/>
              </a:rPr>
              <a:t>    else</a:t>
            </a:r>
          </a:p>
          <a:p>
            <a:r>
              <a:rPr lang="en-IN" sz="1000" dirty="0">
                <a:solidFill>
                  <a:schemeClr val="bg1"/>
                </a:solidFill>
                <a:latin typeface="Arial" panose="020B0604020202020204" pitchFamily="34" charset="0"/>
                <a:cs typeface="Arial" panose="020B0604020202020204" pitchFamily="34" charset="0"/>
              </a:rPr>
              <a:t>        plot(</a:t>
            </a:r>
            <a:r>
              <a:rPr lang="en-IN" sz="1000" dirty="0" err="1">
                <a:solidFill>
                  <a:schemeClr val="bg1"/>
                </a:solidFill>
                <a:latin typeface="Arial" panose="020B0604020202020204" pitchFamily="34" charset="0"/>
                <a:cs typeface="Arial" panose="020B0604020202020204" pitchFamily="34" charset="0"/>
              </a:rPr>
              <a:t>ellipse_x</a:t>
            </a:r>
            <a:r>
              <a:rPr lang="en-IN" sz="1000" dirty="0">
                <a:solidFill>
                  <a:schemeClr val="bg1"/>
                </a:solidFill>
                <a:latin typeface="Arial" panose="020B0604020202020204" pitchFamily="34" charset="0"/>
                <a:cs typeface="Arial" panose="020B0604020202020204" pitchFamily="34" charset="0"/>
              </a:rPr>
              <a:t>, </a:t>
            </a:r>
            <a:r>
              <a:rPr lang="en-IN" sz="1000" dirty="0" err="1">
                <a:solidFill>
                  <a:schemeClr val="bg1"/>
                </a:solidFill>
                <a:latin typeface="Arial" panose="020B0604020202020204" pitchFamily="34" charset="0"/>
                <a:cs typeface="Arial" panose="020B0604020202020204" pitchFamily="34" charset="0"/>
              </a:rPr>
              <a:t>ellipse_y</a:t>
            </a:r>
            <a:r>
              <a:rPr lang="en-IN" sz="1000" dirty="0">
                <a:solidFill>
                  <a:schemeClr val="bg1"/>
                </a:solidFill>
                <a:latin typeface="Arial" panose="020B0604020202020204" pitchFamily="34" charset="0"/>
                <a:cs typeface="Arial" panose="020B0604020202020204" pitchFamily="34" charset="0"/>
              </a:rPr>
              <a:t>, 'k--', '</a:t>
            </a:r>
            <a:r>
              <a:rPr lang="en-IN" sz="1000" dirty="0" err="1">
                <a:solidFill>
                  <a:schemeClr val="bg1"/>
                </a:solidFill>
                <a:latin typeface="Arial" panose="020B0604020202020204" pitchFamily="34" charset="0"/>
                <a:cs typeface="Arial" panose="020B0604020202020204" pitchFamily="34" charset="0"/>
              </a:rPr>
              <a:t>LineWidth</a:t>
            </a:r>
            <a:r>
              <a:rPr lang="en-IN" sz="1000" dirty="0">
                <a:solidFill>
                  <a:schemeClr val="bg1"/>
                </a:solidFill>
                <a:latin typeface="Arial" panose="020B0604020202020204" pitchFamily="34" charset="0"/>
                <a:cs typeface="Arial" panose="020B0604020202020204" pitchFamily="34" charset="0"/>
              </a:rPr>
              <a:t>', 1.5, '</a:t>
            </a:r>
            <a:r>
              <a:rPr lang="en-IN" sz="1000" dirty="0" err="1">
                <a:solidFill>
                  <a:schemeClr val="bg1"/>
                </a:solidFill>
                <a:latin typeface="Arial" panose="020B0604020202020204" pitchFamily="34" charset="0"/>
                <a:cs typeface="Arial" panose="020B0604020202020204" pitchFamily="34" charset="0"/>
              </a:rPr>
              <a:t>HandleVisibility</a:t>
            </a:r>
            <a:r>
              <a:rPr lang="en-IN" sz="1000" dirty="0">
                <a:solidFill>
                  <a:schemeClr val="bg1"/>
                </a:solidFill>
                <a:latin typeface="Arial" panose="020B0604020202020204" pitchFamily="34" charset="0"/>
                <a:cs typeface="Arial" panose="020B0604020202020204" pitchFamily="34" charset="0"/>
              </a:rPr>
              <a:t>', 'off');</a:t>
            </a:r>
          </a:p>
          <a:p>
            <a:r>
              <a:rPr lang="en-IN" sz="1000" dirty="0">
                <a:solidFill>
                  <a:schemeClr val="bg1"/>
                </a:solidFill>
                <a:latin typeface="Arial" panose="020B0604020202020204" pitchFamily="34" charset="0"/>
                <a:cs typeface="Arial" panose="020B0604020202020204" pitchFamily="34" charset="0"/>
              </a:rPr>
              <a:t>    end</a:t>
            </a:r>
          </a:p>
          <a:p>
            <a:r>
              <a:rPr lang="en-IN" sz="1000" dirty="0">
                <a:solidFill>
                  <a:schemeClr val="bg1"/>
                </a:solidFill>
                <a:latin typeface="Arial" panose="020B0604020202020204" pitchFamily="34" charset="0"/>
                <a:cs typeface="Arial" panose="020B0604020202020204" pitchFamily="34" charset="0"/>
              </a:rPr>
              <a:t>end</a:t>
            </a:r>
          </a:p>
          <a:p>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Formatting the plot</a:t>
            </a:r>
          </a:p>
          <a:p>
            <a:r>
              <a:rPr lang="en-IN" sz="1000" dirty="0">
                <a:solidFill>
                  <a:schemeClr val="bg1"/>
                </a:solidFill>
                <a:latin typeface="Arial" panose="020B0604020202020204" pitchFamily="34" charset="0"/>
                <a:cs typeface="Arial" panose="020B0604020202020204" pitchFamily="34" charset="0"/>
              </a:rPr>
              <a:t>grid on;</a:t>
            </a:r>
          </a:p>
          <a:p>
            <a:r>
              <a:rPr lang="en-IN" sz="1000" dirty="0" err="1">
                <a:solidFill>
                  <a:schemeClr val="bg1"/>
                </a:solidFill>
                <a:latin typeface="Arial" panose="020B0604020202020204" pitchFamily="34" charset="0"/>
                <a:cs typeface="Arial" panose="020B0604020202020204" pitchFamily="34" charset="0"/>
              </a:rPr>
              <a:t>ax</a:t>
            </a:r>
            <a:r>
              <a:rPr lang="en-IN" sz="1000" dirty="0">
                <a:solidFill>
                  <a:schemeClr val="bg1"/>
                </a:solidFill>
                <a:latin typeface="Arial" panose="020B0604020202020204" pitchFamily="34" charset="0"/>
                <a:cs typeface="Arial" panose="020B0604020202020204" pitchFamily="34" charset="0"/>
              </a:rPr>
              <a:t> = </a:t>
            </a:r>
            <a:r>
              <a:rPr lang="en-IN" sz="1000" dirty="0" err="1">
                <a:solidFill>
                  <a:schemeClr val="bg1"/>
                </a:solidFill>
                <a:latin typeface="Arial" panose="020B0604020202020204" pitchFamily="34" charset="0"/>
                <a:cs typeface="Arial" panose="020B0604020202020204" pitchFamily="34" charset="0"/>
              </a:rPr>
              <a:t>gca</a:t>
            </a:r>
            <a:r>
              <a:rPr lang="en-IN" sz="1000" dirty="0">
                <a:solidFill>
                  <a:schemeClr val="bg1"/>
                </a:solidFill>
                <a:latin typeface="Arial" panose="020B0604020202020204" pitchFamily="34" charset="0"/>
                <a:cs typeface="Arial" panose="020B0604020202020204" pitchFamily="34" charset="0"/>
              </a:rPr>
              <a:t>;</a:t>
            </a:r>
          </a:p>
          <a:p>
            <a:r>
              <a:rPr lang="en-IN" sz="1000" dirty="0" err="1">
                <a:solidFill>
                  <a:schemeClr val="bg1"/>
                </a:solidFill>
                <a:latin typeface="Arial" panose="020B0604020202020204" pitchFamily="34" charset="0"/>
                <a:cs typeface="Arial" panose="020B0604020202020204" pitchFamily="34" charset="0"/>
              </a:rPr>
              <a:t>ax.GridAlpha</a:t>
            </a:r>
            <a:r>
              <a:rPr lang="en-IN" sz="1000" dirty="0">
                <a:solidFill>
                  <a:schemeClr val="bg1"/>
                </a:solidFill>
                <a:latin typeface="Arial" panose="020B0604020202020204" pitchFamily="34" charset="0"/>
                <a:cs typeface="Arial" panose="020B0604020202020204" pitchFamily="34" charset="0"/>
              </a:rPr>
              <a:t> = 0.3;</a:t>
            </a:r>
          </a:p>
          <a:p>
            <a:r>
              <a:rPr lang="en-IN" sz="1000" dirty="0">
                <a:solidFill>
                  <a:schemeClr val="bg1"/>
                </a:solidFill>
                <a:latin typeface="Arial" panose="020B0604020202020204" pitchFamily="34" charset="0"/>
                <a:cs typeface="Arial" panose="020B0604020202020204" pitchFamily="34" charset="0"/>
              </a:rPr>
              <a:t>axis equal; % Ensures the 1:1 aspect ratio so the geometric shapes look correct</a:t>
            </a:r>
          </a:p>
          <a:p>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Add reference lines for the </a:t>
            </a:r>
            <a:r>
              <a:rPr lang="en-IN" sz="1000" dirty="0" err="1">
                <a:solidFill>
                  <a:schemeClr val="bg1"/>
                </a:solidFill>
                <a:latin typeface="Arial" panose="020B0604020202020204" pitchFamily="34" charset="0"/>
                <a:cs typeface="Arial" panose="020B0604020202020204" pitchFamily="34" charset="0"/>
              </a:rPr>
              <a:t>center</a:t>
            </a:r>
            <a:endParaRPr lang="en-IN" sz="1000" dirty="0">
              <a:solidFill>
                <a:schemeClr val="bg1"/>
              </a:solidFill>
              <a:latin typeface="Arial" panose="020B0604020202020204" pitchFamily="34" charset="0"/>
              <a:cs typeface="Arial" panose="020B0604020202020204" pitchFamily="34" charset="0"/>
            </a:endParaRPr>
          </a:p>
          <a:p>
            <a:r>
              <a:rPr lang="en-IN" sz="1000" dirty="0" err="1">
                <a:solidFill>
                  <a:schemeClr val="bg1"/>
                </a:solidFill>
                <a:latin typeface="Arial" panose="020B0604020202020204" pitchFamily="34" charset="0"/>
                <a:cs typeface="Arial" panose="020B0604020202020204" pitchFamily="34" charset="0"/>
              </a:rPr>
              <a:t>xline</a:t>
            </a:r>
            <a:r>
              <a:rPr lang="en-IN" sz="1000" dirty="0">
                <a:solidFill>
                  <a:schemeClr val="bg1"/>
                </a:solidFill>
                <a:latin typeface="Arial" panose="020B0604020202020204" pitchFamily="34" charset="0"/>
                <a:cs typeface="Arial" panose="020B0604020202020204" pitchFamily="34" charset="0"/>
              </a:rPr>
              <a:t>(mu(1), ':', '</a:t>
            </a:r>
            <a:r>
              <a:rPr lang="en-IN" sz="1000" dirty="0" err="1">
                <a:solidFill>
                  <a:schemeClr val="bg1"/>
                </a:solidFill>
                <a:latin typeface="Arial" panose="020B0604020202020204" pitchFamily="34" charset="0"/>
                <a:cs typeface="Arial" panose="020B0604020202020204" pitchFamily="34" charset="0"/>
              </a:rPr>
              <a:t>Color</a:t>
            </a:r>
            <a:r>
              <a:rPr lang="en-IN" sz="1000" dirty="0">
                <a:solidFill>
                  <a:schemeClr val="bg1"/>
                </a:solidFill>
                <a:latin typeface="Arial" panose="020B0604020202020204" pitchFamily="34" charset="0"/>
                <a:cs typeface="Arial" panose="020B0604020202020204" pitchFamily="34" charset="0"/>
              </a:rPr>
              <a:t>', [0.5, 0.5, 0.5], '</a:t>
            </a:r>
            <a:r>
              <a:rPr lang="en-IN" sz="1000" dirty="0" err="1">
                <a:solidFill>
                  <a:schemeClr val="bg1"/>
                </a:solidFill>
                <a:latin typeface="Arial" panose="020B0604020202020204" pitchFamily="34" charset="0"/>
                <a:cs typeface="Arial" panose="020B0604020202020204" pitchFamily="34" charset="0"/>
              </a:rPr>
              <a:t>LineWidth</a:t>
            </a:r>
            <a:r>
              <a:rPr lang="en-IN" sz="1000" dirty="0">
                <a:solidFill>
                  <a:schemeClr val="bg1"/>
                </a:solidFill>
                <a:latin typeface="Arial" panose="020B0604020202020204" pitchFamily="34" charset="0"/>
                <a:cs typeface="Arial" panose="020B0604020202020204" pitchFamily="34" charset="0"/>
              </a:rPr>
              <a:t>', 1, '</a:t>
            </a:r>
            <a:r>
              <a:rPr lang="en-IN" sz="1000" dirty="0" err="1">
                <a:solidFill>
                  <a:schemeClr val="bg1"/>
                </a:solidFill>
                <a:latin typeface="Arial" panose="020B0604020202020204" pitchFamily="34" charset="0"/>
                <a:cs typeface="Arial" panose="020B0604020202020204" pitchFamily="34" charset="0"/>
              </a:rPr>
              <a:t>HandleVisibility</a:t>
            </a:r>
            <a:r>
              <a:rPr lang="en-IN" sz="1000" dirty="0">
                <a:solidFill>
                  <a:schemeClr val="bg1"/>
                </a:solidFill>
                <a:latin typeface="Arial" panose="020B0604020202020204" pitchFamily="34" charset="0"/>
                <a:cs typeface="Arial" panose="020B0604020202020204" pitchFamily="34" charset="0"/>
              </a:rPr>
              <a:t>', 'off');</a:t>
            </a:r>
          </a:p>
          <a:p>
            <a:r>
              <a:rPr lang="en-IN" sz="1000" dirty="0" err="1">
                <a:solidFill>
                  <a:schemeClr val="bg1"/>
                </a:solidFill>
                <a:latin typeface="Arial" panose="020B0604020202020204" pitchFamily="34" charset="0"/>
                <a:cs typeface="Arial" panose="020B0604020202020204" pitchFamily="34" charset="0"/>
              </a:rPr>
              <a:t>yline</a:t>
            </a:r>
            <a:r>
              <a:rPr lang="en-IN" sz="1000" dirty="0">
                <a:solidFill>
                  <a:schemeClr val="bg1"/>
                </a:solidFill>
                <a:latin typeface="Arial" panose="020B0604020202020204" pitchFamily="34" charset="0"/>
                <a:cs typeface="Arial" panose="020B0604020202020204" pitchFamily="34" charset="0"/>
              </a:rPr>
              <a:t>(mu(2), ':', '</a:t>
            </a:r>
            <a:r>
              <a:rPr lang="en-IN" sz="1000" dirty="0" err="1">
                <a:solidFill>
                  <a:schemeClr val="bg1"/>
                </a:solidFill>
                <a:latin typeface="Arial" panose="020B0604020202020204" pitchFamily="34" charset="0"/>
                <a:cs typeface="Arial" panose="020B0604020202020204" pitchFamily="34" charset="0"/>
              </a:rPr>
              <a:t>Color</a:t>
            </a:r>
            <a:r>
              <a:rPr lang="en-IN" sz="1000" dirty="0">
                <a:solidFill>
                  <a:schemeClr val="bg1"/>
                </a:solidFill>
                <a:latin typeface="Arial" panose="020B0604020202020204" pitchFamily="34" charset="0"/>
                <a:cs typeface="Arial" panose="020B0604020202020204" pitchFamily="34" charset="0"/>
              </a:rPr>
              <a:t>', [0.5, 0.5, 0.5], '</a:t>
            </a:r>
            <a:r>
              <a:rPr lang="en-IN" sz="1000" dirty="0" err="1">
                <a:solidFill>
                  <a:schemeClr val="bg1"/>
                </a:solidFill>
                <a:latin typeface="Arial" panose="020B0604020202020204" pitchFamily="34" charset="0"/>
                <a:cs typeface="Arial" panose="020B0604020202020204" pitchFamily="34" charset="0"/>
              </a:rPr>
              <a:t>LineWidth</a:t>
            </a:r>
            <a:r>
              <a:rPr lang="en-IN" sz="1000" dirty="0">
                <a:solidFill>
                  <a:schemeClr val="bg1"/>
                </a:solidFill>
                <a:latin typeface="Arial" panose="020B0604020202020204" pitchFamily="34" charset="0"/>
                <a:cs typeface="Arial" panose="020B0604020202020204" pitchFamily="34" charset="0"/>
              </a:rPr>
              <a:t>', 1, '</a:t>
            </a:r>
            <a:r>
              <a:rPr lang="en-IN" sz="1000" dirty="0" err="1">
                <a:solidFill>
                  <a:schemeClr val="bg1"/>
                </a:solidFill>
                <a:latin typeface="Arial" panose="020B0604020202020204" pitchFamily="34" charset="0"/>
                <a:cs typeface="Arial" panose="020B0604020202020204" pitchFamily="34" charset="0"/>
              </a:rPr>
              <a:t>HandleVisibility</a:t>
            </a:r>
            <a:r>
              <a:rPr lang="en-IN" sz="1000" dirty="0">
                <a:solidFill>
                  <a:schemeClr val="bg1"/>
                </a:solidFill>
                <a:latin typeface="Arial" panose="020B0604020202020204" pitchFamily="34" charset="0"/>
                <a:cs typeface="Arial" panose="020B0604020202020204" pitchFamily="34" charset="0"/>
              </a:rPr>
              <a:t>', 'off');</a:t>
            </a:r>
          </a:p>
          <a:p>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Labels and Title</a:t>
            </a:r>
          </a:p>
          <a:p>
            <a:r>
              <a:rPr lang="en-IN" sz="1000" dirty="0" err="1">
                <a:solidFill>
                  <a:schemeClr val="bg1"/>
                </a:solidFill>
                <a:latin typeface="Arial" panose="020B0604020202020204" pitchFamily="34" charset="0"/>
                <a:cs typeface="Arial" panose="020B0604020202020204" pitchFamily="34" charset="0"/>
              </a:rPr>
              <a:t>xlabel</a:t>
            </a:r>
            <a:r>
              <a:rPr lang="en-IN" sz="1000" dirty="0">
                <a:solidFill>
                  <a:schemeClr val="bg1"/>
                </a:solidFill>
                <a:latin typeface="Arial" panose="020B0604020202020204" pitchFamily="34" charset="0"/>
                <a:cs typeface="Arial" panose="020B0604020202020204" pitchFamily="34" charset="0"/>
              </a:rPr>
              <a:t>('x_1');</a:t>
            </a:r>
          </a:p>
          <a:p>
            <a:r>
              <a:rPr lang="en-IN" sz="1000" dirty="0" err="1">
                <a:solidFill>
                  <a:schemeClr val="bg1"/>
                </a:solidFill>
                <a:latin typeface="Arial" panose="020B0604020202020204" pitchFamily="34" charset="0"/>
                <a:cs typeface="Arial" panose="020B0604020202020204" pitchFamily="34" charset="0"/>
              </a:rPr>
              <a:t>ylabel</a:t>
            </a:r>
            <a:r>
              <a:rPr lang="en-IN" sz="1000" dirty="0">
                <a:solidFill>
                  <a:schemeClr val="bg1"/>
                </a:solidFill>
                <a:latin typeface="Arial" panose="020B0604020202020204" pitchFamily="34" charset="0"/>
                <a:cs typeface="Arial" panose="020B0604020202020204" pitchFamily="34" charset="0"/>
              </a:rPr>
              <a:t>('x_2');</a:t>
            </a:r>
          </a:p>
          <a:p>
            <a:r>
              <a:rPr lang="en-IN" sz="1000" dirty="0">
                <a:solidFill>
                  <a:schemeClr val="bg1"/>
                </a:solidFill>
                <a:latin typeface="Arial" panose="020B0604020202020204" pitchFamily="34" charset="0"/>
                <a:cs typeface="Arial" panose="020B0604020202020204" pitchFamily="34" charset="0"/>
              </a:rPr>
              <a:t>title({'Scatterplot of Bivariate Normal Distribution', ...</a:t>
            </a:r>
          </a:p>
          <a:p>
            <a:r>
              <a:rPr lang="en-IN" sz="1000" dirty="0">
                <a:solidFill>
                  <a:schemeClr val="bg1"/>
                </a:solidFill>
                <a:latin typeface="Arial" panose="020B0604020202020204" pitchFamily="34" charset="0"/>
                <a:cs typeface="Arial" panose="020B0604020202020204" pitchFamily="34" charset="0"/>
              </a:rPr>
              <a:t>       '</a:t>
            </a:r>
            <a:r>
              <a:rPr lang="en-IN" sz="1000" dirty="0" err="1">
                <a:solidFill>
                  <a:schemeClr val="bg1"/>
                </a:solidFill>
                <a:latin typeface="Arial" panose="020B0604020202020204" pitchFamily="34" charset="0"/>
                <a:cs typeface="Arial" panose="020B0604020202020204" pitchFamily="34" charset="0"/>
              </a:rPr>
              <a:t>Centered</a:t>
            </a:r>
            <a:r>
              <a:rPr lang="en-IN" sz="1000" dirty="0">
                <a:solidFill>
                  <a:schemeClr val="bg1"/>
                </a:solidFill>
                <a:latin typeface="Arial" panose="020B0604020202020204" pitchFamily="34" charset="0"/>
                <a:cs typeface="Arial" panose="020B0604020202020204" pitchFamily="34" charset="0"/>
              </a:rPr>
              <a:t> at (-2, 4) with \sigma_{11}=2, \sigma_{22}=4, \sigma_{12}=0'});</a:t>
            </a:r>
          </a:p>
          <a:p>
            <a:r>
              <a:rPr lang="en-IN" sz="1000" dirty="0">
                <a:solidFill>
                  <a:schemeClr val="bg1"/>
                </a:solidFill>
                <a:latin typeface="Arial" panose="020B0604020202020204" pitchFamily="34" charset="0"/>
                <a:cs typeface="Arial" panose="020B0604020202020204" pitchFamily="34" charset="0"/>
              </a:rPr>
              <a:t>legend('Data points', '</a:t>
            </a:r>
            <a:r>
              <a:rPr lang="en-IN" sz="1000" dirty="0" err="1">
                <a:solidFill>
                  <a:schemeClr val="bg1"/>
                </a:solidFill>
                <a:latin typeface="Arial" panose="020B0604020202020204" pitchFamily="34" charset="0"/>
                <a:cs typeface="Arial" panose="020B0604020202020204" pitchFamily="34" charset="0"/>
              </a:rPr>
              <a:t>Center</a:t>
            </a:r>
            <a:r>
              <a:rPr lang="en-IN" sz="1000" dirty="0">
                <a:solidFill>
                  <a:schemeClr val="bg1"/>
                </a:solidFill>
                <a:latin typeface="Arial" panose="020B0604020202020204" pitchFamily="34" charset="0"/>
                <a:cs typeface="Arial" panose="020B0604020202020204" pitchFamily="34" charset="0"/>
              </a:rPr>
              <a:t> (-2, 4)', 'Location', 'best');</a:t>
            </a:r>
          </a:p>
          <a:p>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hold off;</a:t>
            </a:r>
          </a:p>
        </p:txBody>
      </p:sp>
    </p:spTree>
    <p:extLst>
      <p:ext uri="{BB962C8B-B14F-4D97-AF65-F5344CB8AC3E}">
        <p14:creationId xmlns:p14="http://schemas.microsoft.com/office/powerpoint/2010/main" val="25945596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D1DD0-8C2D-32E7-FCF6-41D683E9A9BF}"/>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EEB861B8-77E4-EA20-A926-0D469141FF01}"/>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latin typeface="Arial" pitchFamily="34" charset="0"/>
                <a:cs typeface="Arial" pitchFamily="34" charset="0"/>
              </a:rPr>
              <a:t>Python Code: Centering of Scatter Plot at any (</a:t>
            </a:r>
            <a:r>
              <a:rPr lang="en-US" sz="3600" dirty="0">
                <a:solidFill>
                  <a:srgbClr val="0070C0"/>
                </a:solidFill>
                <a:latin typeface="Arial" pitchFamily="34" charset="0"/>
                <a:cs typeface="Arial" pitchFamily="34" charset="0"/>
                <a:sym typeface="Symbol" panose="05050102010706020507" pitchFamily="18" charset="2"/>
              </a:rPr>
              <a:t></a:t>
            </a:r>
            <a:r>
              <a:rPr lang="en-US" sz="3600" baseline="-25000" dirty="0">
                <a:solidFill>
                  <a:srgbClr val="0070C0"/>
                </a:solidFill>
                <a:latin typeface="Arial" pitchFamily="34" charset="0"/>
                <a:cs typeface="Arial" pitchFamily="34" charset="0"/>
                <a:sym typeface="Symbol" panose="05050102010706020507" pitchFamily="18" charset="2"/>
              </a:rPr>
              <a:t>1</a:t>
            </a:r>
            <a:r>
              <a:rPr lang="en-US" sz="3600" dirty="0">
                <a:solidFill>
                  <a:srgbClr val="0070C0"/>
                </a:solidFill>
                <a:latin typeface="Arial" pitchFamily="34" charset="0"/>
                <a:cs typeface="Arial" pitchFamily="34" charset="0"/>
                <a:sym typeface="Symbol" panose="05050102010706020507" pitchFamily="18" charset="2"/>
              </a:rPr>
              <a:t>,</a:t>
            </a:r>
            <a:r>
              <a:rPr lang="en-US" sz="3600" baseline="-25000" dirty="0">
                <a:solidFill>
                  <a:srgbClr val="0070C0"/>
                </a:solidFill>
                <a:latin typeface="Arial" pitchFamily="34" charset="0"/>
                <a:cs typeface="Arial" pitchFamily="34" charset="0"/>
                <a:sym typeface="Symbol" panose="05050102010706020507" pitchFamily="18" charset="2"/>
              </a:rPr>
              <a:t>2</a:t>
            </a:r>
            <a:r>
              <a:rPr lang="en-US" sz="3600" dirty="0">
                <a:solidFill>
                  <a:srgbClr val="0070C0"/>
                </a:solidFill>
                <a:latin typeface="Arial" pitchFamily="34" charset="0"/>
                <a:cs typeface="Arial" pitchFamily="34" charset="0"/>
                <a:sym typeface="Symbol" panose="05050102010706020507" pitchFamily="18" charset="2"/>
              </a:rPr>
              <a:t>)</a:t>
            </a:r>
            <a:endParaRPr lang="en-IN" sz="3600" dirty="0">
              <a:solidFill>
                <a:srgbClr val="0070C0"/>
              </a:solidFill>
              <a:latin typeface="Arial" pitchFamily="34" charset="0"/>
              <a:cs typeface="Arial" pitchFamily="34" charset="0"/>
            </a:endParaRPr>
          </a:p>
        </p:txBody>
      </p:sp>
      <p:sp>
        <p:nvSpPr>
          <p:cNvPr id="4" name="TextBox 3"/>
          <p:cNvSpPr txBox="1"/>
          <p:nvPr/>
        </p:nvSpPr>
        <p:spPr>
          <a:xfrm>
            <a:off x="583381" y="679009"/>
            <a:ext cx="4631415" cy="6216382"/>
          </a:xfrm>
          <a:prstGeom prst="rect">
            <a:avLst/>
          </a:prstGeom>
          <a:noFill/>
        </p:spPr>
        <p:txBody>
          <a:bodyPr wrap="square" rtlCol="0">
            <a:spAutoFit/>
          </a:bodyPr>
          <a:lstStyle/>
          <a:p>
            <a:r>
              <a:rPr lang="en-IN" sz="1000" dirty="0">
                <a:solidFill>
                  <a:schemeClr val="bg1"/>
                </a:solidFill>
                <a:latin typeface="Arial" panose="020B0604020202020204" pitchFamily="34" charset="0"/>
                <a:cs typeface="Arial" panose="020B0604020202020204" pitchFamily="34" charset="0"/>
              </a:rPr>
              <a:t>import </a:t>
            </a:r>
            <a:r>
              <a:rPr lang="en-IN" sz="1000" dirty="0" err="1">
                <a:solidFill>
                  <a:schemeClr val="bg1"/>
                </a:solidFill>
                <a:latin typeface="Arial" panose="020B0604020202020204" pitchFamily="34" charset="0"/>
                <a:cs typeface="Arial" panose="020B0604020202020204" pitchFamily="34" charset="0"/>
              </a:rPr>
              <a:t>numpy</a:t>
            </a:r>
            <a:r>
              <a:rPr lang="en-IN" sz="1000" dirty="0">
                <a:solidFill>
                  <a:schemeClr val="bg1"/>
                </a:solidFill>
                <a:latin typeface="Arial" panose="020B0604020202020204" pitchFamily="34" charset="0"/>
                <a:cs typeface="Arial" panose="020B0604020202020204" pitchFamily="34" charset="0"/>
              </a:rPr>
              <a:t> as np</a:t>
            </a:r>
          </a:p>
          <a:p>
            <a:r>
              <a:rPr lang="en-IN" sz="1000" dirty="0">
                <a:solidFill>
                  <a:schemeClr val="bg1"/>
                </a:solidFill>
                <a:latin typeface="Arial" panose="020B0604020202020204" pitchFamily="34" charset="0"/>
                <a:cs typeface="Arial" panose="020B0604020202020204" pitchFamily="34" charset="0"/>
              </a:rPr>
              <a:t>from matplotlib import </a:t>
            </a:r>
            <a:r>
              <a:rPr lang="en-IN" sz="1000" dirty="0" err="1">
                <a:solidFill>
                  <a:schemeClr val="bg1"/>
                </a:solidFill>
                <a:latin typeface="Arial" panose="020B0604020202020204" pitchFamily="34" charset="0"/>
                <a:cs typeface="Arial" panose="020B0604020202020204" pitchFamily="34" charset="0"/>
              </a:rPr>
              <a:t>pyplot</a:t>
            </a:r>
            <a:r>
              <a:rPr lang="en-IN" sz="1000" dirty="0">
                <a:solidFill>
                  <a:schemeClr val="bg1"/>
                </a:solidFill>
                <a:latin typeface="Arial" panose="020B0604020202020204" pitchFamily="34" charset="0"/>
                <a:cs typeface="Arial" panose="020B0604020202020204" pitchFamily="34" charset="0"/>
              </a:rPr>
              <a:t> as </a:t>
            </a:r>
            <a:r>
              <a:rPr lang="en-IN" sz="1000" dirty="0" err="1">
                <a:solidFill>
                  <a:schemeClr val="bg1"/>
                </a:solidFill>
                <a:latin typeface="Arial" panose="020B0604020202020204" pitchFamily="34" charset="0"/>
                <a:cs typeface="Arial" panose="020B0604020202020204" pitchFamily="34" charset="0"/>
              </a:rPr>
              <a:t>plt</a:t>
            </a:r>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from </a:t>
            </a:r>
            <a:r>
              <a:rPr lang="en-IN" sz="1000" dirty="0" err="1">
                <a:solidFill>
                  <a:schemeClr val="bg1"/>
                </a:solidFill>
                <a:latin typeface="Arial" panose="020B0604020202020204" pitchFamily="34" charset="0"/>
                <a:cs typeface="Arial" panose="020B0604020202020204" pitchFamily="34" charset="0"/>
              </a:rPr>
              <a:t>matplotlib.patches</a:t>
            </a:r>
            <a:r>
              <a:rPr lang="en-IN" sz="1000" dirty="0">
                <a:solidFill>
                  <a:schemeClr val="bg1"/>
                </a:solidFill>
                <a:latin typeface="Arial" panose="020B0604020202020204" pitchFamily="34" charset="0"/>
                <a:cs typeface="Arial" panose="020B0604020202020204" pitchFamily="34" charset="0"/>
              </a:rPr>
              <a:t> import Ellipse</a:t>
            </a:r>
            <a:endParaRPr lang="en-IN" sz="10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Set random seed for statistical reproducibility</a:t>
            </a:r>
          </a:p>
          <a:p>
            <a:pPr>
              <a:lnSpc>
                <a:spcPct val="107000"/>
              </a:lnSpc>
              <a:spcAft>
                <a:spcPts val="800"/>
              </a:spcAft>
            </a:pP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np.random.seed</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(42)</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Define distribution parameters</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mean = [-2, 4]                  #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Center</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(mu_1, mu_2)</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sigma_11 = 2                   # Variance along x_1 axis</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sigma_22 = 4                   # Variance along x_2 axis</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covariance = 0                 # Covariance (sigma_12)</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Define the full covariance matrix</a:t>
            </a:r>
          </a:p>
          <a:p>
            <a:pPr>
              <a:lnSpc>
                <a:spcPct val="107000"/>
              </a:lnSpc>
              <a:spcAft>
                <a:spcPts val="800"/>
              </a:spcAft>
            </a:pP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cov_matrix</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[[sigma_11, covariance], </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[covariance, sigma_22]]</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Generate 1,000 random data points from the distribution</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x1, x2 =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np.random.multivariate_normal</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(mean,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cov_matrix</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1000).T</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1. Plot the random data points</a:t>
            </a:r>
          </a:p>
          <a:p>
            <a:pPr>
              <a:lnSpc>
                <a:spcPct val="107000"/>
              </a:lnSpc>
              <a:spcAft>
                <a:spcPts val="800"/>
              </a:spcAft>
            </a:pP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plt.scatter</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(x1, x2, alpha=0.5,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color</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darkred</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edgecolors</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='none', label='Data points')</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2. Plot the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center</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point</a:t>
            </a:r>
          </a:p>
          <a:p>
            <a:pPr>
              <a:lnSpc>
                <a:spcPct val="107000"/>
              </a:lnSpc>
              <a:spcAft>
                <a:spcPts val="800"/>
              </a:spcAft>
            </a:pP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plt.plot</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(mean[0], mean[1],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ko</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markersize</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=8, label='</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Center</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(-2, 4)')</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3. Overlay the theoretical standard deviation contours (Ellipses)</a:t>
            </a:r>
          </a:p>
          <a:p>
            <a:pPr>
              <a:lnSpc>
                <a:spcPct val="107000"/>
              </a:lnSpc>
              <a:spcAft>
                <a:spcPts val="800"/>
              </a:spcAft>
            </a:pP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ax</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plt.gca</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for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n_std</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in [1, 2, 3]:</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Width and height correspond to full diameter (2 * radius)</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Since covariance is zero, radii scale directly with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sqrt</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(variance) </a:t>
            </a:r>
          </a:p>
        </p:txBody>
      </p:sp>
      <p:sp>
        <p:nvSpPr>
          <p:cNvPr id="7" name="TextBox 6"/>
          <p:cNvSpPr txBox="1"/>
          <p:nvPr/>
        </p:nvSpPr>
        <p:spPr>
          <a:xfrm>
            <a:off x="6131646" y="812636"/>
            <a:ext cx="4631415" cy="5499454"/>
          </a:xfrm>
          <a:prstGeom prst="rect">
            <a:avLst/>
          </a:prstGeom>
          <a:noFill/>
        </p:spPr>
        <p:txBody>
          <a:bodyPr wrap="square" rtlCol="0">
            <a:spAutoFit/>
          </a:bodyPr>
          <a:lstStyle/>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width = 2 *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n_std</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np.sqrt</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(sigma_11)</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height = 2 *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n_std</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np.sqrt</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(sigma_22)</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ellipse = Ellipse(</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xy</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=mean, width=width, height=height,</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edgecolor</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='black',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linestyle</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fill=False, alpha=0.7,</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label=f'{</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n_std</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Std</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Dev Contour' if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n_std</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1 else "")</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ax.add_patch</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(ellipse)</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Format axes and labels</a:t>
            </a:r>
          </a:p>
          <a:p>
            <a:pPr>
              <a:lnSpc>
                <a:spcPct val="107000"/>
              </a:lnSpc>
              <a:spcAft>
                <a:spcPts val="800"/>
              </a:spcAft>
            </a:pP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plt.xlabel</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('$x_1$')</a:t>
            </a:r>
          </a:p>
          <a:p>
            <a:pPr>
              <a:lnSpc>
                <a:spcPct val="107000"/>
              </a:lnSpc>
              <a:spcAft>
                <a:spcPts val="800"/>
              </a:spcAft>
            </a:pP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plt.ylabel</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('$x_2$')</a:t>
            </a:r>
          </a:p>
          <a:p>
            <a:pPr>
              <a:lnSpc>
                <a:spcPct val="107000"/>
              </a:lnSpc>
              <a:spcAft>
                <a:spcPts val="800"/>
              </a:spcAft>
            </a:pP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plt.title</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('Scatterplot of Bivariate Normal Distribution\</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nCentered</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at (-2, 4) with $\\sigma_{11}=2, \\sigma_{22}=4, \\sigma_{12}=0$')</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Add crosshairs for the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center</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point</a:t>
            </a:r>
          </a:p>
          <a:p>
            <a:pPr>
              <a:lnSpc>
                <a:spcPct val="107000"/>
              </a:lnSpc>
              <a:spcAft>
                <a:spcPts val="800"/>
              </a:spcAft>
            </a:pP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plt.axhline</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(4,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color</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gray</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linestyle</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alpha=0.5)</a:t>
            </a:r>
          </a:p>
          <a:p>
            <a:pPr>
              <a:lnSpc>
                <a:spcPct val="107000"/>
              </a:lnSpc>
              <a:spcAft>
                <a:spcPts val="800"/>
              </a:spcAft>
            </a:pP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plt.axvline</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(-2,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color</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gray</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linestyle</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alpha=0.5)</a:t>
            </a:r>
          </a:p>
          <a:p>
            <a:pPr>
              <a:lnSpc>
                <a:spcPct val="107000"/>
              </a:lnSpc>
              <a:spcAft>
                <a:spcPts val="800"/>
              </a:spcAft>
            </a:pP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plt.grid</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(True, alpha=0.3)</a:t>
            </a:r>
          </a:p>
          <a:p>
            <a:pPr>
              <a:lnSpc>
                <a:spcPct val="107000"/>
              </a:lnSpc>
              <a:spcAft>
                <a:spcPts val="800"/>
              </a:spcAft>
            </a:pP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plt.legend</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loc</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='best')</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Crucial: Ensure 1:1 aspect ratio so the ellipse is not visually distorted</a:t>
            </a:r>
          </a:p>
          <a:p>
            <a:pPr>
              <a:lnSpc>
                <a:spcPct val="107000"/>
              </a:lnSpc>
              <a:spcAft>
                <a:spcPts val="800"/>
              </a:spcAft>
            </a:pP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plt.axis</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('equal')</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Save the plot</a:t>
            </a:r>
          </a:p>
          <a:p>
            <a:pPr>
              <a:lnSpc>
                <a:spcPct val="107000"/>
              </a:lnSpc>
              <a:spcAft>
                <a:spcPts val="800"/>
              </a:spcAft>
            </a:pP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plt.savefig</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('scatterplot_ellipse.png',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bbox_inches</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='tight', dpi=300)</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plt.show</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Uncomment this line if running in a local GUI environment</a:t>
            </a:r>
          </a:p>
        </p:txBody>
      </p:sp>
    </p:spTree>
    <p:extLst>
      <p:ext uri="{BB962C8B-B14F-4D97-AF65-F5344CB8AC3E}">
        <p14:creationId xmlns:p14="http://schemas.microsoft.com/office/powerpoint/2010/main" val="29781505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D1DD0-8C2D-32E7-FCF6-41D683E9A9BF}"/>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EEB861B8-77E4-EA20-A926-0D469141FF01}"/>
              </a:ext>
            </a:extLst>
          </p:cNvPr>
          <p:cNvSpPr>
            <a:spLocks noGrp="1"/>
          </p:cNvSpPr>
          <p:nvPr>
            <p:ph type="ctrTitle"/>
          </p:nvPr>
        </p:nvSpPr>
        <p:spPr>
          <a:xfrm>
            <a:off x="239349" y="0"/>
            <a:ext cx="11571136" cy="589235"/>
          </a:xfrm>
        </p:spPr>
        <p:txBody>
          <a:bodyPr>
            <a:normAutofit fontScale="90000"/>
          </a:bodyPr>
          <a:lstStyle/>
          <a:p>
            <a:pPr algn="ctr"/>
            <a:r>
              <a:rPr lang="en-US" sz="3600" dirty="0">
                <a:solidFill>
                  <a:srgbClr val="0070C0"/>
                </a:solidFill>
                <a:latin typeface="Arial" pitchFamily="34" charset="0"/>
                <a:cs typeface="Arial" pitchFamily="34" charset="0"/>
              </a:rPr>
              <a:t>General Ellipse with non-zero </a:t>
            </a:r>
            <a:r>
              <a:rPr lang="en-US" sz="3600" dirty="0" err="1">
                <a:solidFill>
                  <a:srgbClr val="0070C0"/>
                </a:solidFill>
                <a:latin typeface="Arial" pitchFamily="34" charset="0"/>
                <a:cs typeface="Arial" pitchFamily="34" charset="0"/>
              </a:rPr>
              <a:t>centre</a:t>
            </a:r>
            <a:r>
              <a:rPr lang="en-US" sz="3600" dirty="0">
                <a:solidFill>
                  <a:srgbClr val="0070C0"/>
                </a:solidFill>
                <a:latin typeface="Arial" pitchFamily="34" charset="0"/>
                <a:cs typeface="Arial" pitchFamily="34" charset="0"/>
              </a:rPr>
              <a:t> and with Correlation</a:t>
            </a:r>
            <a:endParaRPr lang="en-IN" sz="3600" dirty="0">
              <a:solidFill>
                <a:srgbClr val="0070C0"/>
              </a:solidFill>
              <a:latin typeface="Arial" pitchFamily="34" charset="0"/>
              <a:cs typeface="Arial" pitchFamily="34" charset="0"/>
            </a:endParaRPr>
          </a:p>
        </p:txBody>
      </p:sp>
      <p:pic>
        <p:nvPicPr>
          <p:cNvPr id="2" name="Picture 1"/>
          <p:cNvPicPr>
            <a:picLocks noChangeAspect="1"/>
          </p:cNvPicPr>
          <p:nvPr/>
        </p:nvPicPr>
        <p:blipFill>
          <a:blip r:embed="rId3"/>
          <a:stretch>
            <a:fillRect/>
          </a:stretch>
        </p:blipFill>
        <p:spPr>
          <a:xfrm>
            <a:off x="1527548" y="680250"/>
            <a:ext cx="8611802" cy="5877745"/>
          </a:xfrm>
          <a:prstGeom prst="rect">
            <a:avLst/>
          </a:prstGeom>
        </p:spPr>
      </p:pic>
      <mc:AlternateContent xmlns:mc="http://schemas.openxmlformats.org/markup-compatibility/2006" xmlns:a14="http://schemas.microsoft.com/office/drawing/2010/main">
        <mc:Choice Requires="a14">
          <p:sp>
            <p:nvSpPr>
              <p:cNvPr id="7" name="TextBox 6"/>
              <p:cNvSpPr txBox="1"/>
              <p:nvPr/>
            </p:nvSpPr>
            <p:spPr>
              <a:xfrm>
                <a:off x="10243306" y="2982732"/>
                <a:ext cx="2277374" cy="623312"/>
              </a:xfrm>
              <a:prstGeom prst="rect">
                <a:avLst/>
              </a:prstGeom>
              <a:noFill/>
            </p:spPr>
            <p:txBody>
              <a:bodyPr wrap="square" lIns="0" tIns="0" rIns="0" bIns="0" rtlCol="0">
                <a:spAutoFit/>
              </a:bodyPr>
              <a:lstStyle/>
              <a:p>
                <a14:m>
                  <m:oMath xmlns:m="http://schemas.openxmlformats.org/officeDocument/2006/math">
                    <m:r>
                      <a:rPr lang="en-IN" sz="2400" b="1" i="1" dirty="0">
                        <a:solidFill>
                          <a:schemeClr val="accent6">
                            <a:lumMod val="75000"/>
                          </a:schemeClr>
                        </a:solidFill>
                        <a:latin typeface="Cambria Math" panose="02040503050406030204" pitchFamily="18" charset="0"/>
                        <a:cs typeface="Arial" panose="020B0604020202020204" pitchFamily="34" charset="0"/>
                        <a:sym typeface="Symbol" panose="05050102010706020507" pitchFamily="18" charset="2"/>
                      </a:rPr>
                      <m:t></m:t>
                    </m:r>
                  </m:oMath>
                </a14:m>
                <a:r>
                  <a:rPr lang="en-IN" sz="2400" b="1" dirty="0">
                    <a:solidFill>
                      <a:schemeClr val="bg1"/>
                    </a:solidFill>
                    <a:latin typeface="Arial" panose="020B0604020202020204" pitchFamily="34" charset="0"/>
                    <a:cs typeface="Arial" panose="020B0604020202020204" pitchFamily="34" charset="0"/>
                    <a:sym typeface="Symbol" panose="05050102010706020507" pitchFamily="18" charset="2"/>
                  </a:rPr>
                  <a:t> </a:t>
                </a:r>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 </a:t>
                </a:r>
                <a14:m>
                  <m:oMath xmlns:m="http://schemas.openxmlformats.org/officeDocument/2006/math">
                    <m:d>
                      <m:dPr>
                        <m:begChr m:val="["/>
                        <m:endChr m:val="]"/>
                        <m:ctrlPr>
                          <a:rPr lang="en-IN" sz="2400" i="1" smtClean="0">
                            <a:solidFill>
                              <a:schemeClr val="bg1"/>
                            </a:solidFill>
                            <a:latin typeface="Cambria Math" panose="02040503050406030204" pitchFamily="18" charset="0"/>
                          </a:rPr>
                        </m:ctrlPr>
                      </m:dPr>
                      <m:e>
                        <m:m>
                          <m:mPr>
                            <m:mcs>
                              <m:mc>
                                <m:mcPr>
                                  <m:count m:val="2"/>
                                  <m:mcJc m:val="center"/>
                                </m:mcPr>
                              </m:mc>
                            </m:mcs>
                            <m:ctrlPr>
                              <a:rPr lang="en-IN" sz="2400" i="1" smtClean="0">
                                <a:solidFill>
                                  <a:schemeClr val="bg1"/>
                                </a:solidFill>
                                <a:latin typeface="Cambria Math" panose="02040503050406030204" pitchFamily="18" charset="0"/>
                              </a:rPr>
                            </m:ctrlPr>
                          </m:mPr>
                          <m:mr>
                            <m:e>
                              <m:r>
                                <a:rPr lang="en-IN" sz="2400" b="0" i="1" smtClean="0">
                                  <a:solidFill>
                                    <a:schemeClr val="bg1"/>
                                  </a:solidFill>
                                  <a:latin typeface="Cambria Math" panose="02040503050406030204" pitchFamily="18" charset="0"/>
                                  <a:sym typeface="Symbol" panose="05050102010706020507" pitchFamily="18" charset="2"/>
                                </a:rPr>
                                <m:t>2</m:t>
                              </m:r>
                            </m:e>
                            <m:e>
                              <m:r>
                                <a:rPr lang="en-IN" sz="2400" b="0" i="1" smtClean="0">
                                  <a:solidFill>
                                    <a:schemeClr val="bg1"/>
                                  </a:solidFill>
                                  <a:latin typeface="Cambria Math" panose="02040503050406030204" pitchFamily="18" charset="0"/>
                                </a:rPr>
                                <m:t>2.5</m:t>
                              </m:r>
                            </m:e>
                          </m:mr>
                          <m:mr>
                            <m:e>
                              <m:r>
                                <a:rPr lang="en-IN" sz="2400" b="0" i="1" smtClean="0">
                                  <a:solidFill>
                                    <a:schemeClr val="bg1"/>
                                  </a:solidFill>
                                  <a:latin typeface="Cambria Math" panose="02040503050406030204" pitchFamily="18" charset="0"/>
                                </a:rPr>
                                <m:t>2.5</m:t>
                              </m:r>
                            </m:e>
                            <m:e>
                              <m:r>
                                <a:rPr lang="en-IN" sz="2400" i="1" smtClean="0">
                                  <a:solidFill>
                                    <a:schemeClr val="bg1"/>
                                  </a:solidFill>
                                  <a:latin typeface="Cambria Math" panose="02040503050406030204" pitchFamily="18" charset="0"/>
                                  <a:sym typeface="Symbol" panose="05050102010706020507" pitchFamily="18" charset="2"/>
                                </a:rPr>
                                <m:t>4</m:t>
                              </m:r>
                            </m:e>
                          </m:mr>
                        </m:m>
                      </m:e>
                    </m:d>
                  </m:oMath>
                </a14:m>
                <a:endParaRPr lang="en-IN" sz="2400" dirty="0">
                  <a:solidFill>
                    <a:schemeClr val="bg1"/>
                  </a:solidFill>
                  <a:latin typeface="Arial" panose="020B0604020202020204" pitchFamily="34" charset="0"/>
                  <a:cs typeface="Arial" panose="020B0604020202020204" pitchFamily="34"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0243306" y="2982732"/>
                <a:ext cx="2277374" cy="623312"/>
              </a:xfrm>
              <a:prstGeom prst="rect">
                <a:avLst/>
              </a:prstGeom>
              <a:blipFill>
                <a:blip r:embed="rId4"/>
                <a:stretch>
                  <a:fillRect b="-8738"/>
                </a:stretch>
              </a:blipFill>
            </p:spPr>
            <p:txBody>
              <a:bodyPr/>
              <a:lstStyle/>
              <a:p>
                <a:r>
                  <a:rPr lang="en-IN">
                    <a:noFill/>
                  </a:rPr>
                  <a:t> </a:t>
                </a:r>
              </a:p>
            </p:txBody>
          </p:sp>
        </mc:Fallback>
      </mc:AlternateContent>
      <p:grpSp>
        <p:nvGrpSpPr>
          <p:cNvPr id="19" name="Group 18">
            <a:extLst>
              <a:ext uri="{FF2B5EF4-FFF2-40B4-BE49-F238E27FC236}">
                <a16:creationId xmlns:a16="http://schemas.microsoft.com/office/drawing/2014/main" id="{D12ABE4B-3A3D-3DE0-C843-6BA29120D332}"/>
              </a:ext>
            </a:extLst>
          </p:cNvPr>
          <p:cNvGrpSpPr/>
          <p:nvPr/>
        </p:nvGrpSpPr>
        <p:grpSpPr>
          <a:xfrm>
            <a:off x="10533197" y="3961296"/>
            <a:ext cx="392040" cy="347760"/>
            <a:chOff x="10533197" y="3961296"/>
            <a:chExt cx="392040" cy="347760"/>
          </a:xfrm>
        </p:grpSpPr>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53A0DD29-F335-43BC-8FC1-EA8158F405E8}"/>
                    </a:ext>
                  </a:extLst>
                </p14:cNvPr>
                <p14:cNvContentPartPr/>
                <p14:nvPr/>
              </p14:nvContentPartPr>
              <p14:xfrm>
                <a:off x="10533197" y="3961296"/>
                <a:ext cx="392040" cy="204480"/>
              </p14:xfrm>
            </p:contentPart>
          </mc:Choice>
          <mc:Fallback xmlns="">
            <p:pic>
              <p:nvPicPr>
                <p:cNvPr id="3" name="Ink 2">
                  <a:extLst>
                    <a:ext uri="{FF2B5EF4-FFF2-40B4-BE49-F238E27FC236}">
                      <a16:creationId xmlns:a16="http://schemas.microsoft.com/office/drawing/2014/main" id="{53A0DD29-F335-43BC-8FC1-EA8158F405E8}"/>
                    </a:ext>
                  </a:extLst>
                </p:cNvPr>
                <p:cNvPicPr/>
                <p:nvPr/>
              </p:nvPicPr>
              <p:blipFill>
                <a:blip r:embed="rId6"/>
                <a:stretch>
                  <a:fillRect/>
                </a:stretch>
              </p:blipFill>
              <p:spPr>
                <a:xfrm>
                  <a:off x="10527077" y="3955176"/>
                  <a:ext cx="40428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A770144E-7D6E-DFDE-6BBE-144EF6EB1319}"/>
                    </a:ext>
                  </a:extLst>
                </p14:cNvPr>
                <p14:cNvContentPartPr/>
                <p14:nvPr/>
              </p14:nvContentPartPr>
              <p14:xfrm>
                <a:off x="10799957" y="4159296"/>
                <a:ext cx="11160" cy="140040"/>
              </p14:xfrm>
            </p:contentPart>
          </mc:Choice>
          <mc:Fallback xmlns="">
            <p:pic>
              <p:nvPicPr>
                <p:cNvPr id="4" name="Ink 3">
                  <a:extLst>
                    <a:ext uri="{FF2B5EF4-FFF2-40B4-BE49-F238E27FC236}">
                      <a16:creationId xmlns:a16="http://schemas.microsoft.com/office/drawing/2014/main" id="{A770144E-7D6E-DFDE-6BBE-144EF6EB1319}"/>
                    </a:ext>
                  </a:extLst>
                </p:cNvPr>
                <p:cNvPicPr/>
                <p:nvPr/>
              </p:nvPicPr>
              <p:blipFill>
                <a:blip r:embed="rId8"/>
                <a:stretch>
                  <a:fillRect/>
                </a:stretch>
              </p:blipFill>
              <p:spPr>
                <a:xfrm>
                  <a:off x="10793837" y="4153176"/>
                  <a:ext cx="2340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 name="Ink 4">
                  <a:extLst>
                    <a:ext uri="{FF2B5EF4-FFF2-40B4-BE49-F238E27FC236}">
                      <a16:creationId xmlns:a16="http://schemas.microsoft.com/office/drawing/2014/main" id="{1F296C1F-0D83-B7C4-C4CA-3EFB352E38A4}"/>
                    </a:ext>
                  </a:extLst>
                </p14:cNvPr>
                <p14:cNvContentPartPr/>
                <p14:nvPr/>
              </p14:nvContentPartPr>
              <p14:xfrm>
                <a:off x="10889957" y="4160376"/>
                <a:ext cx="26280" cy="148680"/>
              </p14:xfrm>
            </p:contentPart>
          </mc:Choice>
          <mc:Fallback xmlns="">
            <p:pic>
              <p:nvPicPr>
                <p:cNvPr id="5" name="Ink 4">
                  <a:extLst>
                    <a:ext uri="{FF2B5EF4-FFF2-40B4-BE49-F238E27FC236}">
                      <a16:creationId xmlns:a16="http://schemas.microsoft.com/office/drawing/2014/main" id="{1F296C1F-0D83-B7C4-C4CA-3EFB352E38A4}"/>
                    </a:ext>
                  </a:extLst>
                </p:cNvPr>
                <p:cNvPicPr/>
                <p:nvPr/>
              </p:nvPicPr>
              <p:blipFill>
                <a:blip r:embed="rId10"/>
                <a:stretch>
                  <a:fillRect/>
                </a:stretch>
              </p:blipFill>
              <p:spPr>
                <a:xfrm>
                  <a:off x="10883837" y="4154256"/>
                  <a:ext cx="38520" cy="160920"/>
                </a:xfrm>
                <a:prstGeom prst="rect">
                  <a:avLst/>
                </a:prstGeom>
              </p:spPr>
            </p:pic>
          </mc:Fallback>
        </mc:AlternateContent>
      </p:grpSp>
      <p:grpSp>
        <p:nvGrpSpPr>
          <p:cNvPr id="18" name="Group 17">
            <a:extLst>
              <a:ext uri="{FF2B5EF4-FFF2-40B4-BE49-F238E27FC236}">
                <a16:creationId xmlns:a16="http://schemas.microsoft.com/office/drawing/2014/main" id="{B27BE843-38C2-108C-7657-17A8AE8C1132}"/>
              </a:ext>
            </a:extLst>
          </p:cNvPr>
          <p:cNvGrpSpPr/>
          <p:nvPr/>
        </p:nvGrpSpPr>
        <p:grpSpPr>
          <a:xfrm>
            <a:off x="10552637" y="4580136"/>
            <a:ext cx="428760" cy="366840"/>
            <a:chOff x="10552637" y="4580136"/>
            <a:chExt cx="428760" cy="366840"/>
          </a:xfrm>
        </p:grpSpPr>
        <mc:AlternateContent xmlns:mc="http://schemas.openxmlformats.org/markup-compatibility/2006" xmlns:p14="http://schemas.microsoft.com/office/powerpoint/2010/main">
          <mc:Choice Requires="p14">
            <p:contentPart p14:bwMode="auto" r:id="rId11">
              <p14:nvContentPartPr>
                <p14:cNvPr id="6" name="Ink 5">
                  <a:extLst>
                    <a:ext uri="{FF2B5EF4-FFF2-40B4-BE49-F238E27FC236}">
                      <a16:creationId xmlns:a16="http://schemas.microsoft.com/office/drawing/2014/main" id="{9713A7EB-7BA5-2D9F-AC4E-8C421F12C6D4}"/>
                    </a:ext>
                  </a:extLst>
                </p14:cNvPr>
                <p14:cNvContentPartPr/>
                <p14:nvPr/>
              </p14:nvContentPartPr>
              <p14:xfrm>
                <a:off x="10552637" y="4580136"/>
                <a:ext cx="302760" cy="210240"/>
              </p14:xfrm>
            </p:contentPart>
          </mc:Choice>
          <mc:Fallback xmlns="">
            <p:pic>
              <p:nvPicPr>
                <p:cNvPr id="6" name="Ink 5">
                  <a:extLst>
                    <a:ext uri="{FF2B5EF4-FFF2-40B4-BE49-F238E27FC236}">
                      <a16:creationId xmlns:a16="http://schemas.microsoft.com/office/drawing/2014/main" id="{9713A7EB-7BA5-2D9F-AC4E-8C421F12C6D4}"/>
                    </a:ext>
                  </a:extLst>
                </p:cNvPr>
                <p:cNvPicPr/>
                <p:nvPr/>
              </p:nvPicPr>
              <p:blipFill>
                <a:blip r:embed="rId12"/>
                <a:stretch>
                  <a:fillRect/>
                </a:stretch>
              </p:blipFill>
              <p:spPr>
                <a:xfrm>
                  <a:off x="10546517" y="4574016"/>
                  <a:ext cx="31500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 name="Ink 7">
                  <a:extLst>
                    <a:ext uri="{FF2B5EF4-FFF2-40B4-BE49-F238E27FC236}">
                      <a16:creationId xmlns:a16="http://schemas.microsoft.com/office/drawing/2014/main" id="{80E422EF-282B-3FC2-1EBF-10FBF2FAFBCF}"/>
                    </a:ext>
                  </a:extLst>
                </p14:cNvPr>
                <p14:cNvContentPartPr/>
                <p14:nvPr/>
              </p14:nvContentPartPr>
              <p14:xfrm>
                <a:off x="10743797" y="4744296"/>
                <a:ext cx="19800" cy="202680"/>
              </p14:xfrm>
            </p:contentPart>
          </mc:Choice>
          <mc:Fallback xmlns="">
            <p:pic>
              <p:nvPicPr>
                <p:cNvPr id="8" name="Ink 7">
                  <a:extLst>
                    <a:ext uri="{FF2B5EF4-FFF2-40B4-BE49-F238E27FC236}">
                      <a16:creationId xmlns:a16="http://schemas.microsoft.com/office/drawing/2014/main" id="{80E422EF-282B-3FC2-1EBF-10FBF2FAFBCF}"/>
                    </a:ext>
                  </a:extLst>
                </p:cNvPr>
                <p:cNvPicPr/>
                <p:nvPr/>
              </p:nvPicPr>
              <p:blipFill>
                <a:blip r:embed="rId14"/>
                <a:stretch>
                  <a:fillRect/>
                </a:stretch>
              </p:blipFill>
              <p:spPr>
                <a:xfrm>
                  <a:off x="10737677" y="4738176"/>
                  <a:ext cx="3204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9" name="Ink 8">
                  <a:extLst>
                    <a:ext uri="{FF2B5EF4-FFF2-40B4-BE49-F238E27FC236}">
                      <a16:creationId xmlns:a16="http://schemas.microsoft.com/office/drawing/2014/main" id="{2BAC0B1F-0EAA-C460-A801-5972E865C39D}"/>
                    </a:ext>
                  </a:extLst>
                </p14:cNvPr>
                <p14:cNvContentPartPr/>
                <p14:nvPr/>
              </p14:nvContentPartPr>
              <p14:xfrm>
                <a:off x="10828037" y="4797936"/>
                <a:ext cx="153360" cy="132120"/>
              </p14:xfrm>
            </p:contentPart>
          </mc:Choice>
          <mc:Fallback xmlns="">
            <p:pic>
              <p:nvPicPr>
                <p:cNvPr id="9" name="Ink 8">
                  <a:extLst>
                    <a:ext uri="{FF2B5EF4-FFF2-40B4-BE49-F238E27FC236}">
                      <a16:creationId xmlns:a16="http://schemas.microsoft.com/office/drawing/2014/main" id="{2BAC0B1F-0EAA-C460-A801-5972E865C39D}"/>
                    </a:ext>
                  </a:extLst>
                </p:cNvPr>
                <p:cNvPicPr/>
                <p:nvPr/>
              </p:nvPicPr>
              <p:blipFill>
                <a:blip r:embed="rId16"/>
                <a:stretch>
                  <a:fillRect/>
                </a:stretch>
              </p:blipFill>
              <p:spPr>
                <a:xfrm>
                  <a:off x="10821917" y="4791816"/>
                  <a:ext cx="165600" cy="144360"/>
                </a:xfrm>
                <a:prstGeom prst="rect">
                  <a:avLst/>
                </a:prstGeom>
              </p:spPr>
            </p:pic>
          </mc:Fallback>
        </mc:AlternateContent>
      </p:grpSp>
      <p:grpSp>
        <p:nvGrpSpPr>
          <p:cNvPr id="16" name="Group 15">
            <a:extLst>
              <a:ext uri="{FF2B5EF4-FFF2-40B4-BE49-F238E27FC236}">
                <a16:creationId xmlns:a16="http://schemas.microsoft.com/office/drawing/2014/main" id="{E7610AF4-C9A5-00CE-3241-9B18B33D13B2}"/>
              </a:ext>
            </a:extLst>
          </p:cNvPr>
          <p:cNvGrpSpPr/>
          <p:nvPr/>
        </p:nvGrpSpPr>
        <p:grpSpPr>
          <a:xfrm>
            <a:off x="10558397" y="5761296"/>
            <a:ext cx="716760" cy="366840"/>
            <a:chOff x="10558397" y="5761296"/>
            <a:chExt cx="716760" cy="366840"/>
          </a:xfrm>
        </p:grpSpPr>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1C84A253-2EF4-2512-6F58-7E35ACB35D16}"/>
                    </a:ext>
                  </a:extLst>
                </p14:cNvPr>
                <p14:cNvContentPartPr/>
                <p14:nvPr/>
              </p14:nvContentPartPr>
              <p14:xfrm>
                <a:off x="10558397" y="5761296"/>
                <a:ext cx="381240" cy="260280"/>
              </p14:xfrm>
            </p:contentPart>
          </mc:Choice>
          <mc:Fallback xmlns="">
            <p:pic>
              <p:nvPicPr>
                <p:cNvPr id="13" name="Ink 12">
                  <a:extLst>
                    <a:ext uri="{FF2B5EF4-FFF2-40B4-BE49-F238E27FC236}">
                      <a16:creationId xmlns:a16="http://schemas.microsoft.com/office/drawing/2014/main" id="{1C84A253-2EF4-2512-6F58-7E35ACB35D16}"/>
                    </a:ext>
                  </a:extLst>
                </p:cNvPr>
                <p:cNvPicPr/>
                <p:nvPr/>
              </p:nvPicPr>
              <p:blipFill>
                <a:blip r:embed="rId18"/>
                <a:stretch>
                  <a:fillRect/>
                </a:stretch>
              </p:blipFill>
              <p:spPr>
                <a:xfrm>
                  <a:off x="10552277" y="5755176"/>
                  <a:ext cx="39348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Ink 13">
                  <a:extLst>
                    <a:ext uri="{FF2B5EF4-FFF2-40B4-BE49-F238E27FC236}">
                      <a16:creationId xmlns:a16="http://schemas.microsoft.com/office/drawing/2014/main" id="{02816A44-3AB9-B462-400D-5071D55A2965}"/>
                    </a:ext>
                  </a:extLst>
                </p14:cNvPr>
                <p14:cNvContentPartPr/>
                <p14:nvPr/>
              </p14:nvContentPartPr>
              <p14:xfrm>
                <a:off x="10874117" y="5951736"/>
                <a:ext cx="159120" cy="145440"/>
              </p14:xfrm>
            </p:contentPart>
          </mc:Choice>
          <mc:Fallback xmlns="">
            <p:pic>
              <p:nvPicPr>
                <p:cNvPr id="14" name="Ink 13">
                  <a:extLst>
                    <a:ext uri="{FF2B5EF4-FFF2-40B4-BE49-F238E27FC236}">
                      <a16:creationId xmlns:a16="http://schemas.microsoft.com/office/drawing/2014/main" id="{02816A44-3AB9-B462-400D-5071D55A2965}"/>
                    </a:ext>
                  </a:extLst>
                </p:cNvPr>
                <p:cNvPicPr/>
                <p:nvPr/>
              </p:nvPicPr>
              <p:blipFill>
                <a:blip r:embed="rId20"/>
                <a:stretch>
                  <a:fillRect/>
                </a:stretch>
              </p:blipFill>
              <p:spPr>
                <a:xfrm>
                  <a:off x="10867997" y="5945616"/>
                  <a:ext cx="17136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5" name="Ink 14">
                  <a:extLst>
                    <a:ext uri="{FF2B5EF4-FFF2-40B4-BE49-F238E27FC236}">
                      <a16:creationId xmlns:a16="http://schemas.microsoft.com/office/drawing/2014/main" id="{AC898FAE-26EA-8518-D84B-1AC8F15E3A4F}"/>
                    </a:ext>
                  </a:extLst>
                </p14:cNvPr>
                <p14:cNvContentPartPr/>
                <p14:nvPr/>
              </p14:nvContentPartPr>
              <p14:xfrm>
                <a:off x="11091197" y="5993496"/>
                <a:ext cx="183960" cy="134640"/>
              </p14:xfrm>
            </p:contentPart>
          </mc:Choice>
          <mc:Fallback xmlns="">
            <p:pic>
              <p:nvPicPr>
                <p:cNvPr id="15" name="Ink 14">
                  <a:extLst>
                    <a:ext uri="{FF2B5EF4-FFF2-40B4-BE49-F238E27FC236}">
                      <a16:creationId xmlns:a16="http://schemas.microsoft.com/office/drawing/2014/main" id="{AC898FAE-26EA-8518-D84B-1AC8F15E3A4F}"/>
                    </a:ext>
                  </a:extLst>
                </p:cNvPr>
                <p:cNvPicPr/>
                <p:nvPr/>
              </p:nvPicPr>
              <p:blipFill>
                <a:blip r:embed="rId22"/>
                <a:stretch>
                  <a:fillRect/>
                </a:stretch>
              </p:blipFill>
              <p:spPr>
                <a:xfrm>
                  <a:off x="11085077" y="5987376"/>
                  <a:ext cx="196200" cy="146880"/>
                </a:xfrm>
                <a:prstGeom prst="rect">
                  <a:avLst/>
                </a:prstGeom>
              </p:spPr>
            </p:pic>
          </mc:Fallback>
        </mc:AlternateContent>
      </p:grpSp>
      <p:grpSp>
        <p:nvGrpSpPr>
          <p:cNvPr id="31" name="Group 30">
            <a:extLst>
              <a:ext uri="{FF2B5EF4-FFF2-40B4-BE49-F238E27FC236}">
                <a16:creationId xmlns:a16="http://schemas.microsoft.com/office/drawing/2014/main" id="{D19942C0-C606-82E8-6B4A-F90BFEC93AD5}"/>
              </a:ext>
            </a:extLst>
          </p:cNvPr>
          <p:cNvGrpSpPr/>
          <p:nvPr/>
        </p:nvGrpSpPr>
        <p:grpSpPr>
          <a:xfrm>
            <a:off x="11168237" y="4159296"/>
            <a:ext cx="101160" cy="75600"/>
            <a:chOff x="11168237" y="4159296"/>
            <a:chExt cx="101160" cy="75600"/>
          </a:xfrm>
        </p:grpSpPr>
        <mc:AlternateContent xmlns:mc="http://schemas.openxmlformats.org/markup-compatibility/2006" xmlns:p14="http://schemas.microsoft.com/office/powerpoint/2010/main">
          <mc:Choice Requires="p14">
            <p:contentPart p14:bwMode="auto" r:id="rId23">
              <p14:nvContentPartPr>
                <p14:cNvPr id="20" name="Ink 19">
                  <a:extLst>
                    <a:ext uri="{FF2B5EF4-FFF2-40B4-BE49-F238E27FC236}">
                      <a16:creationId xmlns:a16="http://schemas.microsoft.com/office/drawing/2014/main" id="{71C422C1-24EA-8B16-8257-FDDF52AB1778}"/>
                    </a:ext>
                  </a:extLst>
                </p14:cNvPr>
                <p14:cNvContentPartPr/>
                <p14:nvPr/>
              </p14:nvContentPartPr>
              <p14:xfrm>
                <a:off x="11168237" y="4159296"/>
                <a:ext cx="68040" cy="15120"/>
              </p14:xfrm>
            </p:contentPart>
          </mc:Choice>
          <mc:Fallback xmlns="">
            <p:pic>
              <p:nvPicPr>
                <p:cNvPr id="20" name="Ink 19">
                  <a:extLst>
                    <a:ext uri="{FF2B5EF4-FFF2-40B4-BE49-F238E27FC236}">
                      <a16:creationId xmlns:a16="http://schemas.microsoft.com/office/drawing/2014/main" id="{71C422C1-24EA-8B16-8257-FDDF52AB1778}"/>
                    </a:ext>
                  </a:extLst>
                </p:cNvPr>
                <p:cNvPicPr/>
                <p:nvPr/>
              </p:nvPicPr>
              <p:blipFill>
                <a:blip r:embed="rId24"/>
                <a:stretch>
                  <a:fillRect/>
                </a:stretch>
              </p:blipFill>
              <p:spPr>
                <a:xfrm>
                  <a:off x="11162117" y="4153176"/>
                  <a:ext cx="8028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1" name="Ink 20">
                  <a:extLst>
                    <a:ext uri="{FF2B5EF4-FFF2-40B4-BE49-F238E27FC236}">
                      <a16:creationId xmlns:a16="http://schemas.microsoft.com/office/drawing/2014/main" id="{6E5459FD-5557-232F-6862-312F85A4B720}"/>
                    </a:ext>
                  </a:extLst>
                </p14:cNvPr>
                <p14:cNvContentPartPr/>
                <p14:nvPr/>
              </p14:nvContentPartPr>
              <p14:xfrm>
                <a:off x="11172917" y="4221576"/>
                <a:ext cx="96480" cy="13320"/>
              </p14:xfrm>
            </p:contentPart>
          </mc:Choice>
          <mc:Fallback xmlns="">
            <p:pic>
              <p:nvPicPr>
                <p:cNvPr id="21" name="Ink 20">
                  <a:extLst>
                    <a:ext uri="{FF2B5EF4-FFF2-40B4-BE49-F238E27FC236}">
                      <a16:creationId xmlns:a16="http://schemas.microsoft.com/office/drawing/2014/main" id="{6E5459FD-5557-232F-6862-312F85A4B720}"/>
                    </a:ext>
                  </a:extLst>
                </p:cNvPr>
                <p:cNvPicPr/>
                <p:nvPr/>
              </p:nvPicPr>
              <p:blipFill>
                <a:blip r:embed="rId26"/>
                <a:stretch>
                  <a:fillRect/>
                </a:stretch>
              </p:blipFill>
              <p:spPr>
                <a:xfrm>
                  <a:off x="11166797" y="4215456"/>
                  <a:ext cx="108720" cy="25560"/>
                </a:xfrm>
                <a:prstGeom prst="rect">
                  <a:avLst/>
                </a:prstGeom>
              </p:spPr>
            </p:pic>
          </mc:Fallback>
        </mc:AlternateContent>
      </p:grpSp>
      <p:grpSp>
        <p:nvGrpSpPr>
          <p:cNvPr id="30" name="Group 29">
            <a:extLst>
              <a:ext uri="{FF2B5EF4-FFF2-40B4-BE49-F238E27FC236}">
                <a16:creationId xmlns:a16="http://schemas.microsoft.com/office/drawing/2014/main" id="{26FB55A6-C585-B34B-DBC7-6525B3DEACBB}"/>
              </a:ext>
            </a:extLst>
          </p:cNvPr>
          <p:cNvGrpSpPr/>
          <p:nvPr/>
        </p:nvGrpSpPr>
        <p:grpSpPr>
          <a:xfrm>
            <a:off x="11118557" y="4782456"/>
            <a:ext cx="134280" cy="60840"/>
            <a:chOff x="11118557" y="4782456"/>
            <a:chExt cx="134280" cy="60840"/>
          </a:xfrm>
        </p:grpSpPr>
        <mc:AlternateContent xmlns:mc="http://schemas.openxmlformats.org/markup-compatibility/2006" xmlns:p14="http://schemas.microsoft.com/office/powerpoint/2010/main">
          <mc:Choice Requires="p14">
            <p:contentPart p14:bwMode="auto" r:id="rId27">
              <p14:nvContentPartPr>
                <p14:cNvPr id="22" name="Ink 21">
                  <a:extLst>
                    <a:ext uri="{FF2B5EF4-FFF2-40B4-BE49-F238E27FC236}">
                      <a16:creationId xmlns:a16="http://schemas.microsoft.com/office/drawing/2014/main" id="{817FFCF4-4D83-A61E-3A94-FC4E3234AC97}"/>
                    </a:ext>
                  </a:extLst>
                </p14:cNvPr>
                <p14:cNvContentPartPr/>
                <p14:nvPr/>
              </p14:nvContentPartPr>
              <p14:xfrm>
                <a:off x="11118557" y="4782456"/>
                <a:ext cx="134280" cy="50760"/>
              </p14:xfrm>
            </p:contentPart>
          </mc:Choice>
          <mc:Fallback xmlns="">
            <p:pic>
              <p:nvPicPr>
                <p:cNvPr id="22" name="Ink 21">
                  <a:extLst>
                    <a:ext uri="{FF2B5EF4-FFF2-40B4-BE49-F238E27FC236}">
                      <a16:creationId xmlns:a16="http://schemas.microsoft.com/office/drawing/2014/main" id="{817FFCF4-4D83-A61E-3A94-FC4E3234AC97}"/>
                    </a:ext>
                  </a:extLst>
                </p:cNvPr>
                <p:cNvPicPr/>
                <p:nvPr/>
              </p:nvPicPr>
              <p:blipFill>
                <a:blip r:embed="rId28"/>
                <a:stretch>
                  <a:fillRect/>
                </a:stretch>
              </p:blipFill>
              <p:spPr>
                <a:xfrm>
                  <a:off x="11112437" y="4776336"/>
                  <a:ext cx="14652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3" name="Ink 22">
                  <a:extLst>
                    <a:ext uri="{FF2B5EF4-FFF2-40B4-BE49-F238E27FC236}">
                      <a16:creationId xmlns:a16="http://schemas.microsoft.com/office/drawing/2014/main" id="{FFA9CDB1-92AB-DF91-CD56-ADA60C710CF3}"/>
                    </a:ext>
                  </a:extLst>
                </p14:cNvPr>
                <p14:cNvContentPartPr/>
                <p14:nvPr/>
              </p14:nvContentPartPr>
              <p14:xfrm>
                <a:off x="11134037" y="4817016"/>
                <a:ext cx="83520" cy="26280"/>
              </p14:xfrm>
            </p:contentPart>
          </mc:Choice>
          <mc:Fallback xmlns="">
            <p:pic>
              <p:nvPicPr>
                <p:cNvPr id="23" name="Ink 22">
                  <a:extLst>
                    <a:ext uri="{FF2B5EF4-FFF2-40B4-BE49-F238E27FC236}">
                      <a16:creationId xmlns:a16="http://schemas.microsoft.com/office/drawing/2014/main" id="{FFA9CDB1-92AB-DF91-CD56-ADA60C710CF3}"/>
                    </a:ext>
                  </a:extLst>
                </p:cNvPr>
                <p:cNvPicPr/>
                <p:nvPr/>
              </p:nvPicPr>
              <p:blipFill>
                <a:blip r:embed="rId30"/>
                <a:stretch>
                  <a:fillRect/>
                </a:stretch>
              </p:blipFill>
              <p:spPr>
                <a:xfrm>
                  <a:off x="11127917" y="4810896"/>
                  <a:ext cx="95760" cy="38520"/>
                </a:xfrm>
                <a:prstGeom prst="rect">
                  <a:avLst/>
                </a:prstGeom>
              </p:spPr>
            </p:pic>
          </mc:Fallback>
        </mc:AlternateContent>
      </p:grpSp>
      <p:grpSp>
        <p:nvGrpSpPr>
          <p:cNvPr id="29" name="Group 28">
            <a:extLst>
              <a:ext uri="{FF2B5EF4-FFF2-40B4-BE49-F238E27FC236}">
                <a16:creationId xmlns:a16="http://schemas.microsoft.com/office/drawing/2014/main" id="{AC2D55FF-1B7F-850C-DD9C-D50EB9B23513}"/>
              </a:ext>
            </a:extLst>
          </p:cNvPr>
          <p:cNvGrpSpPr/>
          <p:nvPr/>
        </p:nvGrpSpPr>
        <p:grpSpPr>
          <a:xfrm>
            <a:off x="10564517" y="5129856"/>
            <a:ext cx="682920" cy="358920"/>
            <a:chOff x="10564517" y="5129856"/>
            <a:chExt cx="682920" cy="358920"/>
          </a:xfrm>
        </p:grpSpPr>
        <mc:AlternateContent xmlns:mc="http://schemas.openxmlformats.org/markup-compatibility/2006" xmlns:p14="http://schemas.microsoft.com/office/powerpoint/2010/main">
          <mc:Choice Requires="p14">
            <p:contentPart p14:bwMode="auto" r:id="rId31">
              <p14:nvContentPartPr>
                <p14:cNvPr id="10" name="Ink 9">
                  <a:extLst>
                    <a:ext uri="{FF2B5EF4-FFF2-40B4-BE49-F238E27FC236}">
                      <a16:creationId xmlns:a16="http://schemas.microsoft.com/office/drawing/2014/main" id="{A9751D89-16BF-3B0F-42F6-97B152C8D307}"/>
                    </a:ext>
                  </a:extLst>
                </p14:cNvPr>
                <p14:cNvContentPartPr/>
                <p14:nvPr/>
              </p14:nvContentPartPr>
              <p14:xfrm>
                <a:off x="10564517" y="5129856"/>
                <a:ext cx="304920" cy="222120"/>
              </p14:xfrm>
            </p:contentPart>
          </mc:Choice>
          <mc:Fallback xmlns="">
            <p:pic>
              <p:nvPicPr>
                <p:cNvPr id="10" name="Ink 9">
                  <a:extLst>
                    <a:ext uri="{FF2B5EF4-FFF2-40B4-BE49-F238E27FC236}">
                      <a16:creationId xmlns:a16="http://schemas.microsoft.com/office/drawing/2014/main" id="{A9751D89-16BF-3B0F-42F6-97B152C8D307}"/>
                    </a:ext>
                  </a:extLst>
                </p:cNvPr>
                <p:cNvPicPr/>
                <p:nvPr/>
              </p:nvPicPr>
              <p:blipFill>
                <a:blip r:embed="rId32"/>
                <a:stretch>
                  <a:fillRect/>
                </a:stretch>
              </p:blipFill>
              <p:spPr>
                <a:xfrm>
                  <a:off x="10558397" y="5123736"/>
                  <a:ext cx="31716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1" name="Ink 10">
                  <a:extLst>
                    <a:ext uri="{FF2B5EF4-FFF2-40B4-BE49-F238E27FC236}">
                      <a16:creationId xmlns:a16="http://schemas.microsoft.com/office/drawing/2014/main" id="{E813F273-DF09-805B-A818-478BDF76B353}"/>
                    </a:ext>
                  </a:extLst>
                </p14:cNvPr>
                <p14:cNvContentPartPr/>
                <p14:nvPr/>
              </p14:nvContentPartPr>
              <p14:xfrm>
                <a:off x="10785197" y="5339736"/>
                <a:ext cx="171360" cy="136440"/>
              </p14:xfrm>
            </p:contentPart>
          </mc:Choice>
          <mc:Fallback xmlns="">
            <p:pic>
              <p:nvPicPr>
                <p:cNvPr id="11" name="Ink 10">
                  <a:extLst>
                    <a:ext uri="{FF2B5EF4-FFF2-40B4-BE49-F238E27FC236}">
                      <a16:creationId xmlns:a16="http://schemas.microsoft.com/office/drawing/2014/main" id="{E813F273-DF09-805B-A818-478BDF76B353}"/>
                    </a:ext>
                  </a:extLst>
                </p:cNvPr>
                <p:cNvPicPr/>
                <p:nvPr/>
              </p:nvPicPr>
              <p:blipFill>
                <a:blip r:embed="rId34"/>
                <a:stretch>
                  <a:fillRect/>
                </a:stretch>
              </p:blipFill>
              <p:spPr>
                <a:xfrm>
                  <a:off x="10779077" y="5333616"/>
                  <a:ext cx="18360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2" name="Ink 11">
                  <a:extLst>
                    <a:ext uri="{FF2B5EF4-FFF2-40B4-BE49-F238E27FC236}">
                      <a16:creationId xmlns:a16="http://schemas.microsoft.com/office/drawing/2014/main" id="{E3C337A2-AE36-82A1-8F03-F359CB76A276}"/>
                    </a:ext>
                  </a:extLst>
                </p14:cNvPr>
                <p14:cNvContentPartPr/>
                <p14:nvPr/>
              </p14:nvContentPartPr>
              <p14:xfrm>
                <a:off x="11006957" y="5349096"/>
                <a:ext cx="19800" cy="139680"/>
              </p14:xfrm>
            </p:contentPart>
          </mc:Choice>
          <mc:Fallback xmlns="">
            <p:pic>
              <p:nvPicPr>
                <p:cNvPr id="12" name="Ink 11">
                  <a:extLst>
                    <a:ext uri="{FF2B5EF4-FFF2-40B4-BE49-F238E27FC236}">
                      <a16:creationId xmlns:a16="http://schemas.microsoft.com/office/drawing/2014/main" id="{E3C337A2-AE36-82A1-8F03-F359CB76A276}"/>
                    </a:ext>
                  </a:extLst>
                </p:cNvPr>
                <p:cNvPicPr/>
                <p:nvPr/>
              </p:nvPicPr>
              <p:blipFill>
                <a:blip r:embed="rId36"/>
                <a:stretch>
                  <a:fillRect/>
                </a:stretch>
              </p:blipFill>
              <p:spPr>
                <a:xfrm>
                  <a:off x="11000837" y="5342976"/>
                  <a:ext cx="3204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4" name="Ink 23">
                  <a:extLst>
                    <a:ext uri="{FF2B5EF4-FFF2-40B4-BE49-F238E27FC236}">
                      <a16:creationId xmlns:a16="http://schemas.microsoft.com/office/drawing/2014/main" id="{143B39FF-0BEE-3BAB-F0C6-24C8169026B1}"/>
                    </a:ext>
                  </a:extLst>
                </p14:cNvPr>
                <p14:cNvContentPartPr/>
                <p14:nvPr/>
              </p14:nvContentPartPr>
              <p14:xfrm>
                <a:off x="11140877" y="5223816"/>
                <a:ext cx="66240" cy="23760"/>
              </p14:xfrm>
            </p:contentPart>
          </mc:Choice>
          <mc:Fallback xmlns="">
            <p:pic>
              <p:nvPicPr>
                <p:cNvPr id="24" name="Ink 23">
                  <a:extLst>
                    <a:ext uri="{FF2B5EF4-FFF2-40B4-BE49-F238E27FC236}">
                      <a16:creationId xmlns:a16="http://schemas.microsoft.com/office/drawing/2014/main" id="{143B39FF-0BEE-3BAB-F0C6-24C8169026B1}"/>
                    </a:ext>
                  </a:extLst>
                </p:cNvPr>
                <p:cNvPicPr/>
                <p:nvPr/>
              </p:nvPicPr>
              <p:blipFill>
                <a:blip r:embed="rId38"/>
                <a:stretch>
                  <a:fillRect/>
                </a:stretch>
              </p:blipFill>
              <p:spPr>
                <a:xfrm>
                  <a:off x="11134757" y="5217696"/>
                  <a:ext cx="784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5" name="Ink 24">
                  <a:extLst>
                    <a:ext uri="{FF2B5EF4-FFF2-40B4-BE49-F238E27FC236}">
                      <a16:creationId xmlns:a16="http://schemas.microsoft.com/office/drawing/2014/main" id="{BE171406-CE48-E262-2517-53CF7022FF04}"/>
                    </a:ext>
                  </a:extLst>
                </p14:cNvPr>
                <p14:cNvContentPartPr/>
                <p14:nvPr/>
              </p14:nvContentPartPr>
              <p14:xfrm>
                <a:off x="11145197" y="5297256"/>
                <a:ext cx="102240" cy="6480"/>
              </p14:xfrm>
            </p:contentPart>
          </mc:Choice>
          <mc:Fallback xmlns="">
            <p:pic>
              <p:nvPicPr>
                <p:cNvPr id="25" name="Ink 24">
                  <a:extLst>
                    <a:ext uri="{FF2B5EF4-FFF2-40B4-BE49-F238E27FC236}">
                      <a16:creationId xmlns:a16="http://schemas.microsoft.com/office/drawing/2014/main" id="{BE171406-CE48-E262-2517-53CF7022FF04}"/>
                    </a:ext>
                  </a:extLst>
                </p:cNvPr>
                <p:cNvPicPr/>
                <p:nvPr/>
              </p:nvPicPr>
              <p:blipFill>
                <a:blip r:embed="rId40"/>
                <a:stretch>
                  <a:fillRect/>
                </a:stretch>
              </p:blipFill>
              <p:spPr>
                <a:xfrm>
                  <a:off x="11139077" y="5291136"/>
                  <a:ext cx="114480" cy="18720"/>
                </a:xfrm>
                <a:prstGeom prst="rect">
                  <a:avLst/>
                </a:prstGeom>
              </p:spPr>
            </p:pic>
          </mc:Fallback>
        </mc:AlternateContent>
      </p:grpSp>
      <p:grpSp>
        <p:nvGrpSpPr>
          <p:cNvPr id="28" name="Group 27">
            <a:extLst>
              <a:ext uri="{FF2B5EF4-FFF2-40B4-BE49-F238E27FC236}">
                <a16:creationId xmlns:a16="http://schemas.microsoft.com/office/drawing/2014/main" id="{F982CBD4-A173-273C-9139-1EF4E7B0C25E}"/>
              </a:ext>
            </a:extLst>
          </p:cNvPr>
          <p:cNvGrpSpPr/>
          <p:nvPr/>
        </p:nvGrpSpPr>
        <p:grpSpPr>
          <a:xfrm>
            <a:off x="11314037" y="5731416"/>
            <a:ext cx="108720" cy="96480"/>
            <a:chOff x="11314037" y="5731416"/>
            <a:chExt cx="108720" cy="96480"/>
          </a:xfrm>
        </p:grpSpPr>
        <mc:AlternateContent xmlns:mc="http://schemas.openxmlformats.org/markup-compatibility/2006" xmlns:p14="http://schemas.microsoft.com/office/powerpoint/2010/main">
          <mc:Choice Requires="p14">
            <p:contentPart p14:bwMode="auto" r:id="rId41">
              <p14:nvContentPartPr>
                <p14:cNvPr id="26" name="Ink 25">
                  <a:extLst>
                    <a:ext uri="{FF2B5EF4-FFF2-40B4-BE49-F238E27FC236}">
                      <a16:creationId xmlns:a16="http://schemas.microsoft.com/office/drawing/2014/main" id="{D6DE27CA-4C08-A368-BA6D-CC89DA25DBAD}"/>
                    </a:ext>
                  </a:extLst>
                </p14:cNvPr>
                <p14:cNvContentPartPr/>
                <p14:nvPr/>
              </p14:nvContentPartPr>
              <p14:xfrm>
                <a:off x="11340677" y="5731416"/>
                <a:ext cx="42120" cy="22680"/>
              </p14:xfrm>
            </p:contentPart>
          </mc:Choice>
          <mc:Fallback xmlns="">
            <p:pic>
              <p:nvPicPr>
                <p:cNvPr id="26" name="Ink 25">
                  <a:extLst>
                    <a:ext uri="{FF2B5EF4-FFF2-40B4-BE49-F238E27FC236}">
                      <a16:creationId xmlns:a16="http://schemas.microsoft.com/office/drawing/2014/main" id="{D6DE27CA-4C08-A368-BA6D-CC89DA25DBAD}"/>
                    </a:ext>
                  </a:extLst>
                </p:cNvPr>
                <p:cNvPicPr/>
                <p:nvPr/>
              </p:nvPicPr>
              <p:blipFill>
                <a:blip r:embed="rId42"/>
                <a:stretch>
                  <a:fillRect/>
                </a:stretch>
              </p:blipFill>
              <p:spPr>
                <a:xfrm>
                  <a:off x="11334557" y="5725296"/>
                  <a:ext cx="5436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7" name="Ink 26">
                  <a:extLst>
                    <a:ext uri="{FF2B5EF4-FFF2-40B4-BE49-F238E27FC236}">
                      <a16:creationId xmlns:a16="http://schemas.microsoft.com/office/drawing/2014/main" id="{07FCF6EE-9FDC-9128-14CF-FF52AACF70E1}"/>
                    </a:ext>
                  </a:extLst>
                </p14:cNvPr>
                <p14:cNvContentPartPr/>
                <p14:nvPr/>
              </p14:nvContentPartPr>
              <p14:xfrm>
                <a:off x="11314037" y="5803416"/>
                <a:ext cx="108720" cy="24480"/>
              </p14:xfrm>
            </p:contentPart>
          </mc:Choice>
          <mc:Fallback xmlns="">
            <p:pic>
              <p:nvPicPr>
                <p:cNvPr id="27" name="Ink 26">
                  <a:extLst>
                    <a:ext uri="{FF2B5EF4-FFF2-40B4-BE49-F238E27FC236}">
                      <a16:creationId xmlns:a16="http://schemas.microsoft.com/office/drawing/2014/main" id="{07FCF6EE-9FDC-9128-14CF-FF52AACF70E1}"/>
                    </a:ext>
                  </a:extLst>
                </p:cNvPr>
                <p:cNvPicPr/>
                <p:nvPr/>
              </p:nvPicPr>
              <p:blipFill>
                <a:blip r:embed="rId44"/>
                <a:stretch>
                  <a:fillRect/>
                </a:stretch>
              </p:blipFill>
              <p:spPr>
                <a:xfrm>
                  <a:off x="11307917" y="5797296"/>
                  <a:ext cx="120960" cy="36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5">
            <p14:nvContentPartPr>
              <p14:cNvPr id="32" name="Ink 31">
                <a:extLst>
                  <a:ext uri="{FF2B5EF4-FFF2-40B4-BE49-F238E27FC236}">
                    <a16:creationId xmlns:a16="http://schemas.microsoft.com/office/drawing/2014/main" id="{0AD981BA-4FAD-BE05-C231-49FC8176F72E}"/>
                  </a:ext>
                </a:extLst>
              </p14:cNvPr>
              <p14:cNvContentPartPr/>
              <p14:nvPr/>
            </p14:nvContentPartPr>
            <p14:xfrm>
              <a:off x="11541557" y="4048416"/>
              <a:ext cx="257040" cy="252720"/>
            </p14:xfrm>
          </p:contentPart>
        </mc:Choice>
        <mc:Fallback xmlns="">
          <p:pic>
            <p:nvPicPr>
              <p:cNvPr id="32" name="Ink 31">
                <a:extLst>
                  <a:ext uri="{FF2B5EF4-FFF2-40B4-BE49-F238E27FC236}">
                    <a16:creationId xmlns:a16="http://schemas.microsoft.com/office/drawing/2014/main" id="{0AD981BA-4FAD-BE05-C231-49FC8176F72E}"/>
                  </a:ext>
                </a:extLst>
              </p:cNvPr>
              <p:cNvPicPr/>
              <p:nvPr/>
            </p:nvPicPr>
            <p:blipFill>
              <a:blip r:embed="rId46"/>
              <a:stretch>
                <a:fillRect/>
              </a:stretch>
            </p:blipFill>
            <p:spPr>
              <a:xfrm>
                <a:off x="11535437" y="4042296"/>
                <a:ext cx="269280" cy="264960"/>
              </a:xfrm>
              <a:prstGeom prst="rect">
                <a:avLst/>
              </a:prstGeom>
            </p:spPr>
          </p:pic>
        </mc:Fallback>
      </mc:AlternateContent>
      <p:grpSp>
        <p:nvGrpSpPr>
          <p:cNvPr id="35" name="Group 34">
            <a:extLst>
              <a:ext uri="{FF2B5EF4-FFF2-40B4-BE49-F238E27FC236}">
                <a16:creationId xmlns:a16="http://schemas.microsoft.com/office/drawing/2014/main" id="{3A1E5BB6-239B-240A-24C3-8E5562A321A6}"/>
              </a:ext>
            </a:extLst>
          </p:cNvPr>
          <p:cNvGrpSpPr/>
          <p:nvPr/>
        </p:nvGrpSpPr>
        <p:grpSpPr>
          <a:xfrm>
            <a:off x="11722277" y="5728176"/>
            <a:ext cx="283680" cy="408600"/>
            <a:chOff x="11722277" y="5728176"/>
            <a:chExt cx="283680" cy="408600"/>
          </a:xfrm>
        </p:grpSpPr>
        <mc:AlternateContent xmlns:mc="http://schemas.openxmlformats.org/markup-compatibility/2006" xmlns:p14="http://schemas.microsoft.com/office/powerpoint/2010/main">
          <mc:Choice Requires="p14">
            <p:contentPart p14:bwMode="auto" r:id="rId47">
              <p14:nvContentPartPr>
                <p14:cNvPr id="33" name="Ink 32">
                  <a:extLst>
                    <a:ext uri="{FF2B5EF4-FFF2-40B4-BE49-F238E27FC236}">
                      <a16:creationId xmlns:a16="http://schemas.microsoft.com/office/drawing/2014/main" id="{8B146B02-374C-7C4B-75EF-C02A8C33E2BA}"/>
                    </a:ext>
                  </a:extLst>
                </p14:cNvPr>
                <p14:cNvContentPartPr/>
                <p14:nvPr/>
              </p14:nvContentPartPr>
              <p14:xfrm>
                <a:off x="11722277" y="5728176"/>
                <a:ext cx="283680" cy="223560"/>
              </p14:xfrm>
            </p:contentPart>
          </mc:Choice>
          <mc:Fallback xmlns="">
            <p:pic>
              <p:nvPicPr>
                <p:cNvPr id="33" name="Ink 32">
                  <a:extLst>
                    <a:ext uri="{FF2B5EF4-FFF2-40B4-BE49-F238E27FC236}">
                      <a16:creationId xmlns:a16="http://schemas.microsoft.com/office/drawing/2014/main" id="{8B146B02-374C-7C4B-75EF-C02A8C33E2BA}"/>
                    </a:ext>
                  </a:extLst>
                </p:cNvPr>
                <p:cNvPicPr/>
                <p:nvPr/>
              </p:nvPicPr>
              <p:blipFill>
                <a:blip r:embed="rId48"/>
                <a:stretch>
                  <a:fillRect/>
                </a:stretch>
              </p:blipFill>
              <p:spPr>
                <a:xfrm>
                  <a:off x="11716157" y="5722056"/>
                  <a:ext cx="29592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4" name="Ink 33">
                  <a:extLst>
                    <a:ext uri="{FF2B5EF4-FFF2-40B4-BE49-F238E27FC236}">
                      <a16:creationId xmlns:a16="http://schemas.microsoft.com/office/drawing/2014/main" id="{A2B6BD68-C9D7-4BE5-D116-A9484A444D73}"/>
                    </a:ext>
                  </a:extLst>
                </p14:cNvPr>
                <p14:cNvContentPartPr/>
                <p14:nvPr/>
              </p14:nvContentPartPr>
              <p14:xfrm>
                <a:off x="11864117" y="5867496"/>
                <a:ext cx="14040" cy="269280"/>
              </p14:xfrm>
            </p:contentPart>
          </mc:Choice>
          <mc:Fallback xmlns="">
            <p:pic>
              <p:nvPicPr>
                <p:cNvPr id="34" name="Ink 33">
                  <a:extLst>
                    <a:ext uri="{FF2B5EF4-FFF2-40B4-BE49-F238E27FC236}">
                      <a16:creationId xmlns:a16="http://schemas.microsoft.com/office/drawing/2014/main" id="{A2B6BD68-C9D7-4BE5-D116-A9484A444D73}"/>
                    </a:ext>
                  </a:extLst>
                </p:cNvPr>
                <p:cNvPicPr/>
                <p:nvPr/>
              </p:nvPicPr>
              <p:blipFill>
                <a:blip r:embed="rId50"/>
                <a:stretch>
                  <a:fillRect/>
                </a:stretch>
              </p:blipFill>
              <p:spPr>
                <a:xfrm>
                  <a:off x="11857997" y="5861376"/>
                  <a:ext cx="26280" cy="281520"/>
                </a:xfrm>
                <a:prstGeom prst="rect">
                  <a:avLst/>
                </a:prstGeom>
              </p:spPr>
            </p:pic>
          </mc:Fallback>
        </mc:AlternateContent>
      </p:grpSp>
      <p:grpSp>
        <p:nvGrpSpPr>
          <p:cNvPr id="43" name="Group 42">
            <a:extLst>
              <a:ext uri="{FF2B5EF4-FFF2-40B4-BE49-F238E27FC236}">
                <a16:creationId xmlns:a16="http://schemas.microsoft.com/office/drawing/2014/main" id="{585D57AF-7A7D-AFB7-057C-2BF9FEAD3DBE}"/>
              </a:ext>
            </a:extLst>
          </p:cNvPr>
          <p:cNvGrpSpPr/>
          <p:nvPr/>
        </p:nvGrpSpPr>
        <p:grpSpPr>
          <a:xfrm>
            <a:off x="11546597" y="4628376"/>
            <a:ext cx="461160" cy="294120"/>
            <a:chOff x="11546597" y="4628376"/>
            <a:chExt cx="461160" cy="294120"/>
          </a:xfrm>
        </p:grpSpPr>
        <mc:AlternateContent xmlns:mc="http://schemas.openxmlformats.org/markup-compatibility/2006" xmlns:p14="http://schemas.microsoft.com/office/powerpoint/2010/main">
          <mc:Choice Requires="p14">
            <p:contentPart p14:bwMode="auto" r:id="rId51">
              <p14:nvContentPartPr>
                <p14:cNvPr id="36" name="Ink 35">
                  <a:extLst>
                    <a:ext uri="{FF2B5EF4-FFF2-40B4-BE49-F238E27FC236}">
                      <a16:creationId xmlns:a16="http://schemas.microsoft.com/office/drawing/2014/main" id="{610C9404-8312-D0B2-BC31-4029470D9E41}"/>
                    </a:ext>
                  </a:extLst>
                </p14:cNvPr>
                <p14:cNvContentPartPr/>
                <p14:nvPr/>
              </p14:nvContentPartPr>
              <p14:xfrm>
                <a:off x="11546597" y="4632696"/>
                <a:ext cx="140760" cy="232920"/>
              </p14:xfrm>
            </p:contentPart>
          </mc:Choice>
          <mc:Fallback xmlns="">
            <p:pic>
              <p:nvPicPr>
                <p:cNvPr id="36" name="Ink 35">
                  <a:extLst>
                    <a:ext uri="{FF2B5EF4-FFF2-40B4-BE49-F238E27FC236}">
                      <a16:creationId xmlns:a16="http://schemas.microsoft.com/office/drawing/2014/main" id="{610C9404-8312-D0B2-BC31-4029470D9E41}"/>
                    </a:ext>
                  </a:extLst>
                </p:cNvPr>
                <p:cNvPicPr/>
                <p:nvPr/>
              </p:nvPicPr>
              <p:blipFill>
                <a:blip r:embed="rId52"/>
                <a:stretch>
                  <a:fillRect/>
                </a:stretch>
              </p:blipFill>
              <p:spPr>
                <a:xfrm>
                  <a:off x="11540477" y="4626576"/>
                  <a:ext cx="15300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7" name="Ink 36">
                  <a:extLst>
                    <a:ext uri="{FF2B5EF4-FFF2-40B4-BE49-F238E27FC236}">
                      <a16:creationId xmlns:a16="http://schemas.microsoft.com/office/drawing/2014/main" id="{EBA39BCE-4C8A-4075-4182-FF7A892B4B5E}"/>
                    </a:ext>
                  </a:extLst>
                </p14:cNvPr>
                <p14:cNvContentPartPr/>
                <p14:nvPr/>
              </p14:nvContentPartPr>
              <p14:xfrm>
                <a:off x="11732717" y="4803696"/>
                <a:ext cx="22680" cy="4320"/>
              </p14:xfrm>
            </p:contentPart>
          </mc:Choice>
          <mc:Fallback xmlns="">
            <p:pic>
              <p:nvPicPr>
                <p:cNvPr id="37" name="Ink 36">
                  <a:extLst>
                    <a:ext uri="{FF2B5EF4-FFF2-40B4-BE49-F238E27FC236}">
                      <a16:creationId xmlns:a16="http://schemas.microsoft.com/office/drawing/2014/main" id="{EBA39BCE-4C8A-4075-4182-FF7A892B4B5E}"/>
                    </a:ext>
                  </a:extLst>
                </p:cNvPr>
                <p:cNvPicPr/>
                <p:nvPr/>
              </p:nvPicPr>
              <p:blipFill>
                <a:blip r:embed="rId54"/>
                <a:stretch>
                  <a:fillRect/>
                </a:stretch>
              </p:blipFill>
              <p:spPr>
                <a:xfrm>
                  <a:off x="11726597" y="4797576"/>
                  <a:ext cx="34920" cy="165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8" name="Ink 37">
                  <a:extLst>
                    <a:ext uri="{FF2B5EF4-FFF2-40B4-BE49-F238E27FC236}">
                      <a16:creationId xmlns:a16="http://schemas.microsoft.com/office/drawing/2014/main" id="{EC86148D-B706-A933-0417-3E84736E07B8}"/>
                    </a:ext>
                  </a:extLst>
                </p14:cNvPr>
                <p14:cNvContentPartPr/>
                <p14:nvPr/>
              </p14:nvContentPartPr>
              <p14:xfrm>
                <a:off x="11870597" y="4628376"/>
                <a:ext cx="137160" cy="294120"/>
              </p14:xfrm>
            </p:contentPart>
          </mc:Choice>
          <mc:Fallback xmlns="">
            <p:pic>
              <p:nvPicPr>
                <p:cNvPr id="38" name="Ink 37">
                  <a:extLst>
                    <a:ext uri="{FF2B5EF4-FFF2-40B4-BE49-F238E27FC236}">
                      <a16:creationId xmlns:a16="http://schemas.microsoft.com/office/drawing/2014/main" id="{EC86148D-B706-A933-0417-3E84736E07B8}"/>
                    </a:ext>
                  </a:extLst>
                </p:cNvPr>
                <p:cNvPicPr/>
                <p:nvPr/>
              </p:nvPicPr>
              <p:blipFill>
                <a:blip r:embed="rId56"/>
                <a:stretch>
                  <a:fillRect/>
                </a:stretch>
              </p:blipFill>
              <p:spPr>
                <a:xfrm>
                  <a:off x="11864477" y="4622256"/>
                  <a:ext cx="149400" cy="306360"/>
                </a:xfrm>
                <a:prstGeom prst="rect">
                  <a:avLst/>
                </a:prstGeom>
              </p:spPr>
            </p:pic>
          </mc:Fallback>
        </mc:AlternateContent>
      </p:grpSp>
      <p:grpSp>
        <p:nvGrpSpPr>
          <p:cNvPr id="42" name="Group 41">
            <a:extLst>
              <a:ext uri="{FF2B5EF4-FFF2-40B4-BE49-F238E27FC236}">
                <a16:creationId xmlns:a16="http://schemas.microsoft.com/office/drawing/2014/main" id="{5D946CB2-0BEC-2975-43C2-52EE80C083D2}"/>
              </a:ext>
            </a:extLst>
          </p:cNvPr>
          <p:cNvGrpSpPr/>
          <p:nvPr/>
        </p:nvGrpSpPr>
        <p:grpSpPr>
          <a:xfrm>
            <a:off x="11509157" y="5157936"/>
            <a:ext cx="529200" cy="282960"/>
            <a:chOff x="11509157" y="5157936"/>
            <a:chExt cx="529200" cy="282960"/>
          </a:xfrm>
        </p:grpSpPr>
        <mc:AlternateContent xmlns:mc="http://schemas.openxmlformats.org/markup-compatibility/2006" xmlns:p14="http://schemas.microsoft.com/office/powerpoint/2010/main">
          <mc:Choice Requires="p14">
            <p:contentPart p14:bwMode="auto" r:id="rId57">
              <p14:nvContentPartPr>
                <p14:cNvPr id="39" name="Ink 38">
                  <a:extLst>
                    <a:ext uri="{FF2B5EF4-FFF2-40B4-BE49-F238E27FC236}">
                      <a16:creationId xmlns:a16="http://schemas.microsoft.com/office/drawing/2014/main" id="{6BE992EE-F62B-CBCF-EA86-145E376B08AC}"/>
                    </a:ext>
                  </a:extLst>
                </p14:cNvPr>
                <p14:cNvContentPartPr/>
                <p14:nvPr/>
              </p14:nvContentPartPr>
              <p14:xfrm>
                <a:off x="11509157" y="5175576"/>
                <a:ext cx="162720" cy="231120"/>
              </p14:xfrm>
            </p:contentPart>
          </mc:Choice>
          <mc:Fallback xmlns="">
            <p:pic>
              <p:nvPicPr>
                <p:cNvPr id="39" name="Ink 38">
                  <a:extLst>
                    <a:ext uri="{FF2B5EF4-FFF2-40B4-BE49-F238E27FC236}">
                      <a16:creationId xmlns:a16="http://schemas.microsoft.com/office/drawing/2014/main" id="{6BE992EE-F62B-CBCF-EA86-145E376B08AC}"/>
                    </a:ext>
                  </a:extLst>
                </p:cNvPr>
                <p:cNvPicPr/>
                <p:nvPr/>
              </p:nvPicPr>
              <p:blipFill>
                <a:blip r:embed="rId58"/>
                <a:stretch>
                  <a:fillRect/>
                </a:stretch>
              </p:blipFill>
              <p:spPr>
                <a:xfrm>
                  <a:off x="11503037" y="5169456"/>
                  <a:ext cx="17496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0" name="Ink 39">
                  <a:extLst>
                    <a:ext uri="{FF2B5EF4-FFF2-40B4-BE49-F238E27FC236}">
                      <a16:creationId xmlns:a16="http://schemas.microsoft.com/office/drawing/2014/main" id="{DE6C43FE-7A00-0A2B-91BF-1D5F4F55A63A}"/>
                    </a:ext>
                  </a:extLst>
                </p14:cNvPr>
                <p14:cNvContentPartPr/>
                <p14:nvPr/>
              </p14:nvContentPartPr>
              <p14:xfrm>
                <a:off x="11735597" y="5324976"/>
                <a:ext cx="24480" cy="20520"/>
              </p14:xfrm>
            </p:contentPart>
          </mc:Choice>
          <mc:Fallback xmlns="">
            <p:pic>
              <p:nvPicPr>
                <p:cNvPr id="40" name="Ink 39">
                  <a:extLst>
                    <a:ext uri="{FF2B5EF4-FFF2-40B4-BE49-F238E27FC236}">
                      <a16:creationId xmlns:a16="http://schemas.microsoft.com/office/drawing/2014/main" id="{DE6C43FE-7A00-0A2B-91BF-1D5F4F55A63A}"/>
                    </a:ext>
                  </a:extLst>
                </p:cNvPr>
                <p:cNvPicPr/>
                <p:nvPr/>
              </p:nvPicPr>
              <p:blipFill>
                <a:blip r:embed="rId60"/>
                <a:stretch>
                  <a:fillRect/>
                </a:stretch>
              </p:blipFill>
              <p:spPr>
                <a:xfrm>
                  <a:off x="11729477" y="5318856"/>
                  <a:ext cx="3672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1" name="Ink 40">
                  <a:extLst>
                    <a:ext uri="{FF2B5EF4-FFF2-40B4-BE49-F238E27FC236}">
                      <a16:creationId xmlns:a16="http://schemas.microsoft.com/office/drawing/2014/main" id="{AB948375-8F9B-828D-BE2B-2F4A6ABBF5CD}"/>
                    </a:ext>
                  </a:extLst>
                </p14:cNvPr>
                <p14:cNvContentPartPr/>
                <p14:nvPr/>
              </p14:nvContentPartPr>
              <p14:xfrm>
                <a:off x="11878877" y="5157936"/>
                <a:ext cx="159480" cy="282960"/>
              </p14:xfrm>
            </p:contentPart>
          </mc:Choice>
          <mc:Fallback xmlns="">
            <p:pic>
              <p:nvPicPr>
                <p:cNvPr id="41" name="Ink 40">
                  <a:extLst>
                    <a:ext uri="{FF2B5EF4-FFF2-40B4-BE49-F238E27FC236}">
                      <a16:creationId xmlns:a16="http://schemas.microsoft.com/office/drawing/2014/main" id="{AB948375-8F9B-828D-BE2B-2F4A6ABBF5CD}"/>
                    </a:ext>
                  </a:extLst>
                </p:cNvPr>
                <p:cNvPicPr/>
                <p:nvPr/>
              </p:nvPicPr>
              <p:blipFill>
                <a:blip r:embed="rId62"/>
                <a:stretch>
                  <a:fillRect/>
                </a:stretch>
              </p:blipFill>
              <p:spPr>
                <a:xfrm>
                  <a:off x="11872757" y="5151816"/>
                  <a:ext cx="171720" cy="295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3">
            <p14:nvContentPartPr>
              <p14:cNvPr id="44" name="Ink 43">
                <a:extLst>
                  <a:ext uri="{FF2B5EF4-FFF2-40B4-BE49-F238E27FC236}">
                    <a16:creationId xmlns:a16="http://schemas.microsoft.com/office/drawing/2014/main" id="{A005FE6B-FB63-9CBE-FDD9-9496C3EEF04A}"/>
                  </a:ext>
                </a:extLst>
              </p14:cNvPr>
              <p14:cNvContentPartPr/>
              <p14:nvPr/>
            </p14:nvContentPartPr>
            <p14:xfrm>
              <a:off x="5526317" y="3639816"/>
              <a:ext cx="379440" cy="556560"/>
            </p14:xfrm>
          </p:contentPart>
        </mc:Choice>
        <mc:Fallback xmlns="">
          <p:pic>
            <p:nvPicPr>
              <p:cNvPr id="44" name="Ink 43">
                <a:extLst>
                  <a:ext uri="{FF2B5EF4-FFF2-40B4-BE49-F238E27FC236}">
                    <a16:creationId xmlns:a16="http://schemas.microsoft.com/office/drawing/2014/main" id="{A005FE6B-FB63-9CBE-FDD9-9496C3EEF04A}"/>
                  </a:ext>
                </a:extLst>
              </p:cNvPr>
              <p:cNvPicPr/>
              <p:nvPr/>
            </p:nvPicPr>
            <p:blipFill>
              <a:blip r:embed="rId64"/>
              <a:stretch>
                <a:fillRect/>
              </a:stretch>
            </p:blipFill>
            <p:spPr>
              <a:xfrm>
                <a:off x="5520197" y="3633696"/>
                <a:ext cx="391680" cy="5688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5" name="Ink 44">
                <a:extLst>
                  <a:ext uri="{FF2B5EF4-FFF2-40B4-BE49-F238E27FC236}">
                    <a16:creationId xmlns:a16="http://schemas.microsoft.com/office/drawing/2014/main" id="{01C37391-93CE-CAE8-9160-A5E6EB011422}"/>
                  </a:ext>
                </a:extLst>
              </p14:cNvPr>
              <p14:cNvContentPartPr/>
              <p14:nvPr/>
            </p14:nvContentPartPr>
            <p14:xfrm>
              <a:off x="6371957" y="5990976"/>
              <a:ext cx="220680" cy="324720"/>
            </p14:xfrm>
          </p:contentPart>
        </mc:Choice>
        <mc:Fallback xmlns="">
          <p:pic>
            <p:nvPicPr>
              <p:cNvPr id="45" name="Ink 44">
                <a:extLst>
                  <a:ext uri="{FF2B5EF4-FFF2-40B4-BE49-F238E27FC236}">
                    <a16:creationId xmlns:a16="http://schemas.microsoft.com/office/drawing/2014/main" id="{01C37391-93CE-CAE8-9160-A5E6EB011422}"/>
                  </a:ext>
                </a:extLst>
              </p:cNvPr>
              <p:cNvPicPr/>
              <p:nvPr/>
            </p:nvPicPr>
            <p:blipFill>
              <a:blip r:embed="rId66"/>
              <a:stretch>
                <a:fillRect/>
              </a:stretch>
            </p:blipFill>
            <p:spPr>
              <a:xfrm>
                <a:off x="6365837" y="5984856"/>
                <a:ext cx="232920" cy="336960"/>
              </a:xfrm>
              <a:prstGeom prst="rect">
                <a:avLst/>
              </a:prstGeom>
            </p:spPr>
          </p:pic>
        </mc:Fallback>
      </mc:AlternateContent>
      <p:grpSp>
        <p:nvGrpSpPr>
          <p:cNvPr id="53" name="Group 52">
            <a:extLst>
              <a:ext uri="{FF2B5EF4-FFF2-40B4-BE49-F238E27FC236}">
                <a16:creationId xmlns:a16="http://schemas.microsoft.com/office/drawing/2014/main" id="{FF90E141-68D8-3DE2-B259-554E070022F4}"/>
              </a:ext>
            </a:extLst>
          </p:cNvPr>
          <p:cNvGrpSpPr/>
          <p:nvPr/>
        </p:nvGrpSpPr>
        <p:grpSpPr>
          <a:xfrm>
            <a:off x="6347477" y="4936536"/>
            <a:ext cx="904680" cy="547200"/>
            <a:chOff x="6347477" y="4936536"/>
            <a:chExt cx="904680" cy="547200"/>
          </a:xfrm>
        </p:grpSpPr>
        <mc:AlternateContent xmlns:mc="http://schemas.openxmlformats.org/markup-compatibility/2006" xmlns:p14="http://schemas.microsoft.com/office/powerpoint/2010/main">
          <mc:Choice Requires="p14">
            <p:contentPart p14:bwMode="auto" r:id="rId67">
              <p14:nvContentPartPr>
                <p14:cNvPr id="46" name="Ink 45">
                  <a:extLst>
                    <a:ext uri="{FF2B5EF4-FFF2-40B4-BE49-F238E27FC236}">
                      <a16:creationId xmlns:a16="http://schemas.microsoft.com/office/drawing/2014/main" id="{73714F32-BB30-73D6-40DB-3D7D423E3237}"/>
                    </a:ext>
                  </a:extLst>
                </p14:cNvPr>
                <p14:cNvContentPartPr/>
                <p14:nvPr/>
              </p14:nvContentPartPr>
              <p14:xfrm>
                <a:off x="6347477" y="5268096"/>
                <a:ext cx="215640" cy="215640"/>
              </p14:xfrm>
            </p:contentPart>
          </mc:Choice>
          <mc:Fallback xmlns="">
            <p:pic>
              <p:nvPicPr>
                <p:cNvPr id="46" name="Ink 45">
                  <a:extLst>
                    <a:ext uri="{FF2B5EF4-FFF2-40B4-BE49-F238E27FC236}">
                      <a16:creationId xmlns:a16="http://schemas.microsoft.com/office/drawing/2014/main" id="{73714F32-BB30-73D6-40DB-3D7D423E3237}"/>
                    </a:ext>
                  </a:extLst>
                </p:cNvPr>
                <p:cNvPicPr/>
                <p:nvPr/>
              </p:nvPicPr>
              <p:blipFill>
                <a:blip r:embed="rId68"/>
                <a:stretch>
                  <a:fillRect/>
                </a:stretch>
              </p:blipFill>
              <p:spPr>
                <a:xfrm>
                  <a:off x="6341357" y="5261976"/>
                  <a:ext cx="22788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7" name="Ink 46">
                  <a:extLst>
                    <a:ext uri="{FF2B5EF4-FFF2-40B4-BE49-F238E27FC236}">
                      <a16:creationId xmlns:a16="http://schemas.microsoft.com/office/drawing/2014/main" id="{01D70859-F268-D6EF-1736-3C87D5AE92C6}"/>
                    </a:ext>
                  </a:extLst>
                </p14:cNvPr>
                <p14:cNvContentPartPr/>
                <p14:nvPr/>
              </p14:nvContentPartPr>
              <p14:xfrm>
                <a:off x="6603077" y="5047056"/>
                <a:ext cx="116280" cy="178920"/>
              </p14:xfrm>
            </p:contentPart>
          </mc:Choice>
          <mc:Fallback xmlns="">
            <p:pic>
              <p:nvPicPr>
                <p:cNvPr id="47" name="Ink 46">
                  <a:extLst>
                    <a:ext uri="{FF2B5EF4-FFF2-40B4-BE49-F238E27FC236}">
                      <a16:creationId xmlns:a16="http://schemas.microsoft.com/office/drawing/2014/main" id="{01D70859-F268-D6EF-1736-3C87D5AE92C6}"/>
                    </a:ext>
                  </a:extLst>
                </p:cNvPr>
                <p:cNvPicPr/>
                <p:nvPr/>
              </p:nvPicPr>
              <p:blipFill>
                <a:blip r:embed="rId70"/>
                <a:stretch>
                  <a:fillRect/>
                </a:stretch>
              </p:blipFill>
              <p:spPr>
                <a:xfrm>
                  <a:off x="6596957" y="5040936"/>
                  <a:ext cx="12852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8" name="Ink 47">
                  <a:extLst>
                    <a:ext uri="{FF2B5EF4-FFF2-40B4-BE49-F238E27FC236}">
                      <a16:creationId xmlns:a16="http://schemas.microsoft.com/office/drawing/2014/main" id="{26A971C7-E37C-5623-14FD-754B5BA26A17}"/>
                    </a:ext>
                  </a:extLst>
                </p14:cNvPr>
                <p14:cNvContentPartPr/>
                <p14:nvPr/>
              </p14:nvContentPartPr>
              <p14:xfrm>
                <a:off x="6742757" y="5076216"/>
                <a:ext cx="123120" cy="92880"/>
              </p14:xfrm>
            </p:contentPart>
          </mc:Choice>
          <mc:Fallback xmlns="">
            <p:pic>
              <p:nvPicPr>
                <p:cNvPr id="48" name="Ink 47">
                  <a:extLst>
                    <a:ext uri="{FF2B5EF4-FFF2-40B4-BE49-F238E27FC236}">
                      <a16:creationId xmlns:a16="http://schemas.microsoft.com/office/drawing/2014/main" id="{26A971C7-E37C-5623-14FD-754B5BA26A17}"/>
                    </a:ext>
                  </a:extLst>
                </p:cNvPr>
                <p:cNvPicPr/>
                <p:nvPr/>
              </p:nvPicPr>
              <p:blipFill>
                <a:blip r:embed="rId72"/>
                <a:stretch>
                  <a:fillRect/>
                </a:stretch>
              </p:blipFill>
              <p:spPr>
                <a:xfrm>
                  <a:off x="6736637" y="5070096"/>
                  <a:ext cx="13536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9" name="Ink 48">
                  <a:extLst>
                    <a:ext uri="{FF2B5EF4-FFF2-40B4-BE49-F238E27FC236}">
                      <a16:creationId xmlns:a16="http://schemas.microsoft.com/office/drawing/2014/main" id="{1FE24FA8-B0AB-579D-6F88-E899872C3B82}"/>
                    </a:ext>
                  </a:extLst>
                </p14:cNvPr>
                <p14:cNvContentPartPr/>
                <p14:nvPr/>
              </p14:nvContentPartPr>
              <p14:xfrm>
                <a:off x="6762917" y="5011056"/>
                <a:ext cx="14760" cy="20880"/>
              </p14:xfrm>
            </p:contentPart>
          </mc:Choice>
          <mc:Fallback xmlns="">
            <p:pic>
              <p:nvPicPr>
                <p:cNvPr id="49" name="Ink 48">
                  <a:extLst>
                    <a:ext uri="{FF2B5EF4-FFF2-40B4-BE49-F238E27FC236}">
                      <a16:creationId xmlns:a16="http://schemas.microsoft.com/office/drawing/2014/main" id="{1FE24FA8-B0AB-579D-6F88-E899872C3B82}"/>
                    </a:ext>
                  </a:extLst>
                </p:cNvPr>
                <p:cNvPicPr/>
                <p:nvPr/>
              </p:nvPicPr>
              <p:blipFill>
                <a:blip r:embed="rId74"/>
                <a:stretch>
                  <a:fillRect/>
                </a:stretch>
              </p:blipFill>
              <p:spPr>
                <a:xfrm>
                  <a:off x="6756797" y="5004936"/>
                  <a:ext cx="2700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0" name="Ink 49">
                  <a:extLst>
                    <a:ext uri="{FF2B5EF4-FFF2-40B4-BE49-F238E27FC236}">
                      <a16:creationId xmlns:a16="http://schemas.microsoft.com/office/drawing/2014/main" id="{A28F1A24-E9C4-516E-7837-1908D0BEC65C}"/>
                    </a:ext>
                  </a:extLst>
                </p14:cNvPr>
                <p14:cNvContentPartPr/>
                <p14:nvPr/>
              </p14:nvContentPartPr>
              <p14:xfrm>
                <a:off x="6888917" y="5013576"/>
                <a:ext cx="176760" cy="239040"/>
              </p14:xfrm>
            </p:contentPart>
          </mc:Choice>
          <mc:Fallback xmlns="">
            <p:pic>
              <p:nvPicPr>
                <p:cNvPr id="50" name="Ink 49">
                  <a:extLst>
                    <a:ext uri="{FF2B5EF4-FFF2-40B4-BE49-F238E27FC236}">
                      <a16:creationId xmlns:a16="http://schemas.microsoft.com/office/drawing/2014/main" id="{A28F1A24-E9C4-516E-7837-1908D0BEC65C}"/>
                    </a:ext>
                  </a:extLst>
                </p:cNvPr>
                <p:cNvPicPr/>
                <p:nvPr/>
              </p:nvPicPr>
              <p:blipFill>
                <a:blip r:embed="rId76"/>
                <a:stretch>
                  <a:fillRect/>
                </a:stretch>
              </p:blipFill>
              <p:spPr>
                <a:xfrm>
                  <a:off x="6882797" y="5007456"/>
                  <a:ext cx="18900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1" name="Ink 50">
                  <a:extLst>
                    <a:ext uri="{FF2B5EF4-FFF2-40B4-BE49-F238E27FC236}">
                      <a16:creationId xmlns:a16="http://schemas.microsoft.com/office/drawing/2014/main" id="{0FB08893-950A-D90E-32D6-7C336EC66BF9}"/>
                    </a:ext>
                  </a:extLst>
                </p14:cNvPr>
                <p14:cNvContentPartPr/>
                <p14:nvPr/>
              </p14:nvContentPartPr>
              <p14:xfrm>
                <a:off x="7004477" y="4939416"/>
                <a:ext cx="21600" cy="15480"/>
              </p14:xfrm>
            </p:contentPart>
          </mc:Choice>
          <mc:Fallback xmlns="">
            <p:pic>
              <p:nvPicPr>
                <p:cNvPr id="51" name="Ink 50">
                  <a:extLst>
                    <a:ext uri="{FF2B5EF4-FFF2-40B4-BE49-F238E27FC236}">
                      <a16:creationId xmlns:a16="http://schemas.microsoft.com/office/drawing/2014/main" id="{0FB08893-950A-D90E-32D6-7C336EC66BF9}"/>
                    </a:ext>
                  </a:extLst>
                </p:cNvPr>
                <p:cNvPicPr/>
                <p:nvPr/>
              </p:nvPicPr>
              <p:blipFill>
                <a:blip r:embed="rId78"/>
                <a:stretch>
                  <a:fillRect/>
                </a:stretch>
              </p:blipFill>
              <p:spPr>
                <a:xfrm>
                  <a:off x="6998357" y="4933296"/>
                  <a:ext cx="3384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2" name="Ink 51">
                  <a:extLst>
                    <a:ext uri="{FF2B5EF4-FFF2-40B4-BE49-F238E27FC236}">
                      <a16:creationId xmlns:a16="http://schemas.microsoft.com/office/drawing/2014/main" id="{36023BDE-3194-6729-0914-98459B6A400B}"/>
                    </a:ext>
                  </a:extLst>
                </p14:cNvPr>
                <p14:cNvContentPartPr/>
                <p14:nvPr/>
              </p14:nvContentPartPr>
              <p14:xfrm>
                <a:off x="7075037" y="4936536"/>
                <a:ext cx="177120" cy="111960"/>
              </p14:xfrm>
            </p:contentPart>
          </mc:Choice>
          <mc:Fallback xmlns="">
            <p:pic>
              <p:nvPicPr>
                <p:cNvPr id="52" name="Ink 51">
                  <a:extLst>
                    <a:ext uri="{FF2B5EF4-FFF2-40B4-BE49-F238E27FC236}">
                      <a16:creationId xmlns:a16="http://schemas.microsoft.com/office/drawing/2014/main" id="{36023BDE-3194-6729-0914-98459B6A400B}"/>
                    </a:ext>
                  </a:extLst>
                </p:cNvPr>
                <p:cNvPicPr/>
                <p:nvPr/>
              </p:nvPicPr>
              <p:blipFill>
                <a:blip r:embed="rId80"/>
                <a:stretch>
                  <a:fillRect/>
                </a:stretch>
              </p:blipFill>
              <p:spPr>
                <a:xfrm>
                  <a:off x="7068917" y="4930416"/>
                  <a:ext cx="189360" cy="124200"/>
                </a:xfrm>
                <a:prstGeom prst="rect">
                  <a:avLst/>
                </a:prstGeom>
              </p:spPr>
            </p:pic>
          </mc:Fallback>
        </mc:AlternateContent>
      </p:grpSp>
      <p:grpSp>
        <p:nvGrpSpPr>
          <p:cNvPr id="13312" name="Group 13311">
            <a:extLst>
              <a:ext uri="{FF2B5EF4-FFF2-40B4-BE49-F238E27FC236}">
                <a16:creationId xmlns:a16="http://schemas.microsoft.com/office/drawing/2014/main" id="{B42C9ADC-9123-AAE6-CB62-522C52148BEA}"/>
              </a:ext>
            </a:extLst>
          </p:cNvPr>
          <p:cNvGrpSpPr/>
          <p:nvPr/>
        </p:nvGrpSpPr>
        <p:grpSpPr>
          <a:xfrm>
            <a:off x="5708477" y="3328776"/>
            <a:ext cx="2459520" cy="690840"/>
            <a:chOff x="5708477" y="3328776"/>
            <a:chExt cx="2459520" cy="690840"/>
          </a:xfrm>
        </p:grpSpPr>
        <mc:AlternateContent xmlns:mc="http://schemas.openxmlformats.org/markup-compatibility/2006" xmlns:p14="http://schemas.microsoft.com/office/powerpoint/2010/main">
          <mc:Choice Requires="p14">
            <p:contentPart p14:bwMode="auto" r:id="rId81">
              <p14:nvContentPartPr>
                <p14:cNvPr id="54" name="Ink 53">
                  <a:extLst>
                    <a:ext uri="{FF2B5EF4-FFF2-40B4-BE49-F238E27FC236}">
                      <a16:creationId xmlns:a16="http://schemas.microsoft.com/office/drawing/2014/main" id="{0F7492FE-9A95-C650-4333-FDEACEC5C85B}"/>
                    </a:ext>
                  </a:extLst>
                </p14:cNvPr>
                <p14:cNvContentPartPr/>
                <p14:nvPr/>
              </p14:nvContentPartPr>
              <p14:xfrm>
                <a:off x="5708477" y="3732696"/>
                <a:ext cx="1208520" cy="139680"/>
              </p14:xfrm>
            </p:contentPart>
          </mc:Choice>
          <mc:Fallback xmlns="">
            <p:pic>
              <p:nvPicPr>
                <p:cNvPr id="54" name="Ink 53">
                  <a:extLst>
                    <a:ext uri="{FF2B5EF4-FFF2-40B4-BE49-F238E27FC236}">
                      <a16:creationId xmlns:a16="http://schemas.microsoft.com/office/drawing/2014/main" id="{0F7492FE-9A95-C650-4333-FDEACEC5C85B}"/>
                    </a:ext>
                  </a:extLst>
                </p:cNvPr>
                <p:cNvPicPr/>
                <p:nvPr/>
              </p:nvPicPr>
              <p:blipFill>
                <a:blip r:embed="rId82"/>
                <a:stretch>
                  <a:fillRect/>
                </a:stretch>
              </p:blipFill>
              <p:spPr>
                <a:xfrm>
                  <a:off x="5702357" y="3726576"/>
                  <a:ext cx="122076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5" name="Ink 54">
                  <a:extLst>
                    <a:ext uri="{FF2B5EF4-FFF2-40B4-BE49-F238E27FC236}">
                      <a16:creationId xmlns:a16="http://schemas.microsoft.com/office/drawing/2014/main" id="{28828969-6069-130F-D99F-B975CAE4EAAB}"/>
                    </a:ext>
                  </a:extLst>
                </p14:cNvPr>
                <p14:cNvContentPartPr/>
                <p14:nvPr/>
              </p14:nvContentPartPr>
              <p14:xfrm>
                <a:off x="6875957" y="3621456"/>
                <a:ext cx="120600" cy="259200"/>
              </p14:xfrm>
            </p:contentPart>
          </mc:Choice>
          <mc:Fallback xmlns="">
            <p:pic>
              <p:nvPicPr>
                <p:cNvPr id="55" name="Ink 54">
                  <a:extLst>
                    <a:ext uri="{FF2B5EF4-FFF2-40B4-BE49-F238E27FC236}">
                      <a16:creationId xmlns:a16="http://schemas.microsoft.com/office/drawing/2014/main" id="{28828969-6069-130F-D99F-B975CAE4EAAB}"/>
                    </a:ext>
                  </a:extLst>
                </p:cNvPr>
                <p:cNvPicPr/>
                <p:nvPr/>
              </p:nvPicPr>
              <p:blipFill>
                <a:blip r:embed="rId84"/>
                <a:stretch>
                  <a:fillRect/>
                </a:stretch>
              </p:blipFill>
              <p:spPr>
                <a:xfrm>
                  <a:off x="6869837" y="3615336"/>
                  <a:ext cx="13284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6" name="Ink 55">
                  <a:extLst>
                    <a:ext uri="{FF2B5EF4-FFF2-40B4-BE49-F238E27FC236}">
                      <a16:creationId xmlns:a16="http://schemas.microsoft.com/office/drawing/2014/main" id="{D27B55B2-6894-9B0A-E13C-370ADAE93359}"/>
                    </a:ext>
                  </a:extLst>
                </p14:cNvPr>
                <p14:cNvContentPartPr/>
                <p14:nvPr/>
              </p14:nvContentPartPr>
              <p14:xfrm>
                <a:off x="7206797" y="3509496"/>
                <a:ext cx="182880" cy="411120"/>
              </p14:xfrm>
            </p:contentPart>
          </mc:Choice>
          <mc:Fallback xmlns="">
            <p:pic>
              <p:nvPicPr>
                <p:cNvPr id="56" name="Ink 55">
                  <a:extLst>
                    <a:ext uri="{FF2B5EF4-FFF2-40B4-BE49-F238E27FC236}">
                      <a16:creationId xmlns:a16="http://schemas.microsoft.com/office/drawing/2014/main" id="{D27B55B2-6894-9B0A-E13C-370ADAE93359}"/>
                    </a:ext>
                  </a:extLst>
                </p:cNvPr>
                <p:cNvPicPr/>
                <p:nvPr/>
              </p:nvPicPr>
              <p:blipFill>
                <a:blip r:embed="rId86"/>
                <a:stretch>
                  <a:fillRect/>
                </a:stretch>
              </p:blipFill>
              <p:spPr>
                <a:xfrm>
                  <a:off x="7200677" y="3503376"/>
                  <a:ext cx="195120" cy="4233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7" name="Ink 56">
                  <a:extLst>
                    <a:ext uri="{FF2B5EF4-FFF2-40B4-BE49-F238E27FC236}">
                      <a16:creationId xmlns:a16="http://schemas.microsoft.com/office/drawing/2014/main" id="{79EAB670-5018-B260-8ECA-80B8826C16BB}"/>
                    </a:ext>
                  </a:extLst>
                </p14:cNvPr>
                <p14:cNvContentPartPr/>
                <p14:nvPr/>
              </p14:nvContentPartPr>
              <p14:xfrm>
                <a:off x="7451597" y="3674016"/>
                <a:ext cx="12960" cy="113040"/>
              </p14:xfrm>
            </p:contentPart>
          </mc:Choice>
          <mc:Fallback xmlns="">
            <p:pic>
              <p:nvPicPr>
                <p:cNvPr id="57" name="Ink 56">
                  <a:extLst>
                    <a:ext uri="{FF2B5EF4-FFF2-40B4-BE49-F238E27FC236}">
                      <a16:creationId xmlns:a16="http://schemas.microsoft.com/office/drawing/2014/main" id="{79EAB670-5018-B260-8ECA-80B8826C16BB}"/>
                    </a:ext>
                  </a:extLst>
                </p:cNvPr>
                <p:cNvPicPr/>
                <p:nvPr/>
              </p:nvPicPr>
              <p:blipFill>
                <a:blip r:embed="rId88"/>
                <a:stretch>
                  <a:fillRect/>
                </a:stretch>
              </p:blipFill>
              <p:spPr>
                <a:xfrm>
                  <a:off x="7445477" y="3667896"/>
                  <a:ext cx="252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8" name="Ink 57">
                  <a:extLst>
                    <a:ext uri="{FF2B5EF4-FFF2-40B4-BE49-F238E27FC236}">
                      <a16:creationId xmlns:a16="http://schemas.microsoft.com/office/drawing/2014/main" id="{89FE4A73-B07C-24BF-7EA4-169D88681300}"/>
                    </a:ext>
                  </a:extLst>
                </p14:cNvPr>
                <p14:cNvContentPartPr/>
                <p14:nvPr/>
              </p14:nvContentPartPr>
              <p14:xfrm>
                <a:off x="7491197" y="3695976"/>
                <a:ext cx="66960" cy="156600"/>
              </p14:xfrm>
            </p:contentPart>
          </mc:Choice>
          <mc:Fallback xmlns="">
            <p:pic>
              <p:nvPicPr>
                <p:cNvPr id="58" name="Ink 57">
                  <a:extLst>
                    <a:ext uri="{FF2B5EF4-FFF2-40B4-BE49-F238E27FC236}">
                      <a16:creationId xmlns:a16="http://schemas.microsoft.com/office/drawing/2014/main" id="{89FE4A73-B07C-24BF-7EA4-169D88681300}"/>
                    </a:ext>
                  </a:extLst>
                </p:cNvPr>
                <p:cNvPicPr/>
                <p:nvPr/>
              </p:nvPicPr>
              <p:blipFill>
                <a:blip r:embed="rId90"/>
                <a:stretch>
                  <a:fillRect/>
                </a:stretch>
              </p:blipFill>
              <p:spPr>
                <a:xfrm>
                  <a:off x="7485077" y="3689856"/>
                  <a:ext cx="7920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9" name="Ink 58">
                  <a:extLst>
                    <a:ext uri="{FF2B5EF4-FFF2-40B4-BE49-F238E27FC236}">
                      <a16:creationId xmlns:a16="http://schemas.microsoft.com/office/drawing/2014/main" id="{6353CDD0-35B6-AEBA-7307-041088523944}"/>
                    </a:ext>
                  </a:extLst>
                </p14:cNvPr>
                <p14:cNvContentPartPr/>
                <p14:nvPr/>
              </p14:nvContentPartPr>
              <p14:xfrm>
                <a:off x="7705397" y="3458376"/>
                <a:ext cx="161280" cy="358560"/>
              </p14:xfrm>
            </p:contentPart>
          </mc:Choice>
          <mc:Fallback xmlns="">
            <p:pic>
              <p:nvPicPr>
                <p:cNvPr id="59" name="Ink 58">
                  <a:extLst>
                    <a:ext uri="{FF2B5EF4-FFF2-40B4-BE49-F238E27FC236}">
                      <a16:creationId xmlns:a16="http://schemas.microsoft.com/office/drawing/2014/main" id="{6353CDD0-35B6-AEBA-7307-041088523944}"/>
                    </a:ext>
                  </a:extLst>
                </p:cNvPr>
                <p:cNvPicPr/>
                <p:nvPr/>
              </p:nvPicPr>
              <p:blipFill>
                <a:blip r:embed="rId92"/>
                <a:stretch>
                  <a:fillRect/>
                </a:stretch>
              </p:blipFill>
              <p:spPr>
                <a:xfrm>
                  <a:off x="7699277" y="3452256"/>
                  <a:ext cx="173520" cy="3708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0" name="Ink 59">
                  <a:extLst>
                    <a:ext uri="{FF2B5EF4-FFF2-40B4-BE49-F238E27FC236}">
                      <a16:creationId xmlns:a16="http://schemas.microsoft.com/office/drawing/2014/main" id="{ACED4B98-0FA1-10D9-7803-FF8C4B00F463}"/>
                    </a:ext>
                  </a:extLst>
                </p14:cNvPr>
                <p14:cNvContentPartPr/>
                <p14:nvPr/>
              </p14:nvContentPartPr>
              <p14:xfrm>
                <a:off x="7915637" y="3609216"/>
                <a:ext cx="158760" cy="124560"/>
              </p14:xfrm>
            </p:contentPart>
          </mc:Choice>
          <mc:Fallback xmlns="">
            <p:pic>
              <p:nvPicPr>
                <p:cNvPr id="60" name="Ink 59">
                  <a:extLst>
                    <a:ext uri="{FF2B5EF4-FFF2-40B4-BE49-F238E27FC236}">
                      <a16:creationId xmlns:a16="http://schemas.microsoft.com/office/drawing/2014/main" id="{ACED4B98-0FA1-10D9-7803-FF8C4B00F463}"/>
                    </a:ext>
                  </a:extLst>
                </p:cNvPr>
                <p:cNvPicPr/>
                <p:nvPr/>
              </p:nvPicPr>
              <p:blipFill>
                <a:blip r:embed="rId94"/>
                <a:stretch>
                  <a:fillRect/>
                </a:stretch>
              </p:blipFill>
              <p:spPr>
                <a:xfrm>
                  <a:off x="7909517" y="3603096"/>
                  <a:ext cx="17100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1" name="Ink 60">
                  <a:extLst>
                    <a:ext uri="{FF2B5EF4-FFF2-40B4-BE49-F238E27FC236}">
                      <a16:creationId xmlns:a16="http://schemas.microsoft.com/office/drawing/2014/main" id="{608815E9-542B-DE6C-3ECF-718C567DA665}"/>
                    </a:ext>
                  </a:extLst>
                </p14:cNvPr>
                <p14:cNvContentPartPr/>
                <p14:nvPr/>
              </p14:nvContentPartPr>
              <p14:xfrm>
                <a:off x="7999157" y="3328776"/>
                <a:ext cx="38880" cy="4680"/>
              </p14:xfrm>
            </p:contentPart>
          </mc:Choice>
          <mc:Fallback xmlns="">
            <p:pic>
              <p:nvPicPr>
                <p:cNvPr id="61" name="Ink 60">
                  <a:extLst>
                    <a:ext uri="{FF2B5EF4-FFF2-40B4-BE49-F238E27FC236}">
                      <a16:creationId xmlns:a16="http://schemas.microsoft.com/office/drawing/2014/main" id="{608815E9-542B-DE6C-3ECF-718C567DA665}"/>
                    </a:ext>
                  </a:extLst>
                </p:cNvPr>
                <p:cNvPicPr/>
                <p:nvPr/>
              </p:nvPicPr>
              <p:blipFill>
                <a:blip r:embed="rId96"/>
                <a:stretch>
                  <a:fillRect/>
                </a:stretch>
              </p:blipFill>
              <p:spPr>
                <a:xfrm>
                  <a:off x="7993037" y="3322656"/>
                  <a:ext cx="5112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2" name="Ink 61">
                  <a:extLst>
                    <a:ext uri="{FF2B5EF4-FFF2-40B4-BE49-F238E27FC236}">
                      <a16:creationId xmlns:a16="http://schemas.microsoft.com/office/drawing/2014/main" id="{0E13DBF2-DAB3-3DBC-5547-1CAE503E8613}"/>
                    </a:ext>
                  </a:extLst>
                </p14:cNvPr>
                <p14:cNvContentPartPr/>
                <p14:nvPr/>
              </p14:nvContentPartPr>
              <p14:xfrm>
                <a:off x="7092677" y="3516336"/>
                <a:ext cx="115560" cy="503280"/>
              </p14:xfrm>
            </p:contentPart>
          </mc:Choice>
          <mc:Fallback xmlns="">
            <p:pic>
              <p:nvPicPr>
                <p:cNvPr id="62" name="Ink 61">
                  <a:extLst>
                    <a:ext uri="{FF2B5EF4-FFF2-40B4-BE49-F238E27FC236}">
                      <a16:creationId xmlns:a16="http://schemas.microsoft.com/office/drawing/2014/main" id="{0E13DBF2-DAB3-3DBC-5547-1CAE503E8613}"/>
                    </a:ext>
                  </a:extLst>
                </p:cNvPr>
                <p:cNvPicPr/>
                <p:nvPr/>
              </p:nvPicPr>
              <p:blipFill>
                <a:blip r:embed="rId98"/>
                <a:stretch>
                  <a:fillRect/>
                </a:stretch>
              </p:blipFill>
              <p:spPr>
                <a:xfrm>
                  <a:off x="7086557" y="3510216"/>
                  <a:ext cx="127800" cy="5155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3" name="Ink 62">
                  <a:extLst>
                    <a:ext uri="{FF2B5EF4-FFF2-40B4-BE49-F238E27FC236}">
                      <a16:creationId xmlns:a16="http://schemas.microsoft.com/office/drawing/2014/main" id="{4AB40B3A-9095-F18D-2FFB-B4923BDFDC92}"/>
                    </a:ext>
                  </a:extLst>
                </p14:cNvPr>
                <p14:cNvContentPartPr/>
                <p14:nvPr/>
              </p14:nvContentPartPr>
              <p14:xfrm>
                <a:off x="7993757" y="3335976"/>
                <a:ext cx="174240" cy="529200"/>
              </p14:xfrm>
            </p:contentPart>
          </mc:Choice>
          <mc:Fallback xmlns="">
            <p:pic>
              <p:nvPicPr>
                <p:cNvPr id="63" name="Ink 62">
                  <a:extLst>
                    <a:ext uri="{FF2B5EF4-FFF2-40B4-BE49-F238E27FC236}">
                      <a16:creationId xmlns:a16="http://schemas.microsoft.com/office/drawing/2014/main" id="{4AB40B3A-9095-F18D-2FFB-B4923BDFDC92}"/>
                    </a:ext>
                  </a:extLst>
                </p:cNvPr>
                <p:cNvPicPr/>
                <p:nvPr/>
              </p:nvPicPr>
              <p:blipFill>
                <a:blip r:embed="rId100"/>
                <a:stretch>
                  <a:fillRect/>
                </a:stretch>
              </p:blipFill>
              <p:spPr>
                <a:xfrm>
                  <a:off x="7987637" y="3329856"/>
                  <a:ext cx="186480" cy="541440"/>
                </a:xfrm>
                <a:prstGeom prst="rect">
                  <a:avLst/>
                </a:prstGeom>
              </p:spPr>
            </p:pic>
          </mc:Fallback>
        </mc:AlternateContent>
      </p:grpSp>
    </p:spTree>
    <p:extLst>
      <p:ext uri="{BB962C8B-B14F-4D97-AF65-F5344CB8AC3E}">
        <p14:creationId xmlns:p14="http://schemas.microsoft.com/office/powerpoint/2010/main" val="35057109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D1DD0-8C2D-32E7-FCF6-41D683E9A9BF}"/>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EEB861B8-77E4-EA20-A926-0D469141FF01}"/>
              </a:ext>
            </a:extLst>
          </p:cNvPr>
          <p:cNvSpPr>
            <a:spLocks noGrp="1"/>
          </p:cNvSpPr>
          <p:nvPr>
            <p:ph type="ctrTitle"/>
          </p:nvPr>
        </p:nvSpPr>
        <p:spPr>
          <a:xfrm>
            <a:off x="2888056" y="177181"/>
            <a:ext cx="2761307" cy="589235"/>
          </a:xfrm>
        </p:spPr>
        <p:txBody>
          <a:bodyPr>
            <a:normAutofit/>
          </a:bodyPr>
          <a:lstStyle/>
          <a:p>
            <a:pPr algn="ctr"/>
            <a:r>
              <a:rPr lang="en-US" sz="3600" dirty="0" err="1">
                <a:solidFill>
                  <a:srgbClr val="0070C0"/>
                </a:solidFill>
                <a:latin typeface="Arial" pitchFamily="34" charset="0"/>
                <a:cs typeface="Arial" pitchFamily="34" charset="0"/>
              </a:rPr>
              <a:t>Matlab</a:t>
            </a:r>
            <a:r>
              <a:rPr lang="en-US" sz="3600" dirty="0">
                <a:solidFill>
                  <a:srgbClr val="0070C0"/>
                </a:solidFill>
                <a:latin typeface="Arial" pitchFamily="34" charset="0"/>
                <a:cs typeface="Arial" pitchFamily="34" charset="0"/>
              </a:rPr>
              <a:t> Code</a:t>
            </a:r>
            <a:endParaRPr lang="en-IN" sz="3600" dirty="0">
              <a:solidFill>
                <a:srgbClr val="0070C0"/>
              </a:solidFill>
              <a:latin typeface="Arial" pitchFamily="34" charset="0"/>
              <a:cs typeface="Arial" pitchFamily="34" charset="0"/>
            </a:endParaRPr>
          </a:p>
        </p:txBody>
      </p:sp>
      <p:sp>
        <p:nvSpPr>
          <p:cNvPr id="3" name="Rectangle 2"/>
          <p:cNvSpPr/>
          <p:nvPr/>
        </p:nvSpPr>
        <p:spPr>
          <a:xfrm>
            <a:off x="84133" y="235228"/>
            <a:ext cx="6096000" cy="6671057"/>
          </a:xfrm>
          <a:prstGeom prst="rect">
            <a:avLst/>
          </a:prstGeom>
        </p:spPr>
        <p:txBody>
          <a:bodyPr>
            <a:spAutoFit/>
          </a:bodyPr>
          <a:lstStyle/>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Set random seed for reproducibility</a:t>
            </a:r>
          </a:p>
          <a:p>
            <a:pPr>
              <a:lnSpc>
                <a:spcPct val="107000"/>
              </a:lnSpc>
              <a:spcAft>
                <a:spcPts val="800"/>
              </a:spcAft>
            </a:pP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rng</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(42);</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Parameters</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mu = [-2, 4];                %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Center</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Mean</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sigma11 = 2;                 % Variance of X1</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sigma22 = 4;                 % Variance of X2</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covariance = 2.5;            % Covariance between X1 and X2</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Construct the covariance matrix</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Sigma = [sigma11, covariance; covariance, sigma22];</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Generate 1000 data points from the bivariate normal distribution</a:t>
            </a:r>
          </a:p>
          <a:p>
            <a:pPr>
              <a:lnSpc>
                <a:spcPct val="107000"/>
              </a:lnSpc>
              <a:spcAft>
                <a:spcPts val="800"/>
              </a:spcAft>
            </a:pP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num_points</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1000;</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data =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mvnrnd</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(mu, Sigma,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num_points</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x1 = data(:, 1);</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x2 = data(:, 2);</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Calculate Eigenvalues and Eigenvectors for the Ellipse Rotation</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The eigenvectors (V) determine the diagonal tilt angle.</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The square root of the eigenvalues (D) determine the lengths of the axes.</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[V, D] =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eig</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(Sigma); </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Create the plot</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figure;</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hold on;</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1. Plot the simulated data points</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scatter(x1, x2, 25, [0.8, 0.4, 0], 'filled',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MarkerFaceAlpha</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0.4);</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 2. Plot the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center</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point</a:t>
            </a:r>
          </a:p>
          <a:p>
            <a:pPr>
              <a:lnSpc>
                <a:spcPct val="107000"/>
              </a:lnSpc>
              <a:spcAft>
                <a:spcPts val="800"/>
              </a:spcAft>
            </a:pP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plot(mu(1), mu(2),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ko</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MarkerSize</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10, '</a:t>
            </a:r>
            <a:r>
              <a:rPr lang="en-IN" sz="1000" dirty="0" err="1">
                <a:solidFill>
                  <a:schemeClr val="bg1"/>
                </a:solidFill>
                <a:latin typeface="Arial" panose="020B0604020202020204" pitchFamily="34" charset="0"/>
                <a:ea typeface="Calibri" panose="020F0502020204030204" pitchFamily="34" charset="0"/>
                <a:cs typeface="Arial" panose="020B0604020202020204" pitchFamily="34" charset="0"/>
              </a:rPr>
              <a:t>MarkerFaceColor</a:t>
            </a:r>
            <a:r>
              <a:rPr lang="en-IN" sz="1000" dirty="0">
                <a:solidFill>
                  <a:schemeClr val="bg1"/>
                </a:solidFill>
                <a:latin typeface="Arial" panose="020B0604020202020204" pitchFamily="34" charset="0"/>
                <a:ea typeface="Calibri" panose="020F0502020204030204" pitchFamily="34" charset="0"/>
                <a:cs typeface="Arial" panose="020B0604020202020204" pitchFamily="34" charset="0"/>
              </a:rPr>
              <a:t>', 'k'); </a:t>
            </a:r>
          </a:p>
        </p:txBody>
      </p:sp>
      <p:sp>
        <p:nvSpPr>
          <p:cNvPr id="6" name="Rectangle 5"/>
          <p:cNvSpPr/>
          <p:nvPr/>
        </p:nvSpPr>
        <p:spPr>
          <a:xfrm>
            <a:off x="5869701" y="177181"/>
            <a:ext cx="6096000" cy="6540445"/>
          </a:xfrm>
          <a:prstGeom prst="rect">
            <a:avLst/>
          </a:prstGeom>
        </p:spPr>
        <p:txBody>
          <a:bodyPr>
            <a:spAutoFit/>
          </a:bodyPr>
          <a:lstStyle/>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 3. Draw tilted standard deviation contours (Ellipses)</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theta =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linspace</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(0, 2*pi, 100);</a:t>
            </a:r>
          </a:p>
          <a:p>
            <a:pPr>
              <a:lnSpc>
                <a:spcPct val="107000"/>
              </a:lnSpc>
              <a:spcAft>
                <a:spcPts val="800"/>
              </a:spcAft>
            </a:pP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base_ellipse</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 [cos(theta); sin(theta)]; % Unit circle template</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for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n_std</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 1:3</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 Scale the unit circle along its principal components using eigenvalues</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scaled_ellipse</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 V *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n_std</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sqrt</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(D) *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base_ellipse</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 Shift the rotated ellipse to the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center</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(-2, 4)</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ellipse_x</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 mu(1) +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scaled_ellipse</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(1, :);</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ellipse_y</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 mu(2) +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scaled_ellipse</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(2, :);</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if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n_std</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 1</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plot(</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ellipse_x</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ellipse_y</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'k--',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LineWidth</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1.5,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DisplayName</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'1, 2, 3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Std</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Dev Contours');</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else</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plot(</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ellipse_x</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ellipse_y</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'k--',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LineWidth</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1.5,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HandleVisibility</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'off');</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end</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end</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Formatting the plot</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grid on;</a:t>
            </a:r>
          </a:p>
          <a:p>
            <a:pPr>
              <a:lnSpc>
                <a:spcPct val="107000"/>
              </a:lnSpc>
              <a:spcAft>
                <a:spcPts val="800"/>
              </a:spcAft>
            </a:pP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ax</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gca</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ax.GridAlpha</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 0.3;</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axis equal; % Essential to see the true physical angle and geometry</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Add reference lines for the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center</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xline</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(mu(1), ':',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Color</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[0.5, 0.5, 0.5],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LineWidth</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1,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HandleVisibility</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'off');</a:t>
            </a:r>
          </a:p>
          <a:p>
            <a:pPr>
              <a:lnSpc>
                <a:spcPct val="107000"/>
              </a:lnSpc>
              <a:spcAft>
                <a:spcPts val="800"/>
              </a:spcAft>
            </a:pP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yline</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(mu(2), ':',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Color</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[0.5, 0.5, 0.5],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LineWidth</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1,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HandleVisibility</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'off');</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Labels and Title</a:t>
            </a:r>
          </a:p>
          <a:p>
            <a:pPr>
              <a:lnSpc>
                <a:spcPct val="107000"/>
              </a:lnSpc>
              <a:spcAft>
                <a:spcPts val="800"/>
              </a:spcAft>
            </a:pP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xlabel</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('x_1');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ylabel</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('x_2');</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title({'Scatterplot of Bivariate Normal Distribution', ...</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Centered</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at (-2, 4) with \sigma_{11}=2, \sigma_{22}=4, \sigma_{12}=2.5'});</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legend('Data points', '</a:t>
            </a:r>
            <a:r>
              <a:rPr lang="en-IN" sz="800" dirty="0" err="1">
                <a:solidFill>
                  <a:schemeClr val="bg1"/>
                </a:solidFill>
                <a:latin typeface="Arial" panose="020B0604020202020204" pitchFamily="34" charset="0"/>
                <a:ea typeface="Calibri" panose="020F0502020204030204" pitchFamily="34" charset="0"/>
                <a:cs typeface="Arial" panose="020B0604020202020204" pitchFamily="34" charset="0"/>
              </a:rPr>
              <a:t>Center</a:t>
            </a: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(-2, 4)', 'Location', 'best');</a:t>
            </a: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hold off;</a:t>
            </a:r>
          </a:p>
        </p:txBody>
      </p:sp>
    </p:spTree>
    <p:extLst>
      <p:ext uri="{BB962C8B-B14F-4D97-AF65-F5344CB8AC3E}">
        <p14:creationId xmlns:p14="http://schemas.microsoft.com/office/powerpoint/2010/main" val="32469567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D1DD0-8C2D-32E7-FCF6-41D683E9A9BF}"/>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EEB861B8-77E4-EA20-A926-0D469141FF01}"/>
              </a:ext>
            </a:extLst>
          </p:cNvPr>
          <p:cNvSpPr>
            <a:spLocks noGrp="1"/>
          </p:cNvSpPr>
          <p:nvPr>
            <p:ph type="ctrTitle"/>
          </p:nvPr>
        </p:nvSpPr>
        <p:spPr>
          <a:xfrm>
            <a:off x="4372825" y="140967"/>
            <a:ext cx="2761307" cy="589235"/>
          </a:xfrm>
        </p:spPr>
        <p:txBody>
          <a:bodyPr>
            <a:normAutofit fontScale="90000"/>
          </a:bodyPr>
          <a:lstStyle/>
          <a:p>
            <a:pPr algn="ctr"/>
            <a:r>
              <a:rPr lang="en-US" sz="3600" dirty="0">
                <a:solidFill>
                  <a:srgbClr val="0070C0"/>
                </a:solidFill>
                <a:latin typeface="Arial" pitchFamily="34" charset="0"/>
                <a:cs typeface="Arial" pitchFamily="34" charset="0"/>
              </a:rPr>
              <a:t>Python Code</a:t>
            </a:r>
            <a:endParaRPr lang="en-IN" sz="3600" dirty="0">
              <a:solidFill>
                <a:srgbClr val="0070C0"/>
              </a:solidFill>
              <a:latin typeface="Arial" pitchFamily="34" charset="0"/>
              <a:cs typeface="Arial" pitchFamily="34" charset="0"/>
            </a:endParaRPr>
          </a:p>
        </p:txBody>
      </p:sp>
      <p:sp>
        <p:nvSpPr>
          <p:cNvPr id="2" name="TextBox 1"/>
          <p:cNvSpPr txBox="1"/>
          <p:nvPr/>
        </p:nvSpPr>
        <p:spPr>
          <a:xfrm>
            <a:off x="194651" y="60245"/>
            <a:ext cx="5595041" cy="6555641"/>
          </a:xfrm>
          <a:prstGeom prst="rect">
            <a:avLst/>
          </a:prstGeom>
          <a:noFill/>
        </p:spPr>
        <p:txBody>
          <a:bodyPr wrap="square" rtlCol="0">
            <a:spAutoFit/>
          </a:bodyPr>
          <a:lstStyle/>
          <a:p>
            <a:r>
              <a:rPr lang="en-IN" sz="1000" dirty="0">
                <a:solidFill>
                  <a:schemeClr val="bg1"/>
                </a:solidFill>
                <a:latin typeface="Arial" panose="020B0604020202020204" pitchFamily="34" charset="0"/>
                <a:cs typeface="Arial" panose="020B0604020202020204" pitchFamily="34" charset="0"/>
              </a:rPr>
              <a:t>import </a:t>
            </a:r>
            <a:r>
              <a:rPr lang="en-IN" sz="1000" dirty="0" err="1">
                <a:solidFill>
                  <a:schemeClr val="bg1"/>
                </a:solidFill>
                <a:latin typeface="Arial" panose="020B0604020202020204" pitchFamily="34" charset="0"/>
                <a:cs typeface="Arial" panose="020B0604020202020204" pitchFamily="34" charset="0"/>
              </a:rPr>
              <a:t>numpy</a:t>
            </a:r>
            <a:r>
              <a:rPr lang="en-IN" sz="1000" dirty="0">
                <a:solidFill>
                  <a:schemeClr val="bg1"/>
                </a:solidFill>
                <a:latin typeface="Arial" panose="020B0604020202020204" pitchFamily="34" charset="0"/>
                <a:cs typeface="Arial" panose="020B0604020202020204" pitchFamily="34" charset="0"/>
              </a:rPr>
              <a:t> as np</a:t>
            </a:r>
          </a:p>
          <a:p>
            <a:r>
              <a:rPr lang="en-IN" sz="1000" dirty="0">
                <a:solidFill>
                  <a:schemeClr val="bg1"/>
                </a:solidFill>
                <a:latin typeface="Arial" panose="020B0604020202020204" pitchFamily="34" charset="0"/>
                <a:cs typeface="Arial" panose="020B0604020202020204" pitchFamily="34" charset="0"/>
              </a:rPr>
              <a:t>import </a:t>
            </a:r>
            <a:r>
              <a:rPr lang="en-IN" sz="1000" dirty="0" err="1">
                <a:solidFill>
                  <a:schemeClr val="bg1"/>
                </a:solidFill>
                <a:latin typeface="Arial" panose="020B0604020202020204" pitchFamily="34" charset="0"/>
                <a:cs typeface="Arial" panose="020B0604020202020204" pitchFamily="34" charset="0"/>
              </a:rPr>
              <a:t>matplotlib.pyplot</a:t>
            </a:r>
            <a:r>
              <a:rPr lang="en-IN" sz="1000" dirty="0">
                <a:solidFill>
                  <a:schemeClr val="bg1"/>
                </a:solidFill>
                <a:latin typeface="Arial" panose="020B0604020202020204" pitchFamily="34" charset="0"/>
                <a:cs typeface="Arial" panose="020B0604020202020204" pitchFamily="34" charset="0"/>
              </a:rPr>
              <a:t> as </a:t>
            </a:r>
            <a:r>
              <a:rPr lang="en-IN" sz="1000" dirty="0" err="1">
                <a:solidFill>
                  <a:schemeClr val="bg1"/>
                </a:solidFill>
                <a:latin typeface="Arial" panose="020B0604020202020204" pitchFamily="34" charset="0"/>
                <a:cs typeface="Arial" panose="020B0604020202020204" pitchFamily="34" charset="0"/>
              </a:rPr>
              <a:t>plt</a:t>
            </a:r>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from </a:t>
            </a:r>
            <a:r>
              <a:rPr lang="en-IN" sz="1000" dirty="0" err="1">
                <a:solidFill>
                  <a:schemeClr val="bg1"/>
                </a:solidFill>
                <a:latin typeface="Arial" panose="020B0604020202020204" pitchFamily="34" charset="0"/>
                <a:cs typeface="Arial" panose="020B0604020202020204" pitchFamily="34" charset="0"/>
              </a:rPr>
              <a:t>matplotlib.patches</a:t>
            </a:r>
            <a:r>
              <a:rPr lang="en-IN" sz="1000" dirty="0">
                <a:solidFill>
                  <a:schemeClr val="bg1"/>
                </a:solidFill>
                <a:latin typeface="Arial" panose="020B0604020202020204" pitchFamily="34" charset="0"/>
                <a:cs typeface="Arial" panose="020B0604020202020204" pitchFamily="34" charset="0"/>
              </a:rPr>
              <a:t> import Ellipse</a:t>
            </a:r>
          </a:p>
          <a:p>
            <a:br>
              <a:rPr lang="en-IN" sz="1000" dirty="0">
                <a:solidFill>
                  <a:schemeClr val="bg1"/>
                </a:solidFill>
                <a:latin typeface="Arial" panose="020B0604020202020204" pitchFamily="34" charset="0"/>
                <a:cs typeface="Arial" panose="020B0604020202020204" pitchFamily="34" charset="0"/>
              </a:rPr>
            </a:br>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Set random seed for reproducibility</a:t>
            </a:r>
          </a:p>
          <a:p>
            <a:r>
              <a:rPr lang="en-IN" sz="1000" dirty="0" err="1">
                <a:solidFill>
                  <a:schemeClr val="bg1"/>
                </a:solidFill>
                <a:latin typeface="Arial" panose="020B0604020202020204" pitchFamily="34" charset="0"/>
                <a:cs typeface="Arial" panose="020B0604020202020204" pitchFamily="34" charset="0"/>
              </a:rPr>
              <a:t>np.random.seed</a:t>
            </a:r>
            <a:r>
              <a:rPr lang="en-IN" sz="1000" dirty="0">
                <a:solidFill>
                  <a:schemeClr val="bg1"/>
                </a:solidFill>
                <a:latin typeface="Arial" panose="020B0604020202020204" pitchFamily="34" charset="0"/>
                <a:cs typeface="Arial" panose="020B0604020202020204" pitchFamily="34" charset="0"/>
              </a:rPr>
              <a:t>(42)</a:t>
            </a:r>
          </a:p>
          <a:p>
            <a:br>
              <a:rPr lang="en-IN" sz="1000" dirty="0">
                <a:solidFill>
                  <a:schemeClr val="bg1"/>
                </a:solidFill>
                <a:latin typeface="Arial" panose="020B0604020202020204" pitchFamily="34" charset="0"/>
                <a:cs typeface="Arial" panose="020B0604020202020204" pitchFamily="34" charset="0"/>
              </a:rPr>
            </a:br>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Define distribution parameters</a:t>
            </a:r>
          </a:p>
          <a:p>
            <a:r>
              <a:rPr lang="en-IN" sz="1000" dirty="0">
                <a:solidFill>
                  <a:schemeClr val="bg1"/>
                </a:solidFill>
                <a:latin typeface="Arial" panose="020B0604020202020204" pitchFamily="34" charset="0"/>
                <a:cs typeface="Arial" panose="020B0604020202020204" pitchFamily="34" charset="0"/>
              </a:rPr>
              <a:t>mean = [-2, 4]                  # </a:t>
            </a:r>
            <a:r>
              <a:rPr lang="en-IN" sz="1000" dirty="0" err="1">
                <a:solidFill>
                  <a:schemeClr val="bg1"/>
                </a:solidFill>
                <a:latin typeface="Arial" panose="020B0604020202020204" pitchFamily="34" charset="0"/>
                <a:cs typeface="Arial" panose="020B0604020202020204" pitchFamily="34" charset="0"/>
              </a:rPr>
              <a:t>Center</a:t>
            </a:r>
            <a:r>
              <a:rPr lang="en-IN" sz="1000" dirty="0">
                <a:solidFill>
                  <a:schemeClr val="bg1"/>
                </a:solidFill>
                <a:latin typeface="Arial" panose="020B0604020202020204" pitchFamily="34" charset="0"/>
                <a:cs typeface="Arial" panose="020B0604020202020204" pitchFamily="34" charset="0"/>
              </a:rPr>
              <a:t> (mu_1, mu_2)</a:t>
            </a:r>
          </a:p>
          <a:p>
            <a:r>
              <a:rPr lang="en-IN" sz="1000" dirty="0">
                <a:solidFill>
                  <a:schemeClr val="bg1"/>
                </a:solidFill>
                <a:latin typeface="Arial" panose="020B0604020202020204" pitchFamily="34" charset="0"/>
                <a:cs typeface="Arial" panose="020B0604020202020204" pitchFamily="34" charset="0"/>
              </a:rPr>
              <a:t>sigma_11 = 2                   # Variance along x_1 axis</a:t>
            </a:r>
          </a:p>
          <a:p>
            <a:r>
              <a:rPr lang="en-IN" sz="1000" dirty="0">
                <a:solidFill>
                  <a:schemeClr val="bg1"/>
                </a:solidFill>
                <a:latin typeface="Arial" panose="020B0604020202020204" pitchFamily="34" charset="0"/>
                <a:cs typeface="Arial" panose="020B0604020202020204" pitchFamily="34" charset="0"/>
              </a:rPr>
              <a:t>sigma_22 = 4                   # Variance along x_2 axis</a:t>
            </a:r>
          </a:p>
          <a:p>
            <a:r>
              <a:rPr lang="en-IN" sz="1000" dirty="0">
                <a:solidFill>
                  <a:schemeClr val="bg1"/>
                </a:solidFill>
                <a:latin typeface="Arial" panose="020B0604020202020204" pitchFamily="34" charset="0"/>
                <a:cs typeface="Arial" panose="020B0604020202020204" pitchFamily="34" charset="0"/>
              </a:rPr>
              <a:t>covariance = 2.5               # Covariance (sigma_12)</a:t>
            </a:r>
          </a:p>
          <a:p>
            <a:br>
              <a:rPr lang="en-IN" sz="1000" dirty="0">
                <a:solidFill>
                  <a:schemeClr val="bg1"/>
                </a:solidFill>
                <a:latin typeface="Arial" panose="020B0604020202020204" pitchFamily="34" charset="0"/>
                <a:cs typeface="Arial" panose="020B0604020202020204" pitchFamily="34" charset="0"/>
              </a:rPr>
            </a:br>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Define the full covariance matrix</a:t>
            </a:r>
          </a:p>
          <a:p>
            <a:r>
              <a:rPr lang="en-IN" sz="1000" dirty="0" err="1">
                <a:solidFill>
                  <a:schemeClr val="bg1"/>
                </a:solidFill>
                <a:latin typeface="Arial" panose="020B0604020202020204" pitchFamily="34" charset="0"/>
                <a:cs typeface="Arial" panose="020B0604020202020204" pitchFamily="34" charset="0"/>
              </a:rPr>
              <a:t>cov_matrix</a:t>
            </a:r>
            <a:r>
              <a:rPr lang="en-IN" sz="1000" dirty="0">
                <a:solidFill>
                  <a:schemeClr val="bg1"/>
                </a:solidFill>
                <a:latin typeface="Arial" panose="020B0604020202020204" pitchFamily="34" charset="0"/>
                <a:cs typeface="Arial" panose="020B0604020202020204" pitchFamily="34" charset="0"/>
              </a:rPr>
              <a:t> = [[sigma_11, covariance],</a:t>
            </a:r>
          </a:p>
          <a:p>
            <a:r>
              <a:rPr lang="en-IN" sz="1000" dirty="0">
                <a:solidFill>
                  <a:schemeClr val="bg1"/>
                </a:solidFill>
                <a:latin typeface="Arial" panose="020B0604020202020204" pitchFamily="34" charset="0"/>
                <a:cs typeface="Arial" panose="020B0604020202020204" pitchFamily="34" charset="0"/>
              </a:rPr>
              <a:t>              [covariance, sigma_22]]</a:t>
            </a:r>
          </a:p>
          <a:p>
            <a:br>
              <a:rPr lang="en-IN" sz="1000" dirty="0">
                <a:solidFill>
                  <a:schemeClr val="bg1"/>
                </a:solidFill>
                <a:latin typeface="Arial" panose="020B0604020202020204" pitchFamily="34" charset="0"/>
                <a:cs typeface="Arial" panose="020B0604020202020204" pitchFamily="34" charset="0"/>
              </a:rPr>
            </a:br>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Generate 1,000 random data points from the distribution</a:t>
            </a:r>
          </a:p>
          <a:p>
            <a:r>
              <a:rPr lang="en-IN" sz="1000" dirty="0">
                <a:solidFill>
                  <a:schemeClr val="bg1"/>
                </a:solidFill>
                <a:latin typeface="Arial" panose="020B0604020202020204" pitchFamily="34" charset="0"/>
                <a:cs typeface="Arial" panose="020B0604020202020204" pitchFamily="34" charset="0"/>
              </a:rPr>
              <a:t>x1, x2 = </a:t>
            </a:r>
            <a:r>
              <a:rPr lang="en-IN" sz="1000" dirty="0" err="1">
                <a:solidFill>
                  <a:schemeClr val="bg1"/>
                </a:solidFill>
                <a:latin typeface="Arial" panose="020B0604020202020204" pitchFamily="34" charset="0"/>
                <a:cs typeface="Arial" panose="020B0604020202020204" pitchFamily="34" charset="0"/>
              </a:rPr>
              <a:t>np.random.multivariate_normal</a:t>
            </a:r>
            <a:r>
              <a:rPr lang="en-IN" sz="1000" dirty="0">
                <a:solidFill>
                  <a:schemeClr val="bg1"/>
                </a:solidFill>
                <a:latin typeface="Arial" panose="020B0604020202020204" pitchFamily="34" charset="0"/>
                <a:cs typeface="Arial" panose="020B0604020202020204" pitchFamily="34" charset="0"/>
              </a:rPr>
              <a:t>(mean, </a:t>
            </a:r>
            <a:r>
              <a:rPr lang="en-IN" sz="1000" dirty="0" err="1">
                <a:solidFill>
                  <a:schemeClr val="bg1"/>
                </a:solidFill>
                <a:latin typeface="Arial" panose="020B0604020202020204" pitchFamily="34" charset="0"/>
                <a:cs typeface="Arial" panose="020B0604020202020204" pitchFamily="34" charset="0"/>
              </a:rPr>
              <a:t>cov_matrix</a:t>
            </a:r>
            <a:r>
              <a:rPr lang="en-IN" sz="1000" dirty="0">
                <a:solidFill>
                  <a:schemeClr val="bg1"/>
                </a:solidFill>
                <a:latin typeface="Arial" panose="020B0604020202020204" pitchFamily="34" charset="0"/>
                <a:cs typeface="Arial" panose="020B0604020202020204" pitchFamily="34" charset="0"/>
              </a:rPr>
              <a:t>, 1000).T</a:t>
            </a:r>
          </a:p>
          <a:p>
            <a:br>
              <a:rPr lang="en-IN" sz="1000" dirty="0">
                <a:solidFill>
                  <a:schemeClr val="bg1"/>
                </a:solidFill>
                <a:latin typeface="Arial" panose="020B0604020202020204" pitchFamily="34" charset="0"/>
                <a:cs typeface="Arial" panose="020B0604020202020204" pitchFamily="34" charset="0"/>
              </a:rPr>
            </a:br>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Initialize the plot</a:t>
            </a:r>
          </a:p>
          <a:p>
            <a:r>
              <a:rPr lang="en-IN" sz="1000" dirty="0" err="1">
                <a:solidFill>
                  <a:schemeClr val="bg1"/>
                </a:solidFill>
                <a:latin typeface="Arial" panose="020B0604020202020204" pitchFamily="34" charset="0"/>
                <a:cs typeface="Arial" panose="020B0604020202020204" pitchFamily="34" charset="0"/>
              </a:rPr>
              <a:t>plt.figure</a:t>
            </a:r>
            <a:r>
              <a:rPr lang="en-IN" sz="1000" dirty="0">
                <a:solidFill>
                  <a:schemeClr val="bg1"/>
                </a:solidFill>
                <a:latin typeface="Arial" panose="020B0604020202020204" pitchFamily="34" charset="0"/>
                <a:cs typeface="Arial" panose="020B0604020202020204" pitchFamily="34" charset="0"/>
              </a:rPr>
              <a:t>(</a:t>
            </a:r>
            <a:r>
              <a:rPr lang="en-IN" sz="1000" dirty="0" err="1">
                <a:solidFill>
                  <a:schemeClr val="bg1"/>
                </a:solidFill>
                <a:latin typeface="Arial" panose="020B0604020202020204" pitchFamily="34" charset="0"/>
                <a:cs typeface="Arial" panose="020B0604020202020204" pitchFamily="34" charset="0"/>
              </a:rPr>
              <a:t>figsize</a:t>
            </a:r>
            <a:r>
              <a:rPr lang="en-IN" sz="1000" dirty="0">
                <a:solidFill>
                  <a:schemeClr val="bg1"/>
                </a:solidFill>
                <a:latin typeface="Arial" panose="020B0604020202020204" pitchFamily="34" charset="0"/>
                <a:cs typeface="Arial" panose="020B0604020202020204" pitchFamily="34" charset="0"/>
              </a:rPr>
              <a:t>=(6, 6))</a:t>
            </a:r>
          </a:p>
          <a:p>
            <a:br>
              <a:rPr lang="en-IN" sz="1000" dirty="0">
                <a:solidFill>
                  <a:schemeClr val="bg1"/>
                </a:solidFill>
                <a:latin typeface="Arial" panose="020B0604020202020204" pitchFamily="34" charset="0"/>
                <a:cs typeface="Arial" panose="020B0604020202020204" pitchFamily="34" charset="0"/>
              </a:rPr>
            </a:br>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1. Plot the random data points</a:t>
            </a:r>
          </a:p>
          <a:p>
            <a:r>
              <a:rPr lang="en-IN" sz="1000" dirty="0" err="1">
                <a:solidFill>
                  <a:schemeClr val="bg1"/>
                </a:solidFill>
                <a:latin typeface="Arial" panose="020B0604020202020204" pitchFamily="34" charset="0"/>
                <a:cs typeface="Arial" panose="020B0604020202020204" pitchFamily="34" charset="0"/>
              </a:rPr>
              <a:t>plt.scatter</a:t>
            </a:r>
            <a:r>
              <a:rPr lang="en-IN" sz="1000" dirty="0">
                <a:solidFill>
                  <a:schemeClr val="bg1"/>
                </a:solidFill>
                <a:latin typeface="Arial" panose="020B0604020202020204" pitchFamily="34" charset="0"/>
                <a:cs typeface="Arial" panose="020B0604020202020204" pitchFamily="34" charset="0"/>
              </a:rPr>
              <a:t>(x1, x2, alpha=0.5, </a:t>
            </a:r>
            <a:r>
              <a:rPr lang="en-IN" sz="1000" dirty="0" err="1">
                <a:solidFill>
                  <a:schemeClr val="bg1"/>
                </a:solidFill>
                <a:latin typeface="Arial" panose="020B0604020202020204" pitchFamily="34" charset="0"/>
                <a:cs typeface="Arial" panose="020B0604020202020204" pitchFamily="34" charset="0"/>
              </a:rPr>
              <a:t>color</a:t>
            </a:r>
            <a:r>
              <a:rPr lang="en-IN" sz="1000" dirty="0">
                <a:solidFill>
                  <a:schemeClr val="bg1"/>
                </a:solidFill>
                <a:latin typeface="Arial" panose="020B0604020202020204" pitchFamily="34" charset="0"/>
                <a:cs typeface="Arial" panose="020B0604020202020204" pitchFamily="34" charset="0"/>
              </a:rPr>
              <a:t>='</a:t>
            </a:r>
            <a:r>
              <a:rPr lang="en-IN" sz="1000" dirty="0" err="1">
                <a:solidFill>
                  <a:schemeClr val="bg1"/>
                </a:solidFill>
                <a:latin typeface="Arial" panose="020B0604020202020204" pitchFamily="34" charset="0"/>
                <a:cs typeface="Arial" panose="020B0604020202020204" pitchFamily="34" charset="0"/>
              </a:rPr>
              <a:t>darkorange</a:t>
            </a:r>
            <a:r>
              <a:rPr lang="en-IN" sz="1000" dirty="0">
                <a:solidFill>
                  <a:schemeClr val="bg1"/>
                </a:solidFill>
                <a:latin typeface="Arial" panose="020B0604020202020204" pitchFamily="34" charset="0"/>
                <a:cs typeface="Arial" panose="020B0604020202020204" pitchFamily="34" charset="0"/>
              </a:rPr>
              <a:t>', </a:t>
            </a:r>
            <a:r>
              <a:rPr lang="en-IN" sz="1000" dirty="0" err="1">
                <a:solidFill>
                  <a:schemeClr val="bg1"/>
                </a:solidFill>
                <a:latin typeface="Arial" panose="020B0604020202020204" pitchFamily="34" charset="0"/>
                <a:cs typeface="Arial" panose="020B0604020202020204" pitchFamily="34" charset="0"/>
              </a:rPr>
              <a:t>edgecolors</a:t>
            </a:r>
            <a:r>
              <a:rPr lang="en-IN" sz="1000" dirty="0">
                <a:solidFill>
                  <a:schemeClr val="bg1"/>
                </a:solidFill>
                <a:latin typeface="Arial" panose="020B0604020202020204" pitchFamily="34" charset="0"/>
                <a:cs typeface="Arial" panose="020B0604020202020204" pitchFamily="34" charset="0"/>
              </a:rPr>
              <a:t>='none', label='Data points')</a:t>
            </a:r>
          </a:p>
          <a:p>
            <a:br>
              <a:rPr lang="en-IN" sz="1000" dirty="0">
                <a:solidFill>
                  <a:schemeClr val="bg1"/>
                </a:solidFill>
                <a:latin typeface="Arial" panose="020B0604020202020204" pitchFamily="34" charset="0"/>
                <a:cs typeface="Arial" panose="020B0604020202020204" pitchFamily="34" charset="0"/>
              </a:rPr>
            </a:br>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2. Plot the </a:t>
            </a:r>
            <a:r>
              <a:rPr lang="en-IN" sz="1000" dirty="0" err="1">
                <a:solidFill>
                  <a:schemeClr val="bg1"/>
                </a:solidFill>
                <a:latin typeface="Arial" panose="020B0604020202020204" pitchFamily="34" charset="0"/>
                <a:cs typeface="Arial" panose="020B0604020202020204" pitchFamily="34" charset="0"/>
              </a:rPr>
              <a:t>center</a:t>
            </a:r>
            <a:r>
              <a:rPr lang="en-IN" sz="1000" dirty="0">
                <a:solidFill>
                  <a:schemeClr val="bg1"/>
                </a:solidFill>
                <a:latin typeface="Arial" panose="020B0604020202020204" pitchFamily="34" charset="0"/>
                <a:cs typeface="Arial" panose="020B0604020202020204" pitchFamily="34" charset="0"/>
              </a:rPr>
              <a:t> point</a:t>
            </a:r>
          </a:p>
          <a:p>
            <a:r>
              <a:rPr lang="en-IN" sz="1000" dirty="0" err="1">
                <a:solidFill>
                  <a:schemeClr val="bg1"/>
                </a:solidFill>
                <a:latin typeface="Arial" panose="020B0604020202020204" pitchFamily="34" charset="0"/>
                <a:cs typeface="Arial" panose="020B0604020202020204" pitchFamily="34" charset="0"/>
              </a:rPr>
              <a:t>plt.plot</a:t>
            </a:r>
            <a:r>
              <a:rPr lang="en-IN" sz="1000" dirty="0">
                <a:solidFill>
                  <a:schemeClr val="bg1"/>
                </a:solidFill>
                <a:latin typeface="Arial" panose="020B0604020202020204" pitchFamily="34" charset="0"/>
                <a:cs typeface="Arial" panose="020B0604020202020204" pitchFamily="34" charset="0"/>
              </a:rPr>
              <a:t>(mean[0], mean[1], 'ko', </a:t>
            </a:r>
            <a:r>
              <a:rPr lang="en-IN" sz="1000" dirty="0" err="1">
                <a:solidFill>
                  <a:schemeClr val="bg1"/>
                </a:solidFill>
                <a:latin typeface="Arial" panose="020B0604020202020204" pitchFamily="34" charset="0"/>
                <a:cs typeface="Arial" panose="020B0604020202020204" pitchFamily="34" charset="0"/>
              </a:rPr>
              <a:t>markersize</a:t>
            </a:r>
            <a:r>
              <a:rPr lang="en-IN" sz="1000" dirty="0">
                <a:solidFill>
                  <a:schemeClr val="bg1"/>
                </a:solidFill>
                <a:latin typeface="Arial" panose="020B0604020202020204" pitchFamily="34" charset="0"/>
                <a:cs typeface="Arial" panose="020B0604020202020204" pitchFamily="34" charset="0"/>
              </a:rPr>
              <a:t>=8, label='</a:t>
            </a:r>
            <a:r>
              <a:rPr lang="en-IN" sz="1000" dirty="0" err="1">
                <a:solidFill>
                  <a:schemeClr val="bg1"/>
                </a:solidFill>
                <a:latin typeface="Arial" panose="020B0604020202020204" pitchFamily="34" charset="0"/>
                <a:cs typeface="Arial" panose="020B0604020202020204" pitchFamily="34" charset="0"/>
              </a:rPr>
              <a:t>Center</a:t>
            </a:r>
            <a:r>
              <a:rPr lang="en-IN" sz="1000" dirty="0">
                <a:solidFill>
                  <a:schemeClr val="bg1"/>
                </a:solidFill>
                <a:latin typeface="Arial" panose="020B0604020202020204" pitchFamily="34" charset="0"/>
                <a:cs typeface="Arial" panose="020B0604020202020204" pitchFamily="34" charset="0"/>
              </a:rPr>
              <a:t> (-2, 4)')</a:t>
            </a:r>
          </a:p>
          <a:p>
            <a:br>
              <a:rPr lang="en-IN" sz="1000" dirty="0">
                <a:solidFill>
                  <a:schemeClr val="bg1"/>
                </a:solidFill>
                <a:latin typeface="Arial" panose="020B0604020202020204" pitchFamily="34" charset="0"/>
                <a:cs typeface="Arial" panose="020B0604020202020204" pitchFamily="34" charset="0"/>
              </a:rPr>
            </a:br>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3. Calculate and overlay the tilted standard deviation contours (Ellipses)</a:t>
            </a:r>
          </a:p>
          <a:p>
            <a:r>
              <a:rPr lang="en-IN" sz="1000" dirty="0">
                <a:solidFill>
                  <a:schemeClr val="bg1"/>
                </a:solidFill>
                <a:latin typeface="Arial" panose="020B0604020202020204" pitchFamily="34" charset="0"/>
                <a:cs typeface="Arial" panose="020B0604020202020204" pitchFamily="34" charset="0"/>
              </a:rPr>
              <a:t># Get eigenvalues and eigenvectors to find the tilt angle and scaling factors</a:t>
            </a:r>
          </a:p>
          <a:p>
            <a:r>
              <a:rPr lang="en-IN" sz="1000" dirty="0" err="1">
                <a:solidFill>
                  <a:schemeClr val="bg1"/>
                </a:solidFill>
                <a:latin typeface="Arial" panose="020B0604020202020204" pitchFamily="34" charset="0"/>
                <a:cs typeface="Arial" panose="020B0604020202020204" pitchFamily="34" charset="0"/>
              </a:rPr>
              <a:t>vals</a:t>
            </a:r>
            <a:r>
              <a:rPr lang="en-IN" sz="1000" dirty="0">
                <a:solidFill>
                  <a:schemeClr val="bg1"/>
                </a:solidFill>
                <a:latin typeface="Arial" panose="020B0604020202020204" pitchFamily="34" charset="0"/>
                <a:cs typeface="Arial" panose="020B0604020202020204" pitchFamily="34" charset="0"/>
              </a:rPr>
              <a:t>, </a:t>
            </a:r>
            <a:r>
              <a:rPr lang="en-IN" sz="1000" dirty="0" err="1">
                <a:solidFill>
                  <a:schemeClr val="bg1"/>
                </a:solidFill>
                <a:latin typeface="Arial" panose="020B0604020202020204" pitchFamily="34" charset="0"/>
                <a:cs typeface="Arial" panose="020B0604020202020204" pitchFamily="34" charset="0"/>
              </a:rPr>
              <a:t>vecs</a:t>
            </a:r>
            <a:r>
              <a:rPr lang="en-IN" sz="1000" dirty="0">
                <a:solidFill>
                  <a:schemeClr val="bg1"/>
                </a:solidFill>
                <a:latin typeface="Arial" panose="020B0604020202020204" pitchFamily="34" charset="0"/>
                <a:cs typeface="Arial" panose="020B0604020202020204" pitchFamily="34" charset="0"/>
              </a:rPr>
              <a:t> = </a:t>
            </a:r>
            <a:r>
              <a:rPr lang="en-IN" sz="1000" dirty="0" err="1">
                <a:solidFill>
                  <a:schemeClr val="bg1"/>
                </a:solidFill>
                <a:latin typeface="Arial" panose="020B0604020202020204" pitchFamily="34" charset="0"/>
                <a:cs typeface="Arial" panose="020B0604020202020204" pitchFamily="34" charset="0"/>
              </a:rPr>
              <a:t>np.linalg.eigh</a:t>
            </a:r>
            <a:r>
              <a:rPr lang="en-IN" sz="1000" dirty="0">
                <a:solidFill>
                  <a:schemeClr val="bg1"/>
                </a:solidFill>
                <a:latin typeface="Arial" panose="020B0604020202020204" pitchFamily="34" charset="0"/>
                <a:cs typeface="Arial" panose="020B0604020202020204" pitchFamily="34" charset="0"/>
              </a:rPr>
              <a:t>(</a:t>
            </a:r>
            <a:r>
              <a:rPr lang="en-IN" sz="1000" dirty="0" err="1">
                <a:solidFill>
                  <a:schemeClr val="bg1"/>
                </a:solidFill>
                <a:latin typeface="Arial" panose="020B0604020202020204" pitchFamily="34" charset="0"/>
                <a:cs typeface="Arial" panose="020B0604020202020204" pitchFamily="34" charset="0"/>
              </a:rPr>
              <a:t>cov_matrix</a:t>
            </a:r>
            <a:r>
              <a:rPr lang="en-IN" sz="1000" dirty="0">
                <a:solidFill>
                  <a:schemeClr val="bg1"/>
                </a:solidFill>
                <a:latin typeface="Arial" panose="020B0604020202020204" pitchFamily="34" charset="0"/>
                <a:cs typeface="Arial" panose="020B0604020202020204" pitchFamily="34" charset="0"/>
              </a:rPr>
              <a:t>)</a:t>
            </a:r>
          </a:p>
          <a:p>
            <a:br>
              <a:rPr lang="en-IN" sz="1000" dirty="0">
                <a:solidFill>
                  <a:schemeClr val="bg1"/>
                </a:solidFill>
                <a:latin typeface="Arial" panose="020B0604020202020204" pitchFamily="34" charset="0"/>
                <a:cs typeface="Arial" panose="020B0604020202020204" pitchFamily="34" charset="0"/>
              </a:rPr>
            </a:br>
            <a:endParaRPr lang="en-IN" sz="1000" dirty="0">
              <a:solidFill>
                <a:schemeClr val="bg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A03D202-A2C8-ECCB-8CBC-DFF0B6F8BC2D}"/>
              </a:ext>
            </a:extLst>
          </p:cNvPr>
          <p:cNvSpPr txBox="1"/>
          <p:nvPr/>
        </p:nvSpPr>
        <p:spPr>
          <a:xfrm>
            <a:off x="7000240" y="0"/>
            <a:ext cx="5191760" cy="7171194"/>
          </a:xfrm>
          <a:prstGeom prst="rect">
            <a:avLst/>
          </a:prstGeom>
          <a:noFill/>
        </p:spPr>
        <p:txBody>
          <a:bodyPr wrap="square" rtlCol="0">
            <a:spAutoFit/>
          </a:bodyPr>
          <a:lstStyle/>
          <a:p>
            <a:r>
              <a:rPr lang="en-IN" sz="1000" dirty="0">
                <a:solidFill>
                  <a:schemeClr val="bg1"/>
                </a:solidFill>
                <a:latin typeface="Arial" panose="020B0604020202020204" pitchFamily="34" charset="0"/>
                <a:cs typeface="Arial" panose="020B0604020202020204" pitchFamily="34" charset="0"/>
              </a:rPr>
              <a:t># Sort eigenvalues and eigenvectors in descending order to align with the major axis</a:t>
            </a:r>
          </a:p>
          <a:p>
            <a:r>
              <a:rPr lang="en-IN" sz="1000" dirty="0">
                <a:solidFill>
                  <a:schemeClr val="bg1"/>
                </a:solidFill>
                <a:latin typeface="Arial" panose="020B0604020202020204" pitchFamily="34" charset="0"/>
                <a:cs typeface="Arial" panose="020B0604020202020204" pitchFamily="34" charset="0"/>
              </a:rPr>
              <a:t>order = </a:t>
            </a:r>
            <a:r>
              <a:rPr lang="en-IN" sz="1000" dirty="0" err="1">
                <a:solidFill>
                  <a:schemeClr val="bg1"/>
                </a:solidFill>
                <a:latin typeface="Arial" panose="020B0604020202020204" pitchFamily="34" charset="0"/>
                <a:cs typeface="Arial" panose="020B0604020202020204" pitchFamily="34" charset="0"/>
              </a:rPr>
              <a:t>vals.argsort</a:t>
            </a:r>
            <a:r>
              <a:rPr lang="en-IN" sz="1000" dirty="0">
                <a:solidFill>
                  <a:schemeClr val="bg1"/>
                </a:solidFill>
                <a:latin typeface="Arial" panose="020B0604020202020204" pitchFamily="34" charset="0"/>
                <a:cs typeface="Arial" panose="020B0604020202020204" pitchFamily="34" charset="0"/>
              </a:rPr>
              <a:t>()[::-1]</a:t>
            </a:r>
          </a:p>
          <a:p>
            <a:r>
              <a:rPr lang="en-IN" sz="1000" dirty="0" err="1">
                <a:solidFill>
                  <a:schemeClr val="bg1"/>
                </a:solidFill>
                <a:latin typeface="Arial" panose="020B0604020202020204" pitchFamily="34" charset="0"/>
                <a:cs typeface="Arial" panose="020B0604020202020204" pitchFamily="34" charset="0"/>
              </a:rPr>
              <a:t>vals</a:t>
            </a:r>
            <a:r>
              <a:rPr lang="en-IN" sz="1000" dirty="0">
                <a:solidFill>
                  <a:schemeClr val="bg1"/>
                </a:solidFill>
                <a:latin typeface="Arial" panose="020B0604020202020204" pitchFamily="34" charset="0"/>
                <a:cs typeface="Arial" panose="020B0604020202020204" pitchFamily="34" charset="0"/>
              </a:rPr>
              <a:t>, </a:t>
            </a:r>
            <a:r>
              <a:rPr lang="en-IN" sz="1000" dirty="0" err="1">
                <a:solidFill>
                  <a:schemeClr val="bg1"/>
                </a:solidFill>
                <a:latin typeface="Arial" panose="020B0604020202020204" pitchFamily="34" charset="0"/>
                <a:cs typeface="Arial" panose="020B0604020202020204" pitchFamily="34" charset="0"/>
              </a:rPr>
              <a:t>vecs</a:t>
            </a:r>
            <a:r>
              <a:rPr lang="en-IN" sz="1000" dirty="0">
                <a:solidFill>
                  <a:schemeClr val="bg1"/>
                </a:solidFill>
                <a:latin typeface="Arial" panose="020B0604020202020204" pitchFamily="34" charset="0"/>
                <a:cs typeface="Arial" panose="020B0604020202020204" pitchFamily="34" charset="0"/>
              </a:rPr>
              <a:t> = </a:t>
            </a:r>
            <a:r>
              <a:rPr lang="en-IN" sz="1000" dirty="0" err="1">
                <a:solidFill>
                  <a:schemeClr val="bg1"/>
                </a:solidFill>
                <a:latin typeface="Arial" panose="020B0604020202020204" pitchFamily="34" charset="0"/>
                <a:cs typeface="Arial" panose="020B0604020202020204" pitchFamily="34" charset="0"/>
              </a:rPr>
              <a:t>vals</a:t>
            </a:r>
            <a:r>
              <a:rPr lang="en-IN" sz="1000" dirty="0">
                <a:solidFill>
                  <a:schemeClr val="bg1"/>
                </a:solidFill>
                <a:latin typeface="Arial" panose="020B0604020202020204" pitchFamily="34" charset="0"/>
                <a:cs typeface="Arial" panose="020B0604020202020204" pitchFamily="34" charset="0"/>
              </a:rPr>
              <a:t>[order], </a:t>
            </a:r>
            <a:r>
              <a:rPr lang="en-IN" sz="1000" dirty="0" err="1">
                <a:solidFill>
                  <a:schemeClr val="bg1"/>
                </a:solidFill>
                <a:latin typeface="Arial" panose="020B0604020202020204" pitchFamily="34" charset="0"/>
                <a:cs typeface="Arial" panose="020B0604020202020204" pitchFamily="34" charset="0"/>
              </a:rPr>
              <a:t>vecs</a:t>
            </a:r>
            <a:r>
              <a:rPr lang="en-IN" sz="1000" dirty="0">
                <a:solidFill>
                  <a:schemeClr val="bg1"/>
                </a:solidFill>
                <a:latin typeface="Arial" panose="020B0604020202020204" pitchFamily="34" charset="0"/>
                <a:cs typeface="Arial" panose="020B0604020202020204" pitchFamily="34" charset="0"/>
              </a:rPr>
              <a:t>[:, order]</a:t>
            </a:r>
          </a:p>
          <a:p>
            <a:br>
              <a:rPr lang="en-IN" sz="1000" dirty="0">
                <a:solidFill>
                  <a:schemeClr val="bg1"/>
                </a:solidFill>
                <a:latin typeface="Arial" panose="020B0604020202020204" pitchFamily="34" charset="0"/>
                <a:cs typeface="Arial" panose="020B0604020202020204" pitchFamily="34" charset="0"/>
              </a:rPr>
            </a:br>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Compute the rotation angle in degrees</a:t>
            </a:r>
          </a:p>
          <a:p>
            <a:r>
              <a:rPr lang="en-IN" sz="1000" dirty="0">
                <a:solidFill>
                  <a:schemeClr val="bg1"/>
                </a:solidFill>
                <a:latin typeface="Arial" panose="020B0604020202020204" pitchFamily="34" charset="0"/>
                <a:cs typeface="Arial" panose="020B0604020202020204" pitchFamily="34" charset="0"/>
              </a:rPr>
              <a:t>angle = </a:t>
            </a:r>
            <a:r>
              <a:rPr lang="en-IN" sz="1000" dirty="0" err="1">
                <a:solidFill>
                  <a:schemeClr val="bg1"/>
                </a:solidFill>
                <a:latin typeface="Arial" panose="020B0604020202020204" pitchFamily="34" charset="0"/>
                <a:cs typeface="Arial" panose="020B0604020202020204" pitchFamily="34" charset="0"/>
              </a:rPr>
              <a:t>np.degrees</a:t>
            </a:r>
            <a:r>
              <a:rPr lang="en-IN" sz="1000" dirty="0">
                <a:solidFill>
                  <a:schemeClr val="bg1"/>
                </a:solidFill>
                <a:latin typeface="Arial" panose="020B0604020202020204" pitchFamily="34" charset="0"/>
                <a:cs typeface="Arial" panose="020B0604020202020204" pitchFamily="34" charset="0"/>
              </a:rPr>
              <a:t>(np.arctan2(</a:t>
            </a:r>
            <a:r>
              <a:rPr lang="en-IN" sz="1000" dirty="0" err="1">
                <a:solidFill>
                  <a:schemeClr val="bg1"/>
                </a:solidFill>
                <a:latin typeface="Arial" panose="020B0604020202020204" pitchFamily="34" charset="0"/>
                <a:cs typeface="Arial" panose="020B0604020202020204" pitchFamily="34" charset="0"/>
              </a:rPr>
              <a:t>vecs</a:t>
            </a:r>
            <a:r>
              <a:rPr lang="en-IN" sz="1000" dirty="0">
                <a:solidFill>
                  <a:schemeClr val="bg1"/>
                </a:solidFill>
                <a:latin typeface="Arial" panose="020B0604020202020204" pitchFamily="34" charset="0"/>
                <a:cs typeface="Arial" panose="020B0604020202020204" pitchFamily="34" charset="0"/>
              </a:rPr>
              <a:t>[1, 0], </a:t>
            </a:r>
            <a:r>
              <a:rPr lang="en-IN" sz="1000" dirty="0" err="1">
                <a:solidFill>
                  <a:schemeClr val="bg1"/>
                </a:solidFill>
                <a:latin typeface="Arial" panose="020B0604020202020204" pitchFamily="34" charset="0"/>
                <a:cs typeface="Arial" panose="020B0604020202020204" pitchFamily="34" charset="0"/>
              </a:rPr>
              <a:t>vecs</a:t>
            </a:r>
            <a:r>
              <a:rPr lang="en-IN" sz="1000" dirty="0">
                <a:solidFill>
                  <a:schemeClr val="bg1"/>
                </a:solidFill>
                <a:latin typeface="Arial" panose="020B0604020202020204" pitchFamily="34" charset="0"/>
                <a:cs typeface="Arial" panose="020B0604020202020204" pitchFamily="34" charset="0"/>
              </a:rPr>
              <a:t>[0, 0]))</a:t>
            </a:r>
          </a:p>
          <a:p>
            <a:br>
              <a:rPr lang="en-IN" sz="1000" dirty="0">
                <a:solidFill>
                  <a:schemeClr val="bg1"/>
                </a:solidFill>
                <a:latin typeface="Arial" panose="020B0604020202020204" pitchFamily="34" charset="0"/>
                <a:cs typeface="Arial" panose="020B0604020202020204" pitchFamily="34" charset="0"/>
              </a:rPr>
            </a:br>
            <a:endParaRPr lang="en-IN" sz="1000" dirty="0">
              <a:solidFill>
                <a:schemeClr val="bg1"/>
              </a:solidFill>
              <a:latin typeface="Arial" panose="020B0604020202020204" pitchFamily="34" charset="0"/>
              <a:cs typeface="Arial" panose="020B0604020202020204" pitchFamily="34" charset="0"/>
            </a:endParaRPr>
          </a:p>
          <a:p>
            <a:r>
              <a:rPr lang="en-IN" sz="1000" dirty="0" err="1">
                <a:solidFill>
                  <a:schemeClr val="bg1"/>
                </a:solidFill>
                <a:latin typeface="Arial" panose="020B0604020202020204" pitchFamily="34" charset="0"/>
                <a:cs typeface="Arial" panose="020B0604020202020204" pitchFamily="34" charset="0"/>
              </a:rPr>
              <a:t>ax</a:t>
            </a:r>
            <a:r>
              <a:rPr lang="en-IN" sz="1000" dirty="0">
                <a:solidFill>
                  <a:schemeClr val="bg1"/>
                </a:solidFill>
                <a:latin typeface="Arial" panose="020B0604020202020204" pitchFamily="34" charset="0"/>
                <a:cs typeface="Arial" panose="020B0604020202020204" pitchFamily="34" charset="0"/>
              </a:rPr>
              <a:t> = </a:t>
            </a:r>
            <a:r>
              <a:rPr lang="en-IN" sz="1000" dirty="0" err="1">
                <a:solidFill>
                  <a:schemeClr val="bg1"/>
                </a:solidFill>
                <a:latin typeface="Arial" panose="020B0604020202020204" pitchFamily="34" charset="0"/>
                <a:cs typeface="Arial" panose="020B0604020202020204" pitchFamily="34" charset="0"/>
              </a:rPr>
              <a:t>plt.gca</a:t>
            </a:r>
            <a:r>
              <a:rPr lang="en-IN" sz="1000" dirty="0">
                <a:solidFill>
                  <a:schemeClr val="bg1"/>
                </a:solidFill>
                <a:latin typeface="Arial" panose="020B0604020202020204" pitchFamily="34" charset="0"/>
                <a:cs typeface="Arial" panose="020B0604020202020204" pitchFamily="34" charset="0"/>
              </a:rPr>
              <a:t>()</a:t>
            </a:r>
          </a:p>
          <a:p>
            <a:r>
              <a:rPr lang="en-IN" sz="1000" dirty="0">
                <a:solidFill>
                  <a:schemeClr val="bg1"/>
                </a:solidFill>
                <a:latin typeface="Arial" panose="020B0604020202020204" pitchFamily="34" charset="0"/>
                <a:cs typeface="Arial" panose="020B0604020202020204" pitchFamily="34" charset="0"/>
              </a:rPr>
              <a:t>for </a:t>
            </a:r>
            <a:r>
              <a:rPr lang="en-IN" sz="1000" dirty="0" err="1">
                <a:solidFill>
                  <a:schemeClr val="bg1"/>
                </a:solidFill>
                <a:latin typeface="Arial" panose="020B0604020202020204" pitchFamily="34" charset="0"/>
                <a:cs typeface="Arial" panose="020B0604020202020204" pitchFamily="34" charset="0"/>
              </a:rPr>
              <a:t>n_std</a:t>
            </a:r>
            <a:r>
              <a:rPr lang="en-IN" sz="1000" dirty="0">
                <a:solidFill>
                  <a:schemeClr val="bg1"/>
                </a:solidFill>
                <a:latin typeface="Arial" panose="020B0604020202020204" pitchFamily="34" charset="0"/>
                <a:cs typeface="Arial" panose="020B0604020202020204" pitchFamily="34" charset="0"/>
              </a:rPr>
              <a:t> in [1, 2, 3]:</a:t>
            </a:r>
          </a:p>
          <a:p>
            <a:r>
              <a:rPr lang="en-IN" sz="1000" dirty="0">
                <a:solidFill>
                  <a:schemeClr val="bg1"/>
                </a:solidFill>
                <a:latin typeface="Arial" panose="020B0604020202020204" pitchFamily="34" charset="0"/>
                <a:cs typeface="Arial" panose="020B0604020202020204" pitchFamily="34" charset="0"/>
              </a:rPr>
              <a:t>    # Width and height correspond to full diameters along the principal axes</a:t>
            </a:r>
          </a:p>
          <a:p>
            <a:r>
              <a:rPr lang="en-IN" sz="1000" dirty="0">
                <a:solidFill>
                  <a:schemeClr val="bg1"/>
                </a:solidFill>
                <a:latin typeface="Arial" panose="020B0604020202020204" pitchFamily="34" charset="0"/>
                <a:cs typeface="Arial" panose="020B0604020202020204" pitchFamily="34" charset="0"/>
              </a:rPr>
              <a:t>    # (2 * number of standard deviations * sqrt(eigenvalue))</a:t>
            </a:r>
          </a:p>
          <a:p>
            <a:r>
              <a:rPr lang="en-IN" sz="1000" dirty="0">
                <a:solidFill>
                  <a:schemeClr val="bg1"/>
                </a:solidFill>
                <a:latin typeface="Arial" panose="020B0604020202020204" pitchFamily="34" charset="0"/>
                <a:cs typeface="Arial" panose="020B0604020202020204" pitchFamily="34" charset="0"/>
              </a:rPr>
              <a:t>    width = 2 * </a:t>
            </a:r>
            <a:r>
              <a:rPr lang="en-IN" sz="1000" dirty="0" err="1">
                <a:solidFill>
                  <a:schemeClr val="bg1"/>
                </a:solidFill>
                <a:latin typeface="Arial" panose="020B0604020202020204" pitchFamily="34" charset="0"/>
                <a:cs typeface="Arial" panose="020B0604020202020204" pitchFamily="34" charset="0"/>
              </a:rPr>
              <a:t>n_std</a:t>
            </a:r>
            <a:r>
              <a:rPr lang="en-IN" sz="1000" dirty="0">
                <a:solidFill>
                  <a:schemeClr val="bg1"/>
                </a:solidFill>
                <a:latin typeface="Arial" panose="020B0604020202020204" pitchFamily="34" charset="0"/>
                <a:cs typeface="Arial" panose="020B0604020202020204" pitchFamily="34" charset="0"/>
              </a:rPr>
              <a:t> * </a:t>
            </a:r>
            <a:r>
              <a:rPr lang="en-IN" sz="1000" dirty="0" err="1">
                <a:solidFill>
                  <a:schemeClr val="bg1"/>
                </a:solidFill>
                <a:latin typeface="Arial" panose="020B0604020202020204" pitchFamily="34" charset="0"/>
                <a:cs typeface="Arial" panose="020B0604020202020204" pitchFamily="34" charset="0"/>
              </a:rPr>
              <a:t>np.sqrt</a:t>
            </a:r>
            <a:r>
              <a:rPr lang="en-IN" sz="1000" dirty="0">
                <a:solidFill>
                  <a:schemeClr val="bg1"/>
                </a:solidFill>
                <a:latin typeface="Arial" panose="020B0604020202020204" pitchFamily="34" charset="0"/>
                <a:cs typeface="Arial" panose="020B0604020202020204" pitchFamily="34" charset="0"/>
              </a:rPr>
              <a:t>(</a:t>
            </a:r>
            <a:r>
              <a:rPr lang="en-IN" sz="1000" dirty="0" err="1">
                <a:solidFill>
                  <a:schemeClr val="bg1"/>
                </a:solidFill>
                <a:latin typeface="Arial" panose="020B0604020202020204" pitchFamily="34" charset="0"/>
                <a:cs typeface="Arial" panose="020B0604020202020204" pitchFamily="34" charset="0"/>
              </a:rPr>
              <a:t>vals</a:t>
            </a:r>
            <a:r>
              <a:rPr lang="en-IN" sz="1000" dirty="0">
                <a:solidFill>
                  <a:schemeClr val="bg1"/>
                </a:solidFill>
                <a:latin typeface="Arial" panose="020B0604020202020204" pitchFamily="34" charset="0"/>
                <a:cs typeface="Arial" panose="020B0604020202020204" pitchFamily="34" charset="0"/>
              </a:rPr>
              <a:t>[0])</a:t>
            </a:r>
          </a:p>
          <a:p>
            <a:r>
              <a:rPr lang="en-IN" sz="1000" dirty="0">
                <a:solidFill>
                  <a:schemeClr val="bg1"/>
                </a:solidFill>
                <a:latin typeface="Arial" panose="020B0604020202020204" pitchFamily="34" charset="0"/>
                <a:cs typeface="Arial" panose="020B0604020202020204" pitchFamily="34" charset="0"/>
              </a:rPr>
              <a:t>    height = 2 * </a:t>
            </a:r>
            <a:r>
              <a:rPr lang="en-IN" sz="1000" dirty="0" err="1">
                <a:solidFill>
                  <a:schemeClr val="bg1"/>
                </a:solidFill>
                <a:latin typeface="Arial" panose="020B0604020202020204" pitchFamily="34" charset="0"/>
                <a:cs typeface="Arial" panose="020B0604020202020204" pitchFamily="34" charset="0"/>
              </a:rPr>
              <a:t>n_std</a:t>
            </a:r>
            <a:r>
              <a:rPr lang="en-IN" sz="1000" dirty="0">
                <a:solidFill>
                  <a:schemeClr val="bg1"/>
                </a:solidFill>
                <a:latin typeface="Arial" panose="020B0604020202020204" pitchFamily="34" charset="0"/>
                <a:cs typeface="Arial" panose="020B0604020202020204" pitchFamily="34" charset="0"/>
              </a:rPr>
              <a:t> * </a:t>
            </a:r>
            <a:r>
              <a:rPr lang="en-IN" sz="1000" dirty="0" err="1">
                <a:solidFill>
                  <a:schemeClr val="bg1"/>
                </a:solidFill>
                <a:latin typeface="Arial" panose="020B0604020202020204" pitchFamily="34" charset="0"/>
                <a:cs typeface="Arial" panose="020B0604020202020204" pitchFamily="34" charset="0"/>
              </a:rPr>
              <a:t>np.sqrt</a:t>
            </a:r>
            <a:r>
              <a:rPr lang="en-IN" sz="1000" dirty="0">
                <a:solidFill>
                  <a:schemeClr val="bg1"/>
                </a:solidFill>
                <a:latin typeface="Arial" panose="020B0604020202020204" pitchFamily="34" charset="0"/>
                <a:cs typeface="Arial" panose="020B0604020202020204" pitchFamily="34" charset="0"/>
              </a:rPr>
              <a:t>(</a:t>
            </a:r>
            <a:r>
              <a:rPr lang="en-IN" sz="1000" dirty="0" err="1">
                <a:solidFill>
                  <a:schemeClr val="bg1"/>
                </a:solidFill>
                <a:latin typeface="Arial" panose="020B0604020202020204" pitchFamily="34" charset="0"/>
                <a:cs typeface="Arial" panose="020B0604020202020204" pitchFamily="34" charset="0"/>
              </a:rPr>
              <a:t>vals</a:t>
            </a:r>
            <a:r>
              <a:rPr lang="en-IN" sz="1000" dirty="0">
                <a:solidFill>
                  <a:schemeClr val="bg1"/>
                </a:solidFill>
                <a:latin typeface="Arial" panose="020B0604020202020204" pitchFamily="34" charset="0"/>
                <a:cs typeface="Arial" panose="020B0604020202020204" pitchFamily="34" charset="0"/>
              </a:rPr>
              <a:t>[1])</a:t>
            </a:r>
          </a:p>
          <a:p>
            <a:br>
              <a:rPr lang="en-IN" sz="1000" dirty="0">
                <a:solidFill>
                  <a:schemeClr val="bg1"/>
                </a:solidFill>
                <a:latin typeface="Arial" panose="020B0604020202020204" pitchFamily="34" charset="0"/>
                <a:cs typeface="Arial" panose="020B0604020202020204" pitchFamily="34" charset="0"/>
              </a:rPr>
            </a:br>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ellipse = Ellipse(</a:t>
            </a:r>
            <a:r>
              <a:rPr lang="en-IN" sz="1000" dirty="0" err="1">
                <a:solidFill>
                  <a:schemeClr val="bg1"/>
                </a:solidFill>
                <a:latin typeface="Arial" panose="020B0604020202020204" pitchFamily="34" charset="0"/>
                <a:cs typeface="Arial" panose="020B0604020202020204" pitchFamily="34" charset="0"/>
              </a:rPr>
              <a:t>xy</a:t>
            </a:r>
            <a:r>
              <a:rPr lang="en-IN" sz="1000" dirty="0">
                <a:solidFill>
                  <a:schemeClr val="bg1"/>
                </a:solidFill>
                <a:latin typeface="Arial" panose="020B0604020202020204" pitchFamily="34" charset="0"/>
                <a:cs typeface="Arial" panose="020B0604020202020204" pitchFamily="34" charset="0"/>
              </a:rPr>
              <a:t>=mean, width=width, height=height, angle=angle,</a:t>
            </a:r>
          </a:p>
          <a:p>
            <a:r>
              <a:rPr lang="en-IN" sz="1000" dirty="0">
                <a:solidFill>
                  <a:schemeClr val="bg1"/>
                </a:solidFill>
                <a:latin typeface="Arial" panose="020B0604020202020204" pitchFamily="34" charset="0"/>
                <a:cs typeface="Arial" panose="020B0604020202020204" pitchFamily="34" charset="0"/>
              </a:rPr>
              <a:t>                      </a:t>
            </a:r>
            <a:r>
              <a:rPr lang="en-IN" sz="1000" dirty="0" err="1">
                <a:solidFill>
                  <a:schemeClr val="bg1"/>
                </a:solidFill>
                <a:latin typeface="Arial" panose="020B0604020202020204" pitchFamily="34" charset="0"/>
                <a:cs typeface="Arial" panose="020B0604020202020204" pitchFamily="34" charset="0"/>
              </a:rPr>
              <a:t>edgecolor</a:t>
            </a:r>
            <a:r>
              <a:rPr lang="en-IN" sz="1000" dirty="0">
                <a:solidFill>
                  <a:schemeClr val="bg1"/>
                </a:solidFill>
                <a:latin typeface="Arial" panose="020B0604020202020204" pitchFamily="34" charset="0"/>
                <a:cs typeface="Arial" panose="020B0604020202020204" pitchFamily="34" charset="0"/>
              </a:rPr>
              <a:t>='black', </a:t>
            </a:r>
            <a:r>
              <a:rPr lang="en-IN" sz="1000" dirty="0" err="1">
                <a:solidFill>
                  <a:schemeClr val="bg1"/>
                </a:solidFill>
                <a:latin typeface="Arial" panose="020B0604020202020204" pitchFamily="34" charset="0"/>
                <a:cs typeface="Arial" panose="020B0604020202020204" pitchFamily="34" charset="0"/>
              </a:rPr>
              <a:t>linestyle</a:t>
            </a:r>
            <a:r>
              <a:rPr lang="en-IN" sz="1000" dirty="0">
                <a:solidFill>
                  <a:schemeClr val="bg1"/>
                </a:solidFill>
                <a:latin typeface="Arial" panose="020B0604020202020204" pitchFamily="34" charset="0"/>
                <a:cs typeface="Arial" panose="020B0604020202020204" pitchFamily="34" charset="0"/>
              </a:rPr>
              <a:t>='--', fill=False, alpha=0.7,</a:t>
            </a:r>
          </a:p>
          <a:p>
            <a:r>
              <a:rPr lang="en-IN" sz="1000" dirty="0">
                <a:solidFill>
                  <a:schemeClr val="bg1"/>
                </a:solidFill>
                <a:latin typeface="Arial" panose="020B0604020202020204" pitchFamily="34" charset="0"/>
                <a:cs typeface="Arial" panose="020B0604020202020204" pitchFamily="34" charset="0"/>
              </a:rPr>
              <a:t>                      label=f'{</a:t>
            </a:r>
            <a:r>
              <a:rPr lang="en-IN" sz="1000" dirty="0" err="1">
                <a:solidFill>
                  <a:schemeClr val="bg1"/>
                </a:solidFill>
                <a:latin typeface="Arial" panose="020B0604020202020204" pitchFamily="34" charset="0"/>
                <a:cs typeface="Arial" panose="020B0604020202020204" pitchFamily="34" charset="0"/>
              </a:rPr>
              <a:t>n_std</a:t>
            </a:r>
            <a:r>
              <a:rPr lang="en-IN" sz="1000" dirty="0">
                <a:solidFill>
                  <a:schemeClr val="bg1"/>
                </a:solidFill>
                <a:latin typeface="Arial" panose="020B0604020202020204" pitchFamily="34" charset="0"/>
                <a:cs typeface="Arial" panose="020B0604020202020204" pitchFamily="34" charset="0"/>
              </a:rPr>
              <a:t>} Std Dev Contour' if </a:t>
            </a:r>
            <a:r>
              <a:rPr lang="en-IN" sz="1000" dirty="0" err="1">
                <a:solidFill>
                  <a:schemeClr val="bg1"/>
                </a:solidFill>
                <a:latin typeface="Arial" panose="020B0604020202020204" pitchFamily="34" charset="0"/>
                <a:cs typeface="Arial" panose="020B0604020202020204" pitchFamily="34" charset="0"/>
              </a:rPr>
              <a:t>n_std</a:t>
            </a:r>
            <a:r>
              <a:rPr lang="en-IN" sz="1000" dirty="0">
                <a:solidFill>
                  <a:schemeClr val="bg1"/>
                </a:solidFill>
                <a:latin typeface="Arial" panose="020B0604020202020204" pitchFamily="34" charset="0"/>
                <a:cs typeface="Arial" panose="020B0604020202020204" pitchFamily="34" charset="0"/>
              </a:rPr>
              <a:t> == 1 else "")</a:t>
            </a:r>
          </a:p>
          <a:p>
            <a:r>
              <a:rPr lang="en-IN" sz="1000" dirty="0">
                <a:solidFill>
                  <a:schemeClr val="bg1"/>
                </a:solidFill>
                <a:latin typeface="Arial" panose="020B0604020202020204" pitchFamily="34" charset="0"/>
                <a:cs typeface="Arial" panose="020B0604020202020204" pitchFamily="34" charset="0"/>
              </a:rPr>
              <a:t>    </a:t>
            </a:r>
            <a:r>
              <a:rPr lang="en-IN" sz="1000" dirty="0" err="1">
                <a:solidFill>
                  <a:schemeClr val="bg1"/>
                </a:solidFill>
                <a:latin typeface="Arial" panose="020B0604020202020204" pitchFamily="34" charset="0"/>
                <a:cs typeface="Arial" panose="020B0604020202020204" pitchFamily="34" charset="0"/>
              </a:rPr>
              <a:t>ax.add_patch</a:t>
            </a:r>
            <a:r>
              <a:rPr lang="en-IN" sz="1000" dirty="0">
                <a:solidFill>
                  <a:schemeClr val="bg1"/>
                </a:solidFill>
                <a:latin typeface="Arial" panose="020B0604020202020204" pitchFamily="34" charset="0"/>
                <a:cs typeface="Arial" panose="020B0604020202020204" pitchFamily="34" charset="0"/>
              </a:rPr>
              <a:t>(ellipse)</a:t>
            </a:r>
          </a:p>
          <a:p>
            <a:br>
              <a:rPr lang="en-IN" sz="1000" dirty="0">
                <a:solidFill>
                  <a:schemeClr val="bg1"/>
                </a:solidFill>
                <a:latin typeface="Arial" panose="020B0604020202020204" pitchFamily="34" charset="0"/>
                <a:cs typeface="Arial" panose="020B0604020202020204" pitchFamily="34" charset="0"/>
              </a:rPr>
            </a:br>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Format axes and labels</a:t>
            </a:r>
          </a:p>
          <a:p>
            <a:r>
              <a:rPr lang="en-IN" sz="1000" dirty="0" err="1">
                <a:solidFill>
                  <a:schemeClr val="bg1"/>
                </a:solidFill>
                <a:latin typeface="Arial" panose="020B0604020202020204" pitchFamily="34" charset="0"/>
                <a:cs typeface="Arial" panose="020B0604020202020204" pitchFamily="34" charset="0"/>
              </a:rPr>
              <a:t>plt.xlabel</a:t>
            </a:r>
            <a:r>
              <a:rPr lang="en-IN" sz="1000" dirty="0">
                <a:solidFill>
                  <a:schemeClr val="bg1"/>
                </a:solidFill>
                <a:latin typeface="Arial" panose="020B0604020202020204" pitchFamily="34" charset="0"/>
                <a:cs typeface="Arial" panose="020B0604020202020204" pitchFamily="34" charset="0"/>
              </a:rPr>
              <a:t>('$x_1$')</a:t>
            </a:r>
          </a:p>
          <a:p>
            <a:r>
              <a:rPr lang="en-IN" sz="1000" dirty="0" err="1">
                <a:solidFill>
                  <a:schemeClr val="bg1"/>
                </a:solidFill>
                <a:latin typeface="Arial" panose="020B0604020202020204" pitchFamily="34" charset="0"/>
                <a:cs typeface="Arial" panose="020B0604020202020204" pitchFamily="34" charset="0"/>
              </a:rPr>
              <a:t>plt.ylabel</a:t>
            </a:r>
            <a:r>
              <a:rPr lang="en-IN" sz="1000" dirty="0">
                <a:solidFill>
                  <a:schemeClr val="bg1"/>
                </a:solidFill>
                <a:latin typeface="Arial" panose="020B0604020202020204" pitchFamily="34" charset="0"/>
                <a:cs typeface="Arial" panose="020B0604020202020204" pitchFamily="34" charset="0"/>
              </a:rPr>
              <a:t>('$x_2$')</a:t>
            </a:r>
          </a:p>
          <a:p>
            <a:r>
              <a:rPr lang="en-IN" sz="1000" dirty="0" err="1">
                <a:solidFill>
                  <a:schemeClr val="bg1"/>
                </a:solidFill>
                <a:latin typeface="Arial" panose="020B0604020202020204" pitchFamily="34" charset="0"/>
                <a:cs typeface="Arial" panose="020B0604020202020204" pitchFamily="34" charset="0"/>
              </a:rPr>
              <a:t>plt.title</a:t>
            </a:r>
            <a:r>
              <a:rPr lang="en-IN" sz="1000" dirty="0">
                <a:solidFill>
                  <a:schemeClr val="bg1"/>
                </a:solidFill>
                <a:latin typeface="Arial" panose="020B0604020202020204" pitchFamily="34" charset="0"/>
                <a:cs typeface="Arial" panose="020B0604020202020204" pitchFamily="34" charset="0"/>
              </a:rPr>
              <a:t>('Scatterplot of Bivariate Normal Distribution\</a:t>
            </a:r>
            <a:r>
              <a:rPr lang="en-IN" sz="1000" dirty="0" err="1">
                <a:solidFill>
                  <a:schemeClr val="bg1"/>
                </a:solidFill>
                <a:latin typeface="Arial" panose="020B0604020202020204" pitchFamily="34" charset="0"/>
                <a:cs typeface="Arial" panose="020B0604020202020204" pitchFamily="34" charset="0"/>
              </a:rPr>
              <a:t>nCentered</a:t>
            </a:r>
            <a:r>
              <a:rPr lang="en-IN" sz="1000" dirty="0">
                <a:solidFill>
                  <a:schemeClr val="bg1"/>
                </a:solidFill>
                <a:latin typeface="Arial" panose="020B0604020202020204" pitchFamily="34" charset="0"/>
                <a:cs typeface="Arial" panose="020B0604020202020204" pitchFamily="34" charset="0"/>
              </a:rPr>
              <a:t> at (-2, 4) with $\\sigma_{11}=2, \\sigma_{22}=4, \\sigma_{12}=2.5$')</a:t>
            </a:r>
          </a:p>
          <a:p>
            <a:br>
              <a:rPr lang="en-IN" sz="1000" dirty="0">
                <a:solidFill>
                  <a:schemeClr val="bg1"/>
                </a:solidFill>
                <a:latin typeface="Arial" panose="020B0604020202020204" pitchFamily="34" charset="0"/>
                <a:cs typeface="Arial" panose="020B0604020202020204" pitchFamily="34" charset="0"/>
              </a:rPr>
            </a:br>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Add crosshairs for the </a:t>
            </a:r>
            <a:r>
              <a:rPr lang="en-IN" sz="1000" dirty="0" err="1">
                <a:solidFill>
                  <a:schemeClr val="bg1"/>
                </a:solidFill>
                <a:latin typeface="Arial" panose="020B0604020202020204" pitchFamily="34" charset="0"/>
                <a:cs typeface="Arial" panose="020B0604020202020204" pitchFamily="34" charset="0"/>
              </a:rPr>
              <a:t>center</a:t>
            </a:r>
            <a:r>
              <a:rPr lang="en-IN" sz="1000" dirty="0">
                <a:solidFill>
                  <a:schemeClr val="bg1"/>
                </a:solidFill>
                <a:latin typeface="Arial" panose="020B0604020202020204" pitchFamily="34" charset="0"/>
                <a:cs typeface="Arial" panose="020B0604020202020204" pitchFamily="34" charset="0"/>
              </a:rPr>
              <a:t> point</a:t>
            </a:r>
          </a:p>
          <a:p>
            <a:r>
              <a:rPr lang="en-IN" sz="1000" dirty="0" err="1">
                <a:solidFill>
                  <a:schemeClr val="bg1"/>
                </a:solidFill>
                <a:latin typeface="Arial" panose="020B0604020202020204" pitchFamily="34" charset="0"/>
                <a:cs typeface="Arial" panose="020B0604020202020204" pitchFamily="34" charset="0"/>
              </a:rPr>
              <a:t>plt.axhline</a:t>
            </a:r>
            <a:r>
              <a:rPr lang="en-IN" sz="1000" dirty="0">
                <a:solidFill>
                  <a:schemeClr val="bg1"/>
                </a:solidFill>
                <a:latin typeface="Arial" panose="020B0604020202020204" pitchFamily="34" charset="0"/>
                <a:cs typeface="Arial" panose="020B0604020202020204" pitchFamily="34" charset="0"/>
              </a:rPr>
              <a:t>(4, </a:t>
            </a:r>
            <a:r>
              <a:rPr lang="en-IN" sz="1000" dirty="0" err="1">
                <a:solidFill>
                  <a:schemeClr val="bg1"/>
                </a:solidFill>
                <a:latin typeface="Arial" panose="020B0604020202020204" pitchFamily="34" charset="0"/>
                <a:cs typeface="Arial" panose="020B0604020202020204" pitchFamily="34" charset="0"/>
              </a:rPr>
              <a:t>color</a:t>
            </a:r>
            <a:r>
              <a:rPr lang="en-IN" sz="1000" dirty="0">
                <a:solidFill>
                  <a:schemeClr val="bg1"/>
                </a:solidFill>
                <a:latin typeface="Arial" panose="020B0604020202020204" pitchFamily="34" charset="0"/>
                <a:cs typeface="Arial" panose="020B0604020202020204" pitchFamily="34" charset="0"/>
              </a:rPr>
              <a:t>='</a:t>
            </a:r>
            <a:r>
              <a:rPr lang="en-IN" sz="1000" dirty="0" err="1">
                <a:solidFill>
                  <a:schemeClr val="bg1"/>
                </a:solidFill>
                <a:latin typeface="Arial" panose="020B0604020202020204" pitchFamily="34" charset="0"/>
                <a:cs typeface="Arial" panose="020B0604020202020204" pitchFamily="34" charset="0"/>
              </a:rPr>
              <a:t>gray</a:t>
            </a:r>
            <a:r>
              <a:rPr lang="en-IN" sz="1000" dirty="0">
                <a:solidFill>
                  <a:schemeClr val="bg1"/>
                </a:solidFill>
                <a:latin typeface="Arial" panose="020B0604020202020204" pitchFamily="34" charset="0"/>
                <a:cs typeface="Arial" panose="020B0604020202020204" pitchFamily="34" charset="0"/>
              </a:rPr>
              <a:t>', </a:t>
            </a:r>
            <a:r>
              <a:rPr lang="en-IN" sz="1000" dirty="0" err="1">
                <a:solidFill>
                  <a:schemeClr val="bg1"/>
                </a:solidFill>
                <a:latin typeface="Arial" panose="020B0604020202020204" pitchFamily="34" charset="0"/>
                <a:cs typeface="Arial" panose="020B0604020202020204" pitchFamily="34" charset="0"/>
              </a:rPr>
              <a:t>linestyle</a:t>
            </a:r>
            <a:r>
              <a:rPr lang="en-IN" sz="1000" dirty="0">
                <a:solidFill>
                  <a:schemeClr val="bg1"/>
                </a:solidFill>
                <a:latin typeface="Arial" panose="020B0604020202020204" pitchFamily="34" charset="0"/>
                <a:cs typeface="Arial" panose="020B0604020202020204" pitchFamily="34" charset="0"/>
              </a:rPr>
              <a:t>=':', alpha=0.5)</a:t>
            </a:r>
          </a:p>
          <a:p>
            <a:r>
              <a:rPr lang="en-IN" sz="1000" dirty="0" err="1">
                <a:solidFill>
                  <a:schemeClr val="bg1"/>
                </a:solidFill>
                <a:latin typeface="Arial" panose="020B0604020202020204" pitchFamily="34" charset="0"/>
                <a:cs typeface="Arial" panose="020B0604020202020204" pitchFamily="34" charset="0"/>
              </a:rPr>
              <a:t>plt.axvline</a:t>
            </a:r>
            <a:r>
              <a:rPr lang="en-IN" sz="1000" dirty="0">
                <a:solidFill>
                  <a:schemeClr val="bg1"/>
                </a:solidFill>
                <a:latin typeface="Arial" panose="020B0604020202020204" pitchFamily="34" charset="0"/>
                <a:cs typeface="Arial" panose="020B0604020202020204" pitchFamily="34" charset="0"/>
              </a:rPr>
              <a:t>(-2, </a:t>
            </a:r>
            <a:r>
              <a:rPr lang="en-IN" sz="1000" dirty="0" err="1">
                <a:solidFill>
                  <a:schemeClr val="bg1"/>
                </a:solidFill>
                <a:latin typeface="Arial" panose="020B0604020202020204" pitchFamily="34" charset="0"/>
                <a:cs typeface="Arial" panose="020B0604020202020204" pitchFamily="34" charset="0"/>
              </a:rPr>
              <a:t>color</a:t>
            </a:r>
            <a:r>
              <a:rPr lang="en-IN" sz="1000" dirty="0">
                <a:solidFill>
                  <a:schemeClr val="bg1"/>
                </a:solidFill>
                <a:latin typeface="Arial" panose="020B0604020202020204" pitchFamily="34" charset="0"/>
                <a:cs typeface="Arial" panose="020B0604020202020204" pitchFamily="34" charset="0"/>
              </a:rPr>
              <a:t>='</a:t>
            </a:r>
            <a:r>
              <a:rPr lang="en-IN" sz="1000" dirty="0" err="1">
                <a:solidFill>
                  <a:schemeClr val="bg1"/>
                </a:solidFill>
                <a:latin typeface="Arial" panose="020B0604020202020204" pitchFamily="34" charset="0"/>
                <a:cs typeface="Arial" panose="020B0604020202020204" pitchFamily="34" charset="0"/>
              </a:rPr>
              <a:t>gray</a:t>
            </a:r>
            <a:r>
              <a:rPr lang="en-IN" sz="1000" dirty="0">
                <a:solidFill>
                  <a:schemeClr val="bg1"/>
                </a:solidFill>
                <a:latin typeface="Arial" panose="020B0604020202020204" pitchFamily="34" charset="0"/>
                <a:cs typeface="Arial" panose="020B0604020202020204" pitchFamily="34" charset="0"/>
              </a:rPr>
              <a:t>', </a:t>
            </a:r>
            <a:r>
              <a:rPr lang="en-IN" sz="1000" dirty="0" err="1">
                <a:solidFill>
                  <a:schemeClr val="bg1"/>
                </a:solidFill>
                <a:latin typeface="Arial" panose="020B0604020202020204" pitchFamily="34" charset="0"/>
                <a:cs typeface="Arial" panose="020B0604020202020204" pitchFamily="34" charset="0"/>
              </a:rPr>
              <a:t>linestyle</a:t>
            </a:r>
            <a:r>
              <a:rPr lang="en-IN" sz="1000" dirty="0">
                <a:solidFill>
                  <a:schemeClr val="bg1"/>
                </a:solidFill>
                <a:latin typeface="Arial" panose="020B0604020202020204" pitchFamily="34" charset="0"/>
                <a:cs typeface="Arial" panose="020B0604020202020204" pitchFamily="34" charset="0"/>
              </a:rPr>
              <a:t>=':', alpha=0.5)</a:t>
            </a:r>
          </a:p>
          <a:p>
            <a:br>
              <a:rPr lang="en-IN" sz="1000" dirty="0">
                <a:solidFill>
                  <a:schemeClr val="bg1"/>
                </a:solidFill>
                <a:latin typeface="Arial" panose="020B0604020202020204" pitchFamily="34" charset="0"/>
                <a:cs typeface="Arial" panose="020B0604020202020204" pitchFamily="34" charset="0"/>
              </a:rPr>
            </a:br>
            <a:endParaRPr lang="en-IN" sz="1000" dirty="0">
              <a:solidFill>
                <a:schemeClr val="bg1"/>
              </a:solidFill>
              <a:latin typeface="Arial" panose="020B0604020202020204" pitchFamily="34" charset="0"/>
              <a:cs typeface="Arial" panose="020B0604020202020204" pitchFamily="34" charset="0"/>
            </a:endParaRPr>
          </a:p>
          <a:p>
            <a:r>
              <a:rPr lang="en-IN" sz="1000" dirty="0" err="1">
                <a:solidFill>
                  <a:schemeClr val="bg1"/>
                </a:solidFill>
                <a:latin typeface="Arial" panose="020B0604020202020204" pitchFamily="34" charset="0"/>
                <a:cs typeface="Arial" panose="020B0604020202020204" pitchFamily="34" charset="0"/>
              </a:rPr>
              <a:t>plt.grid</a:t>
            </a:r>
            <a:r>
              <a:rPr lang="en-IN" sz="1000" dirty="0">
                <a:solidFill>
                  <a:schemeClr val="bg1"/>
                </a:solidFill>
                <a:latin typeface="Arial" panose="020B0604020202020204" pitchFamily="34" charset="0"/>
                <a:cs typeface="Arial" panose="020B0604020202020204" pitchFamily="34" charset="0"/>
              </a:rPr>
              <a:t>(True, alpha=0.3)</a:t>
            </a:r>
          </a:p>
          <a:p>
            <a:r>
              <a:rPr lang="en-IN" sz="1000" dirty="0" err="1">
                <a:solidFill>
                  <a:schemeClr val="bg1"/>
                </a:solidFill>
                <a:latin typeface="Arial" panose="020B0604020202020204" pitchFamily="34" charset="0"/>
                <a:cs typeface="Arial" panose="020B0604020202020204" pitchFamily="34" charset="0"/>
              </a:rPr>
              <a:t>plt.legend</a:t>
            </a:r>
            <a:r>
              <a:rPr lang="en-IN" sz="1000" dirty="0">
                <a:solidFill>
                  <a:schemeClr val="bg1"/>
                </a:solidFill>
                <a:latin typeface="Arial" panose="020B0604020202020204" pitchFamily="34" charset="0"/>
                <a:cs typeface="Arial" panose="020B0604020202020204" pitchFamily="34" charset="0"/>
              </a:rPr>
              <a:t>(loc='best')</a:t>
            </a:r>
          </a:p>
          <a:p>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Crucial: Ensure 1:1 aspect ratio so the diagonal tilt and shape are visually accurate</a:t>
            </a:r>
          </a:p>
          <a:p>
            <a:r>
              <a:rPr lang="en-IN" sz="1000" dirty="0" err="1">
                <a:solidFill>
                  <a:schemeClr val="bg1"/>
                </a:solidFill>
                <a:latin typeface="Arial" panose="020B0604020202020204" pitchFamily="34" charset="0"/>
                <a:cs typeface="Arial" panose="020B0604020202020204" pitchFamily="34" charset="0"/>
              </a:rPr>
              <a:t>plt.axis</a:t>
            </a:r>
            <a:r>
              <a:rPr lang="en-IN" sz="1000" dirty="0">
                <a:solidFill>
                  <a:schemeClr val="bg1"/>
                </a:solidFill>
                <a:latin typeface="Arial" panose="020B0604020202020204" pitchFamily="34" charset="0"/>
                <a:cs typeface="Arial" panose="020B0604020202020204" pitchFamily="34" charset="0"/>
              </a:rPr>
              <a:t>('equal')</a:t>
            </a:r>
            <a:br>
              <a:rPr lang="en-IN" sz="1000" dirty="0">
                <a:solidFill>
                  <a:schemeClr val="bg1"/>
                </a:solidFill>
                <a:latin typeface="Arial" panose="020B0604020202020204" pitchFamily="34" charset="0"/>
                <a:cs typeface="Arial" panose="020B0604020202020204" pitchFamily="34" charset="0"/>
              </a:rPr>
            </a:br>
            <a:endParaRPr lang="en-IN" sz="1000" dirty="0">
              <a:solidFill>
                <a:schemeClr val="bg1"/>
              </a:solidFill>
              <a:latin typeface="Arial" panose="020B0604020202020204" pitchFamily="34" charset="0"/>
              <a:cs typeface="Arial" panose="020B0604020202020204" pitchFamily="34" charset="0"/>
            </a:endParaRPr>
          </a:p>
          <a:p>
            <a:r>
              <a:rPr lang="en-IN" sz="1000" dirty="0">
                <a:solidFill>
                  <a:schemeClr val="bg1"/>
                </a:solidFill>
                <a:latin typeface="Arial" panose="020B0604020202020204" pitchFamily="34" charset="0"/>
                <a:cs typeface="Arial" panose="020B0604020202020204" pitchFamily="34" charset="0"/>
              </a:rPr>
              <a:t># Save and display the plot</a:t>
            </a:r>
          </a:p>
          <a:p>
            <a:r>
              <a:rPr lang="en-IN" sz="1000" dirty="0" err="1">
                <a:solidFill>
                  <a:schemeClr val="bg1"/>
                </a:solidFill>
                <a:latin typeface="Arial" panose="020B0604020202020204" pitchFamily="34" charset="0"/>
                <a:cs typeface="Arial" panose="020B0604020202020204" pitchFamily="34" charset="0"/>
              </a:rPr>
              <a:t>plt.savefig</a:t>
            </a:r>
            <a:r>
              <a:rPr lang="en-IN" sz="1000" dirty="0">
                <a:solidFill>
                  <a:schemeClr val="bg1"/>
                </a:solidFill>
                <a:latin typeface="Arial" panose="020B0604020202020204" pitchFamily="34" charset="0"/>
                <a:cs typeface="Arial" panose="020B0604020202020204" pitchFamily="34" charset="0"/>
              </a:rPr>
              <a:t>('scatterplot_covariance_2.5.png', </a:t>
            </a:r>
            <a:r>
              <a:rPr lang="en-IN" sz="1000" dirty="0" err="1">
                <a:solidFill>
                  <a:schemeClr val="bg1"/>
                </a:solidFill>
                <a:latin typeface="Arial" panose="020B0604020202020204" pitchFamily="34" charset="0"/>
                <a:cs typeface="Arial" panose="020B0604020202020204" pitchFamily="34" charset="0"/>
              </a:rPr>
              <a:t>bbox_inches</a:t>
            </a:r>
            <a:r>
              <a:rPr lang="en-IN" sz="1000" dirty="0">
                <a:solidFill>
                  <a:schemeClr val="bg1"/>
                </a:solidFill>
                <a:latin typeface="Arial" panose="020B0604020202020204" pitchFamily="34" charset="0"/>
                <a:cs typeface="Arial" panose="020B0604020202020204" pitchFamily="34" charset="0"/>
              </a:rPr>
              <a:t>='tight', dpi=300)</a:t>
            </a:r>
          </a:p>
          <a:p>
            <a:r>
              <a:rPr lang="en-IN" sz="1000" dirty="0">
                <a:solidFill>
                  <a:schemeClr val="bg1"/>
                </a:solidFill>
                <a:latin typeface="Arial" panose="020B0604020202020204" pitchFamily="34" charset="0"/>
                <a:cs typeface="Arial" panose="020B0604020202020204" pitchFamily="34" charset="0"/>
              </a:rPr>
              <a:t># </a:t>
            </a:r>
            <a:r>
              <a:rPr lang="en-IN" sz="1000" dirty="0" err="1">
                <a:solidFill>
                  <a:schemeClr val="bg1"/>
                </a:solidFill>
                <a:latin typeface="Arial" panose="020B0604020202020204" pitchFamily="34" charset="0"/>
                <a:cs typeface="Arial" panose="020B0604020202020204" pitchFamily="34" charset="0"/>
              </a:rPr>
              <a:t>plt.show</a:t>
            </a:r>
            <a:r>
              <a:rPr lang="en-IN" sz="1000" dirty="0">
                <a:solidFill>
                  <a:schemeClr val="bg1"/>
                </a:solidFill>
                <a:latin typeface="Arial" panose="020B0604020202020204" pitchFamily="34" charset="0"/>
                <a:cs typeface="Arial" panose="020B0604020202020204" pitchFamily="34" charset="0"/>
              </a:rPr>
              <a:t>()  # Uncomment this line if running in a local GUI environment</a:t>
            </a:r>
          </a:p>
          <a:p>
            <a:endParaRPr lang="en-IN" sz="1000" dirty="0">
              <a:solidFill>
                <a:schemeClr val="bg1"/>
              </a:solidFill>
              <a:latin typeface="Arial" panose="020B0604020202020204" pitchFamily="34" charset="0"/>
              <a:cs typeface="Arial" panose="020B0604020202020204" pitchFamily="34" charset="0"/>
            </a:endParaRPr>
          </a:p>
          <a:p>
            <a:endParaRPr lang="en-IN" sz="1000" dirty="0"/>
          </a:p>
        </p:txBody>
      </p:sp>
    </p:spTree>
    <p:extLst>
      <p:ext uri="{BB962C8B-B14F-4D97-AF65-F5344CB8AC3E}">
        <p14:creationId xmlns:p14="http://schemas.microsoft.com/office/powerpoint/2010/main" val="35396445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6C49DE2-706E-D16B-649D-C9C484F6E3C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314" name="Title 1">
                <a:extLst>
                  <a:ext uri="{FF2B5EF4-FFF2-40B4-BE49-F238E27FC236}">
                    <a16:creationId xmlns:a16="http://schemas.microsoft.com/office/drawing/2014/main" id="{E8CE4C7D-008A-A9D3-B5FE-C6B7AB73D5DD}"/>
                  </a:ext>
                </a:extLst>
              </p:cNvPr>
              <p:cNvSpPr>
                <a:spLocks noGrp="1"/>
              </p:cNvSpPr>
              <p:nvPr>
                <p:ph type="ctrTitle"/>
              </p:nvPr>
            </p:nvSpPr>
            <p:spPr>
              <a:xfrm>
                <a:off x="236096" y="77638"/>
                <a:ext cx="11571136" cy="589235"/>
              </a:xfrm>
            </p:spPr>
            <p:txBody>
              <a:bodyPr>
                <a:normAutofit/>
              </a:bodyPr>
              <a:lstStyle/>
              <a:p>
                <a:pPr algn="ctr"/>
                <a14:m>
                  <m:oMath xmlns:m="http://schemas.openxmlformats.org/officeDocument/2006/math">
                    <m:r>
                      <a:rPr lang="en-IN" sz="3600" b="1" i="0" smtClean="0">
                        <a:solidFill>
                          <a:srgbClr val="7030A0"/>
                        </a:solidFill>
                        <a:effectLst/>
                        <a:latin typeface="Cambria Math" panose="02040503050406030204" pitchFamily="18" charset="0"/>
                        <a:cs typeface="Arial" panose="020B0604020202020204" pitchFamily="34" charset="0"/>
                      </a:rPr>
                      <m:t>(</m:t>
                    </m:r>
                    <m:r>
                      <a:rPr lang="en-IN" sz="3600" b="1" i="0">
                        <a:solidFill>
                          <a:srgbClr val="7030A0"/>
                        </a:solidFill>
                        <a:effectLst/>
                        <a:latin typeface="Cambria Math" panose="02040503050406030204" pitchFamily="18" charset="0"/>
                        <a:cs typeface="Arial" panose="020B0604020202020204" pitchFamily="34" charset="0"/>
                      </a:rPr>
                      <m:t>𝐱</m:t>
                    </m:r>
                    <m:r>
                      <a:rPr lang="en-IN" sz="3600" b="1" i="0">
                        <a:solidFill>
                          <a:srgbClr val="7030A0"/>
                        </a:solidFill>
                        <a:effectLst/>
                        <a:latin typeface="Cambria Math" panose="02040503050406030204" pitchFamily="18" charset="0"/>
                        <a:cs typeface="Arial" panose="020B0604020202020204" pitchFamily="34" charset="0"/>
                      </a:rPr>
                      <m:t>−</m:t>
                    </m:r>
                    <m:r>
                      <a:rPr lang="en-IN" sz="3600" b="1" i="0">
                        <a:solidFill>
                          <a:srgbClr val="7030A0"/>
                        </a:solidFill>
                        <a:effectLst/>
                        <a:latin typeface="Cambria Math" panose="02040503050406030204" pitchFamily="18" charset="0"/>
                        <a:ea typeface="Cambria Math" panose="02040503050406030204" pitchFamily="18" charset="0"/>
                        <a:cs typeface="Arial" panose="020B0604020202020204" pitchFamily="34" charset="0"/>
                      </a:rPr>
                      <m:t>𝛍</m:t>
                    </m:r>
                    <m:r>
                      <a:rPr lang="en-IN" sz="3600" b="1" i="0">
                        <a:solidFill>
                          <a:srgbClr val="7030A0"/>
                        </a:solidFill>
                        <a:effectLst/>
                        <a:latin typeface="Cambria Math" panose="02040503050406030204" pitchFamily="18" charset="0"/>
                        <a:ea typeface="Cambria Math" panose="02040503050406030204" pitchFamily="18" charset="0"/>
                        <a:cs typeface="Arial" panose="020B0604020202020204" pitchFamily="34" charset="0"/>
                      </a:rPr>
                      <m:t>)′</m:t>
                    </m:r>
                    <m:r>
                      <m:rPr>
                        <m:nor/>
                      </m:rPr>
                      <a:rPr lang="en-US" sz="3600" dirty="0">
                        <a:solidFill>
                          <a:srgbClr val="C00000"/>
                        </a:solidFill>
                        <a:latin typeface="Arial" panose="020B0604020202020204" pitchFamily="34" charset="0"/>
                        <a:cs typeface="Arial" panose="020B0604020202020204" pitchFamily="34" charset="0"/>
                        <a:sym typeface="Symbol" panose="05050102010706020507" pitchFamily="18" charset="2"/>
                      </a:rPr>
                      <m:t></m:t>
                    </m:r>
                  </m:oMath>
                </a14:m>
                <a:r>
                  <a:rPr lang="en-US" sz="3600" baseline="30000" dirty="0">
                    <a:solidFill>
                      <a:srgbClr val="7030A0"/>
                    </a:solidFill>
                    <a:effectLst/>
                    <a:latin typeface="Arial" panose="020B0604020202020204" pitchFamily="34" charset="0"/>
                    <a:cs typeface="Arial" panose="020B0604020202020204" pitchFamily="34" charset="0"/>
                  </a:rPr>
                  <a:t>-1</a:t>
                </a:r>
                <a14:m>
                  <m:oMath xmlns:m="http://schemas.openxmlformats.org/officeDocument/2006/math">
                    <m:d>
                      <m:dPr>
                        <m:ctrlPr>
                          <a:rPr lang="en-IN" sz="3600" i="1">
                            <a:solidFill>
                              <a:srgbClr val="7030A0"/>
                            </a:solidFill>
                            <a:effectLst/>
                            <a:latin typeface="Cambria Math" panose="02040503050406030204" pitchFamily="18" charset="0"/>
                            <a:cs typeface="Arial" panose="020B0604020202020204" pitchFamily="34" charset="0"/>
                          </a:rPr>
                        </m:ctrlPr>
                      </m:dPr>
                      <m:e>
                        <m:r>
                          <a:rPr lang="en-IN" sz="3600" b="1" i="0">
                            <a:solidFill>
                              <a:srgbClr val="7030A0"/>
                            </a:solidFill>
                            <a:effectLst/>
                            <a:latin typeface="Cambria Math" panose="02040503050406030204" pitchFamily="18" charset="0"/>
                            <a:cs typeface="Arial" panose="020B0604020202020204" pitchFamily="34" charset="0"/>
                          </a:rPr>
                          <m:t>𝐱</m:t>
                        </m:r>
                        <m:r>
                          <a:rPr lang="en-IN" sz="3600" b="1" i="0">
                            <a:solidFill>
                              <a:srgbClr val="7030A0"/>
                            </a:solidFill>
                            <a:effectLst/>
                            <a:latin typeface="Cambria Math" panose="02040503050406030204" pitchFamily="18" charset="0"/>
                            <a:cs typeface="Arial" panose="020B0604020202020204" pitchFamily="34" charset="0"/>
                          </a:rPr>
                          <m:t>−</m:t>
                        </m:r>
                        <m:r>
                          <a:rPr lang="en-IN" sz="3600" b="1" i="0">
                            <a:solidFill>
                              <a:srgbClr val="7030A0"/>
                            </a:solidFill>
                            <a:effectLst/>
                            <a:latin typeface="Cambria Math" panose="02040503050406030204" pitchFamily="18" charset="0"/>
                            <a:ea typeface="Cambria Math" panose="02040503050406030204" pitchFamily="18" charset="0"/>
                            <a:cs typeface="Arial" panose="020B0604020202020204" pitchFamily="34" charset="0"/>
                          </a:rPr>
                          <m:t>𝛍</m:t>
                        </m:r>
                      </m:e>
                    </m:d>
                    <m:r>
                      <a:rPr lang="en-IN" sz="3600" b="1" i="0">
                        <a:solidFill>
                          <a:srgbClr val="7030A0"/>
                        </a:solidFill>
                        <a:effectLst/>
                        <a:latin typeface="Cambria Math" panose="02040503050406030204" pitchFamily="18" charset="0"/>
                        <a:ea typeface="Cambria Math" panose="02040503050406030204" pitchFamily="18" charset="0"/>
                        <a:cs typeface="Arial" panose="020B0604020202020204" pitchFamily="34" charset="0"/>
                      </a:rPr>
                      <m:t>=</m:t>
                    </m:r>
                    <m:sSup>
                      <m:sSupPr>
                        <m:ctrlPr>
                          <a:rPr lang="en-IN" sz="3600" i="1">
                            <a:solidFill>
                              <a:srgbClr val="7030A0"/>
                            </a:solidFill>
                            <a:effectLst/>
                            <a:latin typeface="Cambria Math" panose="02040503050406030204" pitchFamily="18" charset="0"/>
                            <a:ea typeface="Cambria Math" panose="02040503050406030204" pitchFamily="18" charset="0"/>
                            <a:cs typeface="Arial" panose="020B0604020202020204" pitchFamily="34" charset="0"/>
                          </a:rPr>
                        </m:ctrlPr>
                      </m:sSupPr>
                      <m:e>
                        <m:r>
                          <a:rPr lang="en-IN" sz="3600" b="1" i="0">
                            <a:solidFill>
                              <a:srgbClr val="7030A0"/>
                            </a:solidFill>
                            <a:effectLst/>
                            <a:latin typeface="Cambria Math" panose="02040503050406030204" pitchFamily="18" charset="0"/>
                            <a:ea typeface="Cambria Math" panose="02040503050406030204" pitchFamily="18" charset="0"/>
                            <a:cs typeface="Arial" panose="020B0604020202020204" pitchFamily="34" charset="0"/>
                          </a:rPr>
                          <m:t>𝐝</m:t>
                        </m:r>
                      </m:e>
                      <m:sup>
                        <m:r>
                          <a:rPr lang="en-IN" sz="3600" b="1" i="0">
                            <a:solidFill>
                              <a:srgbClr val="7030A0"/>
                            </a:solidFill>
                            <a:effectLst/>
                            <a:latin typeface="Cambria Math" panose="02040503050406030204" pitchFamily="18" charset="0"/>
                            <a:ea typeface="Cambria Math" panose="02040503050406030204" pitchFamily="18" charset="0"/>
                            <a:cs typeface="Arial" panose="020B0604020202020204" pitchFamily="34" charset="0"/>
                          </a:rPr>
                          <m:t>𝟐</m:t>
                        </m:r>
                      </m:sup>
                    </m:sSup>
                  </m:oMath>
                </a14:m>
                <a:endParaRPr lang="en-IN" sz="3600" dirty="0">
                  <a:solidFill>
                    <a:srgbClr val="7030A0"/>
                  </a:solidFill>
                  <a:effectLst/>
                  <a:latin typeface="Arial" pitchFamily="34" charset="0"/>
                  <a:cs typeface="Arial" pitchFamily="34" charset="0"/>
                </a:endParaRPr>
              </a:p>
            </p:txBody>
          </p:sp>
        </mc:Choice>
        <mc:Fallback xmlns="">
          <p:sp>
            <p:nvSpPr>
              <p:cNvPr id="13314" name="Title 1">
                <a:extLst>
                  <a:ext uri="{FF2B5EF4-FFF2-40B4-BE49-F238E27FC236}">
                    <a16:creationId xmlns:a16="http://schemas.microsoft.com/office/drawing/2014/main" id="{E8CE4C7D-008A-A9D3-B5FE-C6B7AB73D5DD}"/>
                  </a:ext>
                </a:extLst>
              </p:cNvPr>
              <p:cNvSpPr>
                <a:spLocks noGrp="1" noRot="1" noChangeAspect="1" noMove="1" noResize="1" noEditPoints="1" noAdjustHandles="1" noChangeArrowheads="1" noChangeShapeType="1" noTextEdit="1"/>
              </p:cNvSpPr>
              <p:nvPr>
                <p:ph type="ctrTitle"/>
              </p:nvPr>
            </p:nvSpPr>
            <p:spPr>
              <a:xfrm>
                <a:off x="236096" y="77638"/>
                <a:ext cx="11571136" cy="589235"/>
              </a:xfrm>
              <a:blipFill>
                <a:blip r:embed="rId3"/>
                <a:stretch>
                  <a:fillRect b="-208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EDCA1BE-DB74-E734-6DBE-D70A11F1F42E}"/>
                  </a:ext>
                </a:extLst>
              </p:cNvPr>
              <p:cNvSpPr txBox="1"/>
              <p:nvPr/>
            </p:nvSpPr>
            <p:spPr>
              <a:xfrm>
                <a:off x="462306" y="923468"/>
                <a:ext cx="11118715" cy="5535361"/>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Here d</a:t>
                </a:r>
                <a:r>
                  <a:rPr lang="en-US" sz="2300" baseline="30000" dirty="0">
                    <a:solidFill>
                      <a:schemeClr val="bg1"/>
                    </a:solidFill>
                    <a:latin typeface="Arial" panose="020B0604020202020204" pitchFamily="34" charset="0"/>
                    <a:cs typeface="Arial" panose="020B0604020202020204" pitchFamily="34" charset="0"/>
                  </a:rPr>
                  <a:t>2</a:t>
                </a:r>
                <a:r>
                  <a:rPr lang="en-US" sz="2300" dirty="0">
                    <a:solidFill>
                      <a:schemeClr val="bg1"/>
                    </a:solidFill>
                    <a:latin typeface="Arial" panose="020B0604020202020204" pitchFamily="34" charset="0"/>
                    <a:cs typeface="Arial" panose="020B0604020202020204" pitchFamily="34" charset="0"/>
                  </a:rPr>
                  <a:t>, is known as </a:t>
                </a:r>
                <a:r>
                  <a:rPr lang="en-US" sz="2300" dirty="0">
                    <a:solidFill>
                      <a:srgbClr val="00B0F0"/>
                    </a:solidFill>
                    <a:latin typeface="Arial" panose="020B0604020202020204" pitchFamily="34" charset="0"/>
                    <a:cs typeface="Arial" panose="020B0604020202020204" pitchFamily="34" charset="0"/>
                  </a:rPr>
                  <a:t>squared statistical distance</a:t>
                </a:r>
              </a:p>
              <a:p>
                <a:pPr marL="285750" indent="-28575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 Statistical distance d</a:t>
                </a:r>
                <a:r>
                  <a:rPr lang="en-US" sz="2300" baseline="30000" dirty="0">
                    <a:solidFill>
                      <a:schemeClr val="bg1"/>
                    </a:solidFill>
                    <a:latin typeface="Arial" panose="020B0604020202020204" pitchFamily="34" charset="0"/>
                    <a:cs typeface="Arial" panose="020B0604020202020204" pitchFamily="34" charset="0"/>
                  </a:rPr>
                  <a:t>2</a:t>
                </a:r>
                <a:r>
                  <a:rPr lang="en-US" sz="2300" dirty="0">
                    <a:solidFill>
                      <a:schemeClr val="bg1"/>
                    </a:solidFill>
                    <a:latin typeface="Arial" panose="020B0604020202020204" pitchFamily="34" charset="0"/>
                    <a:cs typeface="Arial" panose="020B0604020202020204" pitchFamily="34" charset="0"/>
                  </a:rPr>
                  <a:t> </a:t>
                </a:r>
                <a:r>
                  <a:rPr lang="en-US" sz="2300" dirty="0">
                    <a:solidFill>
                      <a:schemeClr val="accent6">
                        <a:lumMod val="75000"/>
                      </a:schemeClr>
                    </a:solidFill>
                    <a:latin typeface="Arial" panose="020B0604020202020204" pitchFamily="34" charset="0"/>
                    <a:cs typeface="Arial" panose="020B0604020202020204" pitchFamily="34" charset="0"/>
                  </a:rPr>
                  <a:t>incorporates the variance-covariance</a:t>
                </a:r>
                <a:r>
                  <a:rPr lang="en-US" sz="2300" dirty="0">
                    <a:solidFill>
                      <a:schemeClr val="bg1"/>
                    </a:solidFill>
                    <a:latin typeface="Arial" panose="020B0604020202020204" pitchFamily="34" charset="0"/>
                    <a:cs typeface="Arial" panose="020B0604020202020204" pitchFamily="34" charset="0"/>
                  </a:rPr>
                  <a:t> relationship of a given process and hence is very different from the Euclidean distance. </a:t>
                </a:r>
              </a:p>
              <a:p>
                <a:pPr marL="285750" indent="-28575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It may be extended to any p number of variables (p&gt;1)</a:t>
                </a:r>
              </a:p>
              <a:p>
                <a:pPr marL="285750" indent="-28575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If there are n data points, we can calculate </a:t>
                </a:r>
                <a:r>
                  <a:rPr lang="en-US" sz="2800" dirty="0">
                    <a:solidFill>
                      <a:schemeClr val="bg1"/>
                    </a:solidFill>
                    <a:latin typeface="Arial" panose="020B0604020202020204" pitchFamily="34" charset="0"/>
                    <a:cs typeface="Arial" panose="020B0604020202020204" pitchFamily="34" charset="0"/>
                  </a:rPr>
                  <a:t>d</a:t>
                </a:r>
                <a:r>
                  <a:rPr lang="en-US" sz="2800" baseline="-25000" dirty="0">
                    <a:solidFill>
                      <a:srgbClr val="C00000"/>
                    </a:solidFill>
                    <a:latin typeface="Arial" panose="020B0604020202020204" pitchFamily="34" charset="0"/>
                    <a:cs typeface="Arial" panose="020B0604020202020204" pitchFamily="34" charset="0"/>
                  </a:rPr>
                  <a:t>i</a:t>
                </a:r>
                <a:r>
                  <a:rPr lang="en-US" sz="2800" baseline="30000" dirty="0">
                    <a:solidFill>
                      <a:schemeClr val="bg1"/>
                    </a:solidFill>
                    <a:latin typeface="Arial" panose="020B0604020202020204" pitchFamily="34" charset="0"/>
                    <a:cs typeface="Arial" panose="020B0604020202020204" pitchFamily="34" charset="0"/>
                  </a:rPr>
                  <a:t>2</a:t>
                </a:r>
                <a:r>
                  <a:rPr lang="en-US" sz="2300" dirty="0">
                    <a:solidFill>
                      <a:schemeClr val="bg1"/>
                    </a:solidFill>
                    <a:latin typeface="Arial" panose="020B0604020202020204" pitchFamily="34" charset="0"/>
                    <a:cs typeface="Arial" panose="020B0604020202020204" pitchFamily="34" charset="0"/>
                  </a:rPr>
                  <a:t>, </a:t>
                </a:r>
                <a:r>
                  <a:rPr lang="en-US" sz="2300" dirty="0" err="1">
                    <a:solidFill>
                      <a:schemeClr val="bg1"/>
                    </a:solidFill>
                    <a:latin typeface="Arial" panose="020B0604020202020204" pitchFamily="34" charset="0"/>
                    <a:cs typeface="Arial" panose="020B0604020202020204" pitchFamily="34" charset="0"/>
                  </a:rPr>
                  <a:t>i</a:t>
                </a:r>
                <a:r>
                  <a:rPr lang="en-US" sz="2300" dirty="0">
                    <a:solidFill>
                      <a:schemeClr val="bg1"/>
                    </a:solidFill>
                    <a:latin typeface="Arial" panose="020B0604020202020204" pitchFamily="34" charset="0"/>
                    <a:cs typeface="Arial" panose="020B0604020202020204" pitchFamily="34" charset="0"/>
                  </a:rPr>
                  <a:t>=12,,..n using Equation below</a:t>
                </a:r>
              </a:p>
              <a:p>
                <a:pPr algn="ctr">
                  <a:lnSpc>
                    <a:spcPct val="200000"/>
                  </a:lnSpc>
                  <a:buClr>
                    <a:srgbClr val="0000FF"/>
                  </a:buClr>
                </a:pPr>
                <a14:m>
                  <m:oMath xmlns:m="http://schemas.openxmlformats.org/officeDocument/2006/math">
                    <m:sSup>
                      <m:sSupPr>
                        <m:ctrlPr>
                          <a:rPr lang="en-US" sz="23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pPr>
                      <m:e>
                        <m:d>
                          <m:dPr>
                            <m:ctrlPr>
                              <a:rPr lang="en-US" sz="2300" b="1" i="1" smtClean="0">
                                <a:solidFill>
                                  <a:srgbClr val="C00000"/>
                                </a:solidFill>
                                <a:latin typeface="Cambria Math" panose="02040503050406030204" pitchFamily="18" charset="0"/>
                                <a:cs typeface="Arial" panose="020B0604020202020204" pitchFamily="34" charset="0"/>
                              </a:rPr>
                            </m:ctrlPr>
                          </m:dPr>
                          <m:e>
                            <m:sSub>
                              <m:sSubPr>
                                <m:ctrlPr>
                                  <a:rPr lang="en-US" sz="2300" b="1" i="1" smtClean="0">
                                    <a:solidFill>
                                      <a:srgbClr val="C00000"/>
                                    </a:solidFill>
                                    <a:latin typeface="Cambria Math" panose="02040503050406030204" pitchFamily="18" charset="0"/>
                                    <a:cs typeface="Arial" panose="020B0604020202020204" pitchFamily="34" charset="0"/>
                                  </a:rPr>
                                </m:ctrlPr>
                              </m:sSubPr>
                              <m:e>
                                <m:r>
                                  <a:rPr lang="en-US" sz="2300" b="1" i="0" smtClean="0">
                                    <a:solidFill>
                                      <a:srgbClr val="C00000"/>
                                    </a:solidFill>
                                    <a:latin typeface="Cambria Math" panose="02040503050406030204" pitchFamily="18" charset="0"/>
                                    <a:cs typeface="Arial" panose="020B0604020202020204" pitchFamily="34" charset="0"/>
                                  </a:rPr>
                                  <m:t>𝐱</m:t>
                                </m:r>
                              </m:e>
                              <m:sub>
                                <m:r>
                                  <a:rPr lang="en-US" sz="2300" b="1" i="0" smtClean="0">
                                    <a:solidFill>
                                      <a:srgbClr val="C00000"/>
                                    </a:solidFill>
                                    <a:latin typeface="Cambria Math" panose="02040503050406030204" pitchFamily="18" charset="0"/>
                                    <a:cs typeface="Arial" panose="020B0604020202020204" pitchFamily="34" charset="0"/>
                                  </a:rPr>
                                  <m:t>𝐢</m:t>
                                </m:r>
                              </m:sub>
                            </m:sSub>
                            <m:r>
                              <a:rPr lang="en-US" sz="2300" b="1" i="0" smtClean="0">
                                <a:solidFill>
                                  <a:srgbClr val="C00000"/>
                                </a:solidFill>
                                <a:latin typeface="Cambria Math" panose="02040503050406030204" pitchFamily="18" charset="0"/>
                                <a:cs typeface="Arial" panose="020B0604020202020204" pitchFamily="34" charset="0"/>
                              </a:rPr>
                              <m:t>−</m:t>
                            </m:r>
                            <m:r>
                              <a:rPr lang="en-US" sz="2300" b="1"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𝛍</m:t>
                            </m:r>
                          </m:e>
                        </m:d>
                      </m:e>
                      <m:sup>
                        <m:r>
                          <a:rPr lang="en-US" sz="2300" b="1"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𝐓</m:t>
                        </m:r>
                      </m:sup>
                    </m:sSup>
                    <m:sSup>
                      <m:sSupPr>
                        <m:ctrlPr>
                          <a:rPr lang="en-US" sz="23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pPr>
                      <m:e>
                        <m:r>
                          <m:rPr>
                            <m:nor/>
                          </m:rPr>
                          <a:rPr lang="en-US" sz="2300" b="1" dirty="0">
                            <a:solidFill>
                              <a:srgbClr val="C00000"/>
                            </a:solidFill>
                            <a:latin typeface="Arial" panose="020B0604020202020204" pitchFamily="34" charset="0"/>
                            <a:cs typeface="Arial" panose="020B0604020202020204" pitchFamily="34" charset="0"/>
                            <a:sym typeface="Symbol" panose="05050102010706020507" pitchFamily="18" charset="2"/>
                          </a:rPr>
                          <m:t></m:t>
                        </m:r>
                      </m:e>
                      <m:sup>
                        <m:r>
                          <a:rPr lang="en-US" sz="2300" b="1"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m:t>
                        </m:r>
                        <m:r>
                          <a:rPr lang="en-US" sz="2300" b="1"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𝟏</m:t>
                        </m:r>
                      </m:sup>
                    </m:sSup>
                  </m:oMath>
                </a14:m>
                <a:r>
                  <a:rPr lang="en-US" sz="2300" b="1" dirty="0">
                    <a:solidFill>
                      <a:srgbClr val="C00000"/>
                    </a:solidFill>
                    <a:cs typeface="Arial" panose="020B0604020202020204" pitchFamily="34" charset="0"/>
                  </a:rPr>
                  <a:t> </a:t>
                </a:r>
                <a14:m>
                  <m:oMath xmlns:m="http://schemas.openxmlformats.org/officeDocument/2006/math">
                    <m:d>
                      <m:dPr>
                        <m:ctrlPr>
                          <a:rPr lang="en-US" sz="2300" b="1" i="1">
                            <a:solidFill>
                              <a:srgbClr val="C00000"/>
                            </a:solidFill>
                            <a:latin typeface="Cambria Math" panose="02040503050406030204" pitchFamily="18" charset="0"/>
                            <a:cs typeface="Arial" panose="020B0604020202020204" pitchFamily="34" charset="0"/>
                          </a:rPr>
                        </m:ctrlPr>
                      </m:dPr>
                      <m:e>
                        <m:sSub>
                          <m:sSubPr>
                            <m:ctrlPr>
                              <a:rPr lang="en-US" sz="2300" b="1" i="1">
                                <a:solidFill>
                                  <a:srgbClr val="C00000"/>
                                </a:solidFill>
                                <a:latin typeface="Cambria Math" panose="02040503050406030204" pitchFamily="18" charset="0"/>
                                <a:cs typeface="Arial" panose="020B0604020202020204" pitchFamily="34" charset="0"/>
                              </a:rPr>
                            </m:ctrlPr>
                          </m:sSubPr>
                          <m:e>
                            <m:r>
                              <a:rPr lang="en-US" sz="2300" b="1" i="0" smtClean="0">
                                <a:solidFill>
                                  <a:srgbClr val="C00000"/>
                                </a:solidFill>
                                <a:latin typeface="Cambria Math" panose="02040503050406030204" pitchFamily="18" charset="0"/>
                                <a:cs typeface="Arial" panose="020B0604020202020204" pitchFamily="34" charset="0"/>
                              </a:rPr>
                              <m:t>𝐱</m:t>
                            </m:r>
                          </m:e>
                          <m:sub>
                            <m:r>
                              <a:rPr lang="en-US" sz="2300" b="1" i="0" smtClean="0">
                                <a:solidFill>
                                  <a:srgbClr val="C00000"/>
                                </a:solidFill>
                                <a:latin typeface="Cambria Math" panose="02040503050406030204" pitchFamily="18" charset="0"/>
                                <a:cs typeface="Arial" panose="020B0604020202020204" pitchFamily="34" charset="0"/>
                              </a:rPr>
                              <m:t>𝐢</m:t>
                            </m:r>
                          </m:sub>
                        </m:sSub>
                        <m:r>
                          <a:rPr lang="en-US" sz="2300" b="1" i="0" smtClean="0">
                            <a:solidFill>
                              <a:srgbClr val="C00000"/>
                            </a:solidFill>
                            <a:latin typeface="Cambria Math" panose="02040503050406030204" pitchFamily="18" charset="0"/>
                            <a:cs typeface="Arial" panose="020B0604020202020204" pitchFamily="34" charset="0"/>
                          </a:rPr>
                          <m:t>−</m:t>
                        </m:r>
                        <m:r>
                          <a:rPr lang="en-US" sz="2300" b="1"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𝛍</m:t>
                        </m:r>
                      </m:e>
                    </m:d>
                    <m:r>
                      <a:rPr lang="en-US" sz="23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bSup>
                      <m:sSubSupPr>
                        <m:ctrlPr>
                          <a:rPr lang="en-US" sz="23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SupPr>
                      <m:e>
                        <m:r>
                          <m:rPr>
                            <m:sty m:val="p"/>
                          </m:rPr>
                          <a:rPr lang="en-US" sz="23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d</m:t>
                        </m:r>
                      </m:e>
                      <m:sub>
                        <m:r>
                          <m:rPr>
                            <m:sty m:val="p"/>
                          </m:rPr>
                          <a:rPr lang="en-US" sz="23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i</m:t>
                        </m:r>
                      </m:sub>
                      <m:sup>
                        <m:r>
                          <a:rPr lang="en-US" sz="23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p>
                    </m:sSubSup>
                  </m:oMath>
                </a14:m>
                <a:endParaRPr lang="en-US" sz="2300" b="1" dirty="0">
                  <a:solidFill>
                    <a:schemeClr val="bg1"/>
                  </a:solidFill>
                  <a:latin typeface="Arial" panose="020B0604020202020204" pitchFamily="34" charset="0"/>
                  <a:cs typeface="Arial" panose="020B0604020202020204" pitchFamily="34" charset="0"/>
                </a:endParaRPr>
              </a:p>
              <a:p>
                <a:pPr algn="ctr">
                  <a:lnSpc>
                    <a:spcPct val="200000"/>
                  </a:lnSpc>
                  <a:buClr>
                    <a:srgbClr val="0000FF"/>
                  </a:buClr>
                </a:pPr>
                <a14:m>
                  <m:oMath xmlns:m="http://schemas.openxmlformats.org/officeDocument/2006/math">
                    <m:sSub>
                      <m:sSubPr>
                        <m:ctrlPr>
                          <a:rPr lang="en-IN" sz="2300" i="1" smtClean="0">
                            <a:solidFill>
                              <a:schemeClr val="bg1"/>
                            </a:solidFill>
                            <a:latin typeface="Cambria Math" panose="02040503050406030204" pitchFamily="18" charset="0"/>
                            <a:cs typeface="Arial" panose="020B0604020202020204" pitchFamily="34" charset="0"/>
                          </a:rPr>
                        </m:ctrlPr>
                      </m:sSubPr>
                      <m:e>
                        <m:m>
                          <m:mPr>
                            <m:mcs>
                              <m:mc>
                                <m:mcPr>
                                  <m:count m:val="2"/>
                                  <m:mcJc m:val="center"/>
                                </m:mcPr>
                              </m:mc>
                            </m:mcs>
                            <m:ctrlPr>
                              <a:rPr lang="en-US" sz="2300" i="1" smtClean="0">
                                <a:solidFill>
                                  <a:schemeClr val="bg1"/>
                                </a:solidFill>
                                <a:latin typeface="Cambria Math" panose="02040503050406030204" pitchFamily="18" charset="0"/>
                                <a:cs typeface="Arial" panose="020B0604020202020204" pitchFamily="34" charset="0"/>
                              </a:rPr>
                            </m:ctrlPr>
                          </m:mPr>
                          <m:mr>
                            <m:e>
                              <m:sSub>
                                <m:sSubPr>
                                  <m:ctrlPr>
                                    <a:rPr lang="en-US" sz="2300" i="1">
                                      <a:solidFill>
                                        <a:schemeClr val="bg1"/>
                                      </a:solidFill>
                                      <a:latin typeface="Cambria Math" panose="02040503050406030204" pitchFamily="18" charset="0"/>
                                      <a:cs typeface="Arial" panose="020B0604020202020204" pitchFamily="34" charset="0"/>
                                    </a:rPr>
                                  </m:ctrlPr>
                                </m:sSubPr>
                                <m:e>
                                  <m:r>
                                    <a:rPr lang="en-IN" sz="2300" b="0" i="0" smtClean="0">
                                      <a:solidFill>
                                        <a:schemeClr val="bg1"/>
                                      </a:solidFill>
                                      <a:latin typeface="Cambria Math" panose="02040503050406030204" pitchFamily="18" charset="0"/>
                                      <a:cs typeface="Arial" panose="020B0604020202020204" pitchFamily="34" charset="0"/>
                                    </a:rPr>
                                    <m:t>[</m:t>
                                  </m:r>
                                  <m:r>
                                    <m:rPr>
                                      <m:sty m:val="p"/>
                                    </m:rPr>
                                    <a:rPr lang="en-US" sz="2300" b="0" i="1">
                                      <a:solidFill>
                                        <a:schemeClr val="bg1"/>
                                      </a:solidFill>
                                      <a:latin typeface="Cambria Math" panose="02040503050406030204" pitchFamily="18" charset="0"/>
                                      <a:cs typeface="Arial" panose="020B0604020202020204" pitchFamily="34" charset="0"/>
                                    </a:rPr>
                                    <m:t>x</m:t>
                                  </m:r>
                                </m:e>
                                <m:sub>
                                  <m:r>
                                    <m:rPr>
                                      <m:sty m:val="p"/>
                                    </m:rPr>
                                    <a:rPr lang="en-IN" sz="2300" b="0" i="0" smtClean="0">
                                      <a:solidFill>
                                        <a:schemeClr val="bg1"/>
                                      </a:solidFill>
                                      <a:latin typeface="Cambria Math" panose="02040503050406030204" pitchFamily="18" charset="0"/>
                                      <a:cs typeface="Arial" panose="020B0604020202020204" pitchFamily="34" charset="0"/>
                                    </a:rPr>
                                    <m:t>i</m:t>
                                  </m:r>
                                  <m:r>
                                    <a:rPr lang="en-IN" sz="2300" b="0" i="0" smtClean="0">
                                      <a:solidFill>
                                        <a:schemeClr val="bg1"/>
                                      </a:solidFill>
                                      <a:latin typeface="Cambria Math" panose="02040503050406030204" pitchFamily="18" charset="0"/>
                                      <a:cs typeface="Arial" panose="020B0604020202020204" pitchFamily="34" charset="0"/>
                                    </a:rPr>
                                    <m:t>,1</m:t>
                                  </m:r>
                                </m:sub>
                              </m:sSub>
                              <m:r>
                                <a:rPr lang="en-US" sz="2300" b="0">
                                  <a:solidFill>
                                    <a:schemeClr val="bg1"/>
                                  </a:solidFill>
                                  <a:latin typeface="Cambria Math" panose="02040503050406030204" pitchFamily="18" charset="0"/>
                                  <a:cs typeface="Arial" panose="020B0604020202020204" pitchFamily="34" charset="0"/>
                                </a:rPr>
                                <m:t>−</m:t>
                              </m:r>
                              <m:sSub>
                                <m:sSubPr>
                                  <m:ctrlPr>
                                    <a:rPr lang="en-IN" sz="230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300" b="0" i="1">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23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1</m:t>
                                  </m:r>
                                </m:sub>
                              </m:sSub>
                            </m:e>
                            <m:e>
                              <m:sSub>
                                <m:sSubPr>
                                  <m:ctrlPr>
                                    <a:rPr lang="en-US" sz="2300" i="1">
                                      <a:solidFill>
                                        <a:schemeClr val="bg1"/>
                                      </a:solidFill>
                                      <a:latin typeface="Cambria Math" panose="02040503050406030204" pitchFamily="18" charset="0"/>
                                      <a:cs typeface="Arial" panose="020B0604020202020204" pitchFamily="34" charset="0"/>
                                    </a:rPr>
                                  </m:ctrlPr>
                                </m:sSubPr>
                                <m:e>
                                  <m:r>
                                    <m:rPr>
                                      <m:sty m:val="p"/>
                                    </m:rPr>
                                    <a:rPr lang="en-US" sz="2300" b="0" i="1">
                                      <a:solidFill>
                                        <a:schemeClr val="bg1"/>
                                      </a:solidFill>
                                      <a:latin typeface="Cambria Math" panose="02040503050406030204" pitchFamily="18" charset="0"/>
                                      <a:cs typeface="Arial" panose="020B0604020202020204" pitchFamily="34" charset="0"/>
                                    </a:rPr>
                                    <m:t>x</m:t>
                                  </m:r>
                                </m:e>
                                <m:sub>
                                  <m:r>
                                    <m:rPr>
                                      <m:sty m:val="p"/>
                                    </m:rPr>
                                    <a:rPr lang="en-IN" sz="2300" b="0" i="0" smtClean="0">
                                      <a:solidFill>
                                        <a:schemeClr val="bg1"/>
                                      </a:solidFill>
                                      <a:latin typeface="Cambria Math" panose="02040503050406030204" pitchFamily="18" charset="0"/>
                                      <a:cs typeface="Arial" panose="020B0604020202020204" pitchFamily="34" charset="0"/>
                                    </a:rPr>
                                    <m:t>i</m:t>
                                  </m:r>
                                  <m:r>
                                    <a:rPr lang="en-IN" sz="2300" b="0" i="0" smtClean="0">
                                      <a:solidFill>
                                        <a:schemeClr val="bg1"/>
                                      </a:solidFill>
                                      <a:latin typeface="Cambria Math" panose="02040503050406030204" pitchFamily="18" charset="0"/>
                                      <a:cs typeface="Arial" panose="020B0604020202020204" pitchFamily="34" charset="0"/>
                                    </a:rPr>
                                    <m:t>,2</m:t>
                                  </m:r>
                                </m:sub>
                              </m:sSub>
                              <m:r>
                                <a:rPr lang="en-US" sz="2300" b="0">
                                  <a:solidFill>
                                    <a:schemeClr val="bg1"/>
                                  </a:solidFill>
                                  <a:latin typeface="Cambria Math" panose="02040503050406030204" pitchFamily="18" charset="0"/>
                                  <a:cs typeface="Arial" panose="020B0604020202020204" pitchFamily="34" charset="0"/>
                                </a:rPr>
                                <m:t>−</m:t>
                              </m:r>
                              <m:r>
                                <m:rPr>
                                  <m:sty m:val="p"/>
                                </m:rPr>
                                <a:rPr lang="en-US" sz="2300" b="0" i="1">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mr>
                        </m:m>
                      </m:e>
                      <m:sub>
                        <m:r>
                          <a:rPr lang="en-IN" sz="2300" b="0" i="1" smtClean="0">
                            <a:solidFill>
                              <a:schemeClr val="bg1"/>
                            </a:solidFill>
                            <a:latin typeface="Cambria Math" panose="02040503050406030204" pitchFamily="18" charset="0"/>
                            <a:cs typeface="Arial" panose="020B0604020202020204" pitchFamily="34" charset="0"/>
                          </a:rPr>
                          <m:t>2</m:t>
                        </m:r>
                      </m:sub>
                    </m:sSub>
                    <m:r>
                      <a:rPr lang="en-IN" sz="2300" b="1" i="1" smtClean="0">
                        <a:solidFill>
                          <a:schemeClr val="bg1"/>
                        </a:solidFill>
                        <a:latin typeface="Cambria Math" panose="02040503050406030204" pitchFamily="18" charset="0"/>
                        <a:cs typeface="Arial" panose="020B0604020202020204" pitchFamily="34" charset="0"/>
                      </a:rPr>
                      <m:t>]</m:t>
                    </m:r>
                  </m:oMath>
                </a14:m>
                <a:r>
                  <a:rPr lang="en-IN" sz="2000" dirty="0">
                    <a:solidFill>
                      <a:schemeClr val="bg1"/>
                    </a:solidFill>
                    <a:sym typeface="Symbol" panose="05050102010706020507" pitchFamily="18" charset="2"/>
                  </a:rPr>
                  <a:t> </a:t>
                </a:r>
                <a14:m>
                  <m:oMath xmlns:m="http://schemas.openxmlformats.org/officeDocument/2006/math">
                    <m:sSup>
                      <m:sSupPr>
                        <m:ctrlPr>
                          <a:rPr lang="en-IN" sz="2000" i="1">
                            <a:solidFill>
                              <a:schemeClr val="bg1"/>
                            </a:solidFill>
                            <a:latin typeface="Cambria Math" panose="02040503050406030204" pitchFamily="18" charset="0"/>
                            <a:sym typeface="Symbol" panose="05050102010706020507" pitchFamily="18" charset="2"/>
                          </a:rPr>
                        </m:ctrlPr>
                      </m:sSupPr>
                      <m:e>
                        <m:d>
                          <m:dPr>
                            <m:begChr m:val="["/>
                            <m:endChr m:val="]"/>
                            <m:ctrlPr>
                              <a:rPr lang="en-IN" sz="2000" i="1">
                                <a:solidFill>
                                  <a:schemeClr val="bg1"/>
                                </a:solidFill>
                                <a:latin typeface="Cambria Math" panose="02040503050406030204" pitchFamily="18" charset="0"/>
                              </a:rPr>
                            </m:ctrlPr>
                          </m:dPr>
                          <m:e>
                            <m:m>
                              <m:mPr>
                                <m:mcs>
                                  <m:mc>
                                    <m:mcPr>
                                      <m:count m:val="2"/>
                                      <m:mcJc m:val="center"/>
                                    </m:mcPr>
                                  </m:mc>
                                </m:mcs>
                                <m:ctrlPr>
                                  <a:rPr lang="en-IN" sz="2000" i="1">
                                    <a:solidFill>
                                      <a:schemeClr val="bg1"/>
                                    </a:solidFill>
                                    <a:latin typeface="Cambria Math" panose="02040503050406030204" pitchFamily="18" charset="0"/>
                                  </a:rPr>
                                </m:ctrlPr>
                              </m:mPr>
                              <m:mr>
                                <m:e>
                                  <m:sSub>
                                    <m:sSubPr>
                                      <m:ctrlPr>
                                        <a:rPr lang="en-IN" sz="2000" i="1">
                                          <a:solidFill>
                                            <a:schemeClr val="bg1"/>
                                          </a:solidFill>
                                          <a:latin typeface="Cambria Math" panose="02040503050406030204" pitchFamily="18" charset="0"/>
                                          <a:sym typeface="Symbol" panose="05050102010706020507" pitchFamily="18" charset="2"/>
                                        </a:rPr>
                                      </m:ctrlPr>
                                    </m:sSubPr>
                                    <m:e>
                                      <m:r>
                                        <a:rPr lang="en-IN" sz="2000" i="1">
                                          <a:solidFill>
                                            <a:schemeClr val="bg1"/>
                                          </a:solidFill>
                                          <a:latin typeface="Cambria Math" panose="02040503050406030204" pitchFamily="18" charset="0"/>
                                          <a:sym typeface="Symbol" panose="05050102010706020507" pitchFamily="18" charset="2"/>
                                        </a:rPr>
                                        <m:t></m:t>
                                      </m:r>
                                    </m:e>
                                    <m:sub>
                                      <m:r>
                                        <a:rPr lang="en-IN" sz="2000" i="1">
                                          <a:solidFill>
                                            <a:schemeClr val="bg1"/>
                                          </a:solidFill>
                                          <a:latin typeface="Cambria Math" panose="02040503050406030204" pitchFamily="18" charset="0"/>
                                          <a:sym typeface="Symbol" panose="05050102010706020507" pitchFamily="18" charset="2"/>
                                        </a:rPr>
                                        <m:t>11</m:t>
                                      </m:r>
                                    </m:sub>
                                  </m:sSub>
                                </m:e>
                                <m:e>
                                  <m:sSub>
                                    <m:sSubPr>
                                      <m:ctrlPr>
                                        <a:rPr lang="en-IN" sz="2000" i="1">
                                          <a:solidFill>
                                            <a:schemeClr val="bg1"/>
                                          </a:solidFill>
                                          <a:latin typeface="Cambria Math" panose="02040503050406030204" pitchFamily="18" charset="0"/>
                                          <a:sym typeface="Symbol" panose="05050102010706020507" pitchFamily="18" charset="2"/>
                                        </a:rPr>
                                      </m:ctrlPr>
                                    </m:sSubPr>
                                    <m:e>
                                      <m:r>
                                        <a:rPr lang="en-IN" sz="2000" i="1">
                                          <a:solidFill>
                                            <a:schemeClr val="bg1"/>
                                          </a:solidFill>
                                          <a:latin typeface="Cambria Math" panose="02040503050406030204" pitchFamily="18" charset="0"/>
                                          <a:sym typeface="Symbol" panose="05050102010706020507" pitchFamily="18" charset="2"/>
                                        </a:rPr>
                                        <m:t></m:t>
                                      </m:r>
                                    </m:e>
                                    <m:sub>
                                      <m:r>
                                        <a:rPr lang="en-IN" sz="2000" i="1">
                                          <a:solidFill>
                                            <a:schemeClr val="bg1"/>
                                          </a:solidFill>
                                          <a:latin typeface="Cambria Math" panose="02040503050406030204" pitchFamily="18" charset="0"/>
                                          <a:sym typeface="Symbol" panose="05050102010706020507" pitchFamily="18" charset="2"/>
                                        </a:rPr>
                                        <m:t>12</m:t>
                                      </m:r>
                                    </m:sub>
                                  </m:sSub>
                                </m:e>
                              </m:mr>
                              <m:mr>
                                <m:e>
                                  <m:sSub>
                                    <m:sSubPr>
                                      <m:ctrlPr>
                                        <a:rPr lang="en-IN" sz="2000" i="1">
                                          <a:solidFill>
                                            <a:schemeClr val="bg1"/>
                                          </a:solidFill>
                                          <a:latin typeface="Cambria Math" panose="02040503050406030204" pitchFamily="18" charset="0"/>
                                          <a:sym typeface="Symbol" panose="05050102010706020507" pitchFamily="18" charset="2"/>
                                        </a:rPr>
                                      </m:ctrlPr>
                                    </m:sSubPr>
                                    <m:e>
                                      <m:r>
                                        <a:rPr lang="en-IN" sz="2000" i="1">
                                          <a:solidFill>
                                            <a:schemeClr val="bg1"/>
                                          </a:solidFill>
                                          <a:latin typeface="Cambria Math" panose="02040503050406030204" pitchFamily="18" charset="0"/>
                                          <a:sym typeface="Symbol" panose="05050102010706020507" pitchFamily="18" charset="2"/>
                                        </a:rPr>
                                        <m:t></m:t>
                                      </m:r>
                                    </m:e>
                                    <m:sub>
                                      <m:r>
                                        <a:rPr lang="en-IN" sz="2000" i="1">
                                          <a:solidFill>
                                            <a:schemeClr val="bg1"/>
                                          </a:solidFill>
                                          <a:latin typeface="Cambria Math" panose="02040503050406030204" pitchFamily="18" charset="0"/>
                                          <a:sym typeface="Symbol" panose="05050102010706020507" pitchFamily="18" charset="2"/>
                                        </a:rPr>
                                        <m:t>12</m:t>
                                      </m:r>
                                    </m:sub>
                                  </m:sSub>
                                </m:e>
                                <m:e>
                                  <m:sSub>
                                    <m:sSubPr>
                                      <m:ctrlPr>
                                        <a:rPr lang="en-IN" sz="2000" i="1">
                                          <a:solidFill>
                                            <a:schemeClr val="bg1"/>
                                          </a:solidFill>
                                          <a:latin typeface="Cambria Math" panose="02040503050406030204" pitchFamily="18" charset="0"/>
                                          <a:sym typeface="Symbol" panose="05050102010706020507" pitchFamily="18" charset="2"/>
                                        </a:rPr>
                                      </m:ctrlPr>
                                    </m:sSubPr>
                                    <m:e>
                                      <m:r>
                                        <a:rPr lang="en-IN" sz="2000" i="1">
                                          <a:solidFill>
                                            <a:schemeClr val="bg1"/>
                                          </a:solidFill>
                                          <a:latin typeface="Cambria Math" panose="02040503050406030204" pitchFamily="18" charset="0"/>
                                          <a:sym typeface="Symbol" panose="05050102010706020507" pitchFamily="18" charset="2"/>
                                        </a:rPr>
                                        <m:t></m:t>
                                      </m:r>
                                    </m:e>
                                    <m:sub>
                                      <m:r>
                                        <a:rPr lang="en-IN" sz="2000" i="1">
                                          <a:solidFill>
                                            <a:schemeClr val="bg1"/>
                                          </a:solidFill>
                                          <a:latin typeface="Cambria Math" panose="02040503050406030204" pitchFamily="18" charset="0"/>
                                          <a:sym typeface="Symbol" panose="05050102010706020507" pitchFamily="18" charset="2"/>
                                        </a:rPr>
                                        <m:t>22</m:t>
                                      </m:r>
                                    </m:sub>
                                  </m:sSub>
                                </m:e>
                              </m:mr>
                            </m:m>
                          </m:e>
                        </m:d>
                      </m:e>
                      <m:sup>
                        <m:r>
                          <a:rPr lang="en-IN" sz="2000" i="1">
                            <a:solidFill>
                              <a:schemeClr val="bg1"/>
                            </a:solidFill>
                            <a:latin typeface="Cambria Math" panose="02040503050406030204" pitchFamily="18" charset="0"/>
                            <a:sym typeface="Symbol" panose="05050102010706020507" pitchFamily="18" charset="2"/>
                          </a:rPr>
                          <m:t>−1</m:t>
                        </m:r>
                      </m:sup>
                    </m:sSup>
                    <m:d>
                      <m:dPr>
                        <m:begChr m:val="["/>
                        <m:endChr m:val="]"/>
                        <m:ctrlPr>
                          <a:rPr lang="en-IN" sz="2000" b="1"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dPr>
                      <m:e>
                        <m:m>
                          <m:mPr>
                            <m:mcs>
                              <m:mc>
                                <m:mcPr>
                                  <m:count m:val="1"/>
                                  <m:mcJc m:val="center"/>
                                </m:mcPr>
                              </m:mc>
                            </m:mcs>
                            <m:ctrlPr>
                              <a:rPr lang="en-IN" sz="2000" b="1"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mPr>
                          <m:mr>
                            <m:e>
                              <m:sSub>
                                <m:sSubPr>
                                  <m:ctrlPr>
                                    <a:rPr lang="en-US" sz="2000" i="1">
                                      <a:solidFill>
                                        <a:schemeClr val="bg1"/>
                                      </a:solidFill>
                                      <a:latin typeface="Cambria Math" panose="02040503050406030204" pitchFamily="18" charset="0"/>
                                      <a:cs typeface="Arial" panose="020B0604020202020204" pitchFamily="34" charset="0"/>
                                    </a:rPr>
                                  </m:ctrlPr>
                                </m:sSubPr>
                                <m:e>
                                  <m:r>
                                    <m:rPr>
                                      <m:sty m:val="p"/>
                                    </m:rPr>
                                    <a:rPr lang="en-US" sz="2000" i="0">
                                      <a:solidFill>
                                        <a:schemeClr val="bg1"/>
                                      </a:solidFill>
                                      <a:latin typeface="Cambria Math" panose="02040503050406030204" pitchFamily="18" charset="0"/>
                                      <a:cs typeface="Arial" panose="020B0604020202020204" pitchFamily="34" charset="0"/>
                                    </a:rPr>
                                    <m:t>x</m:t>
                                  </m:r>
                                </m:e>
                                <m:sub>
                                  <m:r>
                                    <m:rPr>
                                      <m:sty m:val="p"/>
                                    </m:rPr>
                                    <a:rPr lang="en-IN" sz="2000" b="0" i="0" smtClean="0">
                                      <a:solidFill>
                                        <a:schemeClr val="bg1"/>
                                      </a:solidFill>
                                      <a:latin typeface="Cambria Math" panose="02040503050406030204" pitchFamily="18" charset="0"/>
                                      <a:cs typeface="Arial" panose="020B0604020202020204" pitchFamily="34" charset="0"/>
                                    </a:rPr>
                                    <m:t>i</m:t>
                                  </m:r>
                                  <m:r>
                                    <a:rPr lang="en-IN" sz="2000" b="0" i="0" smtClean="0">
                                      <a:solidFill>
                                        <a:schemeClr val="bg1"/>
                                      </a:solidFill>
                                      <a:latin typeface="Cambria Math" panose="02040503050406030204" pitchFamily="18" charset="0"/>
                                      <a:cs typeface="Arial" panose="020B0604020202020204" pitchFamily="34" charset="0"/>
                                    </a:rPr>
                                    <m:t>,1</m:t>
                                  </m:r>
                                </m:sub>
                              </m:sSub>
                              <m:r>
                                <a:rPr lang="en-US" sz="2000" i="0">
                                  <a:solidFill>
                                    <a:schemeClr val="bg1"/>
                                  </a:solidFill>
                                  <a:latin typeface="Cambria Math" panose="02040503050406030204" pitchFamily="18" charset="0"/>
                                  <a:cs typeface="Arial" panose="020B0604020202020204" pitchFamily="34" charset="0"/>
                                </a:rPr>
                                <m:t>−</m:t>
                              </m:r>
                              <m:sSub>
                                <m:sSubPr>
                                  <m:ctrlP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000" i="0">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2000" i="0">
                                      <a:solidFill>
                                        <a:schemeClr val="bg1"/>
                                      </a:solidFill>
                                      <a:latin typeface="Cambria Math" panose="02040503050406030204" pitchFamily="18" charset="0"/>
                                      <a:ea typeface="Cambria Math" panose="02040503050406030204" pitchFamily="18" charset="0"/>
                                      <a:cs typeface="Arial" panose="020B0604020202020204" pitchFamily="34" charset="0"/>
                                    </a:rPr>
                                    <m:t>1</m:t>
                                  </m:r>
                                </m:sub>
                              </m:sSub>
                            </m:e>
                          </m:mr>
                          <m:mr>
                            <m:e>
                              <m:sSub>
                                <m:sSubPr>
                                  <m:ctrlPr>
                                    <a:rPr lang="en-US" sz="2000" i="1">
                                      <a:solidFill>
                                        <a:schemeClr val="bg1"/>
                                      </a:solidFill>
                                      <a:latin typeface="Cambria Math" panose="02040503050406030204" pitchFamily="18" charset="0"/>
                                      <a:cs typeface="Arial" panose="020B0604020202020204" pitchFamily="34" charset="0"/>
                                    </a:rPr>
                                  </m:ctrlPr>
                                </m:sSubPr>
                                <m:e>
                                  <m:r>
                                    <m:rPr>
                                      <m:sty m:val="p"/>
                                    </m:rPr>
                                    <a:rPr lang="en-US" sz="2000" i="0">
                                      <a:solidFill>
                                        <a:schemeClr val="bg1"/>
                                      </a:solidFill>
                                      <a:latin typeface="Cambria Math" panose="02040503050406030204" pitchFamily="18" charset="0"/>
                                      <a:cs typeface="Arial" panose="020B0604020202020204" pitchFamily="34" charset="0"/>
                                    </a:rPr>
                                    <m:t>x</m:t>
                                  </m:r>
                                </m:e>
                                <m:sub>
                                  <m:r>
                                    <m:rPr>
                                      <m:sty m:val="p"/>
                                    </m:rPr>
                                    <a:rPr lang="en-IN" sz="2000" b="0" i="0" smtClean="0">
                                      <a:solidFill>
                                        <a:schemeClr val="bg1"/>
                                      </a:solidFill>
                                      <a:latin typeface="Cambria Math" panose="02040503050406030204" pitchFamily="18" charset="0"/>
                                      <a:cs typeface="Arial" panose="020B0604020202020204" pitchFamily="34" charset="0"/>
                                    </a:rPr>
                                    <m:t>i</m:t>
                                  </m:r>
                                  <m:r>
                                    <a:rPr lang="en-IN" sz="2000" b="0" i="0" smtClean="0">
                                      <a:solidFill>
                                        <a:schemeClr val="bg1"/>
                                      </a:solidFill>
                                      <a:latin typeface="Cambria Math" panose="02040503050406030204" pitchFamily="18" charset="0"/>
                                      <a:cs typeface="Arial" panose="020B0604020202020204" pitchFamily="34" charset="0"/>
                                    </a:rPr>
                                    <m:t>,2</m:t>
                                  </m:r>
                                </m:sub>
                              </m:sSub>
                              <m:r>
                                <a:rPr lang="en-US" sz="2000" i="0">
                                  <a:solidFill>
                                    <a:schemeClr val="bg1"/>
                                  </a:solidFill>
                                  <a:latin typeface="Cambria Math" panose="02040503050406030204" pitchFamily="18" charset="0"/>
                                  <a:cs typeface="Arial" panose="020B0604020202020204" pitchFamily="34" charset="0"/>
                                </a:rPr>
                                <m:t>−</m:t>
                              </m:r>
                              <m:sSub>
                                <m:sSubPr>
                                  <m:ctrlP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000" i="0">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b>
                              </m:sSub>
                            </m:e>
                          </m:mr>
                        </m:m>
                      </m:e>
                    </m:d>
                    <m:r>
                      <a:rPr lang="en-IN" sz="2000" b="1" i="1" smtClean="0">
                        <a:solidFill>
                          <a:schemeClr val="bg1"/>
                        </a:solidFill>
                        <a:latin typeface="Cambria Math" panose="02040503050406030204" pitchFamily="18" charset="0"/>
                        <a:cs typeface="Arial" panose="020B0604020202020204" pitchFamily="34" charset="0"/>
                        <a:sym typeface="Symbol" panose="05050102010706020507" pitchFamily="18" charset="2"/>
                      </a:rPr>
                      <m:t> </m:t>
                    </m:r>
                    <m:r>
                      <a:rPr lang="en-IN" sz="2000" b="0" i="0"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SubSup>
                      <m:sSubSupPr>
                        <m:ctrlPr>
                          <a:rPr lang="en-US" sz="23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SupPr>
                      <m:e>
                        <m:r>
                          <m:rPr>
                            <m:sty m:val="p"/>
                          </m:rPr>
                          <a:rPr lang="en-US" sz="2300">
                            <a:solidFill>
                              <a:schemeClr val="bg1"/>
                            </a:solidFill>
                            <a:latin typeface="Cambria Math" panose="02040503050406030204" pitchFamily="18" charset="0"/>
                            <a:ea typeface="Cambria Math" panose="02040503050406030204" pitchFamily="18" charset="0"/>
                            <a:cs typeface="Arial" panose="020B0604020202020204" pitchFamily="34" charset="0"/>
                          </a:rPr>
                          <m:t>d</m:t>
                        </m:r>
                      </m:e>
                      <m:sub>
                        <m:r>
                          <m:rPr>
                            <m:sty m:val="p"/>
                          </m:rPr>
                          <a:rPr lang="en-US" sz="2300">
                            <a:solidFill>
                              <a:schemeClr val="bg1"/>
                            </a:solidFill>
                            <a:latin typeface="Cambria Math" panose="02040503050406030204" pitchFamily="18" charset="0"/>
                            <a:ea typeface="Cambria Math" panose="02040503050406030204" pitchFamily="18" charset="0"/>
                            <a:cs typeface="Arial" panose="020B0604020202020204" pitchFamily="34" charset="0"/>
                          </a:rPr>
                          <m:t>i</m:t>
                        </m:r>
                      </m:sub>
                      <m:sup>
                        <m:r>
                          <a:rPr lang="en-US" sz="230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p>
                    </m:sSubSup>
                  </m:oMath>
                </a14:m>
                <a:endParaRPr lang="en-US" sz="2300" dirty="0">
                  <a:solidFill>
                    <a:schemeClr val="bg1"/>
                  </a:solidFill>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5EDCA1BE-DB74-E734-6DBE-D70A11F1F42E}"/>
                  </a:ext>
                </a:extLst>
              </p:cNvPr>
              <p:cNvSpPr txBox="1">
                <a:spLocks noRot="1" noChangeAspect="1" noMove="1" noResize="1" noEditPoints="1" noAdjustHandles="1" noChangeArrowheads="1" noChangeShapeType="1" noTextEdit="1"/>
              </p:cNvSpPr>
              <p:nvPr/>
            </p:nvSpPr>
            <p:spPr>
              <a:xfrm>
                <a:off x="462306" y="923468"/>
                <a:ext cx="11118715" cy="5535361"/>
              </a:xfrm>
              <a:prstGeom prst="rect">
                <a:avLst/>
              </a:prstGeom>
              <a:blipFill>
                <a:blip r:embed="rId4"/>
                <a:stretch>
                  <a:fillRect l="-658" r="-768"/>
                </a:stretch>
              </a:blipFill>
            </p:spPr>
            <p:txBody>
              <a:bodyPr/>
              <a:lstStyle/>
              <a:p>
                <a:r>
                  <a:rPr lang="en-IN">
                    <a:noFill/>
                  </a:rPr>
                  <a:t> </a:t>
                </a:r>
              </a:p>
            </p:txBody>
          </p:sp>
        </mc:Fallback>
      </mc:AlternateContent>
      <p:grpSp>
        <p:nvGrpSpPr>
          <p:cNvPr id="11" name="Group 10">
            <a:extLst>
              <a:ext uri="{FF2B5EF4-FFF2-40B4-BE49-F238E27FC236}">
                <a16:creationId xmlns:a16="http://schemas.microsoft.com/office/drawing/2014/main" id="{765F2378-D32F-2BEF-FB53-84B993EE5C38}"/>
              </a:ext>
            </a:extLst>
          </p:cNvPr>
          <p:cNvGrpSpPr/>
          <p:nvPr/>
        </p:nvGrpSpPr>
        <p:grpSpPr>
          <a:xfrm>
            <a:off x="3256718" y="3282336"/>
            <a:ext cx="5994000" cy="591120"/>
            <a:chOff x="3256718" y="3282336"/>
            <a:chExt cx="5994000" cy="591120"/>
          </a:xfrm>
        </p:grpSpPr>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29CC9B96-4D15-9189-761C-2EE8F1AD44B7}"/>
                    </a:ext>
                  </a:extLst>
                </p14:cNvPr>
                <p14:cNvContentPartPr/>
                <p14:nvPr/>
              </p14:nvContentPartPr>
              <p14:xfrm>
                <a:off x="3256718" y="3751056"/>
                <a:ext cx="4682160" cy="93960"/>
              </p14:xfrm>
            </p:contentPart>
          </mc:Choice>
          <mc:Fallback xmlns="">
            <p:pic>
              <p:nvPicPr>
                <p:cNvPr id="2" name="Ink 1">
                  <a:extLst>
                    <a:ext uri="{FF2B5EF4-FFF2-40B4-BE49-F238E27FC236}">
                      <a16:creationId xmlns:a16="http://schemas.microsoft.com/office/drawing/2014/main" id="{29CC9B96-4D15-9189-761C-2EE8F1AD44B7}"/>
                    </a:ext>
                  </a:extLst>
                </p:cNvPr>
                <p:cNvPicPr/>
                <p:nvPr/>
              </p:nvPicPr>
              <p:blipFill>
                <a:blip r:embed="rId6"/>
                <a:stretch>
                  <a:fillRect/>
                </a:stretch>
              </p:blipFill>
              <p:spPr>
                <a:xfrm>
                  <a:off x="3250598" y="3744936"/>
                  <a:ext cx="469440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C9820A31-91A1-A641-AD3A-85A8AC40FE8E}"/>
                    </a:ext>
                  </a:extLst>
                </p14:cNvPr>
                <p14:cNvContentPartPr/>
                <p14:nvPr/>
              </p14:nvContentPartPr>
              <p14:xfrm>
                <a:off x="8228678" y="3375216"/>
                <a:ext cx="52200" cy="42480"/>
              </p14:xfrm>
            </p:contentPart>
          </mc:Choice>
          <mc:Fallback xmlns="">
            <p:pic>
              <p:nvPicPr>
                <p:cNvPr id="3" name="Ink 2">
                  <a:extLst>
                    <a:ext uri="{FF2B5EF4-FFF2-40B4-BE49-F238E27FC236}">
                      <a16:creationId xmlns:a16="http://schemas.microsoft.com/office/drawing/2014/main" id="{C9820A31-91A1-A641-AD3A-85A8AC40FE8E}"/>
                    </a:ext>
                  </a:extLst>
                </p:cNvPr>
                <p:cNvPicPr/>
                <p:nvPr/>
              </p:nvPicPr>
              <p:blipFill>
                <a:blip r:embed="rId8"/>
                <a:stretch>
                  <a:fillRect/>
                </a:stretch>
              </p:blipFill>
              <p:spPr>
                <a:xfrm>
                  <a:off x="8222558" y="3369096"/>
                  <a:ext cx="6444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 name="Ink 3">
                  <a:extLst>
                    <a:ext uri="{FF2B5EF4-FFF2-40B4-BE49-F238E27FC236}">
                      <a16:creationId xmlns:a16="http://schemas.microsoft.com/office/drawing/2014/main" id="{CB6597D5-3CE6-FA78-E558-0A85014423D7}"/>
                    </a:ext>
                  </a:extLst>
                </p14:cNvPr>
                <p14:cNvContentPartPr/>
                <p14:nvPr/>
              </p14:nvContentPartPr>
              <p14:xfrm>
                <a:off x="8146238" y="3282336"/>
                <a:ext cx="207000" cy="591120"/>
              </p14:xfrm>
            </p:contentPart>
          </mc:Choice>
          <mc:Fallback xmlns="">
            <p:pic>
              <p:nvPicPr>
                <p:cNvPr id="4" name="Ink 3">
                  <a:extLst>
                    <a:ext uri="{FF2B5EF4-FFF2-40B4-BE49-F238E27FC236}">
                      <a16:creationId xmlns:a16="http://schemas.microsoft.com/office/drawing/2014/main" id="{CB6597D5-3CE6-FA78-E558-0A85014423D7}"/>
                    </a:ext>
                  </a:extLst>
                </p:cNvPr>
                <p:cNvPicPr/>
                <p:nvPr/>
              </p:nvPicPr>
              <p:blipFill>
                <a:blip r:embed="rId10"/>
                <a:stretch>
                  <a:fillRect/>
                </a:stretch>
              </p:blipFill>
              <p:spPr>
                <a:xfrm>
                  <a:off x="8140118" y="3276216"/>
                  <a:ext cx="219240" cy="6033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 name="Ink 4">
                  <a:extLst>
                    <a:ext uri="{FF2B5EF4-FFF2-40B4-BE49-F238E27FC236}">
                      <a16:creationId xmlns:a16="http://schemas.microsoft.com/office/drawing/2014/main" id="{97452A9B-E70D-8324-47C0-6B47749E2834}"/>
                    </a:ext>
                  </a:extLst>
                </p14:cNvPr>
                <p14:cNvContentPartPr/>
                <p14:nvPr/>
              </p14:nvContentPartPr>
              <p14:xfrm>
                <a:off x="8071358" y="3585816"/>
                <a:ext cx="232200" cy="164160"/>
              </p14:xfrm>
            </p:contentPart>
          </mc:Choice>
          <mc:Fallback xmlns="">
            <p:pic>
              <p:nvPicPr>
                <p:cNvPr id="5" name="Ink 4">
                  <a:extLst>
                    <a:ext uri="{FF2B5EF4-FFF2-40B4-BE49-F238E27FC236}">
                      <a16:creationId xmlns:a16="http://schemas.microsoft.com/office/drawing/2014/main" id="{97452A9B-E70D-8324-47C0-6B47749E2834}"/>
                    </a:ext>
                  </a:extLst>
                </p:cNvPr>
                <p:cNvPicPr/>
                <p:nvPr/>
              </p:nvPicPr>
              <p:blipFill>
                <a:blip r:embed="rId12"/>
                <a:stretch>
                  <a:fillRect/>
                </a:stretch>
              </p:blipFill>
              <p:spPr>
                <a:xfrm>
                  <a:off x="8065238" y="3579696"/>
                  <a:ext cx="24444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 name="Ink 6">
                  <a:extLst>
                    <a:ext uri="{FF2B5EF4-FFF2-40B4-BE49-F238E27FC236}">
                      <a16:creationId xmlns:a16="http://schemas.microsoft.com/office/drawing/2014/main" id="{CD667D0D-2B93-DF90-E0CB-97E406B6D4B8}"/>
                    </a:ext>
                  </a:extLst>
                </p14:cNvPr>
                <p14:cNvContentPartPr/>
                <p14:nvPr/>
              </p14:nvContentPartPr>
              <p14:xfrm>
                <a:off x="8264678" y="3580056"/>
                <a:ext cx="232560" cy="140400"/>
              </p14:xfrm>
            </p:contentPart>
          </mc:Choice>
          <mc:Fallback xmlns="">
            <p:pic>
              <p:nvPicPr>
                <p:cNvPr id="7" name="Ink 6">
                  <a:extLst>
                    <a:ext uri="{FF2B5EF4-FFF2-40B4-BE49-F238E27FC236}">
                      <a16:creationId xmlns:a16="http://schemas.microsoft.com/office/drawing/2014/main" id="{CD667D0D-2B93-DF90-E0CB-97E406B6D4B8}"/>
                    </a:ext>
                  </a:extLst>
                </p:cNvPr>
                <p:cNvPicPr/>
                <p:nvPr/>
              </p:nvPicPr>
              <p:blipFill>
                <a:blip r:embed="rId14"/>
                <a:stretch>
                  <a:fillRect/>
                </a:stretch>
              </p:blipFill>
              <p:spPr>
                <a:xfrm>
                  <a:off x="8258558" y="3573936"/>
                  <a:ext cx="24480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8" name="Ink 7">
                  <a:extLst>
                    <a:ext uri="{FF2B5EF4-FFF2-40B4-BE49-F238E27FC236}">
                      <a16:creationId xmlns:a16="http://schemas.microsoft.com/office/drawing/2014/main" id="{42BEF11D-5150-FDE0-DA43-586C25483455}"/>
                    </a:ext>
                  </a:extLst>
                </p14:cNvPr>
                <p14:cNvContentPartPr/>
                <p14:nvPr/>
              </p14:nvContentPartPr>
              <p14:xfrm>
                <a:off x="8482838" y="3569976"/>
                <a:ext cx="127080" cy="99720"/>
              </p14:xfrm>
            </p:contentPart>
          </mc:Choice>
          <mc:Fallback xmlns="">
            <p:pic>
              <p:nvPicPr>
                <p:cNvPr id="8" name="Ink 7">
                  <a:extLst>
                    <a:ext uri="{FF2B5EF4-FFF2-40B4-BE49-F238E27FC236}">
                      <a16:creationId xmlns:a16="http://schemas.microsoft.com/office/drawing/2014/main" id="{42BEF11D-5150-FDE0-DA43-586C25483455}"/>
                    </a:ext>
                  </a:extLst>
                </p:cNvPr>
                <p:cNvPicPr/>
                <p:nvPr/>
              </p:nvPicPr>
              <p:blipFill>
                <a:blip r:embed="rId16"/>
                <a:stretch>
                  <a:fillRect/>
                </a:stretch>
              </p:blipFill>
              <p:spPr>
                <a:xfrm>
                  <a:off x="8476718" y="3563856"/>
                  <a:ext cx="13932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9" name="Ink 8">
                  <a:extLst>
                    <a:ext uri="{FF2B5EF4-FFF2-40B4-BE49-F238E27FC236}">
                      <a16:creationId xmlns:a16="http://schemas.microsoft.com/office/drawing/2014/main" id="{BA042824-52C0-4340-37BB-C1C7D92B0024}"/>
                    </a:ext>
                  </a:extLst>
                </p14:cNvPr>
                <p14:cNvContentPartPr/>
                <p14:nvPr/>
              </p14:nvContentPartPr>
              <p14:xfrm>
                <a:off x="8638358" y="3424176"/>
                <a:ext cx="23400" cy="252360"/>
              </p14:xfrm>
            </p:contentPart>
          </mc:Choice>
          <mc:Fallback xmlns="">
            <p:pic>
              <p:nvPicPr>
                <p:cNvPr id="9" name="Ink 8">
                  <a:extLst>
                    <a:ext uri="{FF2B5EF4-FFF2-40B4-BE49-F238E27FC236}">
                      <a16:creationId xmlns:a16="http://schemas.microsoft.com/office/drawing/2014/main" id="{BA042824-52C0-4340-37BB-C1C7D92B0024}"/>
                    </a:ext>
                  </a:extLst>
                </p:cNvPr>
                <p:cNvPicPr/>
                <p:nvPr/>
              </p:nvPicPr>
              <p:blipFill>
                <a:blip r:embed="rId18"/>
                <a:stretch>
                  <a:fillRect/>
                </a:stretch>
              </p:blipFill>
              <p:spPr>
                <a:xfrm>
                  <a:off x="8632238" y="3418056"/>
                  <a:ext cx="3564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0" name="Ink 9">
                  <a:extLst>
                    <a:ext uri="{FF2B5EF4-FFF2-40B4-BE49-F238E27FC236}">
                      <a16:creationId xmlns:a16="http://schemas.microsoft.com/office/drawing/2014/main" id="{25CC7615-E5B7-BD40-45AF-1CB853B79DC1}"/>
                    </a:ext>
                  </a:extLst>
                </p14:cNvPr>
                <p14:cNvContentPartPr/>
                <p14:nvPr/>
              </p14:nvContentPartPr>
              <p14:xfrm>
                <a:off x="8613518" y="3474936"/>
                <a:ext cx="637200" cy="162720"/>
              </p14:xfrm>
            </p:contentPart>
          </mc:Choice>
          <mc:Fallback xmlns="">
            <p:pic>
              <p:nvPicPr>
                <p:cNvPr id="10" name="Ink 9">
                  <a:extLst>
                    <a:ext uri="{FF2B5EF4-FFF2-40B4-BE49-F238E27FC236}">
                      <a16:creationId xmlns:a16="http://schemas.microsoft.com/office/drawing/2014/main" id="{25CC7615-E5B7-BD40-45AF-1CB853B79DC1}"/>
                    </a:ext>
                  </a:extLst>
                </p:cNvPr>
                <p:cNvPicPr/>
                <p:nvPr/>
              </p:nvPicPr>
              <p:blipFill>
                <a:blip r:embed="rId20"/>
                <a:stretch>
                  <a:fillRect/>
                </a:stretch>
              </p:blipFill>
              <p:spPr>
                <a:xfrm>
                  <a:off x="8607398" y="3468816"/>
                  <a:ext cx="649440" cy="174960"/>
                </a:xfrm>
                <a:prstGeom prst="rect">
                  <a:avLst/>
                </a:prstGeom>
              </p:spPr>
            </p:pic>
          </mc:Fallback>
        </mc:AlternateContent>
      </p:grpSp>
      <p:grpSp>
        <p:nvGrpSpPr>
          <p:cNvPr id="30" name="Group 29">
            <a:extLst>
              <a:ext uri="{FF2B5EF4-FFF2-40B4-BE49-F238E27FC236}">
                <a16:creationId xmlns:a16="http://schemas.microsoft.com/office/drawing/2014/main" id="{BD378EA2-E97A-797E-214D-2888C5EF040A}"/>
              </a:ext>
            </a:extLst>
          </p:cNvPr>
          <p:cNvGrpSpPr/>
          <p:nvPr/>
        </p:nvGrpSpPr>
        <p:grpSpPr>
          <a:xfrm>
            <a:off x="11797358" y="3693816"/>
            <a:ext cx="282960" cy="464760"/>
            <a:chOff x="11797358" y="3693816"/>
            <a:chExt cx="282960" cy="464760"/>
          </a:xfrm>
        </p:grpSpPr>
        <mc:AlternateContent xmlns:mc="http://schemas.openxmlformats.org/markup-compatibility/2006" xmlns:p14="http://schemas.microsoft.com/office/powerpoint/2010/main">
          <mc:Choice Requires="p14">
            <p:contentPart p14:bwMode="auto" r:id="rId21">
              <p14:nvContentPartPr>
                <p14:cNvPr id="17" name="Ink 16">
                  <a:extLst>
                    <a:ext uri="{FF2B5EF4-FFF2-40B4-BE49-F238E27FC236}">
                      <a16:creationId xmlns:a16="http://schemas.microsoft.com/office/drawing/2014/main" id="{A071CC10-E507-9D92-EAD2-71A1E3AD3237}"/>
                    </a:ext>
                  </a:extLst>
                </p14:cNvPr>
                <p14:cNvContentPartPr/>
                <p14:nvPr/>
              </p14:nvContentPartPr>
              <p14:xfrm>
                <a:off x="11797358" y="3787776"/>
                <a:ext cx="119880" cy="283320"/>
              </p14:xfrm>
            </p:contentPart>
          </mc:Choice>
          <mc:Fallback xmlns="">
            <p:pic>
              <p:nvPicPr>
                <p:cNvPr id="17" name="Ink 16">
                  <a:extLst>
                    <a:ext uri="{FF2B5EF4-FFF2-40B4-BE49-F238E27FC236}">
                      <a16:creationId xmlns:a16="http://schemas.microsoft.com/office/drawing/2014/main" id="{A071CC10-E507-9D92-EAD2-71A1E3AD3237}"/>
                    </a:ext>
                  </a:extLst>
                </p:cNvPr>
                <p:cNvPicPr/>
                <p:nvPr/>
              </p:nvPicPr>
              <p:blipFill>
                <a:blip r:embed="rId22"/>
                <a:stretch>
                  <a:fillRect/>
                </a:stretch>
              </p:blipFill>
              <p:spPr>
                <a:xfrm>
                  <a:off x="11791238" y="3781656"/>
                  <a:ext cx="13212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Ink 17">
                  <a:extLst>
                    <a:ext uri="{FF2B5EF4-FFF2-40B4-BE49-F238E27FC236}">
                      <a16:creationId xmlns:a16="http://schemas.microsoft.com/office/drawing/2014/main" id="{7FEE77B4-8292-31DD-31F1-BC436A846E0C}"/>
                    </a:ext>
                  </a:extLst>
                </p14:cNvPr>
                <p14:cNvContentPartPr/>
                <p14:nvPr/>
              </p14:nvContentPartPr>
              <p14:xfrm>
                <a:off x="11928038" y="4021056"/>
                <a:ext cx="48240" cy="137520"/>
              </p14:xfrm>
            </p:contentPart>
          </mc:Choice>
          <mc:Fallback xmlns="">
            <p:pic>
              <p:nvPicPr>
                <p:cNvPr id="18" name="Ink 17">
                  <a:extLst>
                    <a:ext uri="{FF2B5EF4-FFF2-40B4-BE49-F238E27FC236}">
                      <a16:creationId xmlns:a16="http://schemas.microsoft.com/office/drawing/2014/main" id="{7FEE77B4-8292-31DD-31F1-BC436A846E0C}"/>
                    </a:ext>
                  </a:extLst>
                </p:cNvPr>
                <p:cNvPicPr/>
                <p:nvPr/>
              </p:nvPicPr>
              <p:blipFill>
                <a:blip r:embed="rId24"/>
                <a:stretch>
                  <a:fillRect/>
                </a:stretch>
              </p:blipFill>
              <p:spPr>
                <a:xfrm>
                  <a:off x="11921918" y="4014936"/>
                  <a:ext cx="6048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 name="Ink 18">
                  <a:extLst>
                    <a:ext uri="{FF2B5EF4-FFF2-40B4-BE49-F238E27FC236}">
                      <a16:creationId xmlns:a16="http://schemas.microsoft.com/office/drawing/2014/main" id="{37F7E40D-3147-35CF-2363-025B04948D78}"/>
                    </a:ext>
                  </a:extLst>
                </p14:cNvPr>
                <p14:cNvContentPartPr/>
                <p14:nvPr/>
              </p14:nvContentPartPr>
              <p14:xfrm>
                <a:off x="11905718" y="3977856"/>
                <a:ext cx="77760" cy="104400"/>
              </p14:xfrm>
            </p:contentPart>
          </mc:Choice>
          <mc:Fallback xmlns="">
            <p:pic>
              <p:nvPicPr>
                <p:cNvPr id="19" name="Ink 18">
                  <a:extLst>
                    <a:ext uri="{FF2B5EF4-FFF2-40B4-BE49-F238E27FC236}">
                      <a16:creationId xmlns:a16="http://schemas.microsoft.com/office/drawing/2014/main" id="{37F7E40D-3147-35CF-2363-025B04948D78}"/>
                    </a:ext>
                  </a:extLst>
                </p:cNvPr>
                <p:cNvPicPr/>
                <p:nvPr/>
              </p:nvPicPr>
              <p:blipFill>
                <a:blip r:embed="rId26"/>
                <a:stretch>
                  <a:fillRect/>
                </a:stretch>
              </p:blipFill>
              <p:spPr>
                <a:xfrm>
                  <a:off x="11899598" y="3971736"/>
                  <a:ext cx="9000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0" name="Ink 19">
                  <a:extLst>
                    <a:ext uri="{FF2B5EF4-FFF2-40B4-BE49-F238E27FC236}">
                      <a16:creationId xmlns:a16="http://schemas.microsoft.com/office/drawing/2014/main" id="{8BC93626-F5AB-4E43-0B0C-E143BC5AFB48}"/>
                    </a:ext>
                  </a:extLst>
                </p14:cNvPr>
                <p14:cNvContentPartPr/>
                <p14:nvPr/>
              </p14:nvContentPartPr>
              <p14:xfrm>
                <a:off x="11926238" y="3693816"/>
                <a:ext cx="154080" cy="130680"/>
              </p14:xfrm>
            </p:contentPart>
          </mc:Choice>
          <mc:Fallback xmlns="">
            <p:pic>
              <p:nvPicPr>
                <p:cNvPr id="20" name="Ink 19">
                  <a:extLst>
                    <a:ext uri="{FF2B5EF4-FFF2-40B4-BE49-F238E27FC236}">
                      <a16:creationId xmlns:a16="http://schemas.microsoft.com/office/drawing/2014/main" id="{8BC93626-F5AB-4E43-0B0C-E143BC5AFB48}"/>
                    </a:ext>
                  </a:extLst>
                </p:cNvPr>
                <p:cNvPicPr/>
                <p:nvPr/>
              </p:nvPicPr>
              <p:blipFill>
                <a:blip r:embed="rId28"/>
                <a:stretch>
                  <a:fillRect/>
                </a:stretch>
              </p:blipFill>
              <p:spPr>
                <a:xfrm>
                  <a:off x="11920118" y="3687696"/>
                  <a:ext cx="166320" cy="142920"/>
                </a:xfrm>
                <a:prstGeom prst="rect">
                  <a:avLst/>
                </a:prstGeom>
              </p:spPr>
            </p:pic>
          </mc:Fallback>
        </mc:AlternateContent>
      </p:grpSp>
      <p:grpSp>
        <p:nvGrpSpPr>
          <p:cNvPr id="29" name="Group 28">
            <a:extLst>
              <a:ext uri="{FF2B5EF4-FFF2-40B4-BE49-F238E27FC236}">
                <a16:creationId xmlns:a16="http://schemas.microsoft.com/office/drawing/2014/main" id="{50D526EE-381F-ED38-75EF-F505EDC2DA79}"/>
              </a:ext>
            </a:extLst>
          </p:cNvPr>
          <p:cNvGrpSpPr/>
          <p:nvPr/>
        </p:nvGrpSpPr>
        <p:grpSpPr>
          <a:xfrm>
            <a:off x="11682878" y="4347216"/>
            <a:ext cx="372240" cy="404640"/>
            <a:chOff x="11682878" y="4347216"/>
            <a:chExt cx="372240" cy="404640"/>
          </a:xfrm>
        </p:grpSpPr>
        <mc:AlternateContent xmlns:mc="http://schemas.openxmlformats.org/markup-compatibility/2006" xmlns:p14="http://schemas.microsoft.com/office/powerpoint/2010/main">
          <mc:Choice Requires="p14">
            <p:contentPart p14:bwMode="auto" r:id="rId29">
              <p14:nvContentPartPr>
                <p14:cNvPr id="21" name="Ink 20">
                  <a:extLst>
                    <a:ext uri="{FF2B5EF4-FFF2-40B4-BE49-F238E27FC236}">
                      <a16:creationId xmlns:a16="http://schemas.microsoft.com/office/drawing/2014/main" id="{8421CF81-B72A-6497-E5EF-D2B7E965CEA9}"/>
                    </a:ext>
                  </a:extLst>
                </p14:cNvPr>
                <p14:cNvContentPartPr/>
                <p14:nvPr/>
              </p14:nvContentPartPr>
              <p14:xfrm>
                <a:off x="11682878" y="4459536"/>
                <a:ext cx="169560" cy="276840"/>
              </p14:xfrm>
            </p:contentPart>
          </mc:Choice>
          <mc:Fallback xmlns="">
            <p:pic>
              <p:nvPicPr>
                <p:cNvPr id="21" name="Ink 20">
                  <a:extLst>
                    <a:ext uri="{FF2B5EF4-FFF2-40B4-BE49-F238E27FC236}">
                      <a16:creationId xmlns:a16="http://schemas.microsoft.com/office/drawing/2014/main" id="{8421CF81-B72A-6497-E5EF-D2B7E965CEA9}"/>
                    </a:ext>
                  </a:extLst>
                </p:cNvPr>
                <p:cNvPicPr/>
                <p:nvPr/>
              </p:nvPicPr>
              <p:blipFill>
                <a:blip r:embed="rId30"/>
                <a:stretch>
                  <a:fillRect/>
                </a:stretch>
              </p:blipFill>
              <p:spPr>
                <a:xfrm>
                  <a:off x="11676758" y="4453416"/>
                  <a:ext cx="18180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2" name="Ink 21">
                  <a:extLst>
                    <a:ext uri="{FF2B5EF4-FFF2-40B4-BE49-F238E27FC236}">
                      <a16:creationId xmlns:a16="http://schemas.microsoft.com/office/drawing/2014/main" id="{F914A36A-1008-7D55-6854-161E8B1B01DA}"/>
                    </a:ext>
                  </a:extLst>
                </p14:cNvPr>
                <p14:cNvContentPartPr/>
                <p14:nvPr/>
              </p14:nvContentPartPr>
              <p14:xfrm>
                <a:off x="11881958" y="4631976"/>
                <a:ext cx="94680" cy="119880"/>
              </p14:xfrm>
            </p:contentPart>
          </mc:Choice>
          <mc:Fallback xmlns="">
            <p:pic>
              <p:nvPicPr>
                <p:cNvPr id="22" name="Ink 21">
                  <a:extLst>
                    <a:ext uri="{FF2B5EF4-FFF2-40B4-BE49-F238E27FC236}">
                      <a16:creationId xmlns:a16="http://schemas.microsoft.com/office/drawing/2014/main" id="{F914A36A-1008-7D55-6854-161E8B1B01DA}"/>
                    </a:ext>
                  </a:extLst>
                </p:cNvPr>
                <p:cNvPicPr/>
                <p:nvPr/>
              </p:nvPicPr>
              <p:blipFill>
                <a:blip r:embed="rId32"/>
                <a:stretch>
                  <a:fillRect/>
                </a:stretch>
              </p:blipFill>
              <p:spPr>
                <a:xfrm>
                  <a:off x="11875838" y="4625856"/>
                  <a:ext cx="10692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3" name="Ink 22">
                  <a:extLst>
                    <a:ext uri="{FF2B5EF4-FFF2-40B4-BE49-F238E27FC236}">
                      <a16:creationId xmlns:a16="http://schemas.microsoft.com/office/drawing/2014/main" id="{46C037C7-C1E3-7BF3-A224-C05D475D31AA}"/>
                    </a:ext>
                  </a:extLst>
                </p14:cNvPr>
                <p14:cNvContentPartPr/>
                <p14:nvPr/>
              </p14:nvContentPartPr>
              <p14:xfrm>
                <a:off x="11893838" y="4691016"/>
                <a:ext cx="161280" cy="38880"/>
              </p14:xfrm>
            </p:contentPart>
          </mc:Choice>
          <mc:Fallback xmlns="">
            <p:pic>
              <p:nvPicPr>
                <p:cNvPr id="23" name="Ink 22">
                  <a:extLst>
                    <a:ext uri="{FF2B5EF4-FFF2-40B4-BE49-F238E27FC236}">
                      <a16:creationId xmlns:a16="http://schemas.microsoft.com/office/drawing/2014/main" id="{46C037C7-C1E3-7BF3-A224-C05D475D31AA}"/>
                    </a:ext>
                  </a:extLst>
                </p:cNvPr>
                <p:cNvPicPr/>
                <p:nvPr/>
              </p:nvPicPr>
              <p:blipFill>
                <a:blip r:embed="rId34"/>
                <a:stretch>
                  <a:fillRect/>
                </a:stretch>
              </p:blipFill>
              <p:spPr>
                <a:xfrm>
                  <a:off x="11887718" y="4684896"/>
                  <a:ext cx="17352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4" name="Ink 23">
                  <a:extLst>
                    <a:ext uri="{FF2B5EF4-FFF2-40B4-BE49-F238E27FC236}">
                      <a16:creationId xmlns:a16="http://schemas.microsoft.com/office/drawing/2014/main" id="{D4174BC8-47E0-7B87-DC4C-5A6D29A5F02D}"/>
                    </a:ext>
                  </a:extLst>
                </p14:cNvPr>
                <p14:cNvContentPartPr/>
                <p14:nvPr/>
              </p14:nvContentPartPr>
              <p14:xfrm>
                <a:off x="11818958" y="4347216"/>
                <a:ext cx="191880" cy="106920"/>
              </p14:xfrm>
            </p:contentPart>
          </mc:Choice>
          <mc:Fallback xmlns="">
            <p:pic>
              <p:nvPicPr>
                <p:cNvPr id="24" name="Ink 23">
                  <a:extLst>
                    <a:ext uri="{FF2B5EF4-FFF2-40B4-BE49-F238E27FC236}">
                      <a16:creationId xmlns:a16="http://schemas.microsoft.com/office/drawing/2014/main" id="{D4174BC8-47E0-7B87-DC4C-5A6D29A5F02D}"/>
                    </a:ext>
                  </a:extLst>
                </p:cNvPr>
                <p:cNvPicPr/>
                <p:nvPr/>
              </p:nvPicPr>
              <p:blipFill>
                <a:blip r:embed="rId36"/>
                <a:stretch>
                  <a:fillRect/>
                </a:stretch>
              </p:blipFill>
              <p:spPr>
                <a:xfrm>
                  <a:off x="11812838" y="4341096"/>
                  <a:ext cx="204120" cy="119160"/>
                </a:xfrm>
                <a:prstGeom prst="rect">
                  <a:avLst/>
                </a:prstGeom>
              </p:spPr>
            </p:pic>
          </mc:Fallback>
        </mc:AlternateContent>
      </p:grpSp>
      <p:grpSp>
        <p:nvGrpSpPr>
          <p:cNvPr id="28" name="Group 27">
            <a:extLst>
              <a:ext uri="{FF2B5EF4-FFF2-40B4-BE49-F238E27FC236}">
                <a16:creationId xmlns:a16="http://schemas.microsoft.com/office/drawing/2014/main" id="{DC9D42EE-6D53-5BDA-EAFD-1A724A5010D3}"/>
              </a:ext>
            </a:extLst>
          </p:cNvPr>
          <p:cNvGrpSpPr/>
          <p:nvPr/>
        </p:nvGrpSpPr>
        <p:grpSpPr>
          <a:xfrm>
            <a:off x="11741198" y="4901616"/>
            <a:ext cx="333720" cy="496800"/>
            <a:chOff x="11741198" y="4901616"/>
            <a:chExt cx="333720" cy="496800"/>
          </a:xfrm>
        </p:grpSpPr>
        <mc:AlternateContent xmlns:mc="http://schemas.openxmlformats.org/markup-compatibility/2006" xmlns:p14="http://schemas.microsoft.com/office/powerpoint/2010/main">
          <mc:Choice Requires="p14">
            <p:contentPart p14:bwMode="auto" r:id="rId37">
              <p14:nvContentPartPr>
                <p14:cNvPr id="25" name="Ink 24">
                  <a:extLst>
                    <a:ext uri="{FF2B5EF4-FFF2-40B4-BE49-F238E27FC236}">
                      <a16:creationId xmlns:a16="http://schemas.microsoft.com/office/drawing/2014/main" id="{A6E46531-5C4A-8BA0-515B-83396BB80041}"/>
                    </a:ext>
                  </a:extLst>
                </p14:cNvPr>
                <p14:cNvContentPartPr/>
                <p14:nvPr/>
              </p14:nvContentPartPr>
              <p14:xfrm>
                <a:off x="11741198" y="5030496"/>
                <a:ext cx="108360" cy="304560"/>
              </p14:xfrm>
            </p:contentPart>
          </mc:Choice>
          <mc:Fallback xmlns="">
            <p:pic>
              <p:nvPicPr>
                <p:cNvPr id="25" name="Ink 24">
                  <a:extLst>
                    <a:ext uri="{FF2B5EF4-FFF2-40B4-BE49-F238E27FC236}">
                      <a16:creationId xmlns:a16="http://schemas.microsoft.com/office/drawing/2014/main" id="{A6E46531-5C4A-8BA0-515B-83396BB80041}"/>
                    </a:ext>
                  </a:extLst>
                </p:cNvPr>
                <p:cNvPicPr/>
                <p:nvPr/>
              </p:nvPicPr>
              <p:blipFill>
                <a:blip r:embed="rId38"/>
                <a:stretch>
                  <a:fillRect/>
                </a:stretch>
              </p:blipFill>
              <p:spPr>
                <a:xfrm>
                  <a:off x="11735078" y="5024376"/>
                  <a:ext cx="12060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6" name="Ink 25">
                  <a:extLst>
                    <a:ext uri="{FF2B5EF4-FFF2-40B4-BE49-F238E27FC236}">
                      <a16:creationId xmlns:a16="http://schemas.microsoft.com/office/drawing/2014/main" id="{2A3D9D85-F13F-B81B-2722-8BBF4435CD7D}"/>
                    </a:ext>
                  </a:extLst>
                </p14:cNvPr>
                <p14:cNvContentPartPr/>
                <p14:nvPr/>
              </p14:nvContentPartPr>
              <p14:xfrm>
                <a:off x="11912918" y="5266656"/>
                <a:ext cx="122760" cy="131760"/>
              </p14:xfrm>
            </p:contentPart>
          </mc:Choice>
          <mc:Fallback xmlns="">
            <p:pic>
              <p:nvPicPr>
                <p:cNvPr id="26" name="Ink 25">
                  <a:extLst>
                    <a:ext uri="{FF2B5EF4-FFF2-40B4-BE49-F238E27FC236}">
                      <a16:creationId xmlns:a16="http://schemas.microsoft.com/office/drawing/2014/main" id="{2A3D9D85-F13F-B81B-2722-8BBF4435CD7D}"/>
                    </a:ext>
                  </a:extLst>
                </p:cNvPr>
                <p:cNvPicPr/>
                <p:nvPr/>
              </p:nvPicPr>
              <p:blipFill>
                <a:blip r:embed="rId40"/>
                <a:stretch>
                  <a:fillRect/>
                </a:stretch>
              </p:blipFill>
              <p:spPr>
                <a:xfrm>
                  <a:off x="11906798" y="5260536"/>
                  <a:ext cx="135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7" name="Ink 26">
                  <a:extLst>
                    <a:ext uri="{FF2B5EF4-FFF2-40B4-BE49-F238E27FC236}">
                      <a16:creationId xmlns:a16="http://schemas.microsoft.com/office/drawing/2014/main" id="{B2D09910-71E5-2381-E39E-686C04CF206E}"/>
                    </a:ext>
                  </a:extLst>
                </p14:cNvPr>
                <p14:cNvContentPartPr/>
                <p14:nvPr/>
              </p14:nvContentPartPr>
              <p14:xfrm>
                <a:off x="11821118" y="4901616"/>
                <a:ext cx="253800" cy="101520"/>
              </p14:xfrm>
            </p:contentPart>
          </mc:Choice>
          <mc:Fallback xmlns="">
            <p:pic>
              <p:nvPicPr>
                <p:cNvPr id="27" name="Ink 26">
                  <a:extLst>
                    <a:ext uri="{FF2B5EF4-FFF2-40B4-BE49-F238E27FC236}">
                      <a16:creationId xmlns:a16="http://schemas.microsoft.com/office/drawing/2014/main" id="{B2D09910-71E5-2381-E39E-686C04CF206E}"/>
                    </a:ext>
                  </a:extLst>
                </p:cNvPr>
                <p:cNvPicPr/>
                <p:nvPr/>
              </p:nvPicPr>
              <p:blipFill>
                <a:blip r:embed="rId42"/>
                <a:stretch>
                  <a:fillRect/>
                </a:stretch>
              </p:blipFill>
              <p:spPr>
                <a:xfrm>
                  <a:off x="11814998" y="4895496"/>
                  <a:ext cx="266040" cy="113760"/>
                </a:xfrm>
                <a:prstGeom prst="rect">
                  <a:avLst/>
                </a:prstGeom>
              </p:spPr>
            </p:pic>
          </mc:Fallback>
        </mc:AlternateContent>
      </p:grpSp>
      <p:grpSp>
        <p:nvGrpSpPr>
          <p:cNvPr id="13325" name="Group 13324">
            <a:extLst>
              <a:ext uri="{FF2B5EF4-FFF2-40B4-BE49-F238E27FC236}">
                <a16:creationId xmlns:a16="http://schemas.microsoft.com/office/drawing/2014/main" id="{C9A471A7-55D0-69E1-75A5-97E2AE86F889}"/>
              </a:ext>
            </a:extLst>
          </p:cNvPr>
          <p:cNvGrpSpPr/>
          <p:nvPr/>
        </p:nvGrpSpPr>
        <p:grpSpPr>
          <a:xfrm>
            <a:off x="9445838" y="4109976"/>
            <a:ext cx="2046240" cy="1981800"/>
            <a:chOff x="9445838" y="4109976"/>
            <a:chExt cx="2046240" cy="1981800"/>
          </a:xfrm>
        </p:grpSpPr>
        <mc:AlternateContent xmlns:mc="http://schemas.openxmlformats.org/markup-compatibility/2006" xmlns:p14="http://schemas.microsoft.com/office/powerpoint/2010/main">
          <mc:Choice Requires="p14">
            <p:contentPart p14:bwMode="auto" r:id="rId43">
              <p14:nvContentPartPr>
                <p14:cNvPr id="32" name="Ink 31">
                  <a:extLst>
                    <a:ext uri="{FF2B5EF4-FFF2-40B4-BE49-F238E27FC236}">
                      <a16:creationId xmlns:a16="http://schemas.microsoft.com/office/drawing/2014/main" id="{0928309D-2590-37D2-46F1-AB56693F295A}"/>
                    </a:ext>
                  </a:extLst>
                </p14:cNvPr>
                <p14:cNvContentPartPr/>
                <p14:nvPr/>
              </p14:nvContentPartPr>
              <p14:xfrm>
                <a:off x="11134238" y="5280336"/>
                <a:ext cx="119880" cy="253800"/>
              </p14:xfrm>
            </p:contentPart>
          </mc:Choice>
          <mc:Fallback xmlns="">
            <p:pic>
              <p:nvPicPr>
                <p:cNvPr id="32" name="Ink 31">
                  <a:extLst>
                    <a:ext uri="{FF2B5EF4-FFF2-40B4-BE49-F238E27FC236}">
                      <a16:creationId xmlns:a16="http://schemas.microsoft.com/office/drawing/2014/main" id="{0928309D-2590-37D2-46F1-AB56693F295A}"/>
                    </a:ext>
                  </a:extLst>
                </p:cNvPr>
                <p:cNvPicPr/>
                <p:nvPr/>
              </p:nvPicPr>
              <p:blipFill>
                <a:blip r:embed="rId44"/>
                <a:stretch>
                  <a:fillRect/>
                </a:stretch>
              </p:blipFill>
              <p:spPr>
                <a:xfrm>
                  <a:off x="11128118" y="5274216"/>
                  <a:ext cx="13212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3" name="Ink 32">
                  <a:extLst>
                    <a:ext uri="{FF2B5EF4-FFF2-40B4-BE49-F238E27FC236}">
                      <a16:creationId xmlns:a16="http://schemas.microsoft.com/office/drawing/2014/main" id="{07E891AA-E142-F8E6-5E83-17D1E3B8450F}"/>
                    </a:ext>
                  </a:extLst>
                </p14:cNvPr>
                <p14:cNvContentPartPr/>
                <p14:nvPr/>
              </p14:nvContentPartPr>
              <p14:xfrm>
                <a:off x="11293718" y="5551056"/>
                <a:ext cx="80280" cy="165240"/>
              </p14:xfrm>
            </p:contentPart>
          </mc:Choice>
          <mc:Fallback xmlns="">
            <p:pic>
              <p:nvPicPr>
                <p:cNvPr id="33" name="Ink 32">
                  <a:extLst>
                    <a:ext uri="{FF2B5EF4-FFF2-40B4-BE49-F238E27FC236}">
                      <a16:creationId xmlns:a16="http://schemas.microsoft.com/office/drawing/2014/main" id="{07E891AA-E142-F8E6-5E83-17D1E3B8450F}"/>
                    </a:ext>
                  </a:extLst>
                </p:cNvPr>
                <p:cNvPicPr/>
                <p:nvPr/>
              </p:nvPicPr>
              <p:blipFill>
                <a:blip r:embed="rId46"/>
                <a:stretch>
                  <a:fillRect/>
                </a:stretch>
              </p:blipFill>
              <p:spPr>
                <a:xfrm>
                  <a:off x="11287598" y="5544936"/>
                  <a:ext cx="9252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4" name="Ink 33">
                  <a:extLst>
                    <a:ext uri="{FF2B5EF4-FFF2-40B4-BE49-F238E27FC236}">
                      <a16:creationId xmlns:a16="http://schemas.microsoft.com/office/drawing/2014/main" id="{DB1B75F1-0677-8872-DAAD-3B152EBB2BC1}"/>
                    </a:ext>
                  </a:extLst>
                </p14:cNvPr>
                <p14:cNvContentPartPr/>
                <p14:nvPr/>
              </p14:nvContentPartPr>
              <p14:xfrm>
                <a:off x="11282918" y="5247576"/>
                <a:ext cx="209160" cy="102600"/>
              </p14:xfrm>
            </p:contentPart>
          </mc:Choice>
          <mc:Fallback xmlns="">
            <p:pic>
              <p:nvPicPr>
                <p:cNvPr id="34" name="Ink 33">
                  <a:extLst>
                    <a:ext uri="{FF2B5EF4-FFF2-40B4-BE49-F238E27FC236}">
                      <a16:creationId xmlns:a16="http://schemas.microsoft.com/office/drawing/2014/main" id="{DB1B75F1-0677-8872-DAAD-3B152EBB2BC1}"/>
                    </a:ext>
                  </a:extLst>
                </p:cNvPr>
                <p:cNvPicPr/>
                <p:nvPr/>
              </p:nvPicPr>
              <p:blipFill>
                <a:blip r:embed="rId48"/>
                <a:stretch>
                  <a:fillRect/>
                </a:stretch>
              </p:blipFill>
              <p:spPr>
                <a:xfrm>
                  <a:off x="11276798" y="5241456"/>
                  <a:ext cx="22140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2" name="Ink 11">
                  <a:extLst>
                    <a:ext uri="{FF2B5EF4-FFF2-40B4-BE49-F238E27FC236}">
                      <a16:creationId xmlns:a16="http://schemas.microsoft.com/office/drawing/2014/main" id="{EE4B3DD2-0AB9-1D71-9DB9-B9B71474C78A}"/>
                    </a:ext>
                  </a:extLst>
                </p14:cNvPr>
                <p14:cNvContentPartPr/>
                <p14:nvPr/>
              </p14:nvContentPartPr>
              <p14:xfrm>
                <a:off x="11084198" y="4161456"/>
                <a:ext cx="151200" cy="318600"/>
              </p14:xfrm>
            </p:contentPart>
          </mc:Choice>
          <mc:Fallback xmlns="">
            <p:pic>
              <p:nvPicPr>
                <p:cNvPr id="12" name="Ink 11">
                  <a:extLst>
                    <a:ext uri="{FF2B5EF4-FFF2-40B4-BE49-F238E27FC236}">
                      <a16:creationId xmlns:a16="http://schemas.microsoft.com/office/drawing/2014/main" id="{EE4B3DD2-0AB9-1D71-9DB9-B9B71474C78A}"/>
                    </a:ext>
                  </a:extLst>
                </p:cNvPr>
                <p:cNvPicPr/>
                <p:nvPr/>
              </p:nvPicPr>
              <p:blipFill>
                <a:blip r:embed="rId50"/>
                <a:stretch>
                  <a:fillRect/>
                </a:stretch>
              </p:blipFill>
              <p:spPr>
                <a:xfrm>
                  <a:off x="11078078" y="4155336"/>
                  <a:ext cx="163440" cy="3308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3" name="Ink 12">
                  <a:extLst>
                    <a:ext uri="{FF2B5EF4-FFF2-40B4-BE49-F238E27FC236}">
                      <a16:creationId xmlns:a16="http://schemas.microsoft.com/office/drawing/2014/main" id="{66A0E70E-10AF-17C5-1F5E-2FFD7F0E2B20}"/>
                    </a:ext>
                  </a:extLst>
                </p14:cNvPr>
                <p14:cNvContentPartPr/>
                <p14:nvPr/>
              </p14:nvContentPartPr>
              <p14:xfrm>
                <a:off x="11272838" y="4452336"/>
                <a:ext cx="36720" cy="109440"/>
              </p14:xfrm>
            </p:contentPart>
          </mc:Choice>
          <mc:Fallback xmlns="">
            <p:pic>
              <p:nvPicPr>
                <p:cNvPr id="13" name="Ink 12">
                  <a:extLst>
                    <a:ext uri="{FF2B5EF4-FFF2-40B4-BE49-F238E27FC236}">
                      <a16:creationId xmlns:a16="http://schemas.microsoft.com/office/drawing/2014/main" id="{66A0E70E-10AF-17C5-1F5E-2FFD7F0E2B20}"/>
                    </a:ext>
                  </a:extLst>
                </p:cNvPr>
                <p:cNvPicPr/>
                <p:nvPr/>
              </p:nvPicPr>
              <p:blipFill>
                <a:blip r:embed="rId52"/>
                <a:stretch>
                  <a:fillRect/>
                </a:stretch>
              </p:blipFill>
              <p:spPr>
                <a:xfrm>
                  <a:off x="11266718" y="4446216"/>
                  <a:ext cx="4896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4" name="Ink 13">
                  <a:extLst>
                    <a:ext uri="{FF2B5EF4-FFF2-40B4-BE49-F238E27FC236}">
                      <a16:creationId xmlns:a16="http://schemas.microsoft.com/office/drawing/2014/main" id="{A7FE1908-A6E9-80DD-80C5-02305F17A3DC}"/>
                    </a:ext>
                  </a:extLst>
                </p14:cNvPr>
                <p14:cNvContentPartPr/>
                <p14:nvPr/>
              </p14:nvContentPartPr>
              <p14:xfrm>
                <a:off x="11269238" y="4109976"/>
                <a:ext cx="211680" cy="141480"/>
              </p14:xfrm>
            </p:contentPart>
          </mc:Choice>
          <mc:Fallback xmlns="">
            <p:pic>
              <p:nvPicPr>
                <p:cNvPr id="14" name="Ink 13">
                  <a:extLst>
                    <a:ext uri="{FF2B5EF4-FFF2-40B4-BE49-F238E27FC236}">
                      <a16:creationId xmlns:a16="http://schemas.microsoft.com/office/drawing/2014/main" id="{A7FE1908-A6E9-80DD-80C5-02305F17A3DC}"/>
                    </a:ext>
                  </a:extLst>
                </p:cNvPr>
                <p:cNvPicPr/>
                <p:nvPr/>
              </p:nvPicPr>
              <p:blipFill>
                <a:blip r:embed="rId54"/>
                <a:stretch>
                  <a:fillRect/>
                </a:stretch>
              </p:blipFill>
              <p:spPr>
                <a:xfrm>
                  <a:off x="11263118" y="4103856"/>
                  <a:ext cx="22392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15" name="Ink 14">
                  <a:extLst>
                    <a:ext uri="{FF2B5EF4-FFF2-40B4-BE49-F238E27FC236}">
                      <a16:creationId xmlns:a16="http://schemas.microsoft.com/office/drawing/2014/main" id="{BD46B6A2-B712-9A28-00DE-CEC5E7561EC3}"/>
                    </a:ext>
                  </a:extLst>
                </p14:cNvPr>
                <p14:cNvContentPartPr/>
                <p14:nvPr/>
              </p14:nvContentPartPr>
              <p14:xfrm>
                <a:off x="11124158" y="4732056"/>
                <a:ext cx="142200" cy="289440"/>
              </p14:xfrm>
            </p:contentPart>
          </mc:Choice>
          <mc:Fallback xmlns="">
            <p:pic>
              <p:nvPicPr>
                <p:cNvPr id="15" name="Ink 14">
                  <a:extLst>
                    <a:ext uri="{FF2B5EF4-FFF2-40B4-BE49-F238E27FC236}">
                      <a16:creationId xmlns:a16="http://schemas.microsoft.com/office/drawing/2014/main" id="{BD46B6A2-B712-9A28-00DE-CEC5E7561EC3}"/>
                    </a:ext>
                  </a:extLst>
                </p:cNvPr>
                <p:cNvPicPr/>
                <p:nvPr/>
              </p:nvPicPr>
              <p:blipFill>
                <a:blip r:embed="rId56"/>
                <a:stretch>
                  <a:fillRect/>
                </a:stretch>
              </p:blipFill>
              <p:spPr>
                <a:xfrm>
                  <a:off x="11118038" y="4725936"/>
                  <a:ext cx="15444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1" name="Ink 30">
                  <a:extLst>
                    <a:ext uri="{FF2B5EF4-FFF2-40B4-BE49-F238E27FC236}">
                      <a16:creationId xmlns:a16="http://schemas.microsoft.com/office/drawing/2014/main" id="{393B138A-2AD0-9233-C62F-27BEDA470D01}"/>
                    </a:ext>
                  </a:extLst>
                </p14:cNvPr>
                <p14:cNvContentPartPr/>
                <p14:nvPr/>
              </p14:nvContentPartPr>
              <p14:xfrm>
                <a:off x="11318918" y="4921056"/>
                <a:ext cx="87840" cy="133200"/>
              </p14:xfrm>
            </p:contentPart>
          </mc:Choice>
          <mc:Fallback xmlns="">
            <p:pic>
              <p:nvPicPr>
                <p:cNvPr id="31" name="Ink 30">
                  <a:extLst>
                    <a:ext uri="{FF2B5EF4-FFF2-40B4-BE49-F238E27FC236}">
                      <a16:creationId xmlns:a16="http://schemas.microsoft.com/office/drawing/2014/main" id="{393B138A-2AD0-9233-C62F-27BEDA470D01}"/>
                    </a:ext>
                  </a:extLst>
                </p:cNvPr>
                <p:cNvPicPr/>
                <p:nvPr/>
              </p:nvPicPr>
              <p:blipFill>
                <a:blip r:embed="rId58"/>
                <a:stretch>
                  <a:fillRect/>
                </a:stretch>
              </p:blipFill>
              <p:spPr>
                <a:xfrm>
                  <a:off x="11312798" y="4914936"/>
                  <a:ext cx="10008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6" name="Ink 35">
                  <a:extLst>
                    <a:ext uri="{FF2B5EF4-FFF2-40B4-BE49-F238E27FC236}">
                      <a16:creationId xmlns:a16="http://schemas.microsoft.com/office/drawing/2014/main" id="{374126A1-A3AA-A8E0-932A-DEF0816C9B0F}"/>
                    </a:ext>
                  </a:extLst>
                </p14:cNvPr>
                <p14:cNvContentPartPr/>
                <p14:nvPr/>
              </p14:nvContentPartPr>
              <p14:xfrm>
                <a:off x="10709438" y="4496976"/>
                <a:ext cx="266400" cy="165240"/>
              </p14:xfrm>
            </p:contentPart>
          </mc:Choice>
          <mc:Fallback xmlns="">
            <p:pic>
              <p:nvPicPr>
                <p:cNvPr id="36" name="Ink 35">
                  <a:extLst>
                    <a:ext uri="{FF2B5EF4-FFF2-40B4-BE49-F238E27FC236}">
                      <a16:creationId xmlns:a16="http://schemas.microsoft.com/office/drawing/2014/main" id="{374126A1-A3AA-A8E0-932A-DEF0816C9B0F}"/>
                    </a:ext>
                  </a:extLst>
                </p:cNvPr>
                <p:cNvPicPr/>
                <p:nvPr/>
              </p:nvPicPr>
              <p:blipFill>
                <a:blip r:embed="rId60"/>
                <a:stretch>
                  <a:fillRect/>
                </a:stretch>
              </p:blipFill>
              <p:spPr>
                <a:xfrm>
                  <a:off x="10703318" y="4490856"/>
                  <a:ext cx="27864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7" name="Ink 36">
                  <a:extLst>
                    <a:ext uri="{FF2B5EF4-FFF2-40B4-BE49-F238E27FC236}">
                      <a16:creationId xmlns:a16="http://schemas.microsoft.com/office/drawing/2014/main" id="{B125955D-1063-3672-D392-15A5BA78C48A}"/>
                    </a:ext>
                  </a:extLst>
                </p14:cNvPr>
                <p14:cNvContentPartPr/>
                <p14:nvPr/>
              </p14:nvContentPartPr>
              <p14:xfrm>
                <a:off x="10608998" y="4600296"/>
                <a:ext cx="218520" cy="136440"/>
              </p14:xfrm>
            </p:contentPart>
          </mc:Choice>
          <mc:Fallback xmlns="">
            <p:pic>
              <p:nvPicPr>
                <p:cNvPr id="37" name="Ink 36">
                  <a:extLst>
                    <a:ext uri="{FF2B5EF4-FFF2-40B4-BE49-F238E27FC236}">
                      <a16:creationId xmlns:a16="http://schemas.microsoft.com/office/drawing/2014/main" id="{B125955D-1063-3672-D392-15A5BA78C48A}"/>
                    </a:ext>
                  </a:extLst>
                </p:cNvPr>
                <p:cNvPicPr/>
                <p:nvPr/>
              </p:nvPicPr>
              <p:blipFill>
                <a:blip r:embed="rId62"/>
                <a:stretch>
                  <a:fillRect/>
                </a:stretch>
              </p:blipFill>
              <p:spPr>
                <a:xfrm>
                  <a:off x="10602878" y="4594176"/>
                  <a:ext cx="23076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8" name="Ink 37">
                  <a:extLst>
                    <a:ext uri="{FF2B5EF4-FFF2-40B4-BE49-F238E27FC236}">
                      <a16:creationId xmlns:a16="http://schemas.microsoft.com/office/drawing/2014/main" id="{18B637C8-3E6B-0C6E-2409-2B11AE9A3664}"/>
                    </a:ext>
                  </a:extLst>
                </p14:cNvPr>
                <p14:cNvContentPartPr/>
                <p14:nvPr/>
              </p14:nvContentPartPr>
              <p14:xfrm>
                <a:off x="9445838" y="4874256"/>
                <a:ext cx="167040" cy="239760"/>
              </p14:xfrm>
            </p:contentPart>
          </mc:Choice>
          <mc:Fallback xmlns="">
            <p:pic>
              <p:nvPicPr>
                <p:cNvPr id="38" name="Ink 37">
                  <a:extLst>
                    <a:ext uri="{FF2B5EF4-FFF2-40B4-BE49-F238E27FC236}">
                      <a16:creationId xmlns:a16="http://schemas.microsoft.com/office/drawing/2014/main" id="{18B637C8-3E6B-0C6E-2409-2B11AE9A3664}"/>
                    </a:ext>
                  </a:extLst>
                </p:cNvPr>
                <p:cNvPicPr/>
                <p:nvPr/>
              </p:nvPicPr>
              <p:blipFill>
                <a:blip r:embed="rId64"/>
                <a:stretch>
                  <a:fillRect/>
                </a:stretch>
              </p:blipFill>
              <p:spPr>
                <a:xfrm>
                  <a:off x="9439718" y="4868136"/>
                  <a:ext cx="17928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9" name="Ink 38">
                  <a:extLst>
                    <a:ext uri="{FF2B5EF4-FFF2-40B4-BE49-F238E27FC236}">
                      <a16:creationId xmlns:a16="http://schemas.microsoft.com/office/drawing/2014/main" id="{44047EDC-E343-8141-1559-D6FFE1D9756B}"/>
                    </a:ext>
                  </a:extLst>
                </p14:cNvPr>
                <p14:cNvContentPartPr/>
                <p14:nvPr/>
              </p14:nvContentPartPr>
              <p14:xfrm>
                <a:off x="9575798" y="4894776"/>
                <a:ext cx="169560" cy="119160"/>
              </p14:xfrm>
            </p:contentPart>
          </mc:Choice>
          <mc:Fallback xmlns="">
            <p:pic>
              <p:nvPicPr>
                <p:cNvPr id="39" name="Ink 38">
                  <a:extLst>
                    <a:ext uri="{FF2B5EF4-FFF2-40B4-BE49-F238E27FC236}">
                      <a16:creationId xmlns:a16="http://schemas.microsoft.com/office/drawing/2014/main" id="{44047EDC-E343-8141-1559-D6FFE1D9756B}"/>
                    </a:ext>
                  </a:extLst>
                </p:cNvPr>
                <p:cNvPicPr/>
                <p:nvPr/>
              </p:nvPicPr>
              <p:blipFill>
                <a:blip r:embed="rId66"/>
                <a:stretch>
                  <a:fillRect/>
                </a:stretch>
              </p:blipFill>
              <p:spPr>
                <a:xfrm>
                  <a:off x="9569678" y="4888656"/>
                  <a:ext cx="18180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2" name="Ink 41">
                  <a:extLst>
                    <a:ext uri="{FF2B5EF4-FFF2-40B4-BE49-F238E27FC236}">
                      <a16:creationId xmlns:a16="http://schemas.microsoft.com/office/drawing/2014/main" id="{BEA6B90E-0AD4-7E24-B420-6607B774ABC9}"/>
                    </a:ext>
                  </a:extLst>
                </p14:cNvPr>
                <p14:cNvContentPartPr/>
                <p14:nvPr/>
              </p14:nvContentPartPr>
              <p14:xfrm>
                <a:off x="9607838" y="4856256"/>
                <a:ext cx="29160" cy="70200"/>
              </p14:xfrm>
            </p:contentPart>
          </mc:Choice>
          <mc:Fallback xmlns="">
            <p:pic>
              <p:nvPicPr>
                <p:cNvPr id="42" name="Ink 41">
                  <a:extLst>
                    <a:ext uri="{FF2B5EF4-FFF2-40B4-BE49-F238E27FC236}">
                      <a16:creationId xmlns:a16="http://schemas.microsoft.com/office/drawing/2014/main" id="{BEA6B90E-0AD4-7E24-B420-6607B774ABC9}"/>
                    </a:ext>
                  </a:extLst>
                </p:cNvPr>
                <p:cNvPicPr/>
                <p:nvPr/>
              </p:nvPicPr>
              <p:blipFill>
                <a:blip r:embed="rId68"/>
                <a:stretch>
                  <a:fillRect/>
                </a:stretch>
              </p:blipFill>
              <p:spPr>
                <a:xfrm>
                  <a:off x="9601718" y="4850136"/>
                  <a:ext cx="4140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3" name="Ink 42">
                  <a:extLst>
                    <a:ext uri="{FF2B5EF4-FFF2-40B4-BE49-F238E27FC236}">
                      <a16:creationId xmlns:a16="http://schemas.microsoft.com/office/drawing/2014/main" id="{6D18D8AB-7528-6425-51B3-035B8FB1D60B}"/>
                    </a:ext>
                  </a:extLst>
                </p14:cNvPr>
                <p14:cNvContentPartPr/>
                <p14:nvPr/>
              </p14:nvContentPartPr>
              <p14:xfrm>
                <a:off x="9807998" y="5013576"/>
                <a:ext cx="23760" cy="48240"/>
              </p14:xfrm>
            </p:contentPart>
          </mc:Choice>
          <mc:Fallback xmlns="">
            <p:pic>
              <p:nvPicPr>
                <p:cNvPr id="43" name="Ink 42">
                  <a:extLst>
                    <a:ext uri="{FF2B5EF4-FFF2-40B4-BE49-F238E27FC236}">
                      <a16:creationId xmlns:a16="http://schemas.microsoft.com/office/drawing/2014/main" id="{6D18D8AB-7528-6425-51B3-035B8FB1D60B}"/>
                    </a:ext>
                  </a:extLst>
                </p:cNvPr>
                <p:cNvPicPr/>
                <p:nvPr/>
              </p:nvPicPr>
              <p:blipFill>
                <a:blip r:embed="rId70"/>
                <a:stretch>
                  <a:fillRect/>
                </a:stretch>
              </p:blipFill>
              <p:spPr>
                <a:xfrm>
                  <a:off x="9801878" y="5007456"/>
                  <a:ext cx="3600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4" name="Ink 43">
                  <a:extLst>
                    <a:ext uri="{FF2B5EF4-FFF2-40B4-BE49-F238E27FC236}">
                      <a16:creationId xmlns:a16="http://schemas.microsoft.com/office/drawing/2014/main" id="{43283C87-B540-0545-648A-596306FC5A71}"/>
                    </a:ext>
                  </a:extLst>
                </p14:cNvPr>
                <p14:cNvContentPartPr/>
                <p14:nvPr/>
              </p14:nvContentPartPr>
              <p14:xfrm>
                <a:off x="9877838" y="5009616"/>
                <a:ext cx="18360" cy="87120"/>
              </p14:xfrm>
            </p:contentPart>
          </mc:Choice>
          <mc:Fallback xmlns="">
            <p:pic>
              <p:nvPicPr>
                <p:cNvPr id="44" name="Ink 43">
                  <a:extLst>
                    <a:ext uri="{FF2B5EF4-FFF2-40B4-BE49-F238E27FC236}">
                      <a16:creationId xmlns:a16="http://schemas.microsoft.com/office/drawing/2014/main" id="{43283C87-B540-0545-648A-596306FC5A71}"/>
                    </a:ext>
                  </a:extLst>
                </p:cNvPr>
                <p:cNvPicPr/>
                <p:nvPr/>
              </p:nvPicPr>
              <p:blipFill>
                <a:blip r:embed="rId72"/>
                <a:stretch>
                  <a:fillRect/>
                </a:stretch>
              </p:blipFill>
              <p:spPr>
                <a:xfrm>
                  <a:off x="9871718" y="5003496"/>
                  <a:ext cx="3060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6" name="Ink 45">
                  <a:extLst>
                    <a:ext uri="{FF2B5EF4-FFF2-40B4-BE49-F238E27FC236}">
                      <a16:creationId xmlns:a16="http://schemas.microsoft.com/office/drawing/2014/main" id="{D510BB98-34EE-45D5-2A4B-616A5FB02AE0}"/>
                    </a:ext>
                  </a:extLst>
                </p14:cNvPr>
                <p14:cNvContentPartPr/>
                <p14:nvPr/>
              </p14:nvContentPartPr>
              <p14:xfrm>
                <a:off x="9860198" y="4989816"/>
                <a:ext cx="77040" cy="151200"/>
              </p14:xfrm>
            </p:contentPart>
          </mc:Choice>
          <mc:Fallback xmlns="">
            <p:pic>
              <p:nvPicPr>
                <p:cNvPr id="46" name="Ink 45">
                  <a:extLst>
                    <a:ext uri="{FF2B5EF4-FFF2-40B4-BE49-F238E27FC236}">
                      <a16:creationId xmlns:a16="http://schemas.microsoft.com/office/drawing/2014/main" id="{D510BB98-34EE-45D5-2A4B-616A5FB02AE0}"/>
                    </a:ext>
                  </a:extLst>
                </p:cNvPr>
                <p:cNvPicPr/>
                <p:nvPr/>
              </p:nvPicPr>
              <p:blipFill>
                <a:blip r:embed="rId74"/>
                <a:stretch>
                  <a:fillRect/>
                </a:stretch>
              </p:blipFill>
              <p:spPr>
                <a:xfrm>
                  <a:off x="9854078" y="4983696"/>
                  <a:ext cx="892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7" name="Ink 46">
                  <a:extLst>
                    <a:ext uri="{FF2B5EF4-FFF2-40B4-BE49-F238E27FC236}">
                      <a16:creationId xmlns:a16="http://schemas.microsoft.com/office/drawing/2014/main" id="{D5F75205-57D3-E894-9735-E15E4D1ACE22}"/>
                    </a:ext>
                  </a:extLst>
                </p14:cNvPr>
                <p14:cNvContentPartPr/>
                <p14:nvPr/>
              </p14:nvContentPartPr>
              <p14:xfrm>
                <a:off x="9860198" y="5008536"/>
                <a:ext cx="20160" cy="12240"/>
              </p14:xfrm>
            </p:contentPart>
          </mc:Choice>
          <mc:Fallback xmlns="">
            <p:pic>
              <p:nvPicPr>
                <p:cNvPr id="47" name="Ink 46">
                  <a:extLst>
                    <a:ext uri="{FF2B5EF4-FFF2-40B4-BE49-F238E27FC236}">
                      <a16:creationId xmlns:a16="http://schemas.microsoft.com/office/drawing/2014/main" id="{D5F75205-57D3-E894-9735-E15E4D1ACE22}"/>
                    </a:ext>
                  </a:extLst>
                </p:cNvPr>
                <p:cNvPicPr/>
                <p:nvPr/>
              </p:nvPicPr>
              <p:blipFill>
                <a:blip r:embed="rId76"/>
                <a:stretch>
                  <a:fillRect/>
                </a:stretch>
              </p:blipFill>
              <p:spPr>
                <a:xfrm>
                  <a:off x="9854078" y="5002416"/>
                  <a:ext cx="3240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8" name="Ink 47">
                  <a:extLst>
                    <a:ext uri="{FF2B5EF4-FFF2-40B4-BE49-F238E27FC236}">
                      <a16:creationId xmlns:a16="http://schemas.microsoft.com/office/drawing/2014/main" id="{DBF30F49-BA2E-AEB0-F7E5-67CEB199E4F6}"/>
                    </a:ext>
                  </a:extLst>
                </p14:cNvPr>
                <p14:cNvContentPartPr/>
                <p14:nvPr/>
              </p14:nvContentPartPr>
              <p14:xfrm>
                <a:off x="9858038" y="5006376"/>
                <a:ext cx="42480" cy="50760"/>
              </p14:xfrm>
            </p:contentPart>
          </mc:Choice>
          <mc:Fallback xmlns="">
            <p:pic>
              <p:nvPicPr>
                <p:cNvPr id="48" name="Ink 47">
                  <a:extLst>
                    <a:ext uri="{FF2B5EF4-FFF2-40B4-BE49-F238E27FC236}">
                      <a16:creationId xmlns:a16="http://schemas.microsoft.com/office/drawing/2014/main" id="{DBF30F49-BA2E-AEB0-F7E5-67CEB199E4F6}"/>
                    </a:ext>
                  </a:extLst>
                </p:cNvPr>
                <p:cNvPicPr/>
                <p:nvPr/>
              </p:nvPicPr>
              <p:blipFill>
                <a:blip r:embed="rId78"/>
                <a:stretch>
                  <a:fillRect/>
                </a:stretch>
              </p:blipFill>
              <p:spPr>
                <a:xfrm>
                  <a:off x="9851918" y="5000256"/>
                  <a:ext cx="5472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9" name="Ink 48">
                  <a:extLst>
                    <a:ext uri="{FF2B5EF4-FFF2-40B4-BE49-F238E27FC236}">
                      <a16:creationId xmlns:a16="http://schemas.microsoft.com/office/drawing/2014/main" id="{548C1B87-21CC-93D8-1A02-AC6F7CEC2E42}"/>
                    </a:ext>
                  </a:extLst>
                </p14:cNvPr>
                <p14:cNvContentPartPr/>
                <p14:nvPr/>
              </p14:nvContentPartPr>
              <p14:xfrm>
                <a:off x="9906638" y="4883256"/>
                <a:ext cx="14040" cy="120600"/>
              </p14:xfrm>
            </p:contentPart>
          </mc:Choice>
          <mc:Fallback xmlns="">
            <p:pic>
              <p:nvPicPr>
                <p:cNvPr id="49" name="Ink 48">
                  <a:extLst>
                    <a:ext uri="{FF2B5EF4-FFF2-40B4-BE49-F238E27FC236}">
                      <a16:creationId xmlns:a16="http://schemas.microsoft.com/office/drawing/2014/main" id="{548C1B87-21CC-93D8-1A02-AC6F7CEC2E42}"/>
                    </a:ext>
                  </a:extLst>
                </p:cNvPr>
                <p:cNvPicPr/>
                <p:nvPr/>
              </p:nvPicPr>
              <p:blipFill>
                <a:blip r:embed="rId80"/>
                <a:stretch>
                  <a:fillRect/>
                </a:stretch>
              </p:blipFill>
              <p:spPr>
                <a:xfrm>
                  <a:off x="9900518" y="4877136"/>
                  <a:ext cx="2628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0" name="Ink 49">
                  <a:extLst>
                    <a:ext uri="{FF2B5EF4-FFF2-40B4-BE49-F238E27FC236}">
                      <a16:creationId xmlns:a16="http://schemas.microsoft.com/office/drawing/2014/main" id="{1140FC86-53F0-F5FB-2804-4115FB8DB806}"/>
                    </a:ext>
                  </a:extLst>
                </p14:cNvPr>
                <p14:cNvContentPartPr/>
                <p14:nvPr/>
              </p14:nvContentPartPr>
              <p14:xfrm>
                <a:off x="9928958" y="4702896"/>
                <a:ext cx="153000" cy="104040"/>
              </p14:xfrm>
            </p:contentPart>
          </mc:Choice>
          <mc:Fallback xmlns="">
            <p:pic>
              <p:nvPicPr>
                <p:cNvPr id="50" name="Ink 49">
                  <a:extLst>
                    <a:ext uri="{FF2B5EF4-FFF2-40B4-BE49-F238E27FC236}">
                      <a16:creationId xmlns:a16="http://schemas.microsoft.com/office/drawing/2014/main" id="{1140FC86-53F0-F5FB-2804-4115FB8DB806}"/>
                    </a:ext>
                  </a:extLst>
                </p:cNvPr>
                <p:cNvPicPr/>
                <p:nvPr/>
              </p:nvPicPr>
              <p:blipFill>
                <a:blip r:embed="rId82"/>
                <a:stretch>
                  <a:fillRect/>
                </a:stretch>
              </p:blipFill>
              <p:spPr>
                <a:xfrm>
                  <a:off x="9922838" y="4696776"/>
                  <a:ext cx="16524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1" name="Ink 50">
                  <a:extLst>
                    <a:ext uri="{FF2B5EF4-FFF2-40B4-BE49-F238E27FC236}">
                      <a16:creationId xmlns:a16="http://schemas.microsoft.com/office/drawing/2014/main" id="{58AFF393-4384-8450-D25A-31DD10BB622A}"/>
                    </a:ext>
                  </a:extLst>
                </p14:cNvPr>
                <p14:cNvContentPartPr/>
                <p14:nvPr/>
              </p14:nvContentPartPr>
              <p14:xfrm>
                <a:off x="10079078" y="4783176"/>
                <a:ext cx="106920" cy="105840"/>
              </p14:xfrm>
            </p:contentPart>
          </mc:Choice>
          <mc:Fallback xmlns="">
            <p:pic>
              <p:nvPicPr>
                <p:cNvPr id="51" name="Ink 50">
                  <a:extLst>
                    <a:ext uri="{FF2B5EF4-FFF2-40B4-BE49-F238E27FC236}">
                      <a16:creationId xmlns:a16="http://schemas.microsoft.com/office/drawing/2014/main" id="{58AFF393-4384-8450-D25A-31DD10BB622A}"/>
                    </a:ext>
                  </a:extLst>
                </p:cNvPr>
                <p:cNvPicPr/>
                <p:nvPr/>
              </p:nvPicPr>
              <p:blipFill>
                <a:blip r:embed="rId84"/>
                <a:stretch>
                  <a:fillRect/>
                </a:stretch>
              </p:blipFill>
              <p:spPr>
                <a:xfrm>
                  <a:off x="10072958" y="4777056"/>
                  <a:ext cx="11916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3" name="Ink 52">
                  <a:extLst>
                    <a:ext uri="{FF2B5EF4-FFF2-40B4-BE49-F238E27FC236}">
                      <a16:creationId xmlns:a16="http://schemas.microsoft.com/office/drawing/2014/main" id="{B04C99D5-2C28-7C65-3651-440E2A2419E1}"/>
                    </a:ext>
                  </a:extLst>
                </p14:cNvPr>
                <p14:cNvContentPartPr/>
                <p14:nvPr/>
              </p14:nvContentPartPr>
              <p14:xfrm>
                <a:off x="10189238" y="4754736"/>
                <a:ext cx="72360" cy="110160"/>
              </p14:xfrm>
            </p:contentPart>
          </mc:Choice>
          <mc:Fallback xmlns="">
            <p:pic>
              <p:nvPicPr>
                <p:cNvPr id="53" name="Ink 52">
                  <a:extLst>
                    <a:ext uri="{FF2B5EF4-FFF2-40B4-BE49-F238E27FC236}">
                      <a16:creationId xmlns:a16="http://schemas.microsoft.com/office/drawing/2014/main" id="{B04C99D5-2C28-7C65-3651-440E2A2419E1}"/>
                    </a:ext>
                  </a:extLst>
                </p:cNvPr>
                <p:cNvPicPr/>
                <p:nvPr/>
              </p:nvPicPr>
              <p:blipFill>
                <a:blip r:embed="rId86"/>
                <a:stretch>
                  <a:fillRect/>
                </a:stretch>
              </p:blipFill>
              <p:spPr>
                <a:xfrm>
                  <a:off x="10183118" y="4748616"/>
                  <a:ext cx="8460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4" name="Ink 53">
                  <a:extLst>
                    <a:ext uri="{FF2B5EF4-FFF2-40B4-BE49-F238E27FC236}">
                      <a16:creationId xmlns:a16="http://schemas.microsoft.com/office/drawing/2014/main" id="{D289080E-6A11-A5C6-46A5-0707750766CA}"/>
                    </a:ext>
                  </a:extLst>
                </p14:cNvPr>
                <p14:cNvContentPartPr/>
                <p14:nvPr/>
              </p14:nvContentPartPr>
              <p14:xfrm>
                <a:off x="10128758" y="4489776"/>
                <a:ext cx="212400" cy="373320"/>
              </p14:xfrm>
            </p:contentPart>
          </mc:Choice>
          <mc:Fallback xmlns="">
            <p:pic>
              <p:nvPicPr>
                <p:cNvPr id="54" name="Ink 53">
                  <a:extLst>
                    <a:ext uri="{FF2B5EF4-FFF2-40B4-BE49-F238E27FC236}">
                      <a16:creationId xmlns:a16="http://schemas.microsoft.com/office/drawing/2014/main" id="{D289080E-6A11-A5C6-46A5-0707750766CA}"/>
                    </a:ext>
                  </a:extLst>
                </p:cNvPr>
                <p:cNvPicPr/>
                <p:nvPr/>
              </p:nvPicPr>
              <p:blipFill>
                <a:blip r:embed="rId88"/>
                <a:stretch>
                  <a:fillRect/>
                </a:stretch>
              </p:blipFill>
              <p:spPr>
                <a:xfrm>
                  <a:off x="10122638" y="4483656"/>
                  <a:ext cx="224640" cy="3855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6" name="Ink 55">
                  <a:extLst>
                    <a:ext uri="{FF2B5EF4-FFF2-40B4-BE49-F238E27FC236}">
                      <a16:creationId xmlns:a16="http://schemas.microsoft.com/office/drawing/2014/main" id="{B8A3C883-1BF2-8919-E176-0320F3A2C3DB}"/>
                    </a:ext>
                  </a:extLst>
                </p14:cNvPr>
                <p14:cNvContentPartPr/>
                <p14:nvPr/>
              </p14:nvContentPartPr>
              <p14:xfrm>
                <a:off x="9597758" y="5351256"/>
                <a:ext cx="196920" cy="231840"/>
              </p14:xfrm>
            </p:contentPart>
          </mc:Choice>
          <mc:Fallback xmlns="">
            <p:pic>
              <p:nvPicPr>
                <p:cNvPr id="56" name="Ink 55">
                  <a:extLst>
                    <a:ext uri="{FF2B5EF4-FFF2-40B4-BE49-F238E27FC236}">
                      <a16:creationId xmlns:a16="http://schemas.microsoft.com/office/drawing/2014/main" id="{B8A3C883-1BF2-8919-E176-0320F3A2C3DB}"/>
                    </a:ext>
                  </a:extLst>
                </p:cNvPr>
                <p:cNvPicPr/>
                <p:nvPr/>
              </p:nvPicPr>
              <p:blipFill>
                <a:blip r:embed="rId90"/>
                <a:stretch>
                  <a:fillRect/>
                </a:stretch>
              </p:blipFill>
              <p:spPr>
                <a:xfrm>
                  <a:off x="9591638" y="5345136"/>
                  <a:ext cx="20916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7" name="Ink 56">
                  <a:extLst>
                    <a:ext uri="{FF2B5EF4-FFF2-40B4-BE49-F238E27FC236}">
                      <a16:creationId xmlns:a16="http://schemas.microsoft.com/office/drawing/2014/main" id="{63BEAC4C-E9A5-3CBA-38F4-B6222C6C0D6B}"/>
                    </a:ext>
                  </a:extLst>
                </p14:cNvPr>
                <p14:cNvContentPartPr/>
                <p14:nvPr/>
              </p14:nvContentPartPr>
              <p14:xfrm>
                <a:off x="9726638" y="5350896"/>
                <a:ext cx="163440" cy="111960"/>
              </p14:xfrm>
            </p:contentPart>
          </mc:Choice>
          <mc:Fallback xmlns="">
            <p:pic>
              <p:nvPicPr>
                <p:cNvPr id="57" name="Ink 56">
                  <a:extLst>
                    <a:ext uri="{FF2B5EF4-FFF2-40B4-BE49-F238E27FC236}">
                      <a16:creationId xmlns:a16="http://schemas.microsoft.com/office/drawing/2014/main" id="{63BEAC4C-E9A5-3CBA-38F4-B6222C6C0D6B}"/>
                    </a:ext>
                  </a:extLst>
                </p:cNvPr>
                <p:cNvPicPr/>
                <p:nvPr/>
              </p:nvPicPr>
              <p:blipFill>
                <a:blip r:embed="rId92"/>
                <a:stretch>
                  <a:fillRect/>
                </a:stretch>
              </p:blipFill>
              <p:spPr>
                <a:xfrm>
                  <a:off x="9720518" y="5344776"/>
                  <a:ext cx="17568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8" name="Ink 57">
                  <a:extLst>
                    <a:ext uri="{FF2B5EF4-FFF2-40B4-BE49-F238E27FC236}">
                      <a16:creationId xmlns:a16="http://schemas.microsoft.com/office/drawing/2014/main" id="{6F033EBF-2FDF-ED8D-E72F-3496BE72A521}"/>
                    </a:ext>
                  </a:extLst>
                </p14:cNvPr>
                <p14:cNvContentPartPr/>
                <p14:nvPr/>
              </p14:nvContentPartPr>
              <p14:xfrm>
                <a:off x="9927518" y="5390856"/>
                <a:ext cx="26640" cy="82440"/>
              </p14:xfrm>
            </p:contentPart>
          </mc:Choice>
          <mc:Fallback xmlns="">
            <p:pic>
              <p:nvPicPr>
                <p:cNvPr id="58" name="Ink 57">
                  <a:extLst>
                    <a:ext uri="{FF2B5EF4-FFF2-40B4-BE49-F238E27FC236}">
                      <a16:creationId xmlns:a16="http://schemas.microsoft.com/office/drawing/2014/main" id="{6F033EBF-2FDF-ED8D-E72F-3496BE72A521}"/>
                    </a:ext>
                  </a:extLst>
                </p:cNvPr>
                <p:cNvPicPr/>
                <p:nvPr/>
              </p:nvPicPr>
              <p:blipFill>
                <a:blip r:embed="rId94"/>
                <a:stretch>
                  <a:fillRect/>
                </a:stretch>
              </p:blipFill>
              <p:spPr>
                <a:xfrm>
                  <a:off x="9921398" y="5384736"/>
                  <a:ext cx="3888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9" name="Ink 58">
                  <a:extLst>
                    <a:ext uri="{FF2B5EF4-FFF2-40B4-BE49-F238E27FC236}">
                      <a16:creationId xmlns:a16="http://schemas.microsoft.com/office/drawing/2014/main" id="{ABB12704-90D6-F426-9678-8BD216D633FE}"/>
                    </a:ext>
                  </a:extLst>
                </p14:cNvPr>
                <p14:cNvContentPartPr/>
                <p14:nvPr/>
              </p14:nvContentPartPr>
              <p14:xfrm>
                <a:off x="9968918" y="5353416"/>
                <a:ext cx="141840" cy="77760"/>
              </p14:xfrm>
            </p:contentPart>
          </mc:Choice>
          <mc:Fallback xmlns="">
            <p:pic>
              <p:nvPicPr>
                <p:cNvPr id="59" name="Ink 58">
                  <a:extLst>
                    <a:ext uri="{FF2B5EF4-FFF2-40B4-BE49-F238E27FC236}">
                      <a16:creationId xmlns:a16="http://schemas.microsoft.com/office/drawing/2014/main" id="{ABB12704-90D6-F426-9678-8BD216D633FE}"/>
                    </a:ext>
                  </a:extLst>
                </p:cNvPr>
                <p:cNvPicPr/>
                <p:nvPr/>
              </p:nvPicPr>
              <p:blipFill>
                <a:blip r:embed="rId96"/>
                <a:stretch>
                  <a:fillRect/>
                </a:stretch>
              </p:blipFill>
              <p:spPr>
                <a:xfrm>
                  <a:off x="9962798" y="5347296"/>
                  <a:ext cx="15408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0" name="Ink 59">
                  <a:extLst>
                    <a:ext uri="{FF2B5EF4-FFF2-40B4-BE49-F238E27FC236}">
                      <a16:creationId xmlns:a16="http://schemas.microsoft.com/office/drawing/2014/main" id="{02D4E811-F172-AFF2-502A-9DB3EC93C803}"/>
                    </a:ext>
                  </a:extLst>
                </p14:cNvPr>
                <p14:cNvContentPartPr/>
                <p14:nvPr/>
              </p14:nvContentPartPr>
              <p14:xfrm>
                <a:off x="10084118" y="5276376"/>
                <a:ext cx="16920" cy="96480"/>
              </p14:xfrm>
            </p:contentPart>
          </mc:Choice>
          <mc:Fallback xmlns="">
            <p:pic>
              <p:nvPicPr>
                <p:cNvPr id="60" name="Ink 59">
                  <a:extLst>
                    <a:ext uri="{FF2B5EF4-FFF2-40B4-BE49-F238E27FC236}">
                      <a16:creationId xmlns:a16="http://schemas.microsoft.com/office/drawing/2014/main" id="{02D4E811-F172-AFF2-502A-9DB3EC93C803}"/>
                    </a:ext>
                  </a:extLst>
                </p:cNvPr>
                <p:cNvPicPr/>
                <p:nvPr/>
              </p:nvPicPr>
              <p:blipFill>
                <a:blip r:embed="rId98"/>
                <a:stretch>
                  <a:fillRect/>
                </a:stretch>
              </p:blipFill>
              <p:spPr>
                <a:xfrm>
                  <a:off x="10077998" y="5270256"/>
                  <a:ext cx="2916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1" name="Ink 60">
                  <a:extLst>
                    <a:ext uri="{FF2B5EF4-FFF2-40B4-BE49-F238E27FC236}">
                      <a16:creationId xmlns:a16="http://schemas.microsoft.com/office/drawing/2014/main" id="{F4EF23E8-447A-78A6-4873-9B4F385D9E35}"/>
                    </a:ext>
                  </a:extLst>
                </p14:cNvPr>
                <p14:cNvContentPartPr/>
                <p14:nvPr/>
              </p14:nvContentPartPr>
              <p14:xfrm>
                <a:off x="10108598" y="5109336"/>
                <a:ext cx="133560" cy="101160"/>
              </p14:xfrm>
            </p:contentPart>
          </mc:Choice>
          <mc:Fallback xmlns="">
            <p:pic>
              <p:nvPicPr>
                <p:cNvPr id="61" name="Ink 60">
                  <a:extLst>
                    <a:ext uri="{FF2B5EF4-FFF2-40B4-BE49-F238E27FC236}">
                      <a16:creationId xmlns:a16="http://schemas.microsoft.com/office/drawing/2014/main" id="{F4EF23E8-447A-78A6-4873-9B4F385D9E35}"/>
                    </a:ext>
                  </a:extLst>
                </p:cNvPr>
                <p:cNvPicPr/>
                <p:nvPr/>
              </p:nvPicPr>
              <p:blipFill>
                <a:blip r:embed="rId100"/>
                <a:stretch>
                  <a:fillRect/>
                </a:stretch>
              </p:blipFill>
              <p:spPr>
                <a:xfrm>
                  <a:off x="10102478" y="5103216"/>
                  <a:ext cx="14580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2" name="Ink 61">
                  <a:extLst>
                    <a:ext uri="{FF2B5EF4-FFF2-40B4-BE49-F238E27FC236}">
                      <a16:creationId xmlns:a16="http://schemas.microsoft.com/office/drawing/2014/main" id="{50862E28-96EF-9651-15DC-22FF28E6D128}"/>
                    </a:ext>
                  </a:extLst>
                </p14:cNvPr>
                <p14:cNvContentPartPr/>
                <p14:nvPr/>
              </p14:nvContentPartPr>
              <p14:xfrm>
                <a:off x="10052798" y="5144976"/>
                <a:ext cx="82800" cy="96120"/>
              </p14:xfrm>
            </p:contentPart>
          </mc:Choice>
          <mc:Fallback xmlns="">
            <p:pic>
              <p:nvPicPr>
                <p:cNvPr id="62" name="Ink 61">
                  <a:extLst>
                    <a:ext uri="{FF2B5EF4-FFF2-40B4-BE49-F238E27FC236}">
                      <a16:creationId xmlns:a16="http://schemas.microsoft.com/office/drawing/2014/main" id="{50862E28-96EF-9651-15DC-22FF28E6D128}"/>
                    </a:ext>
                  </a:extLst>
                </p:cNvPr>
                <p:cNvPicPr/>
                <p:nvPr/>
              </p:nvPicPr>
              <p:blipFill>
                <a:blip r:embed="rId102"/>
                <a:stretch>
                  <a:fillRect/>
                </a:stretch>
              </p:blipFill>
              <p:spPr>
                <a:xfrm>
                  <a:off x="10046678" y="5138856"/>
                  <a:ext cx="9504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3" name="Ink 62">
                  <a:extLst>
                    <a:ext uri="{FF2B5EF4-FFF2-40B4-BE49-F238E27FC236}">
                      <a16:creationId xmlns:a16="http://schemas.microsoft.com/office/drawing/2014/main" id="{F7ABBBFA-C576-030F-1839-194077F89297}"/>
                    </a:ext>
                  </a:extLst>
                </p14:cNvPr>
                <p14:cNvContentPartPr/>
                <p14:nvPr/>
              </p14:nvContentPartPr>
              <p14:xfrm>
                <a:off x="10134878" y="5101416"/>
                <a:ext cx="101160" cy="89640"/>
              </p14:xfrm>
            </p:contentPart>
          </mc:Choice>
          <mc:Fallback xmlns="">
            <p:pic>
              <p:nvPicPr>
                <p:cNvPr id="63" name="Ink 62">
                  <a:extLst>
                    <a:ext uri="{FF2B5EF4-FFF2-40B4-BE49-F238E27FC236}">
                      <a16:creationId xmlns:a16="http://schemas.microsoft.com/office/drawing/2014/main" id="{F7ABBBFA-C576-030F-1839-194077F89297}"/>
                    </a:ext>
                  </a:extLst>
                </p:cNvPr>
                <p:cNvPicPr/>
                <p:nvPr/>
              </p:nvPicPr>
              <p:blipFill>
                <a:blip r:embed="rId104"/>
                <a:stretch>
                  <a:fillRect/>
                </a:stretch>
              </p:blipFill>
              <p:spPr>
                <a:xfrm>
                  <a:off x="10128758" y="5095296"/>
                  <a:ext cx="11340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3312" name="Ink 13311">
                  <a:extLst>
                    <a:ext uri="{FF2B5EF4-FFF2-40B4-BE49-F238E27FC236}">
                      <a16:creationId xmlns:a16="http://schemas.microsoft.com/office/drawing/2014/main" id="{3A2BDF7F-9BBF-597B-DF3A-6956299426F9}"/>
                    </a:ext>
                  </a:extLst>
                </p14:cNvPr>
                <p14:cNvContentPartPr/>
                <p14:nvPr/>
              </p14:nvContentPartPr>
              <p14:xfrm>
                <a:off x="10282118" y="5166576"/>
                <a:ext cx="100800" cy="82080"/>
              </p14:xfrm>
            </p:contentPart>
          </mc:Choice>
          <mc:Fallback xmlns="">
            <p:pic>
              <p:nvPicPr>
                <p:cNvPr id="13312" name="Ink 13311">
                  <a:extLst>
                    <a:ext uri="{FF2B5EF4-FFF2-40B4-BE49-F238E27FC236}">
                      <a16:creationId xmlns:a16="http://schemas.microsoft.com/office/drawing/2014/main" id="{3A2BDF7F-9BBF-597B-DF3A-6956299426F9}"/>
                    </a:ext>
                  </a:extLst>
                </p:cNvPr>
                <p:cNvPicPr/>
                <p:nvPr/>
              </p:nvPicPr>
              <p:blipFill>
                <a:blip r:embed="rId106"/>
                <a:stretch>
                  <a:fillRect/>
                </a:stretch>
              </p:blipFill>
              <p:spPr>
                <a:xfrm>
                  <a:off x="10275998" y="5160456"/>
                  <a:ext cx="11304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3313" name="Ink 13312">
                  <a:extLst>
                    <a:ext uri="{FF2B5EF4-FFF2-40B4-BE49-F238E27FC236}">
                      <a16:creationId xmlns:a16="http://schemas.microsoft.com/office/drawing/2014/main" id="{A1C0F559-699E-6E16-52E5-580ABCCC34B1}"/>
                    </a:ext>
                  </a:extLst>
                </p14:cNvPr>
                <p14:cNvContentPartPr/>
                <p14:nvPr/>
              </p14:nvContentPartPr>
              <p14:xfrm>
                <a:off x="10360598" y="5116176"/>
                <a:ext cx="100440" cy="59040"/>
              </p14:xfrm>
            </p:contentPart>
          </mc:Choice>
          <mc:Fallback xmlns="">
            <p:pic>
              <p:nvPicPr>
                <p:cNvPr id="13313" name="Ink 13312">
                  <a:extLst>
                    <a:ext uri="{FF2B5EF4-FFF2-40B4-BE49-F238E27FC236}">
                      <a16:creationId xmlns:a16="http://schemas.microsoft.com/office/drawing/2014/main" id="{A1C0F559-699E-6E16-52E5-580ABCCC34B1}"/>
                    </a:ext>
                  </a:extLst>
                </p:cNvPr>
                <p:cNvPicPr/>
                <p:nvPr/>
              </p:nvPicPr>
              <p:blipFill>
                <a:blip r:embed="rId108"/>
                <a:stretch>
                  <a:fillRect/>
                </a:stretch>
              </p:blipFill>
              <p:spPr>
                <a:xfrm>
                  <a:off x="10354478" y="5110056"/>
                  <a:ext cx="11268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3315" name="Ink 13314">
                  <a:extLst>
                    <a:ext uri="{FF2B5EF4-FFF2-40B4-BE49-F238E27FC236}">
                      <a16:creationId xmlns:a16="http://schemas.microsoft.com/office/drawing/2014/main" id="{5C7A14EF-C40C-5BA8-CF88-A56D1ED7736B}"/>
                    </a:ext>
                  </a:extLst>
                </p14:cNvPr>
                <p14:cNvContentPartPr/>
                <p14:nvPr/>
              </p14:nvContentPartPr>
              <p14:xfrm>
                <a:off x="10353038" y="4915656"/>
                <a:ext cx="117000" cy="268200"/>
              </p14:xfrm>
            </p:contentPart>
          </mc:Choice>
          <mc:Fallback xmlns="">
            <p:pic>
              <p:nvPicPr>
                <p:cNvPr id="13315" name="Ink 13314">
                  <a:extLst>
                    <a:ext uri="{FF2B5EF4-FFF2-40B4-BE49-F238E27FC236}">
                      <a16:creationId xmlns:a16="http://schemas.microsoft.com/office/drawing/2014/main" id="{5C7A14EF-C40C-5BA8-CF88-A56D1ED7736B}"/>
                    </a:ext>
                  </a:extLst>
                </p:cNvPr>
                <p:cNvPicPr/>
                <p:nvPr/>
              </p:nvPicPr>
              <p:blipFill>
                <a:blip r:embed="rId110"/>
                <a:stretch>
                  <a:fillRect/>
                </a:stretch>
              </p:blipFill>
              <p:spPr>
                <a:xfrm>
                  <a:off x="10346918" y="4909536"/>
                  <a:ext cx="12924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3316" name="Ink 13315">
                  <a:extLst>
                    <a:ext uri="{FF2B5EF4-FFF2-40B4-BE49-F238E27FC236}">
                      <a16:creationId xmlns:a16="http://schemas.microsoft.com/office/drawing/2014/main" id="{88EC3DC6-86E2-A575-C44F-3F2A0FE82913}"/>
                    </a:ext>
                  </a:extLst>
                </p14:cNvPr>
                <p14:cNvContentPartPr/>
                <p14:nvPr/>
              </p14:nvContentPartPr>
              <p14:xfrm>
                <a:off x="9638438" y="5820336"/>
                <a:ext cx="212760" cy="271440"/>
              </p14:xfrm>
            </p:contentPart>
          </mc:Choice>
          <mc:Fallback xmlns="">
            <p:pic>
              <p:nvPicPr>
                <p:cNvPr id="13316" name="Ink 13315">
                  <a:extLst>
                    <a:ext uri="{FF2B5EF4-FFF2-40B4-BE49-F238E27FC236}">
                      <a16:creationId xmlns:a16="http://schemas.microsoft.com/office/drawing/2014/main" id="{88EC3DC6-86E2-A575-C44F-3F2A0FE82913}"/>
                    </a:ext>
                  </a:extLst>
                </p:cNvPr>
                <p:cNvPicPr/>
                <p:nvPr/>
              </p:nvPicPr>
              <p:blipFill>
                <a:blip r:embed="rId112"/>
                <a:stretch>
                  <a:fillRect/>
                </a:stretch>
              </p:blipFill>
              <p:spPr>
                <a:xfrm>
                  <a:off x="9632318" y="5814216"/>
                  <a:ext cx="22500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3317" name="Ink 13316">
                  <a:extLst>
                    <a:ext uri="{FF2B5EF4-FFF2-40B4-BE49-F238E27FC236}">
                      <a16:creationId xmlns:a16="http://schemas.microsoft.com/office/drawing/2014/main" id="{C7029BDB-E320-2439-FD32-CB50F3299FD3}"/>
                    </a:ext>
                  </a:extLst>
                </p14:cNvPr>
                <p14:cNvContentPartPr/>
                <p14:nvPr/>
              </p14:nvContentPartPr>
              <p14:xfrm>
                <a:off x="9834638" y="5818536"/>
                <a:ext cx="208440" cy="102240"/>
              </p14:xfrm>
            </p:contentPart>
          </mc:Choice>
          <mc:Fallback xmlns="">
            <p:pic>
              <p:nvPicPr>
                <p:cNvPr id="13317" name="Ink 13316">
                  <a:extLst>
                    <a:ext uri="{FF2B5EF4-FFF2-40B4-BE49-F238E27FC236}">
                      <a16:creationId xmlns:a16="http://schemas.microsoft.com/office/drawing/2014/main" id="{C7029BDB-E320-2439-FD32-CB50F3299FD3}"/>
                    </a:ext>
                  </a:extLst>
                </p:cNvPr>
                <p:cNvPicPr/>
                <p:nvPr/>
              </p:nvPicPr>
              <p:blipFill>
                <a:blip r:embed="rId114"/>
                <a:stretch>
                  <a:fillRect/>
                </a:stretch>
              </p:blipFill>
              <p:spPr>
                <a:xfrm>
                  <a:off x="9828518" y="5812416"/>
                  <a:ext cx="22068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3318" name="Ink 13317">
                  <a:extLst>
                    <a:ext uri="{FF2B5EF4-FFF2-40B4-BE49-F238E27FC236}">
                      <a16:creationId xmlns:a16="http://schemas.microsoft.com/office/drawing/2014/main" id="{3FCBA362-0AFE-5493-3A3C-7D9342D1EA45}"/>
                    </a:ext>
                  </a:extLst>
                </p14:cNvPr>
                <p14:cNvContentPartPr/>
                <p14:nvPr/>
              </p14:nvContentPartPr>
              <p14:xfrm>
                <a:off x="10042358" y="5881536"/>
                <a:ext cx="51840" cy="66240"/>
              </p14:xfrm>
            </p:contentPart>
          </mc:Choice>
          <mc:Fallback xmlns="">
            <p:pic>
              <p:nvPicPr>
                <p:cNvPr id="13318" name="Ink 13317">
                  <a:extLst>
                    <a:ext uri="{FF2B5EF4-FFF2-40B4-BE49-F238E27FC236}">
                      <a16:creationId xmlns:a16="http://schemas.microsoft.com/office/drawing/2014/main" id="{3FCBA362-0AFE-5493-3A3C-7D9342D1EA45}"/>
                    </a:ext>
                  </a:extLst>
                </p:cNvPr>
                <p:cNvPicPr/>
                <p:nvPr/>
              </p:nvPicPr>
              <p:blipFill>
                <a:blip r:embed="rId116"/>
                <a:stretch>
                  <a:fillRect/>
                </a:stretch>
              </p:blipFill>
              <p:spPr>
                <a:xfrm>
                  <a:off x="10036238" y="5875416"/>
                  <a:ext cx="6408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3319" name="Ink 13318">
                  <a:extLst>
                    <a:ext uri="{FF2B5EF4-FFF2-40B4-BE49-F238E27FC236}">
                      <a16:creationId xmlns:a16="http://schemas.microsoft.com/office/drawing/2014/main" id="{D432659B-1DE5-A27B-E30A-7A8F514E4815}"/>
                    </a:ext>
                  </a:extLst>
                </p14:cNvPr>
                <p14:cNvContentPartPr/>
                <p14:nvPr/>
              </p14:nvContentPartPr>
              <p14:xfrm>
                <a:off x="10114718" y="5834736"/>
                <a:ext cx="100800" cy="131760"/>
              </p14:xfrm>
            </p:contentPart>
          </mc:Choice>
          <mc:Fallback xmlns="">
            <p:pic>
              <p:nvPicPr>
                <p:cNvPr id="13319" name="Ink 13318">
                  <a:extLst>
                    <a:ext uri="{FF2B5EF4-FFF2-40B4-BE49-F238E27FC236}">
                      <a16:creationId xmlns:a16="http://schemas.microsoft.com/office/drawing/2014/main" id="{D432659B-1DE5-A27B-E30A-7A8F514E4815}"/>
                    </a:ext>
                  </a:extLst>
                </p:cNvPr>
                <p:cNvPicPr/>
                <p:nvPr/>
              </p:nvPicPr>
              <p:blipFill>
                <a:blip r:embed="rId118"/>
                <a:stretch>
                  <a:fillRect/>
                </a:stretch>
              </p:blipFill>
              <p:spPr>
                <a:xfrm>
                  <a:off x="10108598" y="5828616"/>
                  <a:ext cx="11304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3320" name="Ink 13319">
                  <a:extLst>
                    <a:ext uri="{FF2B5EF4-FFF2-40B4-BE49-F238E27FC236}">
                      <a16:creationId xmlns:a16="http://schemas.microsoft.com/office/drawing/2014/main" id="{E9127359-1906-29D9-2A68-9990C6FAFBEF}"/>
                    </a:ext>
                  </a:extLst>
                </p14:cNvPr>
                <p14:cNvContentPartPr/>
                <p14:nvPr/>
              </p14:nvContentPartPr>
              <p14:xfrm>
                <a:off x="10240718" y="5853456"/>
                <a:ext cx="22680" cy="68400"/>
              </p14:xfrm>
            </p:contentPart>
          </mc:Choice>
          <mc:Fallback xmlns="">
            <p:pic>
              <p:nvPicPr>
                <p:cNvPr id="13320" name="Ink 13319">
                  <a:extLst>
                    <a:ext uri="{FF2B5EF4-FFF2-40B4-BE49-F238E27FC236}">
                      <a16:creationId xmlns:a16="http://schemas.microsoft.com/office/drawing/2014/main" id="{E9127359-1906-29D9-2A68-9990C6FAFBEF}"/>
                    </a:ext>
                  </a:extLst>
                </p:cNvPr>
                <p:cNvPicPr/>
                <p:nvPr/>
              </p:nvPicPr>
              <p:blipFill>
                <a:blip r:embed="rId120"/>
                <a:stretch>
                  <a:fillRect/>
                </a:stretch>
              </p:blipFill>
              <p:spPr>
                <a:xfrm>
                  <a:off x="10234598" y="5847336"/>
                  <a:ext cx="3492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3321" name="Ink 13320">
                  <a:extLst>
                    <a:ext uri="{FF2B5EF4-FFF2-40B4-BE49-F238E27FC236}">
                      <a16:creationId xmlns:a16="http://schemas.microsoft.com/office/drawing/2014/main" id="{88B109AE-5D8B-18AF-CE1C-A36BC0B56783}"/>
                    </a:ext>
                  </a:extLst>
                </p14:cNvPr>
                <p14:cNvContentPartPr/>
                <p14:nvPr/>
              </p14:nvContentPartPr>
              <p14:xfrm>
                <a:off x="10233158" y="5613696"/>
                <a:ext cx="185040" cy="132840"/>
              </p14:xfrm>
            </p:contentPart>
          </mc:Choice>
          <mc:Fallback xmlns="">
            <p:pic>
              <p:nvPicPr>
                <p:cNvPr id="13321" name="Ink 13320">
                  <a:extLst>
                    <a:ext uri="{FF2B5EF4-FFF2-40B4-BE49-F238E27FC236}">
                      <a16:creationId xmlns:a16="http://schemas.microsoft.com/office/drawing/2014/main" id="{88B109AE-5D8B-18AF-CE1C-A36BC0B56783}"/>
                    </a:ext>
                  </a:extLst>
                </p:cNvPr>
                <p:cNvPicPr/>
                <p:nvPr/>
              </p:nvPicPr>
              <p:blipFill>
                <a:blip r:embed="rId122"/>
                <a:stretch>
                  <a:fillRect/>
                </a:stretch>
              </p:blipFill>
              <p:spPr>
                <a:xfrm>
                  <a:off x="10227038" y="5607576"/>
                  <a:ext cx="19728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3322" name="Ink 13321">
                  <a:extLst>
                    <a:ext uri="{FF2B5EF4-FFF2-40B4-BE49-F238E27FC236}">
                      <a16:creationId xmlns:a16="http://schemas.microsoft.com/office/drawing/2014/main" id="{769AC596-4D78-18AB-6CE2-3064C768C66A}"/>
                    </a:ext>
                  </a:extLst>
                </p14:cNvPr>
                <p14:cNvContentPartPr/>
                <p14:nvPr/>
              </p14:nvContentPartPr>
              <p14:xfrm>
                <a:off x="10429718" y="5680656"/>
                <a:ext cx="99360" cy="105840"/>
              </p14:xfrm>
            </p:contentPart>
          </mc:Choice>
          <mc:Fallback xmlns="">
            <p:pic>
              <p:nvPicPr>
                <p:cNvPr id="13322" name="Ink 13321">
                  <a:extLst>
                    <a:ext uri="{FF2B5EF4-FFF2-40B4-BE49-F238E27FC236}">
                      <a16:creationId xmlns:a16="http://schemas.microsoft.com/office/drawing/2014/main" id="{769AC596-4D78-18AB-6CE2-3064C768C66A}"/>
                    </a:ext>
                  </a:extLst>
                </p:cNvPr>
                <p:cNvPicPr/>
                <p:nvPr/>
              </p:nvPicPr>
              <p:blipFill>
                <a:blip r:embed="rId124"/>
                <a:stretch>
                  <a:fillRect/>
                </a:stretch>
              </p:blipFill>
              <p:spPr>
                <a:xfrm>
                  <a:off x="10423598" y="5674536"/>
                  <a:ext cx="11160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3323" name="Ink 13322">
                  <a:extLst>
                    <a:ext uri="{FF2B5EF4-FFF2-40B4-BE49-F238E27FC236}">
                      <a16:creationId xmlns:a16="http://schemas.microsoft.com/office/drawing/2014/main" id="{8B1A9EEB-39C7-8D7C-3BE1-9F7017DC0436}"/>
                    </a:ext>
                  </a:extLst>
                </p14:cNvPr>
                <p14:cNvContentPartPr/>
                <p14:nvPr/>
              </p14:nvContentPartPr>
              <p14:xfrm>
                <a:off x="10533038" y="5625216"/>
                <a:ext cx="93240" cy="111600"/>
              </p14:xfrm>
            </p:contentPart>
          </mc:Choice>
          <mc:Fallback xmlns="">
            <p:pic>
              <p:nvPicPr>
                <p:cNvPr id="13323" name="Ink 13322">
                  <a:extLst>
                    <a:ext uri="{FF2B5EF4-FFF2-40B4-BE49-F238E27FC236}">
                      <a16:creationId xmlns:a16="http://schemas.microsoft.com/office/drawing/2014/main" id="{8B1A9EEB-39C7-8D7C-3BE1-9F7017DC0436}"/>
                    </a:ext>
                  </a:extLst>
                </p:cNvPr>
                <p:cNvPicPr/>
                <p:nvPr/>
              </p:nvPicPr>
              <p:blipFill>
                <a:blip r:embed="rId126"/>
                <a:stretch>
                  <a:fillRect/>
                </a:stretch>
              </p:blipFill>
              <p:spPr>
                <a:xfrm>
                  <a:off x="10526918" y="5619096"/>
                  <a:ext cx="10548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3324" name="Ink 13323">
                  <a:extLst>
                    <a:ext uri="{FF2B5EF4-FFF2-40B4-BE49-F238E27FC236}">
                      <a16:creationId xmlns:a16="http://schemas.microsoft.com/office/drawing/2014/main" id="{BFE77613-6983-F84F-C7A2-D867A1491D9A}"/>
                    </a:ext>
                  </a:extLst>
                </p14:cNvPr>
                <p14:cNvContentPartPr/>
                <p14:nvPr/>
              </p14:nvContentPartPr>
              <p14:xfrm>
                <a:off x="10558958" y="5369256"/>
                <a:ext cx="133560" cy="335880"/>
              </p14:xfrm>
            </p:contentPart>
          </mc:Choice>
          <mc:Fallback xmlns="">
            <p:pic>
              <p:nvPicPr>
                <p:cNvPr id="13324" name="Ink 13323">
                  <a:extLst>
                    <a:ext uri="{FF2B5EF4-FFF2-40B4-BE49-F238E27FC236}">
                      <a16:creationId xmlns:a16="http://schemas.microsoft.com/office/drawing/2014/main" id="{BFE77613-6983-F84F-C7A2-D867A1491D9A}"/>
                    </a:ext>
                  </a:extLst>
                </p:cNvPr>
                <p:cNvPicPr/>
                <p:nvPr/>
              </p:nvPicPr>
              <p:blipFill>
                <a:blip r:embed="rId128"/>
                <a:stretch>
                  <a:fillRect/>
                </a:stretch>
              </p:blipFill>
              <p:spPr>
                <a:xfrm>
                  <a:off x="10552838" y="5363136"/>
                  <a:ext cx="145800" cy="348120"/>
                </a:xfrm>
                <a:prstGeom prst="rect">
                  <a:avLst/>
                </a:prstGeom>
              </p:spPr>
            </p:pic>
          </mc:Fallback>
        </mc:AlternateContent>
      </p:grpSp>
      <p:grpSp>
        <p:nvGrpSpPr>
          <p:cNvPr id="13336" name="Group 13335">
            <a:extLst>
              <a:ext uri="{FF2B5EF4-FFF2-40B4-BE49-F238E27FC236}">
                <a16:creationId xmlns:a16="http://schemas.microsoft.com/office/drawing/2014/main" id="{2BB5793D-1A98-99DD-FBAD-4016F744997F}"/>
              </a:ext>
            </a:extLst>
          </p:cNvPr>
          <p:cNvGrpSpPr/>
          <p:nvPr/>
        </p:nvGrpSpPr>
        <p:grpSpPr>
          <a:xfrm>
            <a:off x="10885118" y="5900256"/>
            <a:ext cx="761040" cy="964080"/>
            <a:chOff x="10885118" y="5900256"/>
            <a:chExt cx="761040" cy="964080"/>
          </a:xfrm>
        </p:grpSpPr>
        <mc:AlternateContent xmlns:mc="http://schemas.openxmlformats.org/markup-compatibility/2006" xmlns:p14="http://schemas.microsoft.com/office/powerpoint/2010/main">
          <mc:Choice Requires="p14">
            <p:contentPart p14:bwMode="auto" r:id="rId129">
              <p14:nvContentPartPr>
                <p14:cNvPr id="13326" name="Ink 13325">
                  <a:extLst>
                    <a:ext uri="{FF2B5EF4-FFF2-40B4-BE49-F238E27FC236}">
                      <a16:creationId xmlns:a16="http://schemas.microsoft.com/office/drawing/2014/main" id="{0030A53D-5514-9AE1-BAF2-E98E3DFBB001}"/>
                    </a:ext>
                  </a:extLst>
                </p14:cNvPr>
                <p14:cNvContentPartPr/>
                <p14:nvPr/>
              </p14:nvContentPartPr>
              <p14:xfrm>
                <a:off x="10885118" y="5943096"/>
                <a:ext cx="293040" cy="885600"/>
              </p14:xfrm>
            </p:contentPart>
          </mc:Choice>
          <mc:Fallback xmlns="">
            <p:pic>
              <p:nvPicPr>
                <p:cNvPr id="13326" name="Ink 13325">
                  <a:extLst>
                    <a:ext uri="{FF2B5EF4-FFF2-40B4-BE49-F238E27FC236}">
                      <a16:creationId xmlns:a16="http://schemas.microsoft.com/office/drawing/2014/main" id="{0030A53D-5514-9AE1-BAF2-E98E3DFBB001}"/>
                    </a:ext>
                  </a:extLst>
                </p:cNvPr>
                <p:cNvPicPr/>
                <p:nvPr/>
              </p:nvPicPr>
              <p:blipFill>
                <a:blip r:embed="rId130"/>
                <a:stretch>
                  <a:fillRect/>
                </a:stretch>
              </p:blipFill>
              <p:spPr>
                <a:xfrm>
                  <a:off x="10878998" y="5936976"/>
                  <a:ext cx="305280" cy="89784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3327" name="Ink 13326">
                  <a:extLst>
                    <a:ext uri="{FF2B5EF4-FFF2-40B4-BE49-F238E27FC236}">
                      <a16:creationId xmlns:a16="http://schemas.microsoft.com/office/drawing/2014/main" id="{A65999A0-A682-935C-305E-E0E2D47FFA26}"/>
                    </a:ext>
                  </a:extLst>
                </p14:cNvPr>
                <p14:cNvContentPartPr/>
                <p14:nvPr/>
              </p14:nvContentPartPr>
              <p14:xfrm>
                <a:off x="11063318" y="6123456"/>
                <a:ext cx="155880" cy="167760"/>
              </p14:xfrm>
            </p:contentPart>
          </mc:Choice>
          <mc:Fallback xmlns="">
            <p:pic>
              <p:nvPicPr>
                <p:cNvPr id="13327" name="Ink 13326">
                  <a:extLst>
                    <a:ext uri="{FF2B5EF4-FFF2-40B4-BE49-F238E27FC236}">
                      <a16:creationId xmlns:a16="http://schemas.microsoft.com/office/drawing/2014/main" id="{A65999A0-A682-935C-305E-E0E2D47FFA26}"/>
                    </a:ext>
                  </a:extLst>
                </p:cNvPr>
                <p:cNvPicPr/>
                <p:nvPr/>
              </p:nvPicPr>
              <p:blipFill>
                <a:blip r:embed="rId132"/>
                <a:stretch>
                  <a:fillRect/>
                </a:stretch>
              </p:blipFill>
              <p:spPr>
                <a:xfrm>
                  <a:off x="11057198" y="6117336"/>
                  <a:ext cx="16812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3328" name="Ink 13327">
                  <a:extLst>
                    <a:ext uri="{FF2B5EF4-FFF2-40B4-BE49-F238E27FC236}">
                      <a16:creationId xmlns:a16="http://schemas.microsoft.com/office/drawing/2014/main" id="{304D07AE-6382-D4AB-2901-6B9F36F86294}"/>
                    </a:ext>
                  </a:extLst>
                </p14:cNvPr>
                <p14:cNvContentPartPr/>
                <p14:nvPr/>
              </p14:nvContentPartPr>
              <p14:xfrm>
                <a:off x="11304518" y="6230376"/>
                <a:ext cx="7560" cy="122400"/>
              </p14:xfrm>
            </p:contentPart>
          </mc:Choice>
          <mc:Fallback xmlns="">
            <p:pic>
              <p:nvPicPr>
                <p:cNvPr id="13328" name="Ink 13327">
                  <a:extLst>
                    <a:ext uri="{FF2B5EF4-FFF2-40B4-BE49-F238E27FC236}">
                      <a16:creationId xmlns:a16="http://schemas.microsoft.com/office/drawing/2014/main" id="{304D07AE-6382-D4AB-2901-6B9F36F86294}"/>
                    </a:ext>
                  </a:extLst>
                </p:cNvPr>
                <p:cNvPicPr/>
                <p:nvPr/>
              </p:nvPicPr>
              <p:blipFill>
                <a:blip r:embed="rId134"/>
                <a:stretch>
                  <a:fillRect/>
                </a:stretch>
              </p:blipFill>
              <p:spPr>
                <a:xfrm>
                  <a:off x="11298398" y="6224256"/>
                  <a:ext cx="1980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3329" name="Ink 13328">
                  <a:extLst>
                    <a:ext uri="{FF2B5EF4-FFF2-40B4-BE49-F238E27FC236}">
                      <a16:creationId xmlns:a16="http://schemas.microsoft.com/office/drawing/2014/main" id="{9213F9D1-D945-03DF-03E1-82F6339F3CA6}"/>
                    </a:ext>
                  </a:extLst>
                </p14:cNvPr>
                <p14:cNvContentPartPr/>
                <p14:nvPr/>
              </p14:nvContentPartPr>
              <p14:xfrm>
                <a:off x="11381918" y="6247296"/>
                <a:ext cx="10440" cy="109440"/>
              </p14:xfrm>
            </p:contentPart>
          </mc:Choice>
          <mc:Fallback xmlns="">
            <p:pic>
              <p:nvPicPr>
                <p:cNvPr id="13329" name="Ink 13328">
                  <a:extLst>
                    <a:ext uri="{FF2B5EF4-FFF2-40B4-BE49-F238E27FC236}">
                      <a16:creationId xmlns:a16="http://schemas.microsoft.com/office/drawing/2014/main" id="{9213F9D1-D945-03DF-03E1-82F6339F3CA6}"/>
                    </a:ext>
                  </a:extLst>
                </p:cNvPr>
                <p:cNvPicPr/>
                <p:nvPr/>
              </p:nvPicPr>
              <p:blipFill>
                <a:blip r:embed="rId136"/>
                <a:stretch>
                  <a:fillRect/>
                </a:stretch>
              </p:blipFill>
              <p:spPr>
                <a:xfrm>
                  <a:off x="11375798" y="6241176"/>
                  <a:ext cx="2268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3331" name="Ink 13330">
                  <a:extLst>
                    <a:ext uri="{FF2B5EF4-FFF2-40B4-BE49-F238E27FC236}">
                      <a16:creationId xmlns:a16="http://schemas.microsoft.com/office/drawing/2014/main" id="{42953BB7-8870-2DB4-1CC4-C63B3F4D7338}"/>
                    </a:ext>
                  </a:extLst>
                </p14:cNvPr>
                <p14:cNvContentPartPr/>
                <p14:nvPr/>
              </p14:nvContentPartPr>
              <p14:xfrm>
                <a:off x="11066918" y="6482376"/>
                <a:ext cx="104040" cy="149400"/>
              </p14:xfrm>
            </p:contentPart>
          </mc:Choice>
          <mc:Fallback xmlns="">
            <p:pic>
              <p:nvPicPr>
                <p:cNvPr id="13331" name="Ink 13330">
                  <a:extLst>
                    <a:ext uri="{FF2B5EF4-FFF2-40B4-BE49-F238E27FC236}">
                      <a16:creationId xmlns:a16="http://schemas.microsoft.com/office/drawing/2014/main" id="{42953BB7-8870-2DB4-1CC4-C63B3F4D7338}"/>
                    </a:ext>
                  </a:extLst>
                </p:cNvPr>
                <p:cNvPicPr/>
                <p:nvPr/>
              </p:nvPicPr>
              <p:blipFill>
                <a:blip r:embed="rId138"/>
                <a:stretch>
                  <a:fillRect/>
                </a:stretch>
              </p:blipFill>
              <p:spPr>
                <a:xfrm>
                  <a:off x="11060798" y="6476256"/>
                  <a:ext cx="11628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3332" name="Ink 13331">
                  <a:extLst>
                    <a:ext uri="{FF2B5EF4-FFF2-40B4-BE49-F238E27FC236}">
                      <a16:creationId xmlns:a16="http://schemas.microsoft.com/office/drawing/2014/main" id="{1953F437-9E8D-1BF9-9B65-8357869AE453}"/>
                    </a:ext>
                  </a:extLst>
                </p14:cNvPr>
                <p14:cNvContentPartPr/>
                <p14:nvPr/>
              </p14:nvContentPartPr>
              <p14:xfrm>
                <a:off x="11163758" y="6472296"/>
                <a:ext cx="51120" cy="153360"/>
              </p14:xfrm>
            </p:contentPart>
          </mc:Choice>
          <mc:Fallback xmlns="">
            <p:pic>
              <p:nvPicPr>
                <p:cNvPr id="13332" name="Ink 13331">
                  <a:extLst>
                    <a:ext uri="{FF2B5EF4-FFF2-40B4-BE49-F238E27FC236}">
                      <a16:creationId xmlns:a16="http://schemas.microsoft.com/office/drawing/2014/main" id="{1953F437-9E8D-1BF9-9B65-8357869AE453}"/>
                    </a:ext>
                  </a:extLst>
                </p:cNvPr>
                <p:cNvPicPr/>
                <p:nvPr/>
              </p:nvPicPr>
              <p:blipFill>
                <a:blip r:embed="rId140"/>
                <a:stretch>
                  <a:fillRect/>
                </a:stretch>
              </p:blipFill>
              <p:spPr>
                <a:xfrm>
                  <a:off x="11157638" y="6466176"/>
                  <a:ext cx="6336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3333" name="Ink 13332">
                  <a:extLst>
                    <a:ext uri="{FF2B5EF4-FFF2-40B4-BE49-F238E27FC236}">
                      <a16:creationId xmlns:a16="http://schemas.microsoft.com/office/drawing/2014/main" id="{CA9F868D-BC63-53D4-0F58-9E0F24F2E1AC}"/>
                    </a:ext>
                  </a:extLst>
                </p14:cNvPr>
                <p14:cNvContentPartPr/>
                <p14:nvPr/>
              </p14:nvContentPartPr>
              <p14:xfrm>
                <a:off x="11267078" y="6595056"/>
                <a:ext cx="95760" cy="104760"/>
              </p14:xfrm>
            </p:contentPart>
          </mc:Choice>
          <mc:Fallback xmlns="">
            <p:pic>
              <p:nvPicPr>
                <p:cNvPr id="13333" name="Ink 13332">
                  <a:extLst>
                    <a:ext uri="{FF2B5EF4-FFF2-40B4-BE49-F238E27FC236}">
                      <a16:creationId xmlns:a16="http://schemas.microsoft.com/office/drawing/2014/main" id="{CA9F868D-BC63-53D4-0F58-9E0F24F2E1AC}"/>
                    </a:ext>
                  </a:extLst>
                </p:cNvPr>
                <p:cNvPicPr/>
                <p:nvPr/>
              </p:nvPicPr>
              <p:blipFill>
                <a:blip r:embed="rId142"/>
                <a:stretch>
                  <a:fillRect/>
                </a:stretch>
              </p:blipFill>
              <p:spPr>
                <a:xfrm>
                  <a:off x="11260958" y="6588936"/>
                  <a:ext cx="10800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3334" name="Ink 13333">
                  <a:extLst>
                    <a:ext uri="{FF2B5EF4-FFF2-40B4-BE49-F238E27FC236}">
                      <a16:creationId xmlns:a16="http://schemas.microsoft.com/office/drawing/2014/main" id="{1ABBE3D1-787C-3452-C32B-0861FA13F924}"/>
                    </a:ext>
                  </a:extLst>
                </p14:cNvPr>
                <p14:cNvContentPartPr/>
                <p14:nvPr/>
              </p14:nvContentPartPr>
              <p14:xfrm>
                <a:off x="11391998" y="6612336"/>
                <a:ext cx="5400" cy="109440"/>
              </p14:xfrm>
            </p:contentPart>
          </mc:Choice>
          <mc:Fallback xmlns="">
            <p:pic>
              <p:nvPicPr>
                <p:cNvPr id="13334" name="Ink 13333">
                  <a:extLst>
                    <a:ext uri="{FF2B5EF4-FFF2-40B4-BE49-F238E27FC236}">
                      <a16:creationId xmlns:a16="http://schemas.microsoft.com/office/drawing/2014/main" id="{1ABBE3D1-787C-3452-C32B-0861FA13F924}"/>
                    </a:ext>
                  </a:extLst>
                </p:cNvPr>
                <p:cNvPicPr/>
                <p:nvPr/>
              </p:nvPicPr>
              <p:blipFill>
                <a:blip r:embed="rId144"/>
                <a:stretch>
                  <a:fillRect/>
                </a:stretch>
              </p:blipFill>
              <p:spPr>
                <a:xfrm>
                  <a:off x="11385878" y="6606216"/>
                  <a:ext cx="1764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3335" name="Ink 13334">
                  <a:extLst>
                    <a:ext uri="{FF2B5EF4-FFF2-40B4-BE49-F238E27FC236}">
                      <a16:creationId xmlns:a16="http://schemas.microsoft.com/office/drawing/2014/main" id="{C4D003D2-3F37-7B89-8A8A-52773B31C6C3}"/>
                    </a:ext>
                  </a:extLst>
                </p14:cNvPr>
                <p14:cNvContentPartPr/>
                <p14:nvPr/>
              </p14:nvContentPartPr>
              <p14:xfrm>
                <a:off x="11268878" y="5900256"/>
                <a:ext cx="377280" cy="964080"/>
              </p14:xfrm>
            </p:contentPart>
          </mc:Choice>
          <mc:Fallback xmlns="">
            <p:pic>
              <p:nvPicPr>
                <p:cNvPr id="13335" name="Ink 13334">
                  <a:extLst>
                    <a:ext uri="{FF2B5EF4-FFF2-40B4-BE49-F238E27FC236}">
                      <a16:creationId xmlns:a16="http://schemas.microsoft.com/office/drawing/2014/main" id="{C4D003D2-3F37-7B89-8A8A-52773B31C6C3}"/>
                    </a:ext>
                  </a:extLst>
                </p:cNvPr>
                <p:cNvPicPr/>
                <p:nvPr/>
              </p:nvPicPr>
              <p:blipFill>
                <a:blip r:embed="rId146"/>
                <a:stretch>
                  <a:fillRect/>
                </a:stretch>
              </p:blipFill>
              <p:spPr>
                <a:xfrm>
                  <a:off x="11262758" y="5894136"/>
                  <a:ext cx="389520" cy="976320"/>
                </a:xfrm>
                <a:prstGeom prst="rect">
                  <a:avLst/>
                </a:prstGeom>
              </p:spPr>
            </p:pic>
          </mc:Fallback>
        </mc:AlternateContent>
      </p:grpSp>
      <p:grpSp>
        <p:nvGrpSpPr>
          <p:cNvPr id="13340" name="Group 13339">
            <a:extLst>
              <a:ext uri="{FF2B5EF4-FFF2-40B4-BE49-F238E27FC236}">
                <a16:creationId xmlns:a16="http://schemas.microsoft.com/office/drawing/2014/main" id="{8B5EB0D8-6605-B522-0232-19774F79E0CB}"/>
              </a:ext>
            </a:extLst>
          </p:cNvPr>
          <p:cNvGrpSpPr/>
          <p:nvPr/>
        </p:nvGrpSpPr>
        <p:grpSpPr>
          <a:xfrm>
            <a:off x="10561478" y="6365131"/>
            <a:ext cx="134280" cy="94320"/>
            <a:chOff x="10561478" y="6365131"/>
            <a:chExt cx="134280" cy="94320"/>
          </a:xfrm>
        </p:grpSpPr>
        <mc:AlternateContent xmlns:mc="http://schemas.openxmlformats.org/markup-compatibility/2006" xmlns:p14="http://schemas.microsoft.com/office/powerpoint/2010/main">
          <mc:Choice Requires="p14">
            <p:contentPart p14:bwMode="auto" r:id="rId147">
              <p14:nvContentPartPr>
                <p14:cNvPr id="13337" name="Ink 13336">
                  <a:extLst>
                    <a:ext uri="{FF2B5EF4-FFF2-40B4-BE49-F238E27FC236}">
                      <a16:creationId xmlns:a16="http://schemas.microsoft.com/office/drawing/2014/main" id="{636410D6-D19A-94B4-F8E9-84B5D5906F47}"/>
                    </a:ext>
                  </a:extLst>
                </p14:cNvPr>
                <p14:cNvContentPartPr/>
                <p14:nvPr/>
              </p14:nvContentPartPr>
              <p14:xfrm>
                <a:off x="10578038" y="6365131"/>
                <a:ext cx="117720" cy="48960"/>
              </p14:xfrm>
            </p:contentPart>
          </mc:Choice>
          <mc:Fallback xmlns="">
            <p:pic>
              <p:nvPicPr>
                <p:cNvPr id="13337" name="Ink 13336">
                  <a:extLst>
                    <a:ext uri="{FF2B5EF4-FFF2-40B4-BE49-F238E27FC236}">
                      <a16:creationId xmlns:a16="http://schemas.microsoft.com/office/drawing/2014/main" id="{636410D6-D19A-94B4-F8E9-84B5D5906F47}"/>
                    </a:ext>
                  </a:extLst>
                </p:cNvPr>
                <p:cNvPicPr/>
                <p:nvPr/>
              </p:nvPicPr>
              <p:blipFill>
                <a:blip r:embed="rId148"/>
                <a:stretch>
                  <a:fillRect/>
                </a:stretch>
              </p:blipFill>
              <p:spPr>
                <a:xfrm>
                  <a:off x="10571918" y="6359011"/>
                  <a:ext cx="12996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3338" name="Ink 13337">
                  <a:extLst>
                    <a:ext uri="{FF2B5EF4-FFF2-40B4-BE49-F238E27FC236}">
                      <a16:creationId xmlns:a16="http://schemas.microsoft.com/office/drawing/2014/main" id="{D7676D86-CA3D-9176-3F78-7CDE5CD78271}"/>
                    </a:ext>
                  </a:extLst>
                </p14:cNvPr>
                <p14:cNvContentPartPr/>
                <p14:nvPr/>
              </p14:nvContentPartPr>
              <p14:xfrm>
                <a:off x="10561478" y="6421291"/>
                <a:ext cx="122760" cy="38160"/>
              </p14:xfrm>
            </p:contentPart>
          </mc:Choice>
          <mc:Fallback xmlns="">
            <p:pic>
              <p:nvPicPr>
                <p:cNvPr id="13338" name="Ink 13337">
                  <a:extLst>
                    <a:ext uri="{FF2B5EF4-FFF2-40B4-BE49-F238E27FC236}">
                      <a16:creationId xmlns:a16="http://schemas.microsoft.com/office/drawing/2014/main" id="{D7676D86-CA3D-9176-3F78-7CDE5CD78271}"/>
                    </a:ext>
                  </a:extLst>
                </p:cNvPr>
                <p:cNvPicPr/>
                <p:nvPr/>
              </p:nvPicPr>
              <p:blipFill>
                <a:blip r:embed="rId150"/>
                <a:stretch>
                  <a:fillRect/>
                </a:stretch>
              </p:blipFill>
              <p:spPr>
                <a:xfrm>
                  <a:off x="10555358" y="6415171"/>
                  <a:ext cx="135000" cy="50400"/>
                </a:xfrm>
                <a:prstGeom prst="rect">
                  <a:avLst/>
                </a:prstGeom>
              </p:spPr>
            </p:pic>
          </mc:Fallback>
        </mc:AlternateContent>
      </p:grpSp>
      <p:grpSp>
        <p:nvGrpSpPr>
          <p:cNvPr id="13344" name="Group 13343">
            <a:extLst>
              <a:ext uri="{FF2B5EF4-FFF2-40B4-BE49-F238E27FC236}">
                <a16:creationId xmlns:a16="http://schemas.microsoft.com/office/drawing/2014/main" id="{32E4A0C7-EBAA-E75F-36A8-9AA5BCCE3347}"/>
              </a:ext>
            </a:extLst>
          </p:cNvPr>
          <p:cNvGrpSpPr/>
          <p:nvPr/>
        </p:nvGrpSpPr>
        <p:grpSpPr>
          <a:xfrm>
            <a:off x="9899078" y="6348211"/>
            <a:ext cx="405360" cy="329040"/>
            <a:chOff x="9899078" y="6348211"/>
            <a:chExt cx="405360" cy="329040"/>
          </a:xfrm>
        </p:grpSpPr>
        <mc:AlternateContent xmlns:mc="http://schemas.openxmlformats.org/markup-compatibility/2006" xmlns:p14="http://schemas.microsoft.com/office/powerpoint/2010/main">
          <mc:Choice Requires="p14">
            <p:contentPart p14:bwMode="auto" r:id="rId151">
              <p14:nvContentPartPr>
                <p14:cNvPr id="13339" name="Ink 13338">
                  <a:extLst>
                    <a:ext uri="{FF2B5EF4-FFF2-40B4-BE49-F238E27FC236}">
                      <a16:creationId xmlns:a16="http://schemas.microsoft.com/office/drawing/2014/main" id="{588BCA9E-E760-92A9-E279-F0F8FC737E1C}"/>
                    </a:ext>
                  </a:extLst>
                </p14:cNvPr>
                <p14:cNvContentPartPr/>
                <p14:nvPr/>
              </p14:nvContentPartPr>
              <p14:xfrm>
                <a:off x="9900878" y="6348211"/>
                <a:ext cx="298800" cy="189000"/>
              </p14:xfrm>
            </p:contentPart>
          </mc:Choice>
          <mc:Fallback xmlns="">
            <p:pic>
              <p:nvPicPr>
                <p:cNvPr id="13339" name="Ink 13338">
                  <a:extLst>
                    <a:ext uri="{FF2B5EF4-FFF2-40B4-BE49-F238E27FC236}">
                      <a16:creationId xmlns:a16="http://schemas.microsoft.com/office/drawing/2014/main" id="{588BCA9E-E760-92A9-E279-F0F8FC737E1C}"/>
                    </a:ext>
                  </a:extLst>
                </p:cNvPr>
                <p:cNvPicPr/>
                <p:nvPr/>
              </p:nvPicPr>
              <p:blipFill>
                <a:blip r:embed="rId152"/>
                <a:stretch>
                  <a:fillRect/>
                </a:stretch>
              </p:blipFill>
              <p:spPr>
                <a:xfrm>
                  <a:off x="9894758" y="6342091"/>
                  <a:ext cx="31104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3341" name="Ink 13340">
                  <a:extLst>
                    <a:ext uri="{FF2B5EF4-FFF2-40B4-BE49-F238E27FC236}">
                      <a16:creationId xmlns:a16="http://schemas.microsoft.com/office/drawing/2014/main" id="{E13470D1-B18C-86E0-8A85-767A3549E7C1}"/>
                    </a:ext>
                  </a:extLst>
                </p14:cNvPr>
                <p14:cNvContentPartPr/>
                <p14:nvPr/>
              </p14:nvContentPartPr>
              <p14:xfrm>
                <a:off x="9899078" y="6400411"/>
                <a:ext cx="137880" cy="181080"/>
              </p14:xfrm>
            </p:contentPart>
          </mc:Choice>
          <mc:Fallback xmlns="">
            <p:pic>
              <p:nvPicPr>
                <p:cNvPr id="13341" name="Ink 13340">
                  <a:extLst>
                    <a:ext uri="{FF2B5EF4-FFF2-40B4-BE49-F238E27FC236}">
                      <a16:creationId xmlns:a16="http://schemas.microsoft.com/office/drawing/2014/main" id="{E13470D1-B18C-86E0-8A85-767A3549E7C1}"/>
                    </a:ext>
                  </a:extLst>
                </p:cNvPr>
                <p:cNvPicPr/>
                <p:nvPr/>
              </p:nvPicPr>
              <p:blipFill>
                <a:blip r:embed="rId154"/>
                <a:stretch>
                  <a:fillRect/>
                </a:stretch>
              </p:blipFill>
              <p:spPr>
                <a:xfrm>
                  <a:off x="9892958" y="6394291"/>
                  <a:ext cx="15012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3342" name="Ink 13341">
                  <a:extLst>
                    <a:ext uri="{FF2B5EF4-FFF2-40B4-BE49-F238E27FC236}">
                      <a16:creationId xmlns:a16="http://schemas.microsoft.com/office/drawing/2014/main" id="{35B1CFA6-4606-3749-D0B6-034641DF6C04}"/>
                    </a:ext>
                  </a:extLst>
                </p14:cNvPr>
                <p14:cNvContentPartPr/>
                <p14:nvPr/>
              </p14:nvContentPartPr>
              <p14:xfrm>
                <a:off x="10053878" y="6381691"/>
                <a:ext cx="131040" cy="143280"/>
              </p14:xfrm>
            </p:contentPart>
          </mc:Choice>
          <mc:Fallback xmlns="">
            <p:pic>
              <p:nvPicPr>
                <p:cNvPr id="13342" name="Ink 13341">
                  <a:extLst>
                    <a:ext uri="{FF2B5EF4-FFF2-40B4-BE49-F238E27FC236}">
                      <a16:creationId xmlns:a16="http://schemas.microsoft.com/office/drawing/2014/main" id="{35B1CFA6-4606-3749-D0B6-034641DF6C04}"/>
                    </a:ext>
                  </a:extLst>
                </p:cNvPr>
                <p:cNvPicPr/>
                <p:nvPr/>
              </p:nvPicPr>
              <p:blipFill>
                <a:blip r:embed="rId156"/>
                <a:stretch>
                  <a:fillRect/>
                </a:stretch>
              </p:blipFill>
              <p:spPr>
                <a:xfrm>
                  <a:off x="10047758" y="6375571"/>
                  <a:ext cx="14328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3343" name="Ink 13342">
                  <a:extLst>
                    <a:ext uri="{FF2B5EF4-FFF2-40B4-BE49-F238E27FC236}">
                      <a16:creationId xmlns:a16="http://schemas.microsoft.com/office/drawing/2014/main" id="{71E8D0E7-887F-6E8E-BE99-4C572A207B7E}"/>
                    </a:ext>
                  </a:extLst>
                </p14:cNvPr>
                <p14:cNvContentPartPr/>
                <p14:nvPr/>
              </p14:nvContentPartPr>
              <p14:xfrm>
                <a:off x="10273478" y="6522811"/>
                <a:ext cx="30960" cy="154440"/>
              </p14:xfrm>
            </p:contentPart>
          </mc:Choice>
          <mc:Fallback xmlns="">
            <p:pic>
              <p:nvPicPr>
                <p:cNvPr id="13343" name="Ink 13342">
                  <a:extLst>
                    <a:ext uri="{FF2B5EF4-FFF2-40B4-BE49-F238E27FC236}">
                      <a16:creationId xmlns:a16="http://schemas.microsoft.com/office/drawing/2014/main" id="{71E8D0E7-887F-6E8E-BE99-4C572A207B7E}"/>
                    </a:ext>
                  </a:extLst>
                </p:cNvPr>
                <p:cNvPicPr/>
                <p:nvPr/>
              </p:nvPicPr>
              <p:blipFill>
                <a:blip r:embed="rId158"/>
                <a:stretch>
                  <a:fillRect/>
                </a:stretch>
              </p:blipFill>
              <p:spPr>
                <a:xfrm>
                  <a:off x="10267358" y="6516691"/>
                  <a:ext cx="43200" cy="166680"/>
                </a:xfrm>
                <a:prstGeom prst="rect">
                  <a:avLst/>
                </a:prstGeom>
              </p:spPr>
            </p:pic>
          </mc:Fallback>
        </mc:AlternateContent>
      </p:grpSp>
      <p:grpSp>
        <p:nvGrpSpPr>
          <p:cNvPr id="13374" name="Group 13373">
            <a:extLst>
              <a:ext uri="{FF2B5EF4-FFF2-40B4-BE49-F238E27FC236}">
                <a16:creationId xmlns:a16="http://schemas.microsoft.com/office/drawing/2014/main" id="{47928B2C-8845-062E-C73D-7A76CE83E380}"/>
              </a:ext>
            </a:extLst>
          </p:cNvPr>
          <p:cNvGrpSpPr/>
          <p:nvPr/>
        </p:nvGrpSpPr>
        <p:grpSpPr>
          <a:xfrm>
            <a:off x="2316398" y="4630291"/>
            <a:ext cx="5650920" cy="966240"/>
            <a:chOff x="2316398" y="4630291"/>
            <a:chExt cx="5650920" cy="966240"/>
          </a:xfrm>
        </p:grpSpPr>
        <mc:AlternateContent xmlns:mc="http://schemas.openxmlformats.org/markup-compatibility/2006" xmlns:p14="http://schemas.microsoft.com/office/powerpoint/2010/main">
          <mc:Choice Requires="p14">
            <p:contentPart p14:bwMode="auto" r:id="rId159">
              <p14:nvContentPartPr>
                <p14:cNvPr id="13348" name="Ink 13347">
                  <a:extLst>
                    <a:ext uri="{FF2B5EF4-FFF2-40B4-BE49-F238E27FC236}">
                      <a16:creationId xmlns:a16="http://schemas.microsoft.com/office/drawing/2014/main" id="{40F04305-3ED5-F8E0-80E6-6721C47B0D74}"/>
                    </a:ext>
                  </a:extLst>
                </p14:cNvPr>
                <p14:cNvContentPartPr/>
                <p14:nvPr/>
              </p14:nvContentPartPr>
              <p14:xfrm>
                <a:off x="6200438" y="5285491"/>
                <a:ext cx="243360" cy="74520"/>
              </p14:xfrm>
            </p:contentPart>
          </mc:Choice>
          <mc:Fallback xmlns="">
            <p:pic>
              <p:nvPicPr>
                <p:cNvPr id="13348" name="Ink 13347">
                  <a:extLst>
                    <a:ext uri="{FF2B5EF4-FFF2-40B4-BE49-F238E27FC236}">
                      <a16:creationId xmlns:a16="http://schemas.microsoft.com/office/drawing/2014/main" id="{40F04305-3ED5-F8E0-80E6-6721C47B0D74}"/>
                    </a:ext>
                  </a:extLst>
                </p:cNvPr>
                <p:cNvPicPr/>
                <p:nvPr/>
              </p:nvPicPr>
              <p:blipFill>
                <a:blip r:embed="rId160"/>
                <a:stretch>
                  <a:fillRect/>
                </a:stretch>
              </p:blipFill>
              <p:spPr>
                <a:xfrm>
                  <a:off x="6194318" y="5279371"/>
                  <a:ext cx="25560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3349" name="Ink 13348">
                  <a:extLst>
                    <a:ext uri="{FF2B5EF4-FFF2-40B4-BE49-F238E27FC236}">
                      <a16:creationId xmlns:a16="http://schemas.microsoft.com/office/drawing/2014/main" id="{D48CE7BC-DB75-223F-779C-D3C92411ED7D}"/>
                    </a:ext>
                  </a:extLst>
                </p14:cNvPr>
                <p14:cNvContentPartPr/>
                <p14:nvPr/>
              </p14:nvContentPartPr>
              <p14:xfrm>
                <a:off x="6214838" y="5407171"/>
                <a:ext cx="232920" cy="83520"/>
              </p14:xfrm>
            </p:contentPart>
          </mc:Choice>
          <mc:Fallback xmlns="">
            <p:pic>
              <p:nvPicPr>
                <p:cNvPr id="13349" name="Ink 13348">
                  <a:extLst>
                    <a:ext uri="{FF2B5EF4-FFF2-40B4-BE49-F238E27FC236}">
                      <a16:creationId xmlns:a16="http://schemas.microsoft.com/office/drawing/2014/main" id="{D48CE7BC-DB75-223F-779C-D3C92411ED7D}"/>
                    </a:ext>
                  </a:extLst>
                </p:cNvPr>
                <p:cNvPicPr/>
                <p:nvPr/>
              </p:nvPicPr>
              <p:blipFill>
                <a:blip r:embed="rId162"/>
                <a:stretch>
                  <a:fillRect/>
                </a:stretch>
              </p:blipFill>
              <p:spPr>
                <a:xfrm>
                  <a:off x="6208718" y="5401051"/>
                  <a:ext cx="24516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3345" name="Ink 13344">
                  <a:extLst>
                    <a:ext uri="{FF2B5EF4-FFF2-40B4-BE49-F238E27FC236}">
                      <a16:creationId xmlns:a16="http://schemas.microsoft.com/office/drawing/2014/main" id="{04714F42-39A0-3176-8244-9DB84FFEB235}"/>
                    </a:ext>
                  </a:extLst>
                </p14:cNvPr>
                <p14:cNvContentPartPr/>
                <p14:nvPr/>
              </p14:nvContentPartPr>
              <p14:xfrm>
                <a:off x="4449758" y="5312851"/>
                <a:ext cx="160200" cy="45720"/>
              </p14:xfrm>
            </p:contentPart>
          </mc:Choice>
          <mc:Fallback xmlns="">
            <p:pic>
              <p:nvPicPr>
                <p:cNvPr id="13345" name="Ink 13344">
                  <a:extLst>
                    <a:ext uri="{FF2B5EF4-FFF2-40B4-BE49-F238E27FC236}">
                      <a16:creationId xmlns:a16="http://schemas.microsoft.com/office/drawing/2014/main" id="{04714F42-39A0-3176-8244-9DB84FFEB235}"/>
                    </a:ext>
                  </a:extLst>
                </p:cNvPr>
                <p:cNvPicPr/>
                <p:nvPr/>
              </p:nvPicPr>
              <p:blipFill>
                <a:blip r:embed="rId164"/>
                <a:stretch>
                  <a:fillRect/>
                </a:stretch>
              </p:blipFill>
              <p:spPr>
                <a:xfrm>
                  <a:off x="4443638" y="5306731"/>
                  <a:ext cx="17244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3346" name="Ink 13345">
                  <a:extLst>
                    <a:ext uri="{FF2B5EF4-FFF2-40B4-BE49-F238E27FC236}">
                      <a16:creationId xmlns:a16="http://schemas.microsoft.com/office/drawing/2014/main" id="{D99D4A23-E32B-6590-78C1-EB48E443EBF5}"/>
                    </a:ext>
                  </a:extLst>
                </p14:cNvPr>
                <p14:cNvContentPartPr/>
                <p14:nvPr/>
              </p14:nvContentPartPr>
              <p14:xfrm>
                <a:off x="4426718" y="5369011"/>
                <a:ext cx="240120" cy="96120"/>
              </p14:xfrm>
            </p:contentPart>
          </mc:Choice>
          <mc:Fallback xmlns="">
            <p:pic>
              <p:nvPicPr>
                <p:cNvPr id="13346" name="Ink 13345">
                  <a:extLst>
                    <a:ext uri="{FF2B5EF4-FFF2-40B4-BE49-F238E27FC236}">
                      <a16:creationId xmlns:a16="http://schemas.microsoft.com/office/drawing/2014/main" id="{D99D4A23-E32B-6590-78C1-EB48E443EBF5}"/>
                    </a:ext>
                  </a:extLst>
                </p:cNvPr>
                <p:cNvPicPr/>
                <p:nvPr/>
              </p:nvPicPr>
              <p:blipFill>
                <a:blip r:embed="rId166"/>
                <a:stretch>
                  <a:fillRect/>
                </a:stretch>
              </p:blipFill>
              <p:spPr>
                <a:xfrm>
                  <a:off x="4420598" y="5362891"/>
                  <a:ext cx="25236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3351" name="Ink 13350">
                  <a:extLst>
                    <a:ext uri="{FF2B5EF4-FFF2-40B4-BE49-F238E27FC236}">
                      <a16:creationId xmlns:a16="http://schemas.microsoft.com/office/drawing/2014/main" id="{DB79F82F-9BBE-28D6-E5C7-54D01A6CFBAE}"/>
                    </a:ext>
                  </a:extLst>
                </p14:cNvPr>
                <p14:cNvContentPartPr/>
                <p14:nvPr/>
              </p14:nvContentPartPr>
              <p14:xfrm>
                <a:off x="2316398" y="5079211"/>
                <a:ext cx="211320" cy="318600"/>
              </p14:xfrm>
            </p:contentPart>
          </mc:Choice>
          <mc:Fallback xmlns="">
            <p:pic>
              <p:nvPicPr>
                <p:cNvPr id="13351" name="Ink 13350">
                  <a:extLst>
                    <a:ext uri="{FF2B5EF4-FFF2-40B4-BE49-F238E27FC236}">
                      <a16:creationId xmlns:a16="http://schemas.microsoft.com/office/drawing/2014/main" id="{DB79F82F-9BBE-28D6-E5C7-54D01A6CFBAE}"/>
                    </a:ext>
                  </a:extLst>
                </p:cNvPr>
                <p:cNvPicPr/>
                <p:nvPr/>
              </p:nvPicPr>
              <p:blipFill>
                <a:blip r:embed="rId168"/>
                <a:stretch>
                  <a:fillRect/>
                </a:stretch>
              </p:blipFill>
              <p:spPr>
                <a:xfrm>
                  <a:off x="2310278" y="5073091"/>
                  <a:ext cx="223560" cy="33084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3352" name="Ink 13351">
                  <a:extLst>
                    <a:ext uri="{FF2B5EF4-FFF2-40B4-BE49-F238E27FC236}">
                      <a16:creationId xmlns:a16="http://schemas.microsoft.com/office/drawing/2014/main" id="{FF9E075B-41BA-8BB0-FBC5-A65297C1D999}"/>
                    </a:ext>
                  </a:extLst>
                </p14:cNvPr>
                <p14:cNvContentPartPr/>
                <p14:nvPr/>
              </p14:nvContentPartPr>
              <p14:xfrm>
                <a:off x="2521238" y="5233291"/>
                <a:ext cx="315000" cy="285120"/>
              </p14:xfrm>
            </p:contentPart>
          </mc:Choice>
          <mc:Fallback xmlns="">
            <p:pic>
              <p:nvPicPr>
                <p:cNvPr id="13352" name="Ink 13351">
                  <a:extLst>
                    <a:ext uri="{FF2B5EF4-FFF2-40B4-BE49-F238E27FC236}">
                      <a16:creationId xmlns:a16="http://schemas.microsoft.com/office/drawing/2014/main" id="{FF9E075B-41BA-8BB0-FBC5-A65297C1D999}"/>
                    </a:ext>
                  </a:extLst>
                </p:cNvPr>
                <p:cNvPicPr/>
                <p:nvPr/>
              </p:nvPicPr>
              <p:blipFill>
                <a:blip r:embed="rId170"/>
                <a:stretch>
                  <a:fillRect/>
                </a:stretch>
              </p:blipFill>
              <p:spPr>
                <a:xfrm>
                  <a:off x="2515118" y="5227171"/>
                  <a:ext cx="327240" cy="29736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3353" name="Ink 13352">
                  <a:extLst>
                    <a:ext uri="{FF2B5EF4-FFF2-40B4-BE49-F238E27FC236}">
                      <a16:creationId xmlns:a16="http://schemas.microsoft.com/office/drawing/2014/main" id="{819C7E2B-200E-9C5E-F17B-53F93F6C2E14}"/>
                    </a:ext>
                  </a:extLst>
                </p14:cNvPr>
                <p14:cNvContentPartPr/>
                <p14:nvPr/>
              </p14:nvContentPartPr>
              <p14:xfrm>
                <a:off x="2828678" y="5212051"/>
                <a:ext cx="186120" cy="87480"/>
              </p14:xfrm>
            </p:contentPart>
          </mc:Choice>
          <mc:Fallback xmlns="">
            <p:pic>
              <p:nvPicPr>
                <p:cNvPr id="13353" name="Ink 13352">
                  <a:extLst>
                    <a:ext uri="{FF2B5EF4-FFF2-40B4-BE49-F238E27FC236}">
                      <a16:creationId xmlns:a16="http://schemas.microsoft.com/office/drawing/2014/main" id="{819C7E2B-200E-9C5E-F17B-53F93F6C2E14}"/>
                    </a:ext>
                  </a:extLst>
                </p:cNvPr>
                <p:cNvPicPr/>
                <p:nvPr/>
              </p:nvPicPr>
              <p:blipFill>
                <a:blip r:embed="rId172"/>
                <a:stretch>
                  <a:fillRect/>
                </a:stretch>
              </p:blipFill>
              <p:spPr>
                <a:xfrm>
                  <a:off x="2822558" y="5205931"/>
                  <a:ext cx="19836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3354" name="Ink 13353">
                  <a:extLst>
                    <a:ext uri="{FF2B5EF4-FFF2-40B4-BE49-F238E27FC236}">
                      <a16:creationId xmlns:a16="http://schemas.microsoft.com/office/drawing/2014/main" id="{4EE6A952-885E-5C8F-52BD-FC2636742B35}"/>
                    </a:ext>
                  </a:extLst>
                </p14:cNvPr>
                <p14:cNvContentPartPr/>
                <p14:nvPr/>
              </p14:nvContentPartPr>
              <p14:xfrm>
                <a:off x="2905358" y="5129251"/>
                <a:ext cx="360" cy="360"/>
              </p14:xfrm>
            </p:contentPart>
          </mc:Choice>
          <mc:Fallback xmlns="">
            <p:pic>
              <p:nvPicPr>
                <p:cNvPr id="13354" name="Ink 13353">
                  <a:extLst>
                    <a:ext uri="{FF2B5EF4-FFF2-40B4-BE49-F238E27FC236}">
                      <a16:creationId xmlns:a16="http://schemas.microsoft.com/office/drawing/2014/main" id="{4EE6A952-885E-5C8F-52BD-FC2636742B35}"/>
                    </a:ext>
                  </a:extLst>
                </p:cNvPr>
                <p:cNvPicPr/>
                <p:nvPr/>
              </p:nvPicPr>
              <p:blipFill>
                <a:blip r:embed="rId174"/>
                <a:stretch>
                  <a:fillRect/>
                </a:stretch>
              </p:blipFill>
              <p:spPr>
                <a:xfrm>
                  <a:off x="2899238" y="512313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3355" name="Ink 13354">
                  <a:extLst>
                    <a:ext uri="{FF2B5EF4-FFF2-40B4-BE49-F238E27FC236}">
                      <a16:creationId xmlns:a16="http://schemas.microsoft.com/office/drawing/2014/main" id="{D1D75729-298B-8EA9-7942-6D3C16B9A483}"/>
                    </a:ext>
                  </a:extLst>
                </p14:cNvPr>
                <p14:cNvContentPartPr/>
                <p14:nvPr/>
              </p14:nvContentPartPr>
              <p14:xfrm>
                <a:off x="2972318" y="5033851"/>
                <a:ext cx="127440" cy="383040"/>
              </p14:xfrm>
            </p:contentPart>
          </mc:Choice>
          <mc:Fallback xmlns="">
            <p:pic>
              <p:nvPicPr>
                <p:cNvPr id="13355" name="Ink 13354">
                  <a:extLst>
                    <a:ext uri="{FF2B5EF4-FFF2-40B4-BE49-F238E27FC236}">
                      <a16:creationId xmlns:a16="http://schemas.microsoft.com/office/drawing/2014/main" id="{D1D75729-298B-8EA9-7942-6D3C16B9A483}"/>
                    </a:ext>
                  </a:extLst>
                </p:cNvPr>
                <p:cNvPicPr/>
                <p:nvPr/>
              </p:nvPicPr>
              <p:blipFill>
                <a:blip r:embed="rId176"/>
                <a:stretch>
                  <a:fillRect/>
                </a:stretch>
              </p:blipFill>
              <p:spPr>
                <a:xfrm>
                  <a:off x="2966198" y="5027731"/>
                  <a:ext cx="139680" cy="39528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3356" name="Ink 13355">
                  <a:extLst>
                    <a:ext uri="{FF2B5EF4-FFF2-40B4-BE49-F238E27FC236}">
                      <a16:creationId xmlns:a16="http://schemas.microsoft.com/office/drawing/2014/main" id="{BB9AD019-0E24-9F33-9E7F-914CCB97D1D9}"/>
                    </a:ext>
                  </a:extLst>
                </p14:cNvPr>
                <p14:cNvContentPartPr/>
                <p14:nvPr/>
              </p14:nvContentPartPr>
              <p14:xfrm>
                <a:off x="2973398" y="5196571"/>
                <a:ext cx="179280" cy="131400"/>
              </p14:xfrm>
            </p:contentPart>
          </mc:Choice>
          <mc:Fallback xmlns="">
            <p:pic>
              <p:nvPicPr>
                <p:cNvPr id="13356" name="Ink 13355">
                  <a:extLst>
                    <a:ext uri="{FF2B5EF4-FFF2-40B4-BE49-F238E27FC236}">
                      <a16:creationId xmlns:a16="http://schemas.microsoft.com/office/drawing/2014/main" id="{BB9AD019-0E24-9F33-9E7F-914CCB97D1D9}"/>
                    </a:ext>
                  </a:extLst>
                </p:cNvPr>
                <p:cNvPicPr/>
                <p:nvPr/>
              </p:nvPicPr>
              <p:blipFill>
                <a:blip r:embed="rId178"/>
                <a:stretch>
                  <a:fillRect/>
                </a:stretch>
              </p:blipFill>
              <p:spPr>
                <a:xfrm>
                  <a:off x="2967278" y="5190451"/>
                  <a:ext cx="19152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3357" name="Ink 13356">
                  <a:extLst>
                    <a:ext uri="{FF2B5EF4-FFF2-40B4-BE49-F238E27FC236}">
                      <a16:creationId xmlns:a16="http://schemas.microsoft.com/office/drawing/2014/main" id="{D06B1293-6B12-8AFB-32D9-96042F0692BB}"/>
                    </a:ext>
                  </a:extLst>
                </p14:cNvPr>
                <p14:cNvContentPartPr/>
                <p14:nvPr/>
              </p14:nvContentPartPr>
              <p14:xfrm>
                <a:off x="3071318" y="5123131"/>
                <a:ext cx="42480" cy="19800"/>
              </p14:xfrm>
            </p:contentPart>
          </mc:Choice>
          <mc:Fallback xmlns="">
            <p:pic>
              <p:nvPicPr>
                <p:cNvPr id="13357" name="Ink 13356">
                  <a:extLst>
                    <a:ext uri="{FF2B5EF4-FFF2-40B4-BE49-F238E27FC236}">
                      <a16:creationId xmlns:a16="http://schemas.microsoft.com/office/drawing/2014/main" id="{D06B1293-6B12-8AFB-32D9-96042F0692BB}"/>
                    </a:ext>
                  </a:extLst>
                </p:cNvPr>
                <p:cNvPicPr/>
                <p:nvPr/>
              </p:nvPicPr>
              <p:blipFill>
                <a:blip r:embed="rId180"/>
                <a:stretch>
                  <a:fillRect/>
                </a:stretch>
              </p:blipFill>
              <p:spPr>
                <a:xfrm>
                  <a:off x="3065198" y="5117011"/>
                  <a:ext cx="5472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3358" name="Ink 13357">
                  <a:extLst>
                    <a:ext uri="{FF2B5EF4-FFF2-40B4-BE49-F238E27FC236}">
                      <a16:creationId xmlns:a16="http://schemas.microsoft.com/office/drawing/2014/main" id="{B7FCE44E-BE9E-8F2F-44A7-4CDE69CC5B7F}"/>
                    </a:ext>
                  </a:extLst>
                </p14:cNvPr>
                <p14:cNvContentPartPr/>
                <p14:nvPr/>
              </p14:nvContentPartPr>
              <p14:xfrm>
                <a:off x="3151598" y="5145811"/>
                <a:ext cx="120600" cy="113760"/>
              </p14:xfrm>
            </p:contentPart>
          </mc:Choice>
          <mc:Fallback xmlns="">
            <p:pic>
              <p:nvPicPr>
                <p:cNvPr id="13358" name="Ink 13357">
                  <a:extLst>
                    <a:ext uri="{FF2B5EF4-FFF2-40B4-BE49-F238E27FC236}">
                      <a16:creationId xmlns:a16="http://schemas.microsoft.com/office/drawing/2014/main" id="{B7FCE44E-BE9E-8F2F-44A7-4CDE69CC5B7F}"/>
                    </a:ext>
                  </a:extLst>
                </p:cNvPr>
                <p:cNvPicPr/>
                <p:nvPr/>
              </p:nvPicPr>
              <p:blipFill>
                <a:blip r:embed="rId182"/>
                <a:stretch>
                  <a:fillRect/>
                </a:stretch>
              </p:blipFill>
              <p:spPr>
                <a:xfrm>
                  <a:off x="3145478" y="5139691"/>
                  <a:ext cx="1328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3359" name="Ink 13358">
                  <a:extLst>
                    <a:ext uri="{FF2B5EF4-FFF2-40B4-BE49-F238E27FC236}">
                      <a16:creationId xmlns:a16="http://schemas.microsoft.com/office/drawing/2014/main" id="{0CD6F725-C10D-902F-D4E0-1B75FDFBB5DF}"/>
                    </a:ext>
                  </a:extLst>
                </p14:cNvPr>
                <p14:cNvContentPartPr/>
                <p14:nvPr/>
              </p14:nvContentPartPr>
              <p14:xfrm>
                <a:off x="3308918" y="5018371"/>
                <a:ext cx="103320" cy="151560"/>
              </p14:xfrm>
            </p:contentPart>
          </mc:Choice>
          <mc:Fallback xmlns="">
            <p:pic>
              <p:nvPicPr>
                <p:cNvPr id="13359" name="Ink 13358">
                  <a:extLst>
                    <a:ext uri="{FF2B5EF4-FFF2-40B4-BE49-F238E27FC236}">
                      <a16:creationId xmlns:a16="http://schemas.microsoft.com/office/drawing/2014/main" id="{0CD6F725-C10D-902F-D4E0-1B75FDFBB5DF}"/>
                    </a:ext>
                  </a:extLst>
                </p:cNvPr>
                <p:cNvPicPr/>
                <p:nvPr/>
              </p:nvPicPr>
              <p:blipFill>
                <a:blip r:embed="rId184"/>
                <a:stretch>
                  <a:fillRect/>
                </a:stretch>
              </p:blipFill>
              <p:spPr>
                <a:xfrm>
                  <a:off x="3302798" y="5012251"/>
                  <a:ext cx="11556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3360" name="Ink 13359">
                  <a:extLst>
                    <a:ext uri="{FF2B5EF4-FFF2-40B4-BE49-F238E27FC236}">
                      <a16:creationId xmlns:a16="http://schemas.microsoft.com/office/drawing/2014/main" id="{9CB23F40-CDA5-94C1-0584-39F52C1939A0}"/>
                    </a:ext>
                  </a:extLst>
                </p14:cNvPr>
                <p14:cNvContentPartPr/>
                <p14:nvPr/>
              </p14:nvContentPartPr>
              <p14:xfrm>
                <a:off x="3403598" y="5030971"/>
                <a:ext cx="76320" cy="99360"/>
              </p14:xfrm>
            </p:contentPart>
          </mc:Choice>
          <mc:Fallback xmlns="">
            <p:pic>
              <p:nvPicPr>
                <p:cNvPr id="13360" name="Ink 13359">
                  <a:extLst>
                    <a:ext uri="{FF2B5EF4-FFF2-40B4-BE49-F238E27FC236}">
                      <a16:creationId xmlns:a16="http://schemas.microsoft.com/office/drawing/2014/main" id="{9CB23F40-CDA5-94C1-0584-39F52C1939A0}"/>
                    </a:ext>
                  </a:extLst>
                </p:cNvPr>
                <p:cNvPicPr/>
                <p:nvPr/>
              </p:nvPicPr>
              <p:blipFill>
                <a:blip r:embed="rId186"/>
                <a:stretch>
                  <a:fillRect/>
                </a:stretch>
              </p:blipFill>
              <p:spPr>
                <a:xfrm>
                  <a:off x="3397478" y="5024851"/>
                  <a:ext cx="8856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3361" name="Ink 13360">
                  <a:extLst>
                    <a:ext uri="{FF2B5EF4-FFF2-40B4-BE49-F238E27FC236}">
                      <a16:creationId xmlns:a16="http://schemas.microsoft.com/office/drawing/2014/main" id="{110C1678-11E3-2320-ADF0-020B4242F4EC}"/>
                    </a:ext>
                  </a:extLst>
                </p14:cNvPr>
                <p14:cNvContentPartPr/>
                <p14:nvPr/>
              </p14:nvContentPartPr>
              <p14:xfrm>
                <a:off x="3445358" y="5015851"/>
                <a:ext cx="66960" cy="50040"/>
              </p14:xfrm>
            </p:contentPart>
          </mc:Choice>
          <mc:Fallback xmlns="">
            <p:pic>
              <p:nvPicPr>
                <p:cNvPr id="13361" name="Ink 13360">
                  <a:extLst>
                    <a:ext uri="{FF2B5EF4-FFF2-40B4-BE49-F238E27FC236}">
                      <a16:creationId xmlns:a16="http://schemas.microsoft.com/office/drawing/2014/main" id="{110C1678-11E3-2320-ADF0-020B4242F4EC}"/>
                    </a:ext>
                  </a:extLst>
                </p:cNvPr>
                <p:cNvPicPr/>
                <p:nvPr/>
              </p:nvPicPr>
              <p:blipFill>
                <a:blip r:embed="rId188"/>
                <a:stretch>
                  <a:fillRect/>
                </a:stretch>
              </p:blipFill>
              <p:spPr>
                <a:xfrm>
                  <a:off x="3439238" y="5009731"/>
                  <a:ext cx="7920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3362" name="Ink 13361">
                  <a:extLst>
                    <a:ext uri="{FF2B5EF4-FFF2-40B4-BE49-F238E27FC236}">
                      <a16:creationId xmlns:a16="http://schemas.microsoft.com/office/drawing/2014/main" id="{E5EA7A2C-2F8E-C083-EA24-D819EDB9E5C7}"/>
                    </a:ext>
                  </a:extLst>
                </p14:cNvPr>
                <p14:cNvContentPartPr/>
                <p14:nvPr/>
              </p14:nvContentPartPr>
              <p14:xfrm>
                <a:off x="3534998" y="4897051"/>
                <a:ext cx="106920" cy="138240"/>
              </p14:xfrm>
            </p:contentPart>
          </mc:Choice>
          <mc:Fallback xmlns="">
            <p:pic>
              <p:nvPicPr>
                <p:cNvPr id="13362" name="Ink 13361">
                  <a:extLst>
                    <a:ext uri="{FF2B5EF4-FFF2-40B4-BE49-F238E27FC236}">
                      <a16:creationId xmlns:a16="http://schemas.microsoft.com/office/drawing/2014/main" id="{E5EA7A2C-2F8E-C083-EA24-D819EDB9E5C7}"/>
                    </a:ext>
                  </a:extLst>
                </p:cNvPr>
                <p:cNvPicPr/>
                <p:nvPr/>
              </p:nvPicPr>
              <p:blipFill>
                <a:blip r:embed="rId190"/>
                <a:stretch>
                  <a:fillRect/>
                </a:stretch>
              </p:blipFill>
              <p:spPr>
                <a:xfrm>
                  <a:off x="3528878" y="4890931"/>
                  <a:ext cx="11916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3363" name="Ink 13362">
                  <a:extLst>
                    <a:ext uri="{FF2B5EF4-FFF2-40B4-BE49-F238E27FC236}">
                      <a16:creationId xmlns:a16="http://schemas.microsoft.com/office/drawing/2014/main" id="{6C6EC200-0ACB-A438-8F66-F8EE078F7EB7}"/>
                    </a:ext>
                  </a:extLst>
                </p14:cNvPr>
                <p14:cNvContentPartPr/>
                <p14:nvPr/>
              </p14:nvContentPartPr>
              <p14:xfrm>
                <a:off x="3640838" y="4779691"/>
                <a:ext cx="193320" cy="208440"/>
              </p14:xfrm>
            </p:contentPart>
          </mc:Choice>
          <mc:Fallback xmlns="">
            <p:pic>
              <p:nvPicPr>
                <p:cNvPr id="13363" name="Ink 13362">
                  <a:extLst>
                    <a:ext uri="{FF2B5EF4-FFF2-40B4-BE49-F238E27FC236}">
                      <a16:creationId xmlns:a16="http://schemas.microsoft.com/office/drawing/2014/main" id="{6C6EC200-0ACB-A438-8F66-F8EE078F7EB7}"/>
                    </a:ext>
                  </a:extLst>
                </p:cNvPr>
                <p:cNvPicPr/>
                <p:nvPr/>
              </p:nvPicPr>
              <p:blipFill>
                <a:blip r:embed="rId192"/>
                <a:stretch>
                  <a:fillRect/>
                </a:stretch>
              </p:blipFill>
              <p:spPr>
                <a:xfrm>
                  <a:off x="3634718" y="4773571"/>
                  <a:ext cx="20556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3364" name="Ink 13363">
                  <a:extLst>
                    <a:ext uri="{FF2B5EF4-FFF2-40B4-BE49-F238E27FC236}">
                      <a16:creationId xmlns:a16="http://schemas.microsoft.com/office/drawing/2014/main" id="{5CF11D35-8496-BB5A-7D04-DE7FA90B0C5A}"/>
                    </a:ext>
                  </a:extLst>
                </p14:cNvPr>
                <p14:cNvContentPartPr/>
                <p14:nvPr/>
              </p14:nvContentPartPr>
              <p14:xfrm>
                <a:off x="3762158" y="4795171"/>
                <a:ext cx="360" cy="360"/>
              </p14:xfrm>
            </p:contentPart>
          </mc:Choice>
          <mc:Fallback xmlns="">
            <p:pic>
              <p:nvPicPr>
                <p:cNvPr id="13364" name="Ink 13363">
                  <a:extLst>
                    <a:ext uri="{FF2B5EF4-FFF2-40B4-BE49-F238E27FC236}">
                      <a16:creationId xmlns:a16="http://schemas.microsoft.com/office/drawing/2014/main" id="{5CF11D35-8496-BB5A-7D04-DE7FA90B0C5A}"/>
                    </a:ext>
                  </a:extLst>
                </p:cNvPr>
                <p:cNvPicPr/>
                <p:nvPr/>
              </p:nvPicPr>
              <p:blipFill>
                <a:blip r:embed="rId174"/>
                <a:stretch>
                  <a:fillRect/>
                </a:stretch>
              </p:blipFill>
              <p:spPr>
                <a:xfrm>
                  <a:off x="3756038" y="478905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3365" name="Ink 13364">
                  <a:extLst>
                    <a:ext uri="{FF2B5EF4-FFF2-40B4-BE49-F238E27FC236}">
                      <a16:creationId xmlns:a16="http://schemas.microsoft.com/office/drawing/2014/main" id="{1263F34E-D376-A201-7AF1-8C54E73AB514}"/>
                    </a:ext>
                  </a:extLst>
                </p14:cNvPr>
                <p14:cNvContentPartPr/>
                <p14:nvPr/>
              </p14:nvContentPartPr>
              <p14:xfrm>
                <a:off x="3832718" y="4831891"/>
                <a:ext cx="138960" cy="66960"/>
              </p14:xfrm>
            </p:contentPart>
          </mc:Choice>
          <mc:Fallback xmlns="">
            <p:pic>
              <p:nvPicPr>
                <p:cNvPr id="13365" name="Ink 13364">
                  <a:extLst>
                    <a:ext uri="{FF2B5EF4-FFF2-40B4-BE49-F238E27FC236}">
                      <a16:creationId xmlns:a16="http://schemas.microsoft.com/office/drawing/2014/main" id="{1263F34E-D376-A201-7AF1-8C54E73AB514}"/>
                    </a:ext>
                  </a:extLst>
                </p:cNvPr>
                <p:cNvPicPr/>
                <p:nvPr/>
              </p:nvPicPr>
              <p:blipFill>
                <a:blip r:embed="rId195"/>
                <a:stretch>
                  <a:fillRect/>
                </a:stretch>
              </p:blipFill>
              <p:spPr>
                <a:xfrm>
                  <a:off x="3826598" y="4825771"/>
                  <a:ext cx="15120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3366" name="Ink 13365">
                  <a:extLst>
                    <a:ext uri="{FF2B5EF4-FFF2-40B4-BE49-F238E27FC236}">
                      <a16:creationId xmlns:a16="http://schemas.microsoft.com/office/drawing/2014/main" id="{B5521DEF-99D9-F8B3-961A-8EF064CFE687}"/>
                    </a:ext>
                  </a:extLst>
                </p14:cNvPr>
                <p14:cNvContentPartPr/>
                <p14:nvPr/>
              </p14:nvContentPartPr>
              <p14:xfrm>
                <a:off x="3984998" y="4756651"/>
                <a:ext cx="135360" cy="86760"/>
              </p14:xfrm>
            </p:contentPart>
          </mc:Choice>
          <mc:Fallback xmlns="">
            <p:pic>
              <p:nvPicPr>
                <p:cNvPr id="13366" name="Ink 13365">
                  <a:extLst>
                    <a:ext uri="{FF2B5EF4-FFF2-40B4-BE49-F238E27FC236}">
                      <a16:creationId xmlns:a16="http://schemas.microsoft.com/office/drawing/2014/main" id="{B5521DEF-99D9-F8B3-961A-8EF064CFE687}"/>
                    </a:ext>
                  </a:extLst>
                </p:cNvPr>
                <p:cNvPicPr/>
                <p:nvPr/>
              </p:nvPicPr>
              <p:blipFill>
                <a:blip r:embed="rId197"/>
                <a:stretch>
                  <a:fillRect/>
                </a:stretch>
              </p:blipFill>
              <p:spPr>
                <a:xfrm>
                  <a:off x="3978878" y="4750531"/>
                  <a:ext cx="14760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3367" name="Ink 13366">
                  <a:extLst>
                    <a:ext uri="{FF2B5EF4-FFF2-40B4-BE49-F238E27FC236}">
                      <a16:creationId xmlns:a16="http://schemas.microsoft.com/office/drawing/2014/main" id="{9072FB64-D7B1-A31D-1251-7502A5EE84BE}"/>
                    </a:ext>
                  </a:extLst>
                </p14:cNvPr>
                <p14:cNvContentPartPr/>
                <p14:nvPr/>
              </p14:nvContentPartPr>
              <p14:xfrm>
                <a:off x="4105238" y="4657651"/>
                <a:ext cx="59400" cy="176760"/>
              </p14:xfrm>
            </p:contentPart>
          </mc:Choice>
          <mc:Fallback xmlns="">
            <p:pic>
              <p:nvPicPr>
                <p:cNvPr id="13367" name="Ink 13366">
                  <a:extLst>
                    <a:ext uri="{FF2B5EF4-FFF2-40B4-BE49-F238E27FC236}">
                      <a16:creationId xmlns:a16="http://schemas.microsoft.com/office/drawing/2014/main" id="{9072FB64-D7B1-A31D-1251-7502A5EE84BE}"/>
                    </a:ext>
                  </a:extLst>
                </p:cNvPr>
                <p:cNvPicPr/>
                <p:nvPr/>
              </p:nvPicPr>
              <p:blipFill>
                <a:blip r:embed="rId199"/>
                <a:stretch>
                  <a:fillRect/>
                </a:stretch>
              </p:blipFill>
              <p:spPr>
                <a:xfrm>
                  <a:off x="4099118" y="4651531"/>
                  <a:ext cx="716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3368" name="Ink 13367">
                  <a:extLst>
                    <a:ext uri="{FF2B5EF4-FFF2-40B4-BE49-F238E27FC236}">
                      <a16:creationId xmlns:a16="http://schemas.microsoft.com/office/drawing/2014/main" id="{0035FBE1-3F58-B94C-3FF7-CDFF3C0D1DB8}"/>
                    </a:ext>
                  </a:extLst>
                </p14:cNvPr>
                <p14:cNvContentPartPr/>
                <p14:nvPr/>
              </p14:nvContentPartPr>
              <p14:xfrm>
                <a:off x="4164998" y="4684291"/>
                <a:ext cx="151920" cy="94680"/>
              </p14:xfrm>
            </p:contentPart>
          </mc:Choice>
          <mc:Fallback xmlns="">
            <p:pic>
              <p:nvPicPr>
                <p:cNvPr id="13368" name="Ink 13367">
                  <a:extLst>
                    <a:ext uri="{FF2B5EF4-FFF2-40B4-BE49-F238E27FC236}">
                      <a16:creationId xmlns:a16="http://schemas.microsoft.com/office/drawing/2014/main" id="{0035FBE1-3F58-B94C-3FF7-CDFF3C0D1DB8}"/>
                    </a:ext>
                  </a:extLst>
                </p:cNvPr>
                <p:cNvPicPr/>
                <p:nvPr/>
              </p:nvPicPr>
              <p:blipFill>
                <a:blip r:embed="rId201"/>
                <a:stretch>
                  <a:fillRect/>
                </a:stretch>
              </p:blipFill>
              <p:spPr>
                <a:xfrm>
                  <a:off x="4158878" y="4678171"/>
                  <a:ext cx="16416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3369" name="Ink 13368">
                  <a:extLst>
                    <a:ext uri="{FF2B5EF4-FFF2-40B4-BE49-F238E27FC236}">
                      <a16:creationId xmlns:a16="http://schemas.microsoft.com/office/drawing/2014/main" id="{26FDB9CF-D08C-0DC9-76EA-9B5C6948EF63}"/>
                    </a:ext>
                  </a:extLst>
                </p14:cNvPr>
                <p14:cNvContentPartPr/>
                <p14:nvPr/>
              </p14:nvContentPartPr>
              <p14:xfrm>
                <a:off x="3745238" y="5230051"/>
                <a:ext cx="132120" cy="143640"/>
              </p14:xfrm>
            </p:contentPart>
          </mc:Choice>
          <mc:Fallback xmlns="">
            <p:pic>
              <p:nvPicPr>
                <p:cNvPr id="13369" name="Ink 13368">
                  <a:extLst>
                    <a:ext uri="{FF2B5EF4-FFF2-40B4-BE49-F238E27FC236}">
                      <a16:creationId xmlns:a16="http://schemas.microsoft.com/office/drawing/2014/main" id="{26FDB9CF-D08C-0DC9-76EA-9B5C6948EF63}"/>
                    </a:ext>
                  </a:extLst>
                </p:cNvPr>
                <p:cNvPicPr/>
                <p:nvPr/>
              </p:nvPicPr>
              <p:blipFill>
                <a:blip r:embed="rId203"/>
                <a:stretch>
                  <a:fillRect/>
                </a:stretch>
              </p:blipFill>
              <p:spPr>
                <a:xfrm>
                  <a:off x="3739118" y="5223931"/>
                  <a:ext cx="14436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3370" name="Ink 13369">
                  <a:extLst>
                    <a:ext uri="{FF2B5EF4-FFF2-40B4-BE49-F238E27FC236}">
                      <a16:creationId xmlns:a16="http://schemas.microsoft.com/office/drawing/2014/main" id="{F5235719-FE98-618F-1DA5-54CAF5FCCC6C}"/>
                    </a:ext>
                  </a:extLst>
                </p14:cNvPr>
                <p14:cNvContentPartPr/>
                <p14:nvPr/>
              </p14:nvContentPartPr>
              <p14:xfrm>
                <a:off x="3671438" y="5127811"/>
                <a:ext cx="37800" cy="46080"/>
              </p14:xfrm>
            </p:contentPart>
          </mc:Choice>
          <mc:Fallback xmlns="">
            <p:pic>
              <p:nvPicPr>
                <p:cNvPr id="13370" name="Ink 13369">
                  <a:extLst>
                    <a:ext uri="{FF2B5EF4-FFF2-40B4-BE49-F238E27FC236}">
                      <a16:creationId xmlns:a16="http://schemas.microsoft.com/office/drawing/2014/main" id="{F5235719-FE98-618F-1DA5-54CAF5FCCC6C}"/>
                    </a:ext>
                  </a:extLst>
                </p:cNvPr>
                <p:cNvPicPr/>
                <p:nvPr/>
              </p:nvPicPr>
              <p:blipFill>
                <a:blip r:embed="rId205"/>
                <a:stretch>
                  <a:fillRect/>
                </a:stretch>
              </p:blipFill>
              <p:spPr>
                <a:xfrm>
                  <a:off x="3665318" y="5121691"/>
                  <a:ext cx="5004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373" name="Ink 13372">
                  <a:extLst>
                    <a:ext uri="{FF2B5EF4-FFF2-40B4-BE49-F238E27FC236}">
                      <a16:creationId xmlns:a16="http://schemas.microsoft.com/office/drawing/2014/main" id="{1BDFC666-ECB8-1FB0-06A6-079A9E2FBD5D}"/>
                    </a:ext>
                  </a:extLst>
                </p14:cNvPr>
                <p14:cNvContentPartPr/>
                <p14:nvPr/>
              </p14:nvContentPartPr>
              <p14:xfrm>
                <a:off x="4036118" y="4630291"/>
                <a:ext cx="3931200" cy="966240"/>
              </p14:xfrm>
            </p:contentPart>
          </mc:Choice>
          <mc:Fallback xmlns="">
            <p:pic>
              <p:nvPicPr>
                <p:cNvPr id="13373" name="Ink 13372">
                  <a:extLst>
                    <a:ext uri="{FF2B5EF4-FFF2-40B4-BE49-F238E27FC236}">
                      <a16:creationId xmlns:a16="http://schemas.microsoft.com/office/drawing/2014/main" id="{1BDFC666-ECB8-1FB0-06A6-079A9E2FBD5D}"/>
                    </a:ext>
                  </a:extLst>
                </p:cNvPr>
                <p:cNvPicPr/>
                <p:nvPr/>
              </p:nvPicPr>
              <p:blipFill>
                <a:blip r:embed="rId207"/>
                <a:stretch>
                  <a:fillRect/>
                </a:stretch>
              </p:blipFill>
              <p:spPr>
                <a:xfrm>
                  <a:off x="4029998" y="4624171"/>
                  <a:ext cx="3943440" cy="978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8">
            <p14:nvContentPartPr>
              <p14:cNvPr id="13375" name="Ink 13374">
                <a:extLst>
                  <a:ext uri="{FF2B5EF4-FFF2-40B4-BE49-F238E27FC236}">
                    <a16:creationId xmlns:a16="http://schemas.microsoft.com/office/drawing/2014/main" id="{A649E6B0-E7F1-8A47-F127-26769BB8249D}"/>
                  </a:ext>
                </a:extLst>
              </p14:cNvPr>
              <p14:cNvContentPartPr/>
              <p14:nvPr/>
            </p14:nvContentPartPr>
            <p14:xfrm>
              <a:off x="5067878" y="5265691"/>
              <a:ext cx="12600" cy="17640"/>
            </p14:xfrm>
          </p:contentPart>
        </mc:Choice>
        <mc:Fallback xmlns="">
          <p:pic>
            <p:nvPicPr>
              <p:cNvPr id="13375" name="Ink 13374">
                <a:extLst>
                  <a:ext uri="{FF2B5EF4-FFF2-40B4-BE49-F238E27FC236}">
                    <a16:creationId xmlns:a16="http://schemas.microsoft.com/office/drawing/2014/main" id="{A649E6B0-E7F1-8A47-F127-26769BB8249D}"/>
                  </a:ext>
                </a:extLst>
              </p:cNvPr>
              <p:cNvPicPr/>
              <p:nvPr/>
            </p:nvPicPr>
            <p:blipFill>
              <a:blip r:embed="rId209"/>
              <a:stretch>
                <a:fillRect/>
              </a:stretch>
            </p:blipFill>
            <p:spPr>
              <a:xfrm>
                <a:off x="5061758" y="5259571"/>
                <a:ext cx="24840" cy="29880"/>
              </a:xfrm>
              <a:prstGeom prst="rect">
                <a:avLst/>
              </a:prstGeom>
            </p:spPr>
          </p:pic>
        </mc:Fallback>
      </mc:AlternateContent>
      <p:grpSp>
        <p:nvGrpSpPr>
          <p:cNvPr id="13379" name="Group 13378">
            <a:extLst>
              <a:ext uri="{FF2B5EF4-FFF2-40B4-BE49-F238E27FC236}">
                <a16:creationId xmlns:a16="http://schemas.microsoft.com/office/drawing/2014/main" id="{1C71E302-92B2-C71E-EA7E-A2D81686A924}"/>
              </a:ext>
            </a:extLst>
          </p:cNvPr>
          <p:cNvGrpSpPr/>
          <p:nvPr/>
        </p:nvGrpSpPr>
        <p:grpSpPr>
          <a:xfrm>
            <a:off x="5127278" y="5193691"/>
            <a:ext cx="58680" cy="109080"/>
            <a:chOff x="5127278" y="5193691"/>
            <a:chExt cx="58680" cy="109080"/>
          </a:xfrm>
        </p:grpSpPr>
        <mc:AlternateContent xmlns:mc="http://schemas.openxmlformats.org/markup-compatibility/2006" xmlns:p14="http://schemas.microsoft.com/office/powerpoint/2010/main">
          <mc:Choice Requires="p14">
            <p:contentPart p14:bwMode="auto" r:id="rId210">
              <p14:nvContentPartPr>
                <p14:cNvPr id="13376" name="Ink 13375">
                  <a:extLst>
                    <a:ext uri="{FF2B5EF4-FFF2-40B4-BE49-F238E27FC236}">
                      <a16:creationId xmlns:a16="http://schemas.microsoft.com/office/drawing/2014/main" id="{9FB96114-3B8F-F216-77AC-8B5C9111D4A3}"/>
                    </a:ext>
                  </a:extLst>
                </p14:cNvPr>
                <p14:cNvContentPartPr/>
                <p14:nvPr/>
              </p14:nvContentPartPr>
              <p14:xfrm>
                <a:off x="5158958" y="5193691"/>
                <a:ext cx="27000" cy="19440"/>
              </p14:xfrm>
            </p:contentPart>
          </mc:Choice>
          <mc:Fallback xmlns="">
            <p:pic>
              <p:nvPicPr>
                <p:cNvPr id="13376" name="Ink 13375">
                  <a:extLst>
                    <a:ext uri="{FF2B5EF4-FFF2-40B4-BE49-F238E27FC236}">
                      <a16:creationId xmlns:a16="http://schemas.microsoft.com/office/drawing/2014/main" id="{9FB96114-3B8F-F216-77AC-8B5C9111D4A3}"/>
                    </a:ext>
                  </a:extLst>
                </p:cNvPr>
                <p:cNvPicPr/>
                <p:nvPr/>
              </p:nvPicPr>
              <p:blipFill>
                <a:blip r:embed="rId211"/>
                <a:stretch>
                  <a:fillRect/>
                </a:stretch>
              </p:blipFill>
              <p:spPr>
                <a:xfrm>
                  <a:off x="5152838" y="5187571"/>
                  <a:ext cx="3924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377" name="Ink 13376">
                  <a:extLst>
                    <a:ext uri="{FF2B5EF4-FFF2-40B4-BE49-F238E27FC236}">
                      <a16:creationId xmlns:a16="http://schemas.microsoft.com/office/drawing/2014/main" id="{A3D747DE-B7D9-0E72-B49D-8AFB662F1C83}"/>
                    </a:ext>
                  </a:extLst>
                </p14:cNvPr>
                <p14:cNvContentPartPr/>
                <p14:nvPr/>
              </p14:nvContentPartPr>
              <p14:xfrm>
                <a:off x="5127278" y="5281891"/>
                <a:ext cx="9000" cy="20880"/>
              </p14:xfrm>
            </p:contentPart>
          </mc:Choice>
          <mc:Fallback xmlns="">
            <p:pic>
              <p:nvPicPr>
                <p:cNvPr id="13377" name="Ink 13376">
                  <a:extLst>
                    <a:ext uri="{FF2B5EF4-FFF2-40B4-BE49-F238E27FC236}">
                      <a16:creationId xmlns:a16="http://schemas.microsoft.com/office/drawing/2014/main" id="{A3D747DE-B7D9-0E72-B49D-8AFB662F1C83}"/>
                    </a:ext>
                  </a:extLst>
                </p:cNvPr>
                <p:cNvPicPr/>
                <p:nvPr/>
              </p:nvPicPr>
              <p:blipFill>
                <a:blip r:embed="rId213"/>
                <a:stretch>
                  <a:fillRect/>
                </a:stretch>
              </p:blipFill>
              <p:spPr>
                <a:xfrm>
                  <a:off x="5121158" y="5275771"/>
                  <a:ext cx="2124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378" name="Ink 13377">
                  <a:extLst>
                    <a:ext uri="{FF2B5EF4-FFF2-40B4-BE49-F238E27FC236}">
                      <a16:creationId xmlns:a16="http://schemas.microsoft.com/office/drawing/2014/main" id="{55665F9F-E4F0-3251-F2F8-3DDA0CBE9A1B}"/>
                    </a:ext>
                  </a:extLst>
                </p14:cNvPr>
                <p14:cNvContentPartPr/>
                <p14:nvPr/>
              </p14:nvContentPartPr>
              <p14:xfrm>
                <a:off x="5165078" y="5218171"/>
                <a:ext cx="8640" cy="22680"/>
              </p14:xfrm>
            </p:contentPart>
          </mc:Choice>
          <mc:Fallback xmlns="">
            <p:pic>
              <p:nvPicPr>
                <p:cNvPr id="13378" name="Ink 13377">
                  <a:extLst>
                    <a:ext uri="{FF2B5EF4-FFF2-40B4-BE49-F238E27FC236}">
                      <a16:creationId xmlns:a16="http://schemas.microsoft.com/office/drawing/2014/main" id="{55665F9F-E4F0-3251-F2F8-3DDA0CBE9A1B}"/>
                    </a:ext>
                  </a:extLst>
                </p:cNvPr>
                <p:cNvPicPr/>
                <p:nvPr/>
              </p:nvPicPr>
              <p:blipFill>
                <a:blip r:embed="rId215"/>
                <a:stretch>
                  <a:fillRect/>
                </a:stretch>
              </p:blipFill>
              <p:spPr>
                <a:xfrm>
                  <a:off x="5158958" y="5212051"/>
                  <a:ext cx="20880" cy="34920"/>
                </a:xfrm>
                <a:prstGeom prst="rect">
                  <a:avLst/>
                </a:prstGeom>
              </p:spPr>
            </p:pic>
          </mc:Fallback>
        </mc:AlternateContent>
      </p:grpSp>
      <p:grpSp>
        <p:nvGrpSpPr>
          <p:cNvPr id="13383" name="Group 13382">
            <a:extLst>
              <a:ext uri="{FF2B5EF4-FFF2-40B4-BE49-F238E27FC236}">
                <a16:creationId xmlns:a16="http://schemas.microsoft.com/office/drawing/2014/main" id="{DCA772BA-3A26-92FC-FD7E-75847121BA3D}"/>
              </a:ext>
            </a:extLst>
          </p:cNvPr>
          <p:cNvGrpSpPr/>
          <p:nvPr/>
        </p:nvGrpSpPr>
        <p:grpSpPr>
          <a:xfrm>
            <a:off x="9794318" y="922651"/>
            <a:ext cx="482400" cy="532080"/>
            <a:chOff x="9794318" y="922651"/>
            <a:chExt cx="482400" cy="532080"/>
          </a:xfrm>
        </p:grpSpPr>
        <mc:AlternateContent xmlns:mc="http://schemas.openxmlformats.org/markup-compatibility/2006" xmlns:p14="http://schemas.microsoft.com/office/powerpoint/2010/main">
          <mc:Choice Requires="p14">
            <p:contentPart p14:bwMode="auto" r:id="rId216">
              <p14:nvContentPartPr>
                <p14:cNvPr id="13380" name="Ink 13379">
                  <a:extLst>
                    <a:ext uri="{FF2B5EF4-FFF2-40B4-BE49-F238E27FC236}">
                      <a16:creationId xmlns:a16="http://schemas.microsoft.com/office/drawing/2014/main" id="{A73A759C-4456-CACA-C385-044C90E68F3D}"/>
                    </a:ext>
                  </a:extLst>
                </p14:cNvPr>
                <p14:cNvContentPartPr/>
                <p14:nvPr/>
              </p14:nvContentPartPr>
              <p14:xfrm>
                <a:off x="9794318" y="922651"/>
                <a:ext cx="318960" cy="532080"/>
              </p14:xfrm>
            </p:contentPart>
          </mc:Choice>
          <mc:Fallback xmlns="">
            <p:pic>
              <p:nvPicPr>
                <p:cNvPr id="13380" name="Ink 13379">
                  <a:extLst>
                    <a:ext uri="{FF2B5EF4-FFF2-40B4-BE49-F238E27FC236}">
                      <a16:creationId xmlns:a16="http://schemas.microsoft.com/office/drawing/2014/main" id="{A73A759C-4456-CACA-C385-044C90E68F3D}"/>
                    </a:ext>
                  </a:extLst>
                </p:cNvPr>
                <p:cNvPicPr/>
                <p:nvPr/>
              </p:nvPicPr>
              <p:blipFill>
                <a:blip r:embed="rId217"/>
                <a:stretch>
                  <a:fillRect/>
                </a:stretch>
              </p:blipFill>
              <p:spPr>
                <a:xfrm>
                  <a:off x="9788198" y="916531"/>
                  <a:ext cx="331200" cy="5443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381" name="Ink 13380">
                  <a:extLst>
                    <a:ext uri="{FF2B5EF4-FFF2-40B4-BE49-F238E27FC236}">
                      <a16:creationId xmlns:a16="http://schemas.microsoft.com/office/drawing/2014/main" id="{D765D92F-5615-72E0-4F88-847EEB1EBFEC}"/>
                    </a:ext>
                  </a:extLst>
                </p14:cNvPr>
                <p14:cNvContentPartPr/>
                <p14:nvPr/>
              </p14:nvContentPartPr>
              <p14:xfrm>
                <a:off x="10219838" y="984571"/>
                <a:ext cx="54000" cy="19800"/>
              </p14:xfrm>
            </p:contentPart>
          </mc:Choice>
          <mc:Fallback xmlns="">
            <p:pic>
              <p:nvPicPr>
                <p:cNvPr id="13381" name="Ink 13380">
                  <a:extLst>
                    <a:ext uri="{FF2B5EF4-FFF2-40B4-BE49-F238E27FC236}">
                      <a16:creationId xmlns:a16="http://schemas.microsoft.com/office/drawing/2014/main" id="{D765D92F-5615-72E0-4F88-847EEB1EBFEC}"/>
                    </a:ext>
                  </a:extLst>
                </p:cNvPr>
                <p:cNvPicPr/>
                <p:nvPr/>
              </p:nvPicPr>
              <p:blipFill>
                <a:blip r:embed="rId219"/>
                <a:stretch>
                  <a:fillRect/>
                </a:stretch>
              </p:blipFill>
              <p:spPr>
                <a:xfrm>
                  <a:off x="10213718" y="978451"/>
                  <a:ext cx="6624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382" name="Ink 13381">
                  <a:extLst>
                    <a:ext uri="{FF2B5EF4-FFF2-40B4-BE49-F238E27FC236}">
                      <a16:creationId xmlns:a16="http://schemas.microsoft.com/office/drawing/2014/main" id="{C1209A51-26F9-FE8B-B470-155308AD5144}"/>
                    </a:ext>
                  </a:extLst>
                </p14:cNvPr>
                <p14:cNvContentPartPr/>
                <p14:nvPr/>
              </p14:nvContentPartPr>
              <p14:xfrm>
                <a:off x="10218398" y="1087891"/>
                <a:ext cx="58320" cy="21960"/>
              </p14:xfrm>
            </p:contentPart>
          </mc:Choice>
          <mc:Fallback xmlns="">
            <p:pic>
              <p:nvPicPr>
                <p:cNvPr id="13382" name="Ink 13381">
                  <a:extLst>
                    <a:ext uri="{FF2B5EF4-FFF2-40B4-BE49-F238E27FC236}">
                      <a16:creationId xmlns:a16="http://schemas.microsoft.com/office/drawing/2014/main" id="{C1209A51-26F9-FE8B-B470-155308AD5144}"/>
                    </a:ext>
                  </a:extLst>
                </p:cNvPr>
                <p:cNvPicPr/>
                <p:nvPr/>
              </p:nvPicPr>
              <p:blipFill>
                <a:blip r:embed="rId221"/>
                <a:stretch>
                  <a:fillRect/>
                </a:stretch>
              </p:blipFill>
              <p:spPr>
                <a:xfrm>
                  <a:off x="10212278" y="1081771"/>
                  <a:ext cx="70560" cy="34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2">
            <p14:nvContentPartPr>
              <p14:cNvPr id="13384" name="Ink 13383">
                <a:extLst>
                  <a:ext uri="{FF2B5EF4-FFF2-40B4-BE49-F238E27FC236}">
                    <a16:creationId xmlns:a16="http://schemas.microsoft.com/office/drawing/2014/main" id="{09668F92-07AE-C62B-032C-3CF52FEF0DFD}"/>
                  </a:ext>
                </a:extLst>
              </p14:cNvPr>
              <p14:cNvContentPartPr/>
              <p14:nvPr/>
            </p14:nvContentPartPr>
            <p14:xfrm>
              <a:off x="10520798" y="689011"/>
              <a:ext cx="401400" cy="819720"/>
            </p14:xfrm>
          </p:contentPart>
        </mc:Choice>
        <mc:Fallback xmlns="">
          <p:pic>
            <p:nvPicPr>
              <p:cNvPr id="13384" name="Ink 13383">
                <a:extLst>
                  <a:ext uri="{FF2B5EF4-FFF2-40B4-BE49-F238E27FC236}">
                    <a16:creationId xmlns:a16="http://schemas.microsoft.com/office/drawing/2014/main" id="{09668F92-07AE-C62B-032C-3CF52FEF0DFD}"/>
                  </a:ext>
                </a:extLst>
              </p:cNvPr>
              <p:cNvPicPr/>
              <p:nvPr/>
            </p:nvPicPr>
            <p:blipFill>
              <a:blip r:embed="rId223"/>
              <a:stretch>
                <a:fillRect/>
              </a:stretch>
            </p:blipFill>
            <p:spPr>
              <a:xfrm>
                <a:off x="10514678" y="682891"/>
                <a:ext cx="413640" cy="831960"/>
              </a:xfrm>
              <a:prstGeom prst="rect">
                <a:avLst/>
              </a:prstGeom>
            </p:spPr>
          </p:pic>
        </mc:Fallback>
      </mc:AlternateContent>
      <p:grpSp>
        <p:nvGrpSpPr>
          <p:cNvPr id="13390" name="Group 13389">
            <a:extLst>
              <a:ext uri="{FF2B5EF4-FFF2-40B4-BE49-F238E27FC236}">
                <a16:creationId xmlns:a16="http://schemas.microsoft.com/office/drawing/2014/main" id="{56B1C868-5054-9C7A-AF84-A9CC8DB48D90}"/>
              </a:ext>
            </a:extLst>
          </p:cNvPr>
          <p:cNvGrpSpPr/>
          <p:nvPr/>
        </p:nvGrpSpPr>
        <p:grpSpPr>
          <a:xfrm>
            <a:off x="10640318" y="505051"/>
            <a:ext cx="597600" cy="889200"/>
            <a:chOff x="10640318" y="505051"/>
            <a:chExt cx="597600" cy="889200"/>
          </a:xfrm>
        </p:grpSpPr>
        <mc:AlternateContent xmlns:mc="http://schemas.openxmlformats.org/markup-compatibility/2006" xmlns:p14="http://schemas.microsoft.com/office/powerpoint/2010/main">
          <mc:Choice Requires="p14">
            <p:contentPart p14:bwMode="auto" r:id="rId224">
              <p14:nvContentPartPr>
                <p14:cNvPr id="13385" name="Ink 13384">
                  <a:extLst>
                    <a:ext uri="{FF2B5EF4-FFF2-40B4-BE49-F238E27FC236}">
                      <a16:creationId xmlns:a16="http://schemas.microsoft.com/office/drawing/2014/main" id="{0FE4D5ED-0964-D0E2-B3B3-DE4306FAF9CE}"/>
                    </a:ext>
                  </a:extLst>
                </p14:cNvPr>
                <p14:cNvContentPartPr/>
                <p14:nvPr/>
              </p14:nvContentPartPr>
              <p14:xfrm>
                <a:off x="10640318" y="717811"/>
                <a:ext cx="196200" cy="250560"/>
              </p14:xfrm>
            </p:contentPart>
          </mc:Choice>
          <mc:Fallback xmlns="">
            <p:pic>
              <p:nvPicPr>
                <p:cNvPr id="13385" name="Ink 13384">
                  <a:extLst>
                    <a:ext uri="{FF2B5EF4-FFF2-40B4-BE49-F238E27FC236}">
                      <a16:creationId xmlns:a16="http://schemas.microsoft.com/office/drawing/2014/main" id="{0FE4D5ED-0964-D0E2-B3B3-DE4306FAF9CE}"/>
                    </a:ext>
                  </a:extLst>
                </p:cNvPr>
                <p:cNvPicPr/>
                <p:nvPr/>
              </p:nvPicPr>
              <p:blipFill>
                <a:blip r:embed="rId225"/>
                <a:stretch>
                  <a:fillRect/>
                </a:stretch>
              </p:blipFill>
              <p:spPr>
                <a:xfrm>
                  <a:off x="10634198" y="711691"/>
                  <a:ext cx="20844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386" name="Ink 13385">
                  <a:extLst>
                    <a:ext uri="{FF2B5EF4-FFF2-40B4-BE49-F238E27FC236}">
                      <a16:creationId xmlns:a16="http://schemas.microsoft.com/office/drawing/2014/main" id="{88B5979D-D48C-1D3E-13A2-6ED367D33BAE}"/>
                    </a:ext>
                  </a:extLst>
                </p14:cNvPr>
                <p14:cNvContentPartPr/>
                <p14:nvPr/>
              </p14:nvContentPartPr>
              <p14:xfrm>
                <a:off x="10874678" y="791251"/>
                <a:ext cx="34560" cy="92520"/>
              </p14:xfrm>
            </p:contentPart>
          </mc:Choice>
          <mc:Fallback xmlns="">
            <p:pic>
              <p:nvPicPr>
                <p:cNvPr id="13386" name="Ink 13385">
                  <a:extLst>
                    <a:ext uri="{FF2B5EF4-FFF2-40B4-BE49-F238E27FC236}">
                      <a16:creationId xmlns:a16="http://schemas.microsoft.com/office/drawing/2014/main" id="{88B5979D-D48C-1D3E-13A2-6ED367D33BAE}"/>
                    </a:ext>
                  </a:extLst>
                </p:cNvPr>
                <p:cNvPicPr/>
                <p:nvPr/>
              </p:nvPicPr>
              <p:blipFill>
                <a:blip r:embed="rId227"/>
                <a:stretch>
                  <a:fillRect/>
                </a:stretch>
              </p:blipFill>
              <p:spPr>
                <a:xfrm>
                  <a:off x="10868558" y="785131"/>
                  <a:ext cx="4680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3387" name="Ink 13386">
                  <a:extLst>
                    <a:ext uri="{FF2B5EF4-FFF2-40B4-BE49-F238E27FC236}">
                      <a16:creationId xmlns:a16="http://schemas.microsoft.com/office/drawing/2014/main" id="{ECE76757-0144-C633-F9DF-5F59F96D14EF}"/>
                    </a:ext>
                  </a:extLst>
                </p14:cNvPr>
                <p14:cNvContentPartPr/>
                <p14:nvPr/>
              </p14:nvContentPartPr>
              <p14:xfrm>
                <a:off x="10734638" y="1088971"/>
                <a:ext cx="158400" cy="231120"/>
              </p14:xfrm>
            </p:contentPart>
          </mc:Choice>
          <mc:Fallback xmlns="">
            <p:pic>
              <p:nvPicPr>
                <p:cNvPr id="13387" name="Ink 13386">
                  <a:extLst>
                    <a:ext uri="{FF2B5EF4-FFF2-40B4-BE49-F238E27FC236}">
                      <a16:creationId xmlns:a16="http://schemas.microsoft.com/office/drawing/2014/main" id="{ECE76757-0144-C633-F9DF-5F59F96D14EF}"/>
                    </a:ext>
                  </a:extLst>
                </p:cNvPr>
                <p:cNvPicPr/>
                <p:nvPr/>
              </p:nvPicPr>
              <p:blipFill>
                <a:blip r:embed="rId229"/>
                <a:stretch>
                  <a:fillRect/>
                </a:stretch>
              </p:blipFill>
              <p:spPr>
                <a:xfrm>
                  <a:off x="10728518" y="1082851"/>
                  <a:ext cx="17064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3388" name="Ink 13387">
                  <a:extLst>
                    <a:ext uri="{FF2B5EF4-FFF2-40B4-BE49-F238E27FC236}">
                      <a16:creationId xmlns:a16="http://schemas.microsoft.com/office/drawing/2014/main" id="{8CEFEC16-6763-233A-3739-899AE896A676}"/>
                    </a:ext>
                  </a:extLst>
                </p14:cNvPr>
                <p14:cNvContentPartPr/>
                <p14:nvPr/>
              </p14:nvContentPartPr>
              <p14:xfrm>
                <a:off x="10940198" y="1149811"/>
                <a:ext cx="147960" cy="120960"/>
              </p14:xfrm>
            </p:contentPart>
          </mc:Choice>
          <mc:Fallback xmlns="">
            <p:pic>
              <p:nvPicPr>
                <p:cNvPr id="13388" name="Ink 13387">
                  <a:extLst>
                    <a:ext uri="{FF2B5EF4-FFF2-40B4-BE49-F238E27FC236}">
                      <a16:creationId xmlns:a16="http://schemas.microsoft.com/office/drawing/2014/main" id="{8CEFEC16-6763-233A-3739-899AE896A676}"/>
                    </a:ext>
                  </a:extLst>
                </p:cNvPr>
                <p:cNvPicPr/>
                <p:nvPr/>
              </p:nvPicPr>
              <p:blipFill>
                <a:blip r:embed="rId231"/>
                <a:stretch>
                  <a:fillRect/>
                </a:stretch>
              </p:blipFill>
              <p:spPr>
                <a:xfrm>
                  <a:off x="10934078" y="1143691"/>
                  <a:ext cx="16020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3389" name="Ink 13388">
                  <a:extLst>
                    <a:ext uri="{FF2B5EF4-FFF2-40B4-BE49-F238E27FC236}">
                      <a16:creationId xmlns:a16="http://schemas.microsoft.com/office/drawing/2014/main" id="{22B7DE55-02E9-0808-690E-F89BDD1A70ED}"/>
                    </a:ext>
                  </a:extLst>
                </p14:cNvPr>
                <p14:cNvContentPartPr/>
                <p14:nvPr/>
              </p14:nvContentPartPr>
              <p14:xfrm>
                <a:off x="10899158" y="505051"/>
                <a:ext cx="338760" cy="889200"/>
              </p14:xfrm>
            </p:contentPart>
          </mc:Choice>
          <mc:Fallback xmlns="">
            <p:pic>
              <p:nvPicPr>
                <p:cNvPr id="13389" name="Ink 13388">
                  <a:extLst>
                    <a:ext uri="{FF2B5EF4-FFF2-40B4-BE49-F238E27FC236}">
                      <a16:creationId xmlns:a16="http://schemas.microsoft.com/office/drawing/2014/main" id="{22B7DE55-02E9-0808-690E-F89BDD1A70ED}"/>
                    </a:ext>
                  </a:extLst>
                </p:cNvPr>
                <p:cNvPicPr/>
                <p:nvPr/>
              </p:nvPicPr>
              <p:blipFill>
                <a:blip r:embed="rId233"/>
                <a:stretch>
                  <a:fillRect/>
                </a:stretch>
              </p:blipFill>
              <p:spPr>
                <a:xfrm>
                  <a:off x="10893038" y="498931"/>
                  <a:ext cx="351000" cy="901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4">
            <p14:nvContentPartPr>
              <p14:cNvPr id="13391" name="Ink 13390">
                <a:extLst>
                  <a:ext uri="{FF2B5EF4-FFF2-40B4-BE49-F238E27FC236}">
                    <a16:creationId xmlns:a16="http://schemas.microsoft.com/office/drawing/2014/main" id="{E79C8DCE-FE8B-924B-5409-E56E365D6AF4}"/>
                  </a:ext>
                </a:extLst>
              </p14:cNvPr>
              <p14:cNvContentPartPr/>
              <p14:nvPr/>
            </p14:nvContentPartPr>
            <p14:xfrm>
              <a:off x="5386838" y="6230851"/>
              <a:ext cx="4680" cy="7200"/>
            </p14:xfrm>
          </p:contentPart>
        </mc:Choice>
        <mc:Fallback xmlns="">
          <p:pic>
            <p:nvPicPr>
              <p:cNvPr id="13391" name="Ink 13390">
                <a:extLst>
                  <a:ext uri="{FF2B5EF4-FFF2-40B4-BE49-F238E27FC236}">
                    <a16:creationId xmlns:a16="http://schemas.microsoft.com/office/drawing/2014/main" id="{E79C8DCE-FE8B-924B-5409-E56E365D6AF4}"/>
                  </a:ext>
                </a:extLst>
              </p:cNvPr>
              <p:cNvPicPr/>
              <p:nvPr/>
            </p:nvPicPr>
            <p:blipFill>
              <a:blip r:embed="rId235"/>
              <a:stretch>
                <a:fillRect/>
              </a:stretch>
            </p:blipFill>
            <p:spPr>
              <a:xfrm>
                <a:off x="5380718" y="6224731"/>
                <a:ext cx="1692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3392" name="Ink 13391">
                <a:extLst>
                  <a:ext uri="{FF2B5EF4-FFF2-40B4-BE49-F238E27FC236}">
                    <a16:creationId xmlns:a16="http://schemas.microsoft.com/office/drawing/2014/main" id="{D8E055EE-5D1C-8C65-0E19-D7C8E8439C75}"/>
                  </a:ext>
                </a:extLst>
              </p14:cNvPr>
              <p14:cNvContentPartPr/>
              <p14:nvPr/>
            </p14:nvContentPartPr>
            <p14:xfrm>
              <a:off x="5746118" y="6329491"/>
              <a:ext cx="1264320" cy="309960"/>
            </p14:xfrm>
          </p:contentPart>
        </mc:Choice>
        <mc:Fallback xmlns="">
          <p:pic>
            <p:nvPicPr>
              <p:cNvPr id="13392" name="Ink 13391">
                <a:extLst>
                  <a:ext uri="{FF2B5EF4-FFF2-40B4-BE49-F238E27FC236}">
                    <a16:creationId xmlns:a16="http://schemas.microsoft.com/office/drawing/2014/main" id="{D8E055EE-5D1C-8C65-0E19-D7C8E8439C75}"/>
                  </a:ext>
                </a:extLst>
              </p:cNvPr>
              <p:cNvPicPr/>
              <p:nvPr/>
            </p:nvPicPr>
            <p:blipFill>
              <a:blip r:embed="rId237"/>
              <a:stretch>
                <a:fillRect/>
              </a:stretch>
            </p:blipFill>
            <p:spPr>
              <a:xfrm>
                <a:off x="5739998" y="6323371"/>
                <a:ext cx="1276560" cy="322200"/>
              </a:xfrm>
              <a:prstGeom prst="rect">
                <a:avLst/>
              </a:prstGeom>
            </p:spPr>
          </p:pic>
        </mc:Fallback>
      </mc:AlternateContent>
    </p:spTree>
    <p:extLst>
      <p:ext uri="{BB962C8B-B14F-4D97-AF65-F5344CB8AC3E}">
        <p14:creationId xmlns:p14="http://schemas.microsoft.com/office/powerpoint/2010/main" val="21179710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4C9C5DA-B974-8DF3-A65C-04E01F1D4754}"/>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F5C96561-90BF-E330-22CE-9FF8D8C02066}"/>
              </a:ext>
            </a:extLst>
          </p:cNvPr>
          <p:cNvSpPr>
            <a:spLocks noGrp="1"/>
          </p:cNvSpPr>
          <p:nvPr>
            <p:ph type="ctrTitle"/>
          </p:nvPr>
        </p:nvSpPr>
        <p:spPr>
          <a:xfrm>
            <a:off x="239349" y="0"/>
            <a:ext cx="11571136" cy="589235"/>
          </a:xfrm>
        </p:spPr>
        <p:txBody>
          <a:bodyPr>
            <a:normAutofit/>
          </a:bodyPr>
          <a:lstStyle/>
          <a:p>
            <a:pPr algn="ctr"/>
            <a:r>
              <a:rPr lang="en-US" sz="3600" dirty="0" err="1">
                <a:solidFill>
                  <a:srgbClr val="0070C0"/>
                </a:solidFill>
                <a:latin typeface="Arial" pitchFamily="34" charset="0"/>
                <a:cs typeface="Arial" pitchFamily="34" charset="0"/>
              </a:rPr>
              <a:t>Mahalanobis</a:t>
            </a:r>
            <a:r>
              <a:rPr lang="en-US" sz="3600" dirty="0">
                <a:solidFill>
                  <a:srgbClr val="0070C0"/>
                </a:solidFill>
                <a:latin typeface="Arial" pitchFamily="34" charset="0"/>
                <a:cs typeface="Arial" pitchFamily="34" charset="0"/>
              </a:rPr>
              <a:t> Distance</a:t>
            </a:r>
            <a:endParaRPr lang="en-IN" sz="3600" dirty="0">
              <a:solidFill>
                <a:srgbClr val="0070C0"/>
              </a:solidFill>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9B80DB9-F3FA-3883-7DFC-9748D0F31983}"/>
                  </a:ext>
                </a:extLst>
              </p:cNvPr>
              <p:cNvSpPr txBox="1"/>
              <p:nvPr/>
            </p:nvSpPr>
            <p:spPr>
              <a:xfrm>
                <a:off x="239349" y="910554"/>
                <a:ext cx="8236896" cy="5036892"/>
              </a:xfrm>
              <a:prstGeom prst="rect">
                <a:avLst/>
              </a:prstGeom>
              <a:noFill/>
            </p:spPr>
            <p:txBody>
              <a:bodyPr wrap="square" rtlCol="0">
                <a:spAutoFit/>
              </a:bodyPr>
              <a:lstStyle/>
              <a:p>
                <a:pPr marL="285750" indent="-285750" algn="just">
                  <a:lnSpc>
                    <a:spcPct val="15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But the population mean vector </a:t>
                </a:r>
                <a:r>
                  <a:rPr lang="en-US" sz="2400" b="1" dirty="0">
                    <a:solidFill>
                      <a:schemeClr val="bg1"/>
                    </a:solidFill>
                    <a:latin typeface="Arial" panose="020B0604020202020204" pitchFamily="34" charset="0"/>
                    <a:cs typeface="Arial" panose="020B0604020202020204" pitchFamily="34" charset="0"/>
                  </a:rPr>
                  <a:t>μ</a:t>
                </a:r>
                <a:r>
                  <a:rPr lang="en-US" sz="2400" dirty="0">
                    <a:solidFill>
                      <a:schemeClr val="bg1"/>
                    </a:solidFill>
                    <a:latin typeface="Arial" panose="020B0604020202020204" pitchFamily="34" charset="0"/>
                    <a:cs typeface="Arial" panose="020B0604020202020204" pitchFamily="34" charset="0"/>
                  </a:rPr>
                  <a:t> and covariance matrix </a:t>
                </a:r>
                <a:r>
                  <a:rPr lang="en-US" sz="2400" b="1" dirty="0">
                    <a:solidFill>
                      <a:schemeClr val="bg1"/>
                    </a:solidFill>
                    <a:latin typeface="Arial" panose="020B0604020202020204" pitchFamily="34" charset="0"/>
                    <a:cs typeface="Arial" panose="020B0604020202020204" pitchFamily="34" charset="0"/>
                  </a:rPr>
                  <a:t>Σ</a:t>
                </a:r>
                <a:r>
                  <a:rPr lang="en-US" sz="2400" dirty="0">
                    <a:solidFill>
                      <a:schemeClr val="bg1"/>
                    </a:solidFill>
                    <a:latin typeface="Arial" panose="020B0604020202020204" pitchFamily="34" charset="0"/>
                    <a:cs typeface="Arial" panose="020B0604020202020204" pitchFamily="34" charset="0"/>
                  </a:rPr>
                  <a:t> are seldom known.</a:t>
                </a:r>
              </a:p>
              <a:p>
                <a:pPr marL="285750" indent="-285750" algn="just">
                  <a:lnSpc>
                    <a:spcPct val="15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Then, </a:t>
                </a:r>
                <a:r>
                  <a:rPr lang="en-US" sz="2400" b="1" dirty="0" err="1">
                    <a:solidFill>
                      <a:srgbClr val="FF0000"/>
                    </a:solidFill>
                    <a:latin typeface="Arial" panose="020B0604020202020204" pitchFamily="34" charset="0"/>
                    <a:cs typeface="Arial" panose="020B0604020202020204" pitchFamily="34" charset="0"/>
                  </a:rPr>
                  <a:t>i</a:t>
                </a:r>
                <a:r>
                  <a:rPr lang="en-US" sz="2400" b="1" dirty="0">
                    <a:solidFill>
                      <a:srgbClr val="FF0000"/>
                    </a:solidFill>
                    <a:latin typeface="Arial" panose="020B0604020202020204" pitchFamily="34" charset="0"/>
                    <a:cs typeface="Arial" panose="020B0604020202020204" pitchFamily="34" charset="0"/>
                  </a:rPr>
                  <a:t>/o             </a:t>
                </a:r>
                <a:r>
                  <a:rPr lang="en-US" sz="2400" dirty="0">
                    <a:solidFill>
                      <a:schemeClr val="bg1"/>
                    </a:solidFill>
                    <a:latin typeface="Arial" panose="020B0604020202020204" pitchFamily="34" charset="0"/>
                    <a:cs typeface="Arial" panose="020B0604020202020204" pitchFamily="34" charset="0"/>
                  </a:rPr>
                  <a:t> </a:t>
                </a:r>
                <a14:m>
                  <m:oMath xmlns:m="http://schemas.openxmlformats.org/officeDocument/2006/math">
                    <m:sSup>
                      <m:sSupPr>
                        <m:ctrlPr>
                          <a:rPr lang="en-US" sz="24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pPr>
                      <m:e>
                        <m:d>
                          <m:dPr>
                            <m:ctrlPr>
                              <a:rPr lang="en-US" sz="2400" b="1" i="1" smtClean="0">
                                <a:solidFill>
                                  <a:srgbClr val="C00000"/>
                                </a:solidFill>
                                <a:latin typeface="Cambria Math" panose="02040503050406030204" pitchFamily="18" charset="0"/>
                                <a:cs typeface="Arial" panose="020B0604020202020204" pitchFamily="34" charset="0"/>
                              </a:rPr>
                            </m:ctrlPr>
                          </m:dPr>
                          <m:e>
                            <m:sSub>
                              <m:sSubPr>
                                <m:ctrlPr>
                                  <a:rPr lang="en-US" sz="2400" b="1" i="1" smtClean="0">
                                    <a:solidFill>
                                      <a:srgbClr val="C00000"/>
                                    </a:solidFill>
                                    <a:latin typeface="Cambria Math" panose="02040503050406030204" pitchFamily="18" charset="0"/>
                                    <a:cs typeface="Arial" panose="020B0604020202020204" pitchFamily="34" charset="0"/>
                                  </a:rPr>
                                </m:ctrlPr>
                              </m:sSubPr>
                              <m:e>
                                <m:r>
                                  <a:rPr lang="en-US" sz="2400" b="1" i="0" smtClean="0">
                                    <a:solidFill>
                                      <a:srgbClr val="C00000"/>
                                    </a:solidFill>
                                    <a:latin typeface="Cambria Math" panose="02040503050406030204" pitchFamily="18" charset="0"/>
                                    <a:cs typeface="Arial" panose="020B0604020202020204" pitchFamily="34" charset="0"/>
                                  </a:rPr>
                                  <m:t>𝐱</m:t>
                                </m:r>
                              </m:e>
                              <m:sub>
                                <m:r>
                                  <a:rPr lang="en-US" sz="2400" b="1" i="0" smtClean="0">
                                    <a:solidFill>
                                      <a:srgbClr val="C00000"/>
                                    </a:solidFill>
                                    <a:latin typeface="Cambria Math" panose="02040503050406030204" pitchFamily="18" charset="0"/>
                                    <a:cs typeface="Arial" panose="020B0604020202020204" pitchFamily="34" charset="0"/>
                                  </a:rPr>
                                  <m:t>𝐢</m:t>
                                </m:r>
                              </m:sub>
                            </m:sSub>
                            <m:r>
                              <a:rPr lang="en-US" sz="2400" b="1" i="0" smtClean="0">
                                <a:solidFill>
                                  <a:srgbClr val="C00000"/>
                                </a:solidFill>
                                <a:latin typeface="Cambria Math" panose="02040503050406030204" pitchFamily="18" charset="0"/>
                                <a:cs typeface="Arial" panose="020B0604020202020204" pitchFamily="34" charset="0"/>
                              </a:rPr>
                              <m:t>−</m:t>
                            </m:r>
                            <m:r>
                              <a:rPr lang="en-US" sz="2400" b="1"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𝛍</m:t>
                            </m:r>
                          </m:e>
                        </m:d>
                      </m:e>
                      <m:sup>
                        <m:r>
                          <a:rPr lang="en-US" sz="2400" b="1"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𝐓</m:t>
                        </m:r>
                      </m:sup>
                    </m:sSup>
                    <m:sSup>
                      <m:sSupPr>
                        <m:ctrlPr>
                          <a:rPr lang="en-US" sz="24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pPr>
                      <m:e>
                        <m:r>
                          <m:rPr>
                            <m:nor/>
                          </m:rPr>
                          <a:rPr lang="en-US" sz="2400" b="1" dirty="0">
                            <a:solidFill>
                              <a:srgbClr val="C00000"/>
                            </a:solidFill>
                            <a:latin typeface="Arial" panose="020B0604020202020204" pitchFamily="34" charset="0"/>
                            <a:cs typeface="Arial" panose="020B0604020202020204" pitchFamily="34" charset="0"/>
                            <a:sym typeface="Symbol" panose="05050102010706020507" pitchFamily="18" charset="2"/>
                          </a:rPr>
                          <m:t></m:t>
                        </m:r>
                      </m:e>
                      <m:sup>
                        <m:r>
                          <a:rPr lang="en-US" sz="2400" b="1"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m:t>
                        </m:r>
                        <m:r>
                          <a:rPr lang="en-US" sz="2400" b="1"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𝟏</m:t>
                        </m:r>
                      </m:sup>
                    </m:sSup>
                  </m:oMath>
                </a14:m>
                <a:r>
                  <a:rPr lang="en-US" sz="2400" b="1" dirty="0">
                    <a:solidFill>
                      <a:srgbClr val="C00000"/>
                    </a:solidFill>
                    <a:cs typeface="Arial" panose="020B0604020202020204" pitchFamily="34" charset="0"/>
                  </a:rPr>
                  <a:t> </a:t>
                </a:r>
                <a14:m>
                  <m:oMath xmlns:m="http://schemas.openxmlformats.org/officeDocument/2006/math">
                    <m:d>
                      <m:dPr>
                        <m:ctrlPr>
                          <a:rPr lang="en-US" sz="2400" b="1" i="1">
                            <a:solidFill>
                              <a:srgbClr val="C00000"/>
                            </a:solidFill>
                            <a:latin typeface="Cambria Math" panose="02040503050406030204" pitchFamily="18" charset="0"/>
                            <a:cs typeface="Arial" panose="020B0604020202020204" pitchFamily="34" charset="0"/>
                          </a:rPr>
                        </m:ctrlPr>
                      </m:dPr>
                      <m:e>
                        <m:sSub>
                          <m:sSubPr>
                            <m:ctrlPr>
                              <a:rPr lang="en-US" sz="2400" b="1" i="1">
                                <a:solidFill>
                                  <a:srgbClr val="C00000"/>
                                </a:solidFill>
                                <a:latin typeface="Cambria Math" panose="02040503050406030204" pitchFamily="18" charset="0"/>
                                <a:cs typeface="Arial" panose="020B0604020202020204" pitchFamily="34" charset="0"/>
                              </a:rPr>
                            </m:ctrlPr>
                          </m:sSubPr>
                          <m:e>
                            <m:r>
                              <a:rPr lang="en-US" sz="2400" b="1" i="0" smtClean="0">
                                <a:solidFill>
                                  <a:srgbClr val="C00000"/>
                                </a:solidFill>
                                <a:latin typeface="Cambria Math" panose="02040503050406030204" pitchFamily="18" charset="0"/>
                                <a:cs typeface="Arial" panose="020B0604020202020204" pitchFamily="34" charset="0"/>
                              </a:rPr>
                              <m:t>𝐱</m:t>
                            </m:r>
                          </m:e>
                          <m:sub>
                            <m:r>
                              <a:rPr lang="en-US" sz="2400" b="1" i="0" smtClean="0">
                                <a:solidFill>
                                  <a:srgbClr val="C00000"/>
                                </a:solidFill>
                                <a:latin typeface="Cambria Math" panose="02040503050406030204" pitchFamily="18" charset="0"/>
                                <a:cs typeface="Arial" panose="020B0604020202020204" pitchFamily="34" charset="0"/>
                              </a:rPr>
                              <m:t>𝐢</m:t>
                            </m:r>
                          </m:sub>
                        </m:sSub>
                        <m:r>
                          <a:rPr lang="en-US" sz="2400" b="1" i="0" smtClean="0">
                            <a:solidFill>
                              <a:srgbClr val="C00000"/>
                            </a:solidFill>
                            <a:latin typeface="Cambria Math" panose="02040503050406030204" pitchFamily="18" charset="0"/>
                            <a:cs typeface="Arial" panose="020B0604020202020204" pitchFamily="34" charset="0"/>
                          </a:rPr>
                          <m:t>−</m:t>
                        </m:r>
                        <m:r>
                          <a:rPr lang="en-US" sz="2400" b="1"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𝛍</m:t>
                        </m:r>
                      </m:e>
                    </m:d>
                    <m:r>
                      <a:rPr lang="en-US" sz="24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bSup>
                      <m:sSubSupPr>
                        <m:ctrlPr>
                          <a:rPr lang="en-US" sz="24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SupPr>
                      <m:e>
                        <m:r>
                          <m:rPr>
                            <m:sty m:val="p"/>
                          </m:rPr>
                          <a:rPr lang="en-US" sz="24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d</m:t>
                        </m:r>
                      </m:e>
                      <m:sub>
                        <m:r>
                          <m:rPr>
                            <m:sty m:val="p"/>
                          </m:rPr>
                          <a:rPr lang="en-US" sz="24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i</m:t>
                        </m:r>
                      </m:sub>
                      <m:sup>
                        <m:r>
                          <a:rPr lang="en-US" sz="24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p>
                    </m:sSubSup>
                  </m:oMath>
                </a14:m>
                <a:endParaRPr lang="en-IN" sz="2400" dirty="0"/>
              </a:p>
              <a:p>
                <a:pPr algn="just">
                  <a:lnSpc>
                    <a:spcPct val="150000"/>
                  </a:lnSpc>
                  <a:buClr>
                    <a:srgbClr val="0000FF"/>
                  </a:buClr>
                </a:pPr>
                <a:r>
                  <a:rPr lang="en-US" sz="2400" dirty="0">
                    <a:solidFill>
                      <a:schemeClr val="bg1"/>
                    </a:solidFill>
                    <a:latin typeface="Arial" panose="020B0604020202020204" pitchFamily="34" charset="0"/>
                    <a:cs typeface="Arial" panose="020B0604020202020204" pitchFamily="34" charset="0"/>
                  </a:rPr>
                  <a:t>    we get</a:t>
                </a:r>
              </a:p>
              <a:p>
                <a:pPr marL="285750" indent="-285750" algn="just">
                  <a:lnSpc>
                    <a:spcPct val="150000"/>
                  </a:lnSpc>
                  <a:buClr>
                    <a:srgbClr val="0000FF"/>
                  </a:buClr>
                  <a:buFont typeface="Wingdings" panose="05000000000000000000" pitchFamily="2" charset="2"/>
                  <a:buChar char="v"/>
                </a:pPr>
                <a:endParaRPr lang="en-US" sz="2400" dirty="0">
                  <a:solidFill>
                    <a:schemeClr val="bg1"/>
                  </a:solidFill>
                  <a:latin typeface="Arial" panose="020B0604020202020204" pitchFamily="34" charset="0"/>
                  <a:cs typeface="Arial" panose="020B0604020202020204" pitchFamily="34" charset="0"/>
                </a:endParaRPr>
              </a:p>
              <a:p>
                <a:pPr marL="285750" indent="-285750" algn="just">
                  <a:lnSpc>
                    <a:spcPct val="15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Hence, we use their sample estimates </a:t>
                </a:r>
                <a14:m>
                  <m:oMath xmlns:m="http://schemas.openxmlformats.org/officeDocument/2006/math">
                    <m:acc>
                      <m:accPr>
                        <m:chr m:val="̅"/>
                        <m:ctrlPr>
                          <a:rPr lang="en-US" sz="2400" b="1" i="1" dirty="0" smtClean="0">
                            <a:solidFill>
                              <a:schemeClr val="bg1"/>
                            </a:solidFill>
                            <a:latin typeface="Cambria Math" panose="02040503050406030204" pitchFamily="18" charset="0"/>
                            <a:cs typeface="Arial" panose="020B0604020202020204" pitchFamily="34" charset="0"/>
                          </a:rPr>
                        </m:ctrlPr>
                      </m:accPr>
                      <m:e>
                        <m:r>
                          <a:rPr lang="en-US" sz="2400" b="1" i="0" dirty="0">
                            <a:solidFill>
                              <a:schemeClr val="bg1"/>
                            </a:solidFill>
                            <a:latin typeface="Cambria Math" panose="02040503050406030204" pitchFamily="18" charset="0"/>
                            <a:cs typeface="Arial" panose="020B0604020202020204" pitchFamily="34" charset="0"/>
                          </a:rPr>
                          <m:t>𝐱</m:t>
                        </m:r>
                      </m:e>
                    </m:acc>
                  </m:oMath>
                </a14:m>
                <a:r>
                  <a:rPr lang="en-US" sz="2400" dirty="0">
                    <a:solidFill>
                      <a:schemeClr val="bg1"/>
                    </a:solidFill>
                    <a:latin typeface="Arial" panose="020B0604020202020204" pitchFamily="34" charset="0"/>
                    <a:cs typeface="Arial" panose="020B0604020202020204" pitchFamily="34" charset="0"/>
                  </a:rPr>
                  <a:t> and </a:t>
                </a:r>
                <a:r>
                  <a:rPr lang="en-US" sz="2400" b="1" dirty="0">
                    <a:solidFill>
                      <a:schemeClr val="bg1"/>
                    </a:solidFill>
                    <a:latin typeface="Arial" panose="020B0604020202020204" pitchFamily="34" charset="0"/>
                    <a:cs typeface="Arial" panose="020B0604020202020204" pitchFamily="34" charset="0"/>
                  </a:rPr>
                  <a:t>S</a:t>
                </a:r>
                <a:r>
                  <a:rPr lang="en-US" sz="2400" dirty="0">
                    <a:solidFill>
                      <a:schemeClr val="bg1"/>
                    </a:solidFill>
                    <a:latin typeface="Arial" panose="020B0604020202020204" pitchFamily="34" charset="0"/>
                    <a:cs typeface="Arial" panose="020B0604020202020204" pitchFamily="34" charset="0"/>
                  </a:rPr>
                  <a:t>. </a:t>
                </a:r>
              </a:p>
              <a:p>
                <a:pPr marL="285750" indent="-285750" algn="just">
                  <a:lnSpc>
                    <a:spcPct val="15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The distance d</a:t>
                </a:r>
                <a:r>
                  <a:rPr lang="en-US" sz="2400" baseline="-25000" dirty="0">
                    <a:solidFill>
                      <a:schemeClr val="bg1"/>
                    </a:solidFill>
                    <a:latin typeface="Arial" panose="020B0604020202020204" pitchFamily="34" charset="0"/>
                    <a:cs typeface="Arial" panose="020B0604020202020204" pitchFamily="34" charset="0"/>
                  </a:rPr>
                  <a:t>i</a:t>
                </a:r>
                <a:r>
                  <a:rPr lang="en-US" sz="2400" baseline="30000" dirty="0">
                    <a:solidFill>
                      <a:schemeClr val="bg1"/>
                    </a:solidFill>
                    <a:latin typeface="Arial" panose="020B0604020202020204" pitchFamily="34" charset="0"/>
                    <a:cs typeface="Arial" panose="020B0604020202020204" pitchFamily="34" charset="0"/>
                  </a:rPr>
                  <a:t>2</a:t>
                </a:r>
                <a:r>
                  <a:rPr lang="en-US" sz="2400" dirty="0">
                    <a:solidFill>
                      <a:schemeClr val="bg1"/>
                    </a:solidFill>
                    <a:latin typeface="Arial" panose="020B0604020202020204" pitchFamily="34" charset="0"/>
                    <a:cs typeface="Arial" panose="020B0604020202020204" pitchFamily="34" charset="0"/>
                  </a:rPr>
                  <a:t> is known as squared </a:t>
                </a:r>
                <a:r>
                  <a:rPr lang="en-US" sz="2400" dirty="0" err="1">
                    <a:solidFill>
                      <a:srgbClr val="00B0F0"/>
                    </a:solidFill>
                    <a:latin typeface="Arial" panose="020B0604020202020204" pitchFamily="34" charset="0"/>
                    <a:cs typeface="Arial" panose="020B0604020202020204" pitchFamily="34" charset="0"/>
                  </a:rPr>
                  <a:t>Mahalanobis</a:t>
                </a:r>
                <a:r>
                  <a:rPr lang="en-US" sz="2400" dirty="0">
                    <a:solidFill>
                      <a:srgbClr val="00B0F0"/>
                    </a:solidFill>
                    <a:latin typeface="Arial" panose="020B0604020202020204" pitchFamily="34" charset="0"/>
                    <a:cs typeface="Arial" panose="020B0604020202020204" pitchFamily="34" charset="0"/>
                  </a:rPr>
                  <a:t> distance </a:t>
                </a:r>
                <a:r>
                  <a:rPr lang="en-US" sz="2400" dirty="0">
                    <a:solidFill>
                      <a:schemeClr val="bg1"/>
                    </a:solidFill>
                    <a:latin typeface="Arial" panose="020B0604020202020204" pitchFamily="34" charset="0"/>
                    <a:cs typeface="Arial" panose="020B0604020202020204" pitchFamily="34" charset="0"/>
                  </a:rPr>
                  <a:t>(MD) which was developed by Prasanta Chandra </a:t>
                </a:r>
                <a:r>
                  <a:rPr lang="en-US" sz="2400" dirty="0" err="1">
                    <a:solidFill>
                      <a:schemeClr val="bg1"/>
                    </a:solidFill>
                    <a:latin typeface="Arial" panose="020B0604020202020204" pitchFamily="34" charset="0"/>
                    <a:cs typeface="Arial" panose="020B0604020202020204" pitchFamily="34" charset="0"/>
                  </a:rPr>
                  <a:t>Mahalanobis</a:t>
                </a:r>
                <a:r>
                  <a:rPr lang="en-US" sz="2400" dirty="0">
                    <a:solidFill>
                      <a:schemeClr val="bg1"/>
                    </a:solidFill>
                    <a:latin typeface="Arial" panose="020B0604020202020204" pitchFamily="34" charset="0"/>
                    <a:cs typeface="Arial" panose="020B0604020202020204" pitchFamily="34" charset="0"/>
                  </a:rPr>
                  <a:t> in the 1930s. </a:t>
                </a:r>
              </a:p>
            </p:txBody>
          </p:sp>
        </mc:Choice>
        <mc:Fallback xmlns="">
          <p:sp>
            <p:nvSpPr>
              <p:cNvPr id="6" name="TextBox 5">
                <a:extLst>
                  <a:ext uri="{FF2B5EF4-FFF2-40B4-BE49-F238E27FC236}">
                    <a16:creationId xmlns:a16="http://schemas.microsoft.com/office/drawing/2014/main" id="{29B80DB9-F3FA-3883-7DFC-9748D0F31983}"/>
                  </a:ext>
                </a:extLst>
              </p:cNvPr>
              <p:cNvSpPr txBox="1">
                <a:spLocks noRot="1" noChangeAspect="1" noMove="1" noResize="1" noEditPoints="1" noAdjustHandles="1" noChangeArrowheads="1" noChangeShapeType="1" noTextEdit="1"/>
              </p:cNvSpPr>
              <p:nvPr/>
            </p:nvSpPr>
            <p:spPr>
              <a:xfrm>
                <a:off x="239349" y="910554"/>
                <a:ext cx="8236896" cy="5036892"/>
              </a:xfrm>
              <a:prstGeom prst="rect">
                <a:avLst/>
              </a:prstGeom>
              <a:blipFill>
                <a:blip r:embed="rId3"/>
                <a:stretch>
                  <a:fillRect l="-962" r="-1184" b="-1814"/>
                </a:stretch>
              </a:blipFill>
            </p:spPr>
            <p:txBody>
              <a:bodyPr/>
              <a:lstStyle/>
              <a:p>
                <a:r>
                  <a:rPr lang="en-IN">
                    <a:noFill/>
                  </a:rPr>
                  <a:t> </a:t>
                </a:r>
              </a:p>
            </p:txBody>
          </p:sp>
        </mc:Fallback>
      </mc:AlternateContent>
      <p:sp>
        <p:nvSpPr>
          <p:cNvPr id="5" name="Rectangle 4"/>
          <p:cNvSpPr/>
          <p:nvPr/>
        </p:nvSpPr>
        <p:spPr>
          <a:xfrm>
            <a:off x="132784" y="6550223"/>
            <a:ext cx="6096000" cy="307777"/>
          </a:xfrm>
          <a:prstGeom prst="rect">
            <a:avLst/>
          </a:prstGeom>
        </p:spPr>
        <p:txBody>
          <a:bodyPr>
            <a:spAutoFit/>
          </a:bodyPr>
          <a:lstStyle/>
          <a:p>
            <a:r>
              <a:rPr lang="en-IN" sz="1400" dirty="0">
                <a:solidFill>
                  <a:schemeClr val="accent6">
                    <a:lumMod val="50000"/>
                  </a:schemeClr>
                </a:solidFill>
                <a:latin typeface="Arial" panose="020B0604020202020204" pitchFamily="34" charset="0"/>
                <a:cs typeface="Arial" panose="020B0604020202020204" pitchFamily="34" charset="0"/>
              </a:rPr>
              <a:t>https://en.wikipedia.org/wiki/Prasanta_Chandra_Mahalanobis</a:t>
            </a:r>
          </a:p>
        </p:txBody>
      </p:sp>
      <p:pic>
        <p:nvPicPr>
          <p:cNvPr id="7" name="Picture 6"/>
          <p:cNvPicPr>
            <a:picLocks noChangeAspect="1"/>
          </p:cNvPicPr>
          <p:nvPr/>
        </p:nvPicPr>
        <p:blipFill>
          <a:blip r:embed="rId4"/>
          <a:stretch>
            <a:fillRect/>
          </a:stretch>
        </p:blipFill>
        <p:spPr>
          <a:xfrm>
            <a:off x="9219124" y="1615845"/>
            <a:ext cx="2272420" cy="2501138"/>
          </a:xfrm>
          <a:prstGeom prst="rect">
            <a:avLst/>
          </a:prstGeom>
        </p:spPr>
      </p:pic>
      <mc:AlternateContent xmlns:mc="http://schemas.openxmlformats.org/markup-compatibility/2006" xmlns:a14="http://schemas.microsoft.com/office/drawing/2010/main">
        <mc:Choice Requires="a14">
          <p:sp>
            <p:nvSpPr>
              <p:cNvPr id="2" name="Rectangle 1"/>
              <p:cNvSpPr/>
              <p:nvPr/>
            </p:nvSpPr>
            <p:spPr>
              <a:xfrm>
                <a:off x="3521315" y="2992134"/>
                <a:ext cx="3679277" cy="479683"/>
              </a:xfrm>
              <a:prstGeom prst="rect">
                <a:avLst/>
              </a:prstGeom>
            </p:spPr>
            <p:txBody>
              <a:bodyPr wrap="none">
                <a:spAutoFit/>
              </a:bodyPr>
              <a:lstStyle/>
              <a:p>
                <a14:m>
                  <m:oMath xmlns:m="http://schemas.openxmlformats.org/officeDocument/2006/math">
                    <m:sSup>
                      <m:sSupPr>
                        <m:ctrlPr>
                          <a:rPr lang="en-US" sz="24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pPr>
                      <m:e>
                        <m:d>
                          <m:dPr>
                            <m:ctrlPr>
                              <a:rPr lang="en-US" sz="2400" b="1" i="1">
                                <a:solidFill>
                                  <a:srgbClr val="C00000"/>
                                </a:solidFill>
                                <a:latin typeface="Cambria Math" panose="02040503050406030204" pitchFamily="18" charset="0"/>
                                <a:cs typeface="Arial" panose="020B0604020202020204" pitchFamily="34" charset="0"/>
                              </a:rPr>
                            </m:ctrlPr>
                          </m:dPr>
                          <m:e>
                            <m:sSub>
                              <m:sSubPr>
                                <m:ctrlPr>
                                  <a:rPr lang="en-US" sz="2400" b="1" i="1">
                                    <a:solidFill>
                                      <a:srgbClr val="C00000"/>
                                    </a:solidFill>
                                    <a:latin typeface="Cambria Math" panose="02040503050406030204" pitchFamily="18" charset="0"/>
                                    <a:cs typeface="Arial" panose="020B0604020202020204" pitchFamily="34" charset="0"/>
                                  </a:rPr>
                                </m:ctrlPr>
                              </m:sSubPr>
                              <m:e>
                                <m:r>
                                  <a:rPr lang="en-US" sz="2400" b="1" i="0">
                                    <a:solidFill>
                                      <a:srgbClr val="C00000"/>
                                    </a:solidFill>
                                    <a:latin typeface="Cambria Math" panose="02040503050406030204" pitchFamily="18" charset="0"/>
                                    <a:cs typeface="Arial" panose="020B0604020202020204" pitchFamily="34" charset="0"/>
                                  </a:rPr>
                                  <m:t>𝐱</m:t>
                                </m:r>
                              </m:e>
                              <m:sub>
                                <m:r>
                                  <a:rPr lang="en-US" sz="2400" b="1" i="0">
                                    <a:solidFill>
                                      <a:srgbClr val="C00000"/>
                                    </a:solidFill>
                                    <a:latin typeface="Cambria Math" panose="02040503050406030204" pitchFamily="18" charset="0"/>
                                    <a:cs typeface="Arial" panose="020B0604020202020204" pitchFamily="34" charset="0"/>
                                  </a:rPr>
                                  <m:t>𝐢</m:t>
                                </m:r>
                              </m:sub>
                            </m:sSub>
                            <m:r>
                              <a:rPr lang="en-US" sz="2400" b="1" i="0">
                                <a:solidFill>
                                  <a:srgbClr val="C00000"/>
                                </a:solidFill>
                                <a:latin typeface="Cambria Math" panose="02040503050406030204" pitchFamily="18" charset="0"/>
                                <a:cs typeface="Arial" panose="020B0604020202020204" pitchFamily="34" charset="0"/>
                              </a:rPr>
                              <m:t>−</m:t>
                            </m:r>
                            <m:acc>
                              <m:accPr>
                                <m:chr m:val="̅"/>
                                <m:ctrlPr>
                                  <a:rPr lang="en-US" sz="2400" b="1"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accPr>
                              <m:e>
                                <m:r>
                                  <a:rPr lang="en-IN" sz="2400" b="1"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𝐱</m:t>
                                </m:r>
                              </m:e>
                            </m:acc>
                          </m:e>
                        </m:d>
                      </m:e>
                      <m:sup>
                        <m:r>
                          <a:rPr lang="en-IN" sz="2400" b="1"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m:t>
                        </m:r>
                      </m:sup>
                    </m:sSup>
                    <m:sSup>
                      <m:sSupPr>
                        <m:ctrlPr>
                          <a:rPr lang="en-US" sz="2400" b="1"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pPr>
                      <m:e>
                        <m:r>
                          <m:rPr>
                            <m:nor/>
                          </m:rPr>
                          <a:rPr lang="en-IN" sz="2400" b="1" i="0" dirty="0" smtClean="0">
                            <a:solidFill>
                              <a:srgbClr val="C00000"/>
                            </a:solidFill>
                            <a:latin typeface="Arial" panose="020B0604020202020204" pitchFamily="34" charset="0"/>
                            <a:cs typeface="Arial" panose="020B0604020202020204" pitchFamily="34" charset="0"/>
                            <a:sym typeface="Symbol" panose="05050102010706020507" pitchFamily="18" charset="2"/>
                          </a:rPr>
                          <m:t>S</m:t>
                        </m:r>
                      </m:e>
                      <m:sup>
                        <m:r>
                          <a:rPr lang="en-US" sz="2400" b="1" i="0">
                            <a:solidFill>
                              <a:srgbClr val="C00000"/>
                            </a:solidFill>
                            <a:latin typeface="Cambria Math" panose="02040503050406030204" pitchFamily="18" charset="0"/>
                            <a:ea typeface="Cambria Math" panose="02040503050406030204" pitchFamily="18" charset="0"/>
                            <a:cs typeface="Arial" panose="020B0604020202020204" pitchFamily="34" charset="0"/>
                          </a:rPr>
                          <m:t>−</m:t>
                        </m:r>
                        <m:r>
                          <a:rPr lang="en-US" sz="2400" b="1" i="0">
                            <a:solidFill>
                              <a:srgbClr val="C00000"/>
                            </a:solidFill>
                            <a:latin typeface="Cambria Math" panose="02040503050406030204" pitchFamily="18" charset="0"/>
                            <a:ea typeface="Cambria Math" panose="02040503050406030204" pitchFamily="18" charset="0"/>
                            <a:cs typeface="Arial" panose="020B0604020202020204" pitchFamily="34" charset="0"/>
                          </a:rPr>
                          <m:t>𝟏</m:t>
                        </m:r>
                      </m:sup>
                    </m:sSup>
                  </m:oMath>
                </a14:m>
                <a:r>
                  <a:rPr lang="en-US" sz="2400" b="1" dirty="0">
                    <a:solidFill>
                      <a:srgbClr val="C00000"/>
                    </a:solidFill>
                    <a:cs typeface="Arial" panose="020B0604020202020204" pitchFamily="34" charset="0"/>
                  </a:rPr>
                  <a:t> </a:t>
                </a:r>
                <a14:m>
                  <m:oMath xmlns:m="http://schemas.openxmlformats.org/officeDocument/2006/math">
                    <m:d>
                      <m:dPr>
                        <m:ctrlPr>
                          <a:rPr lang="en-US" sz="2400" b="1" i="1">
                            <a:solidFill>
                              <a:srgbClr val="C00000"/>
                            </a:solidFill>
                            <a:latin typeface="Cambria Math" panose="02040503050406030204" pitchFamily="18" charset="0"/>
                            <a:cs typeface="Arial" panose="020B0604020202020204" pitchFamily="34" charset="0"/>
                          </a:rPr>
                        </m:ctrlPr>
                      </m:dPr>
                      <m:e>
                        <m:sSub>
                          <m:sSubPr>
                            <m:ctrlPr>
                              <a:rPr lang="en-US" sz="2400" b="1" i="1">
                                <a:solidFill>
                                  <a:srgbClr val="C00000"/>
                                </a:solidFill>
                                <a:latin typeface="Cambria Math" panose="02040503050406030204" pitchFamily="18" charset="0"/>
                                <a:cs typeface="Arial" panose="020B0604020202020204" pitchFamily="34" charset="0"/>
                              </a:rPr>
                            </m:ctrlPr>
                          </m:sSubPr>
                          <m:e>
                            <m:r>
                              <a:rPr lang="en-US" sz="2400" b="1" i="0">
                                <a:solidFill>
                                  <a:srgbClr val="C00000"/>
                                </a:solidFill>
                                <a:latin typeface="Cambria Math" panose="02040503050406030204" pitchFamily="18" charset="0"/>
                                <a:cs typeface="Arial" panose="020B0604020202020204" pitchFamily="34" charset="0"/>
                              </a:rPr>
                              <m:t>𝐱</m:t>
                            </m:r>
                          </m:e>
                          <m:sub>
                            <m:r>
                              <a:rPr lang="en-US" sz="2400" b="1" i="0">
                                <a:solidFill>
                                  <a:srgbClr val="C00000"/>
                                </a:solidFill>
                                <a:latin typeface="Cambria Math" panose="02040503050406030204" pitchFamily="18" charset="0"/>
                                <a:cs typeface="Arial" panose="020B0604020202020204" pitchFamily="34" charset="0"/>
                              </a:rPr>
                              <m:t>𝐢</m:t>
                            </m:r>
                          </m:sub>
                        </m:sSub>
                        <m:r>
                          <a:rPr lang="en-US" sz="2400" b="1" i="0">
                            <a:solidFill>
                              <a:srgbClr val="C00000"/>
                            </a:solidFill>
                            <a:latin typeface="Cambria Math" panose="02040503050406030204" pitchFamily="18" charset="0"/>
                            <a:cs typeface="Arial" panose="020B0604020202020204" pitchFamily="34" charset="0"/>
                          </a:rPr>
                          <m:t>−</m:t>
                        </m:r>
                        <m:acc>
                          <m:accPr>
                            <m:chr m:val="̅"/>
                            <m:ctrlPr>
                              <a:rPr lang="en-US" sz="2400" b="1"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accPr>
                          <m:e>
                            <m:r>
                              <a:rPr lang="en-IN" sz="2400" b="1" i="0">
                                <a:solidFill>
                                  <a:srgbClr val="C00000"/>
                                </a:solidFill>
                                <a:latin typeface="Cambria Math" panose="02040503050406030204" pitchFamily="18" charset="0"/>
                                <a:ea typeface="Cambria Math" panose="02040503050406030204" pitchFamily="18" charset="0"/>
                                <a:cs typeface="Arial" panose="020B0604020202020204" pitchFamily="34" charset="0"/>
                              </a:rPr>
                              <m:t>𝐱</m:t>
                            </m:r>
                          </m:e>
                        </m:acc>
                      </m:e>
                    </m:d>
                    <m:r>
                      <a:rPr lang="en-US" sz="2400" i="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bSup>
                      <m:sSubSupPr>
                        <m:ctrlPr>
                          <a:rPr lang="en-US"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SupPr>
                      <m:e>
                        <m:r>
                          <m:rPr>
                            <m:sty m:val="p"/>
                          </m:rPr>
                          <a:rPr lang="en-US" sz="2400" i="0">
                            <a:solidFill>
                              <a:schemeClr val="bg1"/>
                            </a:solidFill>
                            <a:latin typeface="Cambria Math" panose="02040503050406030204" pitchFamily="18" charset="0"/>
                            <a:ea typeface="Cambria Math" panose="02040503050406030204" pitchFamily="18" charset="0"/>
                            <a:cs typeface="Arial" panose="020B0604020202020204" pitchFamily="34" charset="0"/>
                          </a:rPr>
                          <m:t>d</m:t>
                        </m:r>
                      </m:e>
                      <m:sub>
                        <m:r>
                          <m:rPr>
                            <m:sty m:val="p"/>
                          </m:rPr>
                          <a:rPr lang="en-US" sz="2400" i="0">
                            <a:solidFill>
                              <a:schemeClr val="bg1"/>
                            </a:solidFill>
                            <a:latin typeface="Cambria Math" panose="02040503050406030204" pitchFamily="18" charset="0"/>
                            <a:ea typeface="Cambria Math" panose="02040503050406030204" pitchFamily="18" charset="0"/>
                            <a:cs typeface="Arial" panose="020B0604020202020204" pitchFamily="34" charset="0"/>
                          </a:rPr>
                          <m:t>i</m:t>
                        </m:r>
                      </m:sub>
                      <m:sup>
                        <m:r>
                          <a:rPr lang="en-US" sz="2400" i="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p>
                    </m:sSubSup>
                  </m:oMath>
                </a14:m>
                <a:endParaRPr lang="en-IN" sz="2400" dirty="0"/>
              </a:p>
            </p:txBody>
          </p:sp>
        </mc:Choice>
        <mc:Fallback xmlns="">
          <p:sp>
            <p:nvSpPr>
              <p:cNvPr id="2" name="Rectangle 1"/>
              <p:cNvSpPr>
                <a:spLocks noRot="1" noChangeAspect="1" noMove="1" noResize="1" noEditPoints="1" noAdjustHandles="1" noChangeArrowheads="1" noChangeShapeType="1" noTextEdit="1"/>
              </p:cNvSpPr>
              <p:nvPr/>
            </p:nvSpPr>
            <p:spPr>
              <a:xfrm>
                <a:off x="3521315" y="2992134"/>
                <a:ext cx="3679277" cy="479683"/>
              </a:xfrm>
              <a:prstGeom prst="rect">
                <a:avLst/>
              </a:prstGeom>
              <a:blipFill>
                <a:blip r:embed="rId5"/>
                <a:stretch>
                  <a:fillRect b="-3797"/>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50F8D91B-A2D4-AFA1-8B36-811DAA8FE37A}"/>
              </a:ext>
            </a:extLst>
          </p:cNvPr>
          <p:cNvSpPr txBox="1"/>
          <p:nvPr/>
        </p:nvSpPr>
        <p:spPr>
          <a:xfrm>
            <a:off x="9219124" y="4318825"/>
            <a:ext cx="2591361" cy="923330"/>
          </a:xfrm>
          <a:prstGeom prst="rect">
            <a:avLst/>
          </a:prstGeom>
          <a:noFill/>
        </p:spPr>
        <p:txBody>
          <a:bodyPr wrap="square">
            <a:spAutoFit/>
          </a:bodyPr>
          <a:lstStyle/>
          <a:p>
            <a:pPr algn="ctr"/>
            <a:r>
              <a:rPr lang="en-IN" dirty="0" err="1">
                <a:solidFill>
                  <a:schemeClr val="accent6">
                    <a:lumMod val="75000"/>
                  </a:schemeClr>
                </a:solidFill>
                <a:latin typeface="Arial" panose="020B0604020202020204" pitchFamily="34" charset="0"/>
                <a:cs typeface="Arial" panose="020B0604020202020204" pitchFamily="34" charset="0"/>
              </a:rPr>
              <a:t>Mahalanobis</a:t>
            </a:r>
            <a:r>
              <a:rPr lang="en-IN" dirty="0">
                <a:solidFill>
                  <a:schemeClr val="accent6">
                    <a:lumMod val="75000"/>
                  </a:schemeClr>
                </a:solidFill>
                <a:latin typeface="Arial" panose="020B0604020202020204" pitchFamily="34" charset="0"/>
                <a:cs typeface="Arial" panose="020B0604020202020204" pitchFamily="34" charset="0"/>
              </a:rPr>
              <a:t> has been considered the father of statistics in India</a:t>
            </a:r>
          </a:p>
        </p:txBody>
      </p:sp>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7A037E42-28D3-94C4-4B05-8FD04DDD1C6B}"/>
                  </a:ext>
                </a:extLst>
              </p14:cNvPr>
              <p14:cNvContentPartPr/>
              <p14:nvPr/>
            </p14:nvContentPartPr>
            <p14:xfrm>
              <a:off x="7146518" y="5352437"/>
              <a:ext cx="1327680" cy="66960"/>
            </p14:xfrm>
          </p:contentPart>
        </mc:Choice>
        <mc:Fallback xmlns="">
          <p:pic>
            <p:nvPicPr>
              <p:cNvPr id="3" name="Ink 2">
                <a:extLst>
                  <a:ext uri="{FF2B5EF4-FFF2-40B4-BE49-F238E27FC236}">
                    <a16:creationId xmlns:a16="http://schemas.microsoft.com/office/drawing/2014/main" id="{7A037E42-28D3-94C4-4B05-8FD04DDD1C6B}"/>
                  </a:ext>
                </a:extLst>
              </p:cNvPr>
              <p:cNvPicPr/>
              <p:nvPr/>
            </p:nvPicPr>
            <p:blipFill>
              <a:blip r:embed="rId7"/>
              <a:stretch>
                <a:fillRect/>
              </a:stretch>
            </p:blipFill>
            <p:spPr>
              <a:xfrm>
                <a:off x="7140398" y="5346317"/>
                <a:ext cx="133992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05F506ED-677A-459C-67D7-0767ED41092E}"/>
                  </a:ext>
                </a:extLst>
              </p14:cNvPr>
              <p14:cNvContentPartPr/>
              <p14:nvPr/>
            </p14:nvContentPartPr>
            <p14:xfrm>
              <a:off x="430718" y="5876957"/>
              <a:ext cx="3175920" cy="122760"/>
            </p14:xfrm>
          </p:contentPart>
        </mc:Choice>
        <mc:Fallback xmlns="">
          <p:pic>
            <p:nvPicPr>
              <p:cNvPr id="8" name="Ink 7">
                <a:extLst>
                  <a:ext uri="{FF2B5EF4-FFF2-40B4-BE49-F238E27FC236}">
                    <a16:creationId xmlns:a16="http://schemas.microsoft.com/office/drawing/2014/main" id="{05F506ED-677A-459C-67D7-0767ED41092E}"/>
                  </a:ext>
                </a:extLst>
              </p:cNvPr>
              <p:cNvPicPr/>
              <p:nvPr/>
            </p:nvPicPr>
            <p:blipFill>
              <a:blip r:embed="rId9"/>
              <a:stretch>
                <a:fillRect/>
              </a:stretch>
            </p:blipFill>
            <p:spPr>
              <a:xfrm>
                <a:off x="424598" y="5870837"/>
                <a:ext cx="318816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2" name="Ink 51">
                <a:extLst>
                  <a:ext uri="{FF2B5EF4-FFF2-40B4-BE49-F238E27FC236}">
                    <a16:creationId xmlns:a16="http://schemas.microsoft.com/office/drawing/2014/main" id="{C53C72BA-0AC9-E869-E62C-942711DD6A1F}"/>
                  </a:ext>
                </a:extLst>
              </p14:cNvPr>
              <p14:cNvContentPartPr/>
              <p14:nvPr/>
            </p14:nvContentPartPr>
            <p14:xfrm>
              <a:off x="3212078" y="2827397"/>
              <a:ext cx="4159080" cy="1076760"/>
            </p14:xfrm>
          </p:contentPart>
        </mc:Choice>
        <mc:Fallback xmlns="">
          <p:pic>
            <p:nvPicPr>
              <p:cNvPr id="52" name="Ink 51">
                <a:extLst>
                  <a:ext uri="{FF2B5EF4-FFF2-40B4-BE49-F238E27FC236}">
                    <a16:creationId xmlns:a16="http://schemas.microsoft.com/office/drawing/2014/main" id="{C53C72BA-0AC9-E869-E62C-942711DD6A1F}"/>
                  </a:ext>
                </a:extLst>
              </p:cNvPr>
              <p:cNvPicPr/>
              <p:nvPr/>
            </p:nvPicPr>
            <p:blipFill>
              <a:blip r:embed="rId11"/>
              <a:stretch>
                <a:fillRect/>
              </a:stretch>
            </p:blipFill>
            <p:spPr>
              <a:xfrm>
                <a:off x="3205958" y="2821277"/>
                <a:ext cx="4171320" cy="1089000"/>
              </a:xfrm>
              <a:prstGeom prst="rect">
                <a:avLst/>
              </a:prstGeom>
            </p:spPr>
          </p:pic>
        </mc:Fallback>
      </mc:AlternateContent>
      <p:grpSp>
        <p:nvGrpSpPr>
          <p:cNvPr id="55" name="Group 54">
            <a:extLst>
              <a:ext uri="{FF2B5EF4-FFF2-40B4-BE49-F238E27FC236}">
                <a16:creationId xmlns:a16="http://schemas.microsoft.com/office/drawing/2014/main" id="{8BB8951D-D79D-F559-EF1F-FC856821E9A5}"/>
              </a:ext>
            </a:extLst>
          </p:cNvPr>
          <p:cNvGrpSpPr/>
          <p:nvPr/>
        </p:nvGrpSpPr>
        <p:grpSpPr>
          <a:xfrm>
            <a:off x="2597198" y="1151237"/>
            <a:ext cx="6956280" cy="1726920"/>
            <a:chOff x="2597198" y="1151237"/>
            <a:chExt cx="6956280" cy="1726920"/>
          </a:xfrm>
        </p:grpSpPr>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C353A083-B78C-F33F-A584-072EBB2167EC}"/>
                    </a:ext>
                  </a:extLst>
                </p14:cNvPr>
                <p14:cNvContentPartPr/>
                <p14:nvPr/>
              </p14:nvContentPartPr>
              <p14:xfrm>
                <a:off x="3760718" y="2551637"/>
                <a:ext cx="130320" cy="123480"/>
              </p14:xfrm>
            </p:contentPart>
          </mc:Choice>
          <mc:Fallback xmlns="">
            <p:pic>
              <p:nvPicPr>
                <p:cNvPr id="9" name="Ink 8">
                  <a:extLst>
                    <a:ext uri="{FF2B5EF4-FFF2-40B4-BE49-F238E27FC236}">
                      <a16:creationId xmlns:a16="http://schemas.microsoft.com/office/drawing/2014/main" id="{C353A083-B78C-F33F-A584-072EBB2167EC}"/>
                    </a:ext>
                  </a:extLst>
                </p:cNvPr>
                <p:cNvPicPr/>
                <p:nvPr/>
              </p:nvPicPr>
              <p:blipFill>
                <a:blip r:embed="rId13"/>
                <a:stretch>
                  <a:fillRect/>
                </a:stretch>
              </p:blipFill>
              <p:spPr>
                <a:xfrm>
                  <a:off x="3754598" y="2545517"/>
                  <a:ext cx="14256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03ADFC53-089E-2FFA-6A65-C3AFCE955F2C}"/>
                    </a:ext>
                  </a:extLst>
                </p14:cNvPr>
                <p14:cNvContentPartPr/>
                <p14:nvPr/>
              </p14:nvContentPartPr>
              <p14:xfrm>
                <a:off x="3782318" y="2576837"/>
                <a:ext cx="207000" cy="113760"/>
              </p14:xfrm>
            </p:contentPart>
          </mc:Choice>
          <mc:Fallback xmlns="">
            <p:pic>
              <p:nvPicPr>
                <p:cNvPr id="10" name="Ink 9">
                  <a:extLst>
                    <a:ext uri="{FF2B5EF4-FFF2-40B4-BE49-F238E27FC236}">
                      <a16:creationId xmlns:a16="http://schemas.microsoft.com/office/drawing/2014/main" id="{03ADFC53-089E-2FFA-6A65-C3AFCE955F2C}"/>
                    </a:ext>
                  </a:extLst>
                </p:cNvPr>
                <p:cNvPicPr/>
                <p:nvPr/>
              </p:nvPicPr>
              <p:blipFill>
                <a:blip r:embed="rId15"/>
                <a:stretch>
                  <a:fillRect/>
                </a:stretch>
              </p:blipFill>
              <p:spPr>
                <a:xfrm>
                  <a:off x="3776198" y="2570717"/>
                  <a:ext cx="2192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6B4C1B6D-7A20-1737-6E2D-A79C6E9B80E6}"/>
                    </a:ext>
                  </a:extLst>
                </p14:cNvPr>
                <p14:cNvContentPartPr/>
                <p14:nvPr/>
              </p14:nvContentPartPr>
              <p14:xfrm>
                <a:off x="4279118" y="2667197"/>
                <a:ext cx="237600" cy="114840"/>
              </p14:xfrm>
            </p:contentPart>
          </mc:Choice>
          <mc:Fallback xmlns="">
            <p:pic>
              <p:nvPicPr>
                <p:cNvPr id="12" name="Ink 11">
                  <a:extLst>
                    <a:ext uri="{FF2B5EF4-FFF2-40B4-BE49-F238E27FC236}">
                      <a16:creationId xmlns:a16="http://schemas.microsoft.com/office/drawing/2014/main" id="{6B4C1B6D-7A20-1737-6E2D-A79C6E9B80E6}"/>
                    </a:ext>
                  </a:extLst>
                </p:cNvPr>
                <p:cNvPicPr/>
                <p:nvPr/>
              </p:nvPicPr>
              <p:blipFill>
                <a:blip r:embed="rId17"/>
                <a:stretch>
                  <a:fillRect/>
                </a:stretch>
              </p:blipFill>
              <p:spPr>
                <a:xfrm>
                  <a:off x="4272998" y="2661077"/>
                  <a:ext cx="24984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10F9F2AA-E79C-E502-A2AA-F92D93B6C853}"/>
                    </a:ext>
                  </a:extLst>
                </p14:cNvPr>
                <p14:cNvContentPartPr/>
                <p14:nvPr/>
              </p14:nvContentPartPr>
              <p14:xfrm>
                <a:off x="4173638" y="2526437"/>
                <a:ext cx="284760" cy="127440"/>
              </p14:xfrm>
            </p:contentPart>
          </mc:Choice>
          <mc:Fallback xmlns="">
            <p:pic>
              <p:nvPicPr>
                <p:cNvPr id="13" name="Ink 12">
                  <a:extLst>
                    <a:ext uri="{FF2B5EF4-FFF2-40B4-BE49-F238E27FC236}">
                      <a16:creationId xmlns:a16="http://schemas.microsoft.com/office/drawing/2014/main" id="{10F9F2AA-E79C-E502-A2AA-F92D93B6C853}"/>
                    </a:ext>
                  </a:extLst>
                </p:cNvPr>
                <p:cNvPicPr/>
                <p:nvPr/>
              </p:nvPicPr>
              <p:blipFill>
                <a:blip r:embed="rId19"/>
                <a:stretch>
                  <a:fillRect/>
                </a:stretch>
              </p:blipFill>
              <p:spPr>
                <a:xfrm>
                  <a:off x="4167518" y="2520317"/>
                  <a:ext cx="29700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BB62BF0C-3E03-4C87-66C7-606CB8C42521}"/>
                    </a:ext>
                  </a:extLst>
                </p14:cNvPr>
                <p14:cNvContentPartPr/>
                <p14:nvPr/>
              </p14:nvContentPartPr>
              <p14:xfrm>
                <a:off x="4257158" y="2690237"/>
                <a:ext cx="18720" cy="30960"/>
              </p14:xfrm>
            </p:contentPart>
          </mc:Choice>
          <mc:Fallback xmlns="">
            <p:pic>
              <p:nvPicPr>
                <p:cNvPr id="14" name="Ink 13">
                  <a:extLst>
                    <a:ext uri="{FF2B5EF4-FFF2-40B4-BE49-F238E27FC236}">
                      <a16:creationId xmlns:a16="http://schemas.microsoft.com/office/drawing/2014/main" id="{BB62BF0C-3E03-4C87-66C7-606CB8C42521}"/>
                    </a:ext>
                  </a:extLst>
                </p:cNvPr>
                <p:cNvPicPr/>
                <p:nvPr/>
              </p:nvPicPr>
              <p:blipFill>
                <a:blip r:embed="rId21"/>
                <a:stretch>
                  <a:fillRect/>
                </a:stretch>
              </p:blipFill>
              <p:spPr>
                <a:xfrm>
                  <a:off x="4251038" y="2684117"/>
                  <a:ext cx="3096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3D4193A2-83EB-D4F0-ED58-B1347FCCE054}"/>
                    </a:ext>
                  </a:extLst>
                </p14:cNvPr>
                <p14:cNvContentPartPr/>
                <p14:nvPr/>
              </p14:nvContentPartPr>
              <p14:xfrm>
                <a:off x="4232678" y="2649917"/>
                <a:ext cx="291240" cy="123120"/>
              </p14:xfrm>
            </p:contentPart>
          </mc:Choice>
          <mc:Fallback xmlns="">
            <p:pic>
              <p:nvPicPr>
                <p:cNvPr id="15" name="Ink 14">
                  <a:extLst>
                    <a:ext uri="{FF2B5EF4-FFF2-40B4-BE49-F238E27FC236}">
                      <a16:creationId xmlns:a16="http://schemas.microsoft.com/office/drawing/2014/main" id="{3D4193A2-83EB-D4F0-ED58-B1347FCCE054}"/>
                    </a:ext>
                  </a:extLst>
                </p:cNvPr>
                <p:cNvPicPr/>
                <p:nvPr/>
              </p:nvPicPr>
              <p:blipFill>
                <a:blip r:embed="rId23"/>
                <a:stretch>
                  <a:fillRect/>
                </a:stretch>
              </p:blipFill>
              <p:spPr>
                <a:xfrm>
                  <a:off x="4226558" y="2643797"/>
                  <a:ext cx="30348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2" name="Ink 41">
                  <a:extLst>
                    <a:ext uri="{FF2B5EF4-FFF2-40B4-BE49-F238E27FC236}">
                      <a16:creationId xmlns:a16="http://schemas.microsoft.com/office/drawing/2014/main" id="{4A3CA430-3D55-FF1E-D7E1-3AA2714AB173}"/>
                    </a:ext>
                  </a:extLst>
                </p14:cNvPr>
                <p14:cNvContentPartPr/>
                <p14:nvPr/>
              </p14:nvContentPartPr>
              <p14:xfrm>
                <a:off x="9553118" y="1151237"/>
                <a:ext cx="360" cy="360"/>
              </p14:xfrm>
            </p:contentPart>
          </mc:Choice>
          <mc:Fallback xmlns="">
            <p:pic>
              <p:nvPicPr>
                <p:cNvPr id="42" name="Ink 41">
                  <a:extLst>
                    <a:ext uri="{FF2B5EF4-FFF2-40B4-BE49-F238E27FC236}">
                      <a16:creationId xmlns:a16="http://schemas.microsoft.com/office/drawing/2014/main" id="{4A3CA430-3D55-FF1E-D7E1-3AA2714AB173}"/>
                    </a:ext>
                  </a:extLst>
                </p:cNvPr>
                <p:cNvPicPr/>
                <p:nvPr/>
              </p:nvPicPr>
              <p:blipFill>
                <a:blip r:embed="rId71"/>
                <a:stretch>
                  <a:fillRect/>
                </a:stretch>
              </p:blipFill>
              <p:spPr>
                <a:xfrm>
                  <a:off x="9546998" y="114511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4" name="Ink 53">
                  <a:extLst>
                    <a:ext uri="{FF2B5EF4-FFF2-40B4-BE49-F238E27FC236}">
                      <a16:creationId xmlns:a16="http://schemas.microsoft.com/office/drawing/2014/main" id="{45BB52B0-AD40-ED58-5ED4-2444AB513B84}"/>
                    </a:ext>
                  </a:extLst>
                </p14:cNvPr>
                <p14:cNvContentPartPr/>
                <p14:nvPr/>
              </p14:nvContentPartPr>
              <p14:xfrm>
                <a:off x="2597198" y="1681157"/>
                <a:ext cx="4214160" cy="1197000"/>
              </p14:xfrm>
            </p:contentPart>
          </mc:Choice>
          <mc:Fallback xmlns="">
            <p:pic>
              <p:nvPicPr>
                <p:cNvPr id="54" name="Ink 53">
                  <a:extLst>
                    <a:ext uri="{FF2B5EF4-FFF2-40B4-BE49-F238E27FC236}">
                      <a16:creationId xmlns:a16="http://schemas.microsoft.com/office/drawing/2014/main" id="{45BB52B0-AD40-ED58-5ED4-2444AB513B84}"/>
                    </a:ext>
                  </a:extLst>
                </p:cNvPr>
                <p:cNvPicPr/>
                <p:nvPr/>
              </p:nvPicPr>
              <p:blipFill>
                <a:blip r:embed="rId87"/>
                <a:stretch>
                  <a:fillRect/>
                </a:stretch>
              </p:blipFill>
              <p:spPr>
                <a:xfrm>
                  <a:off x="2591078" y="1675037"/>
                  <a:ext cx="4226400" cy="1209240"/>
                </a:xfrm>
                <a:prstGeom prst="rect">
                  <a:avLst/>
                </a:prstGeom>
              </p:spPr>
            </p:pic>
          </mc:Fallback>
        </mc:AlternateContent>
      </p:grpSp>
      <p:grpSp>
        <p:nvGrpSpPr>
          <p:cNvPr id="62" name="Group 61">
            <a:extLst>
              <a:ext uri="{FF2B5EF4-FFF2-40B4-BE49-F238E27FC236}">
                <a16:creationId xmlns:a16="http://schemas.microsoft.com/office/drawing/2014/main" id="{EE81950F-D542-894D-2675-57805E21C560}"/>
              </a:ext>
            </a:extLst>
          </p:cNvPr>
          <p:cNvGrpSpPr/>
          <p:nvPr/>
        </p:nvGrpSpPr>
        <p:grpSpPr>
          <a:xfrm>
            <a:off x="7270358" y="3453077"/>
            <a:ext cx="858960" cy="345600"/>
            <a:chOff x="7270358" y="3453077"/>
            <a:chExt cx="858960" cy="345600"/>
          </a:xfrm>
        </p:grpSpPr>
        <mc:AlternateContent xmlns:mc="http://schemas.openxmlformats.org/markup-compatibility/2006" xmlns:p14="http://schemas.microsoft.com/office/powerpoint/2010/main">
          <mc:Choice Requires="p14">
            <p:contentPart p14:bwMode="auto" r:id="rId88">
              <p14:nvContentPartPr>
                <p14:cNvPr id="56" name="Ink 55">
                  <a:extLst>
                    <a:ext uri="{FF2B5EF4-FFF2-40B4-BE49-F238E27FC236}">
                      <a16:creationId xmlns:a16="http://schemas.microsoft.com/office/drawing/2014/main" id="{6C6BF522-640F-9F28-01EC-7C4DD4EA8821}"/>
                    </a:ext>
                  </a:extLst>
                </p14:cNvPr>
                <p14:cNvContentPartPr/>
                <p14:nvPr/>
              </p14:nvContentPartPr>
              <p14:xfrm>
                <a:off x="7270358" y="3500597"/>
                <a:ext cx="188640" cy="288720"/>
              </p14:xfrm>
            </p:contentPart>
          </mc:Choice>
          <mc:Fallback xmlns="">
            <p:pic>
              <p:nvPicPr>
                <p:cNvPr id="56" name="Ink 55">
                  <a:extLst>
                    <a:ext uri="{FF2B5EF4-FFF2-40B4-BE49-F238E27FC236}">
                      <a16:creationId xmlns:a16="http://schemas.microsoft.com/office/drawing/2014/main" id="{6C6BF522-640F-9F28-01EC-7C4DD4EA8821}"/>
                    </a:ext>
                  </a:extLst>
                </p:cNvPr>
                <p:cNvPicPr/>
                <p:nvPr/>
              </p:nvPicPr>
              <p:blipFill>
                <a:blip r:embed="rId89"/>
                <a:stretch>
                  <a:fillRect/>
                </a:stretch>
              </p:blipFill>
              <p:spPr>
                <a:xfrm>
                  <a:off x="7264238" y="3494477"/>
                  <a:ext cx="20088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7" name="Ink 56">
                  <a:extLst>
                    <a:ext uri="{FF2B5EF4-FFF2-40B4-BE49-F238E27FC236}">
                      <a16:creationId xmlns:a16="http://schemas.microsoft.com/office/drawing/2014/main" id="{93259B18-1F82-1C66-0B5C-1065FEA143B5}"/>
                    </a:ext>
                  </a:extLst>
                </p14:cNvPr>
                <p14:cNvContentPartPr/>
                <p14:nvPr/>
              </p14:nvContentPartPr>
              <p14:xfrm>
                <a:off x="7453958" y="3619037"/>
                <a:ext cx="142200" cy="99360"/>
              </p14:xfrm>
            </p:contentPart>
          </mc:Choice>
          <mc:Fallback xmlns="">
            <p:pic>
              <p:nvPicPr>
                <p:cNvPr id="57" name="Ink 56">
                  <a:extLst>
                    <a:ext uri="{FF2B5EF4-FFF2-40B4-BE49-F238E27FC236}">
                      <a16:creationId xmlns:a16="http://schemas.microsoft.com/office/drawing/2014/main" id="{93259B18-1F82-1C66-0B5C-1065FEA143B5}"/>
                    </a:ext>
                  </a:extLst>
                </p:cNvPr>
                <p:cNvPicPr/>
                <p:nvPr/>
              </p:nvPicPr>
              <p:blipFill>
                <a:blip r:embed="rId91"/>
                <a:stretch>
                  <a:fillRect/>
                </a:stretch>
              </p:blipFill>
              <p:spPr>
                <a:xfrm>
                  <a:off x="7447838" y="3612917"/>
                  <a:ext cx="15444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8" name="Ink 57">
                  <a:extLst>
                    <a:ext uri="{FF2B5EF4-FFF2-40B4-BE49-F238E27FC236}">
                      <a16:creationId xmlns:a16="http://schemas.microsoft.com/office/drawing/2014/main" id="{4FD804CC-A9F0-0B01-ADE7-C12E1BC93491}"/>
                    </a:ext>
                  </a:extLst>
                </p14:cNvPr>
                <p14:cNvContentPartPr/>
                <p14:nvPr/>
              </p14:nvContentPartPr>
              <p14:xfrm>
                <a:off x="7625678" y="3607157"/>
                <a:ext cx="129600" cy="77040"/>
              </p14:xfrm>
            </p:contentPart>
          </mc:Choice>
          <mc:Fallback xmlns="">
            <p:pic>
              <p:nvPicPr>
                <p:cNvPr id="58" name="Ink 57">
                  <a:extLst>
                    <a:ext uri="{FF2B5EF4-FFF2-40B4-BE49-F238E27FC236}">
                      <a16:creationId xmlns:a16="http://schemas.microsoft.com/office/drawing/2014/main" id="{4FD804CC-A9F0-0B01-ADE7-C12E1BC93491}"/>
                    </a:ext>
                  </a:extLst>
                </p:cNvPr>
                <p:cNvPicPr/>
                <p:nvPr/>
              </p:nvPicPr>
              <p:blipFill>
                <a:blip r:embed="rId93"/>
                <a:stretch>
                  <a:fillRect/>
                </a:stretch>
              </p:blipFill>
              <p:spPr>
                <a:xfrm>
                  <a:off x="7619558" y="3601037"/>
                  <a:ext cx="14184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9" name="Ink 58">
                  <a:extLst>
                    <a:ext uri="{FF2B5EF4-FFF2-40B4-BE49-F238E27FC236}">
                      <a16:creationId xmlns:a16="http://schemas.microsoft.com/office/drawing/2014/main" id="{4895329C-12FF-87FA-102A-0281082334D0}"/>
                    </a:ext>
                  </a:extLst>
                </p14:cNvPr>
                <p14:cNvContentPartPr/>
                <p14:nvPr/>
              </p14:nvContentPartPr>
              <p14:xfrm>
                <a:off x="7778678" y="3594197"/>
                <a:ext cx="60480" cy="204480"/>
              </p14:xfrm>
            </p:contentPart>
          </mc:Choice>
          <mc:Fallback xmlns="">
            <p:pic>
              <p:nvPicPr>
                <p:cNvPr id="59" name="Ink 58">
                  <a:extLst>
                    <a:ext uri="{FF2B5EF4-FFF2-40B4-BE49-F238E27FC236}">
                      <a16:creationId xmlns:a16="http://schemas.microsoft.com/office/drawing/2014/main" id="{4895329C-12FF-87FA-102A-0281082334D0}"/>
                    </a:ext>
                  </a:extLst>
                </p:cNvPr>
                <p:cNvPicPr/>
                <p:nvPr/>
              </p:nvPicPr>
              <p:blipFill>
                <a:blip r:embed="rId95"/>
                <a:stretch>
                  <a:fillRect/>
                </a:stretch>
              </p:blipFill>
              <p:spPr>
                <a:xfrm>
                  <a:off x="7772558" y="3588077"/>
                  <a:ext cx="7272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0" name="Ink 59">
                  <a:extLst>
                    <a:ext uri="{FF2B5EF4-FFF2-40B4-BE49-F238E27FC236}">
                      <a16:creationId xmlns:a16="http://schemas.microsoft.com/office/drawing/2014/main" id="{C9B3E5AC-7384-B02E-722E-F424AC1CE84C}"/>
                    </a:ext>
                  </a:extLst>
                </p14:cNvPr>
                <p14:cNvContentPartPr/>
                <p14:nvPr/>
              </p14:nvContentPartPr>
              <p14:xfrm>
                <a:off x="7923038" y="3453077"/>
                <a:ext cx="15480" cy="189720"/>
              </p14:xfrm>
            </p:contentPart>
          </mc:Choice>
          <mc:Fallback xmlns="">
            <p:pic>
              <p:nvPicPr>
                <p:cNvPr id="60" name="Ink 59">
                  <a:extLst>
                    <a:ext uri="{FF2B5EF4-FFF2-40B4-BE49-F238E27FC236}">
                      <a16:creationId xmlns:a16="http://schemas.microsoft.com/office/drawing/2014/main" id="{C9B3E5AC-7384-B02E-722E-F424AC1CE84C}"/>
                    </a:ext>
                  </a:extLst>
                </p:cNvPr>
                <p:cNvPicPr/>
                <p:nvPr/>
              </p:nvPicPr>
              <p:blipFill>
                <a:blip r:embed="rId97"/>
                <a:stretch>
                  <a:fillRect/>
                </a:stretch>
              </p:blipFill>
              <p:spPr>
                <a:xfrm>
                  <a:off x="7916918" y="3446957"/>
                  <a:ext cx="2772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1" name="Ink 60">
                  <a:extLst>
                    <a:ext uri="{FF2B5EF4-FFF2-40B4-BE49-F238E27FC236}">
                      <a16:creationId xmlns:a16="http://schemas.microsoft.com/office/drawing/2014/main" id="{14695ABB-EBEC-5A64-0519-770A300672D0}"/>
                    </a:ext>
                  </a:extLst>
                </p14:cNvPr>
                <p14:cNvContentPartPr/>
                <p14:nvPr/>
              </p14:nvContentPartPr>
              <p14:xfrm>
                <a:off x="7993958" y="3519677"/>
                <a:ext cx="135360" cy="142920"/>
              </p14:xfrm>
            </p:contentPart>
          </mc:Choice>
          <mc:Fallback xmlns="">
            <p:pic>
              <p:nvPicPr>
                <p:cNvPr id="61" name="Ink 60">
                  <a:extLst>
                    <a:ext uri="{FF2B5EF4-FFF2-40B4-BE49-F238E27FC236}">
                      <a16:creationId xmlns:a16="http://schemas.microsoft.com/office/drawing/2014/main" id="{14695ABB-EBEC-5A64-0519-770A300672D0}"/>
                    </a:ext>
                  </a:extLst>
                </p:cNvPr>
                <p:cNvPicPr/>
                <p:nvPr/>
              </p:nvPicPr>
              <p:blipFill>
                <a:blip r:embed="rId99"/>
                <a:stretch>
                  <a:fillRect/>
                </a:stretch>
              </p:blipFill>
              <p:spPr>
                <a:xfrm>
                  <a:off x="7987838" y="3513557"/>
                  <a:ext cx="147600" cy="155160"/>
                </a:xfrm>
                <a:prstGeom prst="rect">
                  <a:avLst/>
                </a:prstGeom>
              </p:spPr>
            </p:pic>
          </mc:Fallback>
        </mc:AlternateContent>
      </p:grpSp>
      <p:grpSp>
        <p:nvGrpSpPr>
          <p:cNvPr id="13313" name="Group 13312">
            <a:extLst>
              <a:ext uri="{FF2B5EF4-FFF2-40B4-BE49-F238E27FC236}">
                <a16:creationId xmlns:a16="http://schemas.microsoft.com/office/drawing/2014/main" id="{D5379361-BC62-B315-903A-1C6016EC7F88}"/>
              </a:ext>
            </a:extLst>
          </p:cNvPr>
          <p:cNvGrpSpPr/>
          <p:nvPr/>
        </p:nvGrpSpPr>
        <p:grpSpPr>
          <a:xfrm>
            <a:off x="4712918" y="3429317"/>
            <a:ext cx="286200" cy="212400"/>
            <a:chOff x="4712918" y="3429317"/>
            <a:chExt cx="286200" cy="212400"/>
          </a:xfrm>
        </p:grpSpPr>
        <mc:AlternateContent xmlns:mc="http://schemas.openxmlformats.org/markup-compatibility/2006" xmlns:p14="http://schemas.microsoft.com/office/powerpoint/2010/main">
          <mc:Choice Requires="p14">
            <p:contentPart p14:bwMode="auto" r:id="rId100">
              <p14:nvContentPartPr>
                <p14:cNvPr id="63" name="Ink 62">
                  <a:extLst>
                    <a:ext uri="{FF2B5EF4-FFF2-40B4-BE49-F238E27FC236}">
                      <a16:creationId xmlns:a16="http://schemas.microsoft.com/office/drawing/2014/main" id="{68D67DFA-A84B-0570-7F3B-4A43805F65A4}"/>
                    </a:ext>
                  </a:extLst>
                </p14:cNvPr>
                <p14:cNvContentPartPr/>
                <p14:nvPr/>
              </p14:nvContentPartPr>
              <p14:xfrm>
                <a:off x="4724798" y="3429317"/>
                <a:ext cx="219960" cy="84960"/>
              </p14:xfrm>
            </p:contentPart>
          </mc:Choice>
          <mc:Fallback xmlns="">
            <p:pic>
              <p:nvPicPr>
                <p:cNvPr id="63" name="Ink 62">
                  <a:extLst>
                    <a:ext uri="{FF2B5EF4-FFF2-40B4-BE49-F238E27FC236}">
                      <a16:creationId xmlns:a16="http://schemas.microsoft.com/office/drawing/2014/main" id="{68D67DFA-A84B-0570-7F3B-4A43805F65A4}"/>
                    </a:ext>
                  </a:extLst>
                </p:cNvPr>
                <p:cNvPicPr/>
                <p:nvPr/>
              </p:nvPicPr>
              <p:blipFill>
                <a:blip r:embed="rId101"/>
                <a:stretch>
                  <a:fillRect/>
                </a:stretch>
              </p:blipFill>
              <p:spPr>
                <a:xfrm>
                  <a:off x="4718678" y="3423197"/>
                  <a:ext cx="23220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3312" name="Ink 13311">
                  <a:extLst>
                    <a:ext uri="{FF2B5EF4-FFF2-40B4-BE49-F238E27FC236}">
                      <a16:creationId xmlns:a16="http://schemas.microsoft.com/office/drawing/2014/main" id="{BFD6FA00-C6E0-C849-F5EB-16A74F8E3681}"/>
                    </a:ext>
                  </a:extLst>
                </p14:cNvPr>
                <p14:cNvContentPartPr/>
                <p14:nvPr/>
              </p14:nvContentPartPr>
              <p14:xfrm>
                <a:off x="4712918" y="3521117"/>
                <a:ext cx="286200" cy="120600"/>
              </p14:xfrm>
            </p:contentPart>
          </mc:Choice>
          <mc:Fallback xmlns="">
            <p:pic>
              <p:nvPicPr>
                <p:cNvPr id="13312" name="Ink 13311">
                  <a:extLst>
                    <a:ext uri="{FF2B5EF4-FFF2-40B4-BE49-F238E27FC236}">
                      <a16:creationId xmlns:a16="http://schemas.microsoft.com/office/drawing/2014/main" id="{BFD6FA00-C6E0-C849-F5EB-16A74F8E3681}"/>
                    </a:ext>
                  </a:extLst>
                </p:cNvPr>
                <p:cNvPicPr/>
                <p:nvPr/>
              </p:nvPicPr>
              <p:blipFill>
                <a:blip r:embed="rId103"/>
                <a:stretch>
                  <a:fillRect/>
                </a:stretch>
              </p:blipFill>
              <p:spPr>
                <a:xfrm>
                  <a:off x="4706798" y="3514997"/>
                  <a:ext cx="298440" cy="132840"/>
                </a:xfrm>
                <a:prstGeom prst="rect">
                  <a:avLst/>
                </a:prstGeom>
              </p:spPr>
            </p:pic>
          </mc:Fallback>
        </mc:AlternateContent>
      </p:grpSp>
      <p:grpSp>
        <p:nvGrpSpPr>
          <p:cNvPr id="13402" name="Group 13401">
            <a:extLst>
              <a:ext uri="{FF2B5EF4-FFF2-40B4-BE49-F238E27FC236}">
                <a16:creationId xmlns:a16="http://schemas.microsoft.com/office/drawing/2014/main" id="{733E9BC0-4767-91A3-F01C-1E4796AE06D3}"/>
              </a:ext>
            </a:extLst>
          </p:cNvPr>
          <p:cNvGrpSpPr/>
          <p:nvPr/>
        </p:nvGrpSpPr>
        <p:grpSpPr>
          <a:xfrm>
            <a:off x="9262958" y="778277"/>
            <a:ext cx="2635560" cy="813960"/>
            <a:chOff x="9262958" y="778277"/>
            <a:chExt cx="2635560" cy="813960"/>
          </a:xfrm>
        </p:grpSpPr>
        <mc:AlternateContent xmlns:mc="http://schemas.openxmlformats.org/markup-compatibility/2006">
          <mc:Choice xmlns:p14="http://schemas.microsoft.com/office/powerpoint/2010/main" Requires="p14">
            <p:contentPart p14:bwMode="auto" r:id="rId104">
              <p14:nvContentPartPr>
                <p14:cNvPr id="13380" name="Ink 13379">
                  <a:extLst>
                    <a:ext uri="{FF2B5EF4-FFF2-40B4-BE49-F238E27FC236}">
                      <a16:creationId xmlns:a16="http://schemas.microsoft.com/office/drawing/2014/main" id="{583C5E8A-7EDB-BC53-E38C-C45284E18213}"/>
                    </a:ext>
                  </a:extLst>
                </p14:cNvPr>
                <p14:cNvContentPartPr/>
                <p14:nvPr/>
              </p14:nvContentPartPr>
              <p14:xfrm>
                <a:off x="9265118" y="1226837"/>
                <a:ext cx="58320" cy="365400"/>
              </p14:xfrm>
            </p:contentPart>
          </mc:Choice>
          <mc:Fallback>
            <p:pic>
              <p:nvPicPr>
                <p:cNvPr id="13380" name="Ink 13379">
                  <a:extLst>
                    <a:ext uri="{FF2B5EF4-FFF2-40B4-BE49-F238E27FC236}">
                      <a16:creationId xmlns:a16="http://schemas.microsoft.com/office/drawing/2014/main" id="{583C5E8A-7EDB-BC53-E38C-C45284E18213}"/>
                    </a:ext>
                  </a:extLst>
                </p:cNvPr>
                <p:cNvPicPr/>
                <p:nvPr/>
              </p:nvPicPr>
              <p:blipFill>
                <a:blip r:embed="rId105"/>
                <a:stretch>
                  <a:fillRect/>
                </a:stretch>
              </p:blipFill>
              <p:spPr>
                <a:xfrm>
                  <a:off x="9260798" y="1222517"/>
                  <a:ext cx="66960" cy="3740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13381" name="Ink 13380">
                  <a:extLst>
                    <a:ext uri="{FF2B5EF4-FFF2-40B4-BE49-F238E27FC236}">
                      <a16:creationId xmlns:a16="http://schemas.microsoft.com/office/drawing/2014/main" id="{A65FF86A-CEFF-7DB2-34E4-BD8B8AE0A397}"/>
                    </a:ext>
                  </a:extLst>
                </p14:cNvPr>
                <p14:cNvContentPartPr/>
                <p14:nvPr/>
              </p14:nvContentPartPr>
              <p14:xfrm>
                <a:off x="9262958" y="1248077"/>
                <a:ext cx="158040" cy="250560"/>
              </p14:xfrm>
            </p:contentPart>
          </mc:Choice>
          <mc:Fallback>
            <p:pic>
              <p:nvPicPr>
                <p:cNvPr id="13381" name="Ink 13380">
                  <a:extLst>
                    <a:ext uri="{FF2B5EF4-FFF2-40B4-BE49-F238E27FC236}">
                      <a16:creationId xmlns:a16="http://schemas.microsoft.com/office/drawing/2014/main" id="{A65FF86A-CEFF-7DB2-34E4-BD8B8AE0A397}"/>
                    </a:ext>
                  </a:extLst>
                </p:cNvPr>
                <p:cNvPicPr/>
                <p:nvPr/>
              </p:nvPicPr>
              <p:blipFill>
                <a:blip r:embed="rId107"/>
                <a:stretch>
                  <a:fillRect/>
                </a:stretch>
              </p:blipFill>
              <p:spPr>
                <a:xfrm>
                  <a:off x="9258638" y="1243757"/>
                  <a:ext cx="16668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13382" name="Ink 13381">
                  <a:extLst>
                    <a:ext uri="{FF2B5EF4-FFF2-40B4-BE49-F238E27FC236}">
                      <a16:creationId xmlns:a16="http://schemas.microsoft.com/office/drawing/2014/main" id="{05B1F45C-CBBC-3630-2469-698DB79CF11D}"/>
                    </a:ext>
                  </a:extLst>
                </p14:cNvPr>
                <p14:cNvContentPartPr/>
                <p14:nvPr/>
              </p14:nvContentPartPr>
              <p14:xfrm>
                <a:off x="9476438" y="1338797"/>
                <a:ext cx="99720" cy="127800"/>
              </p14:xfrm>
            </p:contentPart>
          </mc:Choice>
          <mc:Fallback>
            <p:pic>
              <p:nvPicPr>
                <p:cNvPr id="13382" name="Ink 13381">
                  <a:extLst>
                    <a:ext uri="{FF2B5EF4-FFF2-40B4-BE49-F238E27FC236}">
                      <a16:creationId xmlns:a16="http://schemas.microsoft.com/office/drawing/2014/main" id="{05B1F45C-CBBC-3630-2469-698DB79CF11D}"/>
                    </a:ext>
                  </a:extLst>
                </p:cNvPr>
                <p:cNvPicPr/>
                <p:nvPr/>
              </p:nvPicPr>
              <p:blipFill>
                <a:blip r:embed="rId109"/>
                <a:stretch>
                  <a:fillRect/>
                </a:stretch>
              </p:blipFill>
              <p:spPr>
                <a:xfrm>
                  <a:off x="9472118" y="1334477"/>
                  <a:ext cx="10836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13384" name="Ink 13383">
                  <a:extLst>
                    <a:ext uri="{FF2B5EF4-FFF2-40B4-BE49-F238E27FC236}">
                      <a16:creationId xmlns:a16="http://schemas.microsoft.com/office/drawing/2014/main" id="{0F7DEA07-7380-E04D-AF0A-EECEA37018D1}"/>
                    </a:ext>
                  </a:extLst>
                </p14:cNvPr>
                <p14:cNvContentPartPr/>
                <p14:nvPr/>
              </p14:nvContentPartPr>
              <p14:xfrm>
                <a:off x="9656798" y="1325117"/>
                <a:ext cx="360" cy="360"/>
              </p14:xfrm>
            </p:contentPart>
          </mc:Choice>
          <mc:Fallback>
            <p:pic>
              <p:nvPicPr>
                <p:cNvPr id="13384" name="Ink 13383">
                  <a:extLst>
                    <a:ext uri="{FF2B5EF4-FFF2-40B4-BE49-F238E27FC236}">
                      <a16:creationId xmlns:a16="http://schemas.microsoft.com/office/drawing/2014/main" id="{0F7DEA07-7380-E04D-AF0A-EECEA37018D1}"/>
                    </a:ext>
                  </a:extLst>
                </p:cNvPr>
                <p:cNvPicPr/>
                <p:nvPr/>
              </p:nvPicPr>
              <p:blipFill>
                <a:blip r:embed="rId111"/>
                <a:stretch>
                  <a:fillRect/>
                </a:stretch>
              </p:blipFill>
              <p:spPr>
                <a:xfrm>
                  <a:off x="9652478" y="1320797"/>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3385" name="Ink 13384">
                  <a:extLst>
                    <a:ext uri="{FF2B5EF4-FFF2-40B4-BE49-F238E27FC236}">
                      <a16:creationId xmlns:a16="http://schemas.microsoft.com/office/drawing/2014/main" id="{C7EC76B3-5F74-8043-E7FA-BC534627C751}"/>
                    </a:ext>
                  </a:extLst>
                </p14:cNvPr>
                <p14:cNvContentPartPr/>
                <p14:nvPr/>
              </p14:nvContentPartPr>
              <p14:xfrm>
                <a:off x="9568598" y="1270037"/>
                <a:ext cx="119160" cy="159120"/>
              </p14:xfrm>
            </p:contentPart>
          </mc:Choice>
          <mc:Fallback>
            <p:pic>
              <p:nvPicPr>
                <p:cNvPr id="13385" name="Ink 13384">
                  <a:extLst>
                    <a:ext uri="{FF2B5EF4-FFF2-40B4-BE49-F238E27FC236}">
                      <a16:creationId xmlns:a16="http://schemas.microsoft.com/office/drawing/2014/main" id="{C7EC76B3-5F74-8043-E7FA-BC534627C751}"/>
                    </a:ext>
                  </a:extLst>
                </p:cNvPr>
                <p:cNvPicPr/>
                <p:nvPr/>
              </p:nvPicPr>
              <p:blipFill>
                <a:blip r:embed="rId113"/>
                <a:stretch>
                  <a:fillRect/>
                </a:stretch>
              </p:blipFill>
              <p:spPr>
                <a:xfrm>
                  <a:off x="9564278" y="1265717"/>
                  <a:ext cx="12780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13386" name="Ink 13385">
                  <a:extLst>
                    <a:ext uri="{FF2B5EF4-FFF2-40B4-BE49-F238E27FC236}">
                      <a16:creationId xmlns:a16="http://schemas.microsoft.com/office/drawing/2014/main" id="{A7A73514-E62C-3082-091B-4EAEE3290AB6}"/>
                    </a:ext>
                  </a:extLst>
                </p14:cNvPr>
                <p14:cNvContentPartPr/>
                <p14:nvPr/>
              </p14:nvContentPartPr>
              <p14:xfrm>
                <a:off x="9612878" y="1319357"/>
                <a:ext cx="151560" cy="99360"/>
              </p14:xfrm>
            </p:contentPart>
          </mc:Choice>
          <mc:Fallback>
            <p:pic>
              <p:nvPicPr>
                <p:cNvPr id="13386" name="Ink 13385">
                  <a:extLst>
                    <a:ext uri="{FF2B5EF4-FFF2-40B4-BE49-F238E27FC236}">
                      <a16:creationId xmlns:a16="http://schemas.microsoft.com/office/drawing/2014/main" id="{A7A73514-E62C-3082-091B-4EAEE3290AB6}"/>
                    </a:ext>
                  </a:extLst>
                </p:cNvPr>
                <p:cNvPicPr/>
                <p:nvPr/>
              </p:nvPicPr>
              <p:blipFill>
                <a:blip r:embed="rId115"/>
                <a:stretch>
                  <a:fillRect/>
                </a:stretch>
              </p:blipFill>
              <p:spPr>
                <a:xfrm>
                  <a:off x="9608558" y="1315037"/>
                  <a:ext cx="16020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13387" name="Ink 13386">
                  <a:extLst>
                    <a:ext uri="{FF2B5EF4-FFF2-40B4-BE49-F238E27FC236}">
                      <a16:creationId xmlns:a16="http://schemas.microsoft.com/office/drawing/2014/main" id="{8854F48A-2395-CF26-2C31-8638375395B2}"/>
                    </a:ext>
                  </a:extLst>
                </p14:cNvPr>
                <p14:cNvContentPartPr/>
                <p14:nvPr/>
              </p14:nvContentPartPr>
              <p14:xfrm>
                <a:off x="9685958" y="1228277"/>
                <a:ext cx="42480" cy="14040"/>
              </p14:xfrm>
            </p:contentPart>
          </mc:Choice>
          <mc:Fallback>
            <p:pic>
              <p:nvPicPr>
                <p:cNvPr id="13387" name="Ink 13386">
                  <a:extLst>
                    <a:ext uri="{FF2B5EF4-FFF2-40B4-BE49-F238E27FC236}">
                      <a16:creationId xmlns:a16="http://schemas.microsoft.com/office/drawing/2014/main" id="{8854F48A-2395-CF26-2C31-8638375395B2}"/>
                    </a:ext>
                  </a:extLst>
                </p:cNvPr>
                <p:cNvPicPr/>
                <p:nvPr/>
              </p:nvPicPr>
              <p:blipFill>
                <a:blip r:embed="rId117"/>
                <a:stretch>
                  <a:fillRect/>
                </a:stretch>
              </p:blipFill>
              <p:spPr>
                <a:xfrm>
                  <a:off x="9681638" y="1223957"/>
                  <a:ext cx="5112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3388" name="Ink 13387">
                  <a:extLst>
                    <a:ext uri="{FF2B5EF4-FFF2-40B4-BE49-F238E27FC236}">
                      <a16:creationId xmlns:a16="http://schemas.microsoft.com/office/drawing/2014/main" id="{61C9499F-37FB-1936-B416-A9A4F38F3866}"/>
                    </a:ext>
                  </a:extLst>
                </p14:cNvPr>
                <p14:cNvContentPartPr/>
                <p14:nvPr/>
              </p14:nvContentPartPr>
              <p14:xfrm>
                <a:off x="9814838" y="1273997"/>
                <a:ext cx="220680" cy="129240"/>
              </p14:xfrm>
            </p:contentPart>
          </mc:Choice>
          <mc:Fallback>
            <p:pic>
              <p:nvPicPr>
                <p:cNvPr id="13388" name="Ink 13387">
                  <a:extLst>
                    <a:ext uri="{FF2B5EF4-FFF2-40B4-BE49-F238E27FC236}">
                      <a16:creationId xmlns:a16="http://schemas.microsoft.com/office/drawing/2014/main" id="{61C9499F-37FB-1936-B416-A9A4F38F3866}"/>
                    </a:ext>
                  </a:extLst>
                </p:cNvPr>
                <p:cNvPicPr/>
                <p:nvPr/>
              </p:nvPicPr>
              <p:blipFill>
                <a:blip r:embed="rId119"/>
                <a:stretch>
                  <a:fillRect/>
                </a:stretch>
              </p:blipFill>
              <p:spPr>
                <a:xfrm>
                  <a:off x="9810518" y="1269677"/>
                  <a:ext cx="22932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3389" name="Ink 13388">
                  <a:extLst>
                    <a:ext uri="{FF2B5EF4-FFF2-40B4-BE49-F238E27FC236}">
                      <a16:creationId xmlns:a16="http://schemas.microsoft.com/office/drawing/2014/main" id="{97697432-8439-CCF1-8D1A-4F2844C23675}"/>
                    </a:ext>
                  </a:extLst>
                </p14:cNvPr>
                <p14:cNvContentPartPr/>
                <p14:nvPr/>
              </p14:nvContentPartPr>
              <p14:xfrm>
                <a:off x="10023638" y="1072397"/>
                <a:ext cx="174240" cy="297720"/>
              </p14:xfrm>
            </p:contentPart>
          </mc:Choice>
          <mc:Fallback>
            <p:pic>
              <p:nvPicPr>
                <p:cNvPr id="13389" name="Ink 13388">
                  <a:extLst>
                    <a:ext uri="{FF2B5EF4-FFF2-40B4-BE49-F238E27FC236}">
                      <a16:creationId xmlns:a16="http://schemas.microsoft.com/office/drawing/2014/main" id="{97697432-8439-CCF1-8D1A-4F2844C23675}"/>
                    </a:ext>
                  </a:extLst>
                </p:cNvPr>
                <p:cNvPicPr/>
                <p:nvPr/>
              </p:nvPicPr>
              <p:blipFill>
                <a:blip r:embed="rId121"/>
                <a:stretch>
                  <a:fillRect/>
                </a:stretch>
              </p:blipFill>
              <p:spPr>
                <a:xfrm>
                  <a:off x="10019318" y="1068077"/>
                  <a:ext cx="182880" cy="30636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13390" name="Ink 13389">
                  <a:extLst>
                    <a:ext uri="{FF2B5EF4-FFF2-40B4-BE49-F238E27FC236}">
                      <a16:creationId xmlns:a16="http://schemas.microsoft.com/office/drawing/2014/main" id="{DFC07577-9B21-DF20-3C33-A7E277E815F8}"/>
                    </a:ext>
                  </a:extLst>
                </p14:cNvPr>
                <p14:cNvContentPartPr/>
                <p14:nvPr/>
              </p14:nvContentPartPr>
              <p14:xfrm>
                <a:off x="10270598" y="957197"/>
                <a:ext cx="194760" cy="407520"/>
              </p14:xfrm>
            </p:contentPart>
          </mc:Choice>
          <mc:Fallback>
            <p:pic>
              <p:nvPicPr>
                <p:cNvPr id="13390" name="Ink 13389">
                  <a:extLst>
                    <a:ext uri="{FF2B5EF4-FFF2-40B4-BE49-F238E27FC236}">
                      <a16:creationId xmlns:a16="http://schemas.microsoft.com/office/drawing/2014/main" id="{DFC07577-9B21-DF20-3C33-A7E277E815F8}"/>
                    </a:ext>
                  </a:extLst>
                </p:cNvPr>
                <p:cNvPicPr/>
                <p:nvPr/>
              </p:nvPicPr>
              <p:blipFill>
                <a:blip r:embed="rId123"/>
                <a:stretch>
                  <a:fillRect/>
                </a:stretch>
              </p:blipFill>
              <p:spPr>
                <a:xfrm>
                  <a:off x="10266278" y="952877"/>
                  <a:ext cx="203400" cy="4161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3391" name="Ink 13390">
                  <a:extLst>
                    <a:ext uri="{FF2B5EF4-FFF2-40B4-BE49-F238E27FC236}">
                      <a16:creationId xmlns:a16="http://schemas.microsoft.com/office/drawing/2014/main" id="{0160CB70-26FA-7DA0-B25F-815B3FDEB055}"/>
                    </a:ext>
                  </a:extLst>
                </p14:cNvPr>
                <p14:cNvContentPartPr/>
                <p14:nvPr/>
              </p14:nvContentPartPr>
              <p14:xfrm>
                <a:off x="10522598" y="1012637"/>
                <a:ext cx="47880" cy="302400"/>
              </p14:xfrm>
            </p:contentPart>
          </mc:Choice>
          <mc:Fallback>
            <p:pic>
              <p:nvPicPr>
                <p:cNvPr id="13391" name="Ink 13390">
                  <a:extLst>
                    <a:ext uri="{FF2B5EF4-FFF2-40B4-BE49-F238E27FC236}">
                      <a16:creationId xmlns:a16="http://schemas.microsoft.com/office/drawing/2014/main" id="{0160CB70-26FA-7DA0-B25F-815B3FDEB055}"/>
                    </a:ext>
                  </a:extLst>
                </p:cNvPr>
                <p:cNvPicPr/>
                <p:nvPr/>
              </p:nvPicPr>
              <p:blipFill>
                <a:blip r:embed="rId125"/>
                <a:stretch>
                  <a:fillRect/>
                </a:stretch>
              </p:blipFill>
              <p:spPr>
                <a:xfrm>
                  <a:off x="10518278" y="1008317"/>
                  <a:ext cx="56520" cy="31104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3392" name="Ink 13391">
                  <a:extLst>
                    <a:ext uri="{FF2B5EF4-FFF2-40B4-BE49-F238E27FC236}">
                      <a16:creationId xmlns:a16="http://schemas.microsoft.com/office/drawing/2014/main" id="{0EBA51B7-4418-44EF-7AAB-714C75E0E4A2}"/>
                    </a:ext>
                  </a:extLst>
                </p14:cNvPr>
                <p14:cNvContentPartPr/>
                <p14:nvPr/>
              </p14:nvContentPartPr>
              <p14:xfrm>
                <a:off x="10457078" y="1192997"/>
                <a:ext cx="259920" cy="112680"/>
              </p14:xfrm>
            </p:contentPart>
          </mc:Choice>
          <mc:Fallback>
            <p:pic>
              <p:nvPicPr>
                <p:cNvPr id="13392" name="Ink 13391">
                  <a:extLst>
                    <a:ext uri="{FF2B5EF4-FFF2-40B4-BE49-F238E27FC236}">
                      <a16:creationId xmlns:a16="http://schemas.microsoft.com/office/drawing/2014/main" id="{0EBA51B7-4418-44EF-7AAB-714C75E0E4A2}"/>
                    </a:ext>
                  </a:extLst>
                </p:cNvPr>
                <p:cNvPicPr/>
                <p:nvPr/>
              </p:nvPicPr>
              <p:blipFill>
                <a:blip r:embed="rId127"/>
                <a:stretch>
                  <a:fillRect/>
                </a:stretch>
              </p:blipFill>
              <p:spPr>
                <a:xfrm>
                  <a:off x="10452758" y="1188677"/>
                  <a:ext cx="26856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3393" name="Ink 13392">
                  <a:extLst>
                    <a:ext uri="{FF2B5EF4-FFF2-40B4-BE49-F238E27FC236}">
                      <a16:creationId xmlns:a16="http://schemas.microsoft.com/office/drawing/2014/main" id="{E0B86C8B-4FAF-2724-5F6A-8B7A80DCDBEA}"/>
                    </a:ext>
                  </a:extLst>
                </p14:cNvPr>
                <p14:cNvContentPartPr/>
                <p14:nvPr/>
              </p14:nvContentPartPr>
              <p14:xfrm>
                <a:off x="10704758" y="1062677"/>
                <a:ext cx="163080" cy="196920"/>
              </p14:xfrm>
            </p:contentPart>
          </mc:Choice>
          <mc:Fallback>
            <p:pic>
              <p:nvPicPr>
                <p:cNvPr id="13393" name="Ink 13392">
                  <a:extLst>
                    <a:ext uri="{FF2B5EF4-FFF2-40B4-BE49-F238E27FC236}">
                      <a16:creationId xmlns:a16="http://schemas.microsoft.com/office/drawing/2014/main" id="{E0B86C8B-4FAF-2724-5F6A-8B7A80DCDBEA}"/>
                    </a:ext>
                  </a:extLst>
                </p:cNvPr>
                <p:cNvPicPr/>
                <p:nvPr/>
              </p:nvPicPr>
              <p:blipFill>
                <a:blip r:embed="rId129"/>
                <a:stretch>
                  <a:fillRect/>
                </a:stretch>
              </p:blipFill>
              <p:spPr>
                <a:xfrm>
                  <a:off x="10700438" y="1058357"/>
                  <a:ext cx="17172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3394" name="Ink 13393">
                  <a:extLst>
                    <a:ext uri="{FF2B5EF4-FFF2-40B4-BE49-F238E27FC236}">
                      <a16:creationId xmlns:a16="http://schemas.microsoft.com/office/drawing/2014/main" id="{FFAC0624-5646-DAA4-D0F9-1A958549E708}"/>
                    </a:ext>
                  </a:extLst>
                </p14:cNvPr>
                <p14:cNvContentPartPr/>
                <p14:nvPr/>
              </p14:nvContentPartPr>
              <p14:xfrm>
                <a:off x="10762358" y="1090757"/>
                <a:ext cx="14040" cy="18000"/>
              </p14:xfrm>
            </p:contentPart>
          </mc:Choice>
          <mc:Fallback>
            <p:pic>
              <p:nvPicPr>
                <p:cNvPr id="13394" name="Ink 13393">
                  <a:extLst>
                    <a:ext uri="{FF2B5EF4-FFF2-40B4-BE49-F238E27FC236}">
                      <a16:creationId xmlns:a16="http://schemas.microsoft.com/office/drawing/2014/main" id="{FFAC0624-5646-DAA4-D0F9-1A958549E708}"/>
                    </a:ext>
                  </a:extLst>
                </p:cNvPr>
                <p:cNvPicPr/>
                <p:nvPr/>
              </p:nvPicPr>
              <p:blipFill>
                <a:blip r:embed="rId131"/>
                <a:stretch>
                  <a:fillRect/>
                </a:stretch>
              </p:blipFill>
              <p:spPr>
                <a:xfrm>
                  <a:off x="10758038" y="1086437"/>
                  <a:ext cx="2268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3395" name="Ink 13394">
                  <a:extLst>
                    <a:ext uri="{FF2B5EF4-FFF2-40B4-BE49-F238E27FC236}">
                      <a16:creationId xmlns:a16="http://schemas.microsoft.com/office/drawing/2014/main" id="{2D7D7FD3-F1F2-B47D-BF7D-B71893A73160}"/>
                    </a:ext>
                  </a:extLst>
                </p14:cNvPr>
                <p14:cNvContentPartPr/>
                <p14:nvPr/>
              </p14:nvContentPartPr>
              <p14:xfrm>
                <a:off x="10876118" y="1137557"/>
                <a:ext cx="74160" cy="91080"/>
              </p14:xfrm>
            </p:contentPart>
          </mc:Choice>
          <mc:Fallback>
            <p:pic>
              <p:nvPicPr>
                <p:cNvPr id="13395" name="Ink 13394">
                  <a:extLst>
                    <a:ext uri="{FF2B5EF4-FFF2-40B4-BE49-F238E27FC236}">
                      <a16:creationId xmlns:a16="http://schemas.microsoft.com/office/drawing/2014/main" id="{2D7D7FD3-F1F2-B47D-BF7D-B71893A73160}"/>
                    </a:ext>
                  </a:extLst>
                </p:cNvPr>
                <p:cNvPicPr/>
                <p:nvPr/>
              </p:nvPicPr>
              <p:blipFill>
                <a:blip r:embed="rId133"/>
                <a:stretch>
                  <a:fillRect/>
                </a:stretch>
              </p:blipFill>
              <p:spPr>
                <a:xfrm>
                  <a:off x="10871798" y="1133237"/>
                  <a:ext cx="82800" cy="9972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13396" name="Ink 13395">
                  <a:extLst>
                    <a:ext uri="{FF2B5EF4-FFF2-40B4-BE49-F238E27FC236}">
                      <a16:creationId xmlns:a16="http://schemas.microsoft.com/office/drawing/2014/main" id="{EC5BAA34-0804-35B0-9D14-31EC695C30BE}"/>
                    </a:ext>
                  </a:extLst>
                </p14:cNvPr>
                <p14:cNvContentPartPr/>
                <p14:nvPr/>
              </p14:nvContentPartPr>
              <p14:xfrm>
                <a:off x="10905638" y="1015157"/>
                <a:ext cx="190440" cy="173160"/>
              </p14:xfrm>
            </p:contentPart>
          </mc:Choice>
          <mc:Fallback>
            <p:pic>
              <p:nvPicPr>
                <p:cNvPr id="13396" name="Ink 13395">
                  <a:extLst>
                    <a:ext uri="{FF2B5EF4-FFF2-40B4-BE49-F238E27FC236}">
                      <a16:creationId xmlns:a16="http://schemas.microsoft.com/office/drawing/2014/main" id="{EC5BAA34-0804-35B0-9D14-31EC695C30BE}"/>
                    </a:ext>
                  </a:extLst>
                </p:cNvPr>
                <p:cNvPicPr/>
                <p:nvPr/>
              </p:nvPicPr>
              <p:blipFill>
                <a:blip r:embed="rId135"/>
                <a:stretch>
                  <a:fillRect/>
                </a:stretch>
              </p:blipFill>
              <p:spPr>
                <a:xfrm>
                  <a:off x="10901318" y="1010837"/>
                  <a:ext cx="19908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3397" name="Ink 13396">
                  <a:extLst>
                    <a:ext uri="{FF2B5EF4-FFF2-40B4-BE49-F238E27FC236}">
                      <a16:creationId xmlns:a16="http://schemas.microsoft.com/office/drawing/2014/main" id="{EDC56C8A-F79E-229A-3E82-C84EA7B44088}"/>
                    </a:ext>
                  </a:extLst>
                </p14:cNvPr>
                <p14:cNvContentPartPr/>
                <p14:nvPr/>
              </p14:nvContentPartPr>
              <p14:xfrm>
                <a:off x="11019038" y="1010837"/>
                <a:ext cx="42480" cy="14400"/>
              </p14:xfrm>
            </p:contentPart>
          </mc:Choice>
          <mc:Fallback>
            <p:pic>
              <p:nvPicPr>
                <p:cNvPr id="13397" name="Ink 13396">
                  <a:extLst>
                    <a:ext uri="{FF2B5EF4-FFF2-40B4-BE49-F238E27FC236}">
                      <a16:creationId xmlns:a16="http://schemas.microsoft.com/office/drawing/2014/main" id="{EDC56C8A-F79E-229A-3E82-C84EA7B44088}"/>
                    </a:ext>
                  </a:extLst>
                </p:cNvPr>
                <p:cNvPicPr/>
                <p:nvPr/>
              </p:nvPicPr>
              <p:blipFill>
                <a:blip r:embed="rId137"/>
                <a:stretch>
                  <a:fillRect/>
                </a:stretch>
              </p:blipFill>
              <p:spPr>
                <a:xfrm>
                  <a:off x="11014718" y="1006517"/>
                  <a:ext cx="5112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3398" name="Ink 13397">
                  <a:extLst>
                    <a:ext uri="{FF2B5EF4-FFF2-40B4-BE49-F238E27FC236}">
                      <a16:creationId xmlns:a16="http://schemas.microsoft.com/office/drawing/2014/main" id="{DA4D3D47-DB48-DBD8-D1D8-DF161AADD9E1}"/>
                    </a:ext>
                  </a:extLst>
                </p14:cNvPr>
                <p14:cNvContentPartPr/>
                <p14:nvPr/>
              </p14:nvContentPartPr>
              <p14:xfrm>
                <a:off x="11123798" y="1075277"/>
                <a:ext cx="111960" cy="56160"/>
              </p14:xfrm>
            </p:contentPart>
          </mc:Choice>
          <mc:Fallback>
            <p:pic>
              <p:nvPicPr>
                <p:cNvPr id="13398" name="Ink 13397">
                  <a:extLst>
                    <a:ext uri="{FF2B5EF4-FFF2-40B4-BE49-F238E27FC236}">
                      <a16:creationId xmlns:a16="http://schemas.microsoft.com/office/drawing/2014/main" id="{DA4D3D47-DB48-DBD8-D1D8-DF161AADD9E1}"/>
                    </a:ext>
                  </a:extLst>
                </p:cNvPr>
                <p:cNvPicPr/>
                <p:nvPr/>
              </p:nvPicPr>
              <p:blipFill>
                <a:blip r:embed="rId139"/>
                <a:stretch>
                  <a:fillRect/>
                </a:stretch>
              </p:blipFill>
              <p:spPr>
                <a:xfrm>
                  <a:off x="11119478" y="1070957"/>
                  <a:ext cx="12060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3399" name="Ink 13398">
                  <a:extLst>
                    <a:ext uri="{FF2B5EF4-FFF2-40B4-BE49-F238E27FC236}">
                      <a16:creationId xmlns:a16="http://schemas.microsoft.com/office/drawing/2014/main" id="{A422B0FF-679C-ADD8-9076-1D9844CACF25}"/>
                    </a:ext>
                  </a:extLst>
                </p14:cNvPr>
                <p14:cNvContentPartPr/>
                <p14:nvPr/>
              </p14:nvContentPartPr>
              <p14:xfrm>
                <a:off x="11435198" y="847037"/>
                <a:ext cx="45360" cy="235800"/>
              </p14:xfrm>
            </p:contentPart>
          </mc:Choice>
          <mc:Fallback>
            <p:pic>
              <p:nvPicPr>
                <p:cNvPr id="13399" name="Ink 13398">
                  <a:extLst>
                    <a:ext uri="{FF2B5EF4-FFF2-40B4-BE49-F238E27FC236}">
                      <a16:creationId xmlns:a16="http://schemas.microsoft.com/office/drawing/2014/main" id="{A422B0FF-679C-ADD8-9076-1D9844CACF25}"/>
                    </a:ext>
                  </a:extLst>
                </p:cNvPr>
                <p:cNvPicPr/>
                <p:nvPr/>
              </p:nvPicPr>
              <p:blipFill>
                <a:blip r:embed="rId141"/>
                <a:stretch>
                  <a:fillRect/>
                </a:stretch>
              </p:blipFill>
              <p:spPr>
                <a:xfrm>
                  <a:off x="11430878" y="842717"/>
                  <a:ext cx="54000" cy="24444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3400" name="Ink 13399">
                  <a:extLst>
                    <a:ext uri="{FF2B5EF4-FFF2-40B4-BE49-F238E27FC236}">
                      <a16:creationId xmlns:a16="http://schemas.microsoft.com/office/drawing/2014/main" id="{01E5EAFE-D5EB-B063-28B9-A17D723DA2DF}"/>
                    </a:ext>
                  </a:extLst>
                </p14:cNvPr>
                <p14:cNvContentPartPr/>
                <p14:nvPr/>
              </p14:nvContentPartPr>
              <p14:xfrm>
                <a:off x="11345918" y="778277"/>
                <a:ext cx="242640" cy="336240"/>
              </p14:xfrm>
            </p:contentPart>
          </mc:Choice>
          <mc:Fallback>
            <p:pic>
              <p:nvPicPr>
                <p:cNvPr id="13400" name="Ink 13399">
                  <a:extLst>
                    <a:ext uri="{FF2B5EF4-FFF2-40B4-BE49-F238E27FC236}">
                      <a16:creationId xmlns:a16="http://schemas.microsoft.com/office/drawing/2014/main" id="{01E5EAFE-D5EB-B063-28B9-A17D723DA2DF}"/>
                    </a:ext>
                  </a:extLst>
                </p:cNvPr>
                <p:cNvPicPr/>
                <p:nvPr/>
              </p:nvPicPr>
              <p:blipFill>
                <a:blip r:embed="rId143"/>
                <a:stretch>
                  <a:fillRect/>
                </a:stretch>
              </p:blipFill>
              <p:spPr>
                <a:xfrm>
                  <a:off x="11341598" y="773957"/>
                  <a:ext cx="251280" cy="34488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3401" name="Ink 13400">
                  <a:extLst>
                    <a:ext uri="{FF2B5EF4-FFF2-40B4-BE49-F238E27FC236}">
                      <a16:creationId xmlns:a16="http://schemas.microsoft.com/office/drawing/2014/main" id="{B47D11F2-C58B-46BF-3109-F1048489C5A3}"/>
                    </a:ext>
                  </a:extLst>
                </p14:cNvPr>
                <p14:cNvContentPartPr/>
                <p14:nvPr/>
              </p14:nvContentPartPr>
              <p14:xfrm>
                <a:off x="11629238" y="927317"/>
                <a:ext cx="269280" cy="285840"/>
              </p14:xfrm>
            </p:contentPart>
          </mc:Choice>
          <mc:Fallback>
            <p:pic>
              <p:nvPicPr>
                <p:cNvPr id="13401" name="Ink 13400">
                  <a:extLst>
                    <a:ext uri="{FF2B5EF4-FFF2-40B4-BE49-F238E27FC236}">
                      <a16:creationId xmlns:a16="http://schemas.microsoft.com/office/drawing/2014/main" id="{B47D11F2-C58B-46BF-3109-F1048489C5A3}"/>
                    </a:ext>
                  </a:extLst>
                </p:cNvPr>
                <p:cNvPicPr/>
                <p:nvPr/>
              </p:nvPicPr>
              <p:blipFill>
                <a:blip r:embed="rId145"/>
                <a:stretch>
                  <a:fillRect/>
                </a:stretch>
              </p:blipFill>
              <p:spPr>
                <a:xfrm>
                  <a:off x="11624918" y="922997"/>
                  <a:ext cx="277920" cy="294480"/>
                </a:xfrm>
                <a:prstGeom prst="rect">
                  <a:avLst/>
                </a:prstGeom>
              </p:spPr>
            </p:pic>
          </mc:Fallback>
        </mc:AlternateContent>
      </p:grpSp>
      <p:grpSp>
        <p:nvGrpSpPr>
          <p:cNvPr id="13421" name="Group 13420">
            <a:extLst>
              <a:ext uri="{FF2B5EF4-FFF2-40B4-BE49-F238E27FC236}">
                <a16:creationId xmlns:a16="http://schemas.microsoft.com/office/drawing/2014/main" id="{CA27B29B-CB81-BED6-FB57-95959C4E6009}"/>
              </a:ext>
            </a:extLst>
          </p:cNvPr>
          <p:cNvGrpSpPr/>
          <p:nvPr/>
        </p:nvGrpSpPr>
        <p:grpSpPr>
          <a:xfrm>
            <a:off x="6225998" y="1611317"/>
            <a:ext cx="2329560" cy="1066320"/>
            <a:chOff x="6225998" y="1611317"/>
            <a:chExt cx="2329560" cy="1066320"/>
          </a:xfrm>
        </p:grpSpPr>
        <mc:AlternateContent xmlns:mc="http://schemas.openxmlformats.org/markup-compatibility/2006">
          <mc:Choice xmlns:p14="http://schemas.microsoft.com/office/powerpoint/2010/main" Requires="p14">
            <p:contentPart p14:bwMode="auto" r:id="rId146">
              <p14:nvContentPartPr>
                <p14:cNvPr id="13403" name="Ink 13402">
                  <a:extLst>
                    <a:ext uri="{FF2B5EF4-FFF2-40B4-BE49-F238E27FC236}">
                      <a16:creationId xmlns:a16="http://schemas.microsoft.com/office/drawing/2014/main" id="{AC745A85-6CC3-7BAE-844C-F57E54D1CF3A}"/>
                    </a:ext>
                  </a:extLst>
                </p14:cNvPr>
                <p14:cNvContentPartPr/>
                <p14:nvPr/>
              </p14:nvContentPartPr>
              <p14:xfrm>
                <a:off x="6225998" y="2079677"/>
                <a:ext cx="432720" cy="597960"/>
              </p14:xfrm>
            </p:contentPart>
          </mc:Choice>
          <mc:Fallback>
            <p:pic>
              <p:nvPicPr>
                <p:cNvPr id="13403" name="Ink 13402">
                  <a:extLst>
                    <a:ext uri="{FF2B5EF4-FFF2-40B4-BE49-F238E27FC236}">
                      <a16:creationId xmlns:a16="http://schemas.microsoft.com/office/drawing/2014/main" id="{AC745A85-6CC3-7BAE-844C-F57E54D1CF3A}"/>
                    </a:ext>
                  </a:extLst>
                </p:cNvPr>
                <p:cNvPicPr/>
                <p:nvPr/>
              </p:nvPicPr>
              <p:blipFill>
                <a:blip r:embed="rId147"/>
                <a:stretch>
                  <a:fillRect/>
                </a:stretch>
              </p:blipFill>
              <p:spPr>
                <a:xfrm>
                  <a:off x="6221678" y="2075357"/>
                  <a:ext cx="441360" cy="60660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3404" name="Ink 13403">
                  <a:extLst>
                    <a:ext uri="{FF2B5EF4-FFF2-40B4-BE49-F238E27FC236}">
                      <a16:creationId xmlns:a16="http://schemas.microsoft.com/office/drawing/2014/main" id="{D384B11C-10FE-E350-5AC2-FFFB4A829DB4}"/>
                    </a:ext>
                  </a:extLst>
                </p14:cNvPr>
                <p14:cNvContentPartPr/>
                <p14:nvPr/>
              </p14:nvContentPartPr>
              <p14:xfrm>
                <a:off x="6623438" y="2155997"/>
                <a:ext cx="549720" cy="186120"/>
              </p14:xfrm>
            </p:contentPart>
          </mc:Choice>
          <mc:Fallback>
            <p:pic>
              <p:nvPicPr>
                <p:cNvPr id="13404" name="Ink 13403">
                  <a:extLst>
                    <a:ext uri="{FF2B5EF4-FFF2-40B4-BE49-F238E27FC236}">
                      <a16:creationId xmlns:a16="http://schemas.microsoft.com/office/drawing/2014/main" id="{D384B11C-10FE-E350-5AC2-FFFB4A829DB4}"/>
                    </a:ext>
                  </a:extLst>
                </p:cNvPr>
                <p:cNvPicPr/>
                <p:nvPr/>
              </p:nvPicPr>
              <p:blipFill>
                <a:blip r:embed="rId149"/>
                <a:stretch>
                  <a:fillRect/>
                </a:stretch>
              </p:blipFill>
              <p:spPr>
                <a:xfrm>
                  <a:off x="6619118" y="2151677"/>
                  <a:ext cx="558360" cy="19476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3405" name="Ink 13404">
                  <a:extLst>
                    <a:ext uri="{FF2B5EF4-FFF2-40B4-BE49-F238E27FC236}">
                      <a16:creationId xmlns:a16="http://schemas.microsoft.com/office/drawing/2014/main" id="{72CB93CC-9761-762E-9347-E78179BC7988}"/>
                    </a:ext>
                  </a:extLst>
                </p14:cNvPr>
                <p14:cNvContentPartPr/>
                <p14:nvPr/>
              </p14:nvContentPartPr>
              <p14:xfrm>
                <a:off x="7111238" y="2105237"/>
                <a:ext cx="134280" cy="180720"/>
              </p14:xfrm>
            </p:contentPart>
          </mc:Choice>
          <mc:Fallback>
            <p:pic>
              <p:nvPicPr>
                <p:cNvPr id="13405" name="Ink 13404">
                  <a:extLst>
                    <a:ext uri="{FF2B5EF4-FFF2-40B4-BE49-F238E27FC236}">
                      <a16:creationId xmlns:a16="http://schemas.microsoft.com/office/drawing/2014/main" id="{72CB93CC-9761-762E-9347-E78179BC7988}"/>
                    </a:ext>
                  </a:extLst>
                </p:cNvPr>
                <p:cNvPicPr/>
                <p:nvPr/>
              </p:nvPicPr>
              <p:blipFill>
                <a:blip r:embed="rId151"/>
                <a:stretch>
                  <a:fillRect/>
                </a:stretch>
              </p:blipFill>
              <p:spPr>
                <a:xfrm>
                  <a:off x="7106918" y="2100917"/>
                  <a:ext cx="14292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3406" name="Ink 13405">
                  <a:extLst>
                    <a:ext uri="{FF2B5EF4-FFF2-40B4-BE49-F238E27FC236}">
                      <a16:creationId xmlns:a16="http://schemas.microsoft.com/office/drawing/2014/main" id="{1E99D1A3-41DC-C429-FD09-17315643F181}"/>
                    </a:ext>
                  </a:extLst>
                </p14:cNvPr>
                <p14:cNvContentPartPr/>
                <p14:nvPr/>
              </p14:nvContentPartPr>
              <p14:xfrm>
                <a:off x="7376558" y="1894997"/>
                <a:ext cx="177480" cy="297360"/>
              </p14:xfrm>
            </p:contentPart>
          </mc:Choice>
          <mc:Fallback>
            <p:pic>
              <p:nvPicPr>
                <p:cNvPr id="13406" name="Ink 13405">
                  <a:extLst>
                    <a:ext uri="{FF2B5EF4-FFF2-40B4-BE49-F238E27FC236}">
                      <a16:creationId xmlns:a16="http://schemas.microsoft.com/office/drawing/2014/main" id="{1E99D1A3-41DC-C429-FD09-17315643F181}"/>
                    </a:ext>
                  </a:extLst>
                </p:cNvPr>
                <p:cNvPicPr/>
                <p:nvPr/>
              </p:nvPicPr>
              <p:blipFill>
                <a:blip r:embed="rId153"/>
                <a:stretch>
                  <a:fillRect/>
                </a:stretch>
              </p:blipFill>
              <p:spPr>
                <a:xfrm>
                  <a:off x="7372238" y="1890677"/>
                  <a:ext cx="186120" cy="30600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3407" name="Ink 13406">
                  <a:extLst>
                    <a:ext uri="{FF2B5EF4-FFF2-40B4-BE49-F238E27FC236}">
                      <a16:creationId xmlns:a16="http://schemas.microsoft.com/office/drawing/2014/main" id="{1F7DC262-4631-BC71-976A-0BAF99BFA0F4}"/>
                    </a:ext>
                  </a:extLst>
                </p14:cNvPr>
                <p14:cNvContentPartPr/>
                <p14:nvPr/>
              </p14:nvContentPartPr>
              <p14:xfrm>
                <a:off x="7554758" y="1864757"/>
                <a:ext cx="88560" cy="240120"/>
              </p14:xfrm>
            </p:contentPart>
          </mc:Choice>
          <mc:Fallback>
            <p:pic>
              <p:nvPicPr>
                <p:cNvPr id="13407" name="Ink 13406">
                  <a:extLst>
                    <a:ext uri="{FF2B5EF4-FFF2-40B4-BE49-F238E27FC236}">
                      <a16:creationId xmlns:a16="http://schemas.microsoft.com/office/drawing/2014/main" id="{1F7DC262-4631-BC71-976A-0BAF99BFA0F4}"/>
                    </a:ext>
                  </a:extLst>
                </p:cNvPr>
                <p:cNvPicPr/>
                <p:nvPr/>
              </p:nvPicPr>
              <p:blipFill>
                <a:blip r:embed="rId155"/>
                <a:stretch>
                  <a:fillRect/>
                </a:stretch>
              </p:blipFill>
              <p:spPr>
                <a:xfrm>
                  <a:off x="7550438" y="1860437"/>
                  <a:ext cx="97200" cy="24876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3408" name="Ink 13407">
                  <a:extLst>
                    <a:ext uri="{FF2B5EF4-FFF2-40B4-BE49-F238E27FC236}">
                      <a16:creationId xmlns:a16="http://schemas.microsoft.com/office/drawing/2014/main" id="{0FAB868E-7DE9-4591-3460-4876BE95F2CA}"/>
                    </a:ext>
                  </a:extLst>
                </p14:cNvPr>
                <p14:cNvContentPartPr/>
                <p14:nvPr/>
              </p14:nvContentPartPr>
              <p14:xfrm>
                <a:off x="7543598" y="1953317"/>
                <a:ext cx="246240" cy="119880"/>
              </p14:xfrm>
            </p:contentPart>
          </mc:Choice>
          <mc:Fallback>
            <p:pic>
              <p:nvPicPr>
                <p:cNvPr id="13408" name="Ink 13407">
                  <a:extLst>
                    <a:ext uri="{FF2B5EF4-FFF2-40B4-BE49-F238E27FC236}">
                      <a16:creationId xmlns:a16="http://schemas.microsoft.com/office/drawing/2014/main" id="{0FAB868E-7DE9-4591-3460-4876BE95F2CA}"/>
                    </a:ext>
                  </a:extLst>
                </p:cNvPr>
                <p:cNvPicPr/>
                <p:nvPr/>
              </p:nvPicPr>
              <p:blipFill>
                <a:blip r:embed="rId157"/>
                <a:stretch>
                  <a:fillRect/>
                </a:stretch>
              </p:blipFill>
              <p:spPr>
                <a:xfrm>
                  <a:off x="7539278" y="1948997"/>
                  <a:ext cx="25488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3409" name="Ink 13408">
                  <a:extLst>
                    <a:ext uri="{FF2B5EF4-FFF2-40B4-BE49-F238E27FC236}">
                      <a16:creationId xmlns:a16="http://schemas.microsoft.com/office/drawing/2014/main" id="{DB85484C-4384-AD05-3E57-5C235C16CFC9}"/>
                    </a:ext>
                  </a:extLst>
                </p14:cNvPr>
                <p14:cNvContentPartPr/>
                <p14:nvPr/>
              </p14:nvContentPartPr>
              <p14:xfrm>
                <a:off x="7763558" y="1812197"/>
                <a:ext cx="155160" cy="198360"/>
              </p14:xfrm>
            </p:contentPart>
          </mc:Choice>
          <mc:Fallback>
            <p:pic>
              <p:nvPicPr>
                <p:cNvPr id="13409" name="Ink 13408">
                  <a:extLst>
                    <a:ext uri="{FF2B5EF4-FFF2-40B4-BE49-F238E27FC236}">
                      <a16:creationId xmlns:a16="http://schemas.microsoft.com/office/drawing/2014/main" id="{DB85484C-4384-AD05-3E57-5C235C16CFC9}"/>
                    </a:ext>
                  </a:extLst>
                </p:cNvPr>
                <p:cNvPicPr/>
                <p:nvPr/>
              </p:nvPicPr>
              <p:blipFill>
                <a:blip r:embed="rId159"/>
                <a:stretch>
                  <a:fillRect/>
                </a:stretch>
              </p:blipFill>
              <p:spPr>
                <a:xfrm>
                  <a:off x="7759238" y="1807877"/>
                  <a:ext cx="16380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3410" name="Ink 13409">
                  <a:extLst>
                    <a:ext uri="{FF2B5EF4-FFF2-40B4-BE49-F238E27FC236}">
                      <a16:creationId xmlns:a16="http://schemas.microsoft.com/office/drawing/2014/main" id="{5DBA863D-FF06-8DCD-1A7D-6596CBFD52F9}"/>
                    </a:ext>
                  </a:extLst>
                </p14:cNvPr>
                <p14:cNvContentPartPr/>
                <p14:nvPr/>
              </p14:nvContentPartPr>
              <p14:xfrm>
                <a:off x="7867238" y="1854677"/>
                <a:ext cx="360" cy="360"/>
              </p14:xfrm>
            </p:contentPart>
          </mc:Choice>
          <mc:Fallback>
            <p:pic>
              <p:nvPicPr>
                <p:cNvPr id="13410" name="Ink 13409">
                  <a:extLst>
                    <a:ext uri="{FF2B5EF4-FFF2-40B4-BE49-F238E27FC236}">
                      <a16:creationId xmlns:a16="http://schemas.microsoft.com/office/drawing/2014/main" id="{5DBA863D-FF06-8DCD-1A7D-6596CBFD52F9}"/>
                    </a:ext>
                  </a:extLst>
                </p:cNvPr>
                <p:cNvPicPr/>
                <p:nvPr/>
              </p:nvPicPr>
              <p:blipFill>
                <a:blip r:embed="rId111"/>
                <a:stretch>
                  <a:fillRect/>
                </a:stretch>
              </p:blipFill>
              <p:spPr>
                <a:xfrm>
                  <a:off x="7862918" y="1850357"/>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13411" name="Ink 13410">
                  <a:extLst>
                    <a:ext uri="{FF2B5EF4-FFF2-40B4-BE49-F238E27FC236}">
                      <a16:creationId xmlns:a16="http://schemas.microsoft.com/office/drawing/2014/main" id="{EA6629C6-DEB4-66EB-4D7C-EFC64348EE30}"/>
                    </a:ext>
                  </a:extLst>
                </p14:cNvPr>
                <p14:cNvContentPartPr/>
                <p14:nvPr/>
              </p14:nvContentPartPr>
              <p14:xfrm>
                <a:off x="7927718" y="1884557"/>
                <a:ext cx="75600" cy="102240"/>
              </p14:xfrm>
            </p:contentPart>
          </mc:Choice>
          <mc:Fallback>
            <p:pic>
              <p:nvPicPr>
                <p:cNvPr id="13411" name="Ink 13410">
                  <a:extLst>
                    <a:ext uri="{FF2B5EF4-FFF2-40B4-BE49-F238E27FC236}">
                      <a16:creationId xmlns:a16="http://schemas.microsoft.com/office/drawing/2014/main" id="{EA6629C6-DEB4-66EB-4D7C-EFC64348EE30}"/>
                    </a:ext>
                  </a:extLst>
                </p:cNvPr>
                <p:cNvPicPr/>
                <p:nvPr/>
              </p:nvPicPr>
              <p:blipFill>
                <a:blip r:embed="rId162"/>
                <a:stretch>
                  <a:fillRect/>
                </a:stretch>
              </p:blipFill>
              <p:spPr>
                <a:xfrm>
                  <a:off x="7923398" y="1880237"/>
                  <a:ext cx="8424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13412" name="Ink 13411">
                  <a:extLst>
                    <a:ext uri="{FF2B5EF4-FFF2-40B4-BE49-F238E27FC236}">
                      <a16:creationId xmlns:a16="http://schemas.microsoft.com/office/drawing/2014/main" id="{57CEE807-BC01-4761-A3F5-5450F31F7875}"/>
                    </a:ext>
                  </a:extLst>
                </p14:cNvPr>
                <p14:cNvContentPartPr/>
                <p14:nvPr/>
              </p14:nvContentPartPr>
              <p14:xfrm>
                <a:off x="7991798" y="1754957"/>
                <a:ext cx="163440" cy="203040"/>
              </p14:xfrm>
            </p:contentPart>
          </mc:Choice>
          <mc:Fallback>
            <p:pic>
              <p:nvPicPr>
                <p:cNvPr id="13412" name="Ink 13411">
                  <a:extLst>
                    <a:ext uri="{FF2B5EF4-FFF2-40B4-BE49-F238E27FC236}">
                      <a16:creationId xmlns:a16="http://schemas.microsoft.com/office/drawing/2014/main" id="{57CEE807-BC01-4761-A3F5-5450F31F7875}"/>
                    </a:ext>
                  </a:extLst>
                </p:cNvPr>
                <p:cNvPicPr/>
                <p:nvPr/>
              </p:nvPicPr>
              <p:blipFill>
                <a:blip r:embed="rId164"/>
                <a:stretch>
                  <a:fillRect/>
                </a:stretch>
              </p:blipFill>
              <p:spPr>
                <a:xfrm>
                  <a:off x="7987478" y="1750637"/>
                  <a:ext cx="17208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13413" name="Ink 13412">
                  <a:extLst>
                    <a:ext uri="{FF2B5EF4-FFF2-40B4-BE49-F238E27FC236}">
                      <a16:creationId xmlns:a16="http://schemas.microsoft.com/office/drawing/2014/main" id="{8169422F-FFD2-4A47-8B88-808D1700BBCB}"/>
                    </a:ext>
                  </a:extLst>
                </p14:cNvPr>
                <p14:cNvContentPartPr/>
                <p14:nvPr/>
              </p14:nvContentPartPr>
              <p14:xfrm>
                <a:off x="8085758" y="1765037"/>
                <a:ext cx="36000" cy="29160"/>
              </p14:xfrm>
            </p:contentPart>
          </mc:Choice>
          <mc:Fallback>
            <p:pic>
              <p:nvPicPr>
                <p:cNvPr id="13413" name="Ink 13412">
                  <a:extLst>
                    <a:ext uri="{FF2B5EF4-FFF2-40B4-BE49-F238E27FC236}">
                      <a16:creationId xmlns:a16="http://schemas.microsoft.com/office/drawing/2014/main" id="{8169422F-FFD2-4A47-8B88-808D1700BBCB}"/>
                    </a:ext>
                  </a:extLst>
                </p:cNvPr>
                <p:cNvPicPr/>
                <p:nvPr/>
              </p:nvPicPr>
              <p:blipFill>
                <a:blip r:embed="rId166"/>
                <a:stretch>
                  <a:fillRect/>
                </a:stretch>
              </p:blipFill>
              <p:spPr>
                <a:xfrm>
                  <a:off x="8081438" y="1760717"/>
                  <a:ext cx="44640" cy="3780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13414" name="Ink 13413">
                  <a:extLst>
                    <a:ext uri="{FF2B5EF4-FFF2-40B4-BE49-F238E27FC236}">
                      <a16:creationId xmlns:a16="http://schemas.microsoft.com/office/drawing/2014/main" id="{3F2B9325-9588-5347-E5EF-56EE052D1C02}"/>
                    </a:ext>
                  </a:extLst>
                </p14:cNvPr>
                <p14:cNvContentPartPr/>
                <p14:nvPr/>
              </p14:nvContentPartPr>
              <p14:xfrm>
                <a:off x="8195558" y="1611317"/>
                <a:ext cx="293400" cy="274320"/>
              </p14:xfrm>
            </p:contentPart>
          </mc:Choice>
          <mc:Fallback>
            <p:pic>
              <p:nvPicPr>
                <p:cNvPr id="13414" name="Ink 13413">
                  <a:extLst>
                    <a:ext uri="{FF2B5EF4-FFF2-40B4-BE49-F238E27FC236}">
                      <a16:creationId xmlns:a16="http://schemas.microsoft.com/office/drawing/2014/main" id="{3F2B9325-9588-5347-E5EF-56EE052D1C02}"/>
                    </a:ext>
                  </a:extLst>
                </p:cNvPr>
                <p:cNvPicPr/>
                <p:nvPr/>
              </p:nvPicPr>
              <p:blipFill>
                <a:blip r:embed="rId168"/>
                <a:stretch>
                  <a:fillRect/>
                </a:stretch>
              </p:blipFill>
              <p:spPr>
                <a:xfrm>
                  <a:off x="8191238" y="1606997"/>
                  <a:ext cx="302040" cy="28296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13415" name="Ink 13414">
                  <a:extLst>
                    <a:ext uri="{FF2B5EF4-FFF2-40B4-BE49-F238E27FC236}">
                      <a16:creationId xmlns:a16="http://schemas.microsoft.com/office/drawing/2014/main" id="{3ECD44F6-390F-DCDD-4E35-6FBFE028FE73}"/>
                    </a:ext>
                  </a:extLst>
                </p14:cNvPr>
                <p14:cNvContentPartPr/>
                <p14:nvPr/>
              </p14:nvContentPartPr>
              <p14:xfrm>
                <a:off x="7533518" y="2251037"/>
                <a:ext cx="273960" cy="249840"/>
              </p14:xfrm>
            </p:contentPart>
          </mc:Choice>
          <mc:Fallback>
            <p:pic>
              <p:nvPicPr>
                <p:cNvPr id="13415" name="Ink 13414">
                  <a:extLst>
                    <a:ext uri="{FF2B5EF4-FFF2-40B4-BE49-F238E27FC236}">
                      <a16:creationId xmlns:a16="http://schemas.microsoft.com/office/drawing/2014/main" id="{3ECD44F6-390F-DCDD-4E35-6FBFE028FE73}"/>
                    </a:ext>
                  </a:extLst>
                </p:cNvPr>
                <p:cNvPicPr/>
                <p:nvPr/>
              </p:nvPicPr>
              <p:blipFill>
                <a:blip r:embed="rId170"/>
                <a:stretch>
                  <a:fillRect/>
                </a:stretch>
              </p:blipFill>
              <p:spPr>
                <a:xfrm>
                  <a:off x="7529198" y="2246717"/>
                  <a:ext cx="28260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13416" name="Ink 13415">
                  <a:extLst>
                    <a:ext uri="{FF2B5EF4-FFF2-40B4-BE49-F238E27FC236}">
                      <a16:creationId xmlns:a16="http://schemas.microsoft.com/office/drawing/2014/main" id="{8483B62E-9A75-A4BA-7BB5-2E93AA5E7C6C}"/>
                    </a:ext>
                  </a:extLst>
                </p14:cNvPr>
                <p14:cNvContentPartPr/>
                <p14:nvPr/>
              </p14:nvContentPartPr>
              <p14:xfrm>
                <a:off x="7699838" y="2269037"/>
                <a:ext cx="35280" cy="8640"/>
              </p14:xfrm>
            </p:contentPart>
          </mc:Choice>
          <mc:Fallback>
            <p:pic>
              <p:nvPicPr>
                <p:cNvPr id="13416" name="Ink 13415">
                  <a:extLst>
                    <a:ext uri="{FF2B5EF4-FFF2-40B4-BE49-F238E27FC236}">
                      <a16:creationId xmlns:a16="http://schemas.microsoft.com/office/drawing/2014/main" id="{8483B62E-9A75-A4BA-7BB5-2E93AA5E7C6C}"/>
                    </a:ext>
                  </a:extLst>
                </p:cNvPr>
                <p:cNvPicPr/>
                <p:nvPr/>
              </p:nvPicPr>
              <p:blipFill>
                <a:blip r:embed="rId172"/>
                <a:stretch>
                  <a:fillRect/>
                </a:stretch>
              </p:blipFill>
              <p:spPr>
                <a:xfrm>
                  <a:off x="7695518" y="2264717"/>
                  <a:ext cx="43920" cy="1728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13417" name="Ink 13416">
                  <a:extLst>
                    <a:ext uri="{FF2B5EF4-FFF2-40B4-BE49-F238E27FC236}">
                      <a16:creationId xmlns:a16="http://schemas.microsoft.com/office/drawing/2014/main" id="{A492B83F-0AAA-1D40-7B85-B43722B3415C}"/>
                    </a:ext>
                  </a:extLst>
                </p14:cNvPr>
                <p14:cNvContentPartPr/>
                <p14:nvPr/>
              </p14:nvContentPartPr>
              <p14:xfrm>
                <a:off x="7799198" y="2272277"/>
                <a:ext cx="72360" cy="135360"/>
              </p14:xfrm>
            </p:contentPart>
          </mc:Choice>
          <mc:Fallback>
            <p:pic>
              <p:nvPicPr>
                <p:cNvPr id="13417" name="Ink 13416">
                  <a:extLst>
                    <a:ext uri="{FF2B5EF4-FFF2-40B4-BE49-F238E27FC236}">
                      <a16:creationId xmlns:a16="http://schemas.microsoft.com/office/drawing/2014/main" id="{A492B83F-0AAA-1D40-7B85-B43722B3415C}"/>
                    </a:ext>
                  </a:extLst>
                </p:cNvPr>
                <p:cNvPicPr/>
                <p:nvPr/>
              </p:nvPicPr>
              <p:blipFill>
                <a:blip r:embed="rId174"/>
                <a:stretch>
                  <a:fillRect/>
                </a:stretch>
              </p:blipFill>
              <p:spPr>
                <a:xfrm>
                  <a:off x="7794878" y="2267957"/>
                  <a:ext cx="8100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13418" name="Ink 13417">
                  <a:extLst>
                    <a:ext uri="{FF2B5EF4-FFF2-40B4-BE49-F238E27FC236}">
                      <a16:creationId xmlns:a16="http://schemas.microsoft.com/office/drawing/2014/main" id="{6F3B9C34-7878-54B1-BA91-4004036A9B46}"/>
                    </a:ext>
                  </a:extLst>
                </p14:cNvPr>
                <p14:cNvContentPartPr/>
                <p14:nvPr/>
              </p14:nvContentPartPr>
              <p14:xfrm>
                <a:off x="7874798" y="2147717"/>
                <a:ext cx="88200" cy="187920"/>
              </p14:xfrm>
            </p:contentPart>
          </mc:Choice>
          <mc:Fallback>
            <p:pic>
              <p:nvPicPr>
                <p:cNvPr id="13418" name="Ink 13417">
                  <a:extLst>
                    <a:ext uri="{FF2B5EF4-FFF2-40B4-BE49-F238E27FC236}">
                      <a16:creationId xmlns:a16="http://schemas.microsoft.com/office/drawing/2014/main" id="{6F3B9C34-7878-54B1-BA91-4004036A9B46}"/>
                    </a:ext>
                  </a:extLst>
                </p:cNvPr>
                <p:cNvPicPr/>
                <p:nvPr/>
              </p:nvPicPr>
              <p:blipFill>
                <a:blip r:embed="rId176"/>
                <a:stretch>
                  <a:fillRect/>
                </a:stretch>
              </p:blipFill>
              <p:spPr>
                <a:xfrm>
                  <a:off x="7870478" y="2143397"/>
                  <a:ext cx="9684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3419" name="Ink 13418">
                  <a:extLst>
                    <a:ext uri="{FF2B5EF4-FFF2-40B4-BE49-F238E27FC236}">
                      <a16:creationId xmlns:a16="http://schemas.microsoft.com/office/drawing/2014/main" id="{A6A353FC-9009-310A-E405-D7E5116D925A}"/>
                    </a:ext>
                  </a:extLst>
                </p14:cNvPr>
                <p14:cNvContentPartPr/>
                <p14:nvPr/>
              </p14:nvContentPartPr>
              <p14:xfrm>
                <a:off x="7905398" y="2210717"/>
                <a:ext cx="316800" cy="85680"/>
              </p14:xfrm>
            </p:contentPart>
          </mc:Choice>
          <mc:Fallback>
            <p:pic>
              <p:nvPicPr>
                <p:cNvPr id="13419" name="Ink 13418">
                  <a:extLst>
                    <a:ext uri="{FF2B5EF4-FFF2-40B4-BE49-F238E27FC236}">
                      <a16:creationId xmlns:a16="http://schemas.microsoft.com/office/drawing/2014/main" id="{A6A353FC-9009-310A-E405-D7E5116D925A}"/>
                    </a:ext>
                  </a:extLst>
                </p:cNvPr>
                <p:cNvPicPr/>
                <p:nvPr/>
              </p:nvPicPr>
              <p:blipFill>
                <a:blip r:embed="rId178"/>
                <a:stretch>
                  <a:fillRect/>
                </a:stretch>
              </p:blipFill>
              <p:spPr>
                <a:xfrm>
                  <a:off x="7901078" y="2206397"/>
                  <a:ext cx="32544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13420" name="Ink 13419">
                  <a:extLst>
                    <a:ext uri="{FF2B5EF4-FFF2-40B4-BE49-F238E27FC236}">
                      <a16:creationId xmlns:a16="http://schemas.microsoft.com/office/drawing/2014/main" id="{91F2F992-E9CF-8F19-A562-77A4D4694A50}"/>
                    </a:ext>
                  </a:extLst>
                </p14:cNvPr>
                <p14:cNvContentPartPr/>
                <p14:nvPr/>
              </p14:nvContentPartPr>
              <p14:xfrm>
                <a:off x="8238038" y="2105597"/>
                <a:ext cx="317520" cy="115200"/>
              </p14:xfrm>
            </p:contentPart>
          </mc:Choice>
          <mc:Fallback>
            <p:pic>
              <p:nvPicPr>
                <p:cNvPr id="13420" name="Ink 13419">
                  <a:extLst>
                    <a:ext uri="{FF2B5EF4-FFF2-40B4-BE49-F238E27FC236}">
                      <a16:creationId xmlns:a16="http://schemas.microsoft.com/office/drawing/2014/main" id="{91F2F992-E9CF-8F19-A562-77A4D4694A50}"/>
                    </a:ext>
                  </a:extLst>
                </p:cNvPr>
                <p:cNvPicPr/>
                <p:nvPr/>
              </p:nvPicPr>
              <p:blipFill>
                <a:blip r:embed="rId180"/>
                <a:stretch>
                  <a:fillRect/>
                </a:stretch>
              </p:blipFill>
              <p:spPr>
                <a:xfrm>
                  <a:off x="8233718" y="2101277"/>
                  <a:ext cx="326160" cy="123840"/>
                </a:xfrm>
                <a:prstGeom prst="rect">
                  <a:avLst/>
                </a:prstGeom>
              </p:spPr>
            </p:pic>
          </mc:Fallback>
        </mc:AlternateContent>
      </p:grpSp>
      <p:grpSp>
        <p:nvGrpSpPr>
          <p:cNvPr id="13456" name="Group 13455">
            <a:extLst>
              <a:ext uri="{FF2B5EF4-FFF2-40B4-BE49-F238E27FC236}">
                <a16:creationId xmlns:a16="http://schemas.microsoft.com/office/drawing/2014/main" id="{CB628958-C527-2CE3-C4C0-4FB8911286FE}"/>
              </a:ext>
            </a:extLst>
          </p:cNvPr>
          <p:cNvGrpSpPr/>
          <p:nvPr/>
        </p:nvGrpSpPr>
        <p:grpSpPr>
          <a:xfrm>
            <a:off x="8921318" y="5233277"/>
            <a:ext cx="2479680" cy="1314360"/>
            <a:chOff x="8921318" y="5233277"/>
            <a:chExt cx="2479680" cy="1314360"/>
          </a:xfrm>
        </p:grpSpPr>
        <mc:AlternateContent xmlns:mc="http://schemas.openxmlformats.org/markup-compatibility/2006">
          <mc:Choice xmlns:p14="http://schemas.microsoft.com/office/powerpoint/2010/main" Requires="p14">
            <p:contentPart p14:bwMode="auto" r:id="rId181">
              <p14:nvContentPartPr>
                <p14:cNvPr id="13422" name="Ink 13421">
                  <a:extLst>
                    <a:ext uri="{FF2B5EF4-FFF2-40B4-BE49-F238E27FC236}">
                      <a16:creationId xmlns:a16="http://schemas.microsoft.com/office/drawing/2014/main" id="{89E00638-5D6C-0B16-DB05-A3171F44AEF8}"/>
                    </a:ext>
                  </a:extLst>
                </p14:cNvPr>
                <p14:cNvContentPartPr/>
                <p14:nvPr/>
              </p14:nvContentPartPr>
              <p14:xfrm>
                <a:off x="9784238" y="5458997"/>
                <a:ext cx="29520" cy="1088640"/>
              </p14:xfrm>
            </p:contentPart>
          </mc:Choice>
          <mc:Fallback>
            <p:pic>
              <p:nvPicPr>
                <p:cNvPr id="13422" name="Ink 13421">
                  <a:extLst>
                    <a:ext uri="{FF2B5EF4-FFF2-40B4-BE49-F238E27FC236}">
                      <a16:creationId xmlns:a16="http://schemas.microsoft.com/office/drawing/2014/main" id="{89E00638-5D6C-0B16-DB05-A3171F44AEF8}"/>
                    </a:ext>
                  </a:extLst>
                </p:cNvPr>
                <p:cNvPicPr/>
                <p:nvPr/>
              </p:nvPicPr>
              <p:blipFill>
                <a:blip r:embed="rId182"/>
                <a:stretch>
                  <a:fillRect/>
                </a:stretch>
              </p:blipFill>
              <p:spPr>
                <a:xfrm>
                  <a:off x="9779918" y="5454677"/>
                  <a:ext cx="38160" cy="109728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13423" name="Ink 13422">
                  <a:extLst>
                    <a:ext uri="{FF2B5EF4-FFF2-40B4-BE49-F238E27FC236}">
                      <a16:creationId xmlns:a16="http://schemas.microsoft.com/office/drawing/2014/main" id="{D7F9A32A-A525-5C49-0B8F-8EE33E33E66A}"/>
                    </a:ext>
                  </a:extLst>
                </p14:cNvPr>
                <p14:cNvContentPartPr/>
                <p14:nvPr/>
              </p14:nvContentPartPr>
              <p14:xfrm>
                <a:off x="8921318" y="6074597"/>
                <a:ext cx="2096280" cy="208800"/>
              </p14:xfrm>
            </p:contentPart>
          </mc:Choice>
          <mc:Fallback>
            <p:pic>
              <p:nvPicPr>
                <p:cNvPr id="13423" name="Ink 13422">
                  <a:extLst>
                    <a:ext uri="{FF2B5EF4-FFF2-40B4-BE49-F238E27FC236}">
                      <a16:creationId xmlns:a16="http://schemas.microsoft.com/office/drawing/2014/main" id="{D7F9A32A-A525-5C49-0B8F-8EE33E33E66A}"/>
                    </a:ext>
                  </a:extLst>
                </p:cNvPr>
                <p:cNvPicPr/>
                <p:nvPr/>
              </p:nvPicPr>
              <p:blipFill>
                <a:blip r:embed="rId184"/>
                <a:stretch>
                  <a:fillRect/>
                </a:stretch>
              </p:blipFill>
              <p:spPr>
                <a:xfrm>
                  <a:off x="8916998" y="6070277"/>
                  <a:ext cx="210492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13425" name="Ink 13424">
                  <a:extLst>
                    <a:ext uri="{FF2B5EF4-FFF2-40B4-BE49-F238E27FC236}">
                      <a16:creationId xmlns:a16="http://schemas.microsoft.com/office/drawing/2014/main" id="{6098DD6A-EFAF-27E3-BA2D-A2B2FA31D19E}"/>
                    </a:ext>
                  </a:extLst>
                </p14:cNvPr>
                <p14:cNvContentPartPr/>
                <p14:nvPr/>
              </p14:nvContentPartPr>
              <p14:xfrm>
                <a:off x="9861998" y="6295637"/>
                <a:ext cx="144720" cy="172440"/>
              </p14:xfrm>
            </p:contentPart>
          </mc:Choice>
          <mc:Fallback>
            <p:pic>
              <p:nvPicPr>
                <p:cNvPr id="13425" name="Ink 13424">
                  <a:extLst>
                    <a:ext uri="{FF2B5EF4-FFF2-40B4-BE49-F238E27FC236}">
                      <a16:creationId xmlns:a16="http://schemas.microsoft.com/office/drawing/2014/main" id="{6098DD6A-EFAF-27E3-BA2D-A2B2FA31D19E}"/>
                    </a:ext>
                  </a:extLst>
                </p:cNvPr>
                <p:cNvPicPr/>
                <p:nvPr/>
              </p:nvPicPr>
              <p:blipFill>
                <a:blip r:embed="rId186"/>
                <a:stretch>
                  <a:fillRect/>
                </a:stretch>
              </p:blipFill>
              <p:spPr>
                <a:xfrm>
                  <a:off x="9857678" y="6291317"/>
                  <a:ext cx="15336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13426" name="Ink 13425">
                  <a:extLst>
                    <a:ext uri="{FF2B5EF4-FFF2-40B4-BE49-F238E27FC236}">
                      <a16:creationId xmlns:a16="http://schemas.microsoft.com/office/drawing/2014/main" id="{0B28E25D-DE7A-68A9-53E1-04D28D4B3873}"/>
                    </a:ext>
                  </a:extLst>
                </p14:cNvPr>
                <p14:cNvContentPartPr/>
                <p14:nvPr/>
              </p14:nvContentPartPr>
              <p14:xfrm>
                <a:off x="10039118" y="6395357"/>
                <a:ext cx="16920" cy="60480"/>
              </p14:xfrm>
            </p:contentPart>
          </mc:Choice>
          <mc:Fallback>
            <p:pic>
              <p:nvPicPr>
                <p:cNvPr id="13426" name="Ink 13425">
                  <a:extLst>
                    <a:ext uri="{FF2B5EF4-FFF2-40B4-BE49-F238E27FC236}">
                      <a16:creationId xmlns:a16="http://schemas.microsoft.com/office/drawing/2014/main" id="{0B28E25D-DE7A-68A9-53E1-04D28D4B3873}"/>
                    </a:ext>
                  </a:extLst>
                </p:cNvPr>
                <p:cNvPicPr/>
                <p:nvPr/>
              </p:nvPicPr>
              <p:blipFill>
                <a:blip r:embed="rId188"/>
                <a:stretch>
                  <a:fillRect/>
                </a:stretch>
              </p:blipFill>
              <p:spPr>
                <a:xfrm>
                  <a:off x="10034798" y="6391037"/>
                  <a:ext cx="2556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13427" name="Ink 13426">
                  <a:extLst>
                    <a:ext uri="{FF2B5EF4-FFF2-40B4-BE49-F238E27FC236}">
                      <a16:creationId xmlns:a16="http://schemas.microsoft.com/office/drawing/2014/main" id="{77EDD264-0331-05B4-8F50-DE7F85D3FE45}"/>
                    </a:ext>
                  </a:extLst>
                </p14:cNvPr>
                <p14:cNvContentPartPr/>
                <p14:nvPr/>
              </p14:nvContentPartPr>
              <p14:xfrm>
                <a:off x="10108598" y="6398237"/>
                <a:ext cx="18360" cy="60120"/>
              </p14:xfrm>
            </p:contentPart>
          </mc:Choice>
          <mc:Fallback>
            <p:pic>
              <p:nvPicPr>
                <p:cNvPr id="13427" name="Ink 13426">
                  <a:extLst>
                    <a:ext uri="{FF2B5EF4-FFF2-40B4-BE49-F238E27FC236}">
                      <a16:creationId xmlns:a16="http://schemas.microsoft.com/office/drawing/2014/main" id="{77EDD264-0331-05B4-8F50-DE7F85D3FE45}"/>
                    </a:ext>
                  </a:extLst>
                </p:cNvPr>
                <p:cNvPicPr/>
                <p:nvPr/>
              </p:nvPicPr>
              <p:blipFill>
                <a:blip r:embed="rId190"/>
                <a:stretch>
                  <a:fillRect/>
                </a:stretch>
              </p:blipFill>
              <p:spPr>
                <a:xfrm>
                  <a:off x="10104278" y="6393917"/>
                  <a:ext cx="2700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13428" name="Ink 13427">
                  <a:extLst>
                    <a:ext uri="{FF2B5EF4-FFF2-40B4-BE49-F238E27FC236}">
                      <a16:creationId xmlns:a16="http://schemas.microsoft.com/office/drawing/2014/main" id="{172E0EF4-EEBB-5666-61ED-13642347119A}"/>
                    </a:ext>
                  </a:extLst>
                </p14:cNvPr>
                <p14:cNvContentPartPr/>
                <p14:nvPr/>
              </p14:nvContentPartPr>
              <p14:xfrm>
                <a:off x="10196078" y="6320117"/>
                <a:ext cx="147600" cy="128520"/>
              </p14:xfrm>
            </p:contentPart>
          </mc:Choice>
          <mc:Fallback>
            <p:pic>
              <p:nvPicPr>
                <p:cNvPr id="13428" name="Ink 13427">
                  <a:extLst>
                    <a:ext uri="{FF2B5EF4-FFF2-40B4-BE49-F238E27FC236}">
                      <a16:creationId xmlns:a16="http://schemas.microsoft.com/office/drawing/2014/main" id="{172E0EF4-EEBB-5666-61ED-13642347119A}"/>
                    </a:ext>
                  </a:extLst>
                </p:cNvPr>
                <p:cNvPicPr/>
                <p:nvPr/>
              </p:nvPicPr>
              <p:blipFill>
                <a:blip r:embed="rId192"/>
                <a:stretch>
                  <a:fillRect/>
                </a:stretch>
              </p:blipFill>
              <p:spPr>
                <a:xfrm>
                  <a:off x="10191758" y="6315797"/>
                  <a:ext cx="15624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13429" name="Ink 13428">
                  <a:extLst>
                    <a:ext uri="{FF2B5EF4-FFF2-40B4-BE49-F238E27FC236}">
                      <a16:creationId xmlns:a16="http://schemas.microsoft.com/office/drawing/2014/main" id="{E5EF387A-2345-C5D6-26E0-A822FF1062F9}"/>
                    </a:ext>
                  </a:extLst>
                </p14:cNvPr>
                <p14:cNvContentPartPr/>
                <p14:nvPr/>
              </p14:nvContentPartPr>
              <p14:xfrm>
                <a:off x="10361678" y="6389957"/>
                <a:ext cx="144360" cy="65520"/>
              </p14:xfrm>
            </p:contentPart>
          </mc:Choice>
          <mc:Fallback>
            <p:pic>
              <p:nvPicPr>
                <p:cNvPr id="13429" name="Ink 13428">
                  <a:extLst>
                    <a:ext uri="{FF2B5EF4-FFF2-40B4-BE49-F238E27FC236}">
                      <a16:creationId xmlns:a16="http://schemas.microsoft.com/office/drawing/2014/main" id="{E5EF387A-2345-C5D6-26E0-A822FF1062F9}"/>
                    </a:ext>
                  </a:extLst>
                </p:cNvPr>
                <p:cNvPicPr/>
                <p:nvPr/>
              </p:nvPicPr>
              <p:blipFill>
                <a:blip r:embed="rId194"/>
                <a:stretch>
                  <a:fillRect/>
                </a:stretch>
              </p:blipFill>
              <p:spPr>
                <a:xfrm>
                  <a:off x="10357358" y="6385637"/>
                  <a:ext cx="15300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13431" name="Ink 13430">
                  <a:extLst>
                    <a:ext uri="{FF2B5EF4-FFF2-40B4-BE49-F238E27FC236}">
                      <a16:creationId xmlns:a16="http://schemas.microsoft.com/office/drawing/2014/main" id="{23971201-C4A1-2868-15AB-7D5641244A78}"/>
                    </a:ext>
                  </a:extLst>
                </p14:cNvPr>
                <p14:cNvContentPartPr/>
                <p14:nvPr/>
              </p14:nvContentPartPr>
              <p14:xfrm>
                <a:off x="10252958" y="5636117"/>
                <a:ext cx="100440" cy="57240"/>
              </p14:xfrm>
            </p:contentPart>
          </mc:Choice>
          <mc:Fallback>
            <p:pic>
              <p:nvPicPr>
                <p:cNvPr id="13431" name="Ink 13430">
                  <a:extLst>
                    <a:ext uri="{FF2B5EF4-FFF2-40B4-BE49-F238E27FC236}">
                      <a16:creationId xmlns:a16="http://schemas.microsoft.com/office/drawing/2014/main" id="{23971201-C4A1-2868-15AB-7D5641244A78}"/>
                    </a:ext>
                  </a:extLst>
                </p:cNvPr>
                <p:cNvPicPr/>
                <p:nvPr/>
              </p:nvPicPr>
              <p:blipFill>
                <a:blip r:embed="rId196"/>
                <a:stretch>
                  <a:fillRect/>
                </a:stretch>
              </p:blipFill>
              <p:spPr>
                <a:xfrm>
                  <a:off x="10248638" y="5631797"/>
                  <a:ext cx="109080" cy="6588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13432" name="Ink 13431">
                  <a:extLst>
                    <a:ext uri="{FF2B5EF4-FFF2-40B4-BE49-F238E27FC236}">
                      <a16:creationId xmlns:a16="http://schemas.microsoft.com/office/drawing/2014/main" id="{11022E30-6B41-AD23-7243-E0C644F4A514}"/>
                    </a:ext>
                  </a:extLst>
                </p14:cNvPr>
                <p14:cNvContentPartPr/>
                <p14:nvPr/>
              </p14:nvContentPartPr>
              <p14:xfrm>
                <a:off x="10261598" y="5623157"/>
                <a:ext cx="72720" cy="103680"/>
              </p14:xfrm>
            </p:contentPart>
          </mc:Choice>
          <mc:Fallback>
            <p:pic>
              <p:nvPicPr>
                <p:cNvPr id="13432" name="Ink 13431">
                  <a:extLst>
                    <a:ext uri="{FF2B5EF4-FFF2-40B4-BE49-F238E27FC236}">
                      <a16:creationId xmlns:a16="http://schemas.microsoft.com/office/drawing/2014/main" id="{11022E30-6B41-AD23-7243-E0C644F4A514}"/>
                    </a:ext>
                  </a:extLst>
                </p:cNvPr>
                <p:cNvPicPr/>
                <p:nvPr/>
              </p:nvPicPr>
              <p:blipFill>
                <a:blip r:embed="rId198"/>
                <a:stretch>
                  <a:fillRect/>
                </a:stretch>
              </p:blipFill>
              <p:spPr>
                <a:xfrm>
                  <a:off x="10257278" y="5618837"/>
                  <a:ext cx="8136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13433" name="Ink 13432">
                  <a:extLst>
                    <a:ext uri="{FF2B5EF4-FFF2-40B4-BE49-F238E27FC236}">
                      <a16:creationId xmlns:a16="http://schemas.microsoft.com/office/drawing/2014/main" id="{A45E04BB-0101-7A31-1EC6-9E2706706295}"/>
                    </a:ext>
                  </a:extLst>
                </p14:cNvPr>
                <p14:cNvContentPartPr/>
                <p14:nvPr/>
              </p14:nvContentPartPr>
              <p14:xfrm>
                <a:off x="10246838" y="5677157"/>
                <a:ext cx="136800" cy="25560"/>
              </p14:xfrm>
            </p:contentPart>
          </mc:Choice>
          <mc:Fallback>
            <p:pic>
              <p:nvPicPr>
                <p:cNvPr id="13433" name="Ink 13432">
                  <a:extLst>
                    <a:ext uri="{FF2B5EF4-FFF2-40B4-BE49-F238E27FC236}">
                      <a16:creationId xmlns:a16="http://schemas.microsoft.com/office/drawing/2014/main" id="{A45E04BB-0101-7A31-1EC6-9E2706706295}"/>
                    </a:ext>
                  </a:extLst>
                </p:cNvPr>
                <p:cNvPicPr/>
                <p:nvPr/>
              </p:nvPicPr>
              <p:blipFill>
                <a:blip r:embed="rId200"/>
                <a:stretch>
                  <a:fillRect/>
                </a:stretch>
              </p:blipFill>
              <p:spPr>
                <a:xfrm>
                  <a:off x="10242518" y="5672837"/>
                  <a:ext cx="14544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13434" name="Ink 13433">
                  <a:extLst>
                    <a:ext uri="{FF2B5EF4-FFF2-40B4-BE49-F238E27FC236}">
                      <a16:creationId xmlns:a16="http://schemas.microsoft.com/office/drawing/2014/main" id="{E58DC568-AC61-3CF2-D684-0DD294CC6640}"/>
                    </a:ext>
                  </a:extLst>
                </p14:cNvPr>
                <p14:cNvContentPartPr/>
                <p14:nvPr/>
              </p14:nvContentPartPr>
              <p14:xfrm>
                <a:off x="10321358" y="5625317"/>
                <a:ext cx="20160" cy="108720"/>
              </p14:xfrm>
            </p:contentPart>
          </mc:Choice>
          <mc:Fallback>
            <p:pic>
              <p:nvPicPr>
                <p:cNvPr id="13434" name="Ink 13433">
                  <a:extLst>
                    <a:ext uri="{FF2B5EF4-FFF2-40B4-BE49-F238E27FC236}">
                      <a16:creationId xmlns:a16="http://schemas.microsoft.com/office/drawing/2014/main" id="{E58DC568-AC61-3CF2-D684-0DD294CC6640}"/>
                    </a:ext>
                  </a:extLst>
                </p:cNvPr>
                <p:cNvPicPr/>
                <p:nvPr/>
              </p:nvPicPr>
              <p:blipFill>
                <a:blip r:embed="rId202"/>
                <a:stretch>
                  <a:fillRect/>
                </a:stretch>
              </p:blipFill>
              <p:spPr>
                <a:xfrm>
                  <a:off x="10317038" y="5620997"/>
                  <a:ext cx="2880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13435" name="Ink 13434">
                  <a:extLst>
                    <a:ext uri="{FF2B5EF4-FFF2-40B4-BE49-F238E27FC236}">
                      <a16:creationId xmlns:a16="http://schemas.microsoft.com/office/drawing/2014/main" id="{CE422AF6-81F9-B5C3-B18B-1A168946A8AA}"/>
                    </a:ext>
                  </a:extLst>
                </p14:cNvPr>
                <p14:cNvContentPartPr/>
                <p14:nvPr/>
              </p14:nvContentPartPr>
              <p14:xfrm>
                <a:off x="10248998" y="5327237"/>
                <a:ext cx="107280" cy="177840"/>
              </p14:xfrm>
            </p:contentPart>
          </mc:Choice>
          <mc:Fallback>
            <p:pic>
              <p:nvPicPr>
                <p:cNvPr id="13435" name="Ink 13434">
                  <a:extLst>
                    <a:ext uri="{FF2B5EF4-FFF2-40B4-BE49-F238E27FC236}">
                      <a16:creationId xmlns:a16="http://schemas.microsoft.com/office/drawing/2014/main" id="{CE422AF6-81F9-B5C3-B18B-1A168946A8AA}"/>
                    </a:ext>
                  </a:extLst>
                </p:cNvPr>
                <p:cNvPicPr/>
                <p:nvPr/>
              </p:nvPicPr>
              <p:blipFill>
                <a:blip r:embed="rId204"/>
                <a:stretch>
                  <a:fillRect/>
                </a:stretch>
              </p:blipFill>
              <p:spPr>
                <a:xfrm>
                  <a:off x="10244678" y="5322917"/>
                  <a:ext cx="11592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13436" name="Ink 13435">
                  <a:extLst>
                    <a:ext uri="{FF2B5EF4-FFF2-40B4-BE49-F238E27FC236}">
                      <a16:creationId xmlns:a16="http://schemas.microsoft.com/office/drawing/2014/main" id="{34E3D4EF-1881-B657-8E5A-D93AEE544D0C}"/>
                    </a:ext>
                  </a:extLst>
                </p14:cNvPr>
                <p14:cNvContentPartPr/>
                <p14:nvPr/>
              </p14:nvContentPartPr>
              <p14:xfrm>
                <a:off x="10373198" y="5375837"/>
                <a:ext cx="156960" cy="96120"/>
              </p14:xfrm>
            </p:contentPart>
          </mc:Choice>
          <mc:Fallback>
            <p:pic>
              <p:nvPicPr>
                <p:cNvPr id="13436" name="Ink 13435">
                  <a:extLst>
                    <a:ext uri="{FF2B5EF4-FFF2-40B4-BE49-F238E27FC236}">
                      <a16:creationId xmlns:a16="http://schemas.microsoft.com/office/drawing/2014/main" id="{34E3D4EF-1881-B657-8E5A-D93AEE544D0C}"/>
                    </a:ext>
                  </a:extLst>
                </p:cNvPr>
                <p:cNvPicPr/>
                <p:nvPr/>
              </p:nvPicPr>
              <p:blipFill>
                <a:blip r:embed="rId206"/>
                <a:stretch>
                  <a:fillRect/>
                </a:stretch>
              </p:blipFill>
              <p:spPr>
                <a:xfrm>
                  <a:off x="10368878" y="5371517"/>
                  <a:ext cx="165600" cy="104760"/>
                </a:xfrm>
                <a:prstGeom prst="rect">
                  <a:avLst/>
                </a:prstGeom>
              </p:spPr>
            </p:pic>
          </mc:Fallback>
        </mc:AlternateContent>
        <mc:AlternateContent xmlns:mc="http://schemas.openxmlformats.org/markup-compatibility/2006">
          <mc:Choice xmlns:p14="http://schemas.microsoft.com/office/powerpoint/2010/main" Requires="p14">
            <p:contentPart p14:bwMode="auto" r:id="rId207">
              <p14:nvContentPartPr>
                <p14:cNvPr id="13437" name="Ink 13436">
                  <a:extLst>
                    <a:ext uri="{FF2B5EF4-FFF2-40B4-BE49-F238E27FC236}">
                      <a16:creationId xmlns:a16="http://schemas.microsoft.com/office/drawing/2014/main" id="{32CF385B-5E41-A744-DE9C-3D97B0DBD0F4}"/>
                    </a:ext>
                  </a:extLst>
                </p14:cNvPr>
                <p14:cNvContentPartPr/>
                <p14:nvPr/>
              </p14:nvContentPartPr>
              <p14:xfrm>
                <a:off x="10575878" y="5457917"/>
                <a:ext cx="17640" cy="92880"/>
              </p14:xfrm>
            </p:contentPart>
          </mc:Choice>
          <mc:Fallback>
            <p:pic>
              <p:nvPicPr>
                <p:cNvPr id="13437" name="Ink 13436">
                  <a:extLst>
                    <a:ext uri="{FF2B5EF4-FFF2-40B4-BE49-F238E27FC236}">
                      <a16:creationId xmlns:a16="http://schemas.microsoft.com/office/drawing/2014/main" id="{32CF385B-5E41-A744-DE9C-3D97B0DBD0F4}"/>
                    </a:ext>
                  </a:extLst>
                </p:cNvPr>
                <p:cNvPicPr/>
                <p:nvPr/>
              </p:nvPicPr>
              <p:blipFill>
                <a:blip r:embed="rId208"/>
                <a:stretch>
                  <a:fillRect/>
                </a:stretch>
              </p:blipFill>
              <p:spPr>
                <a:xfrm>
                  <a:off x="10571558" y="5453597"/>
                  <a:ext cx="2628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13438" name="Ink 13437">
                  <a:extLst>
                    <a:ext uri="{FF2B5EF4-FFF2-40B4-BE49-F238E27FC236}">
                      <a16:creationId xmlns:a16="http://schemas.microsoft.com/office/drawing/2014/main" id="{22A69E0F-5CE9-64C0-E06D-647BFC47DCE6}"/>
                    </a:ext>
                  </a:extLst>
                </p14:cNvPr>
                <p14:cNvContentPartPr/>
                <p14:nvPr/>
              </p14:nvContentPartPr>
              <p14:xfrm>
                <a:off x="10658678" y="5464397"/>
                <a:ext cx="16920" cy="93600"/>
              </p14:xfrm>
            </p:contentPart>
          </mc:Choice>
          <mc:Fallback>
            <p:pic>
              <p:nvPicPr>
                <p:cNvPr id="13438" name="Ink 13437">
                  <a:extLst>
                    <a:ext uri="{FF2B5EF4-FFF2-40B4-BE49-F238E27FC236}">
                      <a16:creationId xmlns:a16="http://schemas.microsoft.com/office/drawing/2014/main" id="{22A69E0F-5CE9-64C0-E06D-647BFC47DCE6}"/>
                    </a:ext>
                  </a:extLst>
                </p:cNvPr>
                <p:cNvPicPr/>
                <p:nvPr/>
              </p:nvPicPr>
              <p:blipFill>
                <a:blip r:embed="rId210"/>
                <a:stretch>
                  <a:fillRect/>
                </a:stretch>
              </p:blipFill>
              <p:spPr>
                <a:xfrm>
                  <a:off x="10654358" y="5460077"/>
                  <a:ext cx="2556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13439" name="Ink 13438">
                  <a:extLst>
                    <a:ext uri="{FF2B5EF4-FFF2-40B4-BE49-F238E27FC236}">
                      <a16:creationId xmlns:a16="http://schemas.microsoft.com/office/drawing/2014/main" id="{02D8D9DB-6110-5A64-2CB8-8246A15A4D2F}"/>
                    </a:ext>
                  </a:extLst>
                </p14:cNvPr>
                <p14:cNvContentPartPr/>
                <p14:nvPr/>
              </p14:nvContentPartPr>
              <p14:xfrm>
                <a:off x="10565798" y="5399957"/>
                <a:ext cx="25560" cy="20160"/>
              </p14:xfrm>
            </p:contentPart>
          </mc:Choice>
          <mc:Fallback>
            <p:pic>
              <p:nvPicPr>
                <p:cNvPr id="13439" name="Ink 13438">
                  <a:extLst>
                    <a:ext uri="{FF2B5EF4-FFF2-40B4-BE49-F238E27FC236}">
                      <a16:creationId xmlns:a16="http://schemas.microsoft.com/office/drawing/2014/main" id="{02D8D9DB-6110-5A64-2CB8-8246A15A4D2F}"/>
                    </a:ext>
                  </a:extLst>
                </p:cNvPr>
                <p:cNvPicPr/>
                <p:nvPr/>
              </p:nvPicPr>
              <p:blipFill>
                <a:blip r:embed="rId212"/>
                <a:stretch>
                  <a:fillRect/>
                </a:stretch>
              </p:blipFill>
              <p:spPr>
                <a:xfrm>
                  <a:off x="10561478" y="5395637"/>
                  <a:ext cx="342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13441" name="Ink 13440">
                  <a:extLst>
                    <a:ext uri="{FF2B5EF4-FFF2-40B4-BE49-F238E27FC236}">
                      <a16:creationId xmlns:a16="http://schemas.microsoft.com/office/drawing/2014/main" id="{FBCF5D43-6E43-8296-A879-6F8BB2D6ACF8}"/>
                    </a:ext>
                  </a:extLst>
                </p14:cNvPr>
                <p14:cNvContentPartPr/>
                <p14:nvPr/>
              </p14:nvContentPartPr>
              <p14:xfrm>
                <a:off x="10576598" y="5422277"/>
                <a:ext cx="12240" cy="143280"/>
              </p14:xfrm>
            </p:contentPart>
          </mc:Choice>
          <mc:Fallback>
            <p:pic>
              <p:nvPicPr>
                <p:cNvPr id="13441" name="Ink 13440">
                  <a:extLst>
                    <a:ext uri="{FF2B5EF4-FFF2-40B4-BE49-F238E27FC236}">
                      <a16:creationId xmlns:a16="http://schemas.microsoft.com/office/drawing/2014/main" id="{FBCF5D43-6E43-8296-A879-6F8BB2D6ACF8}"/>
                    </a:ext>
                  </a:extLst>
                </p:cNvPr>
                <p:cNvPicPr/>
                <p:nvPr/>
              </p:nvPicPr>
              <p:blipFill>
                <a:blip r:embed="rId214"/>
                <a:stretch>
                  <a:fillRect/>
                </a:stretch>
              </p:blipFill>
              <p:spPr>
                <a:xfrm>
                  <a:off x="10572278" y="5417957"/>
                  <a:ext cx="2088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13442" name="Ink 13441">
                  <a:extLst>
                    <a:ext uri="{FF2B5EF4-FFF2-40B4-BE49-F238E27FC236}">
                      <a16:creationId xmlns:a16="http://schemas.microsoft.com/office/drawing/2014/main" id="{A5ECBB0B-0D2A-4848-950A-200816DCC81D}"/>
                    </a:ext>
                  </a:extLst>
                </p14:cNvPr>
                <p14:cNvContentPartPr/>
                <p14:nvPr/>
              </p14:nvContentPartPr>
              <p14:xfrm>
                <a:off x="10641398" y="5401757"/>
                <a:ext cx="25560" cy="12960"/>
              </p14:xfrm>
            </p:contentPart>
          </mc:Choice>
          <mc:Fallback>
            <p:pic>
              <p:nvPicPr>
                <p:cNvPr id="13442" name="Ink 13441">
                  <a:extLst>
                    <a:ext uri="{FF2B5EF4-FFF2-40B4-BE49-F238E27FC236}">
                      <a16:creationId xmlns:a16="http://schemas.microsoft.com/office/drawing/2014/main" id="{A5ECBB0B-0D2A-4848-950A-200816DCC81D}"/>
                    </a:ext>
                  </a:extLst>
                </p:cNvPr>
                <p:cNvPicPr/>
                <p:nvPr/>
              </p:nvPicPr>
              <p:blipFill>
                <a:blip r:embed="rId216"/>
                <a:stretch>
                  <a:fillRect/>
                </a:stretch>
              </p:blipFill>
              <p:spPr>
                <a:xfrm>
                  <a:off x="10637078" y="5397437"/>
                  <a:ext cx="3420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13443" name="Ink 13442">
                  <a:extLst>
                    <a:ext uri="{FF2B5EF4-FFF2-40B4-BE49-F238E27FC236}">
                      <a16:creationId xmlns:a16="http://schemas.microsoft.com/office/drawing/2014/main" id="{2DCC7909-56BB-E76B-BF22-551FAD059999}"/>
                    </a:ext>
                  </a:extLst>
                </p14:cNvPr>
                <p14:cNvContentPartPr/>
                <p14:nvPr/>
              </p14:nvContentPartPr>
              <p14:xfrm>
                <a:off x="10803038" y="5457917"/>
                <a:ext cx="15840" cy="86040"/>
              </p14:xfrm>
            </p:contentPart>
          </mc:Choice>
          <mc:Fallback>
            <p:pic>
              <p:nvPicPr>
                <p:cNvPr id="13443" name="Ink 13442">
                  <a:extLst>
                    <a:ext uri="{FF2B5EF4-FFF2-40B4-BE49-F238E27FC236}">
                      <a16:creationId xmlns:a16="http://schemas.microsoft.com/office/drawing/2014/main" id="{2DCC7909-56BB-E76B-BF22-551FAD059999}"/>
                    </a:ext>
                  </a:extLst>
                </p:cNvPr>
                <p:cNvPicPr/>
                <p:nvPr/>
              </p:nvPicPr>
              <p:blipFill>
                <a:blip r:embed="rId218"/>
                <a:stretch>
                  <a:fillRect/>
                </a:stretch>
              </p:blipFill>
              <p:spPr>
                <a:xfrm>
                  <a:off x="10798718" y="5453597"/>
                  <a:ext cx="24480" cy="9468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13444" name="Ink 13443">
                  <a:extLst>
                    <a:ext uri="{FF2B5EF4-FFF2-40B4-BE49-F238E27FC236}">
                      <a16:creationId xmlns:a16="http://schemas.microsoft.com/office/drawing/2014/main" id="{264A2133-F050-2D9D-8916-C429837E6497}"/>
                    </a:ext>
                  </a:extLst>
                </p14:cNvPr>
                <p14:cNvContentPartPr/>
                <p14:nvPr/>
              </p14:nvContentPartPr>
              <p14:xfrm>
                <a:off x="10907438" y="5383757"/>
                <a:ext cx="152640" cy="103680"/>
              </p14:xfrm>
            </p:contentPart>
          </mc:Choice>
          <mc:Fallback>
            <p:pic>
              <p:nvPicPr>
                <p:cNvPr id="13444" name="Ink 13443">
                  <a:extLst>
                    <a:ext uri="{FF2B5EF4-FFF2-40B4-BE49-F238E27FC236}">
                      <a16:creationId xmlns:a16="http://schemas.microsoft.com/office/drawing/2014/main" id="{264A2133-F050-2D9D-8916-C429837E6497}"/>
                    </a:ext>
                  </a:extLst>
                </p:cNvPr>
                <p:cNvPicPr/>
                <p:nvPr/>
              </p:nvPicPr>
              <p:blipFill>
                <a:blip r:embed="rId220"/>
                <a:stretch>
                  <a:fillRect/>
                </a:stretch>
              </p:blipFill>
              <p:spPr>
                <a:xfrm>
                  <a:off x="10903118" y="5379437"/>
                  <a:ext cx="16128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13445" name="Ink 13444">
                  <a:extLst>
                    <a:ext uri="{FF2B5EF4-FFF2-40B4-BE49-F238E27FC236}">
                      <a16:creationId xmlns:a16="http://schemas.microsoft.com/office/drawing/2014/main" id="{B5043A6B-D69D-849A-EE6B-21D88588CC6D}"/>
                    </a:ext>
                  </a:extLst>
                </p14:cNvPr>
                <p14:cNvContentPartPr/>
                <p14:nvPr/>
              </p14:nvContentPartPr>
              <p14:xfrm>
                <a:off x="11069438" y="5456837"/>
                <a:ext cx="100080" cy="88920"/>
              </p14:xfrm>
            </p:contentPart>
          </mc:Choice>
          <mc:Fallback>
            <p:pic>
              <p:nvPicPr>
                <p:cNvPr id="13445" name="Ink 13444">
                  <a:extLst>
                    <a:ext uri="{FF2B5EF4-FFF2-40B4-BE49-F238E27FC236}">
                      <a16:creationId xmlns:a16="http://schemas.microsoft.com/office/drawing/2014/main" id="{B5043A6B-D69D-849A-EE6B-21D88588CC6D}"/>
                    </a:ext>
                  </a:extLst>
                </p:cNvPr>
                <p:cNvPicPr/>
                <p:nvPr/>
              </p:nvPicPr>
              <p:blipFill>
                <a:blip r:embed="rId222"/>
                <a:stretch>
                  <a:fillRect/>
                </a:stretch>
              </p:blipFill>
              <p:spPr>
                <a:xfrm>
                  <a:off x="11065118" y="5452517"/>
                  <a:ext cx="108720" cy="9756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13446" name="Ink 13445">
                  <a:extLst>
                    <a:ext uri="{FF2B5EF4-FFF2-40B4-BE49-F238E27FC236}">
                      <a16:creationId xmlns:a16="http://schemas.microsoft.com/office/drawing/2014/main" id="{0387F505-CFED-698D-CDFA-9D6271DAF182}"/>
                    </a:ext>
                  </a:extLst>
                </p14:cNvPr>
                <p14:cNvContentPartPr/>
                <p14:nvPr/>
              </p14:nvContentPartPr>
              <p14:xfrm>
                <a:off x="11206238" y="5467637"/>
                <a:ext cx="52920" cy="80280"/>
              </p14:xfrm>
            </p:contentPart>
          </mc:Choice>
          <mc:Fallback>
            <p:pic>
              <p:nvPicPr>
                <p:cNvPr id="13446" name="Ink 13445">
                  <a:extLst>
                    <a:ext uri="{FF2B5EF4-FFF2-40B4-BE49-F238E27FC236}">
                      <a16:creationId xmlns:a16="http://schemas.microsoft.com/office/drawing/2014/main" id="{0387F505-CFED-698D-CDFA-9D6271DAF182}"/>
                    </a:ext>
                  </a:extLst>
                </p:cNvPr>
                <p:cNvPicPr/>
                <p:nvPr/>
              </p:nvPicPr>
              <p:blipFill>
                <a:blip r:embed="rId224"/>
                <a:stretch>
                  <a:fillRect/>
                </a:stretch>
              </p:blipFill>
              <p:spPr>
                <a:xfrm>
                  <a:off x="11201918" y="5463317"/>
                  <a:ext cx="61560" cy="8892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13447" name="Ink 13446">
                  <a:extLst>
                    <a:ext uri="{FF2B5EF4-FFF2-40B4-BE49-F238E27FC236}">
                      <a16:creationId xmlns:a16="http://schemas.microsoft.com/office/drawing/2014/main" id="{E830B8CE-1A3E-D50E-DEFA-16FD56F6444B}"/>
                    </a:ext>
                  </a:extLst>
                </p14:cNvPr>
                <p14:cNvContentPartPr/>
                <p14:nvPr/>
              </p14:nvContentPartPr>
              <p14:xfrm>
                <a:off x="11205518" y="5388437"/>
                <a:ext cx="23040" cy="26280"/>
              </p14:xfrm>
            </p:contentPart>
          </mc:Choice>
          <mc:Fallback>
            <p:pic>
              <p:nvPicPr>
                <p:cNvPr id="13447" name="Ink 13446">
                  <a:extLst>
                    <a:ext uri="{FF2B5EF4-FFF2-40B4-BE49-F238E27FC236}">
                      <a16:creationId xmlns:a16="http://schemas.microsoft.com/office/drawing/2014/main" id="{E830B8CE-1A3E-D50E-DEFA-16FD56F6444B}"/>
                    </a:ext>
                  </a:extLst>
                </p:cNvPr>
                <p:cNvPicPr/>
                <p:nvPr/>
              </p:nvPicPr>
              <p:blipFill>
                <a:blip r:embed="rId226"/>
                <a:stretch>
                  <a:fillRect/>
                </a:stretch>
              </p:blipFill>
              <p:spPr>
                <a:xfrm>
                  <a:off x="11201198" y="5384117"/>
                  <a:ext cx="3168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13448" name="Ink 13447">
                  <a:extLst>
                    <a:ext uri="{FF2B5EF4-FFF2-40B4-BE49-F238E27FC236}">
                      <a16:creationId xmlns:a16="http://schemas.microsoft.com/office/drawing/2014/main" id="{56C4E554-3CD4-086A-4E31-9ABAFDD265E2}"/>
                    </a:ext>
                  </a:extLst>
                </p14:cNvPr>
                <p14:cNvContentPartPr/>
                <p14:nvPr/>
              </p14:nvContentPartPr>
              <p14:xfrm>
                <a:off x="11308478" y="5233277"/>
                <a:ext cx="92520" cy="368640"/>
              </p14:xfrm>
            </p:contentPart>
          </mc:Choice>
          <mc:Fallback>
            <p:pic>
              <p:nvPicPr>
                <p:cNvPr id="13448" name="Ink 13447">
                  <a:extLst>
                    <a:ext uri="{FF2B5EF4-FFF2-40B4-BE49-F238E27FC236}">
                      <a16:creationId xmlns:a16="http://schemas.microsoft.com/office/drawing/2014/main" id="{56C4E554-3CD4-086A-4E31-9ABAFDD265E2}"/>
                    </a:ext>
                  </a:extLst>
                </p:cNvPr>
                <p:cNvPicPr/>
                <p:nvPr/>
              </p:nvPicPr>
              <p:blipFill>
                <a:blip r:embed="rId228"/>
                <a:stretch>
                  <a:fillRect/>
                </a:stretch>
              </p:blipFill>
              <p:spPr>
                <a:xfrm>
                  <a:off x="11304158" y="5228957"/>
                  <a:ext cx="101160" cy="37728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13450" name="Ink 13449">
                  <a:extLst>
                    <a:ext uri="{FF2B5EF4-FFF2-40B4-BE49-F238E27FC236}">
                      <a16:creationId xmlns:a16="http://schemas.microsoft.com/office/drawing/2014/main" id="{789892CC-40CA-B6CF-9A75-EB25E199865D}"/>
                    </a:ext>
                  </a:extLst>
                </p14:cNvPr>
                <p14:cNvContentPartPr/>
                <p14:nvPr/>
              </p14:nvContentPartPr>
              <p14:xfrm>
                <a:off x="9787838" y="5676797"/>
                <a:ext cx="486720" cy="571680"/>
              </p14:xfrm>
            </p:contentPart>
          </mc:Choice>
          <mc:Fallback>
            <p:pic>
              <p:nvPicPr>
                <p:cNvPr id="13450" name="Ink 13449">
                  <a:extLst>
                    <a:ext uri="{FF2B5EF4-FFF2-40B4-BE49-F238E27FC236}">
                      <a16:creationId xmlns:a16="http://schemas.microsoft.com/office/drawing/2014/main" id="{789892CC-40CA-B6CF-9A75-EB25E199865D}"/>
                    </a:ext>
                  </a:extLst>
                </p:cNvPr>
                <p:cNvPicPr/>
                <p:nvPr/>
              </p:nvPicPr>
              <p:blipFill>
                <a:blip r:embed="rId230"/>
                <a:stretch>
                  <a:fillRect/>
                </a:stretch>
              </p:blipFill>
              <p:spPr>
                <a:xfrm>
                  <a:off x="9783518" y="5672477"/>
                  <a:ext cx="495360" cy="58032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13451" name="Ink 13450">
                  <a:extLst>
                    <a:ext uri="{FF2B5EF4-FFF2-40B4-BE49-F238E27FC236}">
                      <a16:creationId xmlns:a16="http://schemas.microsoft.com/office/drawing/2014/main" id="{C845B0D2-77BC-3175-00B1-71470D0ACB88}"/>
                    </a:ext>
                  </a:extLst>
                </p14:cNvPr>
                <p14:cNvContentPartPr/>
                <p14:nvPr/>
              </p14:nvContentPartPr>
              <p14:xfrm>
                <a:off x="10236398" y="5835197"/>
                <a:ext cx="146880" cy="200160"/>
              </p14:xfrm>
            </p:contentPart>
          </mc:Choice>
          <mc:Fallback>
            <p:pic>
              <p:nvPicPr>
                <p:cNvPr id="13451" name="Ink 13450">
                  <a:extLst>
                    <a:ext uri="{FF2B5EF4-FFF2-40B4-BE49-F238E27FC236}">
                      <a16:creationId xmlns:a16="http://schemas.microsoft.com/office/drawing/2014/main" id="{C845B0D2-77BC-3175-00B1-71470D0ACB88}"/>
                    </a:ext>
                  </a:extLst>
                </p:cNvPr>
                <p:cNvPicPr/>
                <p:nvPr/>
              </p:nvPicPr>
              <p:blipFill>
                <a:blip r:embed="rId232"/>
                <a:stretch>
                  <a:fillRect/>
                </a:stretch>
              </p:blipFill>
              <p:spPr>
                <a:xfrm>
                  <a:off x="10232078" y="5830877"/>
                  <a:ext cx="15552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233">
              <p14:nvContentPartPr>
                <p14:cNvPr id="13452" name="Ink 13451">
                  <a:extLst>
                    <a:ext uri="{FF2B5EF4-FFF2-40B4-BE49-F238E27FC236}">
                      <a16:creationId xmlns:a16="http://schemas.microsoft.com/office/drawing/2014/main" id="{467B0B16-DC7F-2C37-2782-3FA9AE1E2A21}"/>
                    </a:ext>
                  </a:extLst>
                </p14:cNvPr>
                <p14:cNvContentPartPr/>
                <p14:nvPr/>
              </p14:nvContentPartPr>
              <p14:xfrm>
                <a:off x="10371398" y="5816837"/>
                <a:ext cx="99720" cy="86400"/>
              </p14:xfrm>
            </p:contentPart>
          </mc:Choice>
          <mc:Fallback>
            <p:pic>
              <p:nvPicPr>
                <p:cNvPr id="13452" name="Ink 13451">
                  <a:extLst>
                    <a:ext uri="{FF2B5EF4-FFF2-40B4-BE49-F238E27FC236}">
                      <a16:creationId xmlns:a16="http://schemas.microsoft.com/office/drawing/2014/main" id="{467B0B16-DC7F-2C37-2782-3FA9AE1E2A21}"/>
                    </a:ext>
                  </a:extLst>
                </p:cNvPr>
                <p:cNvPicPr/>
                <p:nvPr/>
              </p:nvPicPr>
              <p:blipFill>
                <a:blip r:embed="rId234"/>
                <a:stretch>
                  <a:fillRect/>
                </a:stretch>
              </p:blipFill>
              <p:spPr>
                <a:xfrm>
                  <a:off x="10367078" y="5812517"/>
                  <a:ext cx="10836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235">
              <p14:nvContentPartPr>
                <p14:cNvPr id="13454" name="Ink 13453">
                  <a:extLst>
                    <a:ext uri="{FF2B5EF4-FFF2-40B4-BE49-F238E27FC236}">
                      <a16:creationId xmlns:a16="http://schemas.microsoft.com/office/drawing/2014/main" id="{5EBCE68B-A956-2249-EDEF-14502307A720}"/>
                    </a:ext>
                  </a:extLst>
                </p14:cNvPr>
                <p14:cNvContentPartPr/>
                <p14:nvPr/>
              </p14:nvContentPartPr>
              <p14:xfrm>
                <a:off x="10448798" y="6011597"/>
                <a:ext cx="51840" cy="83880"/>
              </p14:xfrm>
            </p:contentPart>
          </mc:Choice>
          <mc:Fallback>
            <p:pic>
              <p:nvPicPr>
                <p:cNvPr id="13454" name="Ink 13453">
                  <a:extLst>
                    <a:ext uri="{FF2B5EF4-FFF2-40B4-BE49-F238E27FC236}">
                      <a16:creationId xmlns:a16="http://schemas.microsoft.com/office/drawing/2014/main" id="{5EBCE68B-A956-2249-EDEF-14502307A720}"/>
                    </a:ext>
                  </a:extLst>
                </p:cNvPr>
                <p:cNvPicPr/>
                <p:nvPr/>
              </p:nvPicPr>
              <p:blipFill>
                <a:blip r:embed="rId236"/>
                <a:stretch>
                  <a:fillRect/>
                </a:stretch>
              </p:blipFill>
              <p:spPr>
                <a:xfrm>
                  <a:off x="10444478" y="6007277"/>
                  <a:ext cx="60480" cy="9252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13455" name="Ink 13454">
                  <a:extLst>
                    <a:ext uri="{FF2B5EF4-FFF2-40B4-BE49-F238E27FC236}">
                      <a16:creationId xmlns:a16="http://schemas.microsoft.com/office/drawing/2014/main" id="{FE7AA973-6CA2-DE58-00AF-5FBC045607E2}"/>
                    </a:ext>
                  </a:extLst>
                </p14:cNvPr>
                <p14:cNvContentPartPr/>
                <p14:nvPr/>
              </p14:nvContentPartPr>
              <p14:xfrm>
                <a:off x="10440518" y="5954717"/>
                <a:ext cx="23040" cy="39240"/>
              </p14:xfrm>
            </p:contentPart>
          </mc:Choice>
          <mc:Fallback>
            <p:pic>
              <p:nvPicPr>
                <p:cNvPr id="13455" name="Ink 13454">
                  <a:extLst>
                    <a:ext uri="{FF2B5EF4-FFF2-40B4-BE49-F238E27FC236}">
                      <a16:creationId xmlns:a16="http://schemas.microsoft.com/office/drawing/2014/main" id="{FE7AA973-6CA2-DE58-00AF-5FBC045607E2}"/>
                    </a:ext>
                  </a:extLst>
                </p:cNvPr>
                <p:cNvPicPr/>
                <p:nvPr/>
              </p:nvPicPr>
              <p:blipFill>
                <a:blip r:embed="rId238"/>
                <a:stretch>
                  <a:fillRect/>
                </a:stretch>
              </p:blipFill>
              <p:spPr>
                <a:xfrm>
                  <a:off x="10436198" y="5950397"/>
                  <a:ext cx="31680" cy="47880"/>
                </a:xfrm>
                <a:prstGeom prst="rect">
                  <a:avLst/>
                </a:prstGeom>
              </p:spPr>
            </p:pic>
          </mc:Fallback>
        </mc:AlternateContent>
      </p:grpSp>
    </p:spTree>
    <p:extLst>
      <p:ext uri="{BB962C8B-B14F-4D97-AF65-F5344CB8AC3E}">
        <p14:creationId xmlns:p14="http://schemas.microsoft.com/office/powerpoint/2010/main" val="42530035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 name="Group 94">
            <a:extLst>
              <a:ext uri="{FF2B5EF4-FFF2-40B4-BE49-F238E27FC236}">
                <a16:creationId xmlns:a16="http://schemas.microsoft.com/office/drawing/2014/main" id="{56BD997A-B19D-55DE-2B5F-A731FE0741E0}"/>
              </a:ext>
            </a:extLst>
          </p:cNvPr>
          <p:cNvGrpSpPr/>
          <p:nvPr/>
        </p:nvGrpSpPr>
        <p:grpSpPr>
          <a:xfrm>
            <a:off x="8958758" y="927936"/>
            <a:ext cx="370800" cy="433800"/>
            <a:chOff x="8958758" y="927936"/>
            <a:chExt cx="370800" cy="433800"/>
          </a:xfrm>
        </p:grpSpPr>
        <mc:AlternateContent xmlns:mc="http://schemas.openxmlformats.org/markup-compatibility/2006" xmlns:p14="http://schemas.microsoft.com/office/powerpoint/2010/main">
          <mc:Choice Requires="p14">
            <p:contentPart p14:bwMode="auto" r:id="rId2">
              <p14:nvContentPartPr>
                <p14:cNvPr id="73" name="Ink 72">
                  <a:extLst>
                    <a:ext uri="{FF2B5EF4-FFF2-40B4-BE49-F238E27FC236}">
                      <a16:creationId xmlns:a16="http://schemas.microsoft.com/office/drawing/2014/main" id="{98E7D76A-253A-9B89-3D86-BC236EE105F2}"/>
                    </a:ext>
                  </a:extLst>
                </p14:cNvPr>
                <p14:cNvContentPartPr/>
                <p14:nvPr/>
              </p14:nvContentPartPr>
              <p14:xfrm>
                <a:off x="8958758" y="932616"/>
                <a:ext cx="216720" cy="266040"/>
              </p14:xfrm>
            </p:contentPart>
          </mc:Choice>
          <mc:Fallback xmlns="">
            <p:pic>
              <p:nvPicPr>
                <p:cNvPr id="73" name="Ink 72">
                  <a:extLst>
                    <a:ext uri="{FF2B5EF4-FFF2-40B4-BE49-F238E27FC236}">
                      <a16:creationId xmlns:a16="http://schemas.microsoft.com/office/drawing/2014/main" id="{98E7D76A-253A-9B89-3D86-BC236EE105F2}"/>
                    </a:ext>
                  </a:extLst>
                </p:cNvPr>
                <p:cNvPicPr/>
                <p:nvPr/>
              </p:nvPicPr>
              <p:blipFill>
                <a:blip r:embed="rId3"/>
                <a:stretch>
                  <a:fillRect/>
                </a:stretch>
              </p:blipFill>
              <p:spPr>
                <a:xfrm>
                  <a:off x="8952638" y="926496"/>
                  <a:ext cx="22896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4" name="Ink 73">
                  <a:extLst>
                    <a:ext uri="{FF2B5EF4-FFF2-40B4-BE49-F238E27FC236}">
                      <a16:creationId xmlns:a16="http://schemas.microsoft.com/office/drawing/2014/main" id="{8A5B30D8-93D6-E7C5-11C0-9375F449A61D}"/>
                    </a:ext>
                  </a:extLst>
                </p14:cNvPr>
                <p14:cNvContentPartPr/>
                <p14:nvPr/>
              </p14:nvContentPartPr>
              <p14:xfrm>
                <a:off x="8959838" y="927936"/>
                <a:ext cx="164160" cy="304920"/>
              </p14:xfrm>
            </p:contentPart>
          </mc:Choice>
          <mc:Fallback xmlns="">
            <p:pic>
              <p:nvPicPr>
                <p:cNvPr id="74" name="Ink 73">
                  <a:extLst>
                    <a:ext uri="{FF2B5EF4-FFF2-40B4-BE49-F238E27FC236}">
                      <a16:creationId xmlns:a16="http://schemas.microsoft.com/office/drawing/2014/main" id="{8A5B30D8-93D6-E7C5-11C0-9375F449A61D}"/>
                    </a:ext>
                  </a:extLst>
                </p:cNvPr>
                <p:cNvPicPr/>
                <p:nvPr/>
              </p:nvPicPr>
              <p:blipFill>
                <a:blip r:embed="rId5"/>
                <a:stretch>
                  <a:fillRect/>
                </a:stretch>
              </p:blipFill>
              <p:spPr>
                <a:xfrm>
                  <a:off x="8953718" y="921816"/>
                  <a:ext cx="176400" cy="317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5" name="Ink 74">
                  <a:extLst>
                    <a:ext uri="{FF2B5EF4-FFF2-40B4-BE49-F238E27FC236}">
                      <a16:creationId xmlns:a16="http://schemas.microsoft.com/office/drawing/2014/main" id="{AFCB9890-3310-38DF-4664-B62F1B37F272}"/>
                    </a:ext>
                  </a:extLst>
                </p14:cNvPr>
                <p14:cNvContentPartPr/>
                <p14:nvPr/>
              </p14:nvContentPartPr>
              <p14:xfrm>
                <a:off x="9238118" y="1143576"/>
                <a:ext cx="6120" cy="191880"/>
              </p14:xfrm>
            </p:contentPart>
          </mc:Choice>
          <mc:Fallback xmlns="">
            <p:pic>
              <p:nvPicPr>
                <p:cNvPr id="75" name="Ink 74">
                  <a:extLst>
                    <a:ext uri="{FF2B5EF4-FFF2-40B4-BE49-F238E27FC236}">
                      <a16:creationId xmlns:a16="http://schemas.microsoft.com/office/drawing/2014/main" id="{AFCB9890-3310-38DF-4664-B62F1B37F272}"/>
                    </a:ext>
                  </a:extLst>
                </p:cNvPr>
                <p:cNvPicPr/>
                <p:nvPr/>
              </p:nvPicPr>
              <p:blipFill>
                <a:blip r:embed="rId7"/>
                <a:stretch>
                  <a:fillRect/>
                </a:stretch>
              </p:blipFill>
              <p:spPr>
                <a:xfrm>
                  <a:off x="9231998" y="1137456"/>
                  <a:ext cx="1836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6" name="Ink 75">
                  <a:extLst>
                    <a:ext uri="{FF2B5EF4-FFF2-40B4-BE49-F238E27FC236}">
                      <a16:creationId xmlns:a16="http://schemas.microsoft.com/office/drawing/2014/main" id="{87D7E78D-5EED-B21D-E978-0B25066D955C}"/>
                    </a:ext>
                  </a:extLst>
                </p14:cNvPr>
                <p14:cNvContentPartPr/>
                <p14:nvPr/>
              </p14:nvContentPartPr>
              <p14:xfrm>
                <a:off x="9316598" y="1144296"/>
                <a:ext cx="12960" cy="217440"/>
              </p14:xfrm>
            </p:contentPart>
          </mc:Choice>
          <mc:Fallback xmlns="">
            <p:pic>
              <p:nvPicPr>
                <p:cNvPr id="76" name="Ink 75">
                  <a:extLst>
                    <a:ext uri="{FF2B5EF4-FFF2-40B4-BE49-F238E27FC236}">
                      <a16:creationId xmlns:a16="http://schemas.microsoft.com/office/drawing/2014/main" id="{87D7E78D-5EED-B21D-E978-0B25066D955C}"/>
                    </a:ext>
                  </a:extLst>
                </p:cNvPr>
                <p:cNvPicPr/>
                <p:nvPr/>
              </p:nvPicPr>
              <p:blipFill>
                <a:blip r:embed="rId9"/>
                <a:stretch>
                  <a:fillRect/>
                </a:stretch>
              </p:blipFill>
              <p:spPr>
                <a:xfrm>
                  <a:off x="9310478" y="1138176"/>
                  <a:ext cx="25200" cy="229680"/>
                </a:xfrm>
                <a:prstGeom prst="rect">
                  <a:avLst/>
                </a:prstGeom>
              </p:spPr>
            </p:pic>
          </mc:Fallback>
        </mc:AlternateContent>
      </p:grpSp>
      <p:grpSp>
        <p:nvGrpSpPr>
          <p:cNvPr id="94" name="Group 93">
            <a:extLst>
              <a:ext uri="{FF2B5EF4-FFF2-40B4-BE49-F238E27FC236}">
                <a16:creationId xmlns:a16="http://schemas.microsoft.com/office/drawing/2014/main" id="{690B657D-9756-93F5-8BEC-D2CC5A0C74FA}"/>
              </a:ext>
            </a:extLst>
          </p:cNvPr>
          <p:cNvGrpSpPr/>
          <p:nvPr/>
        </p:nvGrpSpPr>
        <p:grpSpPr>
          <a:xfrm>
            <a:off x="9539078" y="1003536"/>
            <a:ext cx="115560" cy="102240"/>
            <a:chOff x="9539078" y="1003536"/>
            <a:chExt cx="115560" cy="102240"/>
          </a:xfrm>
        </p:grpSpPr>
        <mc:AlternateContent xmlns:mc="http://schemas.openxmlformats.org/markup-compatibility/2006" xmlns:p14="http://schemas.microsoft.com/office/powerpoint/2010/main">
          <mc:Choice Requires="p14">
            <p:contentPart p14:bwMode="auto" r:id="rId10">
              <p14:nvContentPartPr>
                <p14:cNvPr id="77" name="Ink 76">
                  <a:extLst>
                    <a:ext uri="{FF2B5EF4-FFF2-40B4-BE49-F238E27FC236}">
                      <a16:creationId xmlns:a16="http://schemas.microsoft.com/office/drawing/2014/main" id="{EB742858-A300-1881-FF3B-6ABB9823710E}"/>
                    </a:ext>
                  </a:extLst>
                </p14:cNvPr>
                <p14:cNvContentPartPr/>
                <p14:nvPr/>
              </p14:nvContentPartPr>
              <p14:xfrm>
                <a:off x="9543758" y="1003536"/>
                <a:ext cx="104040" cy="5400"/>
              </p14:xfrm>
            </p:contentPart>
          </mc:Choice>
          <mc:Fallback xmlns="">
            <p:pic>
              <p:nvPicPr>
                <p:cNvPr id="77" name="Ink 76">
                  <a:extLst>
                    <a:ext uri="{FF2B5EF4-FFF2-40B4-BE49-F238E27FC236}">
                      <a16:creationId xmlns:a16="http://schemas.microsoft.com/office/drawing/2014/main" id="{EB742858-A300-1881-FF3B-6ABB9823710E}"/>
                    </a:ext>
                  </a:extLst>
                </p:cNvPr>
                <p:cNvPicPr/>
                <p:nvPr/>
              </p:nvPicPr>
              <p:blipFill>
                <a:blip r:embed="rId11"/>
                <a:stretch>
                  <a:fillRect/>
                </a:stretch>
              </p:blipFill>
              <p:spPr>
                <a:xfrm>
                  <a:off x="9537638" y="997416"/>
                  <a:ext cx="11628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8" name="Ink 77">
                  <a:extLst>
                    <a:ext uri="{FF2B5EF4-FFF2-40B4-BE49-F238E27FC236}">
                      <a16:creationId xmlns:a16="http://schemas.microsoft.com/office/drawing/2014/main" id="{9A9E3635-EDCC-EE89-39D7-6D1B10642CA3}"/>
                    </a:ext>
                  </a:extLst>
                </p14:cNvPr>
                <p14:cNvContentPartPr/>
                <p14:nvPr/>
              </p14:nvContentPartPr>
              <p14:xfrm>
                <a:off x="9539078" y="1087776"/>
                <a:ext cx="115560" cy="18000"/>
              </p14:xfrm>
            </p:contentPart>
          </mc:Choice>
          <mc:Fallback xmlns="">
            <p:pic>
              <p:nvPicPr>
                <p:cNvPr id="78" name="Ink 77">
                  <a:extLst>
                    <a:ext uri="{FF2B5EF4-FFF2-40B4-BE49-F238E27FC236}">
                      <a16:creationId xmlns:a16="http://schemas.microsoft.com/office/drawing/2014/main" id="{9A9E3635-EDCC-EE89-39D7-6D1B10642CA3}"/>
                    </a:ext>
                  </a:extLst>
                </p:cNvPr>
                <p:cNvPicPr/>
                <p:nvPr/>
              </p:nvPicPr>
              <p:blipFill>
                <a:blip r:embed="rId13"/>
                <a:stretch>
                  <a:fillRect/>
                </a:stretch>
              </p:blipFill>
              <p:spPr>
                <a:xfrm>
                  <a:off x="9532958" y="1081656"/>
                  <a:ext cx="127800" cy="30240"/>
                </a:xfrm>
                <a:prstGeom prst="rect">
                  <a:avLst/>
                </a:prstGeom>
              </p:spPr>
            </p:pic>
          </mc:Fallback>
        </mc:AlternateContent>
      </p:grpSp>
      <p:grpSp>
        <p:nvGrpSpPr>
          <p:cNvPr id="134" name="Group 133">
            <a:extLst>
              <a:ext uri="{FF2B5EF4-FFF2-40B4-BE49-F238E27FC236}">
                <a16:creationId xmlns:a16="http://schemas.microsoft.com/office/drawing/2014/main" id="{5A7B048E-264E-9479-E35D-BFB5FF78BAC4}"/>
              </a:ext>
            </a:extLst>
          </p:cNvPr>
          <p:cNvGrpSpPr/>
          <p:nvPr/>
        </p:nvGrpSpPr>
        <p:grpSpPr>
          <a:xfrm>
            <a:off x="8874878" y="2641896"/>
            <a:ext cx="871920" cy="413280"/>
            <a:chOff x="8874878" y="2641896"/>
            <a:chExt cx="871920" cy="413280"/>
          </a:xfrm>
        </p:grpSpPr>
        <mc:AlternateContent xmlns:mc="http://schemas.openxmlformats.org/markup-compatibility/2006" xmlns:p14="http://schemas.microsoft.com/office/powerpoint/2010/main">
          <mc:Choice Requires="p14">
            <p:contentPart p14:bwMode="auto" r:id="rId14">
              <p14:nvContentPartPr>
                <p14:cNvPr id="109" name="Ink 108">
                  <a:extLst>
                    <a:ext uri="{FF2B5EF4-FFF2-40B4-BE49-F238E27FC236}">
                      <a16:creationId xmlns:a16="http://schemas.microsoft.com/office/drawing/2014/main" id="{B7C77F69-D23A-BD80-4F6A-335C58CC539E}"/>
                    </a:ext>
                  </a:extLst>
                </p14:cNvPr>
                <p14:cNvContentPartPr/>
                <p14:nvPr/>
              </p14:nvContentPartPr>
              <p14:xfrm>
                <a:off x="8874878" y="2641896"/>
                <a:ext cx="238680" cy="413280"/>
              </p14:xfrm>
            </p:contentPart>
          </mc:Choice>
          <mc:Fallback xmlns="">
            <p:pic>
              <p:nvPicPr>
                <p:cNvPr id="109" name="Ink 108">
                  <a:extLst>
                    <a:ext uri="{FF2B5EF4-FFF2-40B4-BE49-F238E27FC236}">
                      <a16:creationId xmlns:a16="http://schemas.microsoft.com/office/drawing/2014/main" id="{B7C77F69-D23A-BD80-4F6A-335C58CC539E}"/>
                    </a:ext>
                  </a:extLst>
                </p:cNvPr>
                <p:cNvPicPr/>
                <p:nvPr/>
              </p:nvPicPr>
              <p:blipFill>
                <a:blip r:embed="rId15"/>
                <a:stretch>
                  <a:fillRect/>
                </a:stretch>
              </p:blipFill>
              <p:spPr>
                <a:xfrm>
                  <a:off x="8868758" y="2635776"/>
                  <a:ext cx="250920" cy="4255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0" name="Ink 109">
                  <a:extLst>
                    <a:ext uri="{FF2B5EF4-FFF2-40B4-BE49-F238E27FC236}">
                      <a16:creationId xmlns:a16="http://schemas.microsoft.com/office/drawing/2014/main" id="{D557F450-6772-1E6B-6482-F1C98E7897E0}"/>
                    </a:ext>
                  </a:extLst>
                </p14:cNvPr>
                <p14:cNvContentPartPr/>
                <p14:nvPr/>
              </p14:nvContentPartPr>
              <p14:xfrm>
                <a:off x="9143438" y="2922696"/>
                <a:ext cx="123840" cy="129240"/>
              </p14:xfrm>
            </p:contentPart>
          </mc:Choice>
          <mc:Fallback xmlns="">
            <p:pic>
              <p:nvPicPr>
                <p:cNvPr id="110" name="Ink 109">
                  <a:extLst>
                    <a:ext uri="{FF2B5EF4-FFF2-40B4-BE49-F238E27FC236}">
                      <a16:creationId xmlns:a16="http://schemas.microsoft.com/office/drawing/2014/main" id="{D557F450-6772-1E6B-6482-F1C98E7897E0}"/>
                    </a:ext>
                  </a:extLst>
                </p:cNvPr>
                <p:cNvPicPr/>
                <p:nvPr/>
              </p:nvPicPr>
              <p:blipFill>
                <a:blip r:embed="rId17"/>
                <a:stretch>
                  <a:fillRect/>
                </a:stretch>
              </p:blipFill>
              <p:spPr>
                <a:xfrm>
                  <a:off x="9137318" y="2916576"/>
                  <a:ext cx="13608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1" name="Ink 110">
                  <a:extLst>
                    <a:ext uri="{FF2B5EF4-FFF2-40B4-BE49-F238E27FC236}">
                      <a16:creationId xmlns:a16="http://schemas.microsoft.com/office/drawing/2014/main" id="{70F76D86-F7EA-8F4C-EC9B-2527202C3B5D}"/>
                    </a:ext>
                  </a:extLst>
                </p14:cNvPr>
                <p14:cNvContentPartPr/>
                <p14:nvPr/>
              </p14:nvContentPartPr>
              <p14:xfrm>
                <a:off x="9324518" y="2905416"/>
                <a:ext cx="177120" cy="131040"/>
              </p14:xfrm>
            </p:contentPart>
          </mc:Choice>
          <mc:Fallback xmlns="">
            <p:pic>
              <p:nvPicPr>
                <p:cNvPr id="111" name="Ink 110">
                  <a:extLst>
                    <a:ext uri="{FF2B5EF4-FFF2-40B4-BE49-F238E27FC236}">
                      <a16:creationId xmlns:a16="http://schemas.microsoft.com/office/drawing/2014/main" id="{70F76D86-F7EA-8F4C-EC9B-2527202C3B5D}"/>
                    </a:ext>
                  </a:extLst>
                </p:cNvPr>
                <p:cNvPicPr/>
                <p:nvPr/>
              </p:nvPicPr>
              <p:blipFill>
                <a:blip r:embed="rId19"/>
                <a:stretch>
                  <a:fillRect/>
                </a:stretch>
              </p:blipFill>
              <p:spPr>
                <a:xfrm>
                  <a:off x="9318398" y="2899296"/>
                  <a:ext cx="18936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2" name="Ink 111">
                  <a:extLst>
                    <a:ext uri="{FF2B5EF4-FFF2-40B4-BE49-F238E27FC236}">
                      <a16:creationId xmlns:a16="http://schemas.microsoft.com/office/drawing/2014/main" id="{4BC3A722-3079-4CD7-7785-69020449D64B}"/>
                    </a:ext>
                  </a:extLst>
                </p14:cNvPr>
                <p14:cNvContentPartPr/>
                <p14:nvPr/>
              </p14:nvContentPartPr>
              <p14:xfrm>
                <a:off x="9560678" y="2655216"/>
                <a:ext cx="86040" cy="26640"/>
              </p14:xfrm>
            </p:contentPart>
          </mc:Choice>
          <mc:Fallback xmlns="">
            <p:pic>
              <p:nvPicPr>
                <p:cNvPr id="112" name="Ink 111">
                  <a:extLst>
                    <a:ext uri="{FF2B5EF4-FFF2-40B4-BE49-F238E27FC236}">
                      <a16:creationId xmlns:a16="http://schemas.microsoft.com/office/drawing/2014/main" id="{4BC3A722-3079-4CD7-7785-69020449D64B}"/>
                    </a:ext>
                  </a:extLst>
                </p:cNvPr>
                <p:cNvPicPr/>
                <p:nvPr/>
              </p:nvPicPr>
              <p:blipFill>
                <a:blip r:embed="rId21"/>
                <a:stretch>
                  <a:fillRect/>
                </a:stretch>
              </p:blipFill>
              <p:spPr>
                <a:xfrm>
                  <a:off x="9554558" y="2649096"/>
                  <a:ext cx="9828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3" name="Ink 112">
                  <a:extLst>
                    <a:ext uri="{FF2B5EF4-FFF2-40B4-BE49-F238E27FC236}">
                      <a16:creationId xmlns:a16="http://schemas.microsoft.com/office/drawing/2014/main" id="{6F2EAF44-B4AD-245A-E8FA-66C2B1B5D5C3}"/>
                    </a:ext>
                  </a:extLst>
                </p14:cNvPr>
                <p14:cNvContentPartPr/>
                <p14:nvPr/>
              </p14:nvContentPartPr>
              <p14:xfrm>
                <a:off x="9581198" y="2726136"/>
                <a:ext cx="165600" cy="42840"/>
              </p14:xfrm>
            </p:contentPart>
          </mc:Choice>
          <mc:Fallback xmlns="">
            <p:pic>
              <p:nvPicPr>
                <p:cNvPr id="113" name="Ink 112">
                  <a:extLst>
                    <a:ext uri="{FF2B5EF4-FFF2-40B4-BE49-F238E27FC236}">
                      <a16:creationId xmlns:a16="http://schemas.microsoft.com/office/drawing/2014/main" id="{6F2EAF44-B4AD-245A-E8FA-66C2B1B5D5C3}"/>
                    </a:ext>
                  </a:extLst>
                </p:cNvPr>
                <p:cNvPicPr/>
                <p:nvPr/>
              </p:nvPicPr>
              <p:blipFill>
                <a:blip r:embed="rId23"/>
                <a:stretch>
                  <a:fillRect/>
                </a:stretch>
              </p:blipFill>
              <p:spPr>
                <a:xfrm>
                  <a:off x="9575078" y="2720016"/>
                  <a:ext cx="177840" cy="55080"/>
                </a:xfrm>
                <a:prstGeom prst="rect">
                  <a:avLst/>
                </a:prstGeom>
              </p:spPr>
            </p:pic>
          </mc:Fallback>
        </mc:AlternateContent>
      </p:grpSp>
      <p:grpSp>
        <p:nvGrpSpPr>
          <p:cNvPr id="179" name="Group 178">
            <a:extLst>
              <a:ext uri="{FF2B5EF4-FFF2-40B4-BE49-F238E27FC236}">
                <a16:creationId xmlns:a16="http://schemas.microsoft.com/office/drawing/2014/main" id="{9B2232D4-2F34-D92E-91B9-01D2317C5F6E}"/>
              </a:ext>
            </a:extLst>
          </p:cNvPr>
          <p:cNvGrpSpPr/>
          <p:nvPr/>
        </p:nvGrpSpPr>
        <p:grpSpPr>
          <a:xfrm>
            <a:off x="10265918" y="3860136"/>
            <a:ext cx="1173600" cy="394200"/>
            <a:chOff x="10265918" y="3860136"/>
            <a:chExt cx="1173600" cy="394200"/>
          </a:xfrm>
        </p:grpSpPr>
        <mc:AlternateContent xmlns:mc="http://schemas.openxmlformats.org/markup-compatibility/2006" xmlns:p14="http://schemas.microsoft.com/office/powerpoint/2010/main">
          <mc:Choice Requires="p14">
            <p:contentPart p14:bwMode="auto" r:id="rId24">
              <p14:nvContentPartPr>
                <p14:cNvPr id="164" name="Ink 163">
                  <a:extLst>
                    <a:ext uri="{FF2B5EF4-FFF2-40B4-BE49-F238E27FC236}">
                      <a16:creationId xmlns:a16="http://schemas.microsoft.com/office/drawing/2014/main" id="{D1FF9FDA-0A27-4C5D-D5B8-F2C0F276DB04}"/>
                    </a:ext>
                  </a:extLst>
                </p14:cNvPr>
                <p14:cNvContentPartPr/>
                <p14:nvPr/>
              </p14:nvContentPartPr>
              <p14:xfrm>
                <a:off x="10265918" y="3860136"/>
                <a:ext cx="271800" cy="275400"/>
              </p14:xfrm>
            </p:contentPart>
          </mc:Choice>
          <mc:Fallback xmlns="">
            <p:pic>
              <p:nvPicPr>
                <p:cNvPr id="164" name="Ink 163">
                  <a:extLst>
                    <a:ext uri="{FF2B5EF4-FFF2-40B4-BE49-F238E27FC236}">
                      <a16:creationId xmlns:a16="http://schemas.microsoft.com/office/drawing/2014/main" id="{D1FF9FDA-0A27-4C5D-D5B8-F2C0F276DB04}"/>
                    </a:ext>
                  </a:extLst>
                </p:cNvPr>
                <p:cNvPicPr/>
                <p:nvPr/>
              </p:nvPicPr>
              <p:blipFill>
                <a:blip r:embed="rId25"/>
                <a:stretch>
                  <a:fillRect/>
                </a:stretch>
              </p:blipFill>
              <p:spPr>
                <a:xfrm>
                  <a:off x="10259798" y="3854016"/>
                  <a:ext cx="28404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5" name="Ink 164">
                  <a:extLst>
                    <a:ext uri="{FF2B5EF4-FFF2-40B4-BE49-F238E27FC236}">
                      <a16:creationId xmlns:a16="http://schemas.microsoft.com/office/drawing/2014/main" id="{29C2E3CA-E14D-519F-D757-6BE8CB5780BF}"/>
                    </a:ext>
                  </a:extLst>
                </p14:cNvPr>
                <p14:cNvContentPartPr/>
                <p14:nvPr/>
              </p14:nvContentPartPr>
              <p14:xfrm>
                <a:off x="10599998" y="3995856"/>
                <a:ext cx="215640" cy="91080"/>
              </p14:xfrm>
            </p:contentPart>
          </mc:Choice>
          <mc:Fallback xmlns="">
            <p:pic>
              <p:nvPicPr>
                <p:cNvPr id="165" name="Ink 164">
                  <a:extLst>
                    <a:ext uri="{FF2B5EF4-FFF2-40B4-BE49-F238E27FC236}">
                      <a16:creationId xmlns:a16="http://schemas.microsoft.com/office/drawing/2014/main" id="{29C2E3CA-E14D-519F-D757-6BE8CB5780BF}"/>
                    </a:ext>
                  </a:extLst>
                </p:cNvPr>
                <p:cNvPicPr/>
                <p:nvPr/>
              </p:nvPicPr>
              <p:blipFill>
                <a:blip r:embed="rId27"/>
                <a:stretch>
                  <a:fillRect/>
                </a:stretch>
              </p:blipFill>
              <p:spPr>
                <a:xfrm>
                  <a:off x="10593878" y="3989736"/>
                  <a:ext cx="22788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6" name="Ink 165">
                  <a:extLst>
                    <a:ext uri="{FF2B5EF4-FFF2-40B4-BE49-F238E27FC236}">
                      <a16:creationId xmlns:a16="http://schemas.microsoft.com/office/drawing/2014/main" id="{F6478D69-982C-88C8-62C7-072AD56EBD10}"/>
                    </a:ext>
                  </a:extLst>
                </p14:cNvPr>
                <p14:cNvContentPartPr/>
                <p14:nvPr/>
              </p14:nvContentPartPr>
              <p14:xfrm>
                <a:off x="10819598" y="4022136"/>
                <a:ext cx="189360" cy="80640"/>
              </p14:xfrm>
            </p:contentPart>
          </mc:Choice>
          <mc:Fallback xmlns="">
            <p:pic>
              <p:nvPicPr>
                <p:cNvPr id="166" name="Ink 165">
                  <a:extLst>
                    <a:ext uri="{FF2B5EF4-FFF2-40B4-BE49-F238E27FC236}">
                      <a16:creationId xmlns:a16="http://schemas.microsoft.com/office/drawing/2014/main" id="{F6478D69-982C-88C8-62C7-072AD56EBD10}"/>
                    </a:ext>
                  </a:extLst>
                </p:cNvPr>
                <p:cNvPicPr/>
                <p:nvPr/>
              </p:nvPicPr>
              <p:blipFill>
                <a:blip r:embed="rId29"/>
                <a:stretch>
                  <a:fillRect/>
                </a:stretch>
              </p:blipFill>
              <p:spPr>
                <a:xfrm>
                  <a:off x="10813478" y="4016016"/>
                  <a:ext cx="20160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67" name="Ink 166">
                  <a:extLst>
                    <a:ext uri="{FF2B5EF4-FFF2-40B4-BE49-F238E27FC236}">
                      <a16:creationId xmlns:a16="http://schemas.microsoft.com/office/drawing/2014/main" id="{841ADC77-9971-F800-2C8F-D3E9D9720770}"/>
                    </a:ext>
                  </a:extLst>
                </p14:cNvPr>
                <p14:cNvContentPartPr/>
                <p14:nvPr/>
              </p14:nvContentPartPr>
              <p14:xfrm>
                <a:off x="11026238" y="4006296"/>
                <a:ext cx="117000" cy="248040"/>
              </p14:xfrm>
            </p:contentPart>
          </mc:Choice>
          <mc:Fallback xmlns="">
            <p:pic>
              <p:nvPicPr>
                <p:cNvPr id="167" name="Ink 166">
                  <a:extLst>
                    <a:ext uri="{FF2B5EF4-FFF2-40B4-BE49-F238E27FC236}">
                      <a16:creationId xmlns:a16="http://schemas.microsoft.com/office/drawing/2014/main" id="{841ADC77-9971-F800-2C8F-D3E9D9720770}"/>
                    </a:ext>
                  </a:extLst>
                </p:cNvPr>
                <p:cNvPicPr/>
                <p:nvPr/>
              </p:nvPicPr>
              <p:blipFill>
                <a:blip r:embed="rId31"/>
                <a:stretch>
                  <a:fillRect/>
                </a:stretch>
              </p:blipFill>
              <p:spPr>
                <a:xfrm>
                  <a:off x="11020118" y="4000176"/>
                  <a:ext cx="12924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68" name="Ink 167">
                  <a:extLst>
                    <a:ext uri="{FF2B5EF4-FFF2-40B4-BE49-F238E27FC236}">
                      <a16:creationId xmlns:a16="http://schemas.microsoft.com/office/drawing/2014/main" id="{01ED6507-AC88-8B02-6DD8-A3DE2713230B}"/>
                    </a:ext>
                  </a:extLst>
                </p14:cNvPr>
                <p14:cNvContentPartPr/>
                <p14:nvPr/>
              </p14:nvContentPartPr>
              <p14:xfrm>
                <a:off x="11199038" y="3903696"/>
                <a:ext cx="27720" cy="179640"/>
              </p14:xfrm>
            </p:contentPart>
          </mc:Choice>
          <mc:Fallback xmlns="">
            <p:pic>
              <p:nvPicPr>
                <p:cNvPr id="168" name="Ink 167">
                  <a:extLst>
                    <a:ext uri="{FF2B5EF4-FFF2-40B4-BE49-F238E27FC236}">
                      <a16:creationId xmlns:a16="http://schemas.microsoft.com/office/drawing/2014/main" id="{01ED6507-AC88-8B02-6DD8-A3DE2713230B}"/>
                    </a:ext>
                  </a:extLst>
                </p:cNvPr>
                <p:cNvPicPr/>
                <p:nvPr/>
              </p:nvPicPr>
              <p:blipFill>
                <a:blip r:embed="rId33"/>
                <a:stretch>
                  <a:fillRect/>
                </a:stretch>
              </p:blipFill>
              <p:spPr>
                <a:xfrm>
                  <a:off x="11192918" y="3897576"/>
                  <a:ext cx="3996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69" name="Ink 168">
                  <a:extLst>
                    <a:ext uri="{FF2B5EF4-FFF2-40B4-BE49-F238E27FC236}">
                      <a16:creationId xmlns:a16="http://schemas.microsoft.com/office/drawing/2014/main" id="{9AB45E2F-00A1-0961-66EB-B984A7686AE4}"/>
                    </a:ext>
                  </a:extLst>
                </p14:cNvPr>
                <p14:cNvContentPartPr/>
                <p14:nvPr/>
              </p14:nvContentPartPr>
              <p14:xfrm>
                <a:off x="11271758" y="3988296"/>
                <a:ext cx="167760" cy="104400"/>
              </p14:xfrm>
            </p:contentPart>
          </mc:Choice>
          <mc:Fallback xmlns="">
            <p:pic>
              <p:nvPicPr>
                <p:cNvPr id="169" name="Ink 168">
                  <a:extLst>
                    <a:ext uri="{FF2B5EF4-FFF2-40B4-BE49-F238E27FC236}">
                      <a16:creationId xmlns:a16="http://schemas.microsoft.com/office/drawing/2014/main" id="{9AB45E2F-00A1-0961-66EB-B984A7686AE4}"/>
                    </a:ext>
                  </a:extLst>
                </p:cNvPr>
                <p:cNvPicPr/>
                <p:nvPr/>
              </p:nvPicPr>
              <p:blipFill>
                <a:blip r:embed="rId35"/>
                <a:stretch>
                  <a:fillRect/>
                </a:stretch>
              </p:blipFill>
              <p:spPr>
                <a:xfrm>
                  <a:off x="11265638" y="3982176"/>
                  <a:ext cx="180000" cy="116640"/>
                </a:xfrm>
                <a:prstGeom prst="rect">
                  <a:avLst/>
                </a:prstGeom>
              </p:spPr>
            </p:pic>
          </mc:Fallback>
        </mc:AlternateContent>
      </p:grpSp>
      <p:grpSp>
        <p:nvGrpSpPr>
          <p:cNvPr id="178" name="Group 177">
            <a:extLst>
              <a:ext uri="{FF2B5EF4-FFF2-40B4-BE49-F238E27FC236}">
                <a16:creationId xmlns:a16="http://schemas.microsoft.com/office/drawing/2014/main" id="{782CC279-ED72-C16F-4A67-132CA17F6953}"/>
              </a:ext>
            </a:extLst>
          </p:cNvPr>
          <p:cNvGrpSpPr/>
          <p:nvPr/>
        </p:nvGrpSpPr>
        <p:grpSpPr>
          <a:xfrm>
            <a:off x="10445558" y="4352976"/>
            <a:ext cx="1447920" cy="394920"/>
            <a:chOff x="10445558" y="4352976"/>
            <a:chExt cx="1447920" cy="394920"/>
          </a:xfrm>
        </p:grpSpPr>
        <mc:AlternateContent xmlns:mc="http://schemas.openxmlformats.org/markup-compatibility/2006" xmlns:p14="http://schemas.microsoft.com/office/powerpoint/2010/main">
          <mc:Choice Requires="p14">
            <p:contentPart p14:bwMode="auto" r:id="rId36">
              <p14:nvContentPartPr>
                <p14:cNvPr id="170" name="Ink 169">
                  <a:extLst>
                    <a:ext uri="{FF2B5EF4-FFF2-40B4-BE49-F238E27FC236}">
                      <a16:creationId xmlns:a16="http://schemas.microsoft.com/office/drawing/2014/main" id="{DFA6F18C-020F-EC14-7D13-EBFC183063DE}"/>
                    </a:ext>
                  </a:extLst>
                </p14:cNvPr>
                <p14:cNvContentPartPr/>
                <p14:nvPr/>
              </p14:nvContentPartPr>
              <p14:xfrm>
                <a:off x="10445558" y="4365216"/>
                <a:ext cx="29160" cy="382680"/>
              </p14:xfrm>
            </p:contentPart>
          </mc:Choice>
          <mc:Fallback xmlns="">
            <p:pic>
              <p:nvPicPr>
                <p:cNvPr id="170" name="Ink 169">
                  <a:extLst>
                    <a:ext uri="{FF2B5EF4-FFF2-40B4-BE49-F238E27FC236}">
                      <a16:creationId xmlns:a16="http://schemas.microsoft.com/office/drawing/2014/main" id="{DFA6F18C-020F-EC14-7D13-EBFC183063DE}"/>
                    </a:ext>
                  </a:extLst>
                </p:cNvPr>
                <p:cNvPicPr/>
                <p:nvPr/>
              </p:nvPicPr>
              <p:blipFill>
                <a:blip r:embed="rId37"/>
                <a:stretch>
                  <a:fillRect/>
                </a:stretch>
              </p:blipFill>
              <p:spPr>
                <a:xfrm>
                  <a:off x="10439438" y="4359096"/>
                  <a:ext cx="41400" cy="394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71" name="Ink 170">
                  <a:extLst>
                    <a:ext uri="{FF2B5EF4-FFF2-40B4-BE49-F238E27FC236}">
                      <a16:creationId xmlns:a16="http://schemas.microsoft.com/office/drawing/2014/main" id="{591A4CF6-E1A4-C7EE-5BEC-AB6A7B1365B4}"/>
                    </a:ext>
                  </a:extLst>
                </p14:cNvPr>
                <p14:cNvContentPartPr/>
                <p14:nvPr/>
              </p14:nvContentPartPr>
              <p14:xfrm>
                <a:off x="10473998" y="4416696"/>
                <a:ext cx="116640" cy="137880"/>
              </p14:xfrm>
            </p:contentPart>
          </mc:Choice>
          <mc:Fallback xmlns="">
            <p:pic>
              <p:nvPicPr>
                <p:cNvPr id="171" name="Ink 170">
                  <a:extLst>
                    <a:ext uri="{FF2B5EF4-FFF2-40B4-BE49-F238E27FC236}">
                      <a16:creationId xmlns:a16="http://schemas.microsoft.com/office/drawing/2014/main" id="{591A4CF6-E1A4-C7EE-5BEC-AB6A7B1365B4}"/>
                    </a:ext>
                  </a:extLst>
                </p:cNvPr>
                <p:cNvPicPr/>
                <p:nvPr/>
              </p:nvPicPr>
              <p:blipFill>
                <a:blip r:embed="rId39"/>
                <a:stretch>
                  <a:fillRect/>
                </a:stretch>
              </p:blipFill>
              <p:spPr>
                <a:xfrm>
                  <a:off x="10467878" y="4410576"/>
                  <a:ext cx="12888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72" name="Ink 171">
                  <a:extLst>
                    <a:ext uri="{FF2B5EF4-FFF2-40B4-BE49-F238E27FC236}">
                      <a16:creationId xmlns:a16="http://schemas.microsoft.com/office/drawing/2014/main" id="{8974253E-B2EF-E63E-04B7-E65CFCE29F75}"/>
                    </a:ext>
                  </a:extLst>
                </p14:cNvPr>
                <p14:cNvContentPartPr/>
                <p14:nvPr/>
              </p14:nvContentPartPr>
              <p14:xfrm>
                <a:off x="10651478" y="4437216"/>
                <a:ext cx="304920" cy="89280"/>
              </p14:xfrm>
            </p:contentPart>
          </mc:Choice>
          <mc:Fallback xmlns="">
            <p:pic>
              <p:nvPicPr>
                <p:cNvPr id="172" name="Ink 171">
                  <a:extLst>
                    <a:ext uri="{FF2B5EF4-FFF2-40B4-BE49-F238E27FC236}">
                      <a16:creationId xmlns:a16="http://schemas.microsoft.com/office/drawing/2014/main" id="{8974253E-B2EF-E63E-04B7-E65CFCE29F75}"/>
                    </a:ext>
                  </a:extLst>
                </p:cNvPr>
                <p:cNvPicPr/>
                <p:nvPr/>
              </p:nvPicPr>
              <p:blipFill>
                <a:blip r:embed="rId41"/>
                <a:stretch>
                  <a:fillRect/>
                </a:stretch>
              </p:blipFill>
              <p:spPr>
                <a:xfrm>
                  <a:off x="10645358" y="4431096"/>
                  <a:ext cx="31716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73" name="Ink 172">
                  <a:extLst>
                    <a:ext uri="{FF2B5EF4-FFF2-40B4-BE49-F238E27FC236}">
                      <a16:creationId xmlns:a16="http://schemas.microsoft.com/office/drawing/2014/main" id="{96A69C21-2033-58F5-6C40-753F9B19FA22}"/>
                    </a:ext>
                  </a:extLst>
                </p14:cNvPr>
                <p14:cNvContentPartPr/>
                <p14:nvPr/>
              </p14:nvContentPartPr>
              <p14:xfrm>
                <a:off x="10973678" y="4445496"/>
                <a:ext cx="134280" cy="66600"/>
              </p14:xfrm>
            </p:contentPart>
          </mc:Choice>
          <mc:Fallback xmlns="">
            <p:pic>
              <p:nvPicPr>
                <p:cNvPr id="173" name="Ink 172">
                  <a:extLst>
                    <a:ext uri="{FF2B5EF4-FFF2-40B4-BE49-F238E27FC236}">
                      <a16:creationId xmlns:a16="http://schemas.microsoft.com/office/drawing/2014/main" id="{96A69C21-2033-58F5-6C40-753F9B19FA22}"/>
                    </a:ext>
                  </a:extLst>
                </p:cNvPr>
                <p:cNvPicPr/>
                <p:nvPr/>
              </p:nvPicPr>
              <p:blipFill>
                <a:blip r:embed="rId43"/>
                <a:stretch>
                  <a:fillRect/>
                </a:stretch>
              </p:blipFill>
              <p:spPr>
                <a:xfrm>
                  <a:off x="10967558" y="4439376"/>
                  <a:ext cx="14652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74" name="Ink 173">
                  <a:extLst>
                    <a:ext uri="{FF2B5EF4-FFF2-40B4-BE49-F238E27FC236}">
                      <a16:creationId xmlns:a16="http://schemas.microsoft.com/office/drawing/2014/main" id="{DF8B0F25-A3BE-9538-A21F-7B1D36DBD733}"/>
                    </a:ext>
                  </a:extLst>
                </p14:cNvPr>
                <p14:cNvContentPartPr/>
                <p14:nvPr/>
              </p14:nvContentPartPr>
              <p14:xfrm>
                <a:off x="11138558" y="4436136"/>
                <a:ext cx="353160" cy="96120"/>
              </p14:xfrm>
            </p:contentPart>
          </mc:Choice>
          <mc:Fallback xmlns="">
            <p:pic>
              <p:nvPicPr>
                <p:cNvPr id="174" name="Ink 173">
                  <a:extLst>
                    <a:ext uri="{FF2B5EF4-FFF2-40B4-BE49-F238E27FC236}">
                      <a16:creationId xmlns:a16="http://schemas.microsoft.com/office/drawing/2014/main" id="{DF8B0F25-A3BE-9538-A21F-7B1D36DBD733}"/>
                    </a:ext>
                  </a:extLst>
                </p:cNvPr>
                <p:cNvPicPr/>
                <p:nvPr/>
              </p:nvPicPr>
              <p:blipFill>
                <a:blip r:embed="rId45"/>
                <a:stretch>
                  <a:fillRect/>
                </a:stretch>
              </p:blipFill>
              <p:spPr>
                <a:xfrm>
                  <a:off x="11132438" y="4430016"/>
                  <a:ext cx="36540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75" name="Ink 174">
                  <a:extLst>
                    <a:ext uri="{FF2B5EF4-FFF2-40B4-BE49-F238E27FC236}">
                      <a16:creationId xmlns:a16="http://schemas.microsoft.com/office/drawing/2014/main" id="{B50C047B-70CA-2D77-37E0-FBAEA1DB80C4}"/>
                    </a:ext>
                  </a:extLst>
                </p14:cNvPr>
                <p14:cNvContentPartPr/>
                <p14:nvPr/>
              </p14:nvContentPartPr>
              <p14:xfrm>
                <a:off x="11488838" y="4352976"/>
                <a:ext cx="32760" cy="204840"/>
              </p14:xfrm>
            </p:contentPart>
          </mc:Choice>
          <mc:Fallback xmlns="">
            <p:pic>
              <p:nvPicPr>
                <p:cNvPr id="175" name="Ink 174">
                  <a:extLst>
                    <a:ext uri="{FF2B5EF4-FFF2-40B4-BE49-F238E27FC236}">
                      <a16:creationId xmlns:a16="http://schemas.microsoft.com/office/drawing/2014/main" id="{B50C047B-70CA-2D77-37E0-FBAEA1DB80C4}"/>
                    </a:ext>
                  </a:extLst>
                </p:cNvPr>
                <p:cNvPicPr/>
                <p:nvPr/>
              </p:nvPicPr>
              <p:blipFill>
                <a:blip r:embed="rId47"/>
                <a:stretch>
                  <a:fillRect/>
                </a:stretch>
              </p:blipFill>
              <p:spPr>
                <a:xfrm>
                  <a:off x="11482718" y="4346856"/>
                  <a:ext cx="4500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76" name="Ink 175">
                  <a:extLst>
                    <a:ext uri="{FF2B5EF4-FFF2-40B4-BE49-F238E27FC236}">
                      <a16:creationId xmlns:a16="http://schemas.microsoft.com/office/drawing/2014/main" id="{2B2D8678-8963-AB81-EB3A-35D479C0C61E}"/>
                    </a:ext>
                  </a:extLst>
                </p14:cNvPr>
                <p14:cNvContentPartPr/>
                <p14:nvPr/>
              </p14:nvContentPartPr>
              <p14:xfrm>
                <a:off x="11447078" y="4432536"/>
                <a:ext cx="363600" cy="98640"/>
              </p14:xfrm>
            </p:contentPart>
          </mc:Choice>
          <mc:Fallback xmlns="">
            <p:pic>
              <p:nvPicPr>
                <p:cNvPr id="176" name="Ink 175">
                  <a:extLst>
                    <a:ext uri="{FF2B5EF4-FFF2-40B4-BE49-F238E27FC236}">
                      <a16:creationId xmlns:a16="http://schemas.microsoft.com/office/drawing/2014/main" id="{2B2D8678-8963-AB81-EB3A-35D479C0C61E}"/>
                    </a:ext>
                  </a:extLst>
                </p:cNvPr>
                <p:cNvPicPr/>
                <p:nvPr/>
              </p:nvPicPr>
              <p:blipFill>
                <a:blip r:embed="rId49"/>
                <a:stretch>
                  <a:fillRect/>
                </a:stretch>
              </p:blipFill>
              <p:spPr>
                <a:xfrm>
                  <a:off x="11440958" y="4426416"/>
                  <a:ext cx="37584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77" name="Ink 176">
                  <a:extLst>
                    <a:ext uri="{FF2B5EF4-FFF2-40B4-BE49-F238E27FC236}">
                      <a16:creationId xmlns:a16="http://schemas.microsoft.com/office/drawing/2014/main" id="{4B34A26D-53B4-E83E-E7EB-9DEC130EF64B}"/>
                    </a:ext>
                  </a:extLst>
                </p14:cNvPr>
                <p14:cNvContentPartPr/>
                <p14:nvPr/>
              </p14:nvContentPartPr>
              <p14:xfrm>
                <a:off x="11893118" y="4514976"/>
                <a:ext cx="360" cy="360"/>
              </p14:xfrm>
            </p:contentPart>
          </mc:Choice>
          <mc:Fallback xmlns="">
            <p:pic>
              <p:nvPicPr>
                <p:cNvPr id="177" name="Ink 176">
                  <a:extLst>
                    <a:ext uri="{FF2B5EF4-FFF2-40B4-BE49-F238E27FC236}">
                      <a16:creationId xmlns:a16="http://schemas.microsoft.com/office/drawing/2014/main" id="{4B34A26D-53B4-E83E-E7EB-9DEC130EF64B}"/>
                    </a:ext>
                  </a:extLst>
                </p:cNvPr>
                <p:cNvPicPr/>
                <p:nvPr/>
              </p:nvPicPr>
              <p:blipFill>
                <a:blip r:embed="rId51"/>
                <a:stretch>
                  <a:fillRect/>
                </a:stretch>
              </p:blipFill>
              <p:spPr>
                <a:xfrm>
                  <a:off x="11886998" y="4508856"/>
                  <a:ext cx="12600" cy="12600"/>
                </a:xfrm>
                <a:prstGeom prst="rect">
                  <a:avLst/>
                </a:prstGeom>
              </p:spPr>
            </p:pic>
          </mc:Fallback>
        </mc:AlternateContent>
      </p:grpSp>
      <p:grpSp>
        <p:nvGrpSpPr>
          <p:cNvPr id="191" name="Group 190">
            <a:extLst>
              <a:ext uri="{FF2B5EF4-FFF2-40B4-BE49-F238E27FC236}">
                <a16:creationId xmlns:a16="http://schemas.microsoft.com/office/drawing/2014/main" id="{7791154B-8A1A-802E-4C10-E83D0EA51C46}"/>
              </a:ext>
            </a:extLst>
          </p:cNvPr>
          <p:cNvGrpSpPr/>
          <p:nvPr/>
        </p:nvGrpSpPr>
        <p:grpSpPr>
          <a:xfrm>
            <a:off x="8270438" y="3679416"/>
            <a:ext cx="1869480" cy="710640"/>
            <a:chOff x="8270438" y="3679416"/>
            <a:chExt cx="1869480" cy="710640"/>
          </a:xfrm>
        </p:grpSpPr>
        <mc:AlternateContent xmlns:mc="http://schemas.openxmlformats.org/markup-compatibility/2006" xmlns:p14="http://schemas.microsoft.com/office/powerpoint/2010/main">
          <mc:Choice Requires="p14">
            <p:contentPart p14:bwMode="auto" r:id="rId52">
              <p14:nvContentPartPr>
                <p14:cNvPr id="181" name="Ink 180">
                  <a:extLst>
                    <a:ext uri="{FF2B5EF4-FFF2-40B4-BE49-F238E27FC236}">
                      <a16:creationId xmlns:a16="http://schemas.microsoft.com/office/drawing/2014/main" id="{6FFBD64C-09A6-1546-D4F4-5763F4022097}"/>
                    </a:ext>
                  </a:extLst>
                </p14:cNvPr>
                <p14:cNvContentPartPr/>
                <p14:nvPr/>
              </p14:nvContentPartPr>
              <p14:xfrm>
                <a:off x="8270438" y="4045176"/>
                <a:ext cx="1818000" cy="146520"/>
              </p14:xfrm>
            </p:contentPart>
          </mc:Choice>
          <mc:Fallback xmlns="">
            <p:pic>
              <p:nvPicPr>
                <p:cNvPr id="181" name="Ink 180">
                  <a:extLst>
                    <a:ext uri="{FF2B5EF4-FFF2-40B4-BE49-F238E27FC236}">
                      <a16:creationId xmlns:a16="http://schemas.microsoft.com/office/drawing/2014/main" id="{6FFBD64C-09A6-1546-D4F4-5763F4022097}"/>
                    </a:ext>
                  </a:extLst>
                </p:cNvPr>
                <p:cNvPicPr/>
                <p:nvPr/>
              </p:nvPicPr>
              <p:blipFill>
                <a:blip r:embed="rId53"/>
                <a:stretch>
                  <a:fillRect/>
                </a:stretch>
              </p:blipFill>
              <p:spPr>
                <a:xfrm>
                  <a:off x="8264318" y="4039056"/>
                  <a:ext cx="183024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82" name="Ink 181">
                  <a:extLst>
                    <a:ext uri="{FF2B5EF4-FFF2-40B4-BE49-F238E27FC236}">
                      <a16:creationId xmlns:a16="http://schemas.microsoft.com/office/drawing/2014/main" id="{90D07340-661F-CBC8-DF36-9EA945403D40}"/>
                    </a:ext>
                  </a:extLst>
                </p14:cNvPr>
                <p14:cNvContentPartPr/>
                <p14:nvPr/>
              </p14:nvContentPartPr>
              <p14:xfrm>
                <a:off x="9817718" y="4071096"/>
                <a:ext cx="322200" cy="318960"/>
              </p14:xfrm>
            </p:contentPart>
          </mc:Choice>
          <mc:Fallback xmlns="">
            <p:pic>
              <p:nvPicPr>
                <p:cNvPr id="182" name="Ink 181">
                  <a:extLst>
                    <a:ext uri="{FF2B5EF4-FFF2-40B4-BE49-F238E27FC236}">
                      <a16:creationId xmlns:a16="http://schemas.microsoft.com/office/drawing/2014/main" id="{90D07340-661F-CBC8-DF36-9EA945403D40}"/>
                    </a:ext>
                  </a:extLst>
                </p:cNvPr>
                <p:cNvPicPr/>
                <p:nvPr/>
              </p:nvPicPr>
              <p:blipFill>
                <a:blip r:embed="rId55"/>
                <a:stretch>
                  <a:fillRect/>
                </a:stretch>
              </p:blipFill>
              <p:spPr>
                <a:xfrm>
                  <a:off x="9811598" y="4064976"/>
                  <a:ext cx="334440" cy="3312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83" name="Ink 182">
                  <a:extLst>
                    <a:ext uri="{FF2B5EF4-FFF2-40B4-BE49-F238E27FC236}">
                      <a16:creationId xmlns:a16="http://schemas.microsoft.com/office/drawing/2014/main" id="{A127E45A-4514-3E3E-9338-308F287E15F4}"/>
                    </a:ext>
                  </a:extLst>
                </p14:cNvPr>
                <p14:cNvContentPartPr/>
                <p14:nvPr/>
              </p14:nvContentPartPr>
              <p14:xfrm>
                <a:off x="8358278" y="3679416"/>
                <a:ext cx="324000" cy="263160"/>
              </p14:xfrm>
            </p:contentPart>
          </mc:Choice>
          <mc:Fallback xmlns="">
            <p:pic>
              <p:nvPicPr>
                <p:cNvPr id="183" name="Ink 182">
                  <a:extLst>
                    <a:ext uri="{FF2B5EF4-FFF2-40B4-BE49-F238E27FC236}">
                      <a16:creationId xmlns:a16="http://schemas.microsoft.com/office/drawing/2014/main" id="{A127E45A-4514-3E3E-9338-308F287E15F4}"/>
                    </a:ext>
                  </a:extLst>
                </p:cNvPr>
                <p:cNvPicPr/>
                <p:nvPr/>
              </p:nvPicPr>
              <p:blipFill>
                <a:blip r:embed="rId57"/>
                <a:stretch>
                  <a:fillRect/>
                </a:stretch>
              </p:blipFill>
              <p:spPr>
                <a:xfrm>
                  <a:off x="8352158" y="3673296"/>
                  <a:ext cx="33624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84" name="Ink 183">
                  <a:extLst>
                    <a:ext uri="{FF2B5EF4-FFF2-40B4-BE49-F238E27FC236}">
                      <a16:creationId xmlns:a16="http://schemas.microsoft.com/office/drawing/2014/main" id="{3DC312FE-20BC-7F1F-61F6-0A345E82CBA6}"/>
                    </a:ext>
                  </a:extLst>
                </p14:cNvPr>
                <p14:cNvContentPartPr/>
                <p14:nvPr/>
              </p14:nvContentPartPr>
              <p14:xfrm>
                <a:off x="8636918" y="3817296"/>
                <a:ext cx="195480" cy="93600"/>
              </p14:xfrm>
            </p:contentPart>
          </mc:Choice>
          <mc:Fallback xmlns="">
            <p:pic>
              <p:nvPicPr>
                <p:cNvPr id="184" name="Ink 183">
                  <a:extLst>
                    <a:ext uri="{FF2B5EF4-FFF2-40B4-BE49-F238E27FC236}">
                      <a16:creationId xmlns:a16="http://schemas.microsoft.com/office/drawing/2014/main" id="{3DC312FE-20BC-7F1F-61F6-0A345E82CBA6}"/>
                    </a:ext>
                  </a:extLst>
                </p:cNvPr>
                <p:cNvPicPr/>
                <p:nvPr/>
              </p:nvPicPr>
              <p:blipFill>
                <a:blip r:embed="rId59"/>
                <a:stretch>
                  <a:fillRect/>
                </a:stretch>
              </p:blipFill>
              <p:spPr>
                <a:xfrm>
                  <a:off x="8630798" y="3811176"/>
                  <a:ext cx="20772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85" name="Ink 184">
                  <a:extLst>
                    <a:ext uri="{FF2B5EF4-FFF2-40B4-BE49-F238E27FC236}">
                      <a16:creationId xmlns:a16="http://schemas.microsoft.com/office/drawing/2014/main" id="{B5AB3262-58CE-79D9-F5FA-A6615129A959}"/>
                    </a:ext>
                  </a:extLst>
                </p14:cNvPr>
                <p14:cNvContentPartPr/>
                <p14:nvPr/>
              </p14:nvContentPartPr>
              <p14:xfrm>
                <a:off x="8832038" y="3829896"/>
                <a:ext cx="226080" cy="99360"/>
              </p14:xfrm>
            </p:contentPart>
          </mc:Choice>
          <mc:Fallback xmlns="">
            <p:pic>
              <p:nvPicPr>
                <p:cNvPr id="185" name="Ink 184">
                  <a:extLst>
                    <a:ext uri="{FF2B5EF4-FFF2-40B4-BE49-F238E27FC236}">
                      <a16:creationId xmlns:a16="http://schemas.microsoft.com/office/drawing/2014/main" id="{B5AB3262-58CE-79D9-F5FA-A6615129A959}"/>
                    </a:ext>
                  </a:extLst>
                </p:cNvPr>
                <p:cNvPicPr/>
                <p:nvPr/>
              </p:nvPicPr>
              <p:blipFill>
                <a:blip r:embed="rId61"/>
                <a:stretch>
                  <a:fillRect/>
                </a:stretch>
              </p:blipFill>
              <p:spPr>
                <a:xfrm>
                  <a:off x="8825918" y="3823776"/>
                  <a:ext cx="23832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86" name="Ink 185">
                  <a:extLst>
                    <a:ext uri="{FF2B5EF4-FFF2-40B4-BE49-F238E27FC236}">
                      <a16:creationId xmlns:a16="http://schemas.microsoft.com/office/drawing/2014/main" id="{9C81D555-FD49-C49E-D9DF-E102FDF1C6AD}"/>
                    </a:ext>
                  </a:extLst>
                </p14:cNvPr>
                <p14:cNvContentPartPr/>
                <p14:nvPr/>
              </p14:nvContentPartPr>
              <p14:xfrm>
                <a:off x="9081518" y="3803616"/>
                <a:ext cx="108360" cy="281160"/>
              </p14:xfrm>
            </p:contentPart>
          </mc:Choice>
          <mc:Fallback xmlns="">
            <p:pic>
              <p:nvPicPr>
                <p:cNvPr id="186" name="Ink 185">
                  <a:extLst>
                    <a:ext uri="{FF2B5EF4-FFF2-40B4-BE49-F238E27FC236}">
                      <a16:creationId xmlns:a16="http://schemas.microsoft.com/office/drawing/2014/main" id="{9C81D555-FD49-C49E-D9DF-E102FDF1C6AD}"/>
                    </a:ext>
                  </a:extLst>
                </p:cNvPr>
                <p:cNvPicPr/>
                <p:nvPr/>
              </p:nvPicPr>
              <p:blipFill>
                <a:blip r:embed="rId63"/>
                <a:stretch>
                  <a:fillRect/>
                </a:stretch>
              </p:blipFill>
              <p:spPr>
                <a:xfrm>
                  <a:off x="9075398" y="3797496"/>
                  <a:ext cx="12060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87" name="Ink 186">
                  <a:extLst>
                    <a:ext uri="{FF2B5EF4-FFF2-40B4-BE49-F238E27FC236}">
                      <a16:creationId xmlns:a16="http://schemas.microsoft.com/office/drawing/2014/main" id="{CC1D9943-6DB9-421E-6587-5D0616CFCFCA}"/>
                    </a:ext>
                  </a:extLst>
                </p14:cNvPr>
                <p14:cNvContentPartPr/>
                <p14:nvPr/>
              </p14:nvContentPartPr>
              <p14:xfrm>
                <a:off x="9192758" y="3753936"/>
                <a:ext cx="160920" cy="204480"/>
              </p14:xfrm>
            </p:contentPart>
          </mc:Choice>
          <mc:Fallback xmlns="">
            <p:pic>
              <p:nvPicPr>
                <p:cNvPr id="187" name="Ink 186">
                  <a:extLst>
                    <a:ext uri="{FF2B5EF4-FFF2-40B4-BE49-F238E27FC236}">
                      <a16:creationId xmlns:a16="http://schemas.microsoft.com/office/drawing/2014/main" id="{CC1D9943-6DB9-421E-6587-5D0616CFCFCA}"/>
                    </a:ext>
                  </a:extLst>
                </p:cNvPr>
                <p:cNvPicPr/>
                <p:nvPr/>
              </p:nvPicPr>
              <p:blipFill>
                <a:blip r:embed="rId65"/>
                <a:stretch>
                  <a:fillRect/>
                </a:stretch>
              </p:blipFill>
              <p:spPr>
                <a:xfrm>
                  <a:off x="9186638" y="3747816"/>
                  <a:ext cx="17316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88" name="Ink 187">
                  <a:extLst>
                    <a:ext uri="{FF2B5EF4-FFF2-40B4-BE49-F238E27FC236}">
                      <a16:creationId xmlns:a16="http://schemas.microsoft.com/office/drawing/2014/main" id="{901BEC0E-310C-49F3-0857-13E0312A616E}"/>
                    </a:ext>
                  </a:extLst>
                </p14:cNvPr>
                <p14:cNvContentPartPr/>
                <p14:nvPr/>
              </p14:nvContentPartPr>
              <p14:xfrm>
                <a:off x="9327038" y="3778776"/>
                <a:ext cx="5400" cy="19080"/>
              </p14:xfrm>
            </p:contentPart>
          </mc:Choice>
          <mc:Fallback xmlns="">
            <p:pic>
              <p:nvPicPr>
                <p:cNvPr id="188" name="Ink 187">
                  <a:extLst>
                    <a:ext uri="{FF2B5EF4-FFF2-40B4-BE49-F238E27FC236}">
                      <a16:creationId xmlns:a16="http://schemas.microsoft.com/office/drawing/2014/main" id="{901BEC0E-310C-49F3-0857-13E0312A616E}"/>
                    </a:ext>
                  </a:extLst>
                </p:cNvPr>
                <p:cNvPicPr/>
                <p:nvPr/>
              </p:nvPicPr>
              <p:blipFill>
                <a:blip r:embed="rId67"/>
                <a:stretch>
                  <a:fillRect/>
                </a:stretch>
              </p:blipFill>
              <p:spPr>
                <a:xfrm>
                  <a:off x="9320918" y="3772656"/>
                  <a:ext cx="1764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89" name="Ink 188">
                  <a:extLst>
                    <a:ext uri="{FF2B5EF4-FFF2-40B4-BE49-F238E27FC236}">
                      <a16:creationId xmlns:a16="http://schemas.microsoft.com/office/drawing/2014/main" id="{ABF3F3F3-8D3F-C844-B37A-7D114C84E538}"/>
                    </a:ext>
                  </a:extLst>
                </p14:cNvPr>
                <p14:cNvContentPartPr/>
                <p14:nvPr/>
              </p14:nvContentPartPr>
              <p14:xfrm>
                <a:off x="9361598" y="3892536"/>
                <a:ext cx="130680" cy="55440"/>
              </p14:xfrm>
            </p:contentPart>
          </mc:Choice>
          <mc:Fallback xmlns="">
            <p:pic>
              <p:nvPicPr>
                <p:cNvPr id="189" name="Ink 188">
                  <a:extLst>
                    <a:ext uri="{FF2B5EF4-FFF2-40B4-BE49-F238E27FC236}">
                      <a16:creationId xmlns:a16="http://schemas.microsoft.com/office/drawing/2014/main" id="{ABF3F3F3-8D3F-C844-B37A-7D114C84E538}"/>
                    </a:ext>
                  </a:extLst>
                </p:cNvPr>
                <p:cNvPicPr/>
                <p:nvPr/>
              </p:nvPicPr>
              <p:blipFill>
                <a:blip r:embed="rId69"/>
                <a:stretch>
                  <a:fillRect/>
                </a:stretch>
              </p:blipFill>
              <p:spPr>
                <a:xfrm>
                  <a:off x="9355478" y="3886416"/>
                  <a:ext cx="14292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90" name="Ink 189">
                  <a:extLst>
                    <a:ext uri="{FF2B5EF4-FFF2-40B4-BE49-F238E27FC236}">
                      <a16:creationId xmlns:a16="http://schemas.microsoft.com/office/drawing/2014/main" id="{470676D4-EE8C-2CE2-4349-0F6A2E7F2805}"/>
                    </a:ext>
                  </a:extLst>
                </p14:cNvPr>
                <p14:cNvContentPartPr/>
                <p14:nvPr/>
              </p14:nvContentPartPr>
              <p14:xfrm>
                <a:off x="9498398" y="3886416"/>
                <a:ext cx="225000" cy="263160"/>
              </p14:xfrm>
            </p:contentPart>
          </mc:Choice>
          <mc:Fallback xmlns="">
            <p:pic>
              <p:nvPicPr>
                <p:cNvPr id="190" name="Ink 189">
                  <a:extLst>
                    <a:ext uri="{FF2B5EF4-FFF2-40B4-BE49-F238E27FC236}">
                      <a16:creationId xmlns:a16="http://schemas.microsoft.com/office/drawing/2014/main" id="{470676D4-EE8C-2CE2-4349-0F6A2E7F2805}"/>
                    </a:ext>
                  </a:extLst>
                </p:cNvPr>
                <p:cNvPicPr/>
                <p:nvPr/>
              </p:nvPicPr>
              <p:blipFill>
                <a:blip r:embed="rId71"/>
                <a:stretch>
                  <a:fillRect/>
                </a:stretch>
              </p:blipFill>
              <p:spPr>
                <a:xfrm>
                  <a:off x="9492278" y="3880296"/>
                  <a:ext cx="237240" cy="275400"/>
                </a:xfrm>
                <a:prstGeom prst="rect">
                  <a:avLst/>
                </a:prstGeom>
              </p:spPr>
            </p:pic>
          </mc:Fallback>
        </mc:AlternateContent>
      </p:grpSp>
      <p:grpSp>
        <p:nvGrpSpPr>
          <p:cNvPr id="204" name="Group 203">
            <a:extLst>
              <a:ext uri="{FF2B5EF4-FFF2-40B4-BE49-F238E27FC236}">
                <a16:creationId xmlns:a16="http://schemas.microsoft.com/office/drawing/2014/main" id="{944E3EC1-88DE-CB66-71B4-87EA305A0C5E}"/>
              </a:ext>
            </a:extLst>
          </p:cNvPr>
          <p:cNvGrpSpPr/>
          <p:nvPr/>
        </p:nvGrpSpPr>
        <p:grpSpPr>
          <a:xfrm>
            <a:off x="5981558" y="3947256"/>
            <a:ext cx="2095560" cy="1869120"/>
            <a:chOff x="5981558" y="3947256"/>
            <a:chExt cx="2095560" cy="1869120"/>
          </a:xfrm>
        </p:grpSpPr>
        <mc:AlternateContent xmlns:mc="http://schemas.openxmlformats.org/markup-compatibility/2006" xmlns:p14="http://schemas.microsoft.com/office/powerpoint/2010/main">
          <mc:Choice Requires="p14">
            <p:contentPart p14:bwMode="auto" r:id="rId72">
              <p14:nvContentPartPr>
                <p14:cNvPr id="145" name="Ink 144">
                  <a:extLst>
                    <a:ext uri="{FF2B5EF4-FFF2-40B4-BE49-F238E27FC236}">
                      <a16:creationId xmlns:a16="http://schemas.microsoft.com/office/drawing/2014/main" id="{A6549108-4DAF-CD61-E08F-5017DA4A3383}"/>
                    </a:ext>
                  </a:extLst>
                </p14:cNvPr>
                <p14:cNvContentPartPr/>
                <p14:nvPr/>
              </p14:nvContentPartPr>
              <p14:xfrm>
                <a:off x="6016478" y="4364496"/>
                <a:ext cx="146520" cy="471600"/>
              </p14:xfrm>
            </p:contentPart>
          </mc:Choice>
          <mc:Fallback xmlns="">
            <p:pic>
              <p:nvPicPr>
                <p:cNvPr id="145" name="Ink 144">
                  <a:extLst>
                    <a:ext uri="{FF2B5EF4-FFF2-40B4-BE49-F238E27FC236}">
                      <a16:creationId xmlns:a16="http://schemas.microsoft.com/office/drawing/2014/main" id="{A6549108-4DAF-CD61-E08F-5017DA4A3383}"/>
                    </a:ext>
                  </a:extLst>
                </p:cNvPr>
                <p:cNvPicPr/>
                <p:nvPr/>
              </p:nvPicPr>
              <p:blipFill>
                <a:blip r:embed="rId73"/>
                <a:stretch>
                  <a:fillRect/>
                </a:stretch>
              </p:blipFill>
              <p:spPr>
                <a:xfrm>
                  <a:off x="6010358" y="4358376"/>
                  <a:ext cx="158760" cy="4838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46" name="Ink 145">
                  <a:extLst>
                    <a:ext uri="{FF2B5EF4-FFF2-40B4-BE49-F238E27FC236}">
                      <a16:creationId xmlns:a16="http://schemas.microsoft.com/office/drawing/2014/main" id="{0B703B3D-8A40-2A41-86FD-1EADF0B37577}"/>
                    </a:ext>
                  </a:extLst>
                </p14:cNvPr>
                <p14:cNvContentPartPr/>
                <p14:nvPr/>
              </p14:nvContentPartPr>
              <p14:xfrm>
                <a:off x="5981558" y="4444056"/>
                <a:ext cx="181800" cy="145440"/>
              </p14:xfrm>
            </p:contentPart>
          </mc:Choice>
          <mc:Fallback xmlns="">
            <p:pic>
              <p:nvPicPr>
                <p:cNvPr id="146" name="Ink 145">
                  <a:extLst>
                    <a:ext uri="{FF2B5EF4-FFF2-40B4-BE49-F238E27FC236}">
                      <a16:creationId xmlns:a16="http://schemas.microsoft.com/office/drawing/2014/main" id="{0B703B3D-8A40-2A41-86FD-1EADF0B37577}"/>
                    </a:ext>
                  </a:extLst>
                </p:cNvPr>
                <p:cNvPicPr/>
                <p:nvPr/>
              </p:nvPicPr>
              <p:blipFill>
                <a:blip r:embed="rId75"/>
                <a:stretch>
                  <a:fillRect/>
                </a:stretch>
              </p:blipFill>
              <p:spPr>
                <a:xfrm>
                  <a:off x="5975438" y="4437936"/>
                  <a:ext cx="19404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47" name="Ink 146">
                  <a:extLst>
                    <a:ext uri="{FF2B5EF4-FFF2-40B4-BE49-F238E27FC236}">
                      <a16:creationId xmlns:a16="http://schemas.microsoft.com/office/drawing/2014/main" id="{AB568671-9DF2-F3B1-9586-359C24835A56}"/>
                    </a:ext>
                  </a:extLst>
                </p14:cNvPr>
                <p14:cNvContentPartPr/>
                <p14:nvPr/>
              </p14:nvContentPartPr>
              <p14:xfrm>
                <a:off x="6195038" y="4382496"/>
                <a:ext cx="126000" cy="133920"/>
              </p14:xfrm>
            </p:contentPart>
          </mc:Choice>
          <mc:Fallback xmlns="">
            <p:pic>
              <p:nvPicPr>
                <p:cNvPr id="147" name="Ink 146">
                  <a:extLst>
                    <a:ext uri="{FF2B5EF4-FFF2-40B4-BE49-F238E27FC236}">
                      <a16:creationId xmlns:a16="http://schemas.microsoft.com/office/drawing/2014/main" id="{AB568671-9DF2-F3B1-9586-359C24835A56}"/>
                    </a:ext>
                  </a:extLst>
                </p:cNvPr>
                <p:cNvPicPr/>
                <p:nvPr/>
              </p:nvPicPr>
              <p:blipFill>
                <a:blip r:embed="rId77"/>
                <a:stretch>
                  <a:fillRect/>
                </a:stretch>
              </p:blipFill>
              <p:spPr>
                <a:xfrm>
                  <a:off x="6188918" y="4376376"/>
                  <a:ext cx="13824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48" name="Ink 147">
                  <a:extLst>
                    <a:ext uri="{FF2B5EF4-FFF2-40B4-BE49-F238E27FC236}">
                      <a16:creationId xmlns:a16="http://schemas.microsoft.com/office/drawing/2014/main" id="{B34537E1-1BF7-80FD-46F7-3FDB31E8A6A6}"/>
                    </a:ext>
                  </a:extLst>
                </p14:cNvPr>
                <p14:cNvContentPartPr/>
                <p14:nvPr/>
              </p14:nvContentPartPr>
              <p14:xfrm>
                <a:off x="6350558" y="4325616"/>
                <a:ext cx="158040" cy="336600"/>
              </p14:xfrm>
            </p:contentPart>
          </mc:Choice>
          <mc:Fallback xmlns="">
            <p:pic>
              <p:nvPicPr>
                <p:cNvPr id="148" name="Ink 147">
                  <a:extLst>
                    <a:ext uri="{FF2B5EF4-FFF2-40B4-BE49-F238E27FC236}">
                      <a16:creationId xmlns:a16="http://schemas.microsoft.com/office/drawing/2014/main" id="{B34537E1-1BF7-80FD-46F7-3FDB31E8A6A6}"/>
                    </a:ext>
                  </a:extLst>
                </p:cNvPr>
                <p:cNvPicPr/>
                <p:nvPr/>
              </p:nvPicPr>
              <p:blipFill>
                <a:blip r:embed="rId79"/>
                <a:stretch>
                  <a:fillRect/>
                </a:stretch>
              </p:blipFill>
              <p:spPr>
                <a:xfrm>
                  <a:off x="6344438" y="4319496"/>
                  <a:ext cx="170280" cy="3488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49" name="Ink 148">
                  <a:extLst>
                    <a:ext uri="{FF2B5EF4-FFF2-40B4-BE49-F238E27FC236}">
                      <a16:creationId xmlns:a16="http://schemas.microsoft.com/office/drawing/2014/main" id="{8E231202-3EB1-EF21-81D1-8BD77C275533}"/>
                    </a:ext>
                  </a:extLst>
                </p14:cNvPr>
                <p14:cNvContentPartPr/>
                <p14:nvPr/>
              </p14:nvContentPartPr>
              <p14:xfrm>
                <a:off x="6385838" y="4302216"/>
                <a:ext cx="96120" cy="115920"/>
              </p14:xfrm>
            </p:contentPart>
          </mc:Choice>
          <mc:Fallback xmlns="">
            <p:pic>
              <p:nvPicPr>
                <p:cNvPr id="149" name="Ink 148">
                  <a:extLst>
                    <a:ext uri="{FF2B5EF4-FFF2-40B4-BE49-F238E27FC236}">
                      <a16:creationId xmlns:a16="http://schemas.microsoft.com/office/drawing/2014/main" id="{8E231202-3EB1-EF21-81D1-8BD77C275533}"/>
                    </a:ext>
                  </a:extLst>
                </p:cNvPr>
                <p:cNvPicPr/>
                <p:nvPr/>
              </p:nvPicPr>
              <p:blipFill>
                <a:blip r:embed="rId81"/>
                <a:stretch>
                  <a:fillRect/>
                </a:stretch>
              </p:blipFill>
              <p:spPr>
                <a:xfrm>
                  <a:off x="6379718" y="4296096"/>
                  <a:ext cx="10836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50" name="Ink 149">
                  <a:extLst>
                    <a:ext uri="{FF2B5EF4-FFF2-40B4-BE49-F238E27FC236}">
                      <a16:creationId xmlns:a16="http://schemas.microsoft.com/office/drawing/2014/main" id="{9AAEE78F-FF4B-078D-2939-13AB67632B39}"/>
                    </a:ext>
                  </a:extLst>
                </p14:cNvPr>
                <p14:cNvContentPartPr/>
                <p14:nvPr/>
              </p14:nvContentPartPr>
              <p14:xfrm>
                <a:off x="6525158" y="4270176"/>
                <a:ext cx="174240" cy="91080"/>
              </p14:xfrm>
            </p:contentPart>
          </mc:Choice>
          <mc:Fallback xmlns="">
            <p:pic>
              <p:nvPicPr>
                <p:cNvPr id="150" name="Ink 149">
                  <a:extLst>
                    <a:ext uri="{FF2B5EF4-FFF2-40B4-BE49-F238E27FC236}">
                      <a16:creationId xmlns:a16="http://schemas.microsoft.com/office/drawing/2014/main" id="{9AAEE78F-FF4B-078D-2939-13AB67632B39}"/>
                    </a:ext>
                  </a:extLst>
                </p:cNvPr>
                <p:cNvPicPr/>
                <p:nvPr/>
              </p:nvPicPr>
              <p:blipFill>
                <a:blip r:embed="rId83"/>
                <a:stretch>
                  <a:fillRect/>
                </a:stretch>
              </p:blipFill>
              <p:spPr>
                <a:xfrm>
                  <a:off x="6519038" y="4264056"/>
                  <a:ext cx="18648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51" name="Ink 150">
                  <a:extLst>
                    <a:ext uri="{FF2B5EF4-FFF2-40B4-BE49-F238E27FC236}">
                      <a16:creationId xmlns:a16="http://schemas.microsoft.com/office/drawing/2014/main" id="{894627D4-5F65-5DB5-B7BC-10E070960108}"/>
                    </a:ext>
                  </a:extLst>
                </p14:cNvPr>
                <p14:cNvContentPartPr/>
                <p14:nvPr/>
              </p14:nvContentPartPr>
              <p14:xfrm>
                <a:off x="6683918" y="4120776"/>
                <a:ext cx="114480" cy="198360"/>
              </p14:xfrm>
            </p:contentPart>
          </mc:Choice>
          <mc:Fallback xmlns="">
            <p:pic>
              <p:nvPicPr>
                <p:cNvPr id="151" name="Ink 150">
                  <a:extLst>
                    <a:ext uri="{FF2B5EF4-FFF2-40B4-BE49-F238E27FC236}">
                      <a16:creationId xmlns:a16="http://schemas.microsoft.com/office/drawing/2014/main" id="{894627D4-5F65-5DB5-B7BC-10E070960108}"/>
                    </a:ext>
                  </a:extLst>
                </p:cNvPr>
                <p:cNvPicPr/>
                <p:nvPr/>
              </p:nvPicPr>
              <p:blipFill>
                <a:blip r:embed="rId85"/>
                <a:stretch>
                  <a:fillRect/>
                </a:stretch>
              </p:blipFill>
              <p:spPr>
                <a:xfrm>
                  <a:off x="6677798" y="4114656"/>
                  <a:ext cx="12672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52" name="Ink 151">
                  <a:extLst>
                    <a:ext uri="{FF2B5EF4-FFF2-40B4-BE49-F238E27FC236}">
                      <a16:creationId xmlns:a16="http://schemas.microsoft.com/office/drawing/2014/main" id="{AA1DA4BA-83C9-205D-0AA0-BCB16C888659}"/>
                    </a:ext>
                  </a:extLst>
                </p14:cNvPr>
                <p14:cNvContentPartPr/>
                <p14:nvPr/>
              </p14:nvContentPartPr>
              <p14:xfrm>
                <a:off x="6826118" y="4198176"/>
                <a:ext cx="149040" cy="90000"/>
              </p14:xfrm>
            </p:contentPart>
          </mc:Choice>
          <mc:Fallback xmlns="">
            <p:pic>
              <p:nvPicPr>
                <p:cNvPr id="152" name="Ink 151">
                  <a:extLst>
                    <a:ext uri="{FF2B5EF4-FFF2-40B4-BE49-F238E27FC236}">
                      <a16:creationId xmlns:a16="http://schemas.microsoft.com/office/drawing/2014/main" id="{AA1DA4BA-83C9-205D-0AA0-BCB16C888659}"/>
                    </a:ext>
                  </a:extLst>
                </p:cNvPr>
                <p:cNvPicPr/>
                <p:nvPr/>
              </p:nvPicPr>
              <p:blipFill>
                <a:blip r:embed="rId87"/>
                <a:stretch>
                  <a:fillRect/>
                </a:stretch>
              </p:blipFill>
              <p:spPr>
                <a:xfrm>
                  <a:off x="6819998" y="4192056"/>
                  <a:ext cx="16128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53" name="Ink 152">
                  <a:extLst>
                    <a:ext uri="{FF2B5EF4-FFF2-40B4-BE49-F238E27FC236}">
                      <a16:creationId xmlns:a16="http://schemas.microsoft.com/office/drawing/2014/main" id="{2E9513B4-F328-03FD-2DE9-7D925A88F4C3}"/>
                    </a:ext>
                  </a:extLst>
                </p14:cNvPr>
                <p14:cNvContentPartPr/>
                <p14:nvPr/>
              </p14:nvContentPartPr>
              <p14:xfrm>
                <a:off x="6933398" y="4063536"/>
                <a:ext cx="262080" cy="146520"/>
              </p14:xfrm>
            </p:contentPart>
          </mc:Choice>
          <mc:Fallback xmlns="">
            <p:pic>
              <p:nvPicPr>
                <p:cNvPr id="153" name="Ink 152">
                  <a:extLst>
                    <a:ext uri="{FF2B5EF4-FFF2-40B4-BE49-F238E27FC236}">
                      <a16:creationId xmlns:a16="http://schemas.microsoft.com/office/drawing/2014/main" id="{2E9513B4-F328-03FD-2DE9-7D925A88F4C3}"/>
                    </a:ext>
                  </a:extLst>
                </p:cNvPr>
                <p:cNvPicPr/>
                <p:nvPr/>
              </p:nvPicPr>
              <p:blipFill>
                <a:blip r:embed="rId89"/>
                <a:stretch>
                  <a:fillRect/>
                </a:stretch>
              </p:blipFill>
              <p:spPr>
                <a:xfrm>
                  <a:off x="6927278" y="4057416"/>
                  <a:ext cx="27432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54" name="Ink 153">
                  <a:extLst>
                    <a:ext uri="{FF2B5EF4-FFF2-40B4-BE49-F238E27FC236}">
                      <a16:creationId xmlns:a16="http://schemas.microsoft.com/office/drawing/2014/main" id="{C8070C35-5A91-2EA1-DC22-AB03BFA59687}"/>
                    </a:ext>
                  </a:extLst>
                </p14:cNvPr>
                <p14:cNvContentPartPr/>
                <p14:nvPr/>
              </p14:nvContentPartPr>
              <p14:xfrm>
                <a:off x="7084238" y="4003416"/>
                <a:ext cx="43560" cy="27000"/>
              </p14:xfrm>
            </p:contentPart>
          </mc:Choice>
          <mc:Fallback xmlns="">
            <p:pic>
              <p:nvPicPr>
                <p:cNvPr id="154" name="Ink 153">
                  <a:extLst>
                    <a:ext uri="{FF2B5EF4-FFF2-40B4-BE49-F238E27FC236}">
                      <a16:creationId xmlns:a16="http://schemas.microsoft.com/office/drawing/2014/main" id="{C8070C35-5A91-2EA1-DC22-AB03BFA59687}"/>
                    </a:ext>
                  </a:extLst>
                </p:cNvPr>
                <p:cNvPicPr/>
                <p:nvPr/>
              </p:nvPicPr>
              <p:blipFill>
                <a:blip r:embed="rId91"/>
                <a:stretch>
                  <a:fillRect/>
                </a:stretch>
              </p:blipFill>
              <p:spPr>
                <a:xfrm>
                  <a:off x="7078118" y="3997296"/>
                  <a:ext cx="5580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55" name="Ink 154">
                  <a:extLst>
                    <a:ext uri="{FF2B5EF4-FFF2-40B4-BE49-F238E27FC236}">
                      <a16:creationId xmlns:a16="http://schemas.microsoft.com/office/drawing/2014/main" id="{7C5DF128-D99E-8661-6F91-07A45AD844B6}"/>
                    </a:ext>
                  </a:extLst>
                </p14:cNvPr>
                <p14:cNvContentPartPr/>
                <p14:nvPr/>
              </p14:nvContentPartPr>
              <p14:xfrm>
                <a:off x="7227878" y="3947256"/>
                <a:ext cx="308880" cy="169560"/>
              </p14:xfrm>
            </p:contentPart>
          </mc:Choice>
          <mc:Fallback xmlns="">
            <p:pic>
              <p:nvPicPr>
                <p:cNvPr id="155" name="Ink 154">
                  <a:extLst>
                    <a:ext uri="{FF2B5EF4-FFF2-40B4-BE49-F238E27FC236}">
                      <a16:creationId xmlns:a16="http://schemas.microsoft.com/office/drawing/2014/main" id="{7C5DF128-D99E-8661-6F91-07A45AD844B6}"/>
                    </a:ext>
                  </a:extLst>
                </p:cNvPr>
                <p:cNvPicPr/>
                <p:nvPr/>
              </p:nvPicPr>
              <p:blipFill>
                <a:blip r:embed="rId93"/>
                <a:stretch>
                  <a:fillRect/>
                </a:stretch>
              </p:blipFill>
              <p:spPr>
                <a:xfrm>
                  <a:off x="7221758" y="3941136"/>
                  <a:ext cx="32112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56" name="Ink 155">
                  <a:extLst>
                    <a:ext uri="{FF2B5EF4-FFF2-40B4-BE49-F238E27FC236}">
                      <a16:creationId xmlns:a16="http://schemas.microsoft.com/office/drawing/2014/main" id="{94CBAFB3-F5D3-D655-F826-4C9002A95653}"/>
                    </a:ext>
                  </a:extLst>
                </p14:cNvPr>
                <p14:cNvContentPartPr/>
                <p14:nvPr/>
              </p14:nvContentPartPr>
              <p14:xfrm>
                <a:off x="6695438" y="4698576"/>
                <a:ext cx="141120" cy="447480"/>
              </p14:xfrm>
            </p:contentPart>
          </mc:Choice>
          <mc:Fallback xmlns="">
            <p:pic>
              <p:nvPicPr>
                <p:cNvPr id="156" name="Ink 155">
                  <a:extLst>
                    <a:ext uri="{FF2B5EF4-FFF2-40B4-BE49-F238E27FC236}">
                      <a16:creationId xmlns:a16="http://schemas.microsoft.com/office/drawing/2014/main" id="{94CBAFB3-F5D3-D655-F826-4C9002A95653}"/>
                    </a:ext>
                  </a:extLst>
                </p:cNvPr>
                <p:cNvPicPr/>
                <p:nvPr/>
              </p:nvPicPr>
              <p:blipFill>
                <a:blip r:embed="rId95"/>
                <a:stretch>
                  <a:fillRect/>
                </a:stretch>
              </p:blipFill>
              <p:spPr>
                <a:xfrm>
                  <a:off x="6689318" y="4692456"/>
                  <a:ext cx="153360" cy="4597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57" name="Ink 156">
                  <a:extLst>
                    <a:ext uri="{FF2B5EF4-FFF2-40B4-BE49-F238E27FC236}">
                      <a16:creationId xmlns:a16="http://schemas.microsoft.com/office/drawing/2014/main" id="{200DF106-A20C-0162-518C-EF3508F28B9C}"/>
                    </a:ext>
                  </a:extLst>
                </p14:cNvPr>
                <p14:cNvContentPartPr/>
                <p14:nvPr/>
              </p14:nvContentPartPr>
              <p14:xfrm>
                <a:off x="6689318" y="4788216"/>
                <a:ext cx="143640" cy="137880"/>
              </p14:xfrm>
            </p:contentPart>
          </mc:Choice>
          <mc:Fallback xmlns="">
            <p:pic>
              <p:nvPicPr>
                <p:cNvPr id="157" name="Ink 156">
                  <a:extLst>
                    <a:ext uri="{FF2B5EF4-FFF2-40B4-BE49-F238E27FC236}">
                      <a16:creationId xmlns:a16="http://schemas.microsoft.com/office/drawing/2014/main" id="{200DF106-A20C-0162-518C-EF3508F28B9C}"/>
                    </a:ext>
                  </a:extLst>
                </p:cNvPr>
                <p:cNvPicPr/>
                <p:nvPr/>
              </p:nvPicPr>
              <p:blipFill>
                <a:blip r:embed="rId97"/>
                <a:stretch>
                  <a:fillRect/>
                </a:stretch>
              </p:blipFill>
              <p:spPr>
                <a:xfrm>
                  <a:off x="6683198" y="4782096"/>
                  <a:ext cx="15588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59" name="Ink 158">
                  <a:extLst>
                    <a:ext uri="{FF2B5EF4-FFF2-40B4-BE49-F238E27FC236}">
                      <a16:creationId xmlns:a16="http://schemas.microsoft.com/office/drawing/2014/main" id="{4D405221-A7C8-21AD-16EE-28B984EEB159}"/>
                    </a:ext>
                  </a:extLst>
                </p14:cNvPr>
                <p14:cNvContentPartPr/>
                <p14:nvPr/>
              </p14:nvContentPartPr>
              <p14:xfrm>
                <a:off x="6844838" y="4735656"/>
                <a:ext cx="317520" cy="122760"/>
              </p14:xfrm>
            </p:contentPart>
          </mc:Choice>
          <mc:Fallback xmlns="">
            <p:pic>
              <p:nvPicPr>
                <p:cNvPr id="159" name="Ink 158">
                  <a:extLst>
                    <a:ext uri="{FF2B5EF4-FFF2-40B4-BE49-F238E27FC236}">
                      <a16:creationId xmlns:a16="http://schemas.microsoft.com/office/drawing/2014/main" id="{4D405221-A7C8-21AD-16EE-28B984EEB159}"/>
                    </a:ext>
                  </a:extLst>
                </p:cNvPr>
                <p:cNvPicPr/>
                <p:nvPr/>
              </p:nvPicPr>
              <p:blipFill>
                <a:blip r:embed="rId99"/>
                <a:stretch>
                  <a:fillRect/>
                </a:stretch>
              </p:blipFill>
              <p:spPr>
                <a:xfrm>
                  <a:off x="6838718" y="4729536"/>
                  <a:ext cx="32976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60" name="Ink 159">
                  <a:extLst>
                    <a:ext uri="{FF2B5EF4-FFF2-40B4-BE49-F238E27FC236}">
                      <a16:creationId xmlns:a16="http://schemas.microsoft.com/office/drawing/2014/main" id="{020FD7A3-A742-3EF5-B133-EC4FE0FE57BA}"/>
                    </a:ext>
                  </a:extLst>
                </p14:cNvPr>
                <p14:cNvContentPartPr/>
                <p14:nvPr/>
              </p14:nvContentPartPr>
              <p14:xfrm>
                <a:off x="7126718" y="4705416"/>
                <a:ext cx="140040" cy="57600"/>
              </p14:xfrm>
            </p:contentPart>
          </mc:Choice>
          <mc:Fallback xmlns="">
            <p:pic>
              <p:nvPicPr>
                <p:cNvPr id="160" name="Ink 159">
                  <a:extLst>
                    <a:ext uri="{FF2B5EF4-FFF2-40B4-BE49-F238E27FC236}">
                      <a16:creationId xmlns:a16="http://schemas.microsoft.com/office/drawing/2014/main" id="{020FD7A3-A742-3EF5-B133-EC4FE0FE57BA}"/>
                    </a:ext>
                  </a:extLst>
                </p:cNvPr>
                <p:cNvPicPr/>
                <p:nvPr/>
              </p:nvPicPr>
              <p:blipFill>
                <a:blip r:embed="rId101"/>
                <a:stretch>
                  <a:fillRect/>
                </a:stretch>
              </p:blipFill>
              <p:spPr>
                <a:xfrm>
                  <a:off x="7120598" y="4699296"/>
                  <a:ext cx="15228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61" name="Ink 160">
                  <a:extLst>
                    <a:ext uri="{FF2B5EF4-FFF2-40B4-BE49-F238E27FC236}">
                      <a16:creationId xmlns:a16="http://schemas.microsoft.com/office/drawing/2014/main" id="{2D6520C1-292E-A93D-AE05-DAA97B2E1105}"/>
                    </a:ext>
                  </a:extLst>
                </p14:cNvPr>
                <p14:cNvContentPartPr/>
                <p14:nvPr/>
              </p14:nvContentPartPr>
              <p14:xfrm>
                <a:off x="7268198" y="4598136"/>
                <a:ext cx="316800" cy="141840"/>
              </p14:xfrm>
            </p:contentPart>
          </mc:Choice>
          <mc:Fallback xmlns="">
            <p:pic>
              <p:nvPicPr>
                <p:cNvPr id="161" name="Ink 160">
                  <a:extLst>
                    <a:ext uri="{FF2B5EF4-FFF2-40B4-BE49-F238E27FC236}">
                      <a16:creationId xmlns:a16="http://schemas.microsoft.com/office/drawing/2014/main" id="{2D6520C1-292E-A93D-AE05-DAA97B2E1105}"/>
                    </a:ext>
                  </a:extLst>
                </p:cNvPr>
                <p:cNvPicPr/>
                <p:nvPr/>
              </p:nvPicPr>
              <p:blipFill>
                <a:blip r:embed="rId103"/>
                <a:stretch>
                  <a:fillRect/>
                </a:stretch>
              </p:blipFill>
              <p:spPr>
                <a:xfrm>
                  <a:off x="7262078" y="4592016"/>
                  <a:ext cx="32904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62" name="Ink 161">
                  <a:extLst>
                    <a:ext uri="{FF2B5EF4-FFF2-40B4-BE49-F238E27FC236}">
                      <a16:creationId xmlns:a16="http://schemas.microsoft.com/office/drawing/2014/main" id="{206AD678-DE2E-897E-A89D-A1F3155B1CC8}"/>
                    </a:ext>
                  </a:extLst>
                </p14:cNvPr>
                <p14:cNvContentPartPr/>
                <p14:nvPr/>
              </p14:nvContentPartPr>
              <p14:xfrm>
                <a:off x="7545038" y="4454856"/>
                <a:ext cx="87120" cy="191880"/>
              </p14:xfrm>
            </p:contentPart>
          </mc:Choice>
          <mc:Fallback xmlns="">
            <p:pic>
              <p:nvPicPr>
                <p:cNvPr id="162" name="Ink 161">
                  <a:extLst>
                    <a:ext uri="{FF2B5EF4-FFF2-40B4-BE49-F238E27FC236}">
                      <a16:creationId xmlns:a16="http://schemas.microsoft.com/office/drawing/2014/main" id="{206AD678-DE2E-897E-A89D-A1F3155B1CC8}"/>
                    </a:ext>
                  </a:extLst>
                </p:cNvPr>
                <p:cNvPicPr/>
                <p:nvPr/>
              </p:nvPicPr>
              <p:blipFill>
                <a:blip r:embed="rId105"/>
                <a:stretch>
                  <a:fillRect/>
                </a:stretch>
              </p:blipFill>
              <p:spPr>
                <a:xfrm>
                  <a:off x="7538918" y="4448736"/>
                  <a:ext cx="9936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63" name="Ink 162">
                  <a:extLst>
                    <a:ext uri="{FF2B5EF4-FFF2-40B4-BE49-F238E27FC236}">
                      <a16:creationId xmlns:a16="http://schemas.microsoft.com/office/drawing/2014/main" id="{C9A3E3DF-3D21-D70F-BF6C-AB7E95FEB88F}"/>
                    </a:ext>
                  </a:extLst>
                </p14:cNvPr>
                <p14:cNvContentPartPr/>
                <p14:nvPr/>
              </p14:nvContentPartPr>
              <p14:xfrm>
                <a:off x="7550078" y="4518216"/>
                <a:ext cx="332640" cy="131400"/>
              </p14:xfrm>
            </p:contentPart>
          </mc:Choice>
          <mc:Fallback xmlns="">
            <p:pic>
              <p:nvPicPr>
                <p:cNvPr id="163" name="Ink 162">
                  <a:extLst>
                    <a:ext uri="{FF2B5EF4-FFF2-40B4-BE49-F238E27FC236}">
                      <a16:creationId xmlns:a16="http://schemas.microsoft.com/office/drawing/2014/main" id="{C9A3E3DF-3D21-D70F-BF6C-AB7E95FEB88F}"/>
                    </a:ext>
                  </a:extLst>
                </p:cNvPr>
                <p:cNvPicPr/>
                <p:nvPr/>
              </p:nvPicPr>
              <p:blipFill>
                <a:blip r:embed="rId107"/>
                <a:stretch>
                  <a:fillRect/>
                </a:stretch>
              </p:blipFill>
              <p:spPr>
                <a:xfrm>
                  <a:off x="7543958" y="4512096"/>
                  <a:ext cx="34488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92" name="Ink 191">
                  <a:extLst>
                    <a:ext uri="{FF2B5EF4-FFF2-40B4-BE49-F238E27FC236}">
                      <a16:creationId xmlns:a16="http://schemas.microsoft.com/office/drawing/2014/main" id="{195320A7-E953-A552-A777-74B81E70FC51}"/>
                    </a:ext>
                  </a:extLst>
                </p14:cNvPr>
                <p14:cNvContentPartPr/>
                <p14:nvPr/>
              </p14:nvContentPartPr>
              <p14:xfrm>
                <a:off x="6989918" y="5123376"/>
                <a:ext cx="210960" cy="296280"/>
              </p14:xfrm>
            </p:contentPart>
          </mc:Choice>
          <mc:Fallback xmlns="">
            <p:pic>
              <p:nvPicPr>
                <p:cNvPr id="192" name="Ink 191">
                  <a:extLst>
                    <a:ext uri="{FF2B5EF4-FFF2-40B4-BE49-F238E27FC236}">
                      <a16:creationId xmlns:a16="http://schemas.microsoft.com/office/drawing/2014/main" id="{195320A7-E953-A552-A777-74B81E70FC51}"/>
                    </a:ext>
                  </a:extLst>
                </p:cNvPr>
                <p:cNvPicPr/>
                <p:nvPr/>
              </p:nvPicPr>
              <p:blipFill>
                <a:blip r:embed="rId109"/>
                <a:stretch>
                  <a:fillRect/>
                </a:stretch>
              </p:blipFill>
              <p:spPr>
                <a:xfrm>
                  <a:off x="6983798" y="5117256"/>
                  <a:ext cx="223200" cy="3085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93" name="Ink 192">
                  <a:extLst>
                    <a:ext uri="{FF2B5EF4-FFF2-40B4-BE49-F238E27FC236}">
                      <a16:creationId xmlns:a16="http://schemas.microsoft.com/office/drawing/2014/main" id="{8FD2F1AE-ECD2-5660-5595-2E71ACC20BF2}"/>
                    </a:ext>
                  </a:extLst>
                </p14:cNvPr>
                <p14:cNvContentPartPr/>
                <p14:nvPr/>
              </p14:nvContentPartPr>
              <p14:xfrm>
                <a:off x="7228598" y="5166576"/>
                <a:ext cx="53640" cy="66240"/>
              </p14:xfrm>
            </p:contentPart>
          </mc:Choice>
          <mc:Fallback xmlns="">
            <p:pic>
              <p:nvPicPr>
                <p:cNvPr id="193" name="Ink 192">
                  <a:extLst>
                    <a:ext uri="{FF2B5EF4-FFF2-40B4-BE49-F238E27FC236}">
                      <a16:creationId xmlns:a16="http://schemas.microsoft.com/office/drawing/2014/main" id="{8FD2F1AE-ECD2-5660-5595-2E71ACC20BF2}"/>
                    </a:ext>
                  </a:extLst>
                </p:cNvPr>
                <p:cNvPicPr/>
                <p:nvPr/>
              </p:nvPicPr>
              <p:blipFill>
                <a:blip r:embed="rId111"/>
                <a:stretch>
                  <a:fillRect/>
                </a:stretch>
              </p:blipFill>
              <p:spPr>
                <a:xfrm>
                  <a:off x="7222478" y="5160456"/>
                  <a:ext cx="6588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94" name="Ink 193">
                  <a:extLst>
                    <a:ext uri="{FF2B5EF4-FFF2-40B4-BE49-F238E27FC236}">
                      <a16:creationId xmlns:a16="http://schemas.microsoft.com/office/drawing/2014/main" id="{BBC6D8F5-45A5-0155-7968-7CB792CE4E23}"/>
                    </a:ext>
                  </a:extLst>
                </p14:cNvPr>
                <p14:cNvContentPartPr/>
                <p14:nvPr/>
              </p14:nvContentPartPr>
              <p14:xfrm>
                <a:off x="7327958" y="5156856"/>
                <a:ext cx="32760" cy="113760"/>
              </p14:xfrm>
            </p:contentPart>
          </mc:Choice>
          <mc:Fallback xmlns="">
            <p:pic>
              <p:nvPicPr>
                <p:cNvPr id="194" name="Ink 193">
                  <a:extLst>
                    <a:ext uri="{FF2B5EF4-FFF2-40B4-BE49-F238E27FC236}">
                      <a16:creationId xmlns:a16="http://schemas.microsoft.com/office/drawing/2014/main" id="{BBC6D8F5-45A5-0155-7968-7CB792CE4E23}"/>
                    </a:ext>
                  </a:extLst>
                </p:cNvPr>
                <p:cNvPicPr/>
                <p:nvPr/>
              </p:nvPicPr>
              <p:blipFill>
                <a:blip r:embed="rId113"/>
                <a:stretch>
                  <a:fillRect/>
                </a:stretch>
              </p:blipFill>
              <p:spPr>
                <a:xfrm>
                  <a:off x="7321838" y="5150736"/>
                  <a:ext cx="45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95" name="Ink 194">
                  <a:extLst>
                    <a:ext uri="{FF2B5EF4-FFF2-40B4-BE49-F238E27FC236}">
                      <a16:creationId xmlns:a16="http://schemas.microsoft.com/office/drawing/2014/main" id="{CB7B5329-9CDA-8A84-CA1C-D8E2A4176377}"/>
                    </a:ext>
                  </a:extLst>
                </p14:cNvPr>
                <p14:cNvContentPartPr/>
                <p14:nvPr/>
              </p14:nvContentPartPr>
              <p14:xfrm>
                <a:off x="7330118" y="4837176"/>
                <a:ext cx="303120" cy="258120"/>
              </p14:xfrm>
            </p:contentPart>
          </mc:Choice>
          <mc:Fallback xmlns="">
            <p:pic>
              <p:nvPicPr>
                <p:cNvPr id="195" name="Ink 194">
                  <a:extLst>
                    <a:ext uri="{FF2B5EF4-FFF2-40B4-BE49-F238E27FC236}">
                      <a16:creationId xmlns:a16="http://schemas.microsoft.com/office/drawing/2014/main" id="{CB7B5329-9CDA-8A84-CA1C-D8E2A4176377}"/>
                    </a:ext>
                  </a:extLst>
                </p:cNvPr>
                <p:cNvPicPr/>
                <p:nvPr/>
              </p:nvPicPr>
              <p:blipFill>
                <a:blip r:embed="rId115"/>
                <a:stretch>
                  <a:fillRect/>
                </a:stretch>
              </p:blipFill>
              <p:spPr>
                <a:xfrm>
                  <a:off x="7323998" y="4831056"/>
                  <a:ext cx="31536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96" name="Ink 195">
                  <a:extLst>
                    <a:ext uri="{FF2B5EF4-FFF2-40B4-BE49-F238E27FC236}">
                      <a16:creationId xmlns:a16="http://schemas.microsoft.com/office/drawing/2014/main" id="{B5727471-4A97-BF78-CE7A-8ABE12893D71}"/>
                    </a:ext>
                  </a:extLst>
                </p14:cNvPr>
                <p14:cNvContentPartPr/>
                <p14:nvPr/>
              </p14:nvContentPartPr>
              <p14:xfrm>
                <a:off x="7615958" y="4997736"/>
                <a:ext cx="43560" cy="120960"/>
              </p14:xfrm>
            </p:contentPart>
          </mc:Choice>
          <mc:Fallback xmlns="">
            <p:pic>
              <p:nvPicPr>
                <p:cNvPr id="196" name="Ink 195">
                  <a:extLst>
                    <a:ext uri="{FF2B5EF4-FFF2-40B4-BE49-F238E27FC236}">
                      <a16:creationId xmlns:a16="http://schemas.microsoft.com/office/drawing/2014/main" id="{B5727471-4A97-BF78-CE7A-8ABE12893D71}"/>
                    </a:ext>
                  </a:extLst>
                </p:cNvPr>
                <p:cNvPicPr/>
                <p:nvPr/>
              </p:nvPicPr>
              <p:blipFill>
                <a:blip r:embed="rId117"/>
                <a:stretch>
                  <a:fillRect/>
                </a:stretch>
              </p:blipFill>
              <p:spPr>
                <a:xfrm>
                  <a:off x="7609838" y="4991616"/>
                  <a:ext cx="5580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98" name="Ink 197">
                  <a:extLst>
                    <a:ext uri="{FF2B5EF4-FFF2-40B4-BE49-F238E27FC236}">
                      <a16:creationId xmlns:a16="http://schemas.microsoft.com/office/drawing/2014/main" id="{B2E22B52-BE34-21F1-5814-9E85D673C007}"/>
                    </a:ext>
                  </a:extLst>
                </p14:cNvPr>
                <p14:cNvContentPartPr/>
                <p14:nvPr/>
              </p14:nvContentPartPr>
              <p14:xfrm>
                <a:off x="7648718" y="4969656"/>
                <a:ext cx="61200" cy="110520"/>
              </p14:xfrm>
            </p:contentPart>
          </mc:Choice>
          <mc:Fallback xmlns="">
            <p:pic>
              <p:nvPicPr>
                <p:cNvPr id="198" name="Ink 197">
                  <a:extLst>
                    <a:ext uri="{FF2B5EF4-FFF2-40B4-BE49-F238E27FC236}">
                      <a16:creationId xmlns:a16="http://schemas.microsoft.com/office/drawing/2014/main" id="{B2E22B52-BE34-21F1-5814-9E85D673C007}"/>
                    </a:ext>
                  </a:extLst>
                </p:cNvPr>
                <p:cNvPicPr/>
                <p:nvPr/>
              </p:nvPicPr>
              <p:blipFill>
                <a:blip r:embed="rId119"/>
                <a:stretch>
                  <a:fillRect/>
                </a:stretch>
              </p:blipFill>
              <p:spPr>
                <a:xfrm>
                  <a:off x="7642598" y="4963536"/>
                  <a:ext cx="7344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99" name="Ink 198">
                  <a:extLst>
                    <a:ext uri="{FF2B5EF4-FFF2-40B4-BE49-F238E27FC236}">
                      <a16:creationId xmlns:a16="http://schemas.microsoft.com/office/drawing/2014/main" id="{58A60CAE-BE74-5DB7-DAA0-2EB966E90A83}"/>
                    </a:ext>
                  </a:extLst>
                </p14:cNvPr>
                <p14:cNvContentPartPr/>
                <p14:nvPr/>
              </p14:nvContentPartPr>
              <p14:xfrm>
                <a:off x="7111598" y="5551416"/>
                <a:ext cx="335520" cy="264960"/>
              </p14:xfrm>
            </p:contentPart>
          </mc:Choice>
          <mc:Fallback xmlns="">
            <p:pic>
              <p:nvPicPr>
                <p:cNvPr id="199" name="Ink 198">
                  <a:extLst>
                    <a:ext uri="{FF2B5EF4-FFF2-40B4-BE49-F238E27FC236}">
                      <a16:creationId xmlns:a16="http://schemas.microsoft.com/office/drawing/2014/main" id="{58A60CAE-BE74-5DB7-DAA0-2EB966E90A83}"/>
                    </a:ext>
                  </a:extLst>
                </p:cNvPr>
                <p:cNvPicPr/>
                <p:nvPr/>
              </p:nvPicPr>
              <p:blipFill>
                <a:blip r:embed="rId121"/>
                <a:stretch>
                  <a:fillRect/>
                </a:stretch>
              </p:blipFill>
              <p:spPr>
                <a:xfrm>
                  <a:off x="7105478" y="5545296"/>
                  <a:ext cx="34776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200" name="Ink 199">
                  <a:extLst>
                    <a:ext uri="{FF2B5EF4-FFF2-40B4-BE49-F238E27FC236}">
                      <a16:creationId xmlns:a16="http://schemas.microsoft.com/office/drawing/2014/main" id="{7CC912B4-0E2F-FFFF-D1C3-79432B34A7D5}"/>
                    </a:ext>
                  </a:extLst>
                </p14:cNvPr>
                <p14:cNvContentPartPr/>
                <p14:nvPr/>
              </p14:nvContentPartPr>
              <p14:xfrm>
                <a:off x="7466198" y="5594976"/>
                <a:ext cx="19800" cy="127440"/>
              </p14:xfrm>
            </p:contentPart>
          </mc:Choice>
          <mc:Fallback xmlns="">
            <p:pic>
              <p:nvPicPr>
                <p:cNvPr id="200" name="Ink 199">
                  <a:extLst>
                    <a:ext uri="{FF2B5EF4-FFF2-40B4-BE49-F238E27FC236}">
                      <a16:creationId xmlns:a16="http://schemas.microsoft.com/office/drawing/2014/main" id="{7CC912B4-0E2F-FFFF-D1C3-79432B34A7D5}"/>
                    </a:ext>
                  </a:extLst>
                </p:cNvPr>
                <p:cNvPicPr/>
                <p:nvPr/>
              </p:nvPicPr>
              <p:blipFill>
                <a:blip r:embed="rId123"/>
                <a:stretch>
                  <a:fillRect/>
                </a:stretch>
              </p:blipFill>
              <p:spPr>
                <a:xfrm>
                  <a:off x="7460078" y="5588856"/>
                  <a:ext cx="3204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201" name="Ink 200">
                  <a:extLst>
                    <a:ext uri="{FF2B5EF4-FFF2-40B4-BE49-F238E27FC236}">
                      <a16:creationId xmlns:a16="http://schemas.microsoft.com/office/drawing/2014/main" id="{C8FF3BC1-BB04-B901-22A0-623FDE2DB99F}"/>
                    </a:ext>
                  </a:extLst>
                </p14:cNvPr>
                <p14:cNvContentPartPr/>
                <p14:nvPr/>
              </p14:nvContentPartPr>
              <p14:xfrm>
                <a:off x="7507598" y="5294376"/>
                <a:ext cx="279360" cy="226440"/>
              </p14:xfrm>
            </p:contentPart>
          </mc:Choice>
          <mc:Fallback xmlns="">
            <p:pic>
              <p:nvPicPr>
                <p:cNvPr id="201" name="Ink 200">
                  <a:extLst>
                    <a:ext uri="{FF2B5EF4-FFF2-40B4-BE49-F238E27FC236}">
                      <a16:creationId xmlns:a16="http://schemas.microsoft.com/office/drawing/2014/main" id="{C8FF3BC1-BB04-B901-22A0-623FDE2DB99F}"/>
                    </a:ext>
                  </a:extLst>
                </p:cNvPr>
                <p:cNvPicPr/>
                <p:nvPr/>
              </p:nvPicPr>
              <p:blipFill>
                <a:blip r:embed="rId125"/>
                <a:stretch>
                  <a:fillRect/>
                </a:stretch>
              </p:blipFill>
              <p:spPr>
                <a:xfrm>
                  <a:off x="7501478" y="5288256"/>
                  <a:ext cx="29160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202" name="Ink 201">
                  <a:extLst>
                    <a:ext uri="{FF2B5EF4-FFF2-40B4-BE49-F238E27FC236}">
                      <a16:creationId xmlns:a16="http://schemas.microsoft.com/office/drawing/2014/main" id="{2E37C670-2D8B-B60C-FCC4-0249B160F980}"/>
                    </a:ext>
                  </a:extLst>
                </p14:cNvPr>
                <p14:cNvContentPartPr/>
                <p14:nvPr/>
              </p14:nvContentPartPr>
              <p14:xfrm>
                <a:off x="7763198" y="5425416"/>
                <a:ext cx="149400" cy="106560"/>
              </p14:xfrm>
            </p:contentPart>
          </mc:Choice>
          <mc:Fallback xmlns="">
            <p:pic>
              <p:nvPicPr>
                <p:cNvPr id="202" name="Ink 201">
                  <a:extLst>
                    <a:ext uri="{FF2B5EF4-FFF2-40B4-BE49-F238E27FC236}">
                      <a16:creationId xmlns:a16="http://schemas.microsoft.com/office/drawing/2014/main" id="{2E37C670-2D8B-B60C-FCC4-0249B160F980}"/>
                    </a:ext>
                  </a:extLst>
                </p:cNvPr>
                <p:cNvPicPr/>
                <p:nvPr/>
              </p:nvPicPr>
              <p:blipFill>
                <a:blip r:embed="rId127"/>
                <a:stretch>
                  <a:fillRect/>
                </a:stretch>
              </p:blipFill>
              <p:spPr>
                <a:xfrm>
                  <a:off x="7757078" y="5419296"/>
                  <a:ext cx="16164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203" name="Ink 202">
                  <a:extLst>
                    <a:ext uri="{FF2B5EF4-FFF2-40B4-BE49-F238E27FC236}">
                      <a16:creationId xmlns:a16="http://schemas.microsoft.com/office/drawing/2014/main" id="{0869AF2F-89EF-F134-084F-990F369E9E6C}"/>
                    </a:ext>
                  </a:extLst>
                </p14:cNvPr>
                <p14:cNvContentPartPr/>
                <p14:nvPr/>
              </p14:nvContentPartPr>
              <p14:xfrm>
                <a:off x="7893878" y="5411736"/>
                <a:ext cx="183240" cy="92520"/>
              </p14:xfrm>
            </p:contentPart>
          </mc:Choice>
          <mc:Fallback xmlns="">
            <p:pic>
              <p:nvPicPr>
                <p:cNvPr id="203" name="Ink 202">
                  <a:extLst>
                    <a:ext uri="{FF2B5EF4-FFF2-40B4-BE49-F238E27FC236}">
                      <a16:creationId xmlns:a16="http://schemas.microsoft.com/office/drawing/2014/main" id="{0869AF2F-89EF-F134-084F-990F369E9E6C}"/>
                    </a:ext>
                  </a:extLst>
                </p:cNvPr>
                <p:cNvPicPr/>
                <p:nvPr/>
              </p:nvPicPr>
              <p:blipFill>
                <a:blip r:embed="rId129"/>
                <a:stretch>
                  <a:fillRect/>
                </a:stretch>
              </p:blipFill>
              <p:spPr>
                <a:xfrm>
                  <a:off x="7887758" y="5405616"/>
                  <a:ext cx="195480" cy="104760"/>
                </a:xfrm>
                <a:prstGeom prst="rect">
                  <a:avLst/>
                </a:prstGeom>
              </p:spPr>
            </p:pic>
          </mc:Fallback>
        </mc:AlternateContent>
      </p:grpSp>
      <p:grpSp>
        <p:nvGrpSpPr>
          <p:cNvPr id="221" name="Group 220">
            <a:extLst>
              <a:ext uri="{FF2B5EF4-FFF2-40B4-BE49-F238E27FC236}">
                <a16:creationId xmlns:a16="http://schemas.microsoft.com/office/drawing/2014/main" id="{3F506EB2-F3B2-17F4-704A-FAFE23DCE18E}"/>
              </a:ext>
            </a:extLst>
          </p:cNvPr>
          <p:cNvGrpSpPr/>
          <p:nvPr/>
        </p:nvGrpSpPr>
        <p:grpSpPr>
          <a:xfrm>
            <a:off x="10621238" y="4719456"/>
            <a:ext cx="987480" cy="424800"/>
            <a:chOff x="10621238" y="4719456"/>
            <a:chExt cx="987480" cy="424800"/>
          </a:xfrm>
        </p:grpSpPr>
        <mc:AlternateContent xmlns:mc="http://schemas.openxmlformats.org/markup-compatibility/2006" xmlns:p14="http://schemas.microsoft.com/office/powerpoint/2010/main">
          <mc:Choice Requires="p14">
            <p:contentPart p14:bwMode="auto" r:id="rId130">
              <p14:nvContentPartPr>
                <p14:cNvPr id="207" name="Ink 206">
                  <a:extLst>
                    <a:ext uri="{FF2B5EF4-FFF2-40B4-BE49-F238E27FC236}">
                      <a16:creationId xmlns:a16="http://schemas.microsoft.com/office/drawing/2014/main" id="{6DED7461-B969-F938-FB04-B1EF31B7A6DE}"/>
                    </a:ext>
                  </a:extLst>
                </p14:cNvPr>
                <p14:cNvContentPartPr/>
                <p14:nvPr/>
              </p14:nvContentPartPr>
              <p14:xfrm>
                <a:off x="10621238" y="4719456"/>
                <a:ext cx="300240" cy="30960"/>
              </p14:xfrm>
            </p:contentPart>
          </mc:Choice>
          <mc:Fallback xmlns="">
            <p:pic>
              <p:nvPicPr>
                <p:cNvPr id="207" name="Ink 206">
                  <a:extLst>
                    <a:ext uri="{FF2B5EF4-FFF2-40B4-BE49-F238E27FC236}">
                      <a16:creationId xmlns:a16="http://schemas.microsoft.com/office/drawing/2014/main" id="{6DED7461-B969-F938-FB04-B1EF31B7A6DE}"/>
                    </a:ext>
                  </a:extLst>
                </p:cNvPr>
                <p:cNvPicPr/>
                <p:nvPr/>
              </p:nvPicPr>
              <p:blipFill>
                <a:blip r:embed="rId131"/>
                <a:stretch>
                  <a:fillRect/>
                </a:stretch>
              </p:blipFill>
              <p:spPr>
                <a:xfrm>
                  <a:off x="10615118" y="4713336"/>
                  <a:ext cx="31248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205" name="Ink 204">
                  <a:extLst>
                    <a:ext uri="{FF2B5EF4-FFF2-40B4-BE49-F238E27FC236}">
                      <a16:creationId xmlns:a16="http://schemas.microsoft.com/office/drawing/2014/main" id="{8E5160E1-E619-2BE3-ABD2-63EDC04EE1F3}"/>
                    </a:ext>
                  </a:extLst>
                </p14:cNvPr>
                <p14:cNvContentPartPr/>
                <p14:nvPr/>
              </p14:nvContentPartPr>
              <p14:xfrm>
                <a:off x="10667678" y="4865616"/>
                <a:ext cx="168480" cy="138600"/>
              </p14:xfrm>
            </p:contentPart>
          </mc:Choice>
          <mc:Fallback xmlns="">
            <p:pic>
              <p:nvPicPr>
                <p:cNvPr id="205" name="Ink 204">
                  <a:extLst>
                    <a:ext uri="{FF2B5EF4-FFF2-40B4-BE49-F238E27FC236}">
                      <a16:creationId xmlns:a16="http://schemas.microsoft.com/office/drawing/2014/main" id="{8E5160E1-E619-2BE3-ABD2-63EDC04EE1F3}"/>
                    </a:ext>
                  </a:extLst>
                </p:cNvPr>
                <p:cNvPicPr/>
                <p:nvPr/>
              </p:nvPicPr>
              <p:blipFill>
                <a:blip r:embed="rId133"/>
                <a:stretch>
                  <a:fillRect/>
                </a:stretch>
              </p:blipFill>
              <p:spPr>
                <a:xfrm>
                  <a:off x="10661558" y="4859496"/>
                  <a:ext cx="18072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206" name="Ink 205">
                  <a:extLst>
                    <a:ext uri="{FF2B5EF4-FFF2-40B4-BE49-F238E27FC236}">
                      <a16:creationId xmlns:a16="http://schemas.microsoft.com/office/drawing/2014/main" id="{0556346C-CB94-7C21-85E2-008A962AC7D3}"/>
                    </a:ext>
                  </a:extLst>
                </p14:cNvPr>
                <p14:cNvContentPartPr/>
                <p14:nvPr/>
              </p14:nvContentPartPr>
              <p14:xfrm>
                <a:off x="10875758" y="4997376"/>
                <a:ext cx="10800" cy="110880"/>
              </p14:xfrm>
            </p:contentPart>
          </mc:Choice>
          <mc:Fallback xmlns="">
            <p:pic>
              <p:nvPicPr>
                <p:cNvPr id="206" name="Ink 205">
                  <a:extLst>
                    <a:ext uri="{FF2B5EF4-FFF2-40B4-BE49-F238E27FC236}">
                      <a16:creationId xmlns:a16="http://schemas.microsoft.com/office/drawing/2014/main" id="{0556346C-CB94-7C21-85E2-008A962AC7D3}"/>
                    </a:ext>
                  </a:extLst>
                </p:cNvPr>
                <p:cNvPicPr/>
                <p:nvPr/>
              </p:nvPicPr>
              <p:blipFill>
                <a:blip r:embed="rId135"/>
                <a:stretch>
                  <a:fillRect/>
                </a:stretch>
              </p:blipFill>
              <p:spPr>
                <a:xfrm>
                  <a:off x="10869638" y="4991256"/>
                  <a:ext cx="2304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208" name="Ink 207">
                  <a:extLst>
                    <a:ext uri="{FF2B5EF4-FFF2-40B4-BE49-F238E27FC236}">
                      <a16:creationId xmlns:a16="http://schemas.microsoft.com/office/drawing/2014/main" id="{46065EFA-5FB2-ECBF-05DD-3F4B6C8ABD6C}"/>
                    </a:ext>
                  </a:extLst>
                </p14:cNvPr>
                <p14:cNvContentPartPr/>
                <p14:nvPr/>
              </p14:nvContentPartPr>
              <p14:xfrm>
                <a:off x="10992758" y="5018256"/>
                <a:ext cx="62640" cy="126000"/>
              </p14:xfrm>
            </p:contentPart>
          </mc:Choice>
          <mc:Fallback xmlns="">
            <p:pic>
              <p:nvPicPr>
                <p:cNvPr id="208" name="Ink 207">
                  <a:extLst>
                    <a:ext uri="{FF2B5EF4-FFF2-40B4-BE49-F238E27FC236}">
                      <a16:creationId xmlns:a16="http://schemas.microsoft.com/office/drawing/2014/main" id="{46065EFA-5FB2-ECBF-05DD-3F4B6C8ABD6C}"/>
                    </a:ext>
                  </a:extLst>
                </p:cNvPr>
                <p:cNvPicPr/>
                <p:nvPr/>
              </p:nvPicPr>
              <p:blipFill>
                <a:blip r:embed="rId137"/>
                <a:stretch>
                  <a:fillRect/>
                </a:stretch>
              </p:blipFill>
              <p:spPr>
                <a:xfrm>
                  <a:off x="10986638" y="5012136"/>
                  <a:ext cx="7488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210" name="Ink 209">
                  <a:extLst>
                    <a:ext uri="{FF2B5EF4-FFF2-40B4-BE49-F238E27FC236}">
                      <a16:creationId xmlns:a16="http://schemas.microsoft.com/office/drawing/2014/main" id="{D2D6AFD8-5C0D-0BE8-7E65-DC1FD25817DF}"/>
                    </a:ext>
                  </a:extLst>
                </p14:cNvPr>
                <p14:cNvContentPartPr/>
                <p14:nvPr/>
              </p14:nvContentPartPr>
              <p14:xfrm>
                <a:off x="11253398" y="4817376"/>
                <a:ext cx="187560" cy="178200"/>
              </p14:xfrm>
            </p:contentPart>
          </mc:Choice>
          <mc:Fallback xmlns="">
            <p:pic>
              <p:nvPicPr>
                <p:cNvPr id="210" name="Ink 209">
                  <a:extLst>
                    <a:ext uri="{FF2B5EF4-FFF2-40B4-BE49-F238E27FC236}">
                      <a16:creationId xmlns:a16="http://schemas.microsoft.com/office/drawing/2014/main" id="{D2D6AFD8-5C0D-0BE8-7E65-DC1FD25817DF}"/>
                    </a:ext>
                  </a:extLst>
                </p:cNvPr>
                <p:cNvPicPr/>
                <p:nvPr/>
              </p:nvPicPr>
              <p:blipFill>
                <a:blip r:embed="rId139"/>
                <a:stretch>
                  <a:fillRect/>
                </a:stretch>
              </p:blipFill>
              <p:spPr>
                <a:xfrm>
                  <a:off x="11247278" y="4811256"/>
                  <a:ext cx="19980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211" name="Ink 210">
                  <a:extLst>
                    <a:ext uri="{FF2B5EF4-FFF2-40B4-BE49-F238E27FC236}">
                      <a16:creationId xmlns:a16="http://schemas.microsoft.com/office/drawing/2014/main" id="{95CAE15D-4DCD-2037-4417-CEDEE97B3552}"/>
                    </a:ext>
                  </a:extLst>
                </p14:cNvPr>
                <p14:cNvContentPartPr/>
                <p14:nvPr/>
              </p14:nvContentPartPr>
              <p14:xfrm>
                <a:off x="11496038" y="4946616"/>
                <a:ext cx="24120" cy="108000"/>
              </p14:xfrm>
            </p:contentPart>
          </mc:Choice>
          <mc:Fallback xmlns="">
            <p:pic>
              <p:nvPicPr>
                <p:cNvPr id="211" name="Ink 210">
                  <a:extLst>
                    <a:ext uri="{FF2B5EF4-FFF2-40B4-BE49-F238E27FC236}">
                      <a16:creationId xmlns:a16="http://schemas.microsoft.com/office/drawing/2014/main" id="{95CAE15D-4DCD-2037-4417-CEDEE97B3552}"/>
                    </a:ext>
                  </a:extLst>
                </p:cNvPr>
                <p:cNvPicPr/>
                <p:nvPr/>
              </p:nvPicPr>
              <p:blipFill>
                <a:blip r:embed="rId141"/>
                <a:stretch>
                  <a:fillRect/>
                </a:stretch>
              </p:blipFill>
              <p:spPr>
                <a:xfrm>
                  <a:off x="11489918" y="4940496"/>
                  <a:ext cx="3636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212" name="Ink 211">
                  <a:extLst>
                    <a:ext uri="{FF2B5EF4-FFF2-40B4-BE49-F238E27FC236}">
                      <a16:creationId xmlns:a16="http://schemas.microsoft.com/office/drawing/2014/main" id="{EC2E61B8-BE0A-F7AC-53BF-2CB1F92D9EA6}"/>
                    </a:ext>
                  </a:extLst>
                </p14:cNvPr>
                <p14:cNvContentPartPr/>
                <p14:nvPr/>
              </p14:nvContentPartPr>
              <p14:xfrm>
                <a:off x="11571278" y="4951656"/>
                <a:ext cx="37440" cy="105840"/>
              </p14:xfrm>
            </p:contentPart>
          </mc:Choice>
          <mc:Fallback xmlns="">
            <p:pic>
              <p:nvPicPr>
                <p:cNvPr id="212" name="Ink 211">
                  <a:extLst>
                    <a:ext uri="{FF2B5EF4-FFF2-40B4-BE49-F238E27FC236}">
                      <a16:creationId xmlns:a16="http://schemas.microsoft.com/office/drawing/2014/main" id="{EC2E61B8-BE0A-F7AC-53BF-2CB1F92D9EA6}"/>
                    </a:ext>
                  </a:extLst>
                </p:cNvPr>
                <p:cNvPicPr/>
                <p:nvPr/>
              </p:nvPicPr>
              <p:blipFill>
                <a:blip r:embed="rId143"/>
                <a:stretch>
                  <a:fillRect/>
                </a:stretch>
              </p:blipFill>
              <p:spPr>
                <a:xfrm>
                  <a:off x="11565158" y="4945536"/>
                  <a:ext cx="49680" cy="118080"/>
                </a:xfrm>
                <a:prstGeom prst="rect">
                  <a:avLst/>
                </a:prstGeom>
              </p:spPr>
            </p:pic>
          </mc:Fallback>
        </mc:AlternateContent>
      </p:grpSp>
      <p:grpSp>
        <p:nvGrpSpPr>
          <p:cNvPr id="220" name="Group 219">
            <a:extLst>
              <a:ext uri="{FF2B5EF4-FFF2-40B4-BE49-F238E27FC236}">
                <a16:creationId xmlns:a16="http://schemas.microsoft.com/office/drawing/2014/main" id="{E62294C0-F834-0A6D-704F-066861A875A8}"/>
              </a:ext>
            </a:extLst>
          </p:cNvPr>
          <p:cNvGrpSpPr/>
          <p:nvPr/>
        </p:nvGrpSpPr>
        <p:grpSpPr>
          <a:xfrm>
            <a:off x="10558958" y="5264856"/>
            <a:ext cx="1277640" cy="493920"/>
            <a:chOff x="10558958" y="5264856"/>
            <a:chExt cx="1277640" cy="493920"/>
          </a:xfrm>
        </p:grpSpPr>
        <mc:AlternateContent xmlns:mc="http://schemas.openxmlformats.org/markup-compatibility/2006" xmlns:p14="http://schemas.microsoft.com/office/powerpoint/2010/main">
          <mc:Choice Requires="p14">
            <p:contentPart p14:bwMode="auto" r:id="rId144">
              <p14:nvContentPartPr>
                <p14:cNvPr id="213" name="Ink 212">
                  <a:extLst>
                    <a:ext uri="{FF2B5EF4-FFF2-40B4-BE49-F238E27FC236}">
                      <a16:creationId xmlns:a16="http://schemas.microsoft.com/office/drawing/2014/main" id="{6494C07A-EDAB-ECAA-B422-956EEEB92882}"/>
                    </a:ext>
                  </a:extLst>
                </p14:cNvPr>
                <p14:cNvContentPartPr/>
                <p14:nvPr/>
              </p14:nvContentPartPr>
              <p14:xfrm>
                <a:off x="10567598" y="5376096"/>
                <a:ext cx="156960" cy="152640"/>
              </p14:xfrm>
            </p:contentPart>
          </mc:Choice>
          <mc:Fallback xmlns="">
            <p:pic>
              <p:nvPicPr>
                <p:cNvPr id="213" name="Ink 212">
                  <a:extLst>
                    <a:ext uri="{FF2B5EF4-FFF2-40B4-BE49-F238E27FC236}">
                      <a16:creationId xmlns:a16="http://schemas.microsoft.com/office/drawing/2014/main" id="{6494C07A-EDAB-ECAA-B422-956EEEB92882}"/>
                    </a:ext>
                  </a:extLst>
                </p:cNvPr>
                <p:cNvPicPr/>
                <p:nvPr/>
              </p:nvPicPr>
              <p:blipFill>
                <a:blip r:embed="rId145"/>
                <a:stretch>
                  <a:fillRect/>
                </a:stretch>
              </p:blipFill>
              <p:spPr>
                <a:xfrm>
                  <a:off x="10561478" y="5369976"/>
                  <a:ext cx="16920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214" name="Ink 213">
                  <a:extLst>
                    <a:ext uri="{FF2B5EF4-FFF2-40B4-BE49-F238E27FC236}">
                      <a16:creationId xmlns:a16="http://schemas.microsoft.com/office/drawing/2014/main" id="{FAD5C5CB-860B-169F-F462-5C99A65B38F0}"/>
                    </a:ext>
                  </a:extLst>
                </p14:cNvPr>
                <p14:cNvContentPartPr/>
                <p14:nvPr/>
              </p14:nvContentPartPr>
              <p14:xfrm>
                <a:off x="10745798" y="5519736"/>
                <a:ext cx="164880" cy="114480"/>
              </p14:xfrm>
            </p:contentPart>
          </mc:Choice>
          <mc:Fallback xmlns="">
            <p:pic>
              <p:nvPicPr>
                <p:cNvPr id="214" name="Ink 213">
                  <a:extLst>
                    <a:ext uri="{FF2B5EF4-FFF2-40B4-BE49-F238E27FC236}">
                      <a16:creationId xmlns:a16="http://schemas.microsoft.com/office/drawing/2014/main" id="{FAD5C5CB-860B-169F-F462-5C99A65B38F0}"/>
                    </a:ext>
                  </a:extLst>
                </p:cNvPr>
                <p:cNvPicPr/>
                <p:nvPr/>
              </p:nvPicPr>
              <p:blipFill>
                <a:blip r:embed="rId147"/>
                <a:stretch>
                  <a:fillRect/>
                </a:stretch>
              </p:blipFill>
              <p:spPr>
                <a:xfrm>
                  <a:off x="10739678" y="5513616"/>
                  <a:ext cx="17712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215" name="Ink 214">
                  <a:extLst>
                    <a:ext uri="{FF2B5EF4-FFF2-40B4-BE49-F238E27FC236}">
                      <a16:creationId xmlns:a16="http://schemas.microsoft.com/office/drawing/2014/main" id="{11D6EC16-BCD8-5B56-F7F2-9121A96BADF3}"/>
                    </a:ext>
                  </a:extLst>
                </p14:cNvPr>
                <p14:cNvContentPartPr/>
                <p14:nvPr/>
              </p14:nvContentPartPr>
              <p14:xfrm>
                <a:off x="10558958" y="5264856"/>
                <a:ext cx="330480" cy="48600"/>
              </p14:xfrm>
            </p:contentPart>
          </mc:Choice>
          <mc:Fallback xmlns="">
            <p:pic>
              <p:nvPicPr>
                <p:cNvPr id="215" name="Ink 214">
                  <a:extLst>
                    <a:ext uri="{FF2B5EF4-FFF2-40B4-BE49-F238E27FC236}">
                      <a16:creationId xmlns:a16="http://schemas.microsoft.com/office/drawing/2014/main" id="{11D6EC16-BCD8-5B56-F7F2-9121A96BADF3}"/>
                    </a:ext>
                  </a:extLst>
                </p:cNvPr>
                <p:cNvPicPr/>
                <p:nvPr/>
              </p:nvPicPr>
              <p:blipFill>
                <a:blip r:embed="rId149"/>
                <a:stretch>
                  <a:fillRect/>
                </a:stretch>
              </p:blipFill>
              <p:spPr>
                <a:xfrm>
                  <a:off x="10552838" y="5258736"/>
                  <a:ext cx="34272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216" name="Ink 215">
                  <a:extLst>
                    <a:ext uri="{FF2B5EF4-FFF2-40B4-BE49-F238E27FC236}">
                      <a16:creationId xmlns:a16="http://schemas.microsoft.com/office/drawing/2014/main" id="{0A4568D2-DA94-7067-39EB-062CD29266DA}"/>
                    </a:ext>
                  </a:extLst>
                </p14:cNvPr>
                <p14:cNvContentPartPr/>
                <p14:nvPr/>
              </p14:nvContentPartPr>
              <p14:xfrm>
                <a:off x="10927958" y="5579496"/>
                <a:ext cx="63720" cy="179280"/>
              </p14:xfrm>
            </p:contentPart>
          </mc:Choice>
          <mc:Fallback xmlns="">
            <p:pic>
              <p:nvPicPr>
                <p:cNvPr id="216" name="Ink 215">
                  <a:extLst>
                    <a:ext uri="{FF2B5EF4-FFF2-40B4-BE49-F238E27FC236}">
                      <a16:creationId xmlns:a16="http://schemas.microsoft.com/office/drawing/2014/main" id="{0A4568D2-DA94-7067-39EB-062CD29266DA}"/>
                    </a:ext>
                  </a:extLst>
                </p:cNvPr>
                <p:cNvPicPr/>
                <p:nvPr/>
              </p:nvPicPr>
              <p:blipFill>
                <a:blip r:embed="rId151"/>
                <a:stretch>
                  <a:fillRect/>
                </a:stretch>
              </p:blipFill>
              <p:spPr>
                <a:xfrm>
                  <a:off x="10921838" y="5573376"/>
                  <a:ext cx="7596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217" name="Ink 216">
                  <a:extLst>
                    <a:ext uri="{FF2B5EF4-FFF2-40B4-BE49-F238E27FC236}">
                      <a16:creationId xmlns:a16="http://schemas.microsoft.com/office/drawing/2014/main" id="{FD2630E0-2B4D-2753-9D24-003F5FAEDC04}"/>
                    </a:ext>
                  </a:extLst>
                </p14:cNvPr>
                <p14:cNvContentPartPr/>
                <p14:nvPr/>
              </p14:nvContentPartPr>
              <p14:xfrm>
                <a:off x="11202278" y="5370336"/>
                <a:ext cx="146160" cy="207360"/>
              </p14:xfrm>
            </p:contentPart>
          </mc:Choice>
          <mc:Fallback xmlns="">
            <p:pic>
              <p:nvPicPr>
                <p:cNvPr id="217" name="Ink 216">
                  <a:extLst>
                    <a:ext uri="{FF2B5EF4-FFF2-40B4-BE49-F238E27FC236}">
                      <a16:creationId xmlns:a16="http://schemas.microsoft.com/office/drawing/2014/main" id="{FD2630E0-2B4D-2753-9D24-003F5FAEDC04}"/>
                    </a:ext>
                  </a:extLst>
                </p:cNvPr>
                <p:cNvPicPr/>
                <p:nvPr/>
              </p:nvPicPr>
              <p:blipFill>
                <a:blip r:embed="rId153"/>
                <a:stretch>
                  <a:fillRect/>
                </a:stretch>
              </p:blipFill>
              <p:spPr>
                <a:xfrm>
                  <a:off x="11196158" y="5364216"/>
                  <a:ext cx="15840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218" name="Ink 217">
                  <a:extLst>
                    <a:ext uri="{FF2B5EF4-FFF2-40B4-BE49-F238E27FC236}">
                      <a16:creationId xmlns:a16="http://schemas.microsoft.com/office/drawing/2014/main" id="{5874D264-4059-6118-C802-9A622D4B66A5}"/>
                    </a:ext>
                  </a:extLst>
                </p14:cNvPr>
                <p14:cNvContentPartPr/>
                <p14:nvPr/>
              </p14:nvContentPartPr>
              <p14:xfrm>
                <a:off x="11385518" y="5571216"/>
                <a:ext cx="176400" cy="106560"/>
              </p14:xfrm>
            </p:contentPart>
          </mc:Choice>
          <mc:Fallback xmlns="">
            <p:pic>
              <p:nvPicPr>
                <p:cNvPr id="218" name="Ink 217">
                  <a:extLst>
                    <a:ext uri="{FF2B5EF4-FFF2-40B4-BE49-F238E27FC236}">
                      <a16:creationId xmlns:a16="http://schemas.microsoft.com/office/drawing/2014/main" id="{5874D264-4059-6118-C802-9A622D4B66A5}"/>
                    </a:ext>
                  </a:extLst>
                </p:cNvPr>
                <p:cNvPicPr/>
                <p:nvPr/>
              </p:nvPicPr>
              <p:blipFill>
                <a:blip r:embed="rId155"/>
                <a:stretch>
                  <a:fillRect/>
                </a:stretch>
              </p:blipFill>
              <p:spPr>
                <a:xfrm>
                  <a:off x="11379398" y="5565096"/>
                  <a:ext cx="18864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219" name="Ink 218">
                  <a:extLst>
                    <a:ext uri="{FF2B5EF4-FFF2-40B4-BE49-F238E27FC236}">
                      <a16:creationId xmlns:a16="http://schemas.microsoft.com/office/drawing/2014/main" id="{BF34C9BD-DB35-5829-C2BB-FC0AEA9A19E8}"/>
                    </a:ext>
                  </a:extLst>
                </p14:cNvPr>
                <p14:cNvContentPartPr/>
                <p14:nvPr/>
              </p14:nvContentPartPr>
              <p14:xfrm>
                <a:off x="11576678" y="5571216"/>
                <a:ext cx="259920" cy="100800"/>
              </p14:xfrm>
            </p:contentPart>
          </mc:Choice>
          <mc:Fallback xmlns="">
            <p:pic>
              <p:nvPicPr>
                <p:cNvPr id="219" name="Ink 218">
                  <a:extLst>
                    <a:ext uri="{FF2B5EF4-FFF2-40B4-BE49-F238E27FC236}">
                      <a16:creationId xmlns:a16="http://schemas.microsoft.com/office/drawing/2014/main" id="{BF34C9BD-DB35-5829-C2BB-FC0AEA9A19E8}"/>
                    </a:ext>
                  </a:extLst>
                </p:cNvPr>
                <p:cNvPicPr/>
                <p:nvPr/>
              </p:nvPicPr>
              <p:blipFill>
                <a:blip r:embed="rId157"/>
                <a:stretch>
                  <a:fillRect/>
                </a:stretch>
              </p:blipFill>
              <p:spPr>
                <a:xfrm>
                  <a:off x="11570558" y="5565096"/>
                  <a:ext cx="272160" cy="113040"/>
                </a:xfrm>
                <a:prstGeom prst="rect">
                  <a:avLst/>
                </a:prstGeom>
              </p:spPr>
            </p:pic>
          </mc:Fallback>
        </mc:AlternateContent>
      </p:grpSp>
      <p:grpSp>
        <p:nvGrpSpPr>
          <p:cNvPr id="236" name="Group 235">
            <a:extLst>
              <a:ext uri="{FF2B5EF4-FFF2-40B4-BE49-F238E27FC236}">
                <a16:creationId xmlns:a16="http://schemas.microsoft.com/office/drawing/2014/main" id="{4738DF86-7F20-BA8F-A68F-89B4E0C58ECB}"/>
              </a:ext>
            </a:extLst>
          </p:cNvPr>
          <p:cNvGrpSpPr/>
          <p:nvPr/>
        </p:nvGrpSpPr>
        <p:grpSpPr>
          <a:xfrm>
            <a:off x="5432198" y="719856"/>
            <a:ext cx="2602080" cy="2852280"/>
            <a:chOff x="5432198" y="719856"/>
            <a:chExt cx="2602080" cy="2852280"/>
          </a:xfrm>
        </p:grpSpPr>
        <mc:AlternateContent xmlns:mc="http://schemas.openxmlformats.org/markup-compatibility/2006" xmlns:p14="http://schemas.microsoft.com/office/powerpoint/2010/main">
          <mc:Choice Requires="p14">
            <p:contentPart p14:bwMode="auto" r:id="rId158">
              <p14:nvContentPartPr>
                <p14:cNvPr id="11" name="Ink 10">
                  <a:extLst>
                    <a:ext uri="{FF2B5EF4-FFF2-40B4-BE49-F238E27FC236}">
                      <a16:creationId xmlns:a16="http://schemas.microsoft.com/office/drawing/2014/main" id="{B6E51D1D-D0AF-7504-3979-E2D574B3A58A}"/>
                    </a:ext>
                  </a:extLst>
                </p14:cNvPr>
                <p14:cNvContentPartPr/>
                <p14:nvPr/>
              </p14:nvContentPartPr>
              <p14:xfrm>
                <a:off x="5970758" y="1099296"/>
                <a:ext cx="90720" cy="308880"/>
              </p14:xfrm>
            </p:contentPart>
          </mc:Choice>
          <mc:Fallback xmlns="">
            <p:pic>
              <p:nvPicPr>
                <p:cNvPr id="11" name="Ink 10">
                  <a:extLst>
                    <a:ext uri="{FF2B5EF4-FFF2-40B4-BE49-F238E27FC236}">
                      <a16:creationId xmlns:a16="http://schemas.microsoft.com/office/drawing/2014/main" id="{B6E51D1D-D0AF-7504-3979-E2D574B3A58A}"/>
                    </a:ext>
                  </a:extLst>
                </p:cNvPr>
                <p:cNvPicPr/>
                <p:nvPr/>
              </p:nvPicPr>
              <p:blipFill>
                <a:blip r:embed="rId159"/>
                <a:stretch>
                  <a:fillRect/>
                </a:stretch>
              </p:blipFill>
              <p:spPr>
                <a:xfrm>
                  <a:off x="5964638" y="1093176"/>
                  <a:ext cx="10296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2" name="Ink 11">
                  <a:extLst>
                    <a:ext uri="{FF2B5EF4-FFF2-40B4-BE49-F238E27FC236}">
                      <a16:creationId xmlns:a16="http://schemas.microsoft.com/office/drawing/2014/main" id="{A1838B4F-E007-E7F6-F7B3-EDCF643E9531}"/>
                    </a:ext>
                  </a:extLst>
                </p14:cNvPr>
                <p14:cNvContentPartPr/>
                <p14:nvPr/>
              </p14:nvContentPartPr>
              <p14:xfrm>
                <a:off x="6123758" y="1209816"/>
                <a:ext cx="194040" cy="120960"/>
              </p14:xfrm>
            </p:contentPart>
          </mc:Choice>
          <mc:Fallback xmlns="">
            <p:pic>
              <p:nvPicPr>
                <p:cNvPr id="12" name="Ink 11">
                  <a:extLst>
                    <a:ext uri="{FF2B5EF4-FFF2-40B4-BE49-F238E27FC236}">
                      <a16:creationId xmlns:a16="http://schemas.microsoft.com/office/drawing/2014/main" id="{A1838B4F-E007-E7F6-F7B3-EDCF643E9531}"/>
                    </a:ext>
                  </a:extLst>
                </p:cNvPr>
                <p:cNvPicPr/>
                <p:nvPr/>
              </p:nvPicPr>
              <p:blipFill>
                <a:blip r:embed="rId161"/>
                <a:stretch>
                  <a:fillRect/>
                </a:stretch>
              </p:blipFill>
              <p:spPr>
                <a:xfrm>
                  <a:off x="6117638" y="1203696"/>
                  <a:ext cx="20628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 name="Ink 8">
                  <a:extLst>
                    <a:ext uri="{FF2B5EF4-FFF2-40B4-BE49-F238E27FC236}">
                      <a16:creationId xmlns:a16="http://schemas.microsoft.com/office/drawing/2014/main" id="{0D94D87C-B1AB-474B-C876-3061CA3B35ED}"/>
                    </a:ext>
                  </a:extLst>
                </p14:cNvPr>
                <p14:cNvContentPartPr/>
                <p14:nvPr/>
              </p14:nvContentPartPr>
              <p14:xfrm>
                <a:off x="5703998" y="985896"/>
                <a:ext cx="18000" cy="227520"/>
              </p14:xfrm>
            </p:contentPart>
          </mc:Choice>
          <mc:Fallback xmlns="">
            <p:pic>
              <p:nvPicPr>
                <p:cNvPr id="9" name="Ink 8">
                  <a:extLst>
                    <a:ext uri="{FF2B5EF4-FFF2-40B4-BE49-F238E27FC236}">
                      <a16:creationId xmlns:a16="http://schemas.microsoft.com/office/drawing/2014/main" id="{0D94D87C-B1AB-474B-C876-3061CA3B35ED}"/>
                    </a:ext>
                  </a:extLst>
                </p:cNvPr>
                <p:cNvPicPr/>
                <p:nvPr/>
              </p:nvPicPr>
              <p:blipFill>
                <a:blip r:embed="rId163"/>
                <a:stretch>
                  <a:fillRect/>
                </a:stretch>
              </p:blipFill>
              <p:spPr>
                <a:xfrm>
                  <a:off x="5697878" y="979776"/>
                  <a:ext cx="3024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 name="Ink 9">
                  <a:extLst>
                    <a:ext uri="{FF2B5EF4-FFF2-40B4-BE49-F238E27FC236}">
                      <a16:creationId xmlns:a16="http://schemas.microsoft.com/office/drawing/2014/main" id="{2096F03B-531E-0125-0F77-981CAD143364}"/>
                    </a:ext>
                  </a:extLst>
                </p14:cNvPr>
                <p14:cNvContentPartPr/>
                <p14:nvPr/>
              </p14:nvContentPartPr>
              <p14:xfrm>
                <a:off x="5469998" y="1155456"/>
                <a:ext cx="234720" cy="517680"/>
              </p14:xfrm>
            </p:contentPart>
          </mc:Choice>
          <mc:Fallback xmlns="">
            <p:pic>
              <p:nvPicPr>
                <p:cNvPr id="10" name="Ink 9">
                  <a:extLst>
                    <a:ext uri="{FF2B5EF4-FFF2-40B4-BE49-F238E27FC236}">
                      <a16:creationId xmlns:a16="http://schemas.microsoft.com/office/drawing/2014/main" id="{2096F03B-531E-0125-0F77-981CAD143364}"/>
                    </a:ext>
                  </a:extLst>
                </p:cNvPr>
                <p:cNvPicPr/>
                <p:nvPr/>
              </p:nvPicPr>
              <p:blipFill>
                <a:blip r:embed="rId165"/>
                <a:stretch>
                  <a:fillRect/>
                </a:stretch>
              </p:blipFill>
              <p:spPr>
                <a:xfrm>
                  <a:off x="5463878" y="1149336"/>
                  <a:ext cx="246960" cy="5299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7" name="Ink 16">
                  <a:extLst>
                    <a:ext uri="{FF2B5EF4-FFF2-40B4-BE49-F238E27FC236}">
                      <a16:creationId xmlns:a16="http://schemas.microsoft.com/office/drawing/2014/main" id="{0FE2CD46-4776-3941-FE73-E9D2B9A93487}"/>
                    </a:ext>
                  </a:extLst>
                </p14:cNvPr>
                <p14:cNvContentPartPr/>
                <p14:nvPr/>
              </p14:nvContentPartPr>
              <p14:xfrm>
                <a:off x="5454518" y="1721016"/>
                <a:ext cx="16200" cy="128880"/>
              </p14:xfrm>
            </p:contentPart>
          </mc:Choice>
          <mc:Fallback xmlns="">
            <p:pic>
              <p:nvPicPr>
                <p:cNvPr id="17" name="Ink 16">
                  <a:extLst>
                    <a:ext uri="{FF2B5EF4-FFF2-40B4-BE49-F238E27FC236}">
                      <a16:creationId xmlns:a16="http://schemas.microsoft.com/office/drawing/2014/main" id="{0FE2CD46-4776-3941-FE73-E9D2B9A93487}"/>
                    </a:ext>
                  </a:extLst>
                </p:cNvPr>
                <p:cNvPicPr/>
                <p:nvPr/>
              </p:nvPicPr>
              <p:blipFill>
                <a:blip r:embed="rId167"/>
                <a:stretch>
                  <a:fillRect/>
                </a:stretch>
              </p:blipFill>
              <p:spPr>
                <a:xfrm>
                  <a:off x="5448398" y="1714896"/>
                  <a:ext cx="2844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8" name="Ink 17">
                  <a:extLst>
                    <a:ext uri="{FF2B5EF4-FFF2-40B4-BE49-F238E27FC236}">
                      <a16:creationId xmlns:a16="http://schemas.microsoft.com/office/drawing/2014/main" id="{03264E60-1449-1B1F-69E0-463B7505F715}"/>
                    </a:ext>
                  </a:extLst>
                </p14:cNvPr>
                <p14:cNvContentPartPr/>
                <p14:nvPr/>
              </p14:nvContentPartPr>
              <p14:xfrm>
                <a:off x="5432198" y="1658376"/>
                <a:ext cx="11520" cy="11520"/>
              </p14:xfrm>
            </p:contentPart>
          </mc:Choice>
          <mc:Fallback xmlns="">
            <p:pic>
              <p:nvPicPr>
                <p:cNvPr id="18" name="Ink 17">
                  <a:extLst>
                    <a:ext uri="{FF2B5EF4-FFF2-40B4-BE49-F238E27FC236}">
                      <a16:creationId xmlns:a16="http://schemas.microsoft.com/office/drawing/2014/main" id="{03264E60-1449-1B1F-69E0-463B7505F715}"/>
                    </a:ext>
                  </a:extLst>
                </p:cNvPr>
                <p:cNvPicPr/>
                <p:nvPr/>
              </p:nvPicPr>
              <p:blipFill>
                <a:blip r:embed="rId169"/>
                <a:stretch>
                  <a:fillRect/>
                </a:stretch>
              </p:blipFill>
              <p:spPr>
                <a:xfrm>
                  <a:off x="5426078" y="1652256"/>
                  <a:ext cx="2376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9" name="Ink 18">
                  <a:extLst>
                    <a:ext uri="{FF2B5EF4-FFF2-40B4-BE49-F238E27FC236}">
                      <a16:creationId xmlns:a16="http://schemas.microsoft.com/office/drawing/2014/main" id="{5D858C51-9411-20C4-2EBE-C7F0CF61857F}"/>
                    </a:ext>
                  </a:extLst>
                </p14:cNvPr>
                <p14:cNvContentPartPr/>
                <p14:nvPr/>
              </p14:nvContentPartPr>
              <p14:xfrm>
                <a:off x="5514998" y="1749816"/>
                <a:ext cx="71280" cy="22320"/>
              </p14:xfrm>
            </p:contentPart>
          </mc:Choice>
          <mc:Fallback xmlns="">
            <p:pic>
              <p:nvPicPr>
                <p:cNvPr id="19" name="Ink 18">
                  <a:extLst>
                    <a:ext uri="{FF2B5EF4-FFF2-40B4-BE49-F238E27FC236}">
                      <a16:creationId xmlns:a16="http://schemas.microsoft.com/office/drawing/2014/main" id="{5D858C51-9411-20C4-2EBE-C7F0CF61857F}"/>
                    </a:ext>
                  </a:extLst>
                </p:cNvPr>
                <p:cNvPicPr/>
                <p:nvPr/>
              </p:nvPicPr>
              <p:blipFill>
                <a:blip r:embed="rId171"/>
                <a:stretch>
                  <a:fillRect/>
                </a:stretch>
              </p:blipFill>
              <p:spPr>
                <a:xfrm>
                  <a:off x="5508878" y="1743696"/>
                  <a:ext cx="8352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20" name="Ink 19">
                  <a:extLst>
                    <a:ext uri="{FF2B5EF4-FFF2-40B4-BE49-F238E27FC236}">
                      <a16:creationId xmlns:a16="http://schemas.microsoft.com/office/drawing/2014/main" id="{233880EE-1081-DAED-A2F0-79AE1AA44C78}"/>
                    </a:ext>
                  </a:extLst>
                </p14:cNvPr>
                <p14:cNvContentPartPr/>
                <p14:nvPr/>
              </p14:nvContentPartPr>
              <p14:xfrm>
                <a:off x="5534798" y="1800216"/>
                <a:ext cx="106200" cy="33840"/>
              </p14:xfrm>
            </p:contentPart>
          </mc:Choice>
          <mc:Fallback xmlns="">
            <p:pic>
              <p:nvPicPr>
                <p:cNvPr id="20" name="Ink 19">
                  <a:extLst>
                    <a:ext uri="{FF2B5EF4-FFF2-40B4-BE49-F238E27FC236}">
                      <a16:creationId xmlns:a16="http://schemas.microsoft.com/office/drawing/2014/main" id="{233880EE-1081-DAED-A2F0-79AE1AA44C78}"/>
                    </a:ext>
                  </a:extLst>
                </p:cNvPr>
                <p:cNvPicPr/>
                <p:nvPr/>
              </p:nvPicPr>
              <p:blipFill>
                <a:blip r:embed="rId173"/>
                <a:stretch>
                  <a:fillRect/>
                </a:stretch>
              </p:blipFill>
              <p:spPr>
                <a:xfrm>
                  <a:off x="5528678" y="1794096"/>
                  <a:ext cx="11844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21" name="Ink 20">
                  <a:extLst>
                    <a:ext uri="{FF2B5EF4-FFF2-40B4-BE49-F238E27FC236}">
                      <a16:creationId xmlns:a16="http://schemas.microsoft.com/office/drawing/2014/main" id="{E78250E8-B9CE-7B3A-D3A2-C4A5C6D68CD4}"/>
                    </a:ext>
                  </a:extLst>
                </p14:cNvPr>
                <p14:cNvContentPartPr/>
                <p14:nvPr/>
              </p14:nvContentPartPr>
              <p14:xfrm>
                <a:off x="5698958" y="1750536"/>
                <a:ext cx="43920" cy="102960"/>
              </p14:xfrm>
            </p:contentPart>
          </mc:Choice>
          <mc:Fallback xmlns="">
            <p:pic>
              <p:nvPicPr>
                <p:cNvPr id="21" name="Ink 20">
                  <a:extLst>
                    <a:ext uri="{FF2B5EF4-FFF2-40B4-BE49-F238E27FC236}">
                      <a16:creationId xmlns:a16="http://schemas.microsoft.com/office/drawing/2014/main" id="{E78250E8-B9CE-7B3A-D3A2-C4A5C6D68CD4}"/>
                    </a:ext>
                  </a:extLst>
                </p:cNvPr>
                <p:cNvPicPr/>
                <p:nvPr/>
              </p:nvPicPr>
              <p:blipFill>
                <a:blip r:embed="rId175"/>
                <a:stretch>
                  <a:fillRect/>
                </a:stretch>
              </p:blipFill>
              <p:spPr>
                <a:xfrm>
                  <a:off x="5692838" y="1744416"/>
                  <a:ext cx="5616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23" name="Ink 22">
                  <a:extLst>
                    <a:ext uri="{FF2B5EF4-FFF2-40B4-BE49-F238E27FC236}">
                      <a16:creationId xmlns:a16="http://schemas.microsoft.com/office/drawing/2014/main" id="{7EBCD95D-5468-B372-B0E1-4CB57262BCC6}"/>
                    </a:ext>
                  </a:extLst>
                </p14:cNvPr>
                <p14:cNvContentPartPr/>
                <p14:nvPr/>
              </p14:nvContentPartPr>
              <p14:xfrm>
                <a:off x="5491958" y="719856"/>
                <a:ext cx="205200" cy="87840"/>
              </p14:xfrm>
            </p:contentPart>
          </mc:Choice>
          <mc:Fallback xmlns="">
            <p:pic>
              <p:nvPicPr>
                <p:cNvPr id="23" name="Ink 22">
                  <a:extLst>
                    <a:ext uri="{FF2B5EF4-FFF2-40B4-BE49-F238E27FC236}">
                      <a16:creationId xmlns:a16="http://schemas.microsoft.com/office/drawing/2014/main" id="{7EBCD95D-5468-B372-B0E1-4CB57262BCC6}"/>
                    </a:ext>
                  </a:extLst>
                </p:cNvPr>
                <p:cNvPicPr/>
                <p:nvPr/>
              </p:nvPicPr>
              <p:blipFill>
                <a:blip r:embed="rId177"/>
                <a:stretch>
                  <a:fillRect/>
                </a:stretch>
              </p:blipFill>
              <p:spPr>
                <a:xfrm>
                  <a:off x="5485838" y="713736"/>
                  <a:ext cx="21744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24" name="Ink 23">
                  <a:extLst>
                    <a:ext uri="{FF2B5EF4-FFF2-40B4-BE49-F238E27FC236}">
                      <a16:creationId xmlns:a16="http://schemas.microsoft.com/office/drawing/2014/main" id="{D0C355D3-1F31-FEDA-5254-98F1238982F7}"/>
                    </a:ext>
                  </a:extLst>
                </p14:cNvPr>
                <p14:cNvContentPartPr/>
                <p14:nvPr/>
              </p14:nvContentPartPr>
              <p14:xfrm>
                <a:off x="6335078" y="1296936"/>
                <a:ext cx="32760" cy="108000"/>
              </p14:xfrm>
            </p:contentPart>
          </mc:Choice>
          <mc:Fallback xmlns="">
            <p:pic>
              <p:nvPicPr>
                <p:cNvPr id="24" name="Ink 23">
                  <a:extLst>
                    <a:ext uri="{FF2B5EF4-FFF2-40B4-BE49-F238E27FC236}">
                      <a16:creationId xmlns:a16="http://schemas.microsoft.com/office/drawing/2014/main" id="{D0C355D3-1F31-FEDA-5254-98F1238982F7}"/>
                    </a:ext>
                  </a:extLst>
                </p:cNvPr>
                <p:cNvPicPr/>
                <p:nvPr/>
              </p:nvPicPr>
              <p:blipFill>
                <a:blip r:embed="rId179"/>
                <a:stretch>
                  <a:fillRect/>
                </a:stretch>
              </p:blipFill>
              <p:spPr>
                <a:xfrm>
                  <a:off x="6328958" y="1290816"/>
                  <a:ext cx="4500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25" name="Ink 24">
                  <a:extLst>
                    <a:ext uri="{FF2B5EF4-FFF2-40B4-BE49-F238E27FC236}">
                      <a16:creationId xmlns:a16="http://schemas.microsoft.com/office/drawing/2014/main" id="{ED8664CC-E222-5A83-4A6F-851BE5B19480}"/>
                    </a:ext>
                  </a:extLst>
                </p14:cNvPr>
                <p14:cNvContentPartPr/>
                <p14:nvPr/>
              </p14:nvContentPartPr>
              <p14:xfrm>
                <a:off x="6394478" y="1276056"/>
                <a:ext cx="60840" cy="102960"/>
              </p14:xfrm>
            </p:contentPart>
          </mc:Choice>
          <mc:Fallback xmlns="">
            <p:pic>
              <p:nvPicPr>
                <p:cNvPr id="25" name="Ink 24">
                  <a:extLst>
                    <a:ext uri="{FF2B5EF4-FFF2-40B4-BE49-F238E27FC236}">
                      <a16:creationId xmlns:a16="http://schemas.microsoft.com/office/drawing/2014/main" id="{ED8664CC-E222-5A83-4A6F-851BE5B19480}"/>
                    </a:ext>
                  </a:extLst>
                </p:cNvPr>
                <p:cNvPicPr/>
                <p:nvPr/>
              </p:nvPicPr>
              <p:blipFill>
                <a:blip r:embed="rId181"/>
                <a:stretch>
                  <a:fillRect/>
                </a:stretch>
              </p:blipFill>
              <p:spPr>
                <a:xfrm>
                  <a:off x="6388358" y="1269936"/>
                  <a:ext cx="7308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26" name="Ink 25">
                  <a:extLst>
                    <a:ext uri="{FF2B5EF4-FFF2-40B4-BE49-F238E27FC236}">
                      <a16:creationId xmlns:a16="http://schemas.microsoft.com/office/drawing/2014/main" id="{DFF1ADF9-F8BD-DC49-5303-F62823D34C1D}"/>
                    </a:ext>
                  </a:extLst>
                </p14:cNvPr>
                <p14:cNvContentPartPr/>
                <p14:nvPr/>
              </p14:nvContentPartPr>
              <p14:xfrm>
                <a:off x="6364238" y="1205856"/>
                <a:ext cx="24480" cy="26640"/>
              </p14:xfrm>
            </p:contentPart>
          </mc:Choice>
          <mc:Fallback xmlns="">
            <p:pic>
              <p:nvPicPr>
                <p:cNvPr id="26" name="Ink 25">
                  <a:extLst>
                    <a:ext uri="{FF2B5EF4-FFF2-40B4-BE49-F238E27FC236}">
                      <a16:creationId xmlns:a16="http://schemas.microsoft.com/office/drawing/2014/main" id="{DFF1ADF9-F8BD-DC49-5303-F62823D34C1D}"/>
                    </a:ext>
                  </a:extLst>
                </p:cNvPr>
                <p:cNvPicPr/>
                <p:nvPr/>
              </p:nvPicPr>
              <p:blipFill>
                <a:blip r:embed="rId183"/>
                <a:stretch>
                  <a:fillRect/>
                </a:stretch>
              </p:blipFill>
              <p:spPr>
                <a:xfrm>
                  <a:off x="6358118" y="1199736"/>
                  <a:ext cx="3672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27" name="Ink 26">
                  <a:extLst>
                    <a:ext uri="{FF2B5EF4-FFF2-40B4-BE49-F238E27FC236}">
                      <a16:creationId xmlns:a16="http://schemas.microsoft.com/office/drawing/2014/main" id="{13ADC769-4BCA-6F41-F12F-852421796795}"/>
                    </a:ext>
                  </a:extLst>
                </p14:cNvPr>
                <p14:cNvContentPartPr/>
                <p14:nvPr/>
              </p14:nvContentPartPr>
              <p14:xfrm>
                <a:off x="6532358" y="1160856"/>
                <a:ext cx="214920" cy="44640"/>
              </p14:xfrm>
            </p:contentPart>
          </mc:Choice>
          <mc:Fallback xmlns="">
            <p:pic>
              <p:nvPicPr>
                <p:cNvPr id="27" name="Ink 26">
                  <a:extLst>
                    <a:ext uri="{FF2B5EF4-FFF2-40B4-BE49-F238E27FC236}">
                      <a16:creationId xmlns:a16="http://schemas.microsoft.com/office/drawing/2014/main" id="{13ADC769-4BCA-6F41-F12F-852421796795}"/>
                    </a:ext>
                  </a:extLst>
                </p:cNvPr>
                <p:cNvPicPr/>
                <p:nvPr/>
              </p:nvPicPr>
              <p:blipFill>
                <a:blip r:embed="rId185"/>
                <a:stretch>
                  <a:fillRect/>
                </a:stretch>
              </p:blipFill>
              <p:spPr>
                <a:xfrm>
                  <a:off x="6526238" y="1154736"/>
                  <a:ext cx="22716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29" name="Ink 28">
                  <a:extLst>
                    <a:ext uri="{FF2B5EF4-FFF2-40B4-BE49-F238E27FC236}">
                      <a16:creationId xmlns:a16="http://schemas.microsoft.com/office/drawing/2014/main" id="{54F4A9E7-9A5E-6078-B7EC-EE6EA4BEF479}"/>
                    </a:ext>
                  </a:extLst>
                </p14:cNvPr>
                <p14:cNvContentPartPr/>
                <p14:nvPr/>
              </p14:nvContentPartPr>
              <p14:xfrm>
                <a:off x="6822878" y="1069776"/>
                <a:ext cx="207360" cy="243000"/>
              </p14:xfrm>
            </p:contentPart>
          </mc:Choice>
          <mc:Fallback xmlns="">
            <p:pic>
              <p:nvPicPr>
                <p:cNvPr id="29" name="Ink 28">
                  <a:extLst>
                    <a:ext uri="{FF2B5EF4-FFF2-40B4-BE49-F238E27FC236}">
                      <a16:creationId xmlns:a16="http://schemas.microsoft.com/office/drawing/2014/main" id="{54F4A9E7-9A5E-6078-B7EC-EE6EA4BEF479}"/>
                    </a:ext>
                  </a:extLst>
                </p:cNvPr>
                <p:cNvPicPr/>
                <p:nvPr/>
              </p:nvPicPr>
              <p:blipFill>
                <a:blip r:embed="rId187"/>
                <a:stretch>
                  <a:fillRect/>
                </a:stretch>
              </p:blipFill>
              <p:spPr>
                <a:xfrm>
                  <a:off x="6816758" y="1063656"/>
                  <a:ext cx="21960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30" name="Ink 29">
                  <a:extLst>
                    <a:ext uri="{FF2B5EF4-FFF2-40B4-BE49-F238E27FC236}">
                      <a16:creationId xmlns:a16="http://schemas.microsoft.com/office/drawing/2014/main" id="{24DA1A94-3622-0412-66AF-D6E8C93954B0}"/>
                    </a:ext>
                  </a:extLst>
                </p14:cNvPr>
                <p14:cNvContentPartPr/>
                <p14:nvPr/>
              </p14:nvContentPartPr>
              <p14:xfrm>
                <a:off x="7089278" y="1174536"/>
                <a:ext cx="22320" cy="102240"/>
              </p14:xfrm>
            </p:contentPart>
          </mc:Choice>
          <mc:Fallback xmlns="">
            <p:pic>
              <p:nvPicPr>
                <p:cNvPr id="30" name="Ink 29">
                  <a:extLst>
                    <a:ext uri="{FF2B5EF4-FFF2-40B4-BE49-F238E27FC236}">
                      <a16:creationId xmlns:a16="http://schemas.microsoft.com/office/drawing/2014/main" id="{24DA1A94-3622-0412-66AF-D6E8C93954B0}"/>
                    </a:ext>
                  </a:extLst>
                </p:cNvPr>
                <p:cNvPicPr/>
                <p:nvPr/>
              </p:nvPicPr>
              <p:blipFill>
                <a:blip r:embed="rId189"/>
                <a:stretch>
                  <a:fillRect/>
                </a:stretch>
              </p:blipFill>
              <p:spPr>
                <a:xfrm>
                  <a:off x="7083158" y="1168416"/>
                  <a:ext cx="3456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31" name="Ink 30">
                  <a:extLst>
                    <a:ext uri="{FF2B5EF4-FFF2-40B4-BE49-F238E27FC236}">
                      <a16:creationId xmlns:a16="http://schemas.microsoft.com/office/drawing/2014/main" id="{5B8DCA1D-FF37-4545-59E0-77DBAAA49191}"/>
                    </a:ext>
                  </a:extLst>
                </p14:cNvPr>
                <p14:cNvContentPartPr/>
                <p14:nvPr/>
              </p14:nvContentPartPr>
              <p14:xfrm>
                <a:off x="7129598" y="954936"/>
                <a:ext cx="117720" cy="390240"/>
              </p14:xfrm>
            </p:contentPart>
          </mc:Choice>
          <mc:Fallback xmlns="">
            <p:pic>
              <p:nvPicPr>
                <p:cNvPr id="31" name="Ink 30">
                  <a:extLst>
                    <a:ext uri="{FF2B5EF4-FFF2-40B4-BE49-F238E27FC236}">
                      <a16:creationId xmlns:a16="http://schemas.microsoft.com/office/drawing/2014/main" id="{5B8DCA1D-FF37-4545-59E0-77DBAAA49191}"/>
                    </a:ext>
                  </a:extLst>
                </p:cNvPr>
                <p:cNvPicPr/>
                <p:nvPr/>
              </p:nvPicPr>
              <p:blipFill>
                <a:blip r:embed="rId191"/>
                <a:stretch>
                  <a:fillRect/>
                </a:stretch>
              </p:blipFill>
              <p:spPr>
                <a:xfrm>
                  <a:off x="7123478" y="948816"/>
                  <a:ext cx="129960" cy="40248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32" name="Ink 31">
                  <a:extLst>
                    <a:ext uri="{FF2B5EF4-FFF2-40B4-BE49-F238E27FC236}">
                      <a16:creationId xmlns:a16="http://schemas.microsoft.com/office/drawing/2014/main" id="{0C97B269-B341-3A49-418D-BD2677C2876B}"/>
                    </a:ext>
                  </a:extLst>
                </p14:cNvPr>
                <p14:cNvContentPartPr/>
                <p14:nvPr/>
              </p14:nvContentPartPr>
              <p14:xfrm>
                <a:off x="7209878" y="826776"/>
                <a:ext cx="231480" cy="129240"/>
              </p14:xfrm>
            </p:contentPart>
          </mc:Choice>
          <mc:Fallback xmlns="">
            <p:pic>
              <p:nvPicPr>
                <p:cNvPr id="32" name="Ink 31">
                  <a:extLst>
                    <a:ext uri="{FF2B5EF4-FFF2-40B4-BE49-F238E27FC236}">
                      <a16:creationId xmlns:a16="http://schemas.microsoft.com/office/drawing/2014/main" id="{0C97B269-B341-3A49-418D-BD2677C2876B}"/>
                    </a:ext>
                  </a:extLst>
                </p:cNvPr>
                <p:cNvPicPr/>
                <p:nvPr/>
              </p:nvPicPr>
              <p:blipFill>
                <a:blip r:embed="rId193"/>
                <a:stretch>
                  <a:fillRect/>
                </a:stretch>
              </p:blipFill>
              <p:spPr>
                <a:xfrm>
                  <a:off x="7203758" y="820656"/>
                  <a:ext cx="24372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34" name="Ink 33">
                  <a:extLst>
                    <a:ext uri="{FF2B5EF4-FFF2-40B4-BE49-F238E27FC236}">
                      <a16:creationId xmlns:a16="http://schemas.microsoft.com/office/drawing/2014/main" id="{F2469B3C-6621-4F0A-7E1D-6737ED1FCF91}"/>
                    </a:ext>
                  </a:extLst>
                </p14:cNvPr>
                <p14:cNvContentPartPr/>
                <p14:nvPr/>
              </p14:nvContentPartPr>
              <p14:xfrm>
                <a:off x="5627318" y="1574496"/>
                <a:ext cx="1811520" cy="376200"/>
              </p14:xfrm>
            </p:contentPart>
          </mc:Choice>
          <mc:Fallback xmlns="">
            <p:pic>
              <p:nvPicPr>
                <p:cNvPr id="34" name="Ink 33">
                  <a:extLst>
                    <a:ext uri="{FF2B5EF4-FFF2-40B4-BE49-F238E27FC236}">
                      <a16:creationId xmlns:a16="http://schemas.microsoft.com/office/drawing/2014/main" id="{F2469B3C-6621-4F0A-7E1D-6737ED1FCF91}"/>
                    </a:ext>
                  </a:extLst>
                </p:cNvPr>
                <p:cNvPicPr/>
                <p:nvPr/>
              </p:nvPicPr>
              <p:blipFill>
                <a:blip r:embed="rId195"/>
                <a:stretch>
                  <a:fillRect/>
                </a:stretch>
              </p:blipFill>
              <p:spPr>
                <a:xfrm>
                  <a:off x="5621198" y="1568376"/>
                  <a:ext cx="1823760" cy="3884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35" name="Ink 34">
                  <a:extLst>
                    <a:ext uri="{FF2B5EF4-FFF2-40B4-BE49-F238E27FC236}">
                      <a16:creationId xmlns:a16="http://schemas.microsoft.com/office/drawing/2014/main" id="{BD2797BB-BDA4-196F-DA48-6A5D30290546}"/>
                    </a:ext>
                  </a:extLst>
                </p14:cNvPr>
                <p14:cNvContentPartPr/>
                <p14:nvPr/>
              </p14:nvContentPartPr>
              <p14:xfrm>
                <a:off x="6311318" y="1924776"/>
                <a:ext cx="248760" cy="158760"/>
              </p14:xfrm>
            </p:contentPart>
          </mc:Choice>
          <mc:Fallback xmlns="">
            <p:pic>
              <p:nvPicPr>
                <p:cNvPr id="35" name="Ink 34">
                  <a:extLst>
                    <a:ext uri="{FF2B5EF4-FFF2-40B4-BE49-F238E27FC236}">
                      <a16:creationId xmlns:a16="http://schemas.microsoft.com/office/drawing/2014/main" id="{BD2797BB-BDA4-196F-DA48-6A5D30290546}"/>
                    </a:ext>
                  </a:extLst>
                </p:cNvPr>
                <p:cNvPicPr/>
                <p:nvPr/>
              </p:nvPicPr>
              <p:blipFill>
                <a:blip r:embed="rId197"/>
                <a:stretch>
                  <a:fillRect/>
                </a:stretch>
              </p:blipFill>
              <p:spPr>
                <a:xfrm>
                  <a:off x="6305198" y="1918656"/>
                  <a:ext cx="26100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36" name="Ink 35">
                  <a:extLst>
                    <a:ext uri="{FF2B5EF4-FFF2-40B4-BE49-F238E27FC236}">
                      <a16:creationId xmlns:a16="http://schemas.microsoft.com/office/drawing/2014/main" id="{B376A464-4FFA-987F-016D-EB00B1A82075}"/>
                    </a:ext>
                  </a:extLst>
                </p14:cNvPr>
                <p14:cNvContentPartPr/>
                <p14:nvPr/>
              </p14:nvContentPartPr>
              <p14:xfrm>
                <a:off x="6659078" y="1937016"/>
                <a:ext cx="167040" cy="49680"/>
              </p14:xfrm>
            </p:contentPart>
          </mc:Choice>
          <mc:Fallback xmlns="">
            <p:pic>
              <p:nvPicPr>
                <p:cNvPr id="36" name="Ink 35">
                  <a:extLst>
                    <a:ext uri="{FF2B5EF4-FFF2-40B4-BE49-F238E27FC236}">
                      <a16:creationId xmlns:a16="http://schemas.microsoft.com/office/drawing/2014/main" id="{B376A464-4FFA-987F-016D-EB00B1A82075}"/>
                    </a:ext>
                  </a:extLst>
                </p:cNvPr>
                <p:cNvPicPr/>
                <p:nvPr/>
              </p:nvPicPr>
              <p:blipFill>
                <a:blip r:embed="rId199"/>
                <a:stretch>
                  <a:fillRect/>
                </a:stretch>
              </p:blipFill>
              <p:spPr>
                <a:xfrm>
                  <a:off x="6652958" y="1930896"/>
                  <a:ext cx="17928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37" name="Ink 36">
                  <a:extLst>
                    <a:ext uri="{FF2B5EF4-FFF2-40B4-BE49-F238E27FC236}">
                      <a16:creationId xmlns:a16="http://schemas.microsoft.com/office/drawing/2014/main" id="{E36994F7-5767-122B-30AE-F13247CFEB1B}"/>
                    </a:ext>
                  </a:extLst>
                </p14:cNvPr>
                <p14:cNvContentPartPr/>
                <p14:nvPr/>
              </p14:nvContentPartPr>
              <p14:xfrm>
                <a:off x="7001798" y="1822176"/>
                <a:ext cx="30600" cy="168480"/>
              </p14:xfrm>
            </p:contentPart>
          </mc:Choice>
          <mc:Fallback xmlns="">
            <p:pic>
              <p:nvPicPr>
                <p:cNvPr id="37" name="Ink 36">
                  <a:extLst>
                    <a:ext uri="{FF2B5EF4-FFF2-40B4-BE49-F238E27FC236}">
                      <a16:creationId xmlns:a16="http://schemas.microsoft.com/office/drawing/2014/main" id="{E36994F7-5767-122B-30AE-F13247CFEB1B}"/>
                    </a:ext>
                  </a:extLst>
                </p:cNvPr>
                <p:cNvPicPr/>
                <p:nvPr/>
              </p:nvPicPr>
              <p:blipFill>
                <a:blip r:embed="rId201"/>
                <a:stretch>
                  <a:fillRect/>
                </a:stretch>
              </p:blipFill>
              <p:spPr>
                <a:xfrm>
                  <a:off x="6995678" y="1816056"/>
                  <a:ext cx="4284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43" name="Ink 42">
                  <a:extLst>
                    <a:ext uri="{FF2B5EF4-FFF2-40B4-BE49-F238E27FC236}">
                      <a16:creationId xmlns:a16="http://schemas.microsoft.com/office/drawing/2014/main" id="{32FCA2E5-92C1-AD41-6FE5-87ECF3E8448A}"/>
                    </a:ext>
                  </a:extLst>
                </p14:cNvPr>
                <p14:cNvContentPartPr/>
                <p14:nvPr/>
              </p14:nvContentPartPr>
              <p14:xfrm>
                <a:off x="5766278" y="2440296"/>
                <a:ext cx="32760" cy="194760"/>
              </p14:xfrm>
            </p:contentPart>
          </mc:Choice>
          <mc:Fallback xmlns="">
            <p:pic>
              <p:nvPicPr>
                <p:cNvPr id="43" name="Ink 42">
                  <a:extLst>
                    <a:ext uri="{FF2B5EF4-FFF2-40B4-BE49-F238E27FC236}">
                      <a16:creationId xmlns:a16="http://schemas.microsoft.com/office/drawing/2014/main" id="{32FCA2E5-92C1-AD41-6FE5-87ECF3E8448A}"/>
                    </a:ext>
                  </a:extLst>
                </p:cNvPr>
                <p:cNvPicPr/>
                <p:nvPr/>
              </p:nvPicPr>
              <p:blipFill>
                <a:blip r:embed="rId203"/>
                <a:stretch>
                  <a:fillRect/>
                </a:stretch>
              </p:blipFill>
              <p:spPr>
                <a:xfrm>
                  <a:off x="5760158" y="2434176"/>
                  <a:ext cx="4500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44" name="Ink 43">
                  <a:extLst>
                    <a:ext uri="{FF2B5EF4-FFF2-40B4-BE49-F238E27FC236}">
                      <a16:creationId xmlns:a16="http://schemas.microsoft.com/office/drawing/2014/main" id="{A3E114ED-1BC1-8204-2586-33844028FB1C}"/>
                    </a:ext>
                  </a:extLst>
                </p14:cNvPr>
                <p14:cNvContentPartPr/>
                <p14:nvPr/>
              </p14:nvContentPartPr>
              <p14:xfrm>
                <a:off x="5619758" y="2609856"/>
                <a:ext cx="313200" cy="571320"/>
              </p14:xfrm>
            </p:contentPart>
          </mc:Choice>
          <mc:Fallback xmlns="">
            <p:pic>
              <p:nvPicPr>
                <p:cNvPr id="44" name="Ink 43">
                  <a:extLst>
                    <a:ext uri="{FF2B5EF4-FFF2-40B4-BE49-F238E27FC236}">
                      <a16:creationId xmlns:a16="http://schemas.microsoft.com/office/drawing/2014/main" id="{A3E114ED-1BC1-8204-2586-33844028FB1C}"/>
                    </a:ext>
                  </a:extLst>
                </p:cNvPr>
                <p:cNvPicPr/>
                <p:nvPr/>
              </p:nvPicPr>
              <p:blipFill>
                <a:blip r:embed="rId205"/>
                <a:stretch>
                  <a:fillRect/>
                </a:stretch>
              </p:blipFill>
              <p:spPr>
                <a:xfrm>
                  <a:off x="5613638" y="2603736"/>
                  <a:ext cx="325440" cy="5835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49" name="Ink 48">
                  <a:extLst>
                    <a:ext uri="{FF2B5EF4-FFF2-40B4-BE49-F238E27FC236}">
                      <a16:creationId xmlns:a16="http://schemas.microsoft.com/office/drawing/2014/main" id="{FB1CDC0A-B702-BF26-DA92-2C59B30AFCA5}"/>
                    </a:ext>
                  </a:extLst>
                </p14:cNvPr>
                <p14:cNvContentPartPr/>
                <p14:nvPr/>
              </p14:nvContentPartPr>
              <p14:xfrm>
                <a:off x="5562878" y="3320856"/>
                <a:ext cx="83160" cy="208800"/>
              </p14:xfrm>
            </p:contentPart>
          </mc:Choice>
          <mc:Fallback xmlns="">
            <p:pic>
              <p:nvPicPr>
                <p:cNvPr id="49" name="Ink 48">
                  <a:extLst>
                    <a:ext uri="{FF2B5EF4-FFF2-40B4-BE49-F238E27FC236}">
                      <a16:creationId xmlns:a16="http://schemas.microsoft.com/office/drawing/2014/main" id="{FB1CDC0A-B702-BF26-DA92-2C59B30AFCA5}"/>
                    </a:ext>
                  </a:extLst>
                </p:cNvPr>
                <p:cNvPicPr/>
                <p:nvPr/>
              </p:nvPicPr>
              <p:blipFill>
                <a:blip r:embed="rId207"/>
                <a:stretch>
                  <a:fillRect/>
                </a:stretch>
              </p:blipFill>
              <p:spPr>
                <a:xfrm>
                  <a:off x="5556758" y="3314736"/>
                  <a:ext cx="9540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50" name="Ink 49">
                  <a:extLst>
                    <a:ext uri="{FF2B5EF4-FFF2-40B4-BE49-F238E27FC236}">
                      <a16:creationId xmlns:a16="http://schemas.microsoft.com/office/drawing/2014/main" id="{018A5588-08E0-E7E7-47FB-ACF1D3F73FA1}"/>
                    </a:ext>
                  </a:extLst>
                </p14:cNvPr>
                <p14:cNvContentPartPr/>
                <p14:nvPr/>
              </p14:nvContentPartPr>
              <p14:xfrm>
                <a:off x="5557478" y="3268656"/>
                <a:ext cx="15480" cy="20160"/>
              </p14:xfrm>
            </p:contentPart>
          </mc:Choice>
          <mc:Fallback xmlns="">
            <p:pic>
              <p:nvPicPr>
                <p:cNvPr id="50" name="Ink 49">
                  <a:extLst>
                    <a:ext uri="{FF2B5EF4-FFF2-40B4-BE49-F238E27FC236}">
                      <a16:creationId xmlns:a16="http://schemas.microsoft.com/office/drawing/2014/main" id="{018A5588-08E0-E7E7-47FB-ACF1D3F73FA1}"/>
                    </a:ext>
                  </a:extLst>
                </p:cNvPr>
                <p:cNvPicPr/>
                <p:nvPr/>
              </p:nvPicPr>
              <p:blipFill>
                <a:blip r:embed="rId209"/>
                <a:stretch>
                  <a:fillRect/>
                </a:stretch>
              </p:blipFill>
              <p:spPr>
                <a:xfrm>
                  <a:off x="5551358" y="3262536"/>
                  <a:ext cx="2772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51" name="Ink 50">
                  <a:extLst>
                    <a:ext uri="{FF2B5EF4-FFF2-40B4-BE49-F238E27FC236}">
                      <a16:creationId xmlns:a16="http://schemas.microsoft.com/office/drawing/2014/main" id="{B98C7526-D25E-718E-7C46-36566E25FE37}"/>
                    </a:ext>
                  </a:extLst>
                </p14:cNvPr>
                <p14:cNvContentPartPr/>
                <p14:nvPr/>
              </p14:nvContentPartPr>
              <p14:xfrm>
                <a:off x="5691758" y="3306096"/>
                <a:ext cx="61920" cy="5400"/>
              </p14:xfrm>
            </p:contentPart>
          </mc:Choice>
          <mc:Fallback xmlns="">
            <p:pic>
              <p:nvPicPr>
                <p:cNvPr id="51" name="Ink 50">
                  <a:extLst>
                    <a:ext uri="{FF2B5EF4-FFF2-40B4-BE49-F238E27FC236}">
                      <a16:creationId xmlns:a16="http://schemas.microsoft.com/office/drawing/2014/main" id="{B98C7526-D25E-718E-7C46-36566E25FE37}"/>
                    </a:ext>
                  </a:extLst>
                </p:cNvPr>
                <p:cNvPicPr/>
                <p:nvPr/>
              </p:nvPicPr>
              <p:blipFill>
                <a:blip r:embed="rId211"/>
                <a:stretch>
                  <a:fillRect/>
                </a:stretch>
              </p:blipFill>
              <p:spPr>
                <a:xfrm>
                  <a:off x="5685638" y="3299976"/>
                  <a:ext cx="74160" cy="1764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52" name="Ink 51">
                  <a:extLst>
                    <a:ext uri="{FF2B5EF4-FFF2-40B4-BE49-F238E27FC236}">
                      <a16:creationId xmlns:a16="http://schemas.microsoft.com/office/drawing/2014/main" id="{FB832709-F7D0-E8B0-D8D9-92D5C40F0B9A}"/>
                    </a:ext>
                  </a:extLst>
                </p14:cNvPr>
                <p14:cNvContentPartPr/>
                <p14:nvPr/>
              </p14:nvContentPartPr>
              <p14:xfrm>
                <a:off x="5686358" y="3345336"/>
                <a:ext cx="122400" cy="30600"/>
              </p14:xfrm>
            </p:contentPart>
          </mc:Choice>
          <mc:Fallback xmlns="">
            <p:pic>
              <p:nvPicPr>
                <p:cNvPr id="52" name="Ink 51">
                  <a:extLst>
                    <a:ext uri="{FF2B5EF4-FFF2-40B4-BE49-F238E27FC236}">
                      <a16:creationId xmlns:a16="http://schemas.microsoft.com/office/drawing/2014/main" id="{FB832709-F7D0-E8B0-D8D9-92D5C40F0B9A}"/>
                    </a:ext>
                  </a:extLst>
                </p:cNvPr>
                <p:cNvPicPr/>
                <p:nvPr/>
              </p:nvPicPr>
              <p:blipFill>
                <a:blip r:embed="rId213"/>
                <a:stretch>
                  <a:fillRect/>
                </a:stretch>
              </p:blipFill>
              <p:spPr>
                <a:xfrm>
                  <a:off x="5680238" y="3339216"/>
                  <a:ext cx="13464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53" name="Ink 52">
                  <a:extLst>
                    <a:ext uri="{FF2B5EF4-FFF2-40B4-BE49-F238E27FC236}">
                      <a16:creationId xmlns:a16="http://schemas.microsoft.com/office/drawing/2014/main" id="{4970BB89-4D3B-9D37-C943-342422411B11}"/>
                    </a:ext>
                  </a:extLst>
                </p14:cNvPr>
                <p14:cNvContentPartPr/>
                <p14:nvPr/>
              </p14:nvContentPartPr>
              <p14:xfrm>
                <a:off x="5887958" y="3284136"/>
                <a:ext cx="36720" cy="106200"/>
              </p14:xfrm>
            </p:contentPart>
          </mc:Choice>
          <mc:Fallback xmlns="">
            <p:pic>
              <p:nvPicPr>
                <p:cNvPr id="53" name="Ink 52">
                  <a:extLst>
                    <a:ext uri="{FF2B5EF4-FFF2-40B4-BE49-F238E27FC236}">
                      <a16:creationId xmlns:a16="http://schemas.microsoft.com/office/drawing/2014/main" id="{4970BB89-4D3B-9D37-C943-342422411B11}"/>
                    </a:ext>
                  </a:extLst>
                </p:cNvPr>
                <p:cNvPicPr/>
                <p:nvPr/>
              </p:nvPicPr>
              <p:blipFill>
                <a:blip r:embed="rId215"/>
                <a:stretch>
                  <a:fillRect/>
                </a:stretch>
              </p:blipFill>
              <p:spPr>
                <a:xfrm>
                  <a:off x="5881838" y="3278016"/>
                  <a:ext cx="4896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55" name="Ink 54">
                  <a:extLst>
                    <a:ext uri="{FF2B5EF4-FFF2-40B4-BE49-F238E27FC236}">
                      <a16:creationId xmlns:a16="http://schemas.microsoft.com/office/drawing/2014/main" id="{ABAA0874-828C-A117-AC0C-E9DEC2BFE8B6}"/>
                    </a:ext>
                  </a:extLst>
                </p14:cNvPr>
                <p14:cNvContentPartPr/>
                <p14:nvPr/>
              </p14:nvContentPartPr>
              <p14:xfrm>
                <a:off x="6199358" y="2548656"/>
                <a:ext cx="118800" cy="309960"/>
              </p14:xfrm>
            </p:contentPart>
          </mc:Choice>
          <mc:Fallback xmlns="">
            <p:pic>
              <p:nvPicPr>
                <p:cNvPr id="55" name="Ink 54">
                  <a:extLst>
                    <a:ext uri="{FF2B5EF4-FFF2-40B4-BE49-F238E27FC236}">
                      <a16:creationId xmlns:a16="http://schemas.microsoft.com/office/drawing/2014/main" id="{ABAA0874-828C-A117-AC0C-E9DEC2BFE8B6}"/>
                    </a:ext>
                  </a:extLst>
                </p:cNvPr>
                <p:cNvPicPr/>
                <p:nvPr/>
              </p:nvPicPr>
              <p:blipFill>
                <a:blip r:embed="rId217"/>
                <a:stretch>
                  <a:fillRect/>
                </a:stretch>
              </p:blipFill>
              <p:spPr>
                <a:xfrm>
                  <a:off x="6193238" y="2542536"/>
                  <a:ext cx="13104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56" name="Ink 55">
                  <a:extLst>
                    <a:ext uri="{FF2B5EF4-FFF2-40B4-BE49-F238E27FC236}">
                      <a16:creationId xmlns:a16="http://schemas.microsoft.com/office/drawing/2014/main" id="{994E9B53-DC59-5B37-5A8E-17E9040EAADF}"/>
                    </a:ext>
                  </a:extLst>
                </p14:cNvPr>
                <p14:cNvContentPartPr/>
                <p14:nvPr/>
              </p14:nvContentPartPr>
              <p14:xfrm>
                <a:off x="6335438" y="2615976"/>
                <a:ext cx="195480" cy="121680"/>
              </p14:xfrm>
            </p:contentPart>
          </mc:Choice>
          <mc:Fallback xmlns="">
            <p:pic>
              <p:nvPicPr>
                <p:cNvPr id="56" name="Ink 55">
                  <a:extLst>
                    <a:ext uri="{FF2B5EF4-FFF2-40B4-BE49-F238E27FC236}">
                      <a16:creationId xmlns:a16="http://schemas.microsoft.com/office/drawing/2014/main" id="{994E9B53-DC59-5B37-5A8E-17E9040EAADF}"/>
                    </a:ext>
                  </a:extLst>
                </p:cNvPr>
                <p:cNvPicPr/>
                <p:nvPr/>
              </p:nvPicPr>
              <p:blipFill>
                <a:blip r:embed="rId219"/>
                <a:stretch>
                  <a:fillRect/>
                </a:stretch>
              </p:blipFill>
              <p:spPr>
                <a:xfrm>
                  <a:off x="6329318" y="2609856"/>
                  <a:ext cx="20772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58" name="Ink 57">
                  <a:extLst>
                    <a:ext uri="{FF2B5EF4-FFF2-40B4-BE49-F238E27FC236}">
                      <a16:creationId xmlns:a16="http://schemas.microsoft.com/office/drawing/2014/main" id="{ECC25229-8394-C5CC-5CED-5A8F739F2ACE}"/>
                    </a:ext>
                  </a:extLst>
                </p14:cNvPr>
                <p14:cNvContentPartPr/>
                <p14:nvPr/>
              </p14:nvContentPartPr>
              <p14:xfrm>
                <a:off x="6596078" y="2662416"/>
                <a:ext cx="163440" cy="119160"/>
              </p14:xfrm>
            </p:contentPart>
          </mc:Choice>
          <mc:Fallback xmlns="">
            <p:pic>
              <p:nvPicPr>
                <p:cNvPr id="58" name="Ink 57">
                  <a:extLst>
                    <a:ext uri="{FF2B5EF4-FFF2-40B4-BE49-F238E27FC236}">
                      <a16:creationId xmlns:a16="http://schemas.microsoft.com/office/drawing/2014/main" id="{ECC25229-8394-C5CC-5CED-5A8F739F2ACE}"/>
                    </a:ext>
                  </a:extLst>
                </p:cNvPr>
                <p:cNvPicPr/>
                <p:nvPr/>
              </p:nvPicPr>
              <p:blipFill>
                <a:blip r:embed="rId221"/>
                <a:stretch>
                  <a:fillRect/>
                </a:stretch>
              </p:blipFill>
              <p:spPr>
                <a:xfrm>
                  <a:off x="6589958" y="2656296"/>
                  <a:ext cx="17568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59" name="Ink 58">
                  <a:extLst>
                    <a:ext uri="{FF2B5EF4-FFF2-40B4-BE49-F238E27FC236}">
                      <a16:creationId xmlns:a16="http://schemas.microsoft.com/office/drawing/2014/main" id="{E35231FB-F8C1-9423-8B3E-72DB9C3EAB11}"/>
                    </a:ext>
                  </a:extLst>
                </p14:cNvPr>
                <p14:cNvContentPartPr/>
                <p14:nvPr/>
              </p14:nvContentPartPr>
              <p14:xfrm>
                <a:off x="6719198" y="2653776"/>
                <a:ext cx="100800" cy="164160"/>
              </p14:xfrm>
            </p:contentPart>
          </mc:Choice>
          <mc:Fallback xmlns="">
            <p:pic>
              <p:nvPicPr>
                <p:cNvPr id="59" name="Ink 58">
                  <a:extLst>
                    <a:ext uri="{FF2B5EF4-FFF2-40B4-BE49-F238E27FC236}">
                      <a16:creationId xmlns:a16="http://schemas.microsoft.com/office/drawing/2014/main" id="{E35231FB-F8C1-9423-8B3E-72DB9C3EAB11}"/>
                    </a:ext>
                  </a:extLst>
                </p:cNvPr>
                <p:cNvPicPr/>
                <p:nvPr/>
              </p:nvPicPr>
              <p:blipFill>
                <a:blip r:embed="rId223"/>
                <a:stretch>
                  <a:fillRect/>
                </a:stretch>
              </p:blipFill>
              <p:spPr>
                <a:xfrm>
                  <a:off x="6713078" y="2647656"/>
                  <a:ext cx="11304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60" name="Ink 59">
                  <a:extLst>
                    <a:ext uri="{FF2B5EF4-FFF2-40B4-BE49-F238E27FC236}">
                      <a16:creationId xmlns:a16="http://schemas.microsoft.com/office/drawing/2014/main" id="{22AE7384-9674-BD0D-350A-3DACFC363F73}"/>
                    </a:ext>
                  </a:extLst>
                </p14:cNvPr>
                <p14:cNvContentPartPr/>
                <p14:nvPr/>
              </p14:nvContentPartPr>
              <p14:xfrm>
                <a:off x="6777518" y="2571696"/>
                <a:ext cx="1080" cy="18720"/>
              </p14:xfrm>
            </p:contentPart>
          </mc:Choice>
          <mc:Fallback xmlns="">
            <p:pic>
              <p:nvPicPr>
                <p:cNvPr id="60" name="Ink 59">
                  <a:extLst>
                    <a:ext uri="{FF2B5EF4-FFF2-40B4-BE49-F238E27FC236}">
                      <a16:creationId xmlns:a16="http://schemas.microsoft.com/office/drawing/2014/main" id="{22AE7384-9674-BD0D-350A-3DACFC363F73}"/>
                    </a:ext>
                  </a:extLst>
                </p:cNvPr>
                <p:cNvPicPr/>
                <p:nvPr/>
              </p:nvPicPr>
              <p:blipFill>
                <a:blip r:embed="rId225"/>
                <a:stretch>
                  <a:fillRect/>
                </a:stretch>
              </p:blipFill>
              <p:spPr>
                <a:xfrm>
                  <a:off x="6771398" y="2565576"/>
                  <a:ext cx="133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61" name="Ink 60">
                  <a:extLst>
                    <a:ext uri="{FF2B5EF4-FFF2-40B4-BE49-F238E27FC236}">
                      <a16:creationId xmlns:a16="http://schemas.microsoft.com/office/drawing/2014/main" id="{E0F0A1DE-CABF-7650-73C4-3B4C6AF4169F}"/>
                    </a:ext>
                  </a:extLst>
                </p14:cNvPr>
                <p14:cNvContentPartPr/>
                <p14:nvPr/>
              </p14:nvContentPartPr>
              <p14:xfrm>
                <a:off x="6920798" y="2545056"/>
                <a:ext cx="163440" cy="42840"/>
              </p14:xfrm>
            </p:contentPart>
          </mc:Choice>
          <mc:Fallback xmlns="">
            <p:pic>
              <p:nvPicPr>
                <p:cNvPr id="61" name="Ink 60">
                  <a:extLst>
                    <a:ext uri="{FF2B5EF4-FFF2-40B4-BE49-F238E27FC236}">
                      <a16:creationId xmlns:a16="http://schemas.microsoft.com/office/drawing/2014/main" id="{E0F0A1DE-CABF-7650-73C4-3B4C6AF4169F}"/>
                    </a:ext>
                  </a:extLst>
                </p:cNvPr>
                <p:cNvPicPr/>
                <p:nvPr/>
              </p:nvPicPr>
              <p:blipFill>
                <a:blip r:embed="rId227"/>
                <a:stretch>
                  <a:fillRect/>
                </a:stretch>
              </p:blipFill>
              <p:spPr>
                <a:xfrm>
                  <a:off x="6914678" y="2538936"/>
                  <a:ext cx="17568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62" name="Ink 61">
                  <a:extLst>
                    <a:ext uri="{FF2B5EF4-FFF2-40B4-BE49-F238E27FC236}">
                      <a16:creationId xmlns:a16="http://schemas.microsoft.com/office/drawing/2014/main" id="{9033D679-DADD-8F00-0D2E-5DAF99A80B72}"/>
                    </a:ext>
                  </a:extLst>
                </p14:cNvPr>
                <p14:cNvContentPartPr/>
                <p14:nvPr/>
              </p14:nvContentPartPr>
              <p14:xfrm>
                <a:off x="7221398" y="2398536"/>
                <a:ext cx="298800" cy="324360"/>
              </p14:xfrm>
            </p:contentPart>
          </mc:Choice>
          <mc:Fallback xmlns="">
            <p:pic>
              <p:nvPicPr>
                <p:cNvPr id="62" name="Ink 61">
                  <a:extLst>
                    <a:ext uri="{FF2B5EF4-FFF2-40B4-BE49-F238E27FC236}">
                      <a16:creationId xmlns:a16="http://schemas.microsoft.com/office/drawing/2014/main" id="{9033D679-DADD-8F00-0D2E-5DAF99A80B72}"/>
                    </a:ext>
                  </a:extLst>
                </p:cNvPr>
                <p:cNvPicPr/>
                <p:nvPr/>
              </p:nvPicPr>
              <p:blipFill>
                <a:blip r:embed="rId229"/>
                <a:stretch>
                  <a:fillRect/>
                </a:stretch>
              </p:blipFill>
              <p:spPr>
                <a:xfrm>
                  <a:off x="7215278" y="2392416"/>
                  <a:ext cx="31104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63" name="Ink 62">
                  <a:extLst>
                    <a:ext uri="{FF2B5EF4-FFF2-40B4-BE49-F238E27FC236}">
                      <a16:creationId xmlns:a16="http://schemas.microsoft.com/office/drawing/2014/main" id="{2886C0AA-02A7-DE72-FF0C-0E83AC311D0E}"/>
                    </a:ext>
                  </a:extLst>
                </p14:cNvPr>
                <p14:cNvContentPartPr/>
                <p14:nvPr/>
              </p14:nvContentPartPr>
              <p14:xfrm>
                <a:off x="7569518" y="2523456"/>
                <a:ext cx="167040" cy="111240"/>
              </p14:xfrm>
            </p:contentPart>
          </mc:Choice>
          <mc:Fallback xmlns="">
            <p:pic>
              <p:nvPicPr>
                <p:cNvPr id="63" name="Ink 62">
                  <a:extLst>
                    <a:ext uri="{FF2B5EF4-FFF2-40B4-BE49-F238E27FC236}">
                      <a16:creationId xmlns:a16="http://schemas.microsoft.com/office/drawing/2014/main" id="{2886C0AA-02A7-DE72-FF0C-0E83AC311D0E}"/>
                    </a:ext>
                  </a:extLst>
                </p:cNvPr>
                <p:cNvPicPr/>
                <p:nvPr/>
              </p:nvPicPr>
              <p:blipFill>
                <a:blip r:embed="rId231"/>
                <a:stretch>
                  <a:fillRect/>
                </a:stretch>
              </p:blipFill>
              <p:spPr>
                <a:xfrm>
                  <a:off x="7563398" y="2517336"/>
                  <a:ext cx="17928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64" name="Ink 63">
                  <a:extLst>
                    <a:ext uri="{FF2B5EF4-FFF2-40B4-BE49-F238E27FC236}">
                      <a16:creationId xmlns:a16="http://schemas.microsoft.com/office/drawing/2014/main" id="{3EC9240E-96BD-94B2-3C6B-777FD1499083}"/>
                    </a:ext>
                  </a:extLst>
                </p14:cNvPr>
                <p14:cNvContentPartPr/>
                <p14:nvPr/>
              </p14:nvContentPartPr>
              <p14:xfrm>
                <a:off x="7634318" y="2253816"/>
                <a:ext cx="122760" cy="454680"/>
              </p14:xfrm>
            </p:contentPart>
          </mc:Choice>
          <mc:Fallback xmlns="">
            <p:pic>
              <p:nvPicPr>
                <p:cNvPr id="64" name="Ink 63">
                  <a:extLst>
                    <a:ext uri="{FF2B5EF4-FFF2-40B4-BE49-F238E27FC236}">
                      <a16:creationId xmlns:a16="http://schemas.microsoft.com/office/drawing/2014/main" id="{3EC9240E-96BD-94B2-3C6B-777FD1499083}"/>
                    </a:ext>
                  </a:extLst>
                </p:cNvPr>
                <p:cNvPicPr/>
                <p:nvPr/>
              </p:nvPicPr>
              <p:blipFill>
                <a:blip r:embed="rId233"/>
                <a:stretch>
                  <a:fillRect/>
                </a:stretch>
              </p:blipFill>
              <p:spPr>
                <a:xfrm>
                  <a:off x="7628198" y="2247696"/>
                  <a:ext cx="135000" cy="46692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65" name="Ink 64">
                  <a:extLst>
                    <a:ext uri="{FF2B5EF4-FFF2-40B4-BE49-F238E27FC236}">
                      <a16:creationId xmlns:a16="http://schemas.microsoft.com/office/drawing/2014/main" id="{390D3BB6-2C9A-F173-2B56-ECAB84B07A4C}"/>
                    </a:ext>
                  </a:extLst>
                </p14:cNvPr>
                <p14:cNvContentPartPr/>
                <p14:nvPr/>
              </p14:nvContentPartPr>
              <p14:xfrm>
                <a:off x="7725038" y="2086056"/>
                <a:ext cx="261360" cy="127800"/>
              </p14:xfrm>
            </p:contentPart>
          </mc:Choice>
          <mc:Fallback xmlns="">
            <p:pic>
              <p:nvPicPr>
                <p:cNvPr id="65" name="Ink 64">
                  <a:extLst>
                    <a:ext uri="{FF2B5EF4-FFF2-40B4-BE49-F238E27FC236}">
                      <a16:creationId xmlns:a16="http://schemas.microsoft.com/office/drawing/2014/main" id="{390D3BB6-2C9A-F173-2B56-ECAB84B07A4C}"/>
                    </a:ext>
                  </a:extLst>
                </p:cNvPr>
                <p:cNvPicPr/>
                <p:nvPr/>
              </p:nvPicPr>
              <p:blipFill>
                <a:blip r:embed="rId235"/>
                <a:stretch>
                  <a:fillRect/>
                </a:stretch>
              </p:blipFill>
              <p:spPr>
                <a:xfrm>
                  <a:off x="7718918" y="2079936"/>
                  <a:ext cx="27360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66" name="Ink 65">
                  <a:extLst>
                    <a:ext uri="{FF2B5EF4-FFF2-40B4-BE49-F238E27FC236}">
                      <a16:creationId xmlns:a16="http://schemas.microsoft.com/office/drawing/2014/main" id="{92262607-BE0B-85D7-46A8-54AA1943EA43}"/>
                    </a:ext>
                  </a:extLst>
                </p14:cNvPr>
                <p14:cNvContentPartPr/>
                <p14:nvPr/>
              </p14:nvContentPartPr>
              <p14:xfrm>
                <a:off x="6018998" y="2979936"/>
                <a:ext cx="2015280" cy="507960"/>
              </p14:xfrm>
            </p:contentPart>
          </mc:Choice>
          <mc:Fallback xmlns="">
            <p:pic>
              <p:nvPicPr>
                <p:cNvPr id="66" name="Ink 65">
                  <a:extLst>
                    <a:ext uri="{FF2B5EF4-FFF2-40B4-BE49-F238E27FC236}">
                      <a16:creationId xmlns:a16="http://schemas.microsoft.com/office/drawing/2014/main" id="{92262607-BE0B-85D7-46A8-54AA1943EA43}"/>
                    </a:ext>
                  </a:extLst>
                </p:cNvPr>
                <p:cNvPicPr/>
                <p:nvPr/>
              </p:nvPicPr>
              <p:blipFill>
                <a:blip r:embed="rId237"/>
                <a:stretch>
                  <a:fillRect/>
                </a:stretch>
              </p:blipFill>
              <p:spPr>
                <a:xfrm>
                  <a:off x="6012878" y="2973816"/>
                  <a:ext cx="2027520" cy="5202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68" name="Ink 67">
                  <a:extLst>
                    <a:ext uri="{FF2B5EF4-FFF2-40B4-BE49-F238E27FC236}">
                      <a16:creationId xmlns:a16="http://schemas.microsoft.com/office/drawing/2014/main" id="{7346F024-E54E-20E4-D2ED-63BE15DD6117}"/>
                    </a:ext>
                  </a:extLst>
                </p14:cNvPr>
                <p14:cNvContentPartPr/>
                <p14:nvPr/>
              </p14:nvContentPartPr>
              <p14:xfrm>
                <a:off x="5481518" y="2263176"/>
                <a:ext cx="171000" cy="108360"/>
              </p14:xfrm>
            </p:contentPart>
          </mc:Choice>
          <mc:Fallback xmlns="">
            <p:pic>
              <p:nvPicPr>
                <p:cNvPr id="68" name="Ink 67">
                  <a:extLst>
                    <a:ext uri="{FF2B5EF4-FFF2-40B4-BE49-F238E27FC236}">
                      <a16:creationId xmlns:a16="http://schemas.microsoft.com/office/drawing/2014/main" id="{7346F024-E54E-20E4-D2ED-63BE15DD6117}"/>
                    </a:ext>
                  </a:extLst>
                </p:cNvPr>
                <p:cNvPicPr/>
                <p:nvPr/>
              </p:nvPicPr>
              <p:blipFill>
                <a:blip r:embed="rId239"/>
                <a:stretch>
                  <a:fillRect/>
                </a:stretch>
              </p:blipFill>
              <p:spPr>
                <a:xfrm>
                  <a:off x="5475398" y="2257056"/>
                  <a:ext cx="18324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69" name="Ink 68">
                  <a:extLst>
                    <a:ext uri="{FF2B5EF4-FFF2-40B4-BE49-F238E27FC236}">
                      <a16:creationId xmlns:a16="http://schemas.microsoft.com/office/drawing/2014/main" id="{6ACD7FA6-3604-869D-5612-B6FB80B351F5}"/>
                    </a:ext>
                  </a:extLst>
                </p14:cNvPr>
                <p14:cNvContentPartPr/>
                <p14:nvPr/>
              </p14:nvContentPartPr>
              <p14:xfrm>
                <a:off x="6808118" y="3373776"/>
                <a:ext cx="243000" cy="129960"/>
              </p14:xfrm>
            </p:contentPart>
          </mc:Choice>
          <mc:Fallback xmlns="">
            <p:pic>
              <p:nvPicPr>
                <p:cNvPr id="69" name="Ink 68">
                  <a:extLst>
                    <a:ext uri="{FF2B5EF4-FFF2-40B4-BE49-F238E27FC236}">
                      <a16:creationId xmlns:a16="http://schemas.microsoft.com/office/drawing/2014/main" id="{6ACD7FA6-3604-869D-5612-B6FB80B351F5}"/>
                    </a:ext>
                  </a:extLst>
                </p:cNvPr>
                <p:cNvPicPr/>
                <p:nvPr/>
              </p:nvPicPr>
              <p:blipFill>
                <a:blip r:embed="rId241"/>
                <a:stretch>
                  <a:fillRect/>
                </a:stretch>
              </p:blipFill>
              <p:spPr>
                <a:xfrm>
                  <a:off x="6801998" y="3367656"/>
                  <a:ext cx="2552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70" name="Ink 69">
                  <a:extLst>
                    <a:ext uri="{FF2B5EF4-FFF2-40B4-BE49-F238E27FC236}">
                      <a16:creationId xmlns:a16="http://schemas.microsoft.com/office/drawing/2014/main" id="{46C05F21-3AAF-9B6E-CFDA-271D46BAE2D2}"/>
                    </a:ext>
                  </a:extLst>
                </p14:cNvPr>
                <p14:cNvContentPartPr/>
                <p14:nvPr/>
              </p14:nvContentPartPr>
              <p14:xfrm>
                <a:off x="7119158" y="3310416"/>
                <a:ext cx="219960" cy="107640"/>
              </p14:xfrm>
            </p:contentPart>
          </mc:Choice>
          <mc:Fallback xmlns="">
            <p:pic>
              <p:nvPicPr>
                <p:cNvPr id="70" name="Ink 69">
                  <a:extLst>
                    <a:ext uri="{FF2B5EF4-FFF2-40B4-BE49-F238E27FC236}">
                      <a16:creationId xmlns:a16="http://schemas.microsoft.com/office/drawing/2014/main" id="{46C05F21-3AAF-9B6E-CFDA-271D46BAE2D2}"/>
                    </a:ext>
                  </a:extLst>
                </p:cNvPr>
                <p:cNvPicPr/>
                <p:nvPr/>
              </p:nvPicPr>
              <p:blipFill>
                <a:blip r:embed="rId243"/>
                <a:stretch>
                  <a:fillRect/>
                </a:stretch>
              </p:blipFill>
              <p:spPr>
                <a:xfrm>
                  <a:off x="7113038" y="3304296"/>
                  <a:ext cx="23220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71" name="Ink 70">
                  <a:extLst>
                    <a:ext uri="{FF2B5EF4-FFF2-40B4-BE49-F238E27FC236}">
                      <a16:creationId xmlns:a16="http://schemas.microsoft.com/office/drawing/2014/main" id="{7E41AB4E-8F60-6BEB-1461-374EE2544135}"/>
                    </a:ext>
                  </a:extLst>
                </p14:cNvPr>
                <p14:cNvContentPartPr/>
                <p14:nvPr/>
              </p14:nvContentPartPr>
              <p14:xfrm>
                <a:off x="7429118" y="3201336"/>
                <a:ext cx="55080" cy="163800"/>
              </p14:xfrm>
            </p:contentPart>
          </mc:Choice>
          <mc:Fallback xmlns="">
            <p:pic>
              <p:nvPicPr>
                <p:cNvPr id="71" name="Ink 70">
                  <a:extLst>
                    <a:ext uri="{FF2B5EF4-FFF2-40B4-BE49-F238E27FC236}">
                      <a16:creationId xmlns:a16="http://schemas.microsoft.com/office/drawing/2014/main" id="{7E41AB4E-8F60-6BEB-1461-374EE2544135}"/>
                    </a:ext>
                  </a:extLst>
                </p:cNvPr>
                <p:cNvPicPr/>
                <p:nvPr/>
              </p:nvPicPr>
              <p:blipFill>
                <a:blip r:embed="rId245"/>
                <a:stretch>
                  <a:fillRect/>
                </a:stretch>
              </p:blipFill>
              <p:spPr>
                <a:xfrm>
                  <a:off x="7422998" y="3195216"/>
                  <a:ext cx="6732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234" name="Ink 233">
                  <a:extLst>
                    <a:ext uri="{FF2B5EF4-FFF2-40B4-BE49-F238E27FC236}">
                      <a16:creationId xmlns:a16="http://schemas.microsoft.com/office/drawing/2014/main" id="{9D8F18D8-62E0-2B47-6C23-6A7D32D723CC}"/>
                    </a:ext>
                  </a:extLst>
                </p14:cNvPr>
                <p14:cNvContentPartPr/>
                <p14:nvPr/>
              </p14:nvContentPartPr>
              <p14:xfrm>
                <a:off x="6491678" y="2140416"/>
                <a:ext cx="360" cy="360"/>
              </p14:xfrm>
            </p:contentPart>
          </mc:Choice>
          <mc:Fallback xmlns="">
            <p:pic>
              <p:nvPicPr>
                <p:cNvPr id="234" name="Ink 233">
                  <a:extLst>
                    <a:ext uri="{FF2B5EF4-FFF2-40B4-BE49-F238E27FC236}">
                      <a16:creationId xmlns:a16="http://schemas.microsoft.com/office/drawing/2014/main" id="{9D8F18D8-62E0-2B47-6C23-6A7D32D723CC}"/>
                    </a:ext>
                  </a:extLst>
                </p:cNvPr>
                <p:cNvPicPr/>
                <p:nvPr/>
              </p:nvPicPr>
              <p:blipFill>
                <a:blip r:embed="rId51"/>
                <a:stretch>
                  <a:fillRect/>
                </a:stretch>
              </p:blipFill>
              <p:spPr>
                <a:xfrm>
                  <a:off x="6485558" y="21342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235" name="Ink 234">
                  <a:extLst>
                    <a:ext uri="{FF2B5EF4-FFF2-40B4-BE49-F238E27FC236}">
                      <a16:creationId xmlns:a16="http://schemas.microsoft.com/office/drawing/2014/main" id="{5A8B3C47-6E4F-940D-AA4D-68AE4421A054}"/>
                    </a:ext>
                  </a:extLst>
                </p14:cNvPr>
                <p14:cNvContentPartPr/>
                <p14:nvPr/>
              </p14:nvContentPartPr>
              <p14:xfrm>
                <a:off x="6994958" y="3566376"/>
                <a:ext cx="9000" cy="5760"/>
              </p14:xfrm>
            </p:contentPart>
          </mc:Choice>
          <mc:Fallback xmlns="">
            <p:pic>
              <p:nvPicPr>
                <p:cNvPr id="235" name="Ink 234">
                  <a:extLst>
                    <a:ext uri="{FF2B5EF4-FFF2-40B4-BE49-F238E27FC236}">
                      <a16:creationId xmlns:a16="http://schemas.microsoft.com/office/drawing/2014/main" id="{5A8B3C47-6E4F-940D-AA4D-68AE4421A054}"/>
                    </a:ext>
                  </a:extLst>
                </p:cNvPr>
                <p:cNvPicPr/>
                <p:nvPr/>
              </p:nvPicPr>
              <p:blipFill>
                <a:blip r:embed="rId248"/>
                <a:stretch>
                  <a:fillRect/>
                </a:stretch>
              </p:blipFill>
              <p:spPr>
                <a:xfrm>
                  <a:off x="6988838" y="3560256"/>
                  <a:ext cx="2124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9">
            <p14:nvContentPartPr>
              <p14:cNvPr id="237" name="Ink 236">
                <a:extLst>
                  <a:ext uri="{FF2B5EF4-FFF2-40B4-BE49-F238E27FC236}">
                    <a16:creationId xmlns:a16="http://schemas.microsoft.com/office/drawing/2014/main" id="{F7732ACA-8A0B-4630-879A-B05617D33F4E}"/>
                  </a:ext>
                </a:extLst>
              </p14:cNvPr>
              <p14:cNvContentPartPr/>
              <p14:nvPr/>
            </p14:nvContentPartPr>
            <p14:xfrm>
              <a:off x="10912118" y="3677616"/>
              <a:ext cx="1080" cy="4680"/>
            </p14:xfrm>
          </p:contentPart>
        </mc:Choice>
        <mc:Fallback xmlns="">
          <p:pic>
            <p:nvPicPr>
              <p:cNvPr id="237" name="Ink 236">
                <a:extLst>
                  <a:ext uri="{FF2B5EF4-FFF2-40B4-BE49-F238E27FC236}">
                    <a16:creationId xmlns:a16="http://schemas.microsoft.com/office/drawing/2014/main" id="{F7732ACA-8A0B-4630-879A-B05617D33F4E}"/>
                  </a:ext>
                </a:extLst>
              </p:cNvPr>
              <p:cNvPicPr/>
              <p:nvPr/>
            </p:nvPicPr>
            <p:blipFill>
              <a:blip r:embed="rId51"/>
              <a:stretch>
                <a:fillRect/>
              </a:stretch>
            </p:blipFill>
            <p:spPr>
              <a:xfrm>
                <a:off x="10905998" y="3671496"/>
                <a:ext cx="1332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240" name="Ink 239">
                <a:extLst>
                  <a:ext uri="{FF2B5EF4-FFF2-40B4-BE49-F238E27FC236}">
                    <a16:creationId xmlns:a16="http://schemas.microsoft.com/office/drawing/2014/main" id="{31E57F2C-BFBC-2279-74B6-5A42FDB095AB}"/>
                  </a:ext>
                </a:extLst>
              </p14:cNvPr>
              <p14:cNvContentPartPr/>
              <p14:nvPr/>
            </p14:nvContentPartPr>
            <p14:xfrm>
              <a:off x="6536318" y="2079576"/>
              <a:ext cx="360" cy="360"/>
            </p14:xfrm>
          </p:contentPart>
        </mc:Choice>
        <mc:Fallback xmlns="">
          <p:pic>
            <p:nvPicPr>
              <p:cNvPr id="240" name="Ink 239">
                <a:extLst>
                  <a:ext uri="{FF2B5EF4-FFF2-40B4-BE49-F238E27FC236}">
                    <a16:creationId xmlns:a16="http://schemas.microsoft.com/office/drawing/2014/main" id="{31E57F2C-BFBC-2279-74B6-5A42FDB095AB}"/>
                  </a:ext>
                </a:extLst>
              </p:cNvPr>
              <p:cNvPicPr/>
              <p:nvPr/>
            </p:nvPicPr>
            <p:blipFill>
              <a:blip r:embed="rId51"/>
              <a:stretch>
                <a:fillRect/>
              </a:stretch>
            </p:blipFill>
            <p:spPr>
              <a:xfrm>
                <a:off x="6530198" y="20734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241" name="Ink 240">
                <a:extLst>
                  <a:ext uri="{FF2B5EF4-FFF2-40B4-BE49-F238E27FC236}">
                    <a16:creationId xmlns:a16="http://schemas.microsoft.com/office/drawing/2014/main" id="{C31E82D3-DE92-C02C-877C-2FAA7DCC4E80}"/>
                  </a:ext>
                </a:extLst>
              </p14:cNvPr>
              <p14:cNvContentPartPr/>
              <p14:nvPr/>
            </p14:nvContentPartPr>
            <p14:xfrm>
              <a:off x="6979478" y="3630816"/>
              <a:ext cx="360" cy="360"/>
            </p14:xfrm>
          </p:contentPart>
        </mc:Choice>
        <mc:Fallback xmlns="">
          <p:pic>
            <p:nvPicPr>
              <p:cNvPr id="241" name="Ink 240">
                <a:extLst>
                  <a:ext uri="{FF2B5EF4-FFF2-40B4-BE49-F238E27FC236}">
                    <a16:creationId xmlns:a16="http://schemas.microsoft.com/office/drawing/2014/main" id="{C31E82D3-DE92-C02C-877C-2FAA7DCC4E80}"/>
                  </a:ext>
                </a:extLst>
              </p:cNvPr>
              <p:cNvPicPr/>
              <p:nvPr/>
            </p:nvPicPr>
            <p:blipFill>
              <a:blip r:embed="rId51"/>
              <a:stretch>
                <a:fillRect/>
              </a:stretch>
            </p:blipFill>
            <p:spPr>
              <a:xfrm>
                <a:off x="6973358" y="36246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14" name="Ink 113">
                <a:extLst>
                  <a:ext uri="{FF2B5EF4-FFF2-40B4-BE49-F238E27FC236}">
                    <a16:creationId xmlns:a16="http://schemas.microsoft.com/office/drawing/2014/main" id="{6F24AC4B-69DA-A263-8699-F4840D911569}"/>
                  </a:ext>
                </a:extLst>
              </p14:cNvPr>
              <p14:cNvContentPartPr/>
              <p14:nvPr/>
            </p14:nvContentPartPr>
            <p14:xfrm>
              <a:off x="10425758" y="2218176"/>
              <a:ext cx="25200" cy="263880"/>
            </p14:xfrm>
          </p:contentPart>
        </mc:Choice>
        <mc:Fallback xmlns="">
          <p:pic>
            <p:nvPicPr>
              <p:cNvPr id="114" name="Ink 113">
                <a:extLst>
                  <a:ext uri="{FF2B5EF4-FFF2-40B4-BE49-F238E27FC236}">
                    <a16:creationId xmlns:a16="http://schemas.microsoft.com/office/drawing/2014/main" id="{6F24AC4B-69DA-A263-8699-F4840D911569}"/>
                  </a:ext>
                </a:extLst>
              </p:cNvPr>
              <p:cNvPicPr/>
              <p:nvPr/>
            </p:nvPicPr>
            <p:blipFill>
              <a:blip r:embed="rId253"/>
              <a:stretch>
                <a:fillRect/>
              </a:stretch>
            </p:blipFill>
            <p:spPr>
              <a:xfrm>
                <a:off x="10419638" y="2212056"/>
                <a:ext cx="3744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15" name="Ink 114">
                <a:extLst>
                  <a:ext uri="{FF2B5EF4-FFF2-40B4-BE49-F238E27FC236}">
                    <a16:creationId xmlns:a16="http://schemas.microsoft.com/office/drawing/2014/main" id="{5D0475A9-A956-B564-668E-DB221D980C47}"/>
                  </a:ext>
                </a:extLst>
              </p14:cNvPr>
              <p14:cNvContentPartPr/>
              <p14:nvPr/>
            </p14:nvContentPartPr>
            <p14:xfrm>
              <a:off x="10170158" y="2398176"/>
              <a:ext cx="363960" cy="596520"/>
            </p14:xfrm>
          </p:contentPart>
        </mc:Choice>
        <mc:Fallback xmlns="">
          <p:pic>
            <p:nvPicPr>
              <p:cNvPr id="115" name="Ink 114">
                <a:extLst>
                  <a:ext uri="{FF2B5EF4-FFF2-40B4-BE49-F238E27FC236}">
                    <a16:creationId xmlns:a16="http://schemas.microsoft.com/office/drawing/2014/main" id="{5D0475A9-A956-B564-668E-DB221D980C47}"/>
                  </a:ext>
                </a:extLst>
              </p:cNvPr>
              <p:cNvPicPr/>
              <p:nvPr/>
            </p:nvPicPr>
            <p:blipFill>
              <a:blip r:embed="rId255"/>
              <a:stretch>
                <a:fillRect/>
              </a:stretch>
            </p:blipFill>
            <p:spPr>
              <a:xfrm>
                <a:off x="10164038" y="2392056"/>
                <a:ext cx="376200" cy="60876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16" name="Ink 115">
                <a:extLst>
                  <a:ext uri="{FF2B5EF4-FFF2-40B4-BE49-F238E27FC236}">
                    <a16:creationId xmlns:a16="http://schemas.microsoft.com/office/drawing/2014/main" id="{212375E3-FE13-7A19-FE57-0CA0C3421777}"/>
                  </a:ext>
                </a:extLst>
              </p14:cNvPr>
              <p14:cNvContentPartPr/>
              <p14:nvPr/>
            </p14:nvContentPartPr>
            <p14:xfrm>
              <a:off x="10059638" y="3106656"/>
              <a:ext cx="13320" cy="108000"/>
            </p14:xfrm>
          </p:contentPart>
        </mc:Choice>
        <mc:Fallback xmlns="">
          <p:pic>
            <p:nvPicPr>
              <p:cNvPr id="116" name="Ink 115">
                <a:extLst>
                  <a:ext uri="{FF2B5EF4-FFF2-40B4-BE49-F238E27FC236}">
                    <a16:creationId xmlns:a16="http://schemas.microsoft.com/office/drawing/2014/main" id="{212375E3-FE13-7A19-FE57-0CA0C3421777}"/>
                  </a:ext>
                </a:extLst>
              </p:cNvPr>
              <p:cNvPicPr/>
              <p:nvPr/>
            </p:nvPicPr>
            <p:blipFill>
              <a:blip r:embed="rId257"/>
              <a:stretch>
                <a:fillRect/>
              </a:stretch>
            </p:blipFill>
            <p:spPr>
              <a:xfrm>
                <a:off x="10053518" y="3100536"/>
                <a:ext cx="2556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17" name="Ink 116">
                <a:extLst>
                  <a:ext uri="{FF2B5EF4-FFF2-40B4-BE49-F238E27FC236}">
                    <a16:creationId xmlns:a16="http://schemas.microsoft.com/office/drawing/2014/main" id="{AFD7E065-3537-3655-21D5-2FA728E33DE0}"/>
                  </a:ext>
                </a:extLst>
              </p14:cNvPr>
              <p14:cNvContentPartPr/>
              <p14:nvPr/>
            </p14:nvContentPartPr>
            <p14:xfrm>
              <a:off x="10065758" y="2975616"/>
              <a:ext cx="4320" cy="28440"/>
            </p14:xfrm>
          </p:contentPart>
        </mc:Choice>
        <mc:Fallback xmlns="">
          <p:pic>
            <p:nvPicPr>
              <p:cNvPr id="117" name="Ink 116">
                <a:extLst>
                  <a:ext uri="{FF2B5EF4-FFF2-40B4-BE49-F238E27FC236}">
                    <a16:creationId xmlns:a16="http://schemas.microsoft.com/office/drawing/2014/main" id="{AFD7E065-3537-3655-21D5-2FA728E33DE0}"/>
                  </a:ext>
                </a:extLst>
              </p:cNvPr>
              <p:cNvPicPr/>
              <p:nvPr/>
            </p:nvPicPr>
            <p:blipFill>
              <a:blip r:embed="rId259"/>
              <a:stretch>
                <a:fillRect/>
              </a:stretch>
            </p:blipFill>
            <p:spPr>
              <a:xfrm>
                <a:off x="10059638" y="2969496"/>
                <a:ext cx="1656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18" name="Ink 117">
                <a:extLst>
                  <a:ext uri="{FF2B5EF4-FFF2-40B4-BE49-F238E27FC236}">
                    <a16:creationId xmlns:a16="http://schemas.microsoft.com/office/drawing/2014/main" id="{A2860F41-A874-FC77-48C3-B50B80D23B2B}"/>
                  </a:ext>
                </a:extLst>
              </p14:cNvPr>
              <p14:cNvContentPartPr/>
              <p14:nvPr/>
            </p14:nvContentPartPr>
            <p14:xfrm>
              <a:off x="9982238" y="3177216"/>
              <a:ext cx="97920" cy="141480"/>
            </p14:xfrm>
          </p:contentPart>
        </mc:Choice>
        <mc:Fallback xmlns="">
          <p:pic>
            <p:nvPicPr>
              <p:cNvPr id="118" name="Ink 117">
                <a:extLst>
                  <a:ext uri="{FF2B5EF4-FFF2-40B4-BE49-F238E27FC236}">
                    <a16:creationId xmlns:a16="http://schemas.microsoft.com/office/drawing/2014/main" id="{A2860F41-A874-FC77-48C3-B50B80D23B2B}"/>
                  </a:ext>
                </a:extLst>
              </p:cNvPr>
              <p:cNvPicPr/>
              <p:nvPr/>
            </p:nvPicPr>
            <p:blipFill>
              <a:blip r:embed="rId261"/>
              <a:stretch>
                <a:fillRect/>
              </a:stretch>
            </p:blipFill>
            <p:spPr>
              <a:xfrm>
                <a:off x="9976118" y="3171096"/>
                <a:ext cx="11016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19" name="Ink 118">
                <a:extLst>
                  <a:ext uri="{FF2B5EF4-FFF2-40B4-BE49-F238E27FC236}">
                    <a16:creationId xmlns:a16="http://schemas.microsoft.com/office/drawing/2014/main" id="{7A73A439-CFE8-0C78-8B79-3C9DBE59A358}"/>
                  </a:ext>
                </a:extLst>
              </p14:cNvPr>
              <p14:cNvContentPartPr/>
              <p14:nvPr/>
            </p14:nvContentPartPr>
            <p14:xfrm>
              <a:off x="10203278" y="3100536"/>
              <a:ext cx="71280" cy="19800"/>
            </p14:xfrm>
          </p:contentPart>
        </mc:Choice>
        <mc:Fallback xmlns="">
          <p:pic>
            <p:nvPicPr>
              <p:cNvPr id="119" name="Ink 118">
                <a:extLst>
                  <a:ext uri="{FF2B5EF4-FFF2-40B4-BE49-F238E27FC236}">
                    <a16:creationId xmlns:a16="http://schemas.microsoft.com/office/drawing/2014/main" id="{7A73A439-CFE8-0C78-8B79-3C9DBE59A358}"/>
                  </a:ext>
                </a:extLst>
              </p:cNvPr>
              <p:cNvPicPr/>
              <p:nvPr/>
            </p:nvPicPr>
            <p:blipFill>
              <a:blip r:embed="rId263"/>
              <a:stretch>
                <a:fillRect/>
              </a:stretch>
            </p:blipFill>
            <p:spPr>
              <a:xfrm>
                <a:off x="10197158" y="3094416"/>
                <a:ext cx="8352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20" name="Ink 119">
                <a:extLst>
                  <a:ext uri="{FF2B5EF4-FFF2-40B4-BE49-F238E27FC236}">
                    <a16:creationId xmlns:a16="http://schemas.microsoft.com/office/drawing/2014/main" id="{4ED354A5-C067-6162-D563-3A7FAE07B3A6}"/>
                  </a:ext>
                </a:extLst>
              </p14:cNvPr>
              <p14:cNvContentPartPr/>
              <p14:nvPr/>
            </p14:nvContentPartPr>
            <p14:xfrm>
              <a:off x="10219478" y="3136896"/>
              <a:ext cx="141480" cy="47160"/>
            </p14:xfrm>
          </p:contentPart>
        </mc:Choice>
        <mc:Fallback xmlns="">
          <p:pic>
            <p:nvPicPr>
              <p:cNvPr id="120" name="Ink 119">
                <a:extLst>
                  <a:ext uri="{FF2B5EF4-FFF2-40B4-BE49-F238E27FC236}">
                    <a16:creationId xmlns:a16="http://schemas.microsoft.com/office/drawing/2014/main" id="{4ED354A5-C067-6162-D563-3A7FAE07B3A6}"/>
                  </a:ext>
                </a:extLst>
              </p:cNvPr>
              <p:cNvPicPr/>
              <p:nvPr/>
            </p:nvPicPr>
            <p:blipFill>
              <a:blip r:embed="rId265"/>
              <a:stretch>
                <a:fillRect/>
              </a:stretch>
            </p:blipFill>
            <p:spPr>
              <a:xfrm>
                <a:off x="10213358" y="3130776"/>
                <a:ext cx="15372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21" name="Ink 120">
                <a:extLst>
                  <a:ext uri="{FF2B5EF4-FFF2-40B4-BE49-F238E27FC236}">
                    <a16:creationId xmlns:a16="http://schemas.microsoft.com/office/drawing/2014/main" id="{35240AF9-9E4E-F455-275F-CEBF6A10F121}"/>
                  </a:ext>
                </a:extLst>
              </p14:cNvPr>
              <p14:cNvContentPartPr/>
              <p14:nvPr/>
            </p14:nvContentPartPr>
            <p14:xfrm>
              <a:off x="10500638" y="3087936"/>
              <a:ext cx="21240" cy="99720"/>
            </p14:xfrm>
          </p:contentPart>
        </mc:Choice>
        <mc:Fallback xmlns="">
          <p:pic>
            <p:nvPicPr>
              <p:cNvPr id="121" name="Ink 120">
                <a:extLst>
                  <a:ext uri="{FF2B5EF4-FFF2-40B4-BE49-F238E27FC236}">
                    <a16:creationId xmlns:a16="http://schemas.microsoft.com/office/drawing/2014/main" id="{35240AF9-9E4E-F455-275F-CEBF6A10F121}"/>
                  </a:ext>
                </a:extLst>
              </p:cNvPr>
              <p:cNvPicPr/>
              <p:nvPr/>
            </p:nvPicPr>
            <p:blipFill>
              <a:blip r:embed="rId267"/>
              <a:stretch>
                <a:fillRect/>
              </a:stretch>
            </p:blipFill>
            <p:spPr>
              <a:xfrm>
                <a:off x="10494518" y="3081816"/>
                <a:ext cx="3348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22" name="Ink 121">
                <a:extLst>
                  <a:ext uri="{FF2B5EF4-FFF2-40B4-BE49-F238E27FC236}">
                    <a16:creationId xmlns:a16="http://schemas.microsoft.com/office/drawing/2014/main" id="{E29420C3-61A0-AB2F-E0BC-637C53C7A5C5}"/>
                  </a:ext>
                </a:extLst>
              </p14:cNvPr>
              <p14:cNvContentPartPr/>
              <p14:nvPr/>
            </p14:nvContentPartPr>
            <p14:xfrm>
              <a:off x="10102478" y="2033856"/>
              <a:ext cx="254160" cy="136440"/>
            </p14:xfrm>
          </p:contentPart>
        </mc:Choice>
        <mc:Fallback xmlns="">
          <p:pic>
            <p:nvPicPr>
              <p:cNvPr id="122" name="Ink 121">
                <a:extLst>
                  <a:ext uri="{FF2B5EF4-FFF2-40B4-BE49-F238E27FC236}">
                    <a16:creationId xmlns:a16="http://schemas.microsoft.com/office/drawing/2014/main" id="{E29420C3-61A0-AB2F-E0BC-637C53C7A5C5}"/>
                  </a:ext>
                </a:extLst>
              </p:cNvPr>
              <p:cNvPicPr/>
              <p:nvPr/>
            </p:nvPicPr>
            <p:blipFill>
              <a:blip r:embed="rId269"/>
              <a:stretch>
                <a:fillRect/>
              </a:stretch>
            </p:blipFill>
            <p:spPr>
              <a:xfrm>
                <a:off x="10096358" y="2027736"/>
                <a:ext cx="26640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23" name="Ink 122">
                <a:extLst>
                  <a:ext uri="{FF2B5EF4-FFF2-40B4-BE49-F238E27FC236}">
                    <a16:creationId xmlns:a16="http://schemas.microsoft.com/office/drawing/2014/main" id="{E834BB19-4F6D-9D89-AA7F-F6A8F108DB5A}"/>
                  </a:ext>
                </a:extLst>
              </p14:cNvPr>
              <p14:cNvContentPartPr/>
              <p14:nvPr/>
            </p14:nvContentPartPr>
            <p14:xfrm>
              <a:off x="10695038" y="2316816"/>
              <a:ext cx="114840" cy="253080"/>
            </p14:xfrm>
          </p:contentPart>
        </mc:Choice>
        <mc:Fallback xmlns="">
          <p:pic>
            <p:nvPicPr>
              <p:cNvPr id="123" name="Ink 122">
                <a:extLst>
                  <a:ext uri="{FF2B5EF4-FFF2-40B4-BE49-F238E27FC236}">
                    <a16:creationId xmlns:a16="http://schemas.microsoft.com/office/drawing/2014/main" id="{E834BB19-4F6D-9D89-AA7F-F6A8F108DB5A}"/>
                  </a:ext>
                </a:extLst>
              </p:cNvPr>
              <p:cNvPicPr/>
              <p:nvPr/>
            </p:nvPicPr>
            <p:blipFill>
              <a:blip r:embed="rId271"/>
              <a:stretch>
                <a:fillRect/>
              </a:stretch>
            </p:blipFill>
            <p:spPr>
              <a:xfrm>
                <a:off x="10688918" y="2310696"/>
                <a:ext cx="12708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24" name="Ink 123">
                <a:extLst>
                  <a:ext uri="{FF2B5EF4-FFF2-40B4-BE49-F238E27FC236}">
                    <a16:creationId xmlns:a16="http://schemas.microsoft.com/office/drawing/2014/main" id="{BAC19444-A781-FE04-2936-CDE72D54C2C3}"/>
                  </a:ext>
                </a:extLst>
              </p14:cNvPr>
              <p14:cNvContentPartPr/>
              <p14:nvPr/>
            </p14:nvContentPartPr>
            <p14:xfrm>
              <a:off x="10844798" y="2334816"/>
              <a:ext cx="214920" cy="122760"/>
            </p14:xfrm>
          </p:contentPart>
        </mc:Choice>
        <mc:Fallback xmlns="">
          <p:pic>
            <p:nvPicPr>
              <p:cNvPr id="124" name="Ink 123">
                <a:extLst>
                  <a:ext uri="{FF2B5EF4-FFF2-40B4-BE49-F238E27FC236}">
                    <a16:creationId xmlns:a16="http://schemas.microsoft.com/office/drawing/2014/main" id="{BAC19444-A781-FE04-2936-CDE72D54C2C3}"/>
                  </a:ext>
                </a:extLst>
              </p:cNvPr>
              <p:cNvPicPr/>
              <p:nvPr/>
            </p:nvPicPr>
            <p:blipFill>
              <a:blip r:embed="rId273"/>
              <a:stretch>
                <a:fillRect/>
              </a:stretch>
            </p:blipFill>
            <p:spPr>
              <a:xfrm>
                <a:off x="10838678" y="2328696"/>
                <a:ext cx="22716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25" name="Ink 124">
                <a:extLst>
                  <a:ext uri="{FF2B5EF4-FFF2-40B4-BE49-F238E27FC236}">
                    <a16:creationId xmlns:a16="http://schemas.microsoft.com/office/drawing/2014/main" id="{7E7B0CE3-0909-2B6F-AC27-7C2B3CB66BB8}"/>
                  </a:ext>
                </a:extLst>
              </p14:cNvPr>
              <p14:cNvContentPartPr/>
              <p14:nvPr/>
            </p14:nvContentPartPr>
            <p14:xfrm>
              <a:off x="11096438" y="2413656"/>
              <a:ext cx="125640" cy="96480"/>
            </p14:xfrm>
          </p:contentPart>
        </mc:Choice>
        <mc:Fallback xmlns="">
          <p:pic>
            <p:nvPicPr>
              <p:cNvPr id="125" name="Ink 124">
                <a:extLst>
                  <a:ext uri="{FF2B5EF4-FFF2-40B4-BE49-F238E27FC236}">
                    <a16:creationId xmlns:a16="http://schemas.microsoft.com/office/drawing/2014/main" id="{7E7B0CE3-0909-2B6F-AC27-7C2B3CB66BB8}"/>
                  </a:ext>
                </a:extLst>
              </p:cNvPr>
              <p:cNvPicPr/>
              <p:nvPr/>
            </p:nvPicPr>
            <p:blipFill>
              <a:blip r:embed="rId275"/>
              <a:stretch>
                <a:fillRect/>
              </a:stretch>
            </p:blipFill>
            <p:spPr>
              <a:xfrm>
                <a:off x="11090318" y="2407536"/>
                <a:ext cx="13788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26" name="Ink 125">
                <a:extLst>
                  <a:ext uri="{FF2B5EF4-FFF2-40B4-BE49-F238E27FC236}">
                    <a16:creationId xmlns:a16="http://schemas.microsoft.com/office/drawing/2014/main" id="{9A312056-2434-6287-67A1-DCEED128651B}"/>
                  </a:ext>
                </a:extLst>
              </p14:cNvPr>
              <p14:cNvContentPartPr/>
              <p14:nvPr/>
            </p14:nvContentPartPr>
            <p14:xfrm>
              <a:off x="11174558" y="2426256"/>
              <a:ext cx="109080" cy="157680"/>
            </p14:xfrm>
          </p:contentPart>
        </mc:Choice>
        <mc:Fallback xmlns="">
          <p:pic>
            <p:nvPicPr>
              <p:cNvPr id="126" name="Ink 125">
                <a:extLst>
                  <a:ext uri="{FF2B5EF4-FFF2-40B4-BE49-F238E27FC236}">
                    <a16:creationId xmlns:a16="http://schemas.microsoft.com/office/drawing/2014/main" id="{9A312056-2434-6287-67A1-DCEED128651B}"/>
                  </a:ext>
                </a:extLst>
              </p:cNvPr>
              <p:cNvPicPr/>
              <p:nvPr/>
            </p:nvPicPr>
            <p:blipFill>
              <a:blip r:embed="rId277"/>
              <a:stretch>
                <a:fillRect/>
              </a:stretch>
            </p:blipFill>
            <p:spPr>
              <a:xfrm>
                <a:off x="11168438" y="2420136"/>
                <a:ext cx="12132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27" name="Ink 126">
                <a:extLst>
                  <a:ext uri="{FF2B5EF4-FFF2-40B4-BE49-F238E27FC236}">
                    <a16:creationId xmlns:a16="http://schemas.microsoft.com/office/drawing/2014/main" id="{A7F3FB72-8DCC-489D-3769-6B8446B9B950}"/>
                  </a:ext>
                </a:extLst>
              </p14:cNvPr>
              <p14:cNvContentPartPr/>
              <p14:nvPr/>
            </p14:nvContentPartPr>
            <p14:xfrm>
              <a:off x="11232878" y="2353896"/>
              <a:ext cx="7920" cy="24120"/>
            </p14:xfrm>
          </p:contentPart>
        </mc:Choice>
        <mc:Fallback xmlns="">
          <p:pic>
            <p:nvPicPr>
              <p:cNvPr id="127" name="Ink 126">
                <a:extLst>
                  <a:ext uri="{FF2B5EF4-FFF2-40B4-BE49-F238E27FC236}">
                    <a16:creationId xmlns:a16="http://schemas.microsoft.com/office/drawing/2014/main" id="{A7F3FB72-8DCC-489D-3769-6B8446B9B950}"/>
                  </a:ext>
                </a:extLst>
              </p:cNvPr>
              <p:cNvPicPr/>
              <p:nvPr/>
            </p:nvPicPr>
            <p:blipFill>
              <a:blip r:embed="rId279"/>
              <a:stretch>
                <a:fillRect/>
              </a:stretch>
            </p:blipFill>
            <p:spPr>
              <a:xfrm>
                <a:off x="11226758" y="2347776"/>
                <a:ext cx="2016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28" name="Ink 127">
                <a:extLst>
                  <a:ext uri="{FF2B5EF4-FFF2-40B4-BE49-F238E27FC236}">
                    <a16:creationId xmlns:a16="http://schemas.microsoft.com/office/drawing/2014/main" id="{6C94757D-B690-0B9F-50B1-272806BB9B13}"/>
                  </a:ext>
                </a:extLst>
              </p14:cNvPr>
              <p14:cNvContentPartPr/>
              <p14:nvPr/>
            </p14:nvContentPartPr>
            <p14:xfrm>
              <a:off x="11348798" y="2338416"/>
              <a:ext cx="141480" cy="26280"/>
            </p14:xfrm>
          </p:contentPart>
        </mc:Choice>
        <mc:Fallback xmlns="">
          <p:pic>
            <p:nvPicPr>
              <p:cNvPr id="128" name="Ink 127">
                <a:extLst>
                  <a:ext uri="{FF2B5EF4-FFF2-40B4-BE49-F238E27FC236}">
                    <a16:creationId xmlns:a16="http://schemas.microsoft.com/office/drawing/2014/main" id="{6C94757D-B690-0B9F-50B1-272806BB9B13}"/>
                  </a:ext>
                </a:extLst>
              </p:cNvPr>
              <p:cNvPicPr/>
              <p:nvPr/>
            </p:nvPicPr>
            <p:blipFill>
              <a:blip r:embed="rId281"/>
              <a:stretch>
                <a:fillRect/>
              </a:stretch>
            </p:blipFill>
            <p:spPr>
              <a:xfrm>
                <a:off x="11342678" y="2332296"/>
                <a:ext cx="15372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29" name="Ink 128">
                <a:extLst>
                  <a:ext uri="{FF2B5EF4-FFF2-40B4-BE49-F238E27FC236}">
                    <a16:creationId xmlns:a16="http://schemas.microsoft.com/office/drawing/2014/main" id="{F7608889-0253-B581-7448-CB9744BD8BD2}"/>
                  </a:ext>
                </a:extLst>
              </p14:cNvPr>
              <p14:cNvContentPartPr/>
              <p14:nvPr/>
            </p14:nvContentPartPr>
            <p14:xfrm>
              <a:off x="11621318" y="2209896"/>
              <a:ext cx="200160" cy="127800"/>
            </p14:xfrm>
          </p:contentPart>
        </mc:Choice>
        <mc:Fallback xmlns="">
          <p:pic>
            <p:nvPicPr>
              <p:cNvPr id="129" name="Ink 128">
                <a:extLst>
                  <a:ext uri="{FF2B5EF4-FFF2-40B4-BE49-F238E27FC236}">
                    <a16:creationId xmlns:a16="http://schemas.microsoft.com/office/drawing/2014/main" id="{F7608889-0253-B581-7448-CB9744BD8BD2}"/>
                  </a:ext>
                </a:extLst>
              </p:cNvPr>
              <p:cNvPicPr/>
              <p:nvPr/>
            </p:nvPicPr>
            <p:blipFill>
              <a:blip r:embed="rId283"/>
              <a:stretch>
                <a:fillRect/>
              </a:stretch>
            </p:blipFill>
            <p:spPr>
              <a:xfrm>
                <a:off x="11615198" y="2203776"/>
                <a:ext cx="21240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30" name="Ink 129">
                <a:extLst>
                  <a:ext uri="{FF2B5EF4-FFF2-40B4-BE49-F238E27FC236}">
                    <a16:creationId xmlns:a16="http://schemas.microsoft.com/office/drawing/2014/main" id="{E9DC5935-E8CA-C907-6EF9-311BB128C4CB}"/>
                  </a:ext>
                </a:extLst>
              </p14:cNvPr>
              <p14:cNvContentPartPr/>
              <p14:nvPr/>
            </p14:nvContentPartPr>
            <p14:xfrm>
              <a:off x="11621318" y="2100456"/>
              <a:ext cx="224280" cy="18720"/>
            </p14:xfrm>
          </p:contentPart>
        </mc:Choice>
        <mc:Fallback xmlns="">
          <p:pic>
            <p:nvPicPr>
              <p:cNvPr id="130" name="Ink 129">
                <a:extLst>
                  <a:ext uri="{FF2B5EF4-FFF2-40B4-BE49-F238E27FC236}">
                    <a16:creationId xmlns:a16="http://schemas.microsoft.com/office/drawing/2014/main" id="{E9DC5935-E8CA-C907-6EF9-311BB128C4CB}"/>
                  </a:ext>
                </a:extLst>
              </p:cNvPr>
              <p:cNvPicPr/>
              <p:nvPr/>
            </p:nvPicPr>
            <p:blipFill>
              <a:blip r:embed="rId285"/>
              <a:stretch>
                <a:fillRect/>
              </a:stretch>
            </p:blipFill>
            <p:spPr>
              <a:xfrm>
                <a:off x="11615198" y="2094336"/>
                <a:ext cx="2365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36" name="Ink 135">
                <a:extLst>
                  <a:ext uri="{FF2B5EF4-FFF2-40B4-BE49-F238E27FC236}">
                    <a16:creationId xmlns:a16="http://schemas.microsoft.com/office/drawing/2014/main" id="{965D91C9-4B84-0EC1-58FD-752555117C6D}"/>
                  </a:ext>
                </a:extLst>
              </p14:cNvPr>
              <p14:cNvContentPartPr/>
              <p14:nvPr/>
            </p14:nvContentPartPr>
            <p14:xfrm>
              <a:off x="11876918" y="2330136"/>
              <a:ext cx="122400" cy="95760"/>
            </p14:xfrm>
          </p:contentPart>
        </mc:Choice>
        <mc:Fallback xmlns="">
          <p:pic>
            <p:nvPicPr>
              <p:cNvPr id="136" name="Ink 135">
                <a:extLst>
                  <a:ext uri="{FF2B5EF4-FFF2-40B4-BE49-F238E27FC236}">
                    <a16:creationId xmlns:a16="http://schemas.microsoft.com/office/drawing/2014/main" id="{965D91C9-4B84-0EC1-58FD-752555117C6D}"/>
                  </a:ext>
                </a:extLst>
              </p:cNvPr>
              <p:cNvPicPr/>
              <p:nvPr/>
            </p:nvPicPr>
            <p:blipFill>
              <a:blip r:embed="rId287"/>
              <a:stretch>
                <a:fillRect/>
              </a:stretch>
            </p:blipFill>
            <p:spPr>
              <a:xfrm>
                <a:off x="11870798" y="2324016"/>
                <a:ext cx="13464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37" name="Ink 136">
                <a:extLst>
                  <a:ext uri="{FF2B5EF4-FFF2-40B4-BE49-F238E27FC236}">
                    <a16:creationId xmlns:a16="http://schemas.microsoft.com/office/drawing/2014/main" id="{F07B950D-366D-E72D-70D4-BEE4014E23B6}"/>
                  </a:ext>
                </a:extLst>
              </p14:cNvPr>
              <p14:cNvContentPartPr/>
              <p14:nvPr/>
            </p14:nvContentPartPr>
            <p14:xfrm>
              <a:off x="11946758" y="2045736"/>
              <a:ext cx="169920" cy="550800"/>
            </p14:xfrm>
          </p:contentPart>
        </mc:Choice>
        <mc:Fallback xmlns="">
          <p:pic>
            <p:nvPicPr>
              <p:cNvPr id="137" name="Ink 136">
                <a:extLst>
                  <a:ext uri="{FF2B5EF4-FFF2-40B4-BE49-F238E27FC236}">
                    <a16:creationId xmlns:a16="http://schemas.microsoft.com/office/drawing/2014/main" id="{F07B950D-366D-E72D-70D4-BEE4014E23B6}"/>
                  </a:ext>
                </a:extLst>
              </p:cNvPr>
              <p:cNvPicPr/>
              <p:nvPr/>
            </p:nvPicPr>
            <p:blipFill>
              <a:blip r:embed="rId289"/>
              <a:stretch>
                <a:fillRect/>
              </a:stretch>
            </p:blipFill>
            <p:spPr>
              <a:xfrm>
                <a:off x="11940638" y="2039616"/>
                <a:ext cx="182160" cy="56304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39" name="Ink 138">
                <a:extLst>
                  <a:ext uri="{FF2B5EF4-FFF2-40B4-BE49-F238E27FC236}">
                    <a16:creationId xmlns:a16="http://schemas.microsoft.com/office/drawing/2014/main" id="{B2A8E04B-9F29-9D85-9871-D350B8697BB3}"/>
                  </a:ext>
                </a:extLst>
              </p14:cNvPr>
              <p14:cNvContentPartPr/>
              <p14:nvPr/>
            </p14:nvContentPartPr>
            <p14:xfrm>
              <a:off x="12071678" y="1836576"/>
              <a:ext cx="181800" cy="113760"/>
            </p14:xfrm>
          </p:contentPart>
        </mc:Choice>
        <mc:Fallback xmlns="">
          <p:pic>
            <p:nvPicPr>
              <p:cNvPr id="139" name="Ink 138">
                <a:extLst>
                  <a:ext uri="{FF2B5EF4-FFF2-40B4-BE49-F238E27FC236}">
                    <a16:creationId xmlns:a16="http://schemas.microsoft.com/office/drawing/2014/main" id="{B2A8E04B-9F29-9D85-9871-D350B8697BB3}"/>
                  </a:ext>
                </a:extLst>
              </p:cNvPr>
              <p:cNvPicPr/>
              <p:nvPr/>
            </p:nvPicPr>
            <p:blipFill>
              <a:blip r:embed="rId291"/>
              <a:stretch>
                <a:fillRect/>
              </a:stretch>
            </p:blipFill>
            <p:spPr>
              <a:xfrm>
                <a:off x="12065558" y="1830456"/>
                <a:ext cx="1940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40" name="Ink 139">
                <a:extLst>
                  <a:ext uri="{FF2B5EF4-FFF2-40B4-BE49-F238E27FC236}">
                    <a16:creationId xmlns:a16="http://schemas.microsoft.com/office/drawing/2014/main" id="{26480735-A27C-3668-831D-5373B98E0672}"/>
                  </a:ext>
                </a:extLst>
              </p14:cNvPr>
              <p14:cNvContentPartPr/>
              <p14:nvPr/>
            </p14:nvContentPartPr>
            <p14:xfrm>
              <a:off x="10158638" y="3092616"/>
              <a:ext cx="1842480" cy="276480"/>
            </p14:xfrm>
          </p:contentPart>
        </mc:Choice>
        <mc:Fallback xmlns="">
          <p:pic>
            <p:nvPicPr>
              <p:cNvPr id="140" name="Ink 139">
                <a:extLst>
                  <a:ext uri="{FF2B5EF4-FFF2-40B4-BE49-F238E27FC236}">
                    <a16:creationId xmlns:a16="http://schemas.microsoft.com/office/drawing/2014/main" id="{26480735-A27C-3668-831D-5373B98E0672}"/>
                  </a:ext>
                </a:extLst>
              </p:cNvPr>
              <p:cNvPicPr/>
              <p:nvPr/>
            </p:nvPicPr>
            <p:blipFill>
              <a:blip r:embed="rId293"/>
              <a:stretch>
                <a:fillRect/>
              </a:stretch>
            </p:blipFill>
            <p:spPr>
              <a:xfrm>
                <a:off x="10152518" y="3086496"/>
                <a:ext cx="185472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41" name="Ink 140">
                <a:extLst>
                  <a:ext uri="{FF2B5EF4-FFF2-40B4-BE49-F238E27FC236}">
                    <a16:creationId xmlns:a16="http://schemas.microsoft.com/office/drawing/2014/main" id="{515161E0-0F54-8345-8F57-5A99A308EADC}"/>
                  </a:ext>
                </a:extLst>
              </p14:cNvPr>
              <p14:cNvContentPartPr/>
              <p14:nvPr/>
            </p14:nvContentPartPr>
            <p14:xfrm>
              <a:off x="10764878" y="3422016"/>
              <a:ext cx="249840" cy="183600"/>
            </p14:xfrm>
          </p:contentPart>
        </mc:Choice>
        <mc:Fallback xmlns="">
          <p:pic>
            <p:nvPicPr>
              <p:cNvPr id="141" name="Ink 140">
                <a:extLst>
                  <a:ext uri="{FF2B5EF4-FFF2-40B4-BE49-F238E27FC236}">
                    <a16:creationId xmlns:a16="http://schemas.microsoft.com/office/drawing/2014/main" id="{515161E0-0F54-8345-8F57-5A99A308EADC}"/>
                  </a:ext>
                </a:extLst>
              </p:cNvPr>
              <p:cNvPicPr/>
              <p:nvPr/>
            </p:nvPicPr>
            <p:blipFill>
              <a:blip r:embed="rId295"/>
              <a:stretch>
                <a:fillRect/>
              </a:stretch>
            </p:blipFill>
            <p:spPr>
              <a:xfrm>
                <a:off x="10758758" y="3415896"/>
                <a:ext cx="26208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42" name="Ink 141">
                <a:extLst>
                  <a:ext uri="{FF2B5EF4-FFF2-40B4-BE49-F238E27FC236}">
                    <a16:creationId xmlns:a16="http://schemas.microsoft.com/office/drawing/2014/main" id="{D5EF51B0-77B8-99C8-6529-C0B4A79D5572}"/>
                  </a:ext>
                </a:extLst>
              </p14:cNvPr>
              <p14:cNvContentPartPr/>
              <p14:nvPr/>
            </p14:nvContentPartPr>
            <p14:xfrm>
              <a:off x="11106158" y="3447936"/>
              <a:ext cx="266040" cy="87480"/>
            </p14:xfrm>
          </p:contentPart>
        </mc:Choice>
        <mc:Fallback xmlns="">
          <p:pic>
            <p:nvPicPr>
              <p:cNvPr id="142" name="Ink 141">
                <a:extLst>
                  <a:ext uri="{FF2B5EF4-FFF2-40B4-BE49-F238E27FC236}">
                    <a16:creationId xmlns:a16="http://schemas.microsoft.com/office/drawing/2014/main" id="{D5EF51B0-77B8-99C8-6529-C0B4A79D5572}"/>
                  </a:ext>
                </a:extLst>
              </p:cNvPr>
              <p:cNvPicPr/>
              <p:nvPr/>
            </p:nvPicPr>
            <p:blipFill>
              <a:blip r:embed="rId297"/>
              <a:stretch>
                <a:fillRect/>
              </a:stretch>
            </p:blipFill>
            <p:spPr>
              <a:xfrm>
                <a:off x="11100038" y="3441816"/>
                <a:ext cx="27828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43" name="Ink 142">
                <a:extLst>
                  <a:ext uri="{FF2B5EF4-FFF2-40B4-BE49-F238E27FC236}">
                    <a16:creationId xmlns:a16="http://schemas.microsoft.com/office/drawing/2014/main" id="{828F6CB2-C096-B182-6973-A391AB138D9F}"/>
                  </a:ext>
                </a:extLst>
              </p14:cNvPr>
              <p14:cNvContentPartPr/>
              <p14:nvPr/>
            </p14:nvContentPartPr>
            <p14:xfrm>
              <a:off x="11487758" y="3379536"/>
              <a:ext cx="16200" cy="262800"/>
            </p14:xfrm>
          </p:contentPart>
        </mc:Choice>
        <mc:Fallback xmlns="">
          <p:pic>
            <p:nvPicPr>
              <p:cNvPr id="143" name="Ink 142">
                <a:extLst>
                  <a:ext uri="{FF2B5EF4-FFF2-40B4-BE49-F238E27FC236}">
                    <a16:creationId xmlns:a16="http://schemas.microsoft.com/office/drawing/2014/main" id="{828F6CB2-C096-B182-6973-A391AB138D9F}"/>
                  </a:ext>
                </a:extLst>
              </p:cNvPr>
              <p:cNvPicPr/>
              <p:nvPr/>
            </p:nvPicPr>
            <p:blipFill>
              <a:blip r:embed="rId299"/>
              <a:stretch>
                <a:fillRect/>
              </a:stretch>
            </p:blipFill>
            <p:spPr>
              <a:xfrm>
                <a:off x="11481638" y="3373416"/>
                <a:ext cx="2844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238" name="Ink 237">
                <a:extLst>
                  <a:ext uri="{FF2B5EF4-FFF2-40B4-BE49-F238E27FC236}">
                    <a16:creationId xmlns:a16="http://schemas.microsoft.com/office/drawing/2014/main" id="{FD0ABF0B-7BE9-6925-91BD-B168C7BB2376}"/>
                  </a:ext>
                </a:extLst>
              </p14:cNvPr>
              <p14:cNvContentPartPr/>
              <p14:nvPr/>
            </p14:nvContentPartPr>
            <p14:xfrm>
              <a:off x="10864958" y="2014056"/>
              <a:ext cx="360" cy="360"/>
            </p14:xfrm>
          </p:contentPart>
        </mc:Choice>
        <mc:Fallback xmlns="">
          <p:pic>
            <p:nvPicPr>
              <p:cNvPr id="238" name="Ink 237">
                <a:extLst>
                  <a:ext uri="{FF2B5EF4-FFF2-40B4-BE49-F238E27FC236}">
                    <a16:creationId xmlns:a16="http://schemas.microsoft.com/office/drawing/2014/main" id="{FD0ABF0B-7BE9-6925-91BD-B168C7BB2376}"/>
                  </a:ext>
                </a:extLst>
              </p:cNvPr>
              <p:cNvPicPr/>
              <p:nvPr/>
            </p:nvPicPr>
            <p:blipFill>
              <a:blip r:embed="rId51"/>
              <a:stretch>
                <a:fillRect/>
              </a:stretch>
            </p:blipFill>
            <p:spPr>
              <a:xfrm>
                <a:off x="10858838" y="20079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239" name="Ink 238">
                <a:extLst>
                  <a:ext uri="{FF2B5EF4-FFF2-40B4-BE49-F238E27FC236}">
                    <a16:creationId xmlns:a16="http://schemas.microsoft.com/office/drawing/2014/main" id="{E47A0526-B7BC-7DB6-772C-D333266BC751}"/>
                  </a:ext>
                </a:extLst>
              </p14:cNvPr>
              <p14:cNvContentPartPr/>
              <p14:nvPr/>
            </p14:nvContentPartPr>
            <p14:xfrm>
              <a:off x="10972238" y="3697776"/>
              <a:ext cx="3240" cy="22680"/>
            </p14:xfrm>
          </p:contentPart>
        </mc:Choice>
        <mc:Fallback xmlns="">
          <p:pic>
            <p:nvPicPr>
              <p:cNvPr id="239" name="Ink 238">
                <a:extLst>
                  <a:ext uri="{FF2B5EF4-FFF2-40B4-BE49-F238E27FC236}">
                    <a16:creationId xmlns:a16="http://schemas.microsoft.com/office/drawing/2014/main" id="{E47A0526-B7BC-7DB6-772C-D333266BC751}"/>
                  </a:ext>
                </a:extLst>
              </p:cNvPr>
              <p:cNvPicPr/>
              <p:nvPr/>
            </p:nvPicPr>
            <p:blipFill>
              <a:blip r:embed="rId225"/>
              <a:stretch>
                <a:fillRect/>
              </a:stretch>
            </p:blipFill>
            <p:spPr>
              <a:xfrm>
                <a:off x="10966118" y="3691656"/>
                <a:ext cx="1548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242" name="Ink 241">
                <a:extLst>
                  <a:ext uri="{FF2B5EF4-FFF2-40B4-BE49-F238E27FC236}">
                    <a16:creationId xmlns:a16="http://schemas.microsoft.com/office/drawing/2014/main" id="{DBFA99C5-16C6-BB5F-689E-E3F870009447}"/>
                  </a:ext>
                </a:extLst>
              </p14:cNvPr>
              <p14:cNvContentPartPr/>
              <p14:nvPr/>
            </p14:nvContentPartPr>
            <p14:xfrm>
              <a:off x="11035598" y="3302856"/>
              <a:ext cx="103320" cy="131400"/>
            </p14:xfrm>
          </p:contentPart>
        </mc:Choice>
        <mc:Fallback xmlns="">
          <p:pic>
            <p:nvPicPr>
              <p:cNvPr id="242" name="Ink 241">
                <a:extLst>
                  <a:ext uri="{FF2B5EF4-FFF2-40B4-BE49-F238E27FC236}">
                    <a16:creationId xmlns:a16="http://schemas.microsoft.com/office/drawing/2014/main" id="{DBFA99C5-16C6-BB5F-689E-E3F870009447}"/>
                  </a:ext>
                </a:extLst>
              </p:cNvPr>
              <p:cNvPicPr/>
              <p:nvPr/>
            </p:nvPicPr>
            <p:blipFill>
              <a:blip r:embed="rId303"/>
              <a:stretch>
                <a:fillRect/>
              </a:stretch>
            </p:blipFill>
            <p:spPr>
              <a:xfrm>
                <a:off x="11029478" y="3296736"/>
                <a:ext cx="115560" cy="143640"/>
              </a:xfrm>
              <a:prstGeom prst="rect">
                <a:avLst/>
              </a:prstGeom>
            </p:spPr>
          </p:pic>
        </mc:Fallback>
      </mc:AlternateContent>
      <p:grpSp>
        <p:nvGrpSpPr>
          <p:cNvPr id="245" name="Group 244">
            <a:extLst>
              <a:ext uri="{FF2B5EF4-FFF2-40B4-BE49-F238E27FC236}">
                <a16:creationId xmlns:a16="http://schemas.microsoft.com/office/drawing/2014/main" id="{60CE7845-AF19-2C5A-7AA8-71DD29E567C4}"/>
              </a:ext>
            </a:extLst>
          </p:cNvPr>
          <p:cNvGrpSpPr/>
          <p:nvPr/>
        </p:nvGrpSpPr>
        <p:grpSpPr>
          <a:xfrm>
            <a:off x="10000238" y="467496"/>
            <a:ext cx="2177640" cy="1404720"/>
            <a:chOff x="10000238" y="467496"/>
            <a:chExt cx="2177640" cy="1404720"/>
          </a:xfrm>
        </p:grpSpPr>
        <mc:AlternateContent xmlns:mc="http://schemas.openxmlformats.org/markup-compatibility/2006" xmlns:p14="http://schemas.microsoft.com/office/powerpoint/2010/main">
          <mc:Choice Requires="p14">
            <p:contentPart p14:bwMode="auto" r:id="rId304">
              <p14:nvContentPartPr>
                <p14:cNvPr id="86" name="Ink 85">
                  <a:extLst>
                    <a:ext uri="{FF2B5EF4-FFF2-40B4-BE49-F238E27FC236}">
                      <a16:creationId xmlns:a16="http://schemas.microsoft.com/office/drawing/2014/main" id="{7F54776D-85AE-8BEF-BB8E-398A820167F8}"/>
                    </a:ext>
                  </a:extLst>
                </p14:cNvPr>
                <p14:cNvContentPartPr/>
                <p14:nvPr/>
              </p14:nvContentPartPr>
              <p14:xfrm>
                <a:off x="10201118" y="467496"/>
                <a:ext cx="189360" cy="123840"/>
              </p14:xfrm>
            </p:contentPart>
          </mc:Choice>
          <mc:Fallback xmlns="">
            <p:pic>
              <p:nvPicPr>
                <p:cNvPr id="86" name="Ink 85">
                  <a:extLst>
                    <a:ext uri="{FF2B5EF4-FFF2-40B4-BE49-F238E27FC236}">
                      <a16:creationId xmlns:a16="http://schemas.microsoft.com/office/drawing/2014/main" id="{7F54776D-85AE-8BEF-BB8E-398A820167F8}"/>
                    </a:ext>
                  </a:extLst>
                </p:cNvPr>
                <p:cNvPicPr/>
                <p:nvPr/>
              </p:nvPicPr>
              <p:blipFill>
                <a:blip r:embed="rId305"/>
                <a:stretch>
                  <a:fillRect/>
                </a:stretch>
              </p:blipFill>
              <p:spPr>
                <a:xfrm>
                  <a:off x="10194998" y="461376"/>
                  <a:ext cx="2016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79" name="Ink 78">
                  <a:extLst>
                    <a:ext uri="{FF2B5EF4-FFF2-40B4-BE49-F238E27FC236}">
                      <a16:creationId xmlns:a16="http://schemas.microsoft.com/office/drawing/2014/main" id="{B40EDFC1-B76C-A06B-FDAE-DC0DA1E13296}"/>
                    </a:ext>
                  </a:extLst>
                </p14:cNvPr>
                <p14:cNvContentPartPr/>
                <p14:nvPr/>
              </p14:nvContentPartPr>
              <p14:xfrm>
                <a:off x="10366358" y="714096"/>
                <a:ext cx="28800" cy="217440"/>
              </p14:xfrm>
            </p:contentPart>
          </mc:Choice>
          <mc:Fallback xmlns="">
            <p:pic>
              <p:nvPicPr>
                <p:cNvPr id="79" name="Ink 78">
                  <a:extLst>
                    <a:ext uri="{FF2B5EF4-FFF2-40B4-BE49-F238E27FC236}">
                      <a16:creationId xmlns:a16="http://schemas.microsoft.com/office/drawing/2014/main" id="{B40EDFC1-B76C-A06B-FDAE-DC0DA1E13296}"/>
                    </a:ext>
                  </a:extLst>
                </p:cNvPr>
                <p:cNvPicPr/>
                <p:nvPr/>
              </p:nvPicPr>
              <p:blipFill>
                <a:blip r:embed="rId307"/>
                <a:stretch>
                  <a:fillRect/>
                </a:stretch>
              </p:blipFill>
              <p:spPr>
                <a:xfrm>
                  <a:off x="10360238" y="707976"/>
                  <a:ext cx="4104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80" name="Ink 79">
                  <a:extLst>
                    <a:ext uri="{FF2B5EF4-FFF2-40B4-BE49-F238E27FC236}">
                      <a16:creationId xmlns:a16="http://schemas.microsoft.com/office/drawing/2014/main" id="{21FA393E-7F84-7F7F-0D79-5A4BF98B514A}"/>
                    </a:ext>
                  </a:extLst>
                </p14:cNvPr>
                <p14:cNvContentPartPr/>
                <p14:nvPr/>
              </p14:nvContentPartPr>
              <p14:xfrm>
                <a:off x="10122998" y="881856"/>
                <a:ext cx="262080" cy="455040"/>
              </p14:xfrm>
            </p:contentPart>
          </mc:Choice>
          <mc:Fallback xmlns="">
            <p:pic>
              <p:nvPicPr>
                <p:cNvPr id="80" name="Ink 79">
                  <a:extLst>
                    <a:ext uri="{FF2B5EF4-FFF2-40B4-BE49-F238E27FC236}">
                      <a16:creationId xmlns:a16="http://schemas.microsoft.com/office/drawing/2014/main" id="{21FA393E-7F84-7F7F-0D79-5A4BF98B514A}"/>
                    </a:ext>
                  </a:extLst>
                </p:cNvPr>
                <p:cNvPicPr/>
                <p:nvPr/>
              </p:nvPicPr>
              <p:blipFill>
                <a:blip r:embed="rId309"/>
                <a:stretch>
                  <a:fillRect/>
                </a:stretch>
              </p:blipFill>
              <p:spPr>
                <a:xfrm>
                  <a:off x="10116878" y="875736"/>
                  <a:ext cx="274320" cy="46728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81" name="Ink 80">
                  <a:extLst>
                    <a:ext uri="{FF2B5EF4-FFF2-40B4-BE49-F238E27FC236}">
                      <a16:creationId xmlns:a16="http://schemas.microsoft.com/office/drawing/2014/main" id="{EE77014A-C815-8D82-D608-7ED8EF0E5CE0}"/>
                    </a:ext>
                  </a:extLst>
                </p14:cNvPr>
                <p14:cNvContentPartPr/>
                <p14:nvPr/>
              </p14:nvContentPartPr>
              <p14:xfrm>
                <a:off x="10000238" y="1466136"/>
                <a:ext cx="25560" cy="124200"/>
              </p14:xfrm>
            </p:contentPart>
          </mc:Choice>
          <mc:Fallback xmlns="">
            <p:pic>
              <p:nvPicPr>
                <p:cNvPr id="81" name="Ink 80">
                  <a:extLst>
                    <a:ext uri="{FF2B5EF4-FFF2-40B4-BE49-F238E27FC236}">
                      <a16:creationId xmlns:a16="http://schemas.microsoft.com/office/drawing/2014/main" id="{EE77014A-C815-8D82-D608-7ED8EF0E5CE0}"/>
                    </a:ext>
                  </a:extLst>
                </p:cNvPr>
                <p:cNvPicPr/>
                <p:nvPr/>
              </p:nvPicPr>
              <p:blipFill>
                <a:blip r:embed="rId311"/>
                <a:stretch>
                  <a:fillRect/>
                </a:stretch>
              </p:blipFill>
              <p:spPr>
                <a:xfrm>
                  <a:off x="9994118" y="1460016"/>
                  <a:ext cx="3780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82" name="Ink 81">
                  <a:extLst>
                    <a:ext uri="{FF2B5EF4-FFF2-40B4-BE49-F238E27FC236}">
                      <a16:creationId xmlns:a16="http://schemas.microsoft.com/office/drawing/2014/main" id="{1D26A3C6-3A40-3959-CF52-FC3D386F1B19}"/>
                    </a:ext>
                  </a:extLst>
                </p14:cNvPr>
                <p14:cNvContentPartPr/>
                <p14:nvPr/>
              </p14:nvContentPartPr>
              <p14:xfrm>
                <a:off x="10015718" y="1383696"/>
                <a:ext cx="21960" cy="17640"/>
              </p14:xfrm>
            </p:contentPart>
          </mc:Choice>
          <mc:Fallback xmlns="">
            <p:pic>
              <p:nvPicPr>
                <p:cNvPr id="82" name="Ink 81">
                  <a:extLst>
                    <a:ext uri="{FF2B5EF4-FFF2-40B4-BE49-F238E27FC236}">
                      <a16:creationId xmlns:a16="http://schemas.microsoft.com/office/drawing/2014/main" id="{1D26A3C6-3A40-3959-CF52-FC3D386F1B19}"/>
                    </a:ext>
                  </a:extLst>
                </p:cNvPr>
                <p:cNvPicPr/>
                <p:nvPr/>
              </p:nvPicPr>
              <p:blipFill>
                <a:blip r:embed="rId313"/>
                <a:stretch>
                  <a:fillRect/>
                </a:stretch>
              </p:blipFill>
              <p:spPr>
                <a:xfrm>
                  <a:off x="10009598" y="1377576"/>
                  <a:ext cx="342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83" name="Ink 82">
                  <a:extLst>
                    <a:ext uri="{FF2B5EF4-FFF2-40B4-BE49-F238E27FC236}">
                      <a16:creationId xmlns:a16="http://schemas.microsoft.com/office/drawing/2014/main" id="{51777995-5B87-711F-C2F6-5884742ECE91}"/>
                    </a:ext>
                  </a:extLst>
                </p14:cNvPr>
                <p14:cNvContentPartPr/>
                <p14:nvPr/>
              </p14:nvContentPartPr>
              <p14:xfrm>
                <a:off x="10178078" y="1451016"/>
                <a:ext cx="66960" cy="14040"/>
              </p14:xfrm>
            </p:contentPart>
          </mc:Choice>
          <mc:Fallback xmlns="">
            <p:pic>
              <p:nvPicPr>
                <p:cNvPr id="83" name="Ink 82">
                  <a:extLst>
                    <a:ext uri="{FF2B5EF4-FFF2-40B4-BE49-F238E27FC236}">
                      <a16:creationId xmlns:a16="http://schemas.microsoft.com/office/drawing/2014/main" id="{51777995-5B87-711F-C2F6-5884742ECE91}"/>
                    </a:ext>
                  </a:extLst>
                </p:cNvPr>
                <p:cNvPicPr/>
                <p:nvPr/>
              </p:nvPicPr>
              <p:blipFill>
                <a:blip r:embed="rId315"/>
                <a:stretch>
                  <a:fillRect/>
                </a:stretch>
              </p:blipFill>
              <p:spPr>
                <a:xfrm>
                  <a:off x="10171958" y="1444896"/>
                  <a:ext cx="7920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84" name="Ink 83">
                  <a:extLst>
                    <a:ext uri="{FF2B5EF4-FFF2-40B4-BE49-F238E27FC236}">
                      <a16:creationId xmlns:a16="http://schemas.microsoft.com/office/drawing/2014/main" id="{07AADC97-8734-7163-7C17-6C383B1C99D3}"/>
                    </a:ext>
                  </a:extLst>
                </p14:cNvPr>
                <p14:cNvContentPartPr/>
                <p14:nvPr/>
              </p14:nvContentPartPr>
              <p14:xfrm>
                <a:off x="10130918" y="1538136"/>
                <a:ext cx="120960" cy="7200"/>
              </p14:xfrm>
            </p:contentPart>
          </mc:Choice>
          <mc:Fallback xmlns="">
            <p:pic>
              <p:nvPicPr>
                <p:cNvPr id="84" name="Ink 83">
                  <a:extLst>
                    <a:ext uri="{FF2B5EF4-FFF2-40B4-BE49-F238E27FC236}">
                      <a16:creationId xmlns:a16="http://schemas.microsoft.com/office/drawing/2014/main" id="{07AADC97-8734-7163-7C17-6C383B1C99D3}"/>
                    </a:ext>
                  </a:extLst>
                </p:cNvPr>
                <p:cNvPicPr/>
                <p:nvPr/>
              </p:nvPicPr>
              <p:blipFill>
                <a:blip r:embed="rId317"/>
                <a:stretch>
                  <a:fillRect/>
                </a:stretch>
              </p:blipFill>
              <p:spPr>
                <a:xfrm>
                  <a:off x="10124798" y="1532016"/>
                  <a:ext cx="13320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85" name="Ink 84">
                  <a:extLst>
                    <a:ext uri="{FF2B5EF4-FFF2-40B4-BE49-F238E27FC236}">
                      <a16:creationId xmlns:a16="http://schemas.microsoft.com/office/drawing/2014/main" id="{FFAB57AB-EA99-EF8A-3C13-95D695A84248}"/>
                    </a:ext>
                  </a:extLst>
                </p14:cNvPr>
                <p14:cNvContentPartPr/>
                <p14:nvPr/>
              </p14:nvContentPartPr>
              <p14:xfrm>
                <a:off x="10366358" y="1479456"/>
                <a:ext cx="15480" cy="98640"/>
              </p14:xfrm>
            </p:contentPart>
          </mc:Choice>
          <mc:Fallback xmlns="">
            <p:pic>
              <p:nvPicPr>
                <p:cNvPr id="85" name="Ink 84">
                  <a:extLst>
                    <a:ext uri="{FF2B5EF4-FFF2-40B4-BE49-F238E27FC236}">
                      <a16:creationId xmlns:a16="http://schemas.microsoft.com/office/drawing/2014/main" id="{FFAB57AB-EA99-EF8A-3C13-95D695A84248}"/>
                    </a:ext>
                  </a:extLst>
                </p:cNvPr>
                <p:cNvPicPr/>
                <p:nvPr/>
              </p:nvPicPr>
              <p:blipFill>
                <a:blip r:embed="rId319"/>
                <a:stretch>
                  <a:fillRect/>
                </a:stretch>
              </p:blipFill>
              <p:spPr>
                <a:xfrm>
                  <a:off x="10360238" y="1473336"/>
                  <a:ext cx="2772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87" name="Ink 86">
                  <a:extLst>
                    <a:ext uri="{FF2B5EF4-FFF2-40B4-BE49-F238E27FC236}">
                      <a16:creationId xmlns:a16="http://schemas.microsoft.com/office/drawing/2014/main" id="{2817AAE0-3F44-38B5-DCFF-4E5BB2E94524}"/>
                    </a:ext>
                  </a:extLst>
                </p14:cNvPr>
                <p14:cNvContentPartPr/>
                <p14:nvPr/>
              </p14:nvContentPartPr>
              <p14:xfrm>
                <a:off x="10533398" y="810936"/>
                <a:ext cx="88200" cy="280080"/>
              </p14:xfrm>
            </p:contentPart>
          </mc:Choice>
          <mc:Fallback xmlns="">
            <p:pic>
              <p:nvPicPr>
                <p:cNvPr id="87" name="Ink 86">
                  <a:extLst>
                    <a:ext uri="{FF2B5EF4-FFF2-40B4-BE49-F238E27FC236}">
                      <a16:creationId xmlns:a16="http://schemas.microsoft.com/office/drawing/2014/main" id="{2817AAE0-3F44-38B5-DCFF-4E5BB2E94524}"/>
                    </a:ext>
                  </a:extLst>
                </p:cNvPr>
                <p:cNvPicPr/>
                <p:nvPr/>
              </p:nvPicPr>
              <p:blipFill>
                <a:blip r:embed="rId321"/>
                <a:stretch>
                  <a:fillRect/>
                </a:stretch>
              </p:blipFill>
              <p:spPr>
                <a:xfrm>
                  <a:off x="10527278" y="804816"/>
                  <a:ext cx="10044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88" name="Ink 87">
                  <a:extLst>
                    <a:ext uri="{FF2B5EF4-FFF2-40B4-BE49-F238E27FC236}">
                      <a16:creationId xmlns:a16="http://schemas.microsoft.com/office/drawing/2014/main" id="{9AD9895A-B177-674E-090D-8800A6AC2044}"/>
                    </a:ext>
                  </a:extLst>
                </p14:cNvPr>
                <p14:cNvContentPartPr/>
                <p14:nvPr/>
              </p14:nvContentPartPr>
              <p14:xfrm>
                <a:off x="10651478" y="876816"/>
                <a:ext cx="167760" cy="123480"/>
              </p14:xfrm>
            </p:contentPart>
          </mc:Choice>
          <mc:Fallback xmlns="">
            <p:pic>
              <p:nvPicPr>
                <p:cNvPr id="88" name="Ink 87">
                  <a:extLst>
                    <a:ext uri="{FF2B5EF4-FFF2-40B4-BE49-F238E27FC236}">
                      <a16:creationId xmlns:a16="http://schemas.microsoft.com/office/drawing/2014/main" id="{9AD9895A-B177-674E-090D-8800A6AC2044}"/>
                    </a:ext>
                  </a:extLst>
                </p:cNvPr>
                <p:cNvPicPr/>
                <p:nvPr/>
              </p:nvPicPr>
              <p:blipFill>
                <a:blip r:embed="rId323"/>
                <a:stretch>
                  <a:fillRect/>
                </a:stretch>
              </p:blipFill>
              <p:spPr>
                <a:xfrm>
                  <a:off x="10645358" y="870696"/>
                  <a:ext cx="18000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89" name="Ink 88">
                  <a:extLst>
                    <a:ext uri="{FF2B5EF4-FFF2-40B4-BE49-F238E27FC236}">
                      <a16:creationId xmlns:a16="http://schemas.microsoft.com/office/drawing/2014/main" id="{41B60043-1826-9AF7-09B1-3172F52A86AE}"/>
                    </a:ext>
                  </a:extLst>
                </p14:cNvPr>
                <p14:cNvContentPartPr/>
                <p14:nvPr/>
              </p14:nvContentPartPr>
              <p14:xfrm>
                <a:off x="10858118" y="1001376"/>
                <a:ext cx="3240" cy="104040"/>
              </p14:xfrm>
            </p:contentPart>
          </mc:Choice>
          <mc:Fallback xmlns="">
            <p:pic>
              <p:nvPicPr>
                <p:cNvPr id="89" name="Ink 88">
                  <a:extLst>
                    <a:ext uri="{FF2B5EF4-FFF2-40B4-BE49-F238E27FC236}">
                      <a16:creationId xmlns:a16="http://schemas.microsoft.com/office/drawing/2014/main" id="{41B60043-1826-9AF7-09B1-3172F52A86AE}"/>
                    </a:ext>
                  </a:extLst>
                </p:cNvPr>
                <p:cNvPicPr/>
                <p:nvPr/>
              </p:nvPicPr>
              <p:blipFill>
                <a:blip r:embed="rId325"/>
                <a:stretch>
                  <a:fillRect/>
                </a:stretch>
              </p:blipFill>
              <p:spPr>
                <a:xfrm>
                  <a:off x="10851998" y="995256"/>
                  <a:ext cx="1548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90" name="Ink 89">
                  <a:extLst>
                    <a:ext uri="{FF2B5EF4-FFF2-40B4-BE49-F238E27FC236}">
                      <a16:creationId xmlns:a16="http://schemas.microsoft.com/office/drawing/2014/main" id="{A9FBE1BF-EF02-BD48-AF55-E4E7874FD6B4}"/>
                    </a:ext>
                  </a:extLst>
                </p14:cNvPr>
                <p14:cNvContentPartPr/>
                <p14:nvPr/>
              </p14:nvContentPartPr>
              <p14:xfrm>
                <a:off x="10983038" y="1001016"/>
                <a:ext cx="26280" cy="90000"/>
              </p14:xfrm>
            </p:contentPart>
          </mc:Choice>
          <mc:Fallback xmlns="">
            <p:pic>
              <p:nvPicPr>
                <p:cNvPr id="90" name="Ink 89">
                  <a:extLst>
                    <a:ext uri="{FF2B5EF4-FFF2-40B4-BE49-F238E27FC236}">
                      <a16:creationId xmlns:a16="http://schemas.microsoft.com/office/drawing/2014/main" id="{A9FBE1BF-EF02-BD48-AF55-E4E7874FD6B4}"/>
                    </a:ext>
                  </a:extLst>
                </p:cNvPr>
                <p:cNvPicPr/>
                <p:nvPr/>
              </p:nvPicPr>
              <p:blipFill>
                <a:blip r:embed="rId327"/>
                <a:stretch>
                  <a:fillRect/>
                </a:stretch>
              </p:blipFill>
              <p:spPr>
                <a:xfrm>
                  <a:off x="10976918" y="994896"/>
                  <a:ext cx="3852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91" name="Ink 90">
                  <a:extLst>
                    <a:ext uri="{FF2B5EF4-FFF2-40B4-BE49-F238E27FC236}">
                      <a16:creationId xmlns:a16="http://schemas.microsoft.com/office/drawing/2014/main" id="{C589146B-B583-E69E-3EAF-5A2CCB0DEF22}"/>
                    </a:ext>
                  </a:extLst>
                </p14:cNvPr>
                <p14:cNvContentPartPr/>
                <p14:nvPr/>
              </p14:nvContentPartPr>
              <p14:xfrm>
                <a:off x="11011838" y="922896"/>
                <a:ext cx="4320" cy="3960"/>
              </p14:xfrm>
            </p:contentPart>
          </mc:Choice>
          <mc:Fallback xmlns="">
            <p:pic>
              <p:nvPicPr>
                <p:cNvPr id="91" name="Ink 90">
                  <a:extLst>
                    <a:ext uri="{FF2B5EF4-FFF2-40B4-BE49-F238E27FC236}">
                      <a16:creationId xmlns:a16="http://schemas.microsoft.com/office/drawing/2014/main" id="{C589146B-B583-E69E-3EAF-5A2CCB0DEF22}"/>
                    </a:ext>
                  </a:extLst>
                </p:cNvPr>
                <p:cNvPicPr/>
                <p:nvPr/>
              </p:nvPicPr>
              <p:blipFill>
                <a:blip r:embed="rId51"/>
                <a:stretch>
                  <a:fillRect/>
                </a:stretch>
              </p:blipFill>
              <p:spPr>
                <a:xfrm>
                  <a:off x="11005718" y="916776"/>
                  <a:ext cx="16560" cy="1620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96" name="Ink 95">
                  <a:extLst>
                    <a:ext uri="{FF2B5EF4-FFF2-40B4-BE49-F238E27FC236}">
                      <a16:creationId xmlns:a16="http://schemas.microsoft.com/office/drawing/2014/main" id="{9745BE94-D673-AFF0-9D9C-5686E3734163}"/>
                    </a:ext>
                  </a:extLst>
                </p14:cNvPr>
                <p14:cNvContentPartPr/>
                <p14:nvPr/>
              </p14:nvContentPartPr>
              <p14:xfrm>
                <a:off x="11211638" y="926856"/>
                <a:ext cx="169200" cy="10440"/>
              </p14:xfrm>
            </p:contentPart>
          </mc:Choice>
          <mc:Fallback xmlns="">
            <p:pic>
              <p:nvPicPr>
                <p:cNvPr id="96" name="Ink 95">
                  <a:extLst>
                    <a:ext uri="{FF2B5EF4-FFF2-40B4-BE49-F238E27FC236}">
                      <a16:creationId xmlns:a16="http://schemas.microsoft.com/office/drawing/2014/main" id="{9745BE94-D673-AFF0-9D9C-5686E3734163}"/>
                    </a:ext>
                  </a:extLst>
                </p:cNvPr>
                <p:cNvPicPr/>
                <p:nvPr/>
              </p:nvPicPr>
              <p:blipFill>
                <a:blip r:embed="rId330"/>
                <a:stretch>
                  <a:fillRect/>
                </a:stretch>
              </p:blipFill>
              <p:spPr>
                <a:xfrm>
                  <a:off x="11205518" y="920736"/>
                  <a:ext cx="18144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98" name="Ink 97">
                  <a:extLst>
                    <a:ext uri="{FF2B5EF4-FFF2-40B4-BE49-F238E27FC236}">
                      <a16:creationId xmlns:a16="http://schemas.microsoft.com/office/drawing/2014/main" id="{2514F395-640C-A678-9063-1FC161CAE36A}"/>
                    </a:ext>
                  </a:extLst>
                </p14:cNvPr>
                <p14:cNvContentPartPr/>
                <p14:nvPr/>
              </p14:nvContentPartPr>
              <p14:xfrm>
                <a:off x="11571278" y="807696"/>
                <a:ext cx="88920" cy="126360"/>
              </p14:xfrm>
            </p:contentPart>
          </mc:Choice>
          <mc:Fallback xmlns="">
            <p:pic>
              <p:nvPicPr>
                <p:cNvPr id="98" name="Ink 97">
                  <a:extLst>
                    <a:ext uri="{FF2B5EF4-FFF2-40B4-BE49-F238E27FC236}">
                      <a16:creationId xmlns:a16="http://schemas.microsoft.com/office/drawing/2014/main" id="{2514F395-640C-A678-9063-1FC161CAE36A}"/>
                    </a:ext>
                  </a:extLst>
                </p:cNvPr>
                <p:cNvPicPr/>
                <p:nvPr/>
              </p:nvPicPr>
              <p:blipFill>
                <a:blip r:embed="rId332"/>
                <a:stretch>
                  <a:fillRect/>
                </a:stretch>
              </p:blipFill>
              <p:spPr>
                <a:xfrm>
                  <a:off x="11565158" y="801576"/>
                  <a:ext cx="10116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99" name="Ink 98">
                  <a:extLst>
                    <a:ext uri="{FF2B5EF4-FFF2-40B4-BE49-F238E27FC236}">
                      <a16:creationId xmlns:a16="http://schemas.microsoft.com/office/drawing/2014/main" id="{B0B120F4-6029-4125-520D-B342C4D5A300}"/>
                    </a:ext>
                  </a:extLst>
                </p14:cNvPr>
                <p14:cNvContentPartPr/>
                <p14:nvPr/>
              </p14:nvContentPartPr>
              <p14:xfrm>
                <a:off x="11662718" y="785736"/>
                <a:ext cx="84600" cy="143280"/>
              </p14:xfrm>
            </p:contentPart>
          </mc:Choice>
          <mc:Fallback xmlns="">
            <p:pic>
              <p:nvPicPr>
                <p:cNvPr id="99" name="Ink 98">
                  <a:extLst>
                    <a:ext uri="{FF2B5EF4-FFF2-40B4-BE49-F238E27FC236}">
                      <a16:creationId xmlns:a16="http://schemas.microsoft.com/office/drawing/2014/main" id="{B0B120F4-6029-4125-520D-B342C4D5A300}"/>
                    </a:ext>
                  </a:extLst>
                </p:cNvPr>
                <p:cNvPicPr/>
                <p:nvPr/>
              </p:nvPicPr>
              <p:blipFill>
                <a:blip r:embed="rId334"/>
                <a:stretch>
                  <a:fillRect/>
                </a:stretch>
              </p:blipFill>
              <p:spPr>
                <a:xfrm>
                  <a:off x="11656598" y="779616"/>
                  <a:ext cx="9684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101" name="Ink 100">
                  <a:extLst>
                    <a:ext uri="{FF2B5EF4-FFF2-40B4-BE49-F238E27FC236}">
                      <a16:creationId xmlns:a16="http://schemas.microsoft.com/office/drawing/2014/main" id="{101DAA96-A615-6CA9-3140-8EF4627C7042}"/>
                    </a:ext>
                  </a:extLst>
                </p14:cNvPr>
                <p14:cNvContentPartPr/>
                <p14:nvPr/>
              </p14:nvContentPartPr>
              <p14:xfrm>
                <a:off x="11831558" y="929736"/>
                <a:ext cx="360" cy="96840"/>
              </p14:xfrm>
            </p:contentPart>
          </mc:Choice>
          <mc:Fallback xmlns="">
            <p:pic>
              <p:nvPicPr>
                <p:cNvPr id="101" name="Ink 100">
                  <a:extLst>
                    <a:ext uri="{FF2B5EF4-FFF2-40B4-BE49-F238E27FC236}">
                      <a16:creationId xmlns:a16="http://schemas.microsoft.com/office/drawing/2014/main" id="{101DAA96-A615-6CA9-3140-8EF4627C7042}"/>
                    </a:ext>
                  </a:extLst>
                </p:cNvPr>
                <p:cNvPicPr/>
                <p:nvPr/>
              </p:nvPicPr>
              <p:blipFill>
                <a:blip r:embed="rId336"/>
                <a:stretch>
                  <a:fillRect/>
                </a:stretch>
              </p:blipFill>
              <p:spPr>
                <a:xfrm>
                  <a:off x="11825438" y="923616"/>
                  <a:ext cx="1260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102" name="Ink 101">
                  <a:extLst>
                    <a:ext uri="{FF2B5EF4-FFF2-40B4-BE49-F238E27FC236}">
                      <a16:creationId xmlns:a16="http://schemas.microsoft.com/office/drawing/2014/main" id="{B547C12D-3F08-5F68-F349-399A7DD3ED96}"/>
                    </a:ext>
                  </a:extLst>
                </p14:cNvPr>
                <p14:cNvContentPartPr/>
                <p14:nvPr/>
              </p14:nvContentPartPr>
              <p14:xfrm>
                <a:off x="11596478" y="663696"/>
                <a:ext cx="185400" cy="14400"/>
              </p14:xfrm>
            </p:contentPart>
          </mc:Choice>
          <mc:Fallback xmlns="">
            <p:pic>
              <p:nvPicPr>
                <p:cNvPr id="102" name="Ink 101">
                  <a:extLst>
                    <a:ext uri="{FF2B5EF4-FFF2-40B4-BE49-F238E27FC236}">
                      <a16:creationId xmlns:a16="http://schemas.microsoft.com/office/drawing/2014/main" id="{B547C12D-3F08-5F68-F349-399A7DD3ED96}"/>
                    </a:ext>
                  </a:extLst>
                </p:cNvPr>
                <p:cNvPicPr/>
                <p:nvPr/>
              </p:nvPicPr>
              <p:blipFill>
                <a:blip r:embed="rId338"/>
                <a:stretch>
                  <a:fillRect/>
                </a:stretch>
              </p:blipFill>
              <p:spPr>
                <a:xfrm>
                  <a:off x="11590358" y="657576"/>
                  <a:ext cx="19764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103" name="Ink 102">
                  <a:extLst>
                    <a:ext uri="{FF2B5EF4-FFF2-40B4-BE49-F238E27FC236}">
                      <a16:creationId xmlns:a16="http://schemas.microsoft.com/office/drawing/2014/main" id="{EBF8E0E1-DED2-CD51-F027-6737BE367884}"/>
                    </a:ext>
                  </a:extLst>
                </p14:cNvPr>
                <p14:cNvContentPartPr/>
                <p14:nvPr/>
              </p14:nvContentPartPr>
              <p14:xfrm>
                <a:off x="11880878" y="650736"/>
                <a:ext cx="91080" cy="394560"/>
              </p14:xfrm>
            </p:contentPart>
          </mc:Choice>
          <mc:Fallback xmlns="">
            <p:pic>
              <p:nvPicPr>
                <p:cNvPr id="103" name="Ink 102">
                  <a:extLst>
                    <a:ext uri="{FF2B5EF4-FFF2-40B4-BE49-F238E27FC236}">
                      <a16:creationId xmlns:a16="http://schemas.microsoft.com/office/drawing/2014/main" id="{EBF8E0E1-DED2-CD51-F027-6737BE367884}"/>
                    </a:ext>
                  </a:extLst>
                </p:cNvPr>
                <p:cNvPicPr/>
                <p:nvPr/>
              </p:nvPicPr>
              <p:blipFill>
                <a:blip r:embed="rId340"/>
                <a:stretch>
                  <a:fillRect/>
                </a:stretch>
              </p:blipFill>
              <p:spPr>
                <a:xfrm>
                  <a:off x="11874758" y="644616"/>
                  <a:ext cx="103320" cy="40680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104" name="Ink 103">
                  <a:extLst>
                    <a:ext uri="{FF2B5EF4-FFF2-40B4-BE49-F238E27FC236}">
                      <a16:creationId xmlns:a16="http://schemas.microsoft.com/office/drawing/2014/main" id="{83317D9B-4316-C5A2-B8C7-0162F4754538}"/>
                    </a:ext>
                  </a:extLst>
                </p14:cNvPr>
                <p14:cNvContentPartPr/>
                <p14:nvPr/>
              </p14:nvContentPartPr>
              <p14:xfrm>
                <a:off x="11969798" y="497736"/>
                <a:ext cx="208080" cy="120960"/>
              </p14:xfrm>
            </p:contentPart>
          </mc:Choice>
          <mc:Fallback xmlns="">
            <p:pic>
              <p:nvPicPr>
                <p:cNvPr id="104" name="Ink 103">
                  <a:extLst>
                    <a:ext uri="{FF2B5EF4-FFF2-40B4-BE49-F238E27FC236}">
                      <a16:creationId xmlns:a16="http://schemas.microsoft.com/office/drawing/2014/main" id="{83317D9B-4316-C5A2-B8C7-0162F4754538}"/>
                    </a:ext>
                  </a:extLst>
                </p:cNvPr>
                <p:cNvPicPr/>
                <p:nvPr/>
              </p:nvPicPr>
              <p:blipFill>
                <a:blip r:embed="rId342"/>
                <a:stretch>
                  <a:fillRect/>
                </a:stretch>
              </p:blipFill>
              <p:spPr>
                <a:xfrm>
                  <a:off x="11963678" y="491616"/>
                  <a:ext cx="22032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105" name="Ink 104">
                  <a:extLst>
                    <a:ext uri="{FF2B5EF4-FFF2-40B4-BE49-F238E27FC236}">
                      <a16:creationId xmlns:a16="http://schemas.microsoft.com/office/drawing/2014/main" id="{23F6F314-4E8B-1F55-8062-BB715A54D492}"/>
                    </a:ext>
                  </a:extLst>
                </p14:cNvPr>
                <p14:cNvContentPartPr/>
                <p14:nvPr/>
              </p14:nvContentPartPr>
              <p14:xfrm>
                <a:off x="10182758" y="1487016"/>
                <a:ext cx="1643400" cy="283680"/>
              </p14:xfrm>
            </p:contentPart>
          </mc:Choice>
          <mc:Fallback xmlns="">
            <p:pic>
              <p:nvPicPr>
                <p:cNvPr id="105" name="Ink 104">
                  <a:extLst>
                    <a:ext uri="{FF2B5EF4-FFF2-40B4-BE49-F238E27FC236}">
                      <a16:creationId xmlns:a16="http://schemas.microsoft.com/office/drawing/2014/main" id="{23F6F314-4E8B-1F55-8062-BB715A54D492}"/>
                    </a:ext>
                  </a:extLst>
                </p:cNvPr>
                <p:cNvPicPr/>
                <p:nvPr/>
              </p:nvPicPr>
              <p:blipFill>
                <a:blip r:embed="rId344"/>
                <a:stretch>
                  <a:fillRect/>
                </a:stretch>
              </p:blipFill>
              <p:spPr>
                <a:xfrm>
                  <a:off x="10176638" y="1480896"/>
                  <a:ext cx="165564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106" name="Ink 105">
                  <a:extLst>
                    <a:ext uri="{FF2B5EF4-FFF2-40B4-BE49-F238E27FC236}">
                      <a16:creationId xmlns:a16="http://schemas.microsoft.com/office/drawing/2014/main" id="{74BCBB2C-0C1D-BA8B-1BF2-F682E73CB883}"/>
                    </a:ext>
                  </a:extLst>
                </p14:cNvPr>
                <p14:cNvContentPartPr/>
                <p14:nvPr/>
              </p14:nvContentPartPr>
              <p14:xfrm>
                <a:off x="10771718" y="1726776"/>
                <a:ext cx="248760" cy="138600"/>
              </p14:xfrm>
            </p:contentPart>
          </mc:Choice>
          <mc:Fallback xmlns="">
            <p:pic>
              <p:nvPicPr>
                <p:cNvPr id="106" name="Ink 105">
                  <a:extLst>
                    <a:ext uri="{FF2B5EF4-FFF2-40B4-BE49-F238E27FC236}">
                      <a16:creationId xmlns:a16="http://schemas.microsoft.com/office/drawing/2014/main" id="{74BCBB2C-0C1D-BA8B-1BF2-F682E73CB883}"/>
                    </a:ext>
                  </a:extLst>
                </p:cNvPr>
                <p:cNvPicPr/>
                <p:nvPr/>
              </p:nvPicPr>
              <p:blipFill>
                <a:blip r:embed="rId346"/>
                <a:stretch>
                  <a:fillRect/>
                </a:stretch>
              </p:blipFill>
              <p:spPr>
                <a:xfrm>
                  <a:off x="10765598" y="1720656"/>
                  <a:ext cx="26100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107" name="Ink 106">
                  <a:extLst>
                    <a:ext uri="{FF2B5EF4-FFF2-40B4-BE49-F238E27FC236}">
                      <a16:creationId xmlns:a16="http://schemas.microsoft.com/office/drawing/2014/main" id="{9C6B3A07-EE4A-7CEA-2949-728C7135330B}"/>
                    </a:ext>
                  </a:extLst>
                </p14:cNvPr>
                <p14:cNvContentPartPr/>
                <p14:nvPr/>
              </p14:nvContentPartPr>
              <p14:xfrm>
                <a:off x="11106878" y="1781856"/>
                <a:ext cx="102960" cy="20160"/>
              </p14:xfrm>
            </p:contentPart>
          </mc:Choice>
          <mc:Fallback xmlns="">
            <p:pic>
              <p:nvPicPr>
                <p:cNvPr id="107" name="Ink 106">
                  <a:extLst>
                    <a:ext uri="{FF2B5EF4-FFF2-40B4-BE49-F238E27FC236}">
                      <a16:creationId xmlns:a16="http://schemas.microsoft.com/office/drawing/2014/main" id="{9C6B3A07-EE4A-7CEA-2949-728C7135330B}"/>
                    </a:ext>
                  </a:extLst>
                </p:cNvPr>
                <p:cNvPicPr/>
                <p:nvPr/>
              </p:nvPicPr>
              <p:blipFill>
                <a:blip r:embed="rId348"/>
                <a:stretch>
                  <a:fillRect/>
                </a:stretch>
              </p:blipFill>
              <p:spPr>
                <a:xfrm>
                  <a:off x="11100758" y="1775736"/>
                  <a:ext cx="11520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108" name="Ink 107">
                  <a:extLst>
                    <a:ext uri="{FF2B5EF4-FFF2-40B4-BE49-F238E27FC236}">
                      <a16:creationId xmlns:a16="http://schemas.microsoft.com/office/drawing/2014/main" id="{8EED5DFA-735A-738E-6E53-E9E4E9DC6A9F}"/>
                    </a:ext>
                  </a:extLst>
                </p14:cNvPr>
                <p14:cNvContentPartPr/>
                <p14:nvPr/>
              </p14:nvContentPartPr>
              <p14:xfrm>
                <a:off x="11398838" y="1705896"/>
                <a:ext cx="51480" cy="166320"/>
              </p14:xfrm>
            </p:contentPart>
          </mc:Choice>
          <mc:Fallback xmlns="">
            <p:pic>
              <p:nvPicPr>
                <p:cNvPr id="108" name="Ink 107">
                  <a:extLst>
                    <a:ext uri="{FF2B5EF4-FFF2-40B4-BE49-F238E27FC236}">
                      <a16:creationId xmlns:a16="http://schemas.microsoft.com/office/drawing/2014/main" id="{8EED5DFA-735A-738E-6E53-E9E4E9DC6A9F}"/>
                    </a:ext>
                  </a:extLst>
                </p:cNvPr>
                <p:cNvPicPr/>
                <p:nvPr/>
              </p:nvPicPr>
              <p:blipFill>
                <a:blip r:embed="rId350"/>
                <a:stretch>
                  <a:fillRect/>
                </a:stretch>
              </p:blipFill>
              <p:spPr>
                <a:xfrm>
                  <a:off x="11392718" y="1699776"/>
                  <a:ext cx="6372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244" name="Ink 243">
                  <a:extLst>
                    <a:ext uri="{FF2B5EF4-FFF2-40B4-BE49-F238E27FC236}">
                      <a16:creationId xmlns:a16="http://schemas.microsoft.com/office/drawing/2014/main" id="{09B19AA3-2BE9-0044-4A3C-1225C444F535}"/>
                    </a:ext>
                  </a:extLst>
                </p14:cNvPr>
                <p14:cNvContentPartPr/>
                <p14:nvPr/>
              </p14:nvContentPartPr>
              <p14:xfrm>
                <a:off x="11065118" y="1633176"/>
                <a:ext cx="56160" cy="91080"/>
              </p14:xfrm>
            </p:contentPart>
          </mc:Choice>
          <mc:Fallback xmlns="">
            <p:pic>
              <p:nvPicPr>
                <p:cNvPr id="244" name="Ink 243">
                  <a:extLst>
                    <a:ext uri="{FF2B5EF4-FFF2-40B4-BE49-F238E27FC236}">
                      <a16:creationId xmlns:a16="http://schemas.microsoft.com/office/drawing/2014/main" id="{09B19AA3-2BE9-0044-4A3C-1225C444F535}"/>
                    </a:ext>
                  </a:extLst>
                </p:cNvPr>
                <p:cNvPicPr/>
                <p:nvPr/>
              </p:nvPicPr>
              <p:blipFill>
                <a:blip r:embed="rId352"/>
                <a:stretch>
                  <a:fillRect/>
                </a:stretch>
              </p:blipFill>
              <p:spPr>
                <a:xfrm>
                  <a:off x="11058998" y="1627056"/>
                  <a:ext cx="68400" cy="103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53">
            <p14:nvContentPartPr>
              <p14:cNvPr id="246" name="Ink 245">
                <a:extLst>
                  <a:ext uri="{FF2B5EF4-FFF2-40B4-BE49-F238E27FC236}">
                    <a16:creationId xmlns:a16="http://schemas.microsoft.com/office/drawing/2014/main" id="{3A1D13BA-DEBA-2162-03F0-0EC1B5021D41}"/>
                  </a:ext>
                </a:extLst>
              </p14:cNvPr>
              <p14:cNvContentPartPr/>
              <p14:nvPr/>
            </p14:nvContentPartPr>
            <p14:xfrm>
              <a:off x="10316318" y="1908576"/>
              <a:ext cx="91800" cy="113400"/>
            </p14:xfrm>
          </p:contentPart>
        </mc:Choice>
        <mc:Fallback xmlns="">
          <p:pic>
            <p:nvPicPr>
              <p:cNvPr id="246" name="Ink 245">
                <a:extLst>
                  <a:ext uri="{FF2B5EF4-FFF2-40B4-BE49-F238E27FC236}">
                    <a16:creationId xmlns:a16="http://schemas.microsoft.com/office/drawing/2014/main" id="{3A1D13BA-DEBA-2162-03F0-0EC1B5021D41}"/>
                  </a:ext>
                </a:extLst>
              </p:cNvPr>
              <p:cNvPicPr/>
              <p:nvPr/>
            </p:nvPicPr>
            <p:blipFill>
              <a:blip r:embed="rId354"/>
              <a:stretch>
                <a:fillRect/>
              </a:stretch>
            </p:blipFill>
            <p:spPr>
              <a:xfrm>
                <a:off x="10310198" y="1902456"/>
                <a:ext cx="10404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47" name="Ink 246">
                <a:extLst>
                  <a:ext uri="{FF2B5EF4-FFF2-40B4-BE49-F238E27FC236}">
                    <a16:creationId xmlns:a16="http://schemas.microsoft.com/office/drawing/2014/main" id="{2F49B792-0AEC-F6B3-46CC-92E72414FD57}"/>
                  </a:ext>
                </a:extLst>
              </p14:cNvPr>
              <p14:cNvContentPartPr/>
              <p14:nvPr/>
            </p14:nvContentPartPr>
            <p14:xfrm>
              <a:off x="10421798" y="339696"/>
              <a:ext cx="109800" cy="105480"/>
            </p14:xfrm>
          </p:contentPart>
        </mc:Choice>
        <mc:Fallback xmlns="">
          <p:pic>
            <p:nvPicPr>
              <p:cNvPr id="247" name="Ink 246">
                <a:extLst>
                  <a:ext uri="{FF2B5EF4-FFF2-40B4-BE49-F238E27FC236}">
                    <a16:creationId xmlns:a16="http://schemas.microsoft.com/office/drawing/2014/main" id="{2F49B792-0AEC-F6B3-46CC-92E72414FD57}"/>
                  </a:ext>
                </a:extLst>
              </p:cNvPr>
              <p:cNvPicPr/>
              <p:nvPr/>
            </p:nvPicPr>
            <p:blipFill>
              <a:blip r:embed="rId356"/>
              <a:stretch>
                <a:fillRect/>
              </a:stretch>
            </p:blipFill>
            <p:spPr>
              <a:xfrm>
                <a:off x="10415678" y="333576"/>
                <a:ext cx="12204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48" name="Ink 247">
                <a:extLst>
                  <a:ext uri="{FF2B5EF4-FFF2-40B4-BE49-F238E27FC236}">
                    <a16:creationId xmlns:a16="http://schemas.microsoft.com/office/drawing/2014/main" id="{CB4A373B-54AA-A019-D909-B9FA0D5D1E1B}"/>
                  </a:ext>
                </a:extLst>
              </p14:cNvPr>
              <p14:cNvContentPartPr/>
              <p14:nvPr/>
            </p14:nvContentPartPr>
            <p14:xfrm>
              <a:off x="2328638" y="4216896"/>
              <a:ext cx="218520" cy="243720"/>
            </p14:xfrm>
          </p:contentPart>
        </mc:Choice>
        <mc:Fallback xmlns="">
          <p:pic>
            <p:nvPicPr>
              <p:cNvPr id="248" name="Ink 247">
                <a:extLst>
                  <a:ext uri="{FF2B5EF4-FFF2-40B4-BE49-F238E27FC236}">
                    <a16:creationId xmlns:a16="http://schemas.microsoft.com/office/drawing/2014/main" id="{CB4A373B-54AA-A019-D909-B9FA0D5D1E1B}"/>
                  </a:ext>
                </a:extLst>
              </p:cNvPr>
              <p:cNvPicPr/>
              <p:nvPr/>
            </p:nvPicPr>
            <p:blipFill>
              <a:blip r:embed="rId358"/>
              <a:stretch>
                <a:fillRect/>
              </a:stretch>
            </p:blipFill>
            <p:spPr>
              <a:xfrm>
                <a:off x="2322518" y="4210776"/>
                <a:ext cx="230760" cy="255960"/>
              </a:xfrm>
              <a:prstGeom prst="rect">
                <a:avLst/>
              </a:prstGeom>
            </p:spPr>
          </p:pic>
        </mc:Fallback>
      </mc:AlternateContent>
      <p:grpSp>
        <p:nvGrpSpPr>
          <p:cNvPr id="254" name="Group 253">
            <a:extLst>
              <a:ext uri="{FF2B5EF4-FFF2-40B4-BE49-F238E27FC236}">
                <a16:creationId xmlns:a16="http://schemas.microsoft.com/office/drawing/2014/main" id="{6AB01FB1-B81D-D64D-6E3C-02149AADF87D}"/>
              </a:ext>
            </a:extLst>
          </p:cNvPr>
          <p:cNvGrpSpPr/>
          <p:nvPr/>
        </p:nvGrpSpPr>
        <p:grpSpPr>
          <a:xfrm>
            <a:off x="2769278" y="4008456"/>
            <a:ext cx="698040" cy="383400"/>
            <a:chOff x="2769278" y="4008456"/>
            <a:chExt cx="698040" cy="383400"/>
          </a:xfrm>
        </p:grpSpPr>
        <mc:AlternateContent xmlns:mc="http://schemas.openxmlformats.org/markup-compatibility/2006" xmlns:p14="http://schemas.microsoft.com/office/powerpoint/2010/main">
          <mc:Choice Requires="p14">
            <p:contentPart p14:bwMode="auto" r:id="rId359">
              <p14:nvContentPartPr>
                <p14:cNvPr id="249" name="Ink 248">
                  <a:extLst>
                    <a:ext uri="{FF2B5EF4-FFF2-40B4-BE49-F238E27FC236}">
                      <a16:creationId xmlns:a16="http://schemas.microsoft.com/office/drawing/2014/main" id="{F5A458EE-CC83-1569-9DFB-3D196AAF62E5}"/>
                    </a:ext>
                  </a:extLst>
                </p14:cNvPr>
                <p14:cNvContentPartPr/>
                <p14:nvPr/>
              </p14:nvContentPartPr>
              <p14:xfrm>
                <a:off x="2769278" y="4209696"/>
                <a:ext cx="176760" cy="182160"/>
              </p14:xfrm>
            </p:contentPart>
          </mc:Choice>
          <mc:Fallback xmlns="">
            <p:pic>
              <p:nvPicPr>
                <p:cNvPr id="249" name="Ink 248">
                  <a:extLst>
                    <a:ext uri="{FF2B5EF4-FFF2-40B4-BE49-F238E27FC236}">
                      <a16:creationId xmlns:a16="http://schemas.microsoft.com/office/drawing/2014/main" id="{F5A458EE-CC83-1569-9DFB-3D196AAF62E5}"/>
                    </a:ext>
                  </a:extLst>
                </p:cNvPr>
                <p:cNvPicPr/>
                <p:nvPr/>
              </p:nvPicPr>
              <p:blipFill>
                <a:blip r:embed="rId360"/>
                <a:stretch>
                  <a:fillRect/>
                </a:stretch>
              </p:blipFill>
              <p:spPr>
                <a:xfrm>
                  <a:off x="2763158" y="4203576"/>
                  <a:ext cx="18900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50" name="Ink 249">
                  <a:extLst>
                    <a:ext uri="{FF2B5EF4-FFF2-40B4-BE49-F238E27FC236}">
                      <a16:creationId xmlns:a16="http://schemas.microsoft.com/office/drawing/2014/main" id="{E9C1BAC2-F010-AE3A-256C-EB6D8FA533FB}"/>
                    </a:ext>
                  </a:extLst>
                </p14:cNvPr>
                <p14:cNvContentPartPr/>
                <p14:nvPr/>
              </p14:nvContentPartPr>
              <p14:xfrm>
                <a:off x="3129638" y="4186296"/>
                <a:ext cx="219240" cy="179640"/>
              </p14:xfrm>
            </p:contentPart>
          </mc:Choice>
          <mc:Fallback xmlns="">
            <p:pic>
              <p:nvPicPr>
                <p:cNvPr id="250" name="Ink 249">
                  <a:extLst>
                    <a:ext uri="{FF2B5EF4-FFF2-40B4-BE49-F238E27FC236}">
                      <a16:creationId xmlns:a16="http://schemas.microsoft.com/office/drawing/2014/main" id="{E9C1BAC2-F010-AE3A-256C-EB6D8FA533FB}"/>
                    </a:ext>
                  </a:extLst>
                </p:cNvPr>
                <p:cNvPicPr/>
                <p:nvPr/>
              </p:nvPicPr>
              <p:blipFill>
                <a:blip r:embed="rId362"/>
                <a:stretch>
                  <a:fillRect/>
                </a:stretch>
              </p:blipFill>
              <p:spPr>
                <a:xfrm>
                  <a:off x="3123518" y="4180176"/>
                  <a:ext cx="23148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251" name="Ink 250">
                  <a:extLst>
                    <a:ext uri="{FF2B5EF4-FFF2-40B4-BE49-F238E27FC236}">
                      <a16:creationId xmlns:a16="http://schemas.microsoft.com/office/drawing/2014/main" id="{010E1934-E3B9-E549-88A8-E1CDD19B3652}"/>
                    </a:ext>
                  </a:extLst>
                </p14:cNvPr>
                <p14:cNvContentPartPr/>
                <p14:nvPr/>
              </p14:nvContentPartPr>
              <p14:xfrm>
                <a:off x="3431318" y="4008456"/>
                <a:ext cx="36000" cy="145800"/>
              </p14:xfrm>
            </p:contentPart>
          </mc:Choice>
          <mc:Fallback xmlns="">
            <p:pic>
              <p:nvPicPr>
                <p:cNvPr id="251" name="Ink 250">
                  <a:extLst>
                    <a:ext uri="{FF2B5EF4-FFF2-40B4-BE49-F238E27FC236}">
                      <a16:creationId xmlns:a16="http://schemas.microsoft.com/office/drawing/2014/main" id="{010E1934-E3B9-E549-88A8-E1CDD19B3652}"/>
                    </a:ext>
                  </a:extLst>
                </p:cNvPr>
                <p:cNvPicPr/>
                <p:nvPr/>
              </p:nvPicPr>
              <p:blipFill>
                <a:blip r:embed="rId364"/>
                <a:stretch>
                  <a:fillRect/>
                </a:stretch>
              </p:blipFill>
              <p:spPr>
                <a:xfrm>
                  <a:off x="3425198" y="4002336"/>
                  <a:ext cx="48240" cy="158040"/>
                </a:xfrm>
                <a:prstGeom prst="rect">
                  <a:avLst/>
                </a:prstGeom>
              </p:spPr>
            </p:pic>
          </mc:Fallback>
        </mc:AlternateContent>
      </p:grpSp>
      <p:grpSp>
        <p:nvGrpSpPr>
          <p:cNvPr id="275" name="Group 274">
            <a:extLst>
              <a:ext uri="{FF2B5EF4-FFF2-40B4-BE49-F238E27FC236}">
                <a16:creationId xmlns:a16="http://schemas.microsoft.com/office/drawing/2014/main" id="{68A5BE66-8B1D-1723-9512-8EBE88AD75F7}"/>
              </a:ext>
            </a:extLst>
          </p:cNvPr>
          <p:cNvGrpSpPr/>
          <p:nvPr/>
        </p:nvGrpSpPr>
        <p:grpSpPr>
          <a:xfrm>
            <a:off x="2355638" y="4561416"/>
            <a:ext cx="1129680" cy="1371960"/>
            <a:chOff x="2355638" y="4561416"/>
            <a:chExt cx="1129680" cy="1371960"/>
          </a:xfrm>
        </p:grpSpPr>
        <mc:AlternateContent xmlns:mc="http://schemas.openxmlformats.org/markup-compatibility/2006" xmlns:p14="http://schemas.microsoft.com/office/powerpoint/2010/main">
          <mc:Choice Requires="p14">
            <p:contentPart p14:bwMode="auto" r:id="rId365">
              <p14:nvContentPartPr>
                <p14:cNvPr id="252" name="Ink 251">
                  <a:extLst>
                    <a:ext uri="{FF2B5EF4-FFF2-40B4-BE49-F238E27FC236}">
                      <a16:creationId xmlns:a16="http://schemas.microsoft.com/office/drawing/2014/main" id="{E8F3BDC3-1758-A1AE-39D5-82D4114F3AB2}"/>
                    </a:ext>
                  </a:extLst>
                </p14:cNvPr>
                <p14:cNvContentPartPr/>
                <p14:nvPr/>
              </p14:nvContentPartPr>
              <p14:xfrm>
                <a:off x="2355638" y="4776336"/>
                <a:ext cx="215640" cy="219240"/>
              </p14:xfrm>
            </p:contentPart>
          </mc:Choice>
          <mc:Fallback xmlns="">
            <p:pic>
              <p:nvPicPr>
                <p:cNvPr id="252" name="Ink 251">
                  <a:extLst>
                    <a:ext uri="{FF2B5EF4-FFF2-40B4-BE49-F238E27FC236}">
                      <a16:creationId xmlns:a16="http://schemas.microsoft.com/office/drawing/2014/main" id="{E8F3BDC3-1758-A1AE-39D5-82D4114F3AB2}"/>
                    </a:ext>
                  </a:extLst>
                </p:cNvPr>
                <p:cNvPicPr/>
                <p:nvPr/>
              </p:nvPicPr>
              <p:blipFill>
                <a:blip r:embed="rId366"/>
                <a:stretch>
                  <a:fillRect/>
                </a:stretch>
              </p:blipFill>
              <p:spPr>
                <a:xfrm>
                  <a:off x="2349518" y="4770216"/>
                  <a:ext cx="22788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53" name="Ink 252">
                  <a:extLst>
                    <a:ext uri="{FF2B5EF4-FFF2-40B4-BE49-F238E27FC236}">
                      <a16:creationId xmlns:a16="http://schemas.microsoft.com/office/drawing/2014/main" id="{B3861EB5-353E-9C63-8216-1BEE3CF2C3A0}"/>
                    </a:ext>
                  </a:extLst>
                </p14:cNvPr>
                <p14:cNvContentPartPr/>
                <p14:nvPr/>
              </p14:nvContentPartPr>
              <p14:xfrm>
                <a:off x="2787998" y="4701816"/>
                <a:ext cx="207720" cy="347760"/>
              </p14:xfrm>
            </p:contentPart>
          </mc:Choice>
          <mc:Fallback xmlns="">
            <p:pic>
              <p:nvPicPr>
                <p:cNvPr id="253" name="Ink 252">
                  <a:extLst>
                    <a:ext uri="{FF2B5EF4-FFF2-40B4-BE49-F238E27FC236}">
                      <a16:creationId xmlns:a16="http://schemas.microsoft.com/office/drawing/2014/main" id="{B3861EB5-353E-9C63-8216-1BEE3CF2C3A0}"/>
                    </a:ext>
                  </a:extLst>
                </p:cNvPr>
                <p:cNvPicPr/>
                <p:nvPr/>
              </p:nvPicPr>
              <p:blipFill>
                <a:blip r:embed="rId368"/>
                <a:stretch>
                  <a:fillRect/>
                </a:stretch>
              </p:blipFill>
              <p:spPr>
                <a:xfrm>
                  <a:off x="2781878" y="4695696"/>
                  <a:ext cx="21996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55" name="Ink 254">
                  <a:extLst>
                    <a:ext uri="{FF2B5EF4-FFF2-40B4-BE49-F238E27FC236}">
                      <a16:creationId xmlns:a16="http://schemas.microsoft.com/office/drawing/2014/main" id="{55FAA3F0-DD99-F45F-1613-800D8763DA8D}"/>
                    </a:ext>
                  </a:extLst>
                </p14:cNvPr>
                <p14:cNvContentPartPr/>
                <p14:nvPr/>
              </p14:nvContentPartPr>
              <p14:xfrm>
                <a:off x="3178958" y="4707576"/>
                <a:ext cx="165960" cy="164880"/>
              </p14:xfrm>
            </p:contentPart>
          </mc:Choice>
          <mc:Fallback xmlns="">
            <p:pic>
              <p:nvPicPr>
                <p:cNvPr id="255" name="Ink 254">
                  <a:extLst>
                    <a:ext uri="{FF2B5EF4-FFF2-40B4-BE49-F238E27FC236}">
                      <a16:creationId xmlns:a16="http://schemas.microsoft.com/office/drawing/2014/main" id="{55FAA3F0-DD99-F45F-1613-800D8763DA8D}"/>
                    </a:ext>
                  </a:extLst>
                </p:cNvPr>
                <p:cNvPicPr/>
                <p:nvPr/>
              </p:nvPicPr>
              <p:blipFill>
                <a:blip r:embed="rId370"/>
                <a:stretch>
                  <a:fillRect/>
                </a:stretch>
              </p:blipFill>
              <p:spPr>
                <a:xfrm>
                  <a:off x="3172838" y="4701456"/>
                  <a:ext cx="17820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56" name="Ink 255">
                  <a:extLst>
                    <a:ext uri="{FF2B5EF4-FFF2-40B4-BE49-F238E27FC236}">
                      <a16:creationId xmlns:a16="http://schemas.microsoft.com/office/drawing/2014/main" id="{9FEB4B4D-FD02-9B76-0830-DE13D34079B4}"/>
                    </a:ext>
                  </a:extLst>
                </p14:cNvPr>
                <p14:cNvContentPartPr/>
                <p14:nvPr/>
              </p14:nvContentPartPr>
              <p14:xfrm>
                <a:off x="3413678" y="4561416"/>
                <a:ext cx="71640" cy="183240"/>
              </p14:xfrm>
            </p:contentPart>
          </mc:Choice>
          <mc:Fallback xmlns="">
            <p:pic>
              <p:nvPicPr>
                <p:cNvPr id="256" name="Ink 255">
                  <a:extLst>
                    <a:ext uri="{FF2B5EF4-FFF2-40B4-BE49-F238E27FC236}">
                      <a16:creationId xmlns:a16="http://schemas.microsoft.com/office/drawing/2014/main" id="{9FEB4B4D-FD02-9B76-0830-DE13D34079B4}"/>
                    </a:ext>
                  </a:extLst>
                </p:cNvPr>
                <p:cNvPicPr/>
                <p:nvPr/>
              </p:nvPicPr>
              <p:blipFill>
                <a:blip r:embed="rId372"/>
                <a:stretch>
                  <a:fillRect/>
                </a:stretch>
              </p:blipFill>
              <p:spPr>
                <a:xfrm>
                  <a:off x="3407558" y="4555296"/>
                  <a:ext cx="8388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258" name="Ink 257">
                  <a:extLst>
                    <a:ext uri="{FF2B5EF4-FFF2-40B4-BE49-F238E27FC236}">
                      <a16:creationId xmlns:a16="http://schemas.microsoft.com/office/drawing/2014/main" id="{06B92B43-2FAD-03C6-0428-D23DAAB5BEDD}"/>
                    </a:ext>
                  </a:extLst>
                </p14:cNvPr>
                <p14:cNvContentPartPr/>
                <p14:nvPr/>
              </p14:nvContentPartPr>
              <p14:xfrm>
                <a:off x="2455718" y="5333616"/>
                <a:ext cx="255240" cy="209880"/>
              </p14:xfrm>
            </p:contentPart>
          </mc:Choice>
          <mc:Fallback xmlns="">
            <p:pic>
              <p:nvPicPr>
                <p:cNvPr id="258" name="Ink 257">
                  <a:extLst>
                    <a:ext uri="{FF2B5EF4-FFF2-40B4-BE49-F238E27FC236}">
                      <a16:creationId xmlns:a16="http://schemas.microsoft.com/office/drawing/2014/main" id="{06B92B43-2FAD-03C6-0428-D23DAAB5BEDD}"/>
                    </a:ext>
                  </a:extLst>
                </p:cNvPr>
                <p:cNvPicPr/>
                <p:nvPr/>
              </p:nvPicPr>
              <p:blipFill>
                <a:blip r:embed="rId374"/>
                <a:stretch>
                  <a:fillRect/>
                </a:stretch>
              </p:blipFill>
              <p:spPr>
                <a:xfrm>
                  <a:off x="2449598" y="5327496"/>
                  <a:ext cx="26748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259" name="Ink 258">
                  <a:extLst>
                    <a:ext uri="{FF2B5EF4-FFF2-40B4-BE49-F238E27FC236}">
                      <a16:creationId xmlns:a16="http://schemas.microsoft.com/office/drawing/2014/main" id="{1A45804A-C7E4-6FD1-9ADD-51B9F8D66932}"/>
                    </a:ext>
                  </a:extLst>
                </p14:cNvPr>
                <p14:cNvContentPartPr/>
                <p14:nvPr/>
              </p14:nvContentPartPr>
              <p14:xfrm>
                <a:off x="2828678" y="5337576"/>
                <a:ext cx="106200" cy="20160"/>
              </p14:xfrm>
            </p:contentPart>
          </mc:Choice>
          <mc:Fallback xmlns="">
            <p:pic>
              <p:nvPicPr>
                <p:cNvPr id="259" name="Ink 258">
                  <a:extLst>
                    <a:ext uri="{FF2B5EF4-FFF2-40B4-BE49-F238E27FC236}">
                      <a16:creationId xmlns:a16="http://schemas.microsoft.com/office/drawing/2014/main" id="{1A45804A-C7E4-6FD1-9ADD-51B9F8D66932}"/>
                    </a:ext>
                  </a:extLst>
                </p:cNvPr>
                <p:cNvPicPr/>
                <p:nvPr/>
              </p:nvPicPr>
              <p:blipFill>
                <a:blip r:embed="rId376"/>
                <a:stretch>
                  <a:fillRect/>
                </a:stretch>
              </p:blipFill>
              <p:spPr>
                <a:xfrm>
                  <a:off x="2822558" y="5331456"/>
                  <a:ext cx="11844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260" name="Ink 259">
                  <a:extLst>
                    <a:ext uri="{FF2B5EF4-FFF2-40B4-BE49-F238E27FC236}">
                      <a16:creationId xmlns:a16="http://schemas.microsoft.com/office/drawing/2014/main" id="{2F3032EC-A4C4-F380-1571-D4C24F2FD401}"/>
                    </a:ext>
                  </a:extLst>
                </p14:cNvPr>
                <p14:cNvContentPartPr/>
                <p14:nvPr/>
              </p14:nvContentPartPr>
              <p14:xfrm>
                <a:off x="2863598" y="5368536"/>
                <a:ext cx="138240" cy="71280"/>
              </p14:xfrm>
            </p:contentPart>
          </mc:Choice>
          <mc:Fallback xmlns="">
            <p:pic>
              <p:nvPicPr>
                <p:cNvPr id="260" name="Ink 259">
                  <a:extLst>
                    <a:ext uri="{FF2B5EF4-FFF2-40B4-BE49-F238E27FC236}">
                      <a16:creationId xmlns:a16="http://schemas.microsoft.com/office/drawing/2014/main" id="{2F3032EC-A4C4-F380-1571-D4C24F2FD401}"/>
                    </a:ext>
                  </a:extLst>
                </p:cNvPr>
                <p:cNvPicPr/>
                <p:nvPr/>
              </p:nvPicPr>
              <p:blipFill>
                <a:blip r:embed="rId378"/>
                <a:stretch>
                  <a:fillRect/>
                </a:stretch>
              </p:blipFill>
              <p:spPr>
                <a:xfrm>
                  <a:off x="2857478" y="5362416"/>
                  <a:ext cx="15048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261" name="Ink 260">
                  <a:extLst>
                    <a:ext uri="{FF2B5EF4-FFF2-40B4-BE49-F238E27FC236}">
                      <a16:creationId xmlns:a16="http://schemas.microsoft.com/office/drawing/2014/main" id="{B8220A6A-AD2D-11DC-4B29-01707840A71A}"/>
                    </a:ext>
                  </a:extLst>
                </p14:cNvPr>
                <p14:cNvContentPartPr/>
                <p14:nvPr/>
              </p14:nvContentPartPr>
              <p14:xfrm>
                <a:off x="3132518" y="5235336"/>
                <a:ext cx="155520" cy="167400"/>
              </p14:xfrm>
            </p:contentPart>
          </mc:Choice>
          <mc:Fallback xmlns="">
            <p:pic>
              <p:nvPicPr>
                <p:cNvPr id="261" name="Ink 260">
                  <a:extLst>
                    <a:ext uri="{FF2B5EF4-FFF2-40B4-BE49-F238E27FC236}">
                      <a16:creationId xmlns:a16="http://schemas.microsoft.com/office/drawing/2014/main" id="{B8220A6A-AD2D-11DC-4B29-01707840A71A}"/>
                    </a:ext>
                  </a:extLst>
                </p:cNvPr>
                <p:cNvPicPr/>
                <p:nvPr/>
              </p:nvPicPr>
              <p:blipFill>
                <a:blip r:embed="rId380"/>
                <a:stretch>
                  <a:fillRect/>
                </a:stretch>
              </p:blipFill>
              <p:spPr>
                <a:xfrm>
                  <a:off x="3126398" y="5229216"/>
                  <a:ext cx="16776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262" name="Ink 261">
                  <a:extLst>
                    <a:ext uri="{FF2B5EF4-FFF2-40B4-BE49-F238E27FC236}">
                      <a16:creationId xmlns:a16="http://schemas.microsoft.com/office/drawing/2014/main" id="{160FD28A-F3FF-D2BE-8EC3-5AD00076D631}"/>
                    </a:ext>
                  </a:extLst>
                </p14:cNvPr>
                <p14:cNvContentPartPr/>
                <p14:nvPr/>
              </p14:nvContentPartPr>
              <p14:xfrm>
                <a:off x="3353918" y="5044536"/>
                <a:ext cx="57960" cy="205200"/>
              </p14:xfrm>
            </p:contentPart>
          </mc:Choice>
          <mc:Fallback xmlns="">
            <p:pic>
              <p:nvPicPr>
                <p:cNvPr id="262" name="Ink 261">
                  <a:extLst>
                    <a:ext uri="{FF2B5EF4-FFF2-40B4-BE49-F238E27FC236}">
                      <a16:creationId xmlns:a16="http://schemas.microsoft.com/office/drawing/2014/main" id="{160FD28A-F3FF-D2BE-8EC3-5AD00076D631}"/>
                    </a:ext>
                  </a:extLst>
                </p:cNvPr>
                <p:cNvPicPr/>
                <p:nvPr/>
              </p:nvPicPr>
              <p:blipFill>
                <a:blip r:embed="rId382"/>
                <a:stretch>
                  <a:fillRect/>
                </a:stretch>
              </p:blipFill>
              <p:spPr>
                <a:xfrm>
                  <a:off x="3347798" y="5038416"/>
                  <a:ext cx="7020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264" name="Ink 263">
                  <a:extLst>
                    <a:ext uri="{FF2B5EF4-FFF2-40B4-BE49-F238E27FC236}">
                      <a16:creationId xmlns:a16="http://schemas.microsoft.com/office/drawing/2014/main" id="{2378C28B-5CA2-2F30-39A6-042A1E57CDC0}"/>
                    </a:ext>
                  </a:extLst>
                </p14:cNvPr>
                <p14:cNvContentPartPr/>
                <p14:nvPr/>
              </p14:nvContentPartPr>
              <p14:xfrm>
                <a:off x="2581718" y="5738616"/>
                <a:ext cx="239040" cy="194760"/>
              </p14:xfrm>
            </p:contentPart>
          </mc:Choice>
          <mc:Fallback xmlns="">
            <p:pic>
              <p:nvPicPr>
                <p:cNvPr id="264" name="Ink 263">
                  <a:extLst>
                    <a:ext uri="{FF2B5EF4-FFF2-40B4-BE49-F238E27FC236}">
                      <a16:creationId xmlns:a16="http://schemas.microsoft.com/office/drawing/2014/main" id="{2378C28B-5CA2-2F30-39A6-042A1E57CDC0}"/>
                    </a:ext>
                  </a:extLst>
                </p:cNvPr>
                <p:cNvPicPr/>
                <p:nvPr/>
              </p:nvPicPr>
              <p:blipFill>
                <a:blip r:embed="rId384"/>
                <a:stretch>
                  <a:fillRect/>
                </a:stretch>
              </p:blipFill>
              <p:spPr>
                <a:xfrm>
                  <a:off x="2575598" y="5732496"/>
                  <a:ext cx="25128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265" name="Ink 264">
                  <a:extLst>
                    <a:ext uri="{FF2B5EF4-FFF2-40B4-BE49-F238E27FC236}">
                      <a16:creationId xmlns:a16="http://schemas.microsoft.com/office/drawing/2014/main" id="{09AC9DB2-D49D-6C4B-0264-FE38BA4741F5}"/>
                    </a:ext>
                  </a:extLst>
                </p14:cNvPr>
                <p14:cNvContentPartPr/>
                <p14:nvPr/>
              </p14:nvContentPartPr>
              <p14:xfrm>
                <a:off x="2862158" y="5615136"/>
                <a:ext cx="244440" cy="214560"/>
              </p14:xfrm>
            </p:contentPart>
          </mc:Choice>
          <mc:Fallback xmlns="">
            <p:pic>
              <p:nvPicPr>
                <p:cNvPr id="265" name="Ink 264">
                  <a:extLst>
                    <a:ext uri="{FF2B5EF4-FFF2-40B4-BE49-F238E27FC236}">
                      <a16:creationId xmlns:a16="http://schemas.microsoft.com/office/drawing/2014/main" id="{09AC9DB2-D49D-6C4B-0264-FE38BA4741F5}"/>
                    </a:ext>
                  </a:extLst>
                </p:cNvPr>
                <p:cNvPicPr/>
                <p:nvPr/>
              </p:nvPicPr>
              <p:blipFill>
                <a:blip r:embed="rId386"/>
                <a:stretch>
                  <a:fillRect/>
                </a:stretch>
              </p:blipFill>
              <p:spPr>
                <a:xfrm>
                  <a:off x="2856038" y="5609016"/>
                  <a:ext cx="25668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387">
              <p14:nvContentPartPr>
                <p14:cNvPr id="266" name="Ink 265">
                  <a:extLst>
                    <a:ext uri="{FF2B5EF4-FFF2-40B4-BE49-F238E27FC236}">
                      <a16:creationId xmlns:a16="http://schemas.microsoft.com/office/drawing/2014/main" id="{C2F44283-9ACB-A440-1869-63E3A754B07F}"/>
                    </a:ext>
                  </a:extLst>
                </p14:cNvPr>
                <p14:cNvContentPartPr/>
                <p14:nvPr/>
              </p14:nvContentPartPr>
              <p14:xfrm>
                <a:off x="3171398" y="5639976"/>
                <a:ext cx="121680" cy="97560"/>
              </p14:xfrm>
            </p:contentPart>
          </mc:Choice>
          <mc:Fallback xmlns="">
            <p:pic>
              <p:nvPicPr>
                <p:cNvPr id="266" name="Ink 265">
                  <a:extLst>
                    <a:ext uri="{FF2B5EF4-FFF2-40B4-BE49-F238E27FC236}">
                      <a16:creationId xmlns:a16="http://schemas.microsoft.com/office/drawing/2014/main" id="{C2F44283-9ACB-A440-1869-63E3A754B07F}"/>
                    </a:ext>
                  </a:extLst>
                </p:cNvPr>
                <p:cNvPicPr/>
                <p:nvPr/>
              </p:nvPicPr>
              <p:blipFill>
                <a:blip r:embed="rId388"/>
                <a:stretch>
                  <a:fillRect/>
                </a:stretch>
              </p:blipFill>
              <p:spPr>
                <a:xfrm>
                  <a:off x="3165278" y="5633856"/>
                  <a:ext cx="13392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267" name="Ink 266">
                  <a:extLst>
                    <a:ext uri="{FF2B5EF4-FFF2-40B4-BE49-F238E27FC236}">
                      <a16:creationId xmlns:a16="http://schemas.microsoft.com/office/drawing/2014/main" id="{39B0B493-5629-B920-1A02-E1A2EB99F91D}"/>
                    </a:ext>
                  </a:extLst>
                </p14:cNvPr>
                <p14:cNvContentPartPr/>
                <p14:nvPr/>
              </p14:nvContentPartPr>
              <p14:xfrm>
                <a:off x="3307838" y="5459616"/>
                <a:ext cx="45360" cy="126360"/>
              </p14:xfrm>
            </p:contentPart>
          </mc:Choice>
          <mc:Fallback xmlns="">
            <p:pic>
              <p:nvPicPr>
                <p:cNvPr id="267" name="Ink 266">
                  <a:extLst>
                    <a:ext uri="{FF2B5EF4-FFF2-40B4-BE49-F238E27FC236}">
                      <a16:creationId xmlns:a16="http://schemas.microsoft.com/office/drawing/2014/main" id="{39B0B493-5629-B920-1A02-E1A2EB99F91D}"/>
                    </a:ext>
                  </a:extLst>
                </p:cNvPr>
                <p:cNvPicPr/>
                <p:nvPr/>
              </p:nvPicPr>
              <p:blipFill>
                <a:blip r:embed="rId390"/>
                <a:stretch>
                  <a:fillRect/>
                </a:stretch>
              </p:blipFill>
              <p:spPr>
                <a:xfrm>
                  <a:off x="3301718" y="5453496"/>
                  <a:ext cx="57600" cy="138600"/>
                </a:xfrm>
                <a:prstGeom prst="rect">
                  <a:avLst/>
                </a:prstGeom>
              </p:spPr>
            </p:pic>
          </mc:Fallback>
        </mc:AlternateContent>
      </p:grpSp>
      <p:grpSp>
        <p:nvGrpSpPr>
          <p:cNvPr id="274" name="Group 273">
            <a:extLst>
              <a:ext uri="{FF2B5EF4-FFF2-40B4-BE49-F238E27FC236}">
                <a16:creationId xmlns:a16="http://schemas.microsoft.com/office/drawing/2014/main" id="{3B6921E9-1903-278B-E204-5364E8006D1F}"/>
              </a:ext>
            </a:extLst>
          </p:cNvPr>
          <p:cNvGrpSpPr/>
          <p:nvPr/>
        </p:nvGrpSpPr>
        <p:grpSpPr>
          <a:xfrm>
            <a:off x="3684038" y="4861296"/>
            <a:ext cx="1265760" cy="690840"/>
            <a:chOff x="3684038" y="4861296"/>
            <a:chExt cx="1265760" cy="690840"/>
          </a:xfrm>
        </p:grpSpPr>
        <mc:AlternateContent xmlns:mc="http://schemas.openxmlformats.org/markup-compatibility/2006" xmlns:p14="http://schemas.microsoft.com/office/powerpoint/2010/main">
          <mc:Choice Requires="p14">
            <p:contentPart p14:bwMode="auto" r:id="rId391">
              <p14:nvContentPartPr>
                <p14:cNvPr id="268" name="Ink 267">
                  <a:extLst>
                    <a:ext uri="{FF2B5EF4-FFF2-40B4-BE49-F238E27FC236}">
                      <a16:creationId xmlns:a16="http://schemas.microsoft.com/office/drawing/2014/main" id="{30972993-65F8-3BC7-302B-A5875EA48DFF}"/>
                    </a:ext>
                  </a:extLst>
                </p14:cNvPr>
                <p14:cNvContentPartPr/>
                <p14:nvPr/>
              </p14:nvContentPartPr>
              <p14:xfrm>
                <a:off x="3684038" y="5367096"/>
                <a:ext cx="214560" cy="185040"/>
              </p14:xfrm>
            </p:contentPart>
          </mc:Choice>
          <mc:Fallback xmlns="">
            <p:pic>
              <p:nvPicPr>
                <p:cNvPr id="268" name="Ink 267">
                  <a:extLst>
                    <a:ext uri="{FF2B5EF4-FFF2-40B4-BE49-F238E27FC236}">
                      <a16:creationId xmlns:a16="http://schemas.microsoft.com/office/drawing/2014/main" id="{30972993-65F8-3BC7-302B-A5875EA48DFF}"/>
                    </a:ext>
                  </a:extLst>
                </p:cNvPr>
                <p:cNvPicPr/>
                <p:nvPr/>
              </p:nvPicPr>
              <p:blipFill>
                <a:blip r:embed="rId392"/>
                <a:stretch>
                  <a:fillRect/>
                </a:stretch>
              </p:blipFill>
              <p:spPr>
                <a:xfrm>
                  <a:off x="3677918" y="5360976"/>
                  <a:ext cx="22680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269" name="Ink 268">
                  <a:extLst>
                    <a:ext uri="{FF2B5EF4-FFF2-40B4-BE49-F238E27FC236}">
                      <a16:creationId xmlns:a16="http://schemas.microsoft.com/office/drawing/2014/main" id="{1DF2F50C-0950-F5B6-A6ED-F1D04B329263}"/>
                    </a:ext>
                  </a:extLst>
                </p14:cNvPr>
                <p14:cNvContentPartPr/>
                <p14:nvPr/>
              </p14:nvContentPartPr>
              <p14:xfrm>
                <a:off x="3880598" y="5370336"/>
                <a:ext cx="147960" cy="103680"/>
              </p14:xfrm>
            </p:contentPart>
          </mc:Choice>
          <mc:Fallback xmlns="">
            <p:pic>
              <p:nvPicPr>
                <p:cNvPr id="269" name="Ink 268">
                  <a:extLst>
                    <a:ext uri="{FF2B5EF4-FFF2-40B4-BE49-F238E27FC236}">
                      <a16:creationId xmlns:a16="http://schemas.microsoft.com/office/drawing/2014/main" id="{1DF2F50C-0950-F5B6-A6ED-F1D04B329263}"/>
                    </a:ext>
                  </a:extLst>
                </p:cNvPr>
                <p:cNvPicPr/>
                <p:nvPr/>
              </p:nvPicPr>
              <p:blipFill>
                <a:blip r:embed="rId394"/>
                <a:stretch>
                  <a:fillRect/>
                </a:stretch>
              </p:blipFill>
              <p:spPr>
                <a:xfrm>
                  <a:off x="3874478" y="5364216"/>
                  <a:ext cx="16020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270" name="Ink 269">
                  <a:extLst>
                    <a:ext uri="{FF2B5EF4-FFF2-40B4-BE49-F238E27FC236}">
                      <a16:creationId xmlns:a16="http://schemas.microsoft.com/office/drawing/2014/main" id="{88A7EA0D-E211-CA76-CB33-EA8CDA0A3497}"/>
                    </a:ext>
                  </a:extLst>
                </p14:cNvPr>
                <p14:cNvContentPartPr/>
                <p14:nvPr/>
              </p14:nvContentPartPr>
              <p14:xfrm>
                <a:off x="4040078" y="5249376"/>
                <a:ext cx="90000" cy="151920"/>
              </p14:xfrm>
            </p:contentPart>
          </mc:Choice>
          <mc:Fallback xmlns="">
            <p:pic>
              <p:nvPicPr>
                <p:cNvPr id="270" name="Ink 269">
                  <a:extLst>
                    <a:ext uri="{FF2B5EF4-FFF2-40B4-BE49-F238E27FC236}">
                      <a16:creationId xmlns:a16="http://schemas.microsoft.com/office/drawing/2014/main" id="{88A7EA0D-E211-CA76-CB33-EA8CDA0A3497}"/>
                    </a:ext>
                  </a:extLst>
                </p:cNvPr>
                <p:cNvPicPr/>
                <p:nvPr/>
              </p:nvPicPr>
              <p:blipFill>
                <a:blip r:embed="rId396"/>
                <a:stretch>
                  <a:fillRect/>
                </a:stretch>
              </p:blipFill>
              <p:spPr>
                <a:xfrm>
                  <a:off x="4033958" y="5243256"/>
                  <a:ext cx="10224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271" name="Ink 270">
                  <a:extLst>
                    <a:ext uri="{FF2B5EF4-FFF2-40B4-BE49-F238E27FC236}">
                      <a16:creationId xmlns:a16="http://schemas.microsoft.com/office/drawing/2014/main" id="{70BF392F-F51E-7CA7-3EDE-0B0A4FADC8C9}"/>
                    </a:ext>
                  </a:extLst>
                </p14:cNvPr>
                <p14:cNvContentPartPr/>
                <p14:nvPr/>
              </p14:nvContentPartPr>
              <p14:xfrm>
                <a:off x="4197398" y="5093136"/>
                <a:ext cx="236520" cy="258840"/>
              </p14:xfrm>
            </p:contentPart>
          </mc:Choice>
          <mc:Fallback xmlns="">
            <p:pic>
              <p:nvPicPr>
                <p:cNvPr id="271" name="Ink 270">
                  <a:extLst>
                    <a:ext uri="{FF2B5EF4-FFF2-40B4-BE49-F238E27FC236}">
                      <a16:creationId xmlns:a16="http://schemas.microsoft.com/office/drawing/2014/main" id="{70BF392F-F51E-7CA7-3EDE-0B0A4FADC8C9}"/>
                    </a:ext>
                  </a:extLst>
                </p:cNvPr>
                <p:cNvPicPr/>
                <p:nvPr/>
              </p:nvPicPr>
              <p:blipFill>
                <a:blip r:embed="rId398"/>
                <a:stretch>
                  <a:fillRect/>
                </a:stretch>
              </p:blipFill>
              <p:spPr>
                <a:xfrm>
                  <a:off x="4191278" y="5087016"/>
                  <a:ext cx="24876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272" name="Ink 271">
                  <a:extLst>
                    <a:ext uri="{FF2B5EF4-FFF2-40B4-BE49-F238E27FC236}">
                      <a16:creationId xmlns:a16="http://schemas.microsoft.com/office/drawing/2014/main" id="{84B0E316-8094-7EBA-D8EB-DEDE80F06807}"/>
                    </a:ext>
                  </a:extLst>
                </p14:cNvPr>
                <p14:cNvContentPartPr/>
                <p14:nvPr/>
              </p14:nvContentPartPr>
              <p14:xfrm>
                <a:off x="4429238" y="5004576"/>
                <a:ext cx="191160" cy="255960"/>
              </p14:xfrm>
            </p:contentPart>
          </mc:Choice>
          <mc:Fallback xmlns="">
            <p:pic>
              <p:nvPicPr>
                <p:cNvPr id="272" name="Ink 271">
                  <a:extLst>
                    <a:ext uri="{FF2B5EF4-FFF2-40B4-BE49-F238E27FC236}">
                      <a16:creationId xmlns:a16="http://schemas.microsoft.com/office/drawing/2014/main" id="{84B0E316-8094-7EBA-D8EB-DEDE80F06807}"/>
                    </a:ext>
                  </a:extLst>
                </p:cNvPr>
                <p:cNvPicPr/>
                <p:nvPr/>
              </p:nvPicPr>
              <p:blipFill>
                <a:blip r:embed="rId400"/>
                <a:stretch>
                  <a:fillRect/>
                </a:stretch>
              </p:blipFill>
              <p:spPr>
                <a:xfrm>
                  <a:off x="4423118" y="4998456"/>
                  <a:ext cx="20340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401">
              <p14:nvContentPartPr>
                <p14:cNvPr id="273" name="Ink 272">
                  <a:extLst>
                    <a:ext uri="{FF2B5EF4-FFF2-40B4-BE49-F238E27FC236}">
                      <a16:creationId xmlns:a16="http://schemas.microsoft.com/office/drawing/2014/main" id="{9591D1AA-5094-9103-8637-A72DDDC3EB80}"/>
                    </a:ext>
                  </a:extLst>
                </p14:cNvPr>
                <p14:cNvContentPartPr/>
                <p14:nvPr/>
              </p14:nvContentPartPr>
              <p14:xfrm>
                <a:off x="4596278" y="4861296"/>
                <a:ext cx="353520" cy="321120"/>
              </p14:xfrm>
            </p:contentPart>
          </mc:Choice>
          <mc:Fallback xmlns="">
            <p:pic>
              <p:nvPicPr>
                <p:cNvPr id="273" name="Ink 272">
                  <a:extLst>
                    <a:ext uri="{FF2B5EF4-FFF2-40B4-BE49-F238E27FC236}">
                      <a16:creationId xmlns:a16="http://schemas.microsoft.com/office/drawing/2014/main" id="{9591D1AA-5094-9103-8637-A72DDDC3EB80}"/>
                    </a:ext>
                  </a:extLst>
                </p:cNvPr>
                <p:cNvPicPr/>
                <p:nvPr/>
              </p:nvPicPr>
              <p:blipFill>
                <a:blip r:embed="rId402"/>
                <a:stretch>
                  <a:fillRect/>
                </a:stretch>
              </p:blipFill>
              <p:spPr>
                <a:xfrm>
                  <a:off x="4590158" y="4855176"/>
                  <a:ext cx="365760" cy="333360"/>
                </a:xfrm>
                <a:prstGeom prst="rect">
                  <a:avLst/>
                </a:prstGeom>
              </p:spPr>
            </p:pic>
          </mc:Fallback>
        </mc:AlternateContent>
      </p:grpSp>
      <p:grpSp>
        <p:nvGrpSpPr>
          <p:cNvPr id="294" name="Group 293">
            <a:extLst>
              <a:ext uri="{FF2B5EF4-FFF2-40B4-BE49-F238E27FC236}">
                <a16:creationId xmlns:a16="http://schemas.microsoft.com/office/drawing/2014/main" id="{5BE4EEFB-9FA0-73C5-A873-FC1A07822976}"/>
              </a:ext>
            </a:extLst>
          </p:cNvPr>
          <p:cNvGrpSpPr/>
          <p:nvPr/>
        </p:nvGrpSpPr>
        <p:grpSpPr>
          <a:xfrm>
            <a:off x="1475438" y="4319856"/>
            <a:ext cx="312840" cy="331920"/>
            <a:chOff x="1475438" y="4319856"/>
            <a:chExt cx="312840" cy="331920"/>
          </a:xfrm>
        </p:grpSpPr>
        <mc:AlternateContent xmlns:mc="http://schemas.openxmlformats.org/markup-compatibility/2006" xmlns:p14="http://schemas.microsoft.com/office/powerpoint/2010/main">
          <mc:Choice Requires="p14">
            <p:contentPart p14:bwMode="auto" r:id="rId403">
              <p14:nvContentPartPr>
                <p14:cNvPr id="276" name="Ink 275">
                  <a:extLst>
                    <a:ext uri="{FF2B5EF4-FFF2-40B4-BE49-F238E27FC236}">
                      <a16:creationId xmlns:a16="http://schemas.microsoft.com/office/drawing/2014/main" id="{2C57BFAB-BE35-8D78-C5A8-4E57D0ADFB2D}"/>
                    </a:ext>
                  </a:extLst>
                </p14:cNvPr>
                <p14:cNvContentPartPr/>
                <p14:nvPr/>
              </p14:nvContentPartPr>
              <p14:xfrm>
                <a:off x="1603958" y="4396896"/>
                <a:ext cx="171000" cy="228600"/>
              </p14:xfrm>
            </p:contentPart>
          </mc:Choice>
          <mc:Fallback xmlns="">
            <p:pic>
              <p:nvPicPr>
                <p:cNvPr id="276" name="Ink 275">
                  <a:extLst>
                    <a:ext uri="{FF2B5EF4-FFF2-40B4-BE49-F238E27FC236}">
                      <a16:creationId xmlns:a16="http://schemas.microsoft.com/office/drawing/2014/main" id="{2C57BFAB-BE35-8D78-C5A8-4E57D0ADFB2D}"/>
                    </a:ext>
                  </a:extLst>
                </p:cNvPr>
                <p:cNvPicPr/>
                <p:nvPr/>
              </p:nvPicPr>
              <p:blipFill>
                <a:blip r:embed="rId404"/>
                <a:stretch>
                  <a:fillRect/>
                </a:stretch>
              </p:blipFill>
              <p:spPr>
                <a:xfrm>
                  <a:off x="1597838" y="4390776"/>
                  <a:ext cx="18324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277" name="Ink 276">
                  <a:extLst>
                    <a:ext uri="{FF2B5EF4-FFF2-40B4-BE49-F238E27FC236}">
                      <a16:creationId xmlns:a16="http://schemas.microsoft.com/office/drawing/2014/main" id="{2219F7C3-A91E-B5C5-272C-0D8E3AD1B1FE}"/>
                    </a:ext>
                  </a:extLst>
                </p14:cNvPr>
                <p14:cNvContentPartPr/>
                <p14:nvPr/>
              </p14:nvContentPartPr>
              <p14:xfrm>
                <a:off x="1630238" y="4452336"/>
                <a:ext cx="86400" cy="57600"/>
              </p14:xfrm>
            </p:contentPart>
          </mc:Choice>
          <mc:Fallback xmlns="">
            <p:pic>
              <p:nvPicPr>
                <p:cNvPr id="277" name="Ink 276">
                  <a:extLst>
                    <a:ext uri="{FF2B5EF4-FFF2-40B4-BE49-F238E27FC236}">
                      <a16:creationId xmlns:a16="http://schemas.microsoft.com/office/drawing/2014/main" id="{2219F7C3-A91E-B5C5-272C-0D8E3AD1B1FE}"/>
                    </a:ext>
                  </a:extLst>
                </p:cNvPr>
                <p:cNvPicPr/>
                <p:nvPr/>
              </p:nvPicPr>
              <p:blipFill>
                <a:blip r:embed="rId406"/>
                <a:stretch>
                  <a:fillRect/>
                </a:stretch>
              </p:blipFill>
              <p:spPr>
                <a:xfrm>
                  <a:off x="1624118" y="4446216"/>
                  <a:ext cx="9864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278" name="Ink 277">
                  <a:extLst>
                    <a:ext uri="{FF2B5EF4-FFF2-40B4-BE49-F238E27FC236}">
                      <a16:creationId xmlns:a16="http://schemas.microsoft.com/office/drawing/2014/main" id="{FFEBA3AA-996F-F0AB-7D0F-D9E91D60AEB0}"/>
                    </a:ext>
                  </a:extLst>
                </p14:cNvPr>
                <p14:cNvContentPartPr/>
                <p14:nvPr/>
              </p14:nvContentPartPr>
              <p14:xfrm>
                <a:off x="1475438" y="4408416"/>
                <a:ext cx="137520" cy="243360"/>
              </p14:xfrm>
            </p:contentPart>
          </mc:Choice>
          <mc:Fallback xmlns="">
            <p:pic>
              <p:nvPicPr>
                <p:cNvPr id="278" name="Ink 277">
                  <a:extLst>
                    <a:ext uri="{FF2B5EF4-FFF2-40B4-BE49-F238E27FC236}">
                      <a16:creationId xmlns:a16="http://schemas.microsoft.com/office/drawing/2014/main" id="{FFEBA3AA-996F-F0AB-7D0F-D9E91D60AEB0}"/>
                    </a:ext>
                  </a:extLst>
                </p:cNvPr>
                <p:cNvPicPr/>
                <p:nvPr/>
              </p:nvPicPr>
              <p:blipFill>
                <a:blip r:embed="rId408"/>
                <a:stretch>
                  <a:fillRect/>
                </a:stretch>
              </p:blipFill>
              <p:spPr>
                <a:xfrm>
                  <a:off x="1469318" y="4402296"/>
                  <a:ext cx="14976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409">
              <p14:nvContentPartPr>
                <p14:cNvPr id="279" name="Ink 278">
                  <a:extLst>
                    <a:ext uri="{FF2B5EF4-FFF2-40B4-BE49-F238E27FC236}">
                      <a16:creationId xmlns:a16="http://schemas.microsoft.com/office/drawing/2014/main" id="{C4EA81EE-5448-B190-2671-BA1BE28E4DD7}"/>
                    </a:ext>
                  </a:extLst>
                </p14:cNvPr>
                <p14:cNvContentPartPr/>
                <p14:nvPr/>
              </p14:nvContentPartPr>
              <p14:xfrm>
                <a:off x="1684598" y="4319856"/>
                <a:ext cx="103680" cy="295920"/>
              </p14:xfrm>
            </p:contentPart>
          </mc:Choice>
          <mc:Fallback xmlns="">
            <p:pic>
              <p:nvPicPr>
                <p:cNvPr id="279" name="Ink 278">
                  <a:extLst>
                    <a:ext uri="{FF2B5EF4-FFF2-40B4-BE49-F238E27FC236}">
                      <a16:creationId xmlns:a16="http://schemas.microsoft.com/office/drawing/2014/main" id="{C4EA81EE-5448-B190-2671-BA1BE28E4DD7}"/>
                    </a:ext>
                  </a:extLst>
                </p:cNvPr>
                <p:cNvPicPr/>
                <p:nvPr/>
              </p:nvPicPr>
              <p:blipFill>
                <a:blip r:embed="rId410"/>
                <a:stretch>
                  <a:fillRect/>
                </a:stretch>
              </p:blipFill>
              <p:spPr>
                <a:xfrm>
                  <a:off x="1678478" y="4313736"/>
                  <a:ext cx="115920" cy="308160"/>
                </a:xfrm>
                <a:prstGeom prst="rect">
                  <a:avLst/>
                </a:prstGeom>
              </p:spPr>
            </p:pic>
          </mc:Fallback>
        </mc:AlternateContent>
      </p:grpSp>
      <p:grpSp>
        <p:nvGrpSpPr>
          <p:cNvPr id="293" name="Group 292">
            <a:extLst>
              <a:ext uri="{FF2B5EF4-FFF2-40B4-BE49-F238E27FC236}">
                <a16:creationId xmlns:a16="http://schemas.microsoft.com/office/drawing/2014/main" id="{3B65FD41-42C3-8DA9-6A2B-204E9CE6E4D0}"/>
              </a:ext>
            </a:extLst>
          </p:cNvPr>
          <p:cNvGrpSpPr/>
          <p:nvPr/>
        </p:nvGrpSpPr>
        <p:grpSpPr>
          <a:xfrm>
            <a:off x="1557158" y="4832496"/>
            <a:ext cx="307080" cy="343800"/>
            <a:chOff x="1557158" y="4832496"/>
            <a:chExt cx="307080" cy="343800"/>
          </a:xfrm>
        </p:grpSpPr>
        <mc:AlternateContent xmlns:mc="http://schemas.openxmlformats.org/markup-compatibility/2006" xmlns:p14="http://schemas.microsoft.com/office/powerpoint/2010/main">
          <mc:Choice Requires="p14">
            <p:contentPart p14:bwMode="auto" r:id="rId411">
              <p14:nvContentPartPr>
                <p14:cNvPr id="280" name="Ink 279">
                  <a:extLst>
                    <a:ext uri="{FF2B5EF4-FFF2-40B4-BE49-F238E27FC236}">
                      <a16:creationId xmlns:a16="http://schemas.microsoft.com/office/drawing/2014/main" id="{4A528340-AAE7-B94F-F996-E1EC31E504CA}"/>
                    </a:ext>
                  </a:extLst>
                </p14:cNvPr>
                <p14:cNvContentPartPr/>
                <p14:nvPr/>
              </p14:nvContentPartPr>
              <p14:xfrm>
                <a:off x="1663358" y="4871016"/>
                <a:ext cx="70200" cy="212040"/>
              </p14:xfrm>
            </p:contentPart>
          </mc:Choice>
          <mc:Fallback xmlns="">
            <p:pic>
              <p:nvPicPr>
                <p:cNvPr id="280" name="Ink 279">
                  <a:extLst>
                    <a:ext uri="{FF2B5EF4-FFF2-40B4-BE49-F238E27FC236}">
                      <a16:creationId xmlns:a16="http://schemas.microsoft.com/office/drawing/2014/main" id="{4A528340-AAE7-B94F-F996-E1EC31E504CA}"/>
                    </a:ext>
                  </a:extLst>
                </p:cNvPr>
                <p:cNvPicPr/>
                <p:nvPr/>
              </p:nvPicPr>
              <p:blipFill>
                <a:blip r:embed="rId412"/>
                <a:stretch>
                  <a:fillRect/>
                </a:stretch>
              </p:blipFill>
              <p:spPr>
                <a:xfrm>
                  <a:off x="1657238" y="4864896"/>
                  <a:ext cx="8244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413">
              <p14:nvContentPartPr>
                <p14:cNvPr id="281" name="Ink 280">
                  <a:extLst>
                    <a:ext uri="{FF2B5EF4-FFF2-40B4-BE49-F238E27FC236}">
                      <a16:creationId xmlns:a16="http://schemas.microsoft.com/office/drawing/2014/main" id="{E4BECFAC-2ECF-8386-5913-C19D3A266F96}"/>
                    </a:ext>
                  </a:extLst>
                </p14:cNvPr>
                <p14:cNvContentPartPr/>
                <p14:nvPr/>
              </p14:nvContentPartPr>
              <p14:xfrm>
                <a:off x="1687118" y="4832496"/>
                <a:ext cx="144360" cy="255600"/>
              </p14:xfrm>
            </p:contentPart>
          </mc:Choice>
          <mc:Fallback xmlns="">
            <p:pic>
              <p:nvPicPr>
                <p:cNvPr id="281" name="Ink 280">
                  <a:extLst>
                    <a:ext uri="{FF2B5EF4-FFF2-40B4-BE49-F238E27FC236}">
                      <a16:creationId xmlns:a16="http://schemas.microsoft.com/office/drawing/2014/main" id="{E4BECFAC-2ECF-8386-5913-C19D3A266F96}"/>
                    </a:ext>
                  </a:extLst>
                </p:cNvPr>
                <p:cNvPicPr/>
                <p:nvPr/>
              </p:nvPicPr>
              <p:blipFill>
                <a:blip r:embed="rId414"/>
                <a:stretch>
                  <a:fillRect/>
                </a:stretch>
              </p:blipFill>
              <p:spPr>
                <a:xfrm>
                  <a:off x="1680998" y="4826376"/>
                  <a:ext cx="15660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415">
              <p14:nvContentPartPr>
                <p14:cNvPr id="282" name="Ink 281">
                  <a:extLst>
                    <a:ext uri="{FF2B5EF4-FFF2-40B4-BE49-F238E27FC236}">
                      <a16:creationId xmlns:a16="http://schemas.microsoft.com/office/drawing/2014/main" id="{5AD23D59-99B2-DC12-E77E-7D411AE6C5D2}"/>
                    </a:ext>
                  </a:extLst>
                </p14:cNvPr>
                <p14:cNvContentPartPr/>
                <p14:nvPr/>
              </p14:nvContentPartPr>
              <p14:xfrm>
                <a:off x="1557158" y="4919976"/>
                <a:ext cx="172800" cy="256320"/>
              </p14:xfrm>
            </p:contentPart>
          </mc:Choice>
          <mc:Fallback xmlns="">
            <p:pic>
              <p:nvPicPr>
                <p:cNvPr id="282" name="Ink 281">
                  <a:extLst>
                    <a:ext uri="{FF2B5EF4-FFF2-40B4-BE49-F238E27FC236}">
                      <a16:creationId xmlns:a16="http://schemas.microsoft.com/office/drawing/2014/main" id="{5AD23D59-99B2-DC12-E77E-7D411AE6C5D2}"/>
                    </a:ext>
                  </a:extLst>
                </p:cNvPr>
                <p:cNvPicPr/>
                <p:nvPr/>
              </p:nvPicPr>
              <p:blipFill>
                <a:blip r:embed="rId416"/>
                <a:stretch>
                  <a:fillRect/>
                </a:stretch>
              </p:blipFill>
              <p:spPr>
                <a:xfrm>
                  <a:off x="1551038" y="4913856"/>
                  <a:ext cx="18504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417">
              <p14:nvContentPartPr>
                <p14:cNvPr id="283" name="Ink 282">
                  <a:extLst>
                    <a:ext uri="{FF2B5EF4-FFF2-40B4-BE49-F238E27FC236}">
                      <a16:creationId xmlns:a16="http://schemas.microsoft.com/office/drawing/2014/main" id="{D0134F34-29C5-6EA3-A961-B473E40A9354}"/>
                    </a:ext>
                  </a:extLst>
                </p14:cNvPr>
                <p14:cNvContentPartPr/>
                <p14:nvPr/>
              </p14:nvContentPartPr>
              <p14:xfrm>
                <a:off x="1801598" y="4836456"/>
                <a:ext cx="62640" cy="295200"/>
              </p14:xfrm>
            </p:contentPart>
          </mc:Choice>
          <mc:Fallback xmlns="">
            <p:pic>
              <p:nvPicPr>
                <p:cNvPr id="283" name="Ink 282">
                  <a:extLst>
                    <a:ext uri="{FF2B5EF4-FFF2-40B4-BE49-F238E27FC236}">
                      <a16:creationId xmlns:a16="http://schemas.microsoft.com/office/drawing/2014/main" id="{D0134F34-29C5-6EA3-A961-B473E40A9354}"/>
                    </a:ext>
                  </a:extLst>
                </p:cNvPr>
                <p:cNvPicPr/>
                <p:nvPr/>
              </p:nvPicPr>
              <p:blipFill>
                <a:blip r:embed="rId418"/>
                <a:stretch>
                  <a:fillRect/>
                </a:stretch>
              </p:blipFill>
              <p:spPr>
                <a:xfrm>
                  <a:off x="1795478" y="4830336"/>
                  <a:ext cx="74880" cy="307440"/>
                </a:xfrm>
                <a:prstGeom prst="rect">
                  <a:avLst/>
                </a:prstGeom>
              </p:spPr>
            </p:pic>
          </mc:Fallback>
        </mc:AlternateContent>
      </p:grpSp>
      <p:grpSp>
        <p:nvGrpSpPr>
          <p:cNvPr id="292" name="Group 291">
            <a:extLst>
              <a:ext uri="{FF2B5EF4-FFF2-40B4-BE49-F238E27FC236}">
                <a16:creationId xmlns:a16="http://schemas.microsoft.com/office/drawing/2014/main" id="{9B1E9696-5912-F84D-9060-CE0F2820A42A}"/>
              </a:ext>
            </a:extLst>
          </p:cNvPr>
          <p:cNvGrpSpPr/>
          <p:nvPr/>
        </p:nvGrpSpPr>
        <p:grpSpPr>
          <a:xfrm>
            <a:off x="1721678" y="5417496"/>
            <a:ext cx="353880" cy="311760"/>
            <a:chOff x="1721678" y="5417496"/>
            <a:chExt cx="353880" cy="311760"/>
          </a:xfrm>
        </p:grpSpPr>
        <mc:AlternateContent xmlns:mc="http://schemas.openxmlformats.org/markup-compatibility/2006" xmlns:p14="http://schemas.microsoft.com/office/powerpoint/2010/main">
          <mc:Choice Requires="p14">
            <p:contentPart p14:bwMode="auto" r:id="rId419">
              <p14:nvContentPartPr>
                <p14:cNvPr id="284" name="Ink 283">
                  <a:extLst>
                    <a:ext uri="{FF2B5EF4-FFF2-40B4-BE49-F238E27FC236}">
                      <a16:creationId xmlns:a16="http://schemas.microsoft.com/office/drawing/2014/main" id="{500AE3B9-B96B-5F18-F798-B7F79E7DF633}"/>
                    </a:ext>
                  </a:extLst>
                </p14:cNvPr>
                <p14:cNvContentPartPr/>
                <p14:nvPr/>
              </p14:nvContentPartPr>
              <p14:xfrm>
                <a:off x="1877558" y="5445576"/>
                <a:ext cx="113400" cy="159840"/>
              </p14:xfrm>
            </p:contentPart>
          </mc:Choice>
          <mc:Fallback xmlns="">
            <p:pic>
              <p:nvPicPr>
                <p:cNvPr id="284" name="Ink 283">
                  <a:extLst>
                    <a:ext uri="{FF2B5EF4-FFF2-40B4-BE49-F238E27FC236}">
                      <a16:creationId xmlns:a16="http://schemas.microsoft.com/office/drawing/2014/main" id="{500AE3B9-B96B-5F18-F798-B7F79E7DF633}"/>
                    </a:ext>
                  </a:extLst>
                </p:cNvPr>
                <p:cNvPicPr/>
                <p:nvPr/>
              </p:nvPicPr>
              <p:blipFill>
                <a:blip r:embed="rId420"/>
                <a:stretch>
                  <a:fillRect/>
                </a:stretch>
              </p:blipFill>
              <p:spPr>
                <a:xfrm>
                  <a:off x="1871438" y="5439456"/>
                  <a:ext cx="12564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421">
              <p14:nvContentPartPr>
                <p14:cNvPr id="285" name="Ink 284">
                  <a:extLst>
                    <a:ext uri="{FF2B5EF4-FFF2-40B4-BE49-F238E27FC236}">
                      <a16:creationId xmlns:a16="http://schemas.microsoft.com/office/drawing/2014/main" id="{003F731E-28C5-93D0-8EB8-5909DA0A3597}"/>
                    </a:ext>
                  </a:extLst>
                </p14:cNvPr>
                <p14:cNvContentPartPr/>
                <p14:nvPr/>
              </p14:nvContentPartPr>
              <p14:xfrm>
                <a:off x="1721678" y="5515416"/>
                <a:ext cx="168840" cy="213840"/>
              </p14:xfrm>
            </p:contentPart>
          </mc:Choice>
          <mc:Fallback xmlns="">
            <p:pic>
              <p:nvPicPr>
                <p:cNvPr id="285" name="Ink 284">
                  <a:extLst>
                    <a:ext uri="{FF2B5EF4-FFF2-40B4-BE49-F238E27FC236}">
                      <a16:creationId xmlns:a16="http://schemas.microsoft.com/office/drawing/2014/main" id="{003F731E-28C5-93D0-8EB8-5909DA0A3597}"/>
                    </a:ext>
                  </a:extLst>
                </p:cNvPr>
                <p:cNvPicPr/>
                <p:nvPr/>
              </p:nvPicPr>
              <p:blipFill>
                <a:blip r:embed="rId422"/>
                <a:stretch>
                  <a:fillRect/>
                </a:stretch>
              </p:blipFill>
              <p:spPr>
                <a:xfrm>
                  <a:off x="1715558" y="5509296"/>
                  <a:ext cx="18108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423">
              <p14:nvContentPartPr>
                <p14:cNvPr id="286" name="Ink 285">
                  <a:extLst>
                    <a:ext uri="{FF2B5EF4-FFF2-40B4-BE49-F238E27FC236}">
                      <a16:creationId xmlns:a16="http://schemas.microsoft.com/office/drawing/2014/main" id="{08DDE61F-C885-834D-58A1-D3B995B6C0E8}"/>
                    </a:ext>
                  </a:extLst>
                </p14:cNvPr>
                <p14:cNvContentPartPr/>
                <p14:nvPr/>
              </p14:nvContentPartPr>
              <p14:xfrm>
                <a:off x="1981958" y="5417496"/>
                <a:ext cx="93600" cy="298080"/>
              </p14:xfrm>
            </p:contentPart>
          </mc:Choice>
          <mc:Fallback xmlns="">
            <p:pic>
              <p:nvPicPr>
                <p:cNvPr id="286" name="Ink 285">
                  <a:extLst>
                    <a:ext uri="{FF2B5EF4-FFF2-40B4-BE49-F238E27FC236}">
                      <a16:creationId xmlns:a16="http://schemas.microsoft.com/office/drawing/2014/main" id="{08DDE61F-C885-834D-58A1-D3B995B6C0E8}"/>
                    </a:ext>
                  </a:extLst>
                </p:cNvPr>
                <p:cNvPicPr/>
                <p:nvPr/>
              </p:nvPicPr>
              <p:blipFill>
                <a:blip r:embed="rId424"/>
                <a:stretch>
                  <a:fillRect/>
                </a:stretch>
              </p:blipFill>
              <p:spPr>
                <a:xfrm>
                  <a:off x="1975838" y="5411376"/>
                  <a:ext cx="105840" cy="310320"/>
                </a:xfrm>
                <a:prstGeom prst="rect">
                  <a:avLst/>
                </a:prstGeom>
              </p:spPr>
            </p:pic>
          </mc:Fallback>
        </mc:AlternateContent>
      </p:grpSp>
      <p:grpSp>
        <p:nvGrpSpPr>
          <p:cNvPr id="291" name="Group 290">
            <a:extLst>
              <a:ext uri="{FF2B5EF4-FFF2-40B4-BE49-F238E27FC236}">
                <a16:creationId xmlns:a16="http://schemas.microsoft.com/office/drawing/2014/main" id="{E84BE060-4D5D-3BC2-4023-59D103EF2221}"/>
              </a:ext>
            </a:extLst>
          </p:cNvPr>
          <p:cNvGrpSpPr/>
          <p:nvPr/>
        </p:nvGrpSpPr>
        <p:grpSpPr>
          <a:xfrm>
            <a:off x="1821038" y="5846256"/>
            <a:ext cx="362160" cy="343440"/>
            <a:chOff x="1821038" y="5846256"/>
            <a:chExt cx="362160" cy="343440"/>
          </a:xfrm>
        </p:grpSpPr>
        <mc:AlternateContent xmlns:mc="http://schemas.openxmlformats.org/markup-compatibility/2006" xmlns:p14="http://schemas.microsoft.com/office/powerpoint/2010/main">
          <mc:Choice Requires="p14">
            <p:contentPart p14:bwMode="auto" r:id="rId425">
              <p14:nvContentPartPr>
                <p14:cNvPr id="287" name="Ink 286">
                  <a:extLst>
                    <a:ext uri="{FF2B5EF4-FFF2-40B4-BE49-F238E27FC236}">
                      <a16:creationId xmlns:a16="http://schemas.microsoft.com/office/drawing/2014/main" id="{D9A980E3-521F-5765-9B52-0757F94C28CA}"/>
                    </a:ext>
                  </a:extLst>
                </p14:cNvPr>
                <p14:cNvContentPartPr/>
                <p14:nvPr/>
              </p14:nvContentPartPr>
              <p14:xfrm>
                <a:off x="2010398" y="6002856"/>
                <a:ext cx="43560" cy="107280"/>
              </p14:xfrm>
            </p:contentPart>
          </mc:Choice>
          <mc:Fallback xmlns="">
            <p:pic>
              <p:nvPicPr>
                <p:cNvPr id="287" name="Ink 286">
                  <a:extLst>
                    <a:ext uri="{FF2B5EF4-FFF2-40B4-BE49-F238E27FC236}">
                      <a16:creationId xmlns:a16="http://schemas.microsoft.com/office/drawing/2014/main" id="{D9A980E3-521F-5765-9B52-0757F94C28CA}"/>
                    </a:ext>
                  </a:extLst>
                </p:cNvPr>
                <p:cNvPicPr/>
                <p:nvPr/>
              </p:nvPicPr>
              <p:blipFill>
                <a:blip r:embed="rId426"/>
                <a:stretch>
                  <a:fillRect/>
                </a:stretch>
              </p:blipFill>
              <p:spPr>
                <a:xfrm>
                  <a:off x="2004278" y="5996736"/>
                  <a:ext cx="5580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427">
              <p14:nvContentPartPr>
                <p14:cNvPr id="288" name="Ink 287">
                  <a:extLst>
                    <a:ext uri="{FF2B5EF4-FFF2-40B4-BE49-F238E27FC236}">
                      <a16:creationId xmlns:a16="http://schemas.microsoft.com/office/drawing/2014/main" id="{8ED93AA7-4370-53B0-F238-D33AFDBB2540}"/>
                    </a:ext>
                  </a:extLst>
                </p14:cNvPr>
                <p14:cNvContentPartPr/>
                <p14:nvPr/>
              </p14:nvContentPartPr>
              <p14:xfrm>
                <a:off x="1979798" y="5944896"/>
                <a:ext cx="111600" cy="183240"/>
              </p14:xfrm>
            </p:contentPart>
          </mc:Choice>
          <mc:Fallback xmlns="">
            <p:pic>
              <p:nvPicPr>
                <p:cNvPr id="288" name="Ink 287">
                  <a:extLst>
                    <a:ext uri="{FF2B5EF4-FFF2-40B4-BE49-F238E27FC236}">
                      <a16:creationId xmlns:a16="http://schemas.microsoft.com/office/drawing/2014/main" id="{8ED93AA7-4370-53B0-F238-D33AFDBB2540}"/>
                    </a:ext>
                  </a:extLst>
                </p:cNvPr>
                <p:cNvPicPr/>
                <p:nvPr/>
              </p:nvPicPr>
              <p:blipFill>
                <a:blip r:embed="rId428"/>
                <a:stretch>
                  <a:fillRect/>
                </a:stretch>
              </p:blipFill>
              <p:spPr>
                <a:xfrm>
                  <a:off x="1973678" y="5938776"/>
                  <a:ext cx="12384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429">
              <p14:nvContentPartPr>
                <p14:cNvPr id="289" name="Ink 288">
                  <a:extLst>
                    <a:ext uri="{FF2B5EF4-FFF2-40B4-BE49-F238E27FC236}">
                      <a16:creationId xmlns:a16="http://schemas.microsoft.com/office/drawing/2014/main" id="{75901A3F-0A34-D176-E766-74D11A383B70}"/>
                    </a:ext>
                  </a:extLst>
                </p14:cNvPr>
                <p14:cNvContentPartPr/>
                <p14:nvPr/>
              </p14:nvContentPartPr>
              <p14:xfrm>
                <a:off x="1821038" y="5965056"/>
                <a:ext cx="220320" cy="224640"/>
              </p14:xfrm>
            </p:contentPart>
          </mc:Choice>
          <mc:Fallback xmlns="">
            <p:pic>
              <p:nvPicPr>
                <p:cNvPr id="289" name="Ink 288">
                  <a:extLst>
                    <a:ext uri="{FF2B5EF4-FFF2-40B4-BE49-F238E27FC236}">
                      <a16:creationId xmlns:a16="http://schemas.microsoft.com/office/drawing/2014/main" id="{75901A3F-0A34-D176-E766-74D11A383B70}"/>
                    </a:ext>
                  </a:extLst>
                </p:cNvPr>
                <p:cNvPicPr/>
                <p:nvPr/>
              </p:nvPicPr>
              <p:blipFill>
                <a:blip r:embed="rId430"/>
                <a:stretch>
                  <a:fillRect/>
                </a:stretch>
              </p:blipFill>
              <p:spPr>
                <a:xfrm>
                  <a:off x="1814918" y="5958936"/>
                  <a:ext cx="23256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431">
              <p14:nvContentPartPr>
                <p14:cNvPr id="290" name="Ink 289">
                  <a:extLst>
                    <a:ext uri="{FF2B5EF4-FFF2-40B4-BE49-F238E27FC236}">
                      <a16:creationId xmlns:a16="http://schemas.microsoft.com/office/drawing/2014/main" id="{67F62D9C-656F-6163-C13F-316A97A452E2}"/>
                    </a:ext>
                  </a:extLst>
                </p14:cNvPr>
                <p14:cNvContentPartPr/>
                <p14:nvPr/>
              </p14:nvContentPartPr>
              <p14:xfrm>
                <a:off x="2123078" y="5846256"/>
                <a:ext cx="60120" cy="315360"/>
              </p14:xfrm>
            </p:contentPart>
          </mc:Choice>
          <mc:Fallback xmlns="">
            <p:pic>
              <p:nvPicPr>
                <p:cNvPr id="290" name="Ink 289">
                  <a:extLst>
                    <a:ext uri="{FF2B5EF4-FFF2-40B4-BE49-F238E27FC236}">
                      <a16:creationId xmlns:a16="http://schemas.microsoft.com/office/drawing/2014/main" id="{67F62D9C-656F-6163-C13F-316A97A452E2}"/>
                    </a:ext>
                  </a:extLst>
                </p:cNvPr>
                <p:cNvPicPr/>
                <p:nvPr/>
              </p:nvPicPr>
              <p:blipFill>
                <a:blip r:embed="rId432"/>
                <a:stretch>
                  <a:fillRect/>
                </a:stretch>
              </p:blipFill>
              <p:spPr>
                <a:xfrm>
                  <a:off x="2116958" y="5840136"/>
                  <a:ext cx="72360" cy="327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33">
            <p14:nvContentPartPr>
              <p14:cNvPr id="295" name="Ink 294">
                <a:extLst>
                  <a:ext uri="{FF2B5EF4-FFF2-40B4-BE49-F238E27FC236}">
                    <a16:creationId xmlns:a16="http://schemas.microsoft.com/office/drawing/2014/main" id="{C6F03BF9-3AE0-B2F5-943C-38C307A71045}"/>
                  </a:ext>
                </a:extLst>
              </p14:cNvPr>
              <p14:cNvContentPartPr/>
              <p14:nvPr/>
            </p14:nvContentPartPr>
            <p14:xfrm>
              <a:off x="3628238" y="4152816"/>
              <a:ext cx="487440" cy="520560"/>
            </p14:xfrm>
          </p:contentPart>
        </mc:Choice>
        <mc:Fallback xmlns="">
          <p:pic>
            <p:nvPicPr>
              <p:cNvPr id="295" name="Ink 294">
                <a:extLst>
                  <a:ext uri="{FF2B5EF4-FFF2-40B4-BE49-F238E27FC236}">
                    <a16:creationId xmlns:a16="http://schemas.microsoft.com/office/drawing/2014/main" id="{C6F03BF9-3AE0-B2F5-943C-38C307A71045}"/>
                  </a:ext>
                </a:extLst>
              </p:cNvPr>
              <p:cNvPicPr/>
              <p:nvPr/>
            </p:nvPicPr>
            <p:blipFill>
              <a:blip r:embed="rId434"/>
              <a:stretch>
                <a:fillRect/>
              </a:stretch>
            </p:blipFill>
            <p:spPr>
              <a:xfrm>
                <a:off x="3622118" y="4146696"/>
                <a:ext cx="499680" cy="532800"/>
              </a:xfrm>
              <a:prstGeom prst="rect">
                <a:avLst/>
              </a:prstGeom>
            </p:spPr>
          </p:pic>
        </mc:Fallback>
      </mc:AlternateContent>
      <p:grpSp>
        <p:nvGrpSpPr>
          <p:cNvPr id="351" name="Group 350">
            <a:extLst>
              <a:ext uri="{FF2B5EF4-FFF2-40B4-BE49-F238E27FC236}">
                <a16:creationId xmlns:a16="http://schemas.microsoft.com/office/drawing/2014/main" id="{FBA66622-8055-0039-680D-711D0864DF90}"/>
              </a:ext>
            </a:extLst>
          </p:cNvPr>
          <p:cNvGrpSpPr/>
          <p:nvPr/>
        </p:nvGrpSpPr>
        <p:grpSpPr>
          <a:xfrm>
            <a:off x="119678" y="426096"/>
            <a:ext cx="4927320" cy="3394440"/>
            <a:chOff x="119678" y="426096"/>
            <a:chExt cx="4927320" cy="3394440"/>
          </a:xfrm>
        </p:grpSpPr>
        <mc:AlternateContent xmlns:mc="http://schemas.openxmlformats.org/markup-compatibility/2006" xmlns:p14="http://schemas.microsoft.com/office/powerpoint/2010/main">
          <mc:Choice Requires="p14">
            <p:contentPart p14:bwMode="auto" r:id="rId435">
              <p14:nvContentPartPr>
                <p14:cNvPr id="41" name="Ink 40">
                  <a:extLst>
                    <a:ext uri="{FF2B5EF4-FFF2-40B4-BE49-F238E27FC236}">
                      <a16:creationId xmlns:a16="http://schemas.microsoft.com/office/drawing/2014/main" id="{ED56DA77-8418-964E-E158-D82CC2D1A359}"/>
                    </a:ext>
                  </a:extLst>
                </p14:cNvPr>
                <p14:cNvContentPartPr/>
                <p14:nvPr/>
              </p14:nvContentPartPr>
              <p14:xfrm>
                <a:off x="4951958" y="2933496"/>
                <a:ext cx="81000" cy="16200"/>
              </p14:xfrm>
            </p:contentPart>
          </mc:Choice>
          <mc:Fallback xmlns="">
            <p:pic>
              <p:nvPicPr>
                <p:cNvPr id="41" name="Ink 40">
                  <a:extLst>
                    <a:ext uri="{FF2B5EF4-FFF2-40B4-BE49-F238E27FC236}">
                      <a16:creationId xmlns:a16="http://schemas.microsoft.com/office/drawing/2014/main" id="{ED56DA77-8418-964E-E158-D82CC2D1A359}"/>
                    </a:ext>
                  </a:extLst>
                </p:cNvPr>
                <p:cNvPicPr/>
                <p:nvPr/>
              </p:nvPicPr>
              <p:blipFill>
                <a:blip r:embed="rId436"/>
                <a:stretch>
                  <a:fillRect/>
                </a:stretch>
              </p:blipFill>
              <p:spPr>
                <a:xfrm>
                  <a:off x="4945838" y="2927376"/>
                  <a:ext cx="9324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437">
              <p14:nvContentPartPr>
                <p14:cNvPr id="42" name="Ink 41">
                  <a:extLst>
                    <a:ext uri="{FF2B5EF4-FFF2-40B4-BE49-F238E27FC236}">
                      <a16:creationId xmlns:a16="http://schemas.microsoft.com/office/drawing/2014/main" id="{DB2C1111-E364-7DE5-D6D9-87BB5C537205}"/>
                    </a:ext>
                  </a:extLst>
                </p14:cNvPr>
                <p14:cNvContentPartPr/>
                <p14:nvPr/>
              </p14:nvContentPartPr>
              <p14:xfrm>
                <a:off x="4963478" y="3004056"/>
                <a:ext cx="83520" cy="18360"/>
              </p14:xfrm>
            </p:contentPart>
          </mc:Choice>
          <mc:Fallback xmlns="">
            <p:pic>
              <p:nvPicPr>
                <p:cNvPr id="42" name="Ink 41">
                  <a:extLst>
                    <a:ext uri="{FF2B5EF4-FFF2-40B4-BE49-F238E27FC236}">
                      <a16:creationId xmlns:a16="http://schemas.microsoft.com/office/drawing/2014/main" id="{DB2C1111-E364-7DE5-D6D9-87BB5C537205}"/>
                    </a:ext>
                  </a:extLst>
                </p:cNvPr>
                <p:cNvPicPr/>
                <p:nvPr/>
              </p:nvPicPr>
              <p:blipFill>
                <a:blip r:embed="rId438"/>
                <a:stretch>
                  <a:fillRect/>
                </a:stretch>
              </p:blipFill>
              <p:spPr>
                <a:xfrm>
                  <a:off x="4957358" y="2997936"/>
                  <a:ext cx="9576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439">
              <p14:nvContentPartPr>
                <p14:cNvPr id="222" name="Ink 221">
                  <a:extLst>
                    <a:ext uri="{FF2B5EF4-FFF2-40B4-BE49-F238E27FC236}">
                      <a16:creationId xmlns:a16="http://schemas.microsoft.com/office/drawing/2014/main" id="{B78C2DD6-9A94-479B-10DD-55F10B0B8F6B}"/>
                    </a:ext>
                  </a:extLst>
                </p14:cNvPr>
                <p14:cNvContentPartPr/>
                <p14:nvPr/>
              </p14:nvContentPartPr>
              <p14:xfrm>
                <a:off x="119678" y="491256"/>
                <a:ext cx="2533320" cy="3329280"/>
              </p14:xfrm>
            </p:contentPart>
          </mc:Choice>
          <mc:Fallback xmlns="">
            <p:pic>
              <p:nvPicPr>
                <p:cNvPr id="222" name="Ink 221">
                  <a:extLst>
                    <a:ext uri="{FF2B5EF4-FFF2-40B4-BE49-F238E27FC236}">
                      <a16:creationId xmlns:a16="http://schemas.microsoft.com/office/drawing/2014/main" id="{B78C2DD6-9A94-479B-10DD-55F10B0B8F6B}"/>
                    </a:ext>
                  </a:extLst>
                </p:cNvPr>
                <p:cNvPicPr/>
                <p:nvPr/>
              </p:nvPicPr>
              <p:blipFill>
                <a:blip r:embed="rId440"/>
                <a:stretch>
                  <a:fillRect/>
                </a:stretch>
              </p:blipFill>
              <p:spPr>
                <a:xfrm>
                  <a:off x="113558" y="485136"/>
                  <a:ext cx="2545560" cy="3341520"/>
                </a:xfrm>
                <a:prstGeom prst="rect">
                  <a:avLst/>
                </a:prstGeom>
              </p:spPr>
            </p:pic>
          </mc:Fallback>
        </mc:AlternateContent>
        <mc:AlternateContent xmlns:mc="http://schemas.openxmlformats.org/markup-compatibility/2006" xmlns:p14="http://schemas.microsoft.com/office/powerpoint/2010/main">
          <mc:Choice Requires="p14">
            <p:contentPart p14:bwMode="auto" r:id="rId441">
              <p14:nvContentPartPr>
                <p14:cNvPr id="223" name="Ink 222">
                  <a:extLst>
                    <a:ext uri="{FF2B5EF4-FFF2-40B4-BE49-F238E27FC236}">
                      <a16:creationId xmlns:a16="http://schemas.microsoft.com/office/drawing/2014/main" id="{D1AB32CD-7806-9F45-787B-A010E1F2E28A}"/>
                    </a:ext>
                  </a:extLst>
                </p14:cNvPr>
                <p14:cNvContentPartPr/>
                <p14:nvPr/>
              </p14:nvContentPartPr>
              <p14:xfrm>
                <a:off x="743918" y="2191896"/>
                <a:ext cx="183960" cy="347040"/>
              </p14:xfrm>
            </p:contentPart>
          </mc:Choice>
          <mc:Fallback xmlns="">
            <p:pic>
              <p:nvPicPr>
                <p:cNvPr id="223" name="Ink 222">
                  <a:extLst>
                    <a:ext uri="{FF2B5EF4-FFF2-40B4-BE49-F238E27FC236}">
                      <a16:creationId xmlns:a16="http://schemas.microsoft.com/office/drawing/2014/main" id="{D1AB32CD-7806-9F45-787B-A010E1F2E28A}"/>
                    </a:ext>
                  </a:extLst>
                </p:cNvPr>
                <p:cNvPicPr/>
                <p:nvPr/>
              </p:nvPicPr>
              <p:blipFill>
                <a:blip r:embed="rId442"/>
                <a:stretch>
                  <a:fillRect/>
                </a:stretch>
              </p:blipFill>
              <p:spPr>
                <a:xfrm>
                  <a:off x="737798" y="2185776"/>
                  <a:ext cx="196200" cy="359280"/>
                </a:xfrm>
                <a:prstGeom prst="rect">
                  <a:avLst/>
                </a:prstGeom>
              </p:spPr>
            </p:pic>
          </mc:Fallback>
        </mc:AlternateContent>
        <mc:AlternateContent xmlns:mc="http://schemas.openxmlformats.org/markup-compatibility/2006" xmlns:p14="http://schemas.microsoft.com/office/powerpoint/2010/main">
          <mc:Choice Requires="p14">
            <p:contentPart p14:bwMode="auto" r:id="rId443">
              <p14:nvContentPartPr>
                <p14:cNvPr id="224" name="Ink 223">
                  <a:extLst>
                    <a:ext uri="{FF2B5EF4-FFF2-40B4-BE49-F238E27FC236}">
                      <a16:creationId xmlns:a16="http://schemas.microsoft.com/office/drawing/2014/main" id="{07C93287-6458-5F1A-A69E-BF3339FCAFDA}"/>
                    </a:ext>
                  </a:extLst>
                </p14:cNvPr>
                <p14:cNvContentPartPr/>
                <p14:nvPr/>
              </p14:nvContentPartPr>
              <p14:xfrm>
                <a:off x="753638" y="2186496"/>
                <a:ext cx="142200" cy="155520"/>
              </p14:xfrm>
            </p:contentPart>
          </mc:Choice>
          <mc:Fallback xmlns="">
            <p:pic>
              <p:nvPicPr>
                <p:cNvPr id="224" name="Ink 223">
                  <a:extLst>
                    <a:ext uri="{FF2B5EF4-FFF2-40B4-BE49-F238E27FC236}">
                      <a16:creationId xmlns:a16="http://schemas.microsoft.com/office/drawing/2014/main" id="{07C93287-6458-5F1A-A69E-BF3339FCAFDA}"/>
                    </a:ext>
                  </a:extLst>
                </p:cNvPr>
                <p:cNvPicPr/>
                <p:nvPr/>
              </p:nvPicPr>
              <p:blipFill>
                <a:blip r:embed="rId444"/>
                <a:stretch>
                  <a:fillRect/>
                </a:stretch>
              </p:blipFill>
              <p:spPr>
                <a:xfrm>
                  <a:off x="747518" y="2180376"/>
                  <a:ext cx="15444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445">
              <p14:nvContentPartPr>
                <p14:cNvPr id="225" name="Ink 224">
                  <a:extLst>
                    <a:ext uri="{FF2B5EF4-FFF2-40B4-BE49-F238E27FC236}">
                      <a16:creationId xmlns:a16="http://schemas.microsoft.com/office/drawing/2014/main" id="{E85346A9-DBF3-A388-1BE0-682CCC026D41}"/>
                    </a:ext>
                  </a:extLst>
                </p14:cNvPr>
                <p14:cNvContentPartPr/>
                <p14:nvPr/>
              </p14:nvContentPartPr>
              <p14:xfrm>
                <a:off x="893318" y="2098656"/>
                <a:ext cx="108000" cy="103680"/>
              </p14:xfrm>
            </p:contentPart>
          </mc:Choice>
          <mc:Fallback xmlns="">
            <p:pic>
              <p:nvPicPr>
                <p:cNvPr id="225" name="Ink 224">
                  <a:extLst>
                    <a:ext uri="{FF2B5EF4-FFF2-40B4-BE49-F238E27FC236}">
                      <a16:creationId xmlns:a16="http://schemas.microsoft.com/office/drawing/2014/main" id="{E85346A9-DBF3-A388-1BE0-682CCC026D41}"/>
                    </a:ext>
                  </a:extLst>
                </p:cNvPr>
                <p:cNvPicPr/>
                <p:nvPr/>
              </p:nvPicPr>
              <p:blipFill>
                <a:blip r:embed="rId446"/>
                <a:stretch>
                  <a:fillRect/>
                </a:stretch>
              </p:blipFill>
              <p:spPr>
                <a:xfrm>
                  <a:off x="887198" y="2092536"/>
                  <a:ext cx="12024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447">
              <p14:nvContentPartPr>
                <p14:cNvPr id="226" name="Ink 225">
                  <a:extLst>
                    <a:ext uri="{FF2B5EF4-FFF2-40B4-BE49-F238E27FC236}">
                      <a16:creationId xmlns:a16="http://schemas.microsoft.com/office/drawing/2014/main" id="{F84E109C-A447-178D-64C7-EBB56B398904}"/>
                    </a:ext>
                  </a:extLst>
                </p14:cNvPr>
                <p14:cNvContentPartPr/>
                <p14:nvPr/>
              </p14:nvContentPartPr>
              <p14:xfrm>
                <a:off x="966398" y="2042496"/>
                <a:ext cx="187200" cy="191160"/>
              </p14:xfrm>
            </p:contentPart>
          </mc:Choice>
          <mc:Fallback xmlns="">
            <p:pic>
              <p:nvPicPr>
                <p:cNvPr id="226" name="Ink 225">
                  <a:extLst>
                    <a:ext uri="{FF2B5EF4-FFF2-40B4-BE49-F238E27FC236}">
                      <a16:creationId xmlns:a16="http://schemas.microsoft.com/office/drawing/2014/main" id="{F84E109C-A447-178D-64C7-EBB56B398904}"/>
                    </a:ext>
                  </a:extLst>
                </p:cNvPr>
                <p:cNvPicPr/>
                <p:nvPr/>
              </p:nvPicPr>
              <p:blipFill>
                <a:blip r:embed="rId448"/>
                <a:stretch>
                  <a:fillRect/>
                </a:stretch>
              </p:blipFill>
              <p:spPr>
                <a:xfrm>
                  <a:off x="960278" y="2036376"/>
                  <a:ext cx="19944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449">
              <p14:nvContentPartPr>
                <p14:cNvPr id="227" name="Ink 226">
                  <a:extLst>
                    <a:ext uri="{FF2B5EF4-FFF2-40B4-BE49-F238E27FC236}">
                      <a16:creationId xmlns:a16="http://schemas.microsoft.com/office/drawing/2014/main" id="{3DFBA56A-74B9-E0E3-37BD-D245E1D0BC9D}"/>
                    </a:ext>
                  </a:extLst>
                </p14:cNvPr>
                <p14:cNvContentPartPr/>
                <p14:nvPr/>
              </p14:nvContentPartPr>
              <p14:xfrm>
                <a:off x="981158" y="2000016"/>
                <a:ext cx="117000" cy="100440"/>
              </p14:xfrm>
            </p:contentPart>
          </mc:Choice>
          <mc:Fallback xmlns="">
            <p:pic>
              <p:nvPicPr>
                <p:cNvPr id="227" name="Ink 226">
                  <a:extLst>
                    <a:ext uri="{FF2B5EF4-FFF2-40B4-BE49-F238E27FC236}">
                      <a16:creationId xmlns:a16="http://schemas.microsoft.com/office/drawing/2014/main" id="{3DFBA56A-74B9-E0E3-37BD-D245E1D0BC9D}"/>
                    </a:ext>
                  </a:extLst>
                </p:cNvPr>
                <p:cNvPicPr/>
                <p:nvPr/>
              </p:nvPicPr>
              <p:blipFill>
                <a:blip r:embed="rId450"/>
                <a:stretch>
                  <a:fillRect/>
                </a:stretch>
              </p:blipFill>
              <p:spPr>
                <a:xfrm>
                  <a:off x="975038" y="1993896"/>
                  <a:ext cx="12924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451">
              <p14:nvContentPartPr>
                <p14:cNvPr id="228" name="Ink 227">
                  <a:extLst>
                    <a:ext uri="{FF2B5EF4-FFF2-40B4-BE49-F238E27FC236}">
                      <a16:creationId xmlns:a16="http://schemas.microsoft.com/office/drawing/2014/main" id="{EE56A20D-15DE-DC70-0203-AAEA867F3D12}"/>
                    </a:ext>
                  </a:extLst>
                </p14:cNvPr>
                <p14:cNvContentPartPr/>
                <p14:nvPr/>
              </p14:nvContentPartPr>
              <p14:xfrm>
                <a:off x="1102478" y="1729296"/>
                <a:ext cx="228600" cy="267120"/>
              </p14:xfrm>
            </p:contentPart>
          </mc:Choice>
          <mc:Fallback xmlns="">
            <p:pic>
              <p:nvPicPr>
                <p:cNvPr id="228" name="Ink 227">
                  <a:extLst>
                    <a:ext uri="{FF2B5EF4-FFF2-40B4-BE49-F238E27FC236}">
                      <a16:creationId xmlns:a16="http://schemas.microsoft.com/office/drawing/2014/main" id="{EE56A20D-15DE-DC70-0203-AAEA867F3D12}"/>
                    </a:ext>
                  </a:extLst>
                </p:cNvPr>
                <p:cNvPicPr/>
                <p:nvPr/>
              </p:nvPicPr>
              <p:blipFill>
                <a:blip r:embed="rId452"/>
                <a:stretch>
                  <a:fillRect/>
                </a:stretch>
              </p:blipFill>
              <p:spPr>
                <a:xfrm>
                  <a:off x="1096358" y="1723176"/>
                  <a:ext cx="24084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453">
              <p14:nvContentPartPr>
                <p14:cNvPr id="229" name="Ink 228">
                  <a:extLst>
                    <a:ext uri="{FF2B5EF4-FFF2-40B4-BE49-F238E27FC236}">
                      <a16:creationId xmlns:a16="http://schemas.microsoft.com/office/drawing/2014/main" id="{80C383F2-577A-A104-88FC-325BE921C8BA}"/>
                    </a:ext>
                  </a:extLst>
                </p14:cNvPr>
                <p14:cNvContentPartPr/>
                <p14:nvPr/>
              </p14:nvContentPartPr>
              <p14:xfrm>
                <a:off x="1313798" y="1730016"/>
                <a:ext cx="119880" cy="76680"/>
              </p14:xfrm>
            </p:contentPart>
          </mc:Choice>
          <mc:Fallback xmlns="">
            <p:pic>
              <p:nvPicPr>
                <p:cNvPr id="229" name="Ink 228">
                  <a:extLst>
                    <a:ext uri="{FF2B5EF4-FFF2-40B4-BE49-F238E27FC236}">
                      <a16:creationId xmlns:a16="http://schemas.microsoft.com/office/drawing/2014/main" id="{80C383F2-577A-A104-88FC-325BE921C8BA}"/>
                    </a:ext>
                  </a:extLst>
                </p:cNvPr>
                <p:cNvPicPr/>
                <p:nvPr/>
              </p:nvPicPr>
              <p:blipFill>
                <a:blip r:embed="rId454"/>
                <a:stretch>
                  <a:fillRect/>
                </a:stretch>
              </p:blipFill>
              <p:spPr>
                <a:xfrm>
                  <a:off x="1307678" y="1723896"/>
                  <a:ext cx="13212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455">
              <p14:nvContentPartPr>
                <p14:cNvPr id="230" name="Ink 229">
                  <a:extLst>
                    <a:ext uri="{FF2B5EF4-FFF2-40B4-BE49-F238E27FC236}">
                      <a16:creationId xmlns:a16="http://schemas.microsoft.com/office/drawing/2014/main" id="{09BE5DD5-EF14-0973-17B9-C736C71454E6}"/>
                    </a:ext>
                  </a:extLst>
                </p14:cNvPr>
                <p14:cNvContentPartPr/>
                <p14:nvPr/>
              </p14:nvContentPartPr>
              <p14:xfrm>
                <a:off x="1336838" y="1575936"/>
                <a:ext cx="230400" cy="108720"/>
              </p14:xfrm>
            </p:contentPart>
          </mc:Choice>
          <mc:Fallback xmlns="">
            <p:pic>
              <p:nvPicPr>
                <p:cNvPr id="230" name="Ink 229">
                  <a:extLst>
                    <a:ext uri="{FF2B5EF4-FFF2-40B4-BE49-F238E27FC236}">
                      <a16:creationId xmlns:a16="http://schemas.microsoft.com/office/drawing/2014/main" id="{09BE5DD5-EF14-0973-17B9-C736C71454E6}"/>
                    </a:ext>
                  </a:extLst>
                </p:cNvPr>
                <p:cNvPicPr/>
                <p:nvPr/>
              </p:nvPicPr>
              <p:blipFill>
                <a:blip r:embed="rId456"/>
                <a:stretch>
                  <a:fillRect/>
                </a:stretch>
              </p:blipFill>
              <p:spPr>
                <a:xfrm>
                  <a:off x="1330718" y="1569816"/>
                  <a:ext cx="24264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457">
              <p14:nvContentPartPr>
                <p14:cNvPr id="231" name="Ink 230">
                  <a:extLst>
                    <a:ext uri="{FF2B5EF4-FFF2-40B4-BE49-F238E27FC236}">
                      <a16:creationId xmlns:a16="http://schemas.microsoft.com/office/drawing/2014/main" id="{2FBA9DB5-D68D-54E8-8F58-28212CD5AC19}"/>
                    </a:ext>
                  </a:extLst>
                </p14:cNvPr>
                <p14:cNvContentPartPr/>
                <p14:nvPr/>
              </p14:nvContentPartPr>
              <p14:xfrm>
                <a:off x="1443758" y="1512576"/>
                <a:ext cx="29160" cy="26280"/>
              </p14:xfrm>
            </p:contentPart>
          </mc:Choice>
          <mc:Fallback xmlns="">
            <p:pic>
              <p:nvPicPr>
                <p:cNvPr id="231" name="Ink 230">
                  <a:extLst>
                    <a:ext uri="{FF2B5EF4-FFF2-40B4-BE49-F238E27FC236}">
                      <a16:creationId xmlns:a16="http://schemas.microsoft.com/office/drawing/2014/main" id="{2FBA9DB5-D68D-54E8-8F58-28212CD5AC19}"/>
                    </a:ext>
                  </a:extLst>
                </p:cNvPr>
                <p:cNvPicPr/>
                <p:nvPr/>
              </p:nvPicPr>
              <p:blipFill>
                <a:blip r:embed="rId458"/>
                <a:stretch>
                  <a:fillRect/>
                </a:stretch>
              </p:blipFill>
              <p:spPr>
                <a:xfrm>
                  <a:off x="1437638" y="1506456"/>
                  <a:ext cx="4140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459">
              <p14:nvContentPartPr>
                <p14:cNvPr id="232" name="Ink 231">
                  <a:extLst>
                    <a:ext uri="{FF2B5EF4-FFF2-40B4-BE49-F238E27FC236}">
                      <a16:creationId xmlns:a16="http://schemas.microsoft.com/office/drawing/2014/main" id="{2FAE06B7-88AD-BE26-A1C2-5E2BA05B5470}"/>
                    </a:ext>
                  </a:extLst>
                </p14:cNvPr>
                <p14:cNvContentPartPr/>
                <p14:nvPr/>
              </p14:nvContentPartPr>
              <p14:xfrm>
                <a:off x="1547078" y="1382976"/>
                <a:ext cx="234360" cy="184680"/>
              </p14:xfrm>
            </p:contentPart>
          </mc:Choice>
          <mc:Fallback xmlns="">
            <p:pic>
              <p:nvPicPr>
                <p:cNvPr id="232" name="Ink 231">
                  <a:extLst>
                    <a:ext uri="{FF2B5EF4-FFF2-40B4-BE49-F238E27FC236}">
                      <a16:creationId xmlns:a16="http://schemas.microsoft.com/office/drawing/2014/main" id="{2FAE06B7-88AD-BE26-A1C2-5E2BA05B5470}"/>
                    </a:ext>
                  </a:extLst>
                </p:cNvPr>
                <p:cNvPicPr/>
                <p:nvPr/>
              </p:nvPicPr>
              <p:blipFill>
                <a:blip r:embed="rId460"/>
                <a:stretch>
                  <a:fillRect/>
                </a:stretch>
              </p:blipFill>
              <p:spPr>
                <a:xfrm>
                  <a:off x="1540958" y="1376856"/>
                  <a:ext cx="24660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461">
              <p14:nvContentPartPr>
                <p14:cNvPr id="7" name="Ink 6">
                  <a:extLst>
                    <a:ext uri="{FF2B5EF4-FFF2-40B4-BE49-F238E27FC236}">
                      <a16:creationId xmlns:a16="http://schemas.microsoft.com/office/drawing/2014/main" id="{039BA33E-47E3-EDE8-CBF0-5F005F0A1BE2}"/>
                    </a:ext>
                  </a:extLst>
                </p14:cNvPr>
                <p14:cNvContentPartPr/>
                <p14:nvPr/>
              </p14:nvContentPartPr>
              <p14:xfrm>
                <a:off x="4618598" y="1388016"/>
                <a:ext cx="102600" cy="7200"/>
              </p14:xfrm>
            </p:contentPart>
          </mc:Choice>
          <mc:Fallback xmlns="">
            <p:pic>
              <p:nvPicPr>
                <p:cNvPr id="7" name="Ink 6">
                  <a:extLst>
                    <a:ext uri="{FF2B5EF4-FFF2-40B4-BE49-F238E27FC236}">
                      <a16:creationId xmlns:a16="http://schemas.microsoft.com/office/drawing/2014/main" id="{039BA33E-47E3-EDE8-CBF0-5F005F0A1BE2}"/>
                    </a:ext>
                  </a:extLst>
                </p:cNvPr>
                <p:cNvPicPr/>
                <p:nvPr/>
              </p:nvPicPr>
              <p:blipFill>
                <a:blip r:embed="rId462"/>
                <a:stretch>
                  <a:fillRect/>
                </a:stretch>
              </p:blipFill>
              <p:spPr>
                <a:xfrm>
                  <a:off x="4612478" y="1381896"/>
                  <a:ext cx="11484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463">
              <p14:nvContentPartPr>
                <p14:cNvPr id="8" name="Ink 7">
                  <a:extLst>
                    <a:ext uri="{FF2B5EF4-FFF2-40B4-BE49-F238E27FC236}">
                      <a16:creationId xmlns:a16="http://schemas.microsoft.com/office/drawing/2014/main" id="{6B4F7C54-4CC8-A6E8-3BFC-38F334DF8C50}"/>
                    </a:ext>
                  </a:extLst>
                </p14:cNvPr>
                <p14:cNvContentPartPr/>
                <p14:nvPr/>
              </p14:nvContentPartPr>
              <p14:xfrm>
                <a:off x="4630838" y="1469736"/>
                <a:ext cx="92520" cy="18360"/>
              </p14:xfrm>
            </p:contentPart>
          </mc:Choice>
          <mc:Fallback xmlns="">
            <p:pic>
              <p:nvPicPr>
                <p:cNvPr id="8" name="Ink 7">
                  <a:extLst>
                    <a:ext uri="{FF2B5EF4-FFF2-40B4-BE49-F238E27FC236}">
                      <a16:creationId xmlns:a16="http://schemas.microsoft.com/office/drawing/2014/main" id="{6B4F7C54-4CC8-A6E8-3BFC-38F334DF8C50}"/>
                    </a:ext>
                  </a:extLst>
                </p:cNvPr>
                <p:cNvPicPr/>
                <p:nvPr/>
              </p:nvPicPr>
              <p:blipFill>
                <a:blip r:embed="rId464"/>
                <a:stretch>
                  <a:fillRect/>
                </a:stretch>
              </p:blipFill>
              <p:spPr>
                <a:xfrm>
                  <a:off x="4624718" y="1463616"/>
                  <a:ext cx="10476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465">
              <p14:nvContentPartPr>
                <p14:cNvPr id="38" name="Ink 37">
                  <a:extLst>
                    <a:ext uri="{FF2B5EF4-FFF2-40B4-BE49-F238E27FC236}">
                      <a16:creationId xmlns:a16="http://schemas.microsoft.com/office/drawing/2014/main" id="{002CA9E5-F144-2A11-6EC8-5FAD55BD9350}"/>
                    </a:ext>
                  </a:extLst>
                </p14:cNvPr>
                <p14:cNvContentPartPr/>
                <p14:nvPr/>
              </p14:nvContentPartPr>
              <p14:xfrm>
                <a:off x="4068158" y="2897856"/>
                <a:ext cx="352080" cy="249840"/>
              </p14:xfrm>
            </p:contentPart>
          </mc:Choice>
          <mc:Fallback xmlns="">
            <p:pic>
              <p:nvPicPr>
                <p:cNvPr id="38" name="Ink 37">
                  <a:extLst>
                    <a:ext uri="{FF2B5EF4-FFF2-40B4-BE49-F238E27FC236}">
                      <a16:creationId xmlns:a16="http://schemas.microsoft.com/office/drawing/2014/main" id="{002CA9E5-F144-2A11-6EC8-5FAD55BD9350}"/>
                    </a:ext>
                  </a:extLst>
                </p:cNvPr>
                <p:cNvPicPr/>
                <p:nvPr/>
              </p:nvPicPr>
              <p:blipFill>
                <a:blip r:embed="rId466"/>
                <a:stretch>
                  <a:fillRect/>
                </a:stretch>
              </p:blipFill>
              <p:spPr>
                <a:xfrm>
                  <a:off x="4062038" y="2891736"/>
                  <a:ext cx="36432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467">
              <p14:nvContentPartPr>
                <p14:cNvPr id="39" name="Ink 38">
                  <a:extLst>
                    <a:ext uri="{FF2B5EF4-FFF2-40B4-BE49-F238E27FC236}">
                      <a16:creationId xmlns:a16="http://schemas.microsoft.com/office/drawing/2014/main" id="{A1A506BC-34E2-E984-16A1-9CDACAF5BA33}"/>
                    </a:ext>
                  </a:extLst>
                </p14:cNvPr>
                <p14:cNvContentPartPr/>
                <p14:nvPr/>
              </p14:nvContentPartPr>
              <p14:xfrm>
                <a:off x="4360118" y="3114936"/>
                <a:ext cx="173520" cy="141480"/>
              </p14:xfrm>
            </p:contentPart>
          </mc:Choice>
          <mc:Fallback xmlns="">
            <p:pic>
              <p:nvPicPr>
                <p:cNvPr id="39" name="Ink 38">
                  <a:extLst>
                    <a:ext uri="{FF2B5EF4-FFF2-40B4-BE49-F238E27FC236}">
                      <a16:creationId xmlns:a16="http://schemas.microsoft.com/office/drawing/2014/main" id="{A1A506BC-34E2-E984-16A1-9CDACAF5BA33}"/>
                    </a:ext>
                  </a:extLst>
                </p:cNvPr>
                <p:cNvPicPr/>
                <p:nvPr/>
              </p:nvPicPr>
              <p:blipFill>
                <a:blip r:embed="rId468"/>
                <a:stretch>
                  <a:fillRect/>
                </a:stretch>
              </p:blipFill>
              <p:spPr>
                <a:xfrm>
                  <a:off x="4353998" y="3108816"/>
                  <a:ext cx="18576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469">
              <p14:nvContentPartPr>
                <p14:cNvPr id="40" name="Ink 39">
                  <a:extLst>
                    <a:ext uri="{FF2B5EF4-FFF2-40B4-BE49-F238E27FC236}">
                      <a16:creationId xmlns:a16="http://schemas.microsoft.com/office/drawing/2014/main" id="{522DEA95-C381-7856-C916-4C5EC0B63723}"/>
                    </a:ext>
                  </a:extLst>
                </p14:cNvPr>
                <p14:cNvContentPartPr/>
                <p14:nvPr/>
              </p14:nvContentPartPr>
              <p14:xfrm>
                <a:off x="4523918" y="3106656"/>
                <a:ext cx="173520" cy="106560"/>
              </p14:xfrm>
            </p:contentPart>
          </mc:Choice>
          <mc:Fallback xmlns="">
            <p:pic>
              <p:nvPicPr>
                <p:cNvPr id="40" name="Ink 39">
                  <a:extLst>
                    <a:ext uri="{FF2B5EF4-FFF2-40B4-BE49-F238E27FC236}">
                      <a16:creationId xmlns:a16="http://schemas.microsoft.com/office/drawing/2014/main" id="{522DEA95-C381-7856-C916-4C5EC0B63723}"/>
                    </a:ext>
                  </a:extLst>
                </p:cNvPr>
                <p:cNvPicPr/>
                <p:nvPr/>
              </p:nvPicPr>
              <p:blipFill>
                <a:blip r:embed="rId470"/>
                <a:stretch>
                  <a:fillRect/>
                </a:stretch>
              </p:blipFill>
              <p:spPr>
                <a:xfrm>
                  <a:off x="4517798" y="3100536"/>
                  <a:ext cx="18576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471">
              <p14:nvContentPartPr>
                <p14:cNvPr id="4" name="Ink 3">
                  <a:extLst>
                    <a:ext uri="{FF2B5EF4-FFF2-40B4-BE49-F238E27FC236}">
                      <a16:creationId xmlns:a16="http://schemas.microsoft.com/office/drawing/2014/main" id="{6F155E6D-48D7-DABB-FCDC-284FFDFA66EC}"/>
                    </a:ext>
                  </a:extLst>
                </p14:cNvPr>
                <p14:cNvContentPartPr/>
                <p14:nvPr/>
              </p14:nvContentPartPr>
              <p14:xfrm>
                <a:off x="3956558" y="1326456"/>
                <a:ext cx="361800" cy="259920"/>
              </p14:xfrm>
            </p:contentPart>
          </mc:Choice>
          <mc:Fallback xmlns="">
            <p:pic>
              <p:nvPicPr>
                <p:cNvPr id="4" name="Ink 3">
                  <a:extLst>
                    <a:ext uri="{FF2B5EF4-FFF2-40B4-BE49-F238E27FC236}">
                      <a16:creationId xmlns:a16="http://schemas.microsoft.com/office/drawing/2014/main" id="{6F155E6D-48D7-DABB-FCDC-284FFDFA66EC}"/>
                    </a:ext>
                  </a:extLst>
                </p:cNvPr>
                <p:cNvPicPr/>
                <p:nvPr/>
              </p:nvPicPr>
              <p:blipFill>
                <a:blip r:embed="rId472"/>
                <a:stretch>
                  <a:fillRect/>
                </a:stretch>
              </p:blipFill>
              <p:spPr>
                <a:xfrm>
                  <a:off x="3950438" y="1320336"/>
                  <a:ext cx="37404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473">
              <p14:nvContentPartPr>
                <p14:cNvPr id="5" name="Ink 4">
                  <a:extLst>
                    <a:ext uri="{FF2B5EF4-FFF2-40B4-BE49-F238E27FC236}">
                      <a16:creationId xmlns:a16="http://schemas.microsoft.com/office/drawing/2014/main" id="{9A6C2DBC-6FC6-484A-7DB3-D15F51676E60}"/>
                    </a:ext>
                  </a:extLst>
                </p14:cNvPr>
                <p14:cNvContentPartPr/>
                <p14:nvPr/>
              </p14:nvContentPartPr>
              <p14:xfrm>
                <a:off x="4220798" y="1533456"/>
                <a:ext cx="20160" cy="142560"/>
              </p14:xfrm>
            </p:contentPart>
          </mc:Choice>
          <mc:Fallback xmlns="">
            <p:pic>
              <p:nvPicPr>
                <p:cNvPr id="5" name="Ink 4">
                  <a:extLst>
                    <a:ext uri="{FF2B5EF4-FFF2-40B4-BE49-F238E27FC236}">
                      <a16:creationId xmlns:a16="http://schemas.microsoft.com/office/drawing/2014/main" id="{9A6C2DBC-6FC6-484A-7DB3-D15F51676E60}"/>
                    </a:ext>
                  </a:extLst>
                </p:cNvPr>
                <p:cNvPicPr/>
                <p:nvPr/>
              </p:nvPicPr>
              <p:blipFill>
                <a:blip r:embed="rId474"/>
                <a:stretch>
                  <a:fillRect/>
                </a:stretch>
              </p:blipFill>
              <p:spPr>
                <a:xfrm>
                  <a:off x="4214678" y="1527336"/>
                  <a:ext cx="3240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475">
              <p14:nvContentPartPr>
                <p14:cNvPr id="6" name="Ink 5">
                  <a:extLst>
                    <a:ext uri="{FF2B5EF4-FFF2-40B4-BE49-F238E27FC236}">
                      <a16:creationId xmlns:a16="http://schemas.microsoft.com/office/drawing/2014/main" id="{50C45EE6-07E9-5630-102E-5FFFC2EE57CD}"/>
                    </a:ext>
                  </a:extLst>
                </p14:cNvPr>
                <p14:cNvContentPartPr/>
                <p14:nvPr/>
              </p14:nvContentPartPr>
              <p14:xfrm>
                <a:off x="4293878" y="1559016"/>
                <a:ext cx="34200" cy="134280"/>
              </p14:xfrm>
            </p:contentPart>
          </mc:Choice>
          <mc:Fallback xmlns="">
            <p:pic>
              <p:nvPicPr>
                <p:cNvPr id="6" name="Ink 5">
                  <a:extLst>
                    <a:ext uri="{FF2B5EF4-FFF2-40B4-BE49-F238E27FC236}">
                      <a16:creationId xmlns:a16="http://schemas.microsoft.com/office/drawing/2014/main" id="{50C45EE6-07E9-5630-102E-5FFFC2EE57CD}"/>
                    </a:ext>
                  </a:extLst>
                </p:cNvPr>
                <p:cNvPicPr/>
                <p:nvPr/>
              </p:nvPicPr>
              <p:blipFill>
                <a:blip r:embed="rId476"/>
                <a:stretch>
                  <a:fillRect/>
                </a:stretch>
              </p:blipFill>
              <p:spPr>
                <a:xfrm>
                  <a:off x="4287758" y="1552896"/>
                  <a:ext cx="464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477">
              <p14:nvContentPartPr>
                <p14:cNvPr id="298" name="Ink 297">
                  <a:extLst>
                    <a:ext uri="{FF2B5EF4-FFF2-40B4-BE49-F238E27FC236}">
                      <a16:creationId xmlns:a16="http://schemas.microsoft.com/office/drawing/2014/main" id="{EEF803CD-412E-52DA-B0ED-16A10F4262AD}"/>
                    </a:ext>
                  </a:extLst>
                </p14:cNvPr>
                <p14:cNvContentPartPr/>
                <p14:nvPr/>
              </p14:nvContentPartPr>
              <p14:xfrm>
                <a:off x="2969078" y="426096"/>
                <a:ext cx="1047600" cy="844200"/>
              </p14:xfrm>
            </p:contentPart>
          </mc:Choice>
          <mc:Fallback xmlns="">
            <p:pic>
              <p:nvPicPr>
                <p:cNvPr id="298" name="Ink 297">
                  <a:extLst>
                    <a:ext uri="{FF2B5EF4-FFF2-40B4-BE49-F238E27FC236}">
                      <a16:creationId xmlns:a16="http://schemas.microsoft.com/office/drawing/2014/main" id="{EEF803CD-412E-52DA-B0ED-16A10F4262AD}"/>
                    </a:ext>
                  </a:extLst>
                </p:cNvPr>
                <p:cNvPicPr/>
                <p:nvPr/>
              </p:nvPicPr>
              <p:blipFill>
                <a:blip r:embed="rId478"/>
                <a:stretch>
                  <a:fillRect/>
                </a:stretch>
              </p:blipFill>
              <p:spPr>
                <a:xfrm>
                  <a:off x="2962958" y="419976"/>
                  <a:ext cx="1059840" cy="856440"/>
                </a:xfrm>
                <a:prstGeom prst="rect">
                  <a:avLst/>
                </a:prstGeom>
              </p:spPr>
            </p:pic>
          </mc:Fallback>
        </mc:AlternateContent>
        <mc:AlternateContent xmlns:mc="http://schemas.openxmlformats.org/markup-compatibility/2006" xmlns:p14="http://schemas.microsoft.com/office/powerpoint/2010/main">
          <mc:Choice Requires="p14">
            <p:contentPart p14:bwMode="auto" r:id="rId479">
              <p14:nvContentPartPr>
                <p14:cNvPr id="300" name="Ink 299">
                  <a:extLst>
                    <a:ext uri="{FF2B5EF4-FFF2-40B4-BE49-F238E27FC236}">
                      <a16:creationId xmlns:a16="http://schemas.microsoft.com/office/drawing/2014/main" id="{1AAEC722-984D-6A36-0573-4D626045B728}"/>
                    </a:ext>
                  </a:extLst>
                </p14:cNvPr>
                <p14:cNvContentPartPr/>
                <p14:nvPr/>
              </p14:nvContentPartPr>
              <p14:xfrm>
                <a:off x="3237638" y="704016"/>
                <a:ext cx="15480" cy="12240"/>
              </p14:xfrm>
            </p:contentPart>
          </mc:Choice>
          <mc:Fallback xmlns="">
            <p:pic>
              <p:nvPicPr>
                <p:cNvPr id="300" name="Ink 299">
                  <a:extLst>
                    <a:ext uri="{FF2B5EF4-FFF2-40B4-BE49-F238E27FC236}">
                      <a16:creationId xmlns:a16="http://schemas.microsoft.com/office/drawing/2014/main" id="{1AAEC722-984D-6A36-0573-4D626045B728}"/>
                    </a:ext>
                  </a:extLst>
                </p:cNvPr>
                <p:cNvPicPr/>
                <p:nvPr/>
              </p:nvPicPr>
              <p:blipFill>
                <a:blip r:embed="rId480"/>
                <a:stretch>
                  <a:fillRect/>
                </a:stretch>
              </p:blipFill>
              <p:spPr>
                <a:xfrm>
                  <a:off x="3231518" y="697896"/>
                  <a:ext cx="2772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481">
              <p14:nvContentPartPr>
                <p14:cNvPr id="301" name="Ink 300">
                  <a:extLst>
                    <a:ext uri="{FF2B5EF4-FFF2-40B4-BE49-F238E27FC236}">
                      <a16:creationId xmlns:a16="http://schemas.microsoft.com/office/drawing/2014/main" id="{AC75C72B-E180-98E6-8B6B-10C79EC2D516}"/>
                    </a:ext>
                  </a:extLst>
                </p14:cNvPr>
                <p14:cNvContentPartPr/>
                <p14:nvPr/>
              </p14:nvContentPartPr>
              <p14:xfrm>
                <a:off x="3214598" y="671976"/>
                <a:ext cx="142560" cy="197280"/>
              </p14:xfrm>
            </p:contentPart>
          </mc:Choice>
          <mc:Fallback xmlns="">
            <p:pic>
              <p:nvPicPr>
                <p:cNvPr id="301" name="Ink 300">
                  <a:extLst>
                    <a:ext uri="{FF2B5EF4-FFF2-40B4-BE49-F238E27FC236}">
                      <a16:creationId xmlns:a16="http://schemas.microsoft.com/office/drawing/2014/main" id="{AC75C72B-E180-98E6-8B6B-10C79EC2D516}"/>
                    </a:ext>
                  </a:extLst>
                </p:cNvPr>
                <p:cNvPicPr/>
                <p:nvPr/>
              </p:nvPicPr>
              <p:blipFill>
                <a:blip r:embed="rId482"/>
                <a:stretch>
                  <a:fillRect/>
                </a:stretch>
              </p:blipFill>
              <p:spPr>
                <a:xfrm>
                  <a:off x="3208478" y="665856"/>
                  <a:ext cx="15480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483">
              <p14:nvContentPartPr>
                <p14:cNvPr id="302" name="Ink 301">
                  <a:extLst>
                    <a:ext uri="{FF2B5EF4-FFF2-40B4-BE49-F238E27FC236}">
                      <a16:creationId xmlns:a16="http://schemas.microsoft.com/office/drawing/2014/main" id="{B89C4388-2ADD-267D-10BC-03FCD1D21AC6}"/>
                    </a:ext>
                  </a:extLst>
                </p14:cNvPr>
                <p14:cNvContentPartPr/>
                <p14:nvPr/>
              </p14:nvContentPartPr>
              <p14:xfrm>
                <a:off x="3432398" y="773856"/>
                <a:ext cx="35640" cy="128520"/>
              </p14:xfrm>
            </p:contentPart>
          </mc:Choice>
          <mc:Fallback xmlns="">
            <p:pic>
              <p:nvPicPr>
                <p:cNvPr id="302" name="Ink 301">
                  <a:extLst>
                    <a:ext uri="{FF2B5EF4-FFF2-40B4-BE49-F238E27FC236}">
                      <a16:creationId xmlns:a16="http://schemas.microsoft.com/office/drawing/2014/main" id="{B89C4388-2ADD-267D-10BC-03FCD1D21AC6}"/>
                    </a:ext>
                  </a:extLst>
                </p:cNvPr>
                <p:cNvPicPr/>
                <p:nvPr/>
              </p:nvPicPr>
              <p:blipFill>
                <a:blip r:embed="rId484"/>
                <a:stretch>
                  <a:fillRect/>
                </a:stretch>
              </p:blipFill>
              <p:spPr>
                <a:xfrm>
                  <a:off x="3426278" y="767736"/>
                  <a:ext cx="4788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485">
              <p14:nvContentPartPr>
                <p14:cNvPr id="306" name="Ink 305">
                  <a:extLst>
                    <a:ext uri="{FF2B5EF4-FFF2-40B4-BE49-F238E27FC236}">
                      <a16:creationId xmlns:a16="http://schemas.microsoft.com/office/drawing/2014/main" id="{8292488F-8542-601D-61D9-5833E3D87514}"/>
                    </a:ext>
                  </a:extLst>
                </p14:cNvPr>
                <p14:cNvContentPartPr/>
                <p14:nvPr/>
              </p14:nvContentPartPr>
              <p14:xfrm>
                <a:off x="3060878" y="1737576"/>
                <a:ext cx="108720" cy="203040"/>
              </p14:xfrm>
            </p:contentPart>
          </mc:Choice>
          <mc:Fallback xmlns="">
            <p:pic>
              <p:nvPicPr>
                <p:cNvPr id="306" name="Ink 305">
                  <a:extLst>
                    <a:ext uri="{FF2B5EF4-FFF2-40B4-BE49-F238E27FC236}">
                      <a16:creationId xmlns:a16="http://schemas.microsoft.com/office/drawing/2014/main" id="{8292488F-8542-601D-61D9-5833E3D87514}"/>
                    </a:ext>
                  </a:extLst>
                </p:cNvPr>
                <p:cNvPicPr/>
                <p:nvPr/>
              </p:nvPicPr>
              <p:blipFill>
                <a:blip r:embed="rId486"/>
                <a:stretch>
                  <a:fillRect/>
                </a:stretch>
              </p:blipFill>
              <p:spPr>
                <a:xfrm>
                  <a:off x="3054758" y="1731456"/>
                  <a:ext cx="12096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487">
              <p14:nvContentPartPr>
                <p14:cNvPr id="307" name="Ink 306">
                  <a:extLst>
                    <a:ext uri="{FF2B5EF4-FFF2-40B4-BE49-F238E27FC236}">
                      <a16:creationId xmlns:a16="http://schemas.microsoft.com/office/drawing/2014/main" id="{42BA91AF-F21E-01B4-FFA4-68CA9A0FEF78}"/>
                    </a:ext>
                  </a:extLst>
                </p14:cNvPr>
                <p14:cNvContentPartPr/>
                <p14:nvPr/>
              </p14:nvContentPartPr>
              <p14:xfrm>
                <a:off x="3276518" y="1829736"/>
                <a:ext cx="134280" cy="96840"/>
              </p14:xfrm>
            </p:contentPart>
          </mc:Choice>
          <mc:Fallback xmlns="">
            <p:pic>
              <p:nvPicPr>
                <p:cNvPr id="307" name="Ink 306">
                  <a:extLst>
                    <a:ext uri="{FF2B5EF4-FFF2-40B4-BE49-F238E27FC236}">
                      <a16:creationId xmlns:a16="http://schemas.microsoft.com/office/drawing/2014/main" id="{42BA91AF-F21E-01B4-FFA4-68CA9A0FEF78}"/>
                    </a:ext>
                  </a:extLst>
                </p:cNvPr>
                <p:cNvPicPr/>
                <p:nvPr/>
              </p:nvPicPr>
              <p:blipFill>
                <a:blip r:embed="rId488"/>
                <a:stretch>
                  <a:fillRect/>
                </a:stretch>
              </p:blipFill>
              <p:spPr>
                <a:xfrm>
                  <a:off x="3270398" y="1823616"/>
                  <a:ext cx="14652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489">
              <p14:nvContentPartPr>
                <p14:cNvPr id="311" name="Ink 310">
                  <a:extLst>
                    <a:ext uri="{FF2B5EF4-FFF2-40B4-BE49-F238E27FC236}">
                      <a16:creationId xmlns:a16="http://schemas.microsoft.com/office/drawing/2014/main" id="{F869E824-C2AB-2F22-A704-390841BC5708}"/>
                    </a:ext>
                  </a:extLst>
                </p14:cNvPr>
                <p14:cNvContentPartPr/>
                <p14:nvPr/>
              </p14:nvContentPartPr>
              <p14:xfrm>
                <a:off x="2284358" y="2485296"/>
                <a:ext cx="949320" cy="914040"/>
              </p14:xfrm>
            </p:contentPart>
          </mc:Choice>
          <mc:Fallback xmlns="">
            <p:pic>
              <p:nvPicPr>
                <p:cNvPr id="311" name="Ink 310">
                  <a:extLst>
                    <a:ext uri="{FF2B5EF4-FFF2-40B4-BE49-F238E27FC236}">
                      <a16:creationId xmlns:a16="http://schemas.microsoft.com/office/drawing/2014/main" id="{F869E824-C2AB-2F22-A704-390841BC5708}"/>
                    </a:ext>
                  </a:extLst>
                </p:cNvPr>
                <p:cNvPicPr/>
                <p:nvPr/>
              </p:nvPicPr>
              <p:blipFill>
                <a:blip r:embed="rId490"/>
                <a:stretch>
                  <a:fillRect/>
                </a:stretch>
              </p:blipFill>
              <p:spPr>
                <a:xfrm>
                  <a:off x="2278238" y="2479176"/>
                  <a:ext cx="961560" cy="926280"/>
                </a:xfrm>
                <a:prstGeom prst="rect">
                  <a:avLst/>
                </a:prstGeom>
              </p:spPr>
            </p:pic>
          </mc:Fallback>
        </mc:AlternateContent>
        <mc:AlternateContent xmlns:mc="http://schemas.openxmlformats.org/markup-compatibility/2006" xmlns:p14="http://schemas.microsoft.com/office/powerpoint/2010/main">
          <mc:Choice Requires="p14">
            <p:contentPart p14:bwMode="auto" r:id="rId491">
              <p14:nvContentPartPr>
                <p14:cNvPr id="312" name="Ink 311">
                  <a:extLst>
                    <a:ext uri="{FF2B5EF4-FFF2-40B4-BE49-F238E27FC236}">
                      <a16:creationId xmlns:a16="http://schemas.microsoft.com/office/drawing/2014/main" id="{AB1C66A7-6FF1-34F0-4DC3-B3848127502E}"/>
                    </a:ext>
                  </a:extLst>
                </p14:cNvPr>
                <p14:cNvContentPartPr/>
                <p14:nvPr/>
              </p14:nvContentPartPr>
              <p14:xfrm>
                <a:off x="2489918" y="2809656"/>
                <a:ext cx="213480" cy="238320"/>
              </p14:xfrm>
            </p:contentPart>
          </mc:Choice>
          <mc:Fallback xmlns="">
            <p:pic>
              <p:nvPicPr>
                <p:cNvPr id="312" name="Ink 311">
                  <a:extLst>
                    <a:ext uri="{FF2B5EF4-FFF2-40B4-BE49-F238E27FC236}">
                      <a16:creationId xmlns:a16="http://schemas.microsoft.com/office/drawing/2014/main" id="{AB1C66A7-6FF1-34F0-4DC3-B3848127502E}"/>
                    </a:ext>
                  </a:extLst>
                </p:cNvPr>
                <p:cNvPicPr/>
                <p:nvPr/>
              </p:nvPicPr>
              <p:blipFill>
                <a:blip r:embed="rId492"/>
                <a:stretch>
                  <a:fillRect/>
                </a:stretch>
              </p:blipFill>
              <p:spPr>
                <a:xfrm>
                  <a:off x="2483798" y="2803536"/>
                  <a:ext cx="22572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493">
              <p14:nvContentPartPr>
                <p14:cNvPr id="313" name="Ink 312">
                  <a:extLst>
                    <a:ext uri="{FF2B5EF4-FFF2-40B4-BE49-F238E27FC236}">
                      <a16:creationId xmlns:a16="http://schemas.microsoft.com/office/drawing/2014/main" id="{A01C88A2-D622-A85A-268F-9D8D7E87C7B9}"/>
                    </a:ext>
                  </a:extLst>
                </p14:cNvPr>
                <p14:cNvContentPartPr/>
                <p14:nvPr/>
              </p14:nvContentPartPr>
              <p14:xfrm>
                <a:off x="2753438" y="2907216"/>
                <a:ext cx="151200" cy="204840"/>
              </p14:xfrm>
            </p:contentPart>
          </mc:Choice>
          <mc:Fallback xmlns="">
            <p:pic>
              <p:nvPicPr>
                <p:cNvPr id="313" name="Ink 312">
                  <a:extLst>
                    <a:ext uri="{FF2B5EF4-FFF2-40B4-BE49-F238E27FC236}">
                      <a16:creationId xmlns:a16="http://schemas.microsoft.com/office/drawing/2014/main" id="{A01C88A2-D622-A85A-268F-9D8D7E87C7B9}"/>
                    </a:ext>
                  </a:extLst>
                </p:cNvPr>
                <p:cNvPicPr/>
                <p:nvPr/>
              </p:nvPicPr>
              <p:blipFill>
                <a:blip r:embed="rId494"/>
                <a:stretch>
                  <a:fillRect/>
                </a:stretch>
              </p:blipFill>
              <p:spPr>
                <a:xfrm>
                  <a:off x="2747318" y="2901096"/>
                  <a:ext cx="16344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495">
              <p14:nvContentPartPr>
                <p14:cNvPr id="315" name="Ink 314">
                  <a:extLst>
                    <a:ext uri="{FF2B5EF4-FFF2-40B4-BE49-F238E27FC236}">
                      <a16:creationId xmlns:a16="http://schemas.microsoft.com/office/drawing/2014/main" id="{760F9B88-6FE5-B15D-FD6D-FF243A188D2A}"/>
                    </a:ext>
                  </a:extLst>
                </p14:cNvPr>
                <p14:cNvContentPartPr/>
                <p14:nvPr/>
              </p14:nvContentPartPr>
              <p14:xfrm>
                <a:off x="2708798" y="3481416"/>
                <a:ext cx="81720" cy="124200"/>
              </p14:xfrm>
            </p:contentPart>
          </mc:Choice>
          <mc:Fallback xmlns="">
            <p:pic>
              <p:nvPicPr>
                <p:cNvPr id="315" name="Ink 314">
                  <a:extLst>
                    <a:ext uri="{FF2B5EF4-FFF2-40B4-BE49-F238E27FC236}">
                      <a16:creationId xmlns:a16="http://schemas.microsoft.com/office/drawing/2014/main" id="{760F9B88-6FE5-B15D-FD6D-FF243A188D2A}"/>
                    </a:ext>
                  </a:extLst>
                </p:cNvPr>
                <p:cNvPicPr/>
                <p:nvPr/>
              </p:nvPicPr>
              <p:blipFill>
                <a:blip r:embed="rId496"/>
                <a:stretch>
                  <a:fillRect/>
                </a:stretch>
              </p:blipFill>
              <p:spPr>
                <a:xfrm>
                  <a:off x="2702678" y="3475296"/>
                  <a:ext cx="9396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497">
              <p14:nvContentPartPr>
                <p14:cNvPr id="316" name="Ink 315">
                  <a:extLst>
                    <a:ext uri="{FF2B5EF4-FFF2-40B4-BE49-F238E27FC236}">
                      <a16:creationId xmlns:a16="http://schemas.microsoft.com/office/drawing/2014/main" id="{964DA016-3F12-897A-ED92-9632A1103D0F}"/>
                    </a:ext>
                  </a:extLst>
                </p14:cNvPr>
                <p14:cNvContentPartPr/>
                <p14:nvPr/>
              </p14:nvContentPartPr>
              <p14:xfrm>
                <a:off x="2777918" y="3403656"/>
                <a:ext cx="111240" cy="128520"/>
              </p14:xfrm>
            </p:contentPart>
          </mc:Choice>
          <mc:Fallback xmlns="">
            <p:pic>
              <p:nvPicPr>
                <p:cNvPr id="316" name="Ink 315">
                  <a:extLst>
                    <a:ext uri="{FF2B5EF4-FFF2-40B4-BE49-F238E27FC236}">
                      <a16:creationId xmlns:a16="http://schemas.microsoft.com/office/drawing/2014/main" id="{964DA016-3F12-897A-ED92-9632A1103D0F}"/>
                    </a:ext>
                  </a:extLst>
                </p:cNvPr>
                <p:cNvPicPr/>
                <p:nvPr/>
              </p:nvPicPr>
              <p:blipFill>
                <a:blip r:embed="rId498"/>
                <a:stretch>
                  <a:fillRect/>
                </a:stretch>
              </p:blipFill>
              <p:spPr>
                <a:xfrm>
                  <a:off x="2771798" y="3397536"/>
                  <a:ext cx="12348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499">
              <p14:nvContentPartPr>
                <p14:cNvPr id="318" name="Ink 317">
                  <a:extLst>
                    <a:ext uri="{FF2B5EF4-FFF2-40B4-BE49-F238E27FC236}">
                      <a16:creationId xmlns:a16="http://schemas.microsoft.com/office/drawing/2014/main" id="{F1329FAA-21CD-521E-9D10-41CCE5B6B060}"/>
                    </a:ext>
                  </a:extLst>
                </p14:cNvPr>
                <p14:cNvContentPartPr/>
                <p14:nvPr/>
              </p14:nvContentPartPr>
              <p14:xfrm>
                <a:off x="2608718" y="3302496"/>
                <a:ext cx="200160" cy="160200"/>
              </p14:xfrm>
            </p:contentPart>
          </mc:Choice>
          <mc:Fallback xmlns="">
            <p:pic>
              <p:nvPicPr>
                <p:cNvPr id="318" name="Ink 317">
                  <a:extLst>
                    <a:ext uri="{FF2B5EF4-FFF2-40B4-BE49-F238E27FC236}">
                      <a16:creationId xmlns:a16="http://schemas.microsoft.com/office/drawing/2014/main" id="{F1329FAA-21CD-521E-9D10-41CCE5B6B060}"/>
                    </a:ext>
                  </a:extLst>
                </p:cNvPr>
                <p:cNvPicPr/>
                <p:nvPr/>
              </p:nvPicPr>
              <p:blipFill>
                <a:blip r:embed="rId500"/>
                <a:stretch>
                  <a:fillRect/>
                </a:stretch>
              </p:blipFill>
              <p:spPr>
                <a:xfrm>
                  <a:off x="2602598" y="3296376"/>
                  <a:ext cx="21240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501">
              <p14:nvContentPartPr>
                <p14:cNvPr id="319" name="Ink 318">
                  <a:extLst>
                    <a:ext uri="{FF2B5EF4-FFF2-40B4-BE49-F238E27FC236}">
                      <a16:creationId xmlns:a16="http://schemas.microsoft.com/office/drawing/2014/main" id="{BF7331BD-C999-BC5C-43E6-170C02AC4478}"/>
                    </a:ext>
                  </a:extLst>
                </p14:cNvPr>
                <p14:cNvContentPartPr/>
                <p14:nvPr/>
              </p14:nvContentPartPr>
              <p14:xfrm>
                <a:off x="2921198" y="3450816"/>
                <a:ext cx="76320" cy="140400"/>
              </p14:xfrm>
            </p:contentPart>
          </mc:Choice>
          <mc:Fallback xmlns="">
            <p:pic>
              <p:nvPicPr>
                <p:cNvPr id="319" name="Ink 318">
                  <a:extLst>
                    <a:ext uri="{FF2B5EF4-FFF2-40B4-BE49-F238E27FC236}">
                      <a16:creationId xmlns:a16="http://schemas.microsoft.com/office/drawing/2014/main" id="{BF7331BD-C999-BC5C-43E6-170C02AC4478}"/>
                    </a:ext>
                  </a:extLst>
                </p:cNvPr>
                <p:cNvPicPr/>
                <p:nvPr/>
              </p:nvPicPr>
              <p:blipFill>
                <a:blip r:embed="rId502"/>
                <a:stretch>
                  <a:fillRect/>
                </a:stretch>
              </p:blipFill>
              <p:spPr>
                <a:xfrm>
                  <a:off x="2915078" y="3444696"/>
                  <a:ext cx="8856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503">
              <p14:nvContentPartPr>
                <p14:cNvPr id="320" name="Ink 319">
                  <a:extLst>
                    <a:ext uri="{FF2B5EF4-FFF2-40B4-BE49-F238E27FC236}">
                      <a16:creationId xmlns:a16="http://schemas.microsoft.com/office/drawing/2014/main" id="{74016770-ACE2-8FD7-D2FB-B3E8639AF01A}"/>
                    </a:ext>
                  </a:extLst>
                </p14:cNvPr>
                <p14:cNvContentPartPr/>
                <p14:nvPr/>
              </p14:nvContentPartPr>
              <p14:xfrm>
                <a:off x="3033878" y="3397176"/>
                <a:ext cx="94320" cy="120240"/>
              </p14:xfrm>
            </p:contentPart>
          </mc:Choice>
          <mc:Fallback xmlns="">
            <p:pic>
              <p:nvPicPr>
                <p:cNvPr id="320" name="Ink 319">
                  <a:extLst>
                    <a:ext uri="{FF2B5EF4-FFF2-40B4-BE49-F238E27FC236}">
                      <a16:creationId xmlns:a16="http://schemas.microsoft.com/office/drawing/2014/main" id="{74016770-ACE2-8FD7-D2FB-B3E8639AF01A}"/>
                    </a:ext>
                  </a:extLst>
                </p:cNvPr>
                <p:cNvPicPr/>
                <p:nvPr/>
              </p:nvPicPr>
              <p:blipFill>
                <a:blip r:embed="rId504"/>
                <a:stretch>
                  <a:fillRect/>
                </a:stretch>
              </p:blipFill>
              <p:spPr>
                <a:xfrm>
                  <a:off x="3027758" y="3391056"/>
                  <a:ext cx="10656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505">
              <p14:nvContentPartPr>
                <p14:cNvPr id="321" name="Ink 320">
                  <a:extLst>
                    <a:ext uri="{FF2B5EF4-FFF2-40B4-BE49-F238E27FC236}">
                      <a16:creationId xmlns:a16="http://schemas.microsoft.com/office/drawing/2014/main" id="{5B698330-FCD6-E88A-18AA-B6113BC69435}"/>
                    </a:ext>
                  </a:extLst>
                </p14:cNvPr>
                <p14:cNvContentPartPr/>
                <p14:nvPr/>
              </p14:nvContentPartPr>
              <p14:xfrm>
                <a:off x="3487118" y="2280816"/>
                <a:ext cx="197280" cy="155880"/>
              </p14:xfrm>
            </p:contentPart>
          </mc:Choice>
          <mc:Fallback xmlns="">
            <p:pic>
              <p:nvPicPr>
                <p:cNvPr id="321" name="Ink 320">
                  <a:extLst>
                    <a:ext uri="{FF2B5EF4-FFF2-40B4-BE49-F238E27FC236}">
                      <a16:creationId xmlns:a16="http://schemas.microsoft.com/office/drawing/2014/main" id="{5B698330-FCD6-E88A-18AA-B6113BC69435}"/>
                    </a:ext>
                  </a:extLst>
                </p:cNvPr>
                <p:cNvPicPr/>
                <p:nvPr/>
              </p:nvPicPr>
              <p:blipFill>
                <a:blip r:embed="rId506"/>
                <a:stretch>
                  <a:fillRect/>
                </a:stretch>
              </p:blipFill>
              <p:spPr>
                <a:xfrm>
                  <a:off x="3480998" y="2274696"/>
                  <a:ext cx="20952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507">
              <p14:nvContentPartPr>
                <p14:cNvPr id="322" name="Ink 321">
                  <a:extLst>
                    <a:ext uri="{FF2B5EF4-FFF2-40B4-BE49-F238E27FC236}">
                      <a16:creationId xmlns:a16="http://schemas.microsoft.com/office/drawing/2014/main" id="{65366F8C-E2E5-3309-1506-085B402B09D9}"/>
                    </a:ext>
                  </a:extLst>
                </p14:cNvPr>
                <p14:cNvContentPartPr/>
                <p14:nvPr/>
              </p14:nvContentPartPr>
              <p14:xfrm>
                <a:off x="3401438" y="2160576"/>
                <a:ext cx="151920" cy="104400"/>
              </p14:xfrm>
            </p:contentPart>
          </mc:Choice>
          <mc:Fallback xmlns="">
            <p:pic>
              <p:nvPicPr>
                <p:cNvPr id="322" name="Ink 321">
                  <a:extLst>
                    <a:ext uri="{FF2B5EF4-FFF2-40B4-BE49-F238E27FC236}">
                      <a16:creationId xmlns:a16="http://schemas.microsoft.com/office/drawing/2014/main" id="{65366F8C-E2E5-3309-1506-085B402B09D9}"/>
                    </a:ext>
                  </a:extLst>
                </p:cNvPr>
                <p:cNvPicPr/>
                <p:nvPr/>
              </p:nvPicPr>
              <p:blipFill>
                <a:blip r:embed="rId508"/>
                <a:stretch>
                  <a:fillRect/>
                </a:stretch>
              </p:blipFill>
              <p:spPr>
                <a:xfrm>
                  <a:off x="3395318" y="2154456"/>
                  <a:ext cx="16416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509">
              <p14:nvContentPartPr>
                <p14:cNvPr id="323" name="Ink 322">
                  <a:extLst>
                    <a:ext uri="{FF2B5EF4-FFF2-40B4-BE49-F238E27FC236}">
                      <a16:creationId xmlns:a16="http://schemas.microsoft.com/office/drawing/2014/main" id="{6F1EE5B6-65B6-68AF-4DA2-D07734F49A37}"/>
                    </a:ext>
                  </a:extLst>
                </p14:cNvPr>
                <p14:cNvContentPartPr/>
                <p14:nvPr/>
              </p14:nvContentPartPr>
              <p14:xfrm>
                <a:off x="3718598" y="2244096"/>
                <a:ext cx="108000" cy="176400"/>
              </p14:xfrm>
            </p:contentPart>
          </mc:Choice>
          <mc:Fallback xmlns="">
            <p:pic>
              <p:nvPicPr>
                <p:cNvPr id="323" name="Ink 322">
                  <a:extLst>
                    <a:ext uri="{FF2B5EF4-FFF2-40B4-BE49-F238E27FC236}">
                      <a16:creationId xmlns:a16="http://schemas.microsoft.com/office/drawing/2014/main" id="{6F1EE5B6-65B6-68AF-4DA2-D07734F49A37}"/>
                    </a:ext>
                  </a:extLst>
                </p:cNvPr>
                <p:cNvPicPr/>
                <p:nvPr/>
              </p:nvPicPr>
              <p:blipFill>
                <a:blip r:embed="rId510"/>
                <a:stretch>
                  <a:fillRect/>
                </a:stretch>
              </p:blipFill>
              <p:spPr>
                <a:xfrm>
                  <a:off x="3712478" y="2237976"/>
                  <a:ext cx="12024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511">
              <p14:nvContentPartPr>
                <p14:cNvPr id="324" name="Ink 323">
                  <a:extLst>
                    <a:ext uri="{FF2B5EF4-FFF2-40B4-BE49-F238E27FC236}">
                      <a16:creationId xmlns:a16="http://schemas.microsoft.com/office/drawing/2014/main" id="{652131BC-8572-349F-F5F7-50E1C2FFBDCC}"/>
                    </a:ext>
                  </a:extLst>
                </p14:cNvPr>
                <p14:cNvContentPartPr/>
                <p14:nvPr/>
              </p14:nvContentPartPr>
              <p14:xfrm>
                <a:off x="3829478" y="2191176"/>
                <a:ext cx="149040" cy="113760"/>
              </p14:xfrm>
            </p:contentPart>
          </mc:Choice>
          <mc:Fallback xmlns="">
            <p:pic>
              <p:nvPicPr>
                <p:cNvPr id="324" name="Ink 323">
                  <a:extLst>
                    <a:ext uri="{FF2B5EF4-FFF2-40B4-BE49-F238E27FC236}">
                      <a16:creationId xmlns:a16="http://schemas.microsoft.com/office/drawing/2014/main" id="{652131BC-8572-349F-F5F7-50E1C2FFBDCC}"/>
                    </a:ext>
                  </a:extLst>
                </p:cNvPr>
                <p:cNvPicPr/>
                <p:nvPr/>
              </p:nvPicPr>
              <p:blipFill>
                <a:blip r:embed="rId512"/>
                <a:stretch>
                  <a:fillRect/>
                </a:stretch>
              </p:blipFill>
              <p:spPr>
                <a:xfrm>
                  <a:off x="3823358" y="2185056"/>
                  <a:ext cx="1612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13">
              <p14:nvContentPartPr>
                <p14:cNvPr id="325" name="Ink 324">
                  <a:extLst>
                    <a:ext uri="{FF2B5EF4-FFF2-40B4-BE49-F238E27FC236}">
                      <a16:creationId xmlns:a16="http://schemas.microsoft.com/office/drawing/2014/main" id="{2941700F-D17C-8AAA-3B05-E65D69AF6C40}"/>
                    </a:ext>
                  </a:extLst>
                </p14:cNvPr>
                <p14:cNvContentPartPr/>
                <p14:nvPr/>
              </p14:nvContentPartPr>
              <p14:xfrm>
                <a:off x="4068878" y="791496"/>
                <a:ext cx="172440" cy="130680"/>
              </p14:xfrm>
            </p:contentPart>
          </mc:Choice>
          <mc:Fallback xmlns="">
            <p:pic>
              <p:nvPicPr>
                <p:cNvPr id="325" name="Ink 324">
                  <a:extLst>
                    <a:ext uri="{FF2B5EF4-FFF2-40B4-BE49-F238E27FC236}">
                      <a16:creationId xmlns:a16="http://schemas.microsoft.com/office/drawing/2014/main" id="{2941700F-D17C-8AAA-3B05-E65D69AF6C40}"/>
                    </a:ext>
                  </a:extLst>
                </p:cNvPr>
                <p:cNvPicPr/>
                <p:nvPr/>
              </p:nvPicPr>
              <p:blipFill>
                <a:blip r:embed="rId514"/>
                <a:stretch>
                  <a:fillRect/>
                </a:stretch>
              </p:blipFill>
              <p:spPr>
                <a:xfrm>
                  <a:off x="4062758" y="785376"/>
                  <a:ext cx="18468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515">
              <p14:nvContentPartPr>
                <p14:cNvPr id="326" name="Ink 325">
                  <a:extLst>
                    <a:ext uri="{FF2B5EF4-FFF2-40B4-BE49-F238E27FC236}">
                      <a16:creationId xmlns:a16="http://schemas.microsoft.com/office/drawing/2014/main" id="{99FFF63A-183A-F39A-3A97-F62E736998D6}"/>
                    </a:ext>
                  </a:extLst>
                </p14:cNvPr>
                <p14:cNvContentPartPr/>
                <p14:nvPr/>
              </p14:nvContentPartPr>
              <p14:xfrm>
                <a:off x="4039358" y="642456"/>
                <a:ext cx="152640" cy="109800"/>
              </p14:xfrm>
            </p:contentPart>
          </mc:Choice>
          <mc:Fallback xmlns="">
            <p:pic>
              <p:nvPicPr>
                <p:cNvPr id="326" name="Ink 325">
                  <a:extLst>
                    <a:ext uri="{FF2B5EF4-FFF2-40B4-BE49-F238E27FC236}">
                      <a16:creationId xmlns:a16="http://schemas.microsoft.com/office/drawing/2014/main" id="{99FFF63A-183A-F39A-3A97-F62E736998D6}"/>
                    </a:ext>
                  </a:extLst>
                </p:cNvPr>
                <p:cNvPicPr/>
                <p:nvPr/>
              </p:nvPicPr>
              <p:blipFill>
                <a:blip r:embed="rId516"/>
                <a:stretch>
                  <a:fillRect/>
                </a:stretch>
              </p:blipFill>
              <p:spPr>
                <a:xfrm>
                  <a:off x="4033238" y="636336"/>
                  <a:ext cx="16488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517">
              <p14:nvContentPartPr>
                <p14:cNvPr id="327" name="Ink 326">
                  <a:extLst>
                    <a:ext uri="{FF2B5EF4-FFF2-40B4-BE49-F238E27FC236}">
                      <a16:creationId xmlns:a16="http://schemas.microsoft.com/office/drawing/2014/main" id="{95432612-BD33-B2E3-50A7-4843C89B170D}"/>
                    </a:ext>
                  </a:extLst>
                </p14:cNvPr>
                <p14:cNvContentPartPr/>
                <p14:nvPr/>
              </p14:nvContentPartPr>
              <p14:xfrm>
                <a:off x="4282358" y="801576"/>
                <a:ext cx="86400" cy="138960"/>
              </p14:xfrm>
            </p:contentPart>
          </mc:Choice>
          <mc:Fallback xmlns="">
            <p:pic>
              <p:nvPicPr>
                <p:cNvPr id="327" name="Ink 326">
                  <a:extLst>
                    <a:ext uri="{FF2B5EF4-FFF2-40B4-BE49-F238E27FC236}">
                      <a16:creationId xmlns:a16="http://schemas.microsoft.com/office/drawing/2014/main" id="{95432612-BD33-B2E3-50A7-4843C89B170D}"/>
                    </a:ext>
                  </a:extLst>
                </p:cNvPr>
                <p:cNvPicPr/>
                <p:nvPr/>
              </p:nvPicPr>
              <p:blipFill>
                <a:blip r:embed="rId518"/>
                <a:stretch>
                  <a:fillRect/>
                </a:stretch>
              </p:blipFill>
              <p:spPr>
                <a:xfrm>
                  <a:off x="4276238" y="795456"/>
                  <a:ext cx="9864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519">
              <p14:nvContentPartPr>
                <p14:cNvPr id="328" name="Ink 327">
                  <a:extLst>
                    <a:ext uri="{FF2B5EF4-FFF2-40B4-BE49-F238E27FC236}">
                      <a16:creationId xmlns:a16="http://schemas.microsoft.com/office/drawing/2014/main" id="{D3695B6F-1B2D-90B1-C000-573D0B9EF03D}"/>
                    </a:ext>
                  </a:extLst>
                </p14:cNvPr>
                <p14:cNvContentPartPr/>
                <p14:nvPr/>
              </p14:nvContentPartPr>
              <p14:xfrm>
                <a:off x="4382078" y="762336"/>
                <a:ext cx="55080" cy="97200"/>
              </p14:xfrm>
            </p:contentPart>
          </mc:Choice>
          <mc:Fallback xmlns="">
            <p:pic>
              <p:nvPicPr>
                <p:cNvPr id="328" name="Ink 327">
                  <a:extLst>
                    <a:ext uri="{FF2B5EF4-FFF2-40B4-BE49-F238E27FC236}">
                      <a16:creationId xmlns:a16="http://schemas.microsoft.com/office/drawing/2014/main" id="{D3695B6F-1B2D-90B1-C000-573D0B9EF03D}"/>
                    </a:ext>
                  </a:extLst>
                </p:cNvPr>
                <p:cNvPicPr/>
                <p:nvPr/>
              </p:nvPicPr>
              <p:blipFill>
                <a:blip r:embed="rId520"/>
                <a:stretch>
                  <a:fillRect/>
                </a:stretch>
              </p:blipFill>
              <p:spPr>
                <a:xfrm>
                  <a:off x="4375958" y="756216"/>
                  <a:ext cx="6732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521">
              <p14:nvContentPartPr>
                <p14:cNvPr id="331" name="Ink 330">
                  <a:extLst>
                    <a:ext uri="{FF2B5EF4-FFF2-40B4-BE49-F238E27FC236}">
                      <a16:creationId xmlns:a16="http://schemas.microsoft.com/office/drawing/2014/main" id="{09781533-F93C-4927-0D6A-72E060D30B2C}"/>
                    </a:ext>
                  </a:extLst>
                </p14:cNvPr>
                <p14:cNvContentPartPr/>
                <p14:nvPr/>
              </p14:nvContentPartPr>
              <p14:xfrm>
                <a:off x="1198958" y="2214216"/>
                <a:ext cx="203400" cy="317880"/>
              </p14:xfrm>
            </p:contentPart>
          </mc:Choice>
          <mc:Fallback xmlns="">
            <p:pic>
              <p:nvPicPr>
                <p:cNvPr id="331" name="Ink 330">
                  <a:extLst>
                    <a:ext uri="{FF2B5EF4-FFF2-40B4-BE49-F238E27FC236}">
                      <a16:creationId xmlns:a16="http://schemas.microsoft.com/office/drawing/2014/main" id="{09781533-F93C-4927-0D6A-72E060D30B2C}"/>
                    </a:ext>
                  </a:extLst>
                </p:cNvPr>
                <p:cNvPicPr/>
                <p:nvPr/>
              </p:nvPicPr>
              <p:blipFill>
                <a:blip r:embed="rId522"/>
                <a:stretch>
                  <a:fillRect/>
                </a:stretch>
              </p:blipFill>
              <p:spPr>
                <a:xfrm>
                  <a:off x="1192838" y="2208096"/>
                  <a:ext cx="215640" cy="330120"/>
                </a:xfrm>
                <a:prstGeom prst="rect">
                  <a:avLst/>
                </a:prstGeom>
              </p:spPr>
            </p:pic>
          </mc:Fallback>
        </mc:AlternateContent>
        <mc:AlternateContent xmlns:mc="http://schemas.openxmlformats.org/markup-compatibility/2006" xmlns:p14="http://schemas.microsoft.com/office/powerpoint/2010/main">
          <mc:Choice Requires="p14">
            <p:contentPart p14:bwMode="auto" r:id="rId523">
              <p14:nvContentPartPr>
                <p14:cNvPr id="333" name="Ink 332">
                  <a:extLst>
                    <a:ext uri="{FF2B5EF4-FFF2-40B4-BE49-F238E27FC236}">
                      <a16:creationId xmlns:a16="http://schemas.microsoft.com/office/drawing/2014/main" id="{2F208D83-24B7-CBF1-4B3E-1B0A9CE39B6B}"/>
                    </a:ext>
                  </a:extLst>
                </p14:cNvPr>
                <p14:cNvContentPartPr/>
                <p14:nvPr/>
              </p14:nvContentPartPr>
              <p14:xfrm>
                <a:off x="2886998" y="1502136"/>
                <a:ext cx="652320" cy="647640"/>
              </p14:xfrm>
            </p:contentPart>
          </mc:Choice>
          <mc:Fallback xmlns="">
            <p:pic>
              <p:nvPicPr>
                <p:cNvPr id="333" name="Ink 332">
                  <a:extLst>
                    <a:ext uri="{FF2B5EF4-FFF2-40B4-BE49-F238E27FC236}">
                      <a16:creationId xmlns:a16="http://schemas.microsoft.com/office/drawing/2014/main" id="{2F208D83-24B7-CBF1-4B3E-1B0A9CE39B6B}"/>
                    </a:ext>
                  </a:extLst>
                </p:cNvPr>
                <p:cNvPicPr/>
                <p:nvPr/>
              </p:nvPicPr>
              <p:blipFill>
                <a:blip r:embed="rId524"/>
                <a:stretch>
                  <a:fillRect/>
                </a:stretch>
              </p:blipFill>
              <p:spPr>
                <a:xfrm>
                  <a:off x="2880878" y="1496016"/>
                  <a:ext cx="664560" cy="659880"/>
                </a:xfrm>
                <a:prstGeom prst="rect">
                  <a:avLst/>
                </a:prstGeom>
              </p:spPr>
            </p:pic>
          </mc:Fallback>
        </mc:AlternateContent>
        <mc:AlternateContent xmlns:mc="http://schemas.openxmlformats.org/markup-compatibility/2006" xmlns:p14="http://schemas.microsoft.com/office/powerpoint/2010/main">
          <mc:Choice Requires="p14">
            <p:contentPart p14:bwMode="auto" r:id="rId525">
              <p14:nvContentPartPr>
                <p14:cNvPr id="334" name="Ink 333">
                  <a:extLst>
                    <a:ext uri="{FF2B5EF4-FFF2-40B4-BE49-F238E27FC236}">
                      <a16:creationId xmlns:a16="http://schemas.microsoft.com/office/drawing/2014/main" id="{62BF068E-1946-979D-1234-891733004797}"/>
                    </a:ext>
                  </a:extLst>
                </p14:cNvPr>
                <p14:cNvContentPartPr/>
                <p14:nvPr/>
              </p14:nvContentPartPr>
              <p14:xfrm>
                <a:off x="371318" y="3035016"/>
                <a:ext cx="1873080" cy="545400"/>
              </p14:xfrm>
            </p:contentPart>
          </mc:Choice>
          <mc:Fallback xmlns="">
            <p:pic>
              <p:nvPicPr>
                <p:cNvPr id="334" name="Ink 333">
                  <a:extLst>
                    <a:ext uri="{FF2B5EF4-FFF2-40B4-BE49-F238E27FC236}">
                      <a16:creationId xmlns:a16="http://schemas.microsoft.com/office/drawing/2014/main" id="{62BF068E-1946-979D-1234-891733004797}"/>
                    </a:ext>
                  </a:extLst>
                </p:cNvPr>
                <p:cNvPicPr/>
                <p:nvPr/>
              </p:nvPicPr>
              <p:blipFill>
                <a:blip r:embed="rId526"/>
                <a:stretch>
                  <a:fillRect/>
                </a:stretch>
              </p:blipFill>
              <p:spPr>
                <a:xfrm>
                  <a:off x="365198" y="3028896"/>
                  <a:ext cx="1885320" cy="557640"/>
                </a:xfrm>
                <a:prstGeom prst="rect">
                  <a:avLst/>
                </a:prstGeom>
              </p:spPr>
            </p:pic>
          </mc:Fallback>
        </mc:AlternateContent>
        <mc:AlternateContent xmlns:mc="http://schemas.openxmlformats.org/markup-compatibility/2006" xmlns:p14="http://schemas.microsoft.com/office/powerpoint/2010/main">
          <mc:Choice Requires="p14">
            <p:contentPart p14:bwMode="auto" r:id="rId527">
              <p14:nvContentPartPr>
                <p14:cNvPr id="335" name="Ink 334">
                  <a:extLst>
                    <a:ext uri="{FF2B5EF4-FFF2-40B4-BE49-F238E27FC236}">
                      <a16:creationId xmlns:a16="http://schemas.microsoft.com/office/drawing/2014/main" id="{339DF23E-837B-5E67-6E5D-7474825E5A10}"/>
                    </a:ext>
                  </a:extLst>
                </p14:cNvPr>
                <p14:cNvContentPartPr/>
                <p14:nvPr/>
              </p14:nvContentPartPr>
              <p14:xfrm>
                <a:off x="220478" y="3312216"/>
                <a:ext cx="114120" cy="114480"/>
              </p14:xfrm>
            </p:contentPart>
          </mc:Choice>
          <mc:Fallback xmlns="">
            <p:pic>
              <p:nvPicPr>
                <p:cNvPr id="335" name="Ink 334">
                  <a:extLst>
                    <a:ext uri="{FF2B5EF4-FFF2-40B4-BE49-F238E27FC236}">
                      <a16:creationId xmlns:a16="http://schemas.microsoft.com/office/drawing/2014/main" id="{339DF23E-837B-5E67-6E5D-7474825E5A10}"/>
                    </a:ext>
                  </a:extLst>
                </p:cNvPr>
                <p:cNvPicPr/>
                <p:nvPr/>
              </p:nvPicPr>
              <p:blipFill>
                <a:blip r:embed="rId528"/>
                <a:stretch>
                  <a:fillRect/>
                </a:stretch>
              </p:blipFill>
              <p:spPr>
                <a:xfrm>
                  <a:off x="214358" y="3306096"/>
                  <a:ext cx="12636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529">
              <p14:nvContentPartPr>
                <p14:cNvPr id="336" name="Ink 335">
                  <a:extLst>
                    <a:ext uri="{FF2B5EF4-FFF2-40B4-BE49-F238E27FC236}">
                      <a16:creationId xmlns:a16="http://schemas.microsoft.com/office/drawing/2014/main" id="{1F1262CD-73EC-E58C-7CA0-A0CE24FD3945}"/>
                    </a:ext>
                  </a:extLst>
                </p14:cNvPr>
                <p14:cNvContentPartPr/>
                <p14:nvPr/>
              </p14:nvContentPartPr>
              <p14:xfrm>
                <a:off x="236318" y="3195216"/>
                <a:ext cx="227160" cy="73080"/>
              </p14:xfrm>
            </p:contentPart>
          </mc:Choice>
          <mc:Fallback xmlns="">
            <p:pic>
              <p:nvPicPr>
                <p:cNvPr id="336" name="Ink 335">
                  <a:extLst>
                    <a:ext uri="{FF2B5EF4-FFF2-40B4-BE49-F238E27FC236}">
                      <a16:creationId xmlns:a16="http://schemas.microsoft.com/office/drawing/2014/main" id="{1F1262CD-73EC-E58C-7CA0-A0CE24FD3945}"/>
                    </a:ext>
                  </a:extLst>
                </p:cNvPr>
                <p:cNvPicPr/>
                <p:nvPr/>
              </p:nvPicPr>
              <p:blipFill>
                <a:blip r:embed="rId530"/>
                <a:stretch>
                  <a:fillRect/>
                </a:stretch>
              </p:blipFill>
              <p:spPr>
                <a:xfrm>
                  <a:off x="230198" y="3189096"/>
                  <a:ext cx="23940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531">
              <p14:nvContentPartPr>
                <p14:cNvPr id="338" name="Ink 337">
                  <a:extLst>
                    <a:ext uri="{FF2B5EF4-FFF2-40B4-BE49-F238E27FC236}">
                      <a16:creationId xmlns:a16="http://schemas.microsoft.com/office/drawing/2014/main" id="{5A0DA011-A0DE-ECBE-BF7E-EB2EDC004232}"/>
                    </a:ext>
                  </a:extLst>
                </p14:cNvPr>
                <p14:cNvContentPartPr/>
                <p14:nvPr/>
              </p14:nvContentPartPr>
              <p14:xfrm>
                <a:off x="1407398" y="1779696"/>
                <a:ext cx="1450440" cy="155520"/>
              </p14:xfrm>
            </p:contentPart>
          </mc:Choice>
          <mc:Fallback xmlns="">
            <p:pic>
              <p:nvPicPr>
                <p:cNvPr id="338" name="Ink 337">
                  <a:extLst>
                    <a:ext uri="{FF2B5EF4-FFF2-40B4-BE49-F238E27FC236}">
                      <a16:creationId xmlns:a16="http://schemas.microsoft.com/office/drawing/2014/main" id="{5A0DA011-A0DE-ECBE-BF7E-EB2EDC004232}"/>
                    </a:ext>
                  </a:extLst>
                </p:cNvPr>
                <p:cNvPicPr/>
                <p:nvPr/>
              </p:nvPicPr>
              <p:blipFill>
                <a:blip r:embed="rId532"/>
                <a:stretch>
                  <a:fillRect/>
                </a:stretch>
              </p:blipFill>
              <p:spPr>
                <a:xfrm>
                  <a:off x="1401278" y="1773576"/>
                  <a:ext cx="146268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533">
              <p14:nvContentPartPr>
                <p14:cNvPr id="339" name="Ink 338">
                  <a:extLst>
                    <a:ext uri="{FF2B5EF4-FFF2-40B4-BE49-F238E27FC236}">
                      <a16:creationId xmlns:a16="http://schemas.microsoft.com/office/drawing/2014/main" id="{940C9430-6A97-1CBE-04A4-71B75C362439}"/>
                    </a:ext>
                  </a:extLst>
                </p14:cNvPr>
                <p14:cNvContentPartPr/>
                <p14:nvPr/>
              </p14:nvContentPartPr>
              <p14:xfrm>
                <a:off x="1363118" y="1850616"/>
                <a:ext cx="168480" cy="123840"/>
              </p14:xfrm>
            </p:contentPart>
          </mc:Choice>
          <mc:Fallback xmlns="">
            <p:pic>
              <p:nvPicPr>
                <p:cNvPr id="339" name="Ink 338">
                  <a:extLst>
                    <a:ext uri="{FF2B5EF4-FFF2-40B4-BE49-F238E27FC236}">
                      <a16:creationId xmlns:a16="http://schemas.microsoft.com/office/drawing/2014/main" id="{940C9430-6A97-1CBE-04A4-71B75C362439}"/>
                    </a:ext>
                  </a:extLst>
                </p:cNvPr>
                <p:cNvPicPr/>
                <p:nvPr/>
              </p:nvPicPr>
              <p:blipFill>
                <a:blip r:embed="rId534"/>
                <a:stretch>
                  <a:fillRect/>
                </a:stretch>
              </p:blipFill>
              <p:spPr>
                <a:xfrm>
                  <a:off x="1356998" y="1844496"/>
                  <a:ext cx="18072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535">
              <p14:nvContentPartPr>
                <p14:cNvPr id="341" name="Ink 340">
                  <a:extLst>
                    <a:ext uri="{FF2B5EF4-FFF2-40B4-BE49-F238E27FC236}">
                      <a16:creationId xmlns:a16="http://schemas.microsoft.com/office/drawing/2014/main" id="{38082B64-E5C5-00EF-10B1-C02242048694}"/>
                    </a:ext>
                  </a:extLst>
                </p14:cNvPr>
                <p14:cNvContentPartPr/>
                <p14:nvPr/>
              </p14:nvContentPartPr>
              <p14:xfrm>
                <a:off x="1370318" y="2077416"/>
                <a:ext cx="222840" cy="217080"/>
              </p14:xfrm>
            </p:contentPart>
          </mc:Choice>
          <mc:Fallback xmlns="">
            <p:pic>
              <p:nvPicPr>
                <p:cNvPr id="341" name="Ink 340">
                  <a:extLst>
                    <a:ext uri="{FF2B5EF4-FFF2-40B4-BE49-F238E27FC236}">
                      <a16:creationId xmlns:a16="http://schemas.microsoft.com/office/drawing/2014/main" id="{38082B64-E5C5-00EF-10B1-C02242048694}"/>
                    </a:ext>
                  </a:extLst>
                </p:cNvPr>
                <p:cNvPicPr/>
                <p:nvPr/>
              </p:nvPicPr>
              <p:blipFill>
                <a:blip r:embed="rId536"/>
                <a:stretch>
                  <a:fillRect/>
                </a:stretch>
              </p:blipFill>
              <p:spPr>
                <a:xfrm>
                  <a:off x="1364198" y="2071296"/>
                  <a:ext cx="23508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537">
              <p14:nvContentPartPr>
                <p14:cNvPr id="342" name="Ink 341">
                  <a:extLst>
                    <a:ext uri="{FF2B5EF4-FFF2-40B4-BE49-F238E27FC236}">
                      <a16:creationId xmlns:a16="http://schemas.microsoft.com/office/drawing/2014/main" id="{F74DD837-A1F6-63AE-92A5-51702054E6B5}"/>
                    </a:ext>
                  </a:extLst>
                </p14:cNvPr>
                <p14:cNvContentPartPr/>
                <p14:nvPr/>
              </p14:nvContentPartPr>
              <p14:xfrm>
                <a:off x="1621598" y="2057256"/>
                <a:ext cx="90360" cy="73080"/>
              </p14:xfrm>
            </p:contentPart>
          </mc:Choice>
          <mc:Fallback xmlns="">
            <p:pic>
              <p:nvPicPr>
                <p:cNvPr id="342" name="Ink 341">
                  <a:extLst>
                    <a:ext uri="{FF2B5EF4-FFF2-40B4-BE49-F238E27FC236}">
                      <a16:creationId xmlns:a16="http://schemas.microsoft.com/office/drawing/2014/main" id="{F74DD837-A1F6-63AE-92A5-51702054E6B5}"/>
                    </a:ext>
                  </a:extLst>
                </p:cNvPr>
                <p:cNvPicPr/>
                <p:nvPr/>
              </p:nvPicPr>
              <p:blipFill>
                <a:blip r:embed="rId538"/>
                <a:stretch>
                  <a:fillRect/>
                </a:stretch>
              </p:blipFill>
              <p:spPr>
                <a:xfrm>
                  <a:off x="1615478" y="2051136"/>
                  <a:ext cx="10260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539">
              <p14:nvContentPartPr>
                <p14:cNvPr id="343" name="Ink 342">
                  <a:extLst>
                    <a:ext uri="{FF2B5EF4-FFF2-40B4-BE49-F238E27FC236}">
                      <a16:creationId xmlns:a16="http://schemas.microsoft.com/office/drawing/2014/main" id="{E8666196-DDD5-5EB2-0E1C-5A2696419FD8}"/>
                    </a:ext>
                  </a:extLst>
                </p14:cNvPr>
                <p14:cNvContentPartPr/>
                <p14:nvPr/>
              </p14:nvContentPartPr>
              <p14:xfrm>
                <a:off x="1693238" y="1946376"/>
                <a:ext cx="72000" cy="124920"/>
              </p14:xfrm>
            </p:contentPart>
          </mc:Choice>
          <mc:Fallback xmlns="">
            <p:pic>
              <p:nvPicPr>
                <p:cNvPr id="343" name="Ink 342">
                  <a:extLst>
                    <a:ext uri="{FF2B5EF4-FFF2-40B4-BE49-F238E27FC236}">
                      <a16:creationId xmlns:a16="http://schemas.microsoft.com/office/drawing/2014/main" id="{E8666196-DDD5-5EB2-0E1C-5A2696419FD8}"/>
                    </a:ext>
                  </a:extLst>
                </p:cNvPr>
                <p:cNvPicPr/>
                <p:nvPr/>
              </p:nvPicPr>
              <p:blipFill>
                <a:blip r:embed="rId540"/>
                <a:stretch>
                  <a:fillRect/>
                </a:stretch>
              </p:blipFill>
              <p:spPr>
                <a:xfrm>
                  <a:off x="1687118" y="1940256"/>
                  <a:ext cx="8424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541">
              <p14:nvContentPartPr>
                <p14:cNvPr id="344" name="Ink 343">
                  <a:extLst>
                    <a:ext uri="{FF2B5EF4-FFF2-40B4-BE49-F238E27FC236}">
                      <a16:creationId xmlns:a16="http://schemas.microsoft.com/office/drawing/2014/main" id="{C377C184-F797-65EB-76A8-5367754830DB}"/>
                    </a:ext>
                  </a:extLst>
                </p14:cNvPr>
                <p14:cNvContentPartPr/>
                <p14:nvPr/>
              </p14:nvContentPartPr>
              <p14:xfrm>
                <a:off x="1613678" y="2268576"/>
                <a:ext cx="93960" cy="88560"/>
              </p14:xfrm>
            </p:contentPart>
          </mc:Choice>
          <mc:Fallback xmlns="">
            <p:pic>
              <p:nvPicPr>
                <p:cNvPr id="344" name="Ink 343">
                  <a:extLst>
                    <a:ext uri="{FF2B5EF4-FFF2-40B4-BE49-F238E27FC236}">
                      <a16:creationId xmlns:a16="http://schemas.microsoft.com/office/drawing/2014/main" id="{C377C184-F797-65EB-76A8-5367754830DB}"/>
                    </a:ext>
                  </a:extLst>
                </p:cNvPr>
                <p:cNvPicPr/>
                <p:nvPr/>
              </p:nvPicPr>
              <p:blipFill>
                <a:blip r:embed="rId542"/>
                <a:stretch>
                  <a:fillRect/>
                </a:stretch>
              </p:blipFill>
              <p:spPr>
                <a:xfrm>
                  <a:off x="1607558" y="2262456"/>
                  <a:ext cx="10620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43">
              <p14:nvContentPartPr>
                <p14:cNvPr id="345" name="Ink 344">
                  <a:extLst>
                    <a:ext uri="{FF2B5EF4-FFF2-40B4-BE49-F238E27FC236}">
                      <a16:creationId xmlns:a16="http://schemas.microsoft.com/office/drawing/2014/main" id="{F8CD8E8A-39E1-EFC1-EFF8-9DE6857DA6C3}"/>
                    </a:ext>
                  </a:extLst>
                </p14:cNvPr>
                <p14:cNvContentPartPr/>
                <p14:nvPr/>
              </p14:nvContentPartPr>
              <p14:xfrm>
                <a:off x="1707998" y="2101176"/>
                <a:ext cx="208440" cy="167760"/>
              </p14:xfrm>
            </p:contentPart>
          </mc:Choice>
          <mc:Fallback xmlns="">
            <p:pic>
              <p:nvPicPr>
                <p:cNvPr id="345" name="Ink 344">
                  <a:extLst>
                    <a:ext uri="{FF2B5EF4-FFF2-40B4-BE49-F238E27FC236}">
                      <a16:creationId xmlns:a16="http://schemas.microsoft.com/office/drawing/2014/main" id="{F8CD8E8A-39E1-EFC1-EFF8-9DE6857DA6C3}"/>
                    </a:ext>
                  </a:extLst>
                </p:cNvPr>
                <p:cNvPicPr/>
                <p:nvPr/>
              </p:nvPicPr>
              <p:blipFill>
                <a:blip r:embed="rId544"/>
                <a:stretch>
                  <a:fillRect/>
                </a:stretch>
              </p:blipFill>
              <p:spPr>
                <a:xfrm>
                  <a:off x="1701878" y="2095056"/>
                  <a:ext cx="22068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545">
              <p14:nvContentPartPr>
                <p14:cNvPr id="346" name="Ink 345">
                  <a:extLst>
                    <a:ext uri="{FF2B5EF4-FFF2-40B4-BE49-F238E27FC236}">
                      <a16:creationId xmlns:a16="http://schemas.microsoft.com/office/drawing/2014/main" id="{4E4C949D-42F0-FD21-5C04-B64DABFC2638}"/>
                    </a:ext>
                  </a:extLst>
                </p14:cNvPr>
                <p14:cNvContentPartPr/>
                <p14:nvPr/>
              </p14:nvContentPartPr>
              <p14:xfrm>
                <a:off x="1785038" y="2027376"/>
                <a:ext cx="33480" cy="13680"/>
              </p14:xfrm>
            </p:contentPart>
          </mc:Choice>
          <mc:Fallback xmlns="">
            <p:pic>
              <p:nvPicPr>
                <p:cNvPr id="346" name="Ink 345">
                  <a:extLst>
                    <a:ext uri="{FF2B5EF4-FFF2-40B4-BE49-F238E27FC236}">
                      <a16:creationId xmlns:a16="http://schemas.microsoft.com/office/drawing/2014/main" id="{4E4C949D-42F0-FD21-5C04-B64DABFC2638}"/>
                    </a:ext>
                  </a:extLst>
                </p:cNvPr>
                <p:cNvPicPr/>
                <p:nvPr/>
              </p:nvPicPr>
              <p:blipFill>
                <a:blip r:embed="rId546"/>
                <a:stretch>
                  <a:fillRect/>
                </a:stretch>
              </p:blipFill>
              <p:spPr>
                <a:xfrm>
                  <a:off x="1778918" y="2021256"/>
                  <a:ext cx="4572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547">
              <p14:nvContentPartPr>
                <p14:cNvPr id="348" name="Ink 347">
                  <a:extLst>
                    <a:ext uri="{FF2B5EF4-FFF2-40B4-BE49-F238E27FC236}">
                      <a16:creationId xmlns:a16="http://schemas.microsoft.com/office/drawing/2014/main" id="{00035B7D-E6B2-E56E-D015-69BA5B974E30}"/>
                    </a:ext>
                  </a:extLst>
                </p14:cNvPr>
                <p14:cNvContentPartPr/>
                <p14:nvPr/>
              </p14:nvContentPartPr>
              <p14:xfrm>
                <a:off x="2984198" y="944856"/>
                <a:ext cx="8280" cy="20880"/>
              </p14:xfrm>
            </p:contentPart>
          </mc:Choice>
          <mc:Fallback xmlns="">
            <p:pic>
              <p:nvPicPr>
                <p:cNvPr id="348" name="Ink 347">
                  <a:extLst>
                    <a:ext uri="{FF2B5EF4-FFF2-40B4-BE49-F238E27FC236}">
                      <a16:creationId xmlns:a16="http://schemas.microsoft.com/office/drawing/2014/main" id="{00035B7D-E6B2-E56E-D015-69BA5B974E30}"/>
                    </a:ext>
                  </a:extLst>
                </p:cNvPr>
                <p:cNvPicPr/>
                <p:nvPr/>
              </p:nvPicPr>
              <p:blipFill>
                <a:blip r:embed="rId548"/>
                <a:stretch>
                  <a:fillRect/>
                </a:stretch>
              </p:blipFill>
              <p:spPr>
                <a:xfrm>
                  <a:off x="2978078" y="938736"/>
                  <a:ext cx="2052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549">
              <p14:nvContentPartPr>
                <p14:cNvPr id="349" name="Ink 348">
                  <a:extLst>
                    <a:ext uri="{FF2B5EF4-FFF2-40B4-BE49-F238E27FC236}">
                      <a16:creationId xmlns:a16="http://schemas.microsoft.com/office/drawing/2014/main" id="{3AFF6471-15B3-FF69-B710-990A2FDDBA8D}"/>
                    </a:ext>
                  </a:extLst>
                </p14:cNvPr>
                <p14:cNvContentPartPr/>
                <p14:nvPr/>
              </p14:nvContentPartPr>
              <p14:xfrm>
                <a:off x="1997798" y="842616"/>
                <a:ext cx="1033920" cy="210600"/>
              </p14:xfrm>
            </p:contentPart>
          </mc:Choice>
          <mc:Fallback xmlns="">
            <p:pic>
              <p:nvPicPr>
                <p:cNvPr id="349" name="Ink 348">
                  <a:extLst>
                    <a:ext uri="{FF2B5EF4-FFF2-40B4-BE49-F238E27FC236}">
                      <a16:creationId xmlns:a16="http://schemas.microsoft.com/office/drawing/2014/main" id="{3AFF6471-15B3-FF69-B710-990A2FDDBA8D}"/>
                    </a:ext>
                  </a:extLst>
                </p:cNvPr>
                <p:cNvPicPr/>
                <p:nvPr/>
              </p:nvPicPr>
              <p:blipFill>
                <a:blip r:embed="rId550"/>
                <a:stretch>
                  <a:fillRect/>
                </a:stretch>
              </p:blipFill>
              <p:spPr>
                <a:xfrm>
                  <a:off x="1991678" y="836496"/>
                  <a:ext cx="104616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551">
              <p14:nvContentPartPr>
                <p14:cNvPr id="350" name="Ink 349">
                  <a:extLst>
                    <a:ext uri="{FF2B5EF4-FFF2-40B4-BE49-F238E27FC236}">
                      <a16:creationId xmlns:a16="http://schemas.microsoft.com/office/drawing/2014/main" id="{6DE55DAB-E675-D35F-E0E6-971B44A6D735}"/>
                    </a:ext>
                  </a:extLst>
                </p14:cNvPr>
                <p14:cNvContentPartPr/>
                <p14:nvPr/>
              </p14:nvContentPartPr>
              <p14:xfrm>
                <a:off x="1889438" y="945216"/>
                <a:ext cx="218160" cy="208080"/>
              </p14:xfrm>
            </p:contentPart>
          </mc:Choice>
          <mc:Fallback xmlns="">
            <p:pic>
              <p:nvPicPr>
                <p:cNvPr id="350" name="Ink 349">
                  <a:extLst>
                    <a:ext uri="{FF2B5EF4-FFF2-40B4-BE49-F238E27FC236}">
                      <a16:creationId xmlns:a16="http://schemas.microsoft.com/office/drawing/2014/main" id="{6DE55DAB-E675-D35F-E0E6-971B44A6D735}"/>
                    </a:ext>
                  </a:extLst>
                </p:cNvPr>
                <p:cNvPicPr/>
                <p:nvPr/>
              </p:nvPicPr>
              <p:blipFill>
                <a:blip r:embed="rId552"/>
                <a:stretch>
                  <a:fillRect/>
                </a:stretch>
              </p:blipFill>
              <p:spPr>
                <a:xfrm>
                  <a:off x="1883318" y="939096"/>
                  <a:ext cx="230400" cy="220320"/>
                </a:xfrm>
                <a:prstGeom prst="rect">
                  <a:avLst/>
                </a:prstGeom>
              </p:spPr>
            </p:pic>
          </mc:Fallback>
        </mc:AlternateContent>
      </p:grpSp>
    </p:spTree>
    <p:extLst>
      <p:ext uri="{BB962C8B-B14F-4D97-AF65-F5344CB8AC3E}">
        <p14:creationId xmlns:p14="http://schemas.microsoft.com/office/powerpoint/2010/main" val="31566356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3D59CA23-991B-42D0-5FF3-F2C5C8B28F9B}"/>
              </a:ext>
            </a:extLst>
          </p:cNvPr>
          <p:cNvGrpSpPr/>
          <p:nvPr/>
        </p:nvGrpSpPr>
        <p:grpSpPr>
          <a:xfrm>
            <a:off x="1746158" y="112896"/>
            <a:ext cx="3328920" cy="3072240"/>
            <a:chOff x="1746158" y="112896"/>
            <a:chExt cx="3328920" cy="307224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A7EA0FD-AF37-25AC-5B28-82848CD0C7B5}"/>
                    </a:ext>
                  </a:extLst>
                </p14:cNvPr>
                <p14:cNvContentPartPr/>
                <p14:nvPr/>
              </p14:nvContentPartPr>
              <p14:xfrm>
                <a:off x="1997798" y="454176"/>
                <a:ext cx="238680" cy="330840"/>
              </p14:xfrm>
            </p:contentPart>
          </mc:Choice>
          <mc:Fallback xmlns="">
            <p:pic>
              <p:nvPicPr>
                <p:cNvPr id="4" name="Ink 3">
                  <a:extLst>
                    <a:ext uri="{FF2B5EF4-FFF2-40B4-BE49-F238E27FC236}">
                      <a16:creationId xmlns:a16="http://schemas.microsoft.com/office/drawing/2014/main" id="{8A7EA0FD-AF37-25AC-5B28-82848CD0C7B5}"/>
                    </a:ext>
                  </a:extLst>
                </p:cNvPr>
                <p:cNvPicPr/>
                <p:nvPr/>
              </p:nvPicPr>
              <p:blipFill>
                <a:blip r:embed="rId3"/>
                <a:stretch>
                  <a:fillRect/>
                </a:stretch>
              </p:blipFill>
              <p:spPr>
                <a:xfrm>
                  <a:off x="1991678" y="448056"/>
                  <a:ext cx="250920" cy="343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197A0E6A-1B03-B33E-D323-D6FFDAFDEEA5}"/>
                    </a:ext>
                  </a:extLst>
                </p14:cNvPr>
                <p14:cNvContentPartPr/>
                <p14:nvPr/>
              </p14:nvContentPartPr>
              <p14:xfrm>
                <a:off x="2260238" y="610416"/>
                <a:ext cx="132120" cy="107640"/>
              </p14:xfrm>
            </p:contentPart>
          </mc:Choice>
          <mc:Fallback xmlns="">
            <p:pic>
              <p:nvPicPr>
                <p:cNvPr id="5" name="Ink 4">
                  <a:extLst>
                    <a:ext uri="{FF2B5EF4-FFF2-40B4-BE49-F238E27FC236}">
                      <a16:creationId xmlns:a16="http://schemas.microsoft.com/office/drawing/2014/main" id="{197A0E6A-1B03-B33E-D323-D6FFDAFDEEA5}"/>
                    </a:ext>
                  </a:extLst>
                </p:cNvPr>
                <p:cNvPicPr/>
                <p:nvPr/>
              </p:nvPicPr>
              <p:blipFill>
                <a:blip r:embed="rId5"/>
                <a:stretch>
                  <a:fillRect/>
                </a:stretch>
              </p:blipFill>
              <p:spPr>
                <a:xfrm>
                  <a:off x="2254118" y="604296"/>
                  <a:ext cx="14436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1D1BF93C-1392-6C7F-561D-93A27831497B}"/>
                    </a:ext>
                  </a:extLst>
                </p14:cNvPr>
                <p14:cNvContentPartPr/>
                <p14:nvPr/>
              </p14:nvContentPartPr>
              <p14:xfrm>
                <a:off x="2431598" y="625896"/>
                <a:ext cx="21240" cy="103320"/>
              </p14:xfrm>
            </p:contentPart>
          </mc:Choice>
          <mc:Fallback xmlns="">
            <p:pic>
              <p:nvPicPr>
                <p:cNvPr id="6" name="Ink 5">
                  <a:extLst>
                    <a:ext uri="{FF2B5EF4-FFF2-40B4-BE49-F238E27FC236}">
                      <a16:creationId xmlns:a16="http://schemas.microsoft.com/office/drawing/2014/main" id="{1D1BF93C-1392-6C7F-561D-93A27831497B}"/>
                    </a:ext>
                  </a:extLst>
                </p:cNvPr>
                <p:cNvPicPr/>
                <p:nvPr/>
              </p:nvPicPr>
              <p:blipFill>
                <a:blip r:embed="rId7"/>
                <a:stretch>
                  <a:fillRect/>
                </a:stretch>
              </p:blipFill>
              <p:spPr>
                <a:xfrm>
                  <a:off x="2425478" y="619776"/>
                  <a:ext cx="3348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A663589A-1E03-2108-8380-5058C5C73247}"/>
                    </a:ext>
                  </a:extLst>
                </p14:cNvPr>
                <p14:cNvContentPartPr/>
                <p14:nvPr/>
              </p14:nvContentPartPr>
              <p14:xfrm>
                <a:off x="2416478" y="543096"/>
                <a:ext cx="360" cy="360"/>
              </p14:xfrm>
            </p:contentPart>
          </mc:Choice>
          <mc:Fallback xmlns="">
            <p:pic>
              <p:nvPicPr>
                <p:cNvPr id="7" name="Ink 6">
                  <a:extLst>
                    <a:ext uri="{FF2B5EF4-FFF2-40B4-BE49-F238E27FC236}">
                      <a16:creationId xmlns:a16="http://schemas.microsoft.com/office/drawing/2014/main" id="{A663589A-1E03-2108-8380-5058C5C73247}"/>
                    </a:ext>
                  </a:extLst>
                </p:cNvPr>
                <p:cNvPicPr/>
                <p:nvPr/>
              </p:nvPicPr>
              <p:blipFill>
                <a:blip r:embed="rId9"/>
                <a:stretch>
                  <a:fillRect/>
                </a:stretch>
              </p:blipFill>
              <p:spPr>
                <a:xfrm>
                  <a:off x="2410358" y="5369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EBCEFFDD-700A-0AD3-B0AF-7FB95B907E4C}"/>
                    </a:ext>
                  </a:extLst>
                </p14:cNvPr>
                <p14:cNvContentPartPr/>
                <p14:nvPr/>
              </p14:nvContentPartPr>
              <p14:xfrm>
                <a:off x="2485958" y="554616"/>
                <a:ext cx="132480" cy="162720"/>
              </p14:xfrm>
            </p:contentPart>
          </mc:Choice>
          <mc:Fallback xmlns="">
            <p:pic>
              <p:nvPicPr>
                <p:cNvPr id="8" name="Ink 7">
                  <a:extLst>
                    <a:ext uri="{FF2B5EF4-FFF2-40B4-BE49-F238E27FC236}">
                      <a16:creationId xmlns:a16="http://schemas.microsoft.com/office/drawing/2014/main" id="{EBCEFFDD-700A-0AD3-B0AF-7FB95B907E4C}"/>
                    </a:ext>
                  </a:extLst>
                </p:cNvPr>
                <p:cNvPicPr/>
                <p:nvPr/>
              </p:nvPicPr>
              <p:blipFill>
                <a:blip r:embed="rId11"/>
                <a:stretch>
                  <a:fillRect/>
                </a:stretch>
              </p:blipFill>
              <p:spPr>
                <a:xfrm>
                  <a:off x="2479838" y="548496"/>
                  <a:ext cx="14472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1C547719-0DD5-1BF8-DF7A-B2513DF662C9}"/>
                    </a:ext>
                  </a:extLst>
                </p14:cNvPr>
                <p14:cNvContentPartPr/>
                <p14:nvPr/>
              </p14:nvContentPartPr>
              <p14:xfrm>
                <a:off x="2651558" y="538056"/>
                <a:ext cx="326160" cy="104760"/>
              </p14:xfrm>
            </p:contentPart>
          </mc:Choice>
          <mc:Fallback xmlns="">
            <p:pic>
              <p:nvPicPr>
                <p:cNvPr id="9" name="Ink 8">
                  <a:extLst>
                    <a:ext uri="{FF2B5EF4-FFF2-40B4-BE49-F238E27FC236}">
                      <a16:creationId xmlns:a16="http://schemas.microsoft.com/office/drawing/2014/main" id="{1C547719-0DD5-1BF8-DF7A-B2513DF662C9}"/>
                    </a:ext>
                  </a:extLst>
                </p:cNvPr>
                <p:cNvPicPr/>
                <p:nvPr/>
              </p:nvPicPr>
              <p:blipFill>
                <a:blip r:embed="rId13"/>
                <a:stretch>
                  <a:fillRect/>
                </a:stretch>
              </p:blipFill>
              <p:spPr>
                <a:xfrm>
                  <a:off x="2645438" y="531936"/>
                  <a:ext cx="33840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5796F202-1EC3-4973-DD64-3A5EFEC7CEA3}"/>
                    </a:ext>
                  </a:extLst>
                </p14:cNvPr>
                <p14:cNvContentPartPr/>
                <p14:nvPr/>
              </p14:nvContentPartPr>
              <p14:xfrm>
                <a:off x="2951798" y="433656"/>
                <a:ext cx="360" cy="360"/>
              </p14:xfrm>
            </p:contentPart>
          </mc:Choice>
          <mc:Fallback xmlns="">
            <p:pic>
              <p:nvPicPr>
                <p:cNvPr id="10" name="Ink 9">
                  <a:extLst>
                    <a:ext uri="{FF2B5EF4-FFF2-40B4-BE49-F238E27FC236}">
                      <a16:creationId xmlns:a16="http://schemas.microsoft.com/office/drawing/2014/main" id="{5796F202-1EC3-4973-DD64-3A5EFEC7CEA3}"/>
                    </a:ext>
                  </a:extLst>
                </p:cNvPr>
                <p:cNvPicPr/>
                <p:nvPr/>
              </p:nvPicPr>
              <p:blipFill>
                <a:blip r:embed="rId9"/>
                <a:stretch>
                  <a:fillRect/>
                </a:stretch>
              </p:blipFill>
              <p:spPr>
                <a:xfrm>
                  <a:off x="2945678" y="42753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537DAA80-63C1-5F5C-A82F-9CBCB25226CA}"/>
                    </a:ext>
                  </a:extLst>
                </p14:cNvPr>
                <p14:cNvContentPartPr/>
                <p14:nvPr/>
              </p14:nvContentPartPr>
              <p14:xfrm>
                <a:off x="3004358" y="522216"/>
                <a:ext cx="129240" cy="77760"/>
              </p14:xfrm>
            </p:contentPart>
          </mc:Choice>
          <mc:Fallback xmlns="">
            <p:pic>
              <p:nvPicPr>
                <p:cNvPr id="11" name="Ink 10">
                  <a:extLst>
                    <a:ext uri="{FF2B5EF4-FFF2-40B4-BE49-F238E27FC236}">
                      <a16:creationId xmlns:a16="http://schemas.microsoft.com/office/drawing/2014/main" id="{537DAA80-63C1-5F5C-A82F-9CBCB25226CA}"/>
                    </a:ext>
                  </a:extLst>
                </p:cNvPr>
                <p:cNvPicPr/>
                <p:nvPr/>
              </p:nvPicPr>
              <p:blipFill>
                <a:blip r:embed="rId16"/>
                <a:stretch>
                  <a:fillRect/>
                </a:stretch>
              </p:blipFill>
              <p:spPr>
                <a:xfrm>
                  <a:off x="2998238" y="516096"/>
                  <a:ext cx="14148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4C17DFD0-9786-783E-2E0C-CE8F0D7E1813}"/>
                    </a:ext>
                  </a:extLst>
                </p14:cNvPr>
                <p14:cNvContentPartPr/>
                <p14:nvPr/>
              </p14:nvContentPartPr>
              <p14:xfrm>
                <a:off x="3137558" y="357336"/>
                <a:ext cx="54360" cy="210960"/>
              </p14:xfrm>
            </p:contentPart>
          </mc:Choice>
          <mc:Fallback xmlns="">
            <p:pic>
              <p:nvPicPr>
                <p:cNvPr id="12" name="Ink 11">
                  <a:extLst>
                    <a:ext uri="{FF2B5EF4-FFF2-40B4-BE49-F238E27FC236}">
                      <a16:creationId xmlns:a16="http://schemas.microsoft.com/office/drawing/2014/main" id="{4C17DFD0-9786-783E-2E0C-CE8F0D7E1813}"/>
                    </a:ext>
                  </a:extLst>
                </p:cNvPr>
                <p:cNvPicPr/>
                <p:nvPr/>
              </p:nvPicPr>
              <p:blipFill>
                <a:blip r:embed="rId18"/>
                <a:stretch>
                  <a:fillRect/>
                </a:stretch>
              </p:blipFill>
              <p:spPr>
                <a:xfrm>
                  <a:off x="3131438" y="351216"/>
                  <a:ext cx="6660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3" name="Ink 12">
                  <a:extLst>
                    <a:ext uri="{FF2B5EF4-FFF2-40B4-BE49-F238E27FC236}">
                      <a16:creationId xmlns:a16="http://schemas.microsoft.com/office/drawing/2014/main" id="{1CD733F5-8042-49B8-9252-322328A773A4}"/>
                    </a:ext>
                  </a:extLst>
                </p14:cNvPr>
                <p14:cNvContentPartPr/>
                <p14:nvPr/>
              </p14:nvContentPartPr>
              <p14:xfrm>
                <a:off x="3189038" y="414576"/>
                <a:ext cx="163440" cy="105840"/>
              </p14:xfrm>
            </p:contentPart>
          </mc:Choice>
          <mc:Fallback xmlns="">
            <p:pic>
              <p:nvPicPr>
                <p:cNvPr id="13" name="Ink 12">
                  <a:extLst>
                    <a:ext uri="{FF2B5EF4-FFF2-40B4-BE49-F238E27FC236}">
                      <a16:creationId xmlns:a16="http://schemas.microsoft.com/office/drawing/2014/main" id="{1CD733F5-8042-49B8-9252-322328A773A4}"/>
                    </a:ext>
                  </a:extLst>
                </p:cNvPr>
                <p:cNvPicPr/>
                <p:nvPr/>
              </p:nvPicPr>
              <p:blipFill>
                <a:blip r:embed="rId20"/>
                <a:stretch>
                  <a:fillRect/>
                </a:stretch>
              </p:blipFill>
              <p:spPr>
                <a:xfrm>
                  <a:off x="3182918" y="408456"/>
                  <a:ext cx="17568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4" name="Ink 13">
                  <a:extLst>
                    <a:ext uri="{FF2B5EF4-FFF2-40B4-BE49-F238E27FC236}">
                      <a16:creationId xmlns:a16="http://schemas.microsoft.com/office/drawing/2014/main" id="{14E409DC-44AC-EDE6-AFAA-F76D1850957D}"/>
                    </a:ext>
                  </a:extLst>
                </p14:cNvPr>
                <p14:cNvContentPartPr/>
                <p14:nvPr/>
              </p14:nvContentPartPr>
              <p14:xfrm>
                <a:off x="3532838" y="284616"/>
                <a:ext cx="276120" cy="153000"/>
              </p14:xfrm>
            </p:contentPart>
          </mc:Choice>
          <mc:Fallback xmlns="">
            <p:pic>
              <p:nvPicPr>
                <p:cNvPr id="14" name="Ink 13">
                  <a:extLst>
                    <a:ext uri="{FF2B5EF4-FFF2-40B4-BE49-F238E27FC236}">
                      <a16:creationId xmlns:a16="http://schemas.microsoft.com/office/drawing/2014/main" id="{14E409DC-44AC-EDE6-AFAA-F76D1850957D}"/>
                    </a:ext>
                  </a:extLst>
                </p:cNvPr>
                <p:cNvPicPr/>
                <p:nvPr/>
              </p:nvPicPr>
              <p:blipFill>
                <a:blip r:embed="rId22"/>
                <a:stretch>
                  <a:fillRect/>
                </a:stretch>
              </p:blipFill>
              <p:spPr>
                <a:xfrm>
                  <a:off x="3526718" y="278496"/>
                  <a:ext cx="28836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5" name="Ink 14">
                  <a:extLst>
                    <a:ext uri="{FF2B5EF4-FFF2-40B4-BE49-F238E27FC236}">
                      <a16:creationId xmlns:a16="http://schemas.microsoft.com/office/drawing/2014/main" id="{B536E092-FBBE-A5D8-D97C-80D10BBB517B}"/>
                    </a:ext>
                  </a:extLst>
                </p14:cNvPr>
                <p14:cNvContentPartPr/>
                <p14:nvPr/>
              </p14:nvContentPartPr>
              <p14:xfrm>
                <a:off x="3897878" y="236736"/>
                <a:ext cx="240840" cy="151920"/>
              </p14:xfrm>
            </p:contentPart>
          </mc:Choice>
          <mc:Fallback xmlns="">
            <p:pic>
              <p:nvPicPr>
                <p:cNvPr id="15" name="Ink 14">
                  <a:extLst>
                    <a:ext uri="{FF2B5EF4-FFF2-40B4-BE49-F238E27FC236}">
                      <a16:creationId xmlns:a16="http://schemas.microsoft.com/office/drawing/2014/main" id="{B536E092-FBBE-A5D8-D97C-80D10BBB517B}"/>
                    </a:ext>
                  </a:extLst>
                </p:cNvPr>
                <p:cNvPicPr/>
                <p:nvPr/>
              </p:nvPicPr>
              <p:blipFill>
                <a:blip r:embed="rId24"/>
                <a:stretch>
                  <a:fillRect/>
                </a:stretch>
              </p:blipFill>
              <p:spPr>
                <a:xfrm>
                  <a:off x="3891758" y="230616"/>
                  <a:ext cx="25308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61F45A0F-5BC9-D114-82EC-0F0FF3C3FA76}"/>
                    </a:ext>
                  </a:extLst>
                </p14:cNvPr>
                <p14:cNvContentPartPr/>
                <p14:nvPr/>
              </p14:nvContentPartPr>
              <p14:xfrm>
                <a:off x="4175438" y="249696"/>
                <a:ext cx="209520" cy="114840"/>
              </p14:xfrm>
            </p:contentPart>
          </mc:Choice>
          <mc:Fallback xmlns="">
            <p:pic>
              <p:nvPicPr>
                <p:cNvPr id="18" name="Ink 17">
                  <a:extLst>
                    <a:ext uri="{FF2B5EF4-FFF2-40B4-BE49-F238E27FC236}">
                      <a16:creationId xmlns:a16="http://schemas.microsoft.com/office/drawing/2014/main" id="{61F45A0F-5BC9-D114-82EC-0F0FF3C3FA76}"/>
                    </a:ext>
                  </a:extLst>
                </p:cNvPr>
                <p:cNvPicPr/>
                <p:nvPr/>
              </p:nvPicPr>
              <p:blipFill>
                <a:blip r:embed="rId26"/>
                <a:stretch>
                  <a:fillRect/>
                </a:stretch>
              </p:blipFill>
              <p:spPr>
                <a:xfrm>
                  <a:off x="4169318" y="243576"/>
                  <a:ext cx="22176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 name="Ink 18">
                  <a:extLst>
                    <a:ext uri="{FF2B5EF4-FFF2-40B4-BE49-F238E27FC236}">
                      <a16:creationId xmlns:a16="http://schemas.microsoft.com/office/drawing/2014/main" id="{BF27B7F9-8D9F-952E-6399-97BBA1053F7D}"/>
                    </a:ext>
                  </a:extLst>
                </p14:cNvPr>
                <p14:cNvContentPartPr/>
                <p14:nvPr/>
              </p14:nvContentPartPr>
              <p14:xfrm>
                <a:off x="4396118" y="112896"/>
                <a:ext cx="236520" cy="260280"/>
              </p14:xfrm>
            </p:contentPart>
          </mc:Choice>
          <mc:Fallback xmlns="">
            <p:pic>
              <p:nvPicPr>
                <p:cNvPr id="19" name="Ink 18">
                  <a:extLst>
                    <a:ext uri="{FF2B5EF4-FFF2-40B4-BE49-F238E27FC236}">
                      <a16:creationId xmlns:a16="http://schemas.microsoft.com/office/drawing/2014/main" id="{BF27B7F9-8D9F-952E-6399-97BBA1053F7D}"/>
                    </a:ext>
                  </a:extLst>
                </p:cNvPr>
                <p:cNvPicPr/>
                <p:nvPr/>
              </p:nvPicPr>
              <p:blipFill>
                <a:blip r:embed="rId28"/>
                <a:stretch>
                  <a:fillRect/>
                </a:stretch>
              </p:blipFill>
              <p:spPr>
                <a:xfrm>
                  <a:off x="4389998" y="106776"/>
                  <a:ext cx="24876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1" name="Ink 20">
                  <a:extLst>
                    <a:ext uri="{FF2B5EF4-FFF2-40B4-BE49-F238E27FC236}">
                      <a16:creationId xmlns:a16="http://schemas.microsoft.com/office/drawing/2014/main" id="{9BFA0A9F-1217-4EC1-2F8B-C09B30A60011}"/>
                    </a:ext>
                  </a:extLst>
                </p14:cNvPr>
                <p14:cNvContentPartPr/>
                <p14:nvPr/>
              </p14:nvContentPartPr>
              <p14:xfrm>
                <a:off x="2878718" y="824616"/>
                <a:ext cx="289800" cy="313560"/>
              </p14:xfrm>
            </p:contentPart>
          </mc:Choice>
          <mc:Fallback xmlns="">
            <p:pic>
              <p:nvPicPr>
                <p:cNvPr id="21" name="Ink 20">
                  <a:extLst>
                    <a:ext uri="{FF2B5EF4-FFF2-40B4-BE49-F238E27FC236}">
                      <a16:creationId xmlns:a16="http://schemas.microsoft.com/office/drawing/2014/main" id="{9BFA0A9F-1217-4EC1-2F8B-C09B30A60011}"/>
                    </a:ext>
                  </a:extLst>
                </p:cNvPr>
                <p:cNvPicPr/>
                <p:nvPr/>
              </p:nvPicPr>
              <p:blipFill>
                <a:blip r:embed="rId30"/>
                <a:stretch>
                  <a:fillRect/>
                </a:stretch>
              </p:blipFill>
              <p:spPr>
                <a:xfrm>
                  <a:off x="2872598" y="818496"/>
                  <a:ext cx="302040" cy="3258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2" name="Ink 21">
                  <a:extLst>
                    <a:ext uri="{FF2B5EF4-FFF2-40B4-BE49-F238E27FC236}">
                      <a16:creationId xmlns:a16="http://schemas.microsoft.com/office/drawing/2014/main" id="{154E77CF-C1AF-D0EE-7BC0-014B2BDAB305}"/>
                    </a:ext>
                  </a:extLst>
                </p14:cNvPr>
                <p14:cNvContentPartPr/>
                <p14:nvPr/>
              </p14:nvContentPartPr>
              <p14:xfrm>
                <a:off x="3077438" y="893016"/>
                <a:ext cx="360" cy="360"/>
              </p14:xfrm>
            </p:contentPart>
          </mc:Choice>
          <mc:Fallback xmlns="">
            <p:pic>
              <p:nvPicPr>
                <p:cNvPr id="22" name="Ink 21">
                  <a:extLst>
                    <a:ext uri="{FF2B5EF4-FFF2-40B4-BE49-F238E27FC236}">
                      <a16:creationId xmlns:a16="http://schemas.microsoft.com/office/drawing/2014/main" id="{154E77CF-C1AF-D0EE-7BC0-014B2BDAB305}"/>
                    </a:ext>
                  </a:extLst>
                </p:cNvPr>
                <p:cNvPicPr/>
                <p:nvPr/>
              </p:nvPicPr>
              <p:blipFill>
                <a:blip r:embed="rId9"/>
                <a:stretch>
                  <a:fillRect/>
                </a:stretch>
              </p:blipFill>
              <p:spPr>
                <a:xfrm>
                  <a:off x="3071318" y="8868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3" name="Ink 22">
                  <a:extLst>
                    <a:ext uri="{FF2B5EF4-FFF2-40B4-BE49-F238E27FC236}">
                      <a16:creationId xmlns:a16="http://schemas.microsoft.com/office/drawing/2014/main" id="{EE0E792D-A6B2-5AD6-647A-C504D7187C8E}"/>
                    </a:ext>
                  </a:extLst>
                </p14:cNvPr>
                <p14:cNvContentPartPr/>
                <p14:nvPr/>
              </p14:nvContentPartPr>
              <p14:xfrm>
                <a:off x="3209558" y="867816"/>
                <a:ext cx="77760" cy="150480"/>
              </p14:xfrm>
            </p:contentPart>
          </mc:Choice>
          <mc:Fallback xmlns="">
            <p:pic>
              <p:nvPicPr>
                <p:cNvPr id="23" name="Ink 22">
                  <a:extLst>
                    <a:ext uri="{FF2B5EF4-FFF2-40B4-BE49-F238E27FC236}">
                      <a16:creationId xmlns:a16="http://schemas.microsoft.com/office/drawing/2014/main" id="{EE0E792D-A6B2-5AD6-647A-C504D7187C8E}"/>
                    </a:ext>
                  </a:extLst>
                </p:cNvPr>
                <p:cNvPicPr/>
                <p:nvPr/>
              </p:nvPicPr>
              <p:blipFill>
                <a:blip r:embed="rId33"/>
                <a:stretch>
                  <a:fillRect/>
                </a:stretch>
              </p:blipFill>
              <p:spPr>
                <a:xfrm>
                  <a:off x="3203438" y="861696"/>
                  <a:ext cx="9000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5" name="Ink 24">
                  <a:extLst>
                    <a:ext uri="{FF2B5EF4-FFF2-40B4-BE49-F238E27FC236}">
                      <a16:creationId xmlns:a16="http://schemas.microsoft.com/office/drawing/2014/main" id="{4C68D80E-6D3E-954E-F021-CBECBEF39F03}"/>
                    </a:ext>
                  </a:extLst>
                </p14:cNvPr>
                <p14:cNvContentPartPr/>
                <p14:nvPr/>
              </p14:nvContentPartPr>
              <p14:xfrm>
                <a:off x="3342758" y="772416"/>
                <a:ext cx="223200" cy="226440"/>
              </p14:xfrm>
            </p:contentPart>
          </mc:Choice>
          <mc:Fallback xmlns="">
            <p:pic>
              <p:nvPicPr>
                <p:cNvPr id="25" name="Ink 24">
                  <a:extLst>
                    <a:ext uri="{FF2B5EF4-FFF2-40B4-BE49-F238E27FC236}">
                      <a16:creationId xmlns:a16="http://schemas.microsoft.com/office/drawing/2014/main" id="{4C68D80E-6D3E-954E-F021-CBECBEF39F03}"/>
                    </a:ext>
                  </a:extLst>
                </p:cNvPr>
                <p:cNvPicPr/>
                <p:nvPr/>
              </p:nvPicPr>
              <p:blipFill>
                <a:blip r:embed="rId35"/>
                <a:stretch>
                  <a:fillRect/>
                </a:stretch>
              </p:blipFill>
              <p:spPr>
                <a:xfrm>
                  <a:off x="3336638" y="766296"/>
                  <a:ext cx="23544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6" name="Ink 25">
                  <a:extLst>
                    <a:ext uri="{FF2B5EF4-FFF2-40B4-BE49-F238E27FC236}">
                      <a16:creationId xmlns:a16="http://schemas.microsoft.com/office/drawing/2014/main" id="{4982A88B-E381-1B8B-DEDB-32CF80EE893F}"/>
                    </a:ext>
                  </a:extLst>
                </p14:cNvPr>
                <p14:cNvContentPartPr/>
                <p14:nvPr/>
              </p14:nvContentPartPr>
              <p14:xfrm>
                <a:off x="3459758" y="819216"/>
                <a:ext cx="360" cy="360"/>
              </p14:xfrm>
            </p:contentPart>
          </mc:Choice>
          <mc:Fallback xmlns="">
            <p:pic>
              <p:nvPicPr>
                <p:cNvPr id="26" name="Ink 25">
                  <a:extLst>
                    <a:ext uri="{FF2B5EF4-FFF2-40B4-BE49-F238E27FC236}">
                      <a16:creationId xmlns:a16="http://schemas.microsoft.com/office/drawing/2014/main" id="{4982A88B-E381-1B8B-DEDB-32CF80EE893F}"/>
                    </a:ext>
                  </a:extLst>
                </p:cNvPr>
                <p:cNvPicPr/>
                <p:nvPr/>
              </p:nvPicPr>
              <p:blipFill>
                <a:blip r:embed="rId9"/>
                <a:stretch>
                  <a:fillRect/>
                </a:stretch>
              </p:blipFill>
              <p:spPr>
                <a:xfrm>
                  <a:off x="3453638" y="8130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7" name="Ink 26">
                  <a:extLst>
                    <a:ext uri="{FF2B5EF4-FFF2-40B4-BE49-F238E27FC236}">
                      <a16:creationId xmlns:a16="http://schemas.microsoft.com/office/drawing/2014/main" id="{E8F3FD94-2CA4-06D2-4D93-5897F748C963}"/>
                    </a:ext>
                  </a:extLst>
                </p14:cNvPr>
                <p14:cNvContentPartPr/>
                <p14:nvPr/>
              </p14:nvContentPartPr>
              <p14:xfrm>
                <a:off x="3563078" y="741456"/>
                <a:ext cx="135720" cy="191160"/>
              </p14:xfrm>
            </p:contentPart>
          </mc:Choice>
          <mc:Fallback xmlns="">
            <p:pic>
              <p:nvPicPr>
                <p:cNvPr id="27" name="Ink 26">
                  <a:extLst>
                    <a:ext uri="{FF2B5EF4-FFF2-40B4-BE49-F238E27FC236}">
                      <a16:creationId xmlns:a16="http://schemas.microsoft.com/office/drawing/2014/main" id="{E8F3FD94-2CA4-06D2-4D93-5897F748C963}"/>
                    </a:ext>
                  </a:extLst>
                </p:cNvPr>
                <p:cNvPicPr/>
                <p:nvPr/>
              </p:nvPicPr>
              <p:blipFill>
                <a:blip r:embed="rId38"/>
                <a:stretch>
                  <a:fillRect/>
                </a:stretch>
              </p:blipFill>
              <p:spPr>
                <a:xfrm>
                  <a:off x="3556958" y="735336"/>
                  <a:ext cx="14796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8" name="Ink 27">
                  <a:extLst>
                    <a:ext uri="{FF2B5EF4-FFF2-40B4-BE49-F238E27FC236}">
                      <a16:creationId xmlns:a16="http://schemas.microsoft.com/office/drawing/2014/main" id="{D2021A8C-196C-5390-0FCF-2561A9E7633C}"/>
                    </a:ext>
                  </a:extLst>
                </p14:cNvPr>
                <p14:cNvContentPartPr/>
                <p14:nvPr/>
              </p14:nvContentPartPr>
              <p14:xfrm>
                <a:off x="3740198" y="831816"/>
                <a:ext cx="181440" cy="56160"/>
              </p14:xfrm>
            </p:contentPart>
          </mc:Choice>
          <mc:Fallback xmlns="">
            <p:pic>
              <p:nvPicPr>
                <p:cNvPr id="28" name="Ink 27">
                  <a:extLst>
                    <a:ext uri="{FF2B5EF4-FFF2-40B4-BE49-F238E27FC236}">
                      <a16:creationId xmlns:a16="http://schemas.microsoft.com/office/drawing/2014/main" id="{D2021A8C-196C-5390-0FCF-2561A9E7633C}"/>
                    </a:ext>
                  </a:extLst>
                </p:cNvPr>
                <p:cNvPicPr/>
                <p:nvPr/>
              </p:nvPicPr>
              <p:blipFill>
                <a:blip r:embed="rId40"/>
                <a:stretch>
                  <a:fillRect/>
                </a:stretch>
              </p:blipFill>
              <p:spPr>
                <a:xfrm>
                  <a:off x="3734078" y="825696"/>
                  <a:ext cx="19368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9" name="Ink 28">
                  <a:extLst>
                    <a:ext uri="{FF2B5EF4-FFF2-40B4-BE49-F238E27FC236}">
                      <a16:creationId xmlns:a16="http://schemas.microsoft.com/office/drawing/2014/main" id="{5C91D13E-253E-B2A7-2934-189216079BC4}"/>
                    </a:ext>
                  </a:extLst>
                </p14:cNvPr>
                <p14:cNvContentPartPr/>
                <p14:nvPr/>
              </p14:nvContentPartPr>
              <p14:xfrm>
                <a:off x="3923078" y="638496"/>
                <a:ext cx="41400" cy="237240"/>
              </p14:xfrm>
            </p:contentPart>
          </mc:Choice>
          <mc:Fallback xmlns="">
            <p:pic>
              <p:nvPicPr>
                <p:cNvPr id="29" name="Ink 28">
                  <a:extLst>
                    <a:ext uri="{FF2B5EF4-FFF2-40B4-BE49-F238E27FC236}">
                      <a16:creationId xmlns:a16="http://schemas.microsoft.com/office/drawing/2014/main" id="{5C91D13E-253E-B2A7-2934-189216079BC4}"/>
                    </a:ext>
                  </a:extLst>
                </p:cNvPr>
                <p:cNvPicPr/>
                <p:nvPr/>
              </p:nvPicPr>
              <p:blipFill>
                <a:blip r:embed="rId42"/>
                <a:stretch>
                  <a:fillRect/>
                </a:stretch>
              </p:blipFill>
              <p:spPr>
                <a:xfrm>
                  <a:off x="3916958" y="632376"/>
                  <a:ext cx="5364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0" name="Ink 29">
                  <a:extLst>
                    <a:ext uri="{FF2B5EF4-FFF2-40B4-BE49-F238E27FC236}">
                      <a16:creationId xmlns:a16="http://schemas.microsoft.com/office/drawing/2014/main" id="{320A8169-121B-8C7D-FB01-C3507B21A381}"/>
                    </a:ext>
                  </a:extLst>
                </p14:cNvPr>
                <p14:cNvContentPartPr/>
                <p14:nvPr/>
              </p14:nvContentPartPr>
              <p14:xfrm>
                <a:off x="3921278" y="767016"/>
                <a:ext cx="152280" cy="100080"/>
              </p14:xfrm>
            </p:contentPart>
          </mc:Choice>
          <mc:Fallback xmlns="">
            <p:pic>
              <p:nvPicPr>
                <p:cNvPr id="30" name="Ink 29">
                  <a:extLst>
                    <a:ext uri="{FF2B5EF4-FFF2-40B4-BE49-F238E27FC236}">
                      <a16:creationId xmlns:a16="http://schemas.microsoft.com/office/drawing/2014/main" id="{320A8169-121B-8C7D-FB01-C3507B21A381}"/>
                    </a:ext>
                  </a:extLst>
                </p:cNvPr>
                <p:cNvPicPr/>
                <p:nvPr/>
              </p:nvPicPr>
              <p:blipFill>
                <a:blip r:embed="rId44"/>
                <a:stretch>
                  <a:fillRect/>
                </a:stretch>
              </p:blipFill>
              <p:spPr>
                <a:xfrm>
                  <a:off x="3915158" y="760896"/>
                  <a:ext cx="16452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1" name="Ink 30">
                  <a:extLst>
                    <a:ext uri="{FF2B5EF4-FFF2-40B4-BE49-F238E27FC236}">
                      <a16:creationId xmlns:a16="http://schemas.microsoft.com/office/drawing/2014/main" id="{AC525907-D72B-A2BA-D62F-98EBCA0DE50D}"/>
                    </a:ext>
                  </a:extLst>
                </p14:cNvPr>
                <p14:cNvContentPartPr/>
                <p14:nvPr/>
              </p14:nvContentPartPr>
              <p14:xfrm>
                <a:off x="4071758" y="644616"/>
                <a:ext cx="360" cy="360"/>
              </p14:xfrm>
            </p:contentPart>
          </mc:Choice>
          <mc:Fallback xmlns="">
            <p:pic>
              <p:nvPicPr>
                <p:cNvPr id="31" name="Ink 30">
                  <a:extLst>
                    <a:ext uri="{FF2B5EF4-FFF2-40B4-BE49-F238E27FC236}">
                      <a16:creationId xmlns:a16="http://schemas.microsoft.com/office/drawing/2014/main" id="{AC525907-D72B-A2BA-D62F-98EBCA0DE50D}"/>
                    </a:ext>
                  </a:extLst>
                </p:cNvPr>
                <p:cNvPicPr/>
                <p:nvPr/>
              </p:nvPicPr>
              <p:blipFill>
                <a:blip r:embed="rId9"/>
                <a:stretch>
                  <a:fillRect/>
                </a:stretch>
              </p:blipFill>
              <p:spPr>
                <a:xfrm>
                  <a:off x="4065638" y="6384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2" name="Ink 31">
                  <a:extLst>
                    <a:ext uri="{FF2B5EF4-FFF2-40B4-BE49-F238E27FC236}">
                      <a16:creationId xmlns:a16="http://schemas.microsoft.com/office/drawing/2014/main" id="{45D75D5E-CF54-169F-51F3-74E7442FB14E}"/>
                    </a:ext>
                  </a:extLst>
                </p14:cNvPr>
                <p14:cNvContentPartPr/>
                <p14:nvPr/>
              </p14:nvContentPartPr>
              <p14:xfrm>
                <a:off x="4149518" y="661536"/>
                <a:ext cx="240120" cy="144720"/>
              </p14:xfrm>
            </p:contentPart>
          </mc:Choice>
          <mc:Fallback xmlns="">
            <p:pic>
              <p:nvPicPr>
                <p:cNvPr id="32" name="Ink 31">
                  <a:extLst>
                    <a:ext uri="{FF2B5EF4-FFF2-40B4-BE49-F238E27FC236}">
                      <a16:creationId xmlns:a16="http://schemas.microsoft.com/office/drawing/2014/main" id="{45D75D5E-CF54-169F-51F3-74E7442FB14E}"/>
                    </a:ext>
                  </a:extLst>
                </p:cNvPr>
                <p:cNvPicPr/>
                <p:nvPr/>
              </p:nvPicPr>
              <p:blipFill>
                <a:blip r:embed="rId47"/>
                <a:stretch>
                  <a:fillRect/>
                </a:stretch>
              </p:blipFill>
              <p:spPr>
                <a:xfrm>
                  <a:off x="4143398" y="655416"/>
                  <a:ext cx="25236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3" name="Ink 32">
                  <a:extLst>
                    <a:ext uri="{FF2B5EF4-FFF2-40B4-BE49-F238E27FC236}">
                      <a16:creationId xmlns:a16="http://schemas.microsoft.com/office/drawing/2014/main" id="{9546BABA-07D2-93BB-58A7-5995FF3DBE82}"/>
                    </a:ext>
                  </a:extLst>
                </p14:cNvPr>
                <p14:cNvContentPartPr/>
                <p14:nvPr/>
              </p14:nvContentPartPr>
              <p14:xfrm>
                <a:off x="1746158" y="2394576"/>
                <a:ext cx="3328920" cy="507600"/>
              </p14:xfrm>
            </p:contentPart>
          </mc:Choice>
          <mc:Fallback xmlns="">
            <p:pic>
              <p:nvPicPr>
                <p:cNvPr id="33" name="Ink 32">
                  <a:extLst>
                    <a:ext uri="{FF2B5EF4-FFF2-40B4-BE49-F238E27FC236}">
                      <a16:creationId xmlns:a16="http://schemas.microsoft.com/office/drawing/2014/main" id="{9546BABA-07D2-93BB-58A7-5995FF3DBE82}"/>
                    </a:ext>
                  </a:extLst>
                </p:cNvPr>
                <p:cNvPicPr/>
                <p:nvPr/>
              </p:nvPicPr>
              <p:blipFill>
                <a:blip r:embed="rId49"/>
                <a:stretch>
                  <a:fillRect/>
                </a:stretch>
              </p:blipFill>
              <p:spPr>
                <a:xfrm>
                  <a:off x="1740038" y="2388456"/>
                  <a:ext cx="3341160" cy="5198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4" name="Ink 33">
                  <a:extLst>
                    <a:ext uri="{FF2B5EF4-FFF2-40B4-BE49-F238E27FC236}">
                      <a16:creationId xmlns:a16="http://schemas.microsoft.com/office/drawing/2014/main" id="{2653231B-6C11-B69C-7201-FC85B5974C56}"/>
                    </a:ext>
                  </a:extLst>
                </p14:cNvPr>
                <p14:cNvContentPartPr/>
                <p14:nvPr/>
              </p14:nvContentPartPr>
              <p14:xfrm>
                <a:off x="1872878" y="1295856"/>
                <a:ext cx="847800" cy="1498680"/>
              </p14:xfrm>
            </p:contentPart>
          </mc:Choice>
          <mc:Fallback xmlns="">
            <p:pic>
              <p:nvPicPr>
                <p:cNvPr id="34" name="Ink 33">
                  <a:extLst>
                    <a:ext uri="{FF2B5EF4-FFF2-40B4-BE49-F238E27FC236}">
                      <a16:creationId xmlns:a16="http://schemas.microsoft.com/office/drawing/2014/main" id="{2653231B-6C11-B69C-7201-FC85B5974C56}"/>
                    </a:ext>
                  </a:extLst>
                </p:cNvPr>
                <p:cNvPicPr/>
                <p:nvPr/>
              </p:nvPicPr>
              <p:blipFill>
                <a:blip r:embed="rId51"/>
                <a:stretch>
                  <a:fillRect/>
                </a:stretch>
              </p:blipFill>
              <p:spPr>
                <a:xfrm>
                  <a:off x="1866758" y="1289736"/>
                  <a:ext cx="860040" cy="15109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5" name="Ink 34">
                  <a:extLst>
                    <a:ext uri="{FF2B5EF4-FFF2-40B4-BE49-F238E27FC236}">
                      <a16:creationId xmlns:a16="http://schemas.microsoft.com/office/drawing/2014/main" id="{B032B293-99F0-202B-8E94-6FA08A3A1E59}"/>
                    </a:ext>
                  </a:extLst>
                </p14:cNvPr>
                <p14:cNvContentPartPr/>
                <p14:nvPr/>
              </p14:nvContentPartPr>
              <p14:xfrm>
                <a:off x="2974118" y="1075536"/>
                <a:ext cx="446040" cy="249120"/>
              </p14:xfrm>
            </p:contentPart>
          </mc:Choice>
          <mc:Fallback xmlns="">
            <p:pic>
              <p:nvPicPr>
                <p:cNvPr id="35" name="Ink 34">
                  <a:extLst>
                    <a:ext uri="{FF2B5EF4-FFF2-40B4-BE49-F238E27FC236}">
                      <a16:creationId xmlns:a16="http://schemas.microsoft.com/office/drawing/2014/main" id="{B032B293-99F0-202B-8E94-6FA08A3A1E59}"/>
                    </a:ext>
                  </a:extLst>
                </p:cNvPr>
                <p:cNvPicPr/>
                <p:nvPr/>
              </p:nvPicPr>
              <p:blipFill>
                <a:blip r:embed="rId53"/>
                <a:stretch>
                  <a:fillRect/>
                </a:stretch>
              </p:blipFill>
              <p:spPr>
                <a:xfrm>
                  <a:off x="2967998" y="1069416"/>
                  <a:ext cx="45828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6" name="Ink 35">
                  <a:extLst>
                    <a:ext uri="{FF2B5EF4-FFF2-40B4-BE49-F238E27FC236}">
                      <a16:creationId xmlns:a16="http://schemas.microsoft.com/office/drawing/2014/main" id="{844933A1-DED6-7A5E-084E-7B19FC9CE6FD}"/>
                    </a:ext>
                  </a:extLst>
                </p14:cNvPr>
                <p14:cNvContentPartPr/>
                <p14:nvPr/>
              </p14:nvContentPartPr>
              <p14:xfrm>
                <a:off x="2609438" y="1004616"/>
                <a:ext cx="1878480" cy="1443960"/>
              </p14:xfrm>
            </p:contentPart>
          </mc:Choice>
          <mc:Fallback xmlns="">
            <p:pic>
              <p:nvPicPr>
                <p:cNvPr id="36" name="Ink 35">
                  <a:extLst>
                    <a:ext uri="{FF2B5EF4-FFF2-40B4-BE49-F238E27FC236}">
                      <a16:creationId xmlns:a16="http://schemas.microsoft.com/office/drawing/2014/main" id="{844933A1-DED6-7A5E-084E-7B19FC9CE6FD}"/>
                    </a:ext>
                  </a:extLst>
                </p:cNvPr>
                <p:cNvPicPr/>
                <p:nvPr/>
              </p:nvPicPr>
              <p:blipFill>
                <a:blip r:embed="rId55"/>
                <a:stretch>
                  <a:fillRect/>
                </a:stretch>
              </p:blipFill>
              <p:spPr>
                <a:xfrm>
                  <a:off x="2603318" y="998496"/>
                  <a:ext cx="1890720" cy="14562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7" name="Ink 36">
                  <a:extLst>
                    <a:ext uri="{FF2B5EF4-FFF2-40B4-BE49-F238E27FC236}">
                      <a16:creationId xmlns:a16="http://schemas.microsoft.com/office/drawing/2014/main" id="{F7EE421E-7635-7031-9B95-352882C7C283}"/>
                    </a:ext>
                  </a:extLst>
                </p14:cNvPr>
                <p14:cNvContentPartPr/>
                <p14:nvPr/>
              </p14:nvContentPartPr>
              <p14:xfrm>
                <a:off x="3005438" y="1005696"/>
                <a:ext cx="167400" cy="1756440"/>
              </p14:xfrm>
            </p:contentPart>
          </mc:Choice>
          <mc:Fallback xmlns="">
            <p:pic>
              <p:nvPicPr>
                <p:cNvPr id="37" name="Ink 36">
                  <a:extLst>
                    <a:ext uri="{FF2B5EF4-FFF2-40B4-BE49-F238E27FC236}">
                      <a16:creationId xmlns:a16="http://schemas.microsoft.com/office/drawing/2014/main" id="{F7EE421E-7635-7031-9B95-352882C7C283}"/>
                    </a:ext>
                  </a:extLst>
                </p:cNvPr>
                <p:cNvPicPr/>
                <p:nvPr/>
              </p:nvPicPr>
              <p:blipFill>
                <a:blip r:embed="rId57"/>
                <a:stretch>
                  <a:fillRect/>
                </a:stretch>
              </p:blipFill>
              <p:spPr>
                <a:xfrm>
                  <a:off x="2999318" y="999576"/>
                  <a:ext cx="179640" cy="17686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8" name="Ink 37">
                  <a:extLst>
                    <a:ext uri="{FF2B5EF4-FFF2-40B4-BE49-F238E27FC236}">
                      <a16:creationId xmlns:a16="http://schemas.microsoft.com/office/drawing/2014/main" id="{B37B18E6-86C3-0289-A98A-FBF328F66BD8}"/>
                    </a:ext>
                  </a:extLst>
                </p14:cNvPr>
                <p14:cNvContentPartPr/>
                <p14:nvPr/>
              </p14:nvContentPartPr>
              <p14:xfrm>
                <a:off x="3036758" y="2887056"/>
                <a:ext cx="199800" cy="298080"/>
              </p14:xfrm>
            </p:contentPart>
          </mc:Choice>
          <mc:Fallback xmlns="">
            <p:pic>
              <p:nvPicPr>
                <p:cNvPr id="38" name="Ink 37">
                  <a:extLst>
                    <a:ext uri="{FF2B5EF4-FFF2-40B4-BE49-F238E27FC236}">
                      <a16:creationId xmlns:a16="http://schemas.microsoft.com/office/drawing/2014/main" id="{B37B18E6-86C3-0289-A98A-FBF328F66BD8}"/>
                    </a:ext>
                  </a:extLst>
                </p:cNvPr>
                <p:cNvPicPr/>
                <p:nvPr/>
              </p:nvPicPr>
              <p:blipFill>
                <a:blip r:embed="rId59"/>
                <a:stretch>
                  <a:fillRect/>
                </a:stretch>
              </p:blipFill>
              <p:spPr>
                <a:xfrm>
                  <a:off x="3030638" y="2880936"/>
                  <a:ext cx="212040" cy="3103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9" name="Ink 38">
                  <a:extLst>
                    <a:ext uri="{FF2B5EF4-FFF2-40B4-BE49-F238E27FC236}">
                      <a16:creationId xmlns:a16="http://schemas.microsoft.com/office/drawing/2014/main" id="{C2FD4134-3E7E-F935-565E-83CD5195A345}"/>
                    </a:ext>
                  </a:extLst>
                </p14:cNvPr>
                <p14:cNvContentPartPr/>
                <p14:nvPr/>
              </p14:nvContentPartPr>
              <p14:xfrm>
                <a:off x="3288038" y="2994336"/>
                <a:ext cx="39600" cy="167040"/>
              </p14:xfrm>
            </p:contentPart>
          </mc:Choice>
          <mc:Fallback xmlns="">
            <p:pic>
              <p:nvPicPr>
                <p:cNvPr id="39" name="Ink 38">
                  <a:extLst>
                    <a:ext uri="{FF2B5EF4-FFF2-40B4-BE49-F238E27FC236}">
                      <a16:creationId xmlns:a16="http://schemas.microsoft.com/office/drawing/2014/main" id="{C2FD4134-3E7E-F935-565E-83CD5195A345}"/>
                    </a:ext>
                  </a:extLst>
                </p:cNvPr>
                <p:cNvPicPr/>
                <p:nvPr/>
              </p:nvPicPr>
              <p:blipFill>
                <a:blip r:embed="rId61"/>
                <a:stretch>
                  <a:fillRect/>
                </a:stretch>
              </p:blipFill>
              <p:spPr>
                <a:xfrm>
                  <a:off x="3281918" y="2988216"/>
                  <a:ext cx="5184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2A0DB0CC-B626-07AA-4C8B-09866A8F7694}"/>
                    </a:ext>
                  </a:extLst>
                </p14:cNvPr>
                <p14:cNvContentPartPr/>
                <p14:nvPr/>
              </p14:nvContentPartPr>
              <p14:xfrm>
                <a:off x="2442038" y="1928376"/>
                <a:ext cx="153000" cy="146160"/>
              </p14:xfrm>
            </p:contentPart>
          </mc:Choice>
          <mc:Fallback xmlns="">
            <p:pic>
              <p:nvPicPr>
                <p:cNvPr id="41" name="Ink 40">
                  <a:extLst>
                    <a:ext uri="{FF2B5EF4-FFF2-40B4-BE49-F238E27FC236}">
                      <a16:creationId xmlns:a16="http://schemas.microsoft.com/office/drawing/2014/main" id="{2A0DB0CC-B626-07AA-4C8B-09866A8F7694}"/>
                    </a:ext>
                  </a:extLst>
                </p:cNvPr>
                <p:cNvPicPr/>
                <p:nvPr/>
              </p:nvPicPr>
              <p:blipFill>
                <a:blip r:embed="rId63"/>
                <a:stretch>
                  <a:fillRect/>
                </a:stretch>
              </p:blipFill>
              <p:spPr>
                <a:xfrm>
                  <a:off x="2435918" y="1922256"/>
                  <a:ext cx="16524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2" name="Ink 41">
                  <a:extLst>
                    <a:ext uri="{FF2B5EF4-FFF2-40B4-BE49-F238E27FC236}">
                      <a16:creationId xmlns:a16="http://schemas.microsoft.com/office/drawing/2014/main" id="{3B327465-049C-8240-76FC-30A7FAF0618A}"/>
                    </a:ext>
                  </a:extLst>
                </p14:cNvPr>
                <p14:cNvContentPartPr/>
                <p14:nvPr/>
              </p14:nvContentPartPr>
              <p14:xfrm>
                <a:off x="2423318" y="1738656"/>
                <a:ext cx="1274400" cy="325440"/>
              </p14:xfrm>
            </p:contentPart>
          </mc:Choice>
          <mc:Fallback xmlns="">
            <p:pic>
              <p:nvPicPr>
                <p:cNvPr id="42" name="Ink 41">
                  <a:extLst>
                    <a:ext uri="{FF2B5EF4-FFF2-40B4-BE49-F238E27FC236}">
                      <a16:creationId xmlns:a16="http://schemas.microsoft.com/office/drawing/2014/main" id="{3B327465-049C-8240-76FC-30A7FAF0618A}"/>
                    </a:ext>
                  </a:extLst>
                </p:cNvPr>
                <p:cNvPicPr/>
                <p:nvPr/>
              </p:nvPicPr>
              <p:blipFill>
                <a:blip r:embed="rId65"/>
                <a:stretch>
                  <a:fillRect/>
                </a:stretch>
              </p:blipFill>
              <p:spPr>
                <a:xfrm>
                  <a:off x="2417198" y="1732536"/>
                  <a:ext cx="128664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3" name="Ink 42">
                  <a:extLst>
                    <a:ext uri="{FF2B5EF4-FFF2-40B4-BE49-F238E27FC236}">
                      <a16:creationId xmlns:a16="http://schemas.microsoft.com/office/drawing/2014/main" id="{136E1318-3FB5-B879-44A7-CA83DE2EA578}"/>
                    </a:ext>
                  </a:extLst>
                </p14:cNvPr>
                <p14:cNvContentPartPr/>
                <p14:nvPr/>
              </p14:nvContentPartPr>
              <p14:xfrm>
                <a:off x="3547958" y="1634256"/>
                <a:ext cx="169560" cy="268560"/>
              </p14:xfrm>
            </p:contentPart>
          </mc:Choice>
          <mc:Fallback xmlns="">
            <p:pic>
              <p:nvPicPr>
                <p:cNvPr id="43" name="Ink 42">
                  <a:extLst>
                    <a:ext uri="{FF2B5EF4-FFF2-40B4-BE49-F238E27FC236}">
                      <a16:creationId xmlns:a16="http://schemas.microsoft.com/office/drawing/2014/main" id="{136E1318-3FB5-B879-44A7-CA83DE2EA578}"/>
                    </a:ext>
                  </a:extLst>
                </p:cNvPr>
                <p:cNvPicPr/>
                <p:nvPr/>
              </p:nvPicPr>
              <p:blipFill>
                <a:blip r:embed="rId67"/>
                <a:stretch>
                  <a:fillRect/>
                </a:stretch>
              </p:blipFill>
              <p:spPr>
                <a:xfrm>
                  <a:off x="3541838" y="1628136"/>
                  <a:ext cx="181800"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5" name="Ink 44">
                  <a:extLst>
                    <a:ext uri="{FF2B5EF4-FFF2-40B4-BE49-F238E27FC236}">
                      <a16:creationId xmlns:a16="http://schemas.microsoft.com/office/drawing/2014/main" id="{C4795817-9385-FD74-6A25-0D03EB681DBF}"/>
                    </a:ext>
                  </a:extLst>
                </p14:cNvPr>
                <p14:cNvContentPartPr/>
                <p14:nvPr/>
              </p14:nvContentPartPr>
              <p14:xfrm>
                <a:off x="2762798" y="1954656"/>
                <a:ext cx="299160" cy="208440"/>
              </p14:xfrm>
            </p:contentPart>
          </mc:Choice>
          <mc:Fallback xmlns="">
            <p:pic>
              <p:nvPicPr>
                <p:cNvPr id="45" name="Ink 44">
                  <a:extLst>
                    <a:ext uri="{FF2B5EF4-FFF2-40B4-BE49-F238E27FC236}">
                      <a16:creationId xmlns:a16="http://schemas.microsoft.com/office/drawing/2014/main" id="{C4795817-9385-FD74-6A25-0D03EB681DBF}"/>
                    </a:ext>
                  </a:extLst>
                </p:cNvPr>
                <p:cNvPicPr/>
                <p:nvPr/>
              </p:nvPicPr>
              <p:blipFill>
                <a:blip r:embed="rId69"/>
                <a:stretch>
                  <a:fillRect/>
                </a:stretch>
              </p:blipFill>
              <p:spPr>
                <a:xfrm>
                  <a:off x="2756678" y="1948536"/>
                  <a:ext cx="31140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6" name="Ink 45">
                  <a:extLst>
                    <a:ext uri="{FF2B5EF4-FFF2-40B4-BE49-F238E27FC236}">
                      <a16:creationId xmlns:a16="http://schemas.microsoft.com/office/drawing/2014/main" id="{89B96838-9096-4A6E-6045-587FC2D6BA67}"/>
                    </a:ext>
                  </a:extLst>
                </p14:cNvPr>
                <p14:cNvContentPartPr/>
                <p14:nvPr/>
              </p14:nvContentPartPr>
              <p14:xfrm>
                <a:off x="3080678" y="2101536"/>
                <a:ext cx="47880" cy="121680"/>
              </p14:xfrm>
            </p:contentPart>
          </mc:Choice>
          <mc:Fallback xmlns="">
            <p:pic>
              <p:nvPicPr>
                <p:cNvPr id="46" name="Ink 45">
                  <a:extLst>
                    <a:ext uri="{FF2B5EF4-FFF2-40B4-BE49-F238E27FC236}">
                      <a16:creationId xmlns:a16="http://schemas.microsoft.com/office/drawing/2014/main" id="{89B96838-9096-4A6E-6045-587FC2D6BA67}"/>
                    </a:ext>
                  </a:extLst>
                </p:cNvPr>
                <p:cNvPicPr/>
                <p:nvPr/>
              </p:nvPicPr>
              <p:blipFill>
                <a:blip r:embed="rId71"/>
                <a:stretch>
                  <a:fillRect/>
                </a:stretch>
              </p:blipFill>
              <p:spPr>
                <a:xfrm>
                  <a:off x="3074558" y="2095416"/>
                  <a:ext cx="6012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7" name="Ink 46">
                  <a:extLst>
                    <a:ext uri="{FF2B5EF4-FFF2-40B4-BE49-F238E27FC236}">
                      <a16:creationId xmlns:a16="http://schemas.microsoft.com/office/drawing/2014/main" id="{54E84C8D-B243-183B-7D36-921613F80188}"/>
                    </a:ext>
                  </a:extLst>
                </p14:cNvPr>
                <p14:cNvContentPartPr/>
                <p14:nvPr/>
              </p14:nvContentPartPr>
              <p14:xfrm>
                <a:off x="3105518" y="2061576"/>
                <a:ext cx="52920" cy="104760"/>
              </p14:xfrm>
            </p:contentPart>
          </mc:Choice>
          <mc:Fallback xmlns="">
            <p:pic>
              <p:nvPicPr>
                <p:cNvPr id="47" name="Ink 46">
                  <a:extLst>
                    <a:ext uri="{FF2B5EF4-FFF2-40B4-BE49-F238E27FC236}">
                      <a16:creationId xmlns:a16="http://schemas.microsoft.com/office/drawing/2014/main" id="{54E84C8D-B243-183B-7D36-921613F80188}"/>
                    </a:ext>
                  </a:extLst>
                </p:cNvPr>
                <p:cNvPicPr/>
                <p:nvPr/>
              </p:nvPicPr>
              <p:blipFill>
                <a:blip r:embed="rId73"/>
                <a:stretch>
                  <a:fillRect/>
                </a:stretch>
              </p:blipFill>
              <p:spPr>
                <a:xfrm>
                  <a:off x="3099398" y="2055456"/>
                  <a:ext cx="6516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8" name="Ink 47">
                  <a:extLst>
                    <a:ext uri="{FF2B5EF4-FFF2-40B4-BE49-F238E27FC236}">
                      <a16:creationId xmlns:a16="http://schemas.microsoft.com/office/drawing/2014/main" id="{3C95E40C-1369-5423-5351-C004B6A0A804}"/>
                    </a:ext>
                  </a:extLst>
                </p14:cNvPr>
                <p14:cNvContentPartPr/>
                <p14:nvPr/>
              </p14:nvContentPartPr>
              <p14:xfrm>
                <a:off x="3025238" y="2119536"/>
                <a:ext cx="46800" cy="95760"/>
              </p14:xfrm>
            </p:contentPart>
          </mc:Choice>
          <mc:Fallback xmlns="">
            <p:pic>
              <p:nvPicPr>
                <p:cNvPr id="48" name="Ink 47">
                  <a:extLst>
                    <a:ext uri="{FF2B5EF4-FFF2-40B4-BE49-F238E27FC236}">
                      <a16:creationId xmlns:a16="http://schemas.microsoft.com/office/drawing/2014/main" id="{3C95E40C-1369-5423-5351-C004B6A0A804}"/>
                    </a:ext>
                  </a:extLst>
                </p:cNvPr>
                <p:cNvPicPr/>
                <p:nvPr/>
              </p:nvPicPr>
              <p:blipFill>
                <a:blip r:embed="rId75"/>
                <a:stretch>
                  <a:fillRect/>
                </a:stretch>
              </p:blipFill>
              <p:spPr>
                <a:xfrm>
                  <a:off x="3019118" y="2113416"/>
                  <a:ext cx="5904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9" name="Ink 48">
                  <a:extLst>
                    <a:ext uri="{FF2B5EF4-FFF2-40B4-BE49-F238E27FC236}">
                      <a16:creationId xmlns:a16="http://schemas.microsoft.com/office/drawing/2014/main" id="{A85DDE26-4E45-AE25-DA40-DB22E2270A8D}"/>
                    </a:ext>
                  </a:extLst>
                </p14:cNvPr>
                <p14:cNvContentPartPr/>
                <p14:nvPr/>
              </p14:nvContentPartPr>
              <p14:xfrm>
                <a:off x="3071318" y="2066616"/>
                <a:ext cx="56160" cy="109440"/>
              </p14:xfrm>
            </p:contentPart>
          </mc:Choice>
          <mc:Fallback xmlns="">
            <p:pic>
              <p:nvPicPr>
                <p:cNvPr id="49" name="Ink 48">
                  <a:extLst>
                    <a:ext uri="{FF2B5EF4-FFF2-40B4-BE49-F238E27FC236}">
                      <a16:creationId xmlns:a16="http://schemas.microsoft.com/office/drawing/2014/main" id="{A85DDE26-4E45-AE25-DA40-DB22E2270A8D}"/>
                    </a:ext>
                  </a:extLst>
                </p:cNvPr>
                <p:cNvPicPr/>
                <p:nvPr/>
              </p:nvPicPr>
              <p:blipFill>
                <a:blip r:embed="rId77"/>
                <a:stretch>
                  <a:fillRect/>
                </a:stretch>
              </p:blipFill>
              <p:spPr>
                <a:xfrm>
                  <a:off x="3065198" y="2060496"/>
                  <a:ext cx="68400" cy="121680"/>
                </a:xfrm>
                <a:prstGeom prst="rect">
                  <a:avLst/>
                </a:prstGeom>
              </p:spPr>
            </p:pic>
          </mc:Fallback>
        </mc:AlternateContent>
      </p:grpSp>
      <p:grpSp>
        <p:nvGrpSpPr>
          <p:cNvPr id="101" name="Group 100">
            <a:extLst>
              <a:ext uri="{FF2B5EF4-FFF2-40B4-BE49-F238E27FC236}">
                <a16:creationId xmlns:a16="http://schemas.microsoft.com/office/drawing/2014/main" id="{D965B7B6-D143-68AC-DFB8-3F0B8F42AE08}"/>
              </a:ext>
            </a:extLst>
          </p:cNvPr>
          <p:cNvGrpSpPr/>
          <p:nvPr/>
        </p:nvGrpSpPr>
        <p:grpSpPr>
          <a:xfrm>
            <a:off x="2134958" y="3303936"/>
            <a:ext cx="1752480" cy="1882800"/>
            <a:chOff x="2134958" y="3303936"/>
            <a:chExt cx="1752480" cy="1882800"/>
          </a:xfrm>
        </p:grpSpPr>
        <mc:AlternateContent xmlns:mc="http://schemas.openxmlformats.org/markup-compatibility/2006" xmlns:p14="http://schemas.microsoft.com/office/powerpoint/2010/main">
          <mc:Choice Requires="p14">
            <p:contentPart p14:bwMode="auto" r:id="rId78">
              <p14:nvContentPartPr>
                <p14:cNvPr id="51" name="Ink 50">
                  <a:extLst>
                    <a:ext uri="{FF2B5EF4-FFF2-40B4-BE49-F238E27FC236}">
                      <a16:creationId xmlns:a16="http://schemas.microsoft.com/office/drawing/2014/main" id="{2D6D3E93-19CD-0FC4-0E72-B3F3E6B0F2E9}"/>
                    </a:ext>
                  </a:extLst>
                </p14:cNvPr>
                <p14:cNvContentPartPr/>
                <p14:nvPr/>
              </p14:nvContentPartPr>
              <p14:xfrm>
                <a:off x="2252318" y="3694536"/>
                <a:ext cx="302040" cy="202680"/>
              </p14:xfrm>
            </p:contentPart>
          </mc:Choice>
          <mc:Fallback xmlns="">
            <p:pic>
              <p:nvPicPr>
                <p:cNvPr id="51" name="Ink 50">
                  <a:extLst>
                    <a:ext uri="{FF2B5EF4-FFF2-40B4-BE49-F238E27FC236}">
                      <a16:creationId xmlns:a16="http://schemas.microsoft.com/office/drawing/2014/main" id="{2D6D3E93-19CD-0FC4-0E72-B3F3E6B0F2E9}"/>
                    </a:ext>
                  </a:extLst>
                </p:cNvPr>
                <p:cNvPicPr/>
                <p:nvPr/>
              </p:nvPicPr>
              <p:blipFill>
                <a:blip r:embed="rId79"/>
                <a:stretch>
                  <a:fillRect/>
                </a:stretch>
              </p:blipFill>
              <p:spPr>
                <a:xfrm>
                  <a:off x="2246198" y="3688416"/>
                  <a:ext cx="31428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2" name="Ink 51">
                  <a:extLst>
                    <a:ext uri="{FF2B5EF4-FFF2-40B4-BE49-F238E27FC236}">
                      <a16:creationId xmlns:a16="http://schemas.microsoft.com/office/drawing/2014/main" id="{C7D5EDF7-23DD-4CB1-29C0-B524A7ACC95C}"/>
                    </a:ext>
                  </a:extLst>
                </p14:cNvPr>
                <p14:cNvContentPartPr/>
                <p14:nvPr/>
              </p14:nvContentPartPr>
              <p14:xfrm>
                <a:off x="2287238" y="3621816"/>
                <a:ext cx="1344600" cy="219240"/>
              </p14:xfrm>
            </p:contentPart>
          </mc:Choice>
          <mc:Fallback xmlns="">
            <p:pic>
              <p:nvPicPr>
                <p:cNvPr id="52" name="Ink 51">
                  <a:extLst>
                    <a:ext uri="{FF2B5EF4-FFF2-40B4-BE49-F238E27FC236}">
                      <a16:creationId xmlns:a16="http://schemas.microsoft.com/office/drawing/2014/main" id="{C7D5EDF7-23DD-4CB1-29C0-B524A7ACC95C}"/>
                    </a:ext>
                  </a:extLst>
                </p:cNvPr>
                <p:cNvPicPr/>
                <p:nvPr/>
              </p:nvPicPr>
              <p:blipFill>
                <a:blip r:embed="rId81"/>
                <a:stretch>
                  <a:fillRect/>
                </a:stretch>
              </p:blipFill>
              <p:spPr>
                <a:xfrm>
                  <a:off x="2281118" y="3615696"/>
                  <a:ext cx="135684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3" name="Ink 52">
                  <a:extLst>
                    <a:ext uri="{FF2B5EF4-FFF2-40B4-BE49-F238E27FC236}">
                      <a16:creationId xmlns:a16="http://schemas.microsoft.com/office/drawing/2014/main" id="{B12B6E01-A975-DCA8-18EE-219991A96F46}"/>
                    </a:ext>
                  </a:extLst>
                </p14:cNvPr>
                <p14:cNvContentPartPr/>
                <p14:nvPr/>
              </p14:nvContentPartPr>
              <p14:xfrm>
                <a:off x="3549398" y="3485016"/>
                <a:ext cx="182160" cy="292680"/>
              </p14:xfrm>
            </p:contentPart>
          </mc:Choice>
          <mc:Fallback xmlns="">
            <p:pic>
              <p:nvPicPr>
                <p:cNvPr id="53" name="Ink 52">
                  <a:extLst>
                    <a:ext uri="{FF2B5EF4-FFF2-40B4-BE49-F238E27FC236}">
                      <a16:creationId xmlns:a16="http://schemas.microsoft.com/office/drawing/2014/main" id="{B12B6E01-A975-DCA8-18EE-219991A96F46}"/>
                    </a:ext>
                  </a:extLst>
                </p:cNvPr>
                <p:cNvPicPr/>
                <p:nvPr/>
              </p:nvPicPr>
              <p:blipFill>
                <a:blip r:embed="rId83"/>
                <a:stretch>
                  <a:fillRect/>
                </a:stretch>
              </p:blipFill>
              <p:spPr>
                <a:xfrm>
                  <a:off x="3543278" y="3478896"/>
                  <a:ext cx="19440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4" name="Ink 53">
                  <a:extLst>
                    <a:ext uri="{FF2B5EF4-FFF2-40B4-BE49-F238E27FC236}">
                      <a16:creationId xmlns:a16="http://schemas.microsoft.com/office/drawing/2014/main" id="{105A96E0-ED02-F46B-5BF7-A4BCA988441C}"/>
                    </a:ext>
                  </a:extLst>
                </p14:cNvPr>
                <p14:cNvContentPartPr/>
                <p14:nvPr/>
              </p14:nvContentPartPr>
              <p14:xfrm>
                <a:off x="2134958" y="4166136"/>
                <a:ext cx="291960" cy="360360"/>
              </p14:xfrm>
            </p:contentPart>
          </mc:Choice>
          <mc:Fallback xmlns="">
            <p:pic>
              <p:nvPicPr>
                <p:cNvPr id="54" name="Ink 53">
                  <a:extLst>
                    <a:ext uri="{FF2B5EF4-FFF2-40B4-BE49-F238E27FC236}">
                      <a16:creationId xmlns:a16="http://schemas.microsoft.com/office/drawing/2014/main" id="{105A96E0-ED02-F46B-5BF7-A4BCA988441C}"/>
                    </a:ext>
                  </a:extLst>
                </p:cNvPr>
                <p:cNvPicPr/>
                <p:nvPr/>
              </p:nvPicPr>
              <p:blipFill>
                <a:blip r:embed="rId85"/>
                <a:stretch>
                  <a:fillRect/>
                </a:stretch>
              </p:blipFill>
              <p:spPr>
                <a:xfrm>
                  <a:off x="2128838" y="4160016"/>
                  <a:ext cx="304200" cy="3726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6" name="Ink 55">
                  <a:extLst>
                    <a:ext uri="{FF2B5EF4-FFF2-40B4-BE49-F238E27FC236}">
                      <a16:creationId xmlns:a16="http://schemas.microsoft.com/office/drawing/2014/main" id="{A61E5539-0E16-8183-4256-9C32B06AA984}"/>
                    </a:ext>
                  </a:extLst>
                </p14:cNvPr>
                <p14:cNvContentPartPr/>
                <p14:nvPr/>
              </p14:nvContentPartPr>
              <p14:xfrm>
                <a:off x="2470838" y="4124376"/>
                <a:ext cx="165240" cy="181080"/>
              </p14:xfrm>
            </p:contentPart>
          </mc:Choice>
          <mc:Fallback xmlns="">
            <p:pic>
              <p:nvPicPr>
                <p:cNvPr id="56" name="Ink 55">
                  <a:extLst>
                    <a:ext uri="{FF2B5EF4-FFF2-40B4-BE49-F238E27FC236}">
                      <a16:creationId xmlns:a16="http://schemas.microsoft.com/office/drawing/2014/main" id="{A61E5539-0E16-8183-4256-9C32B06AA984}"/>
                    </a:ext>
                  </a:extLst>
                </p:cNvPr>
                <p:cNvPicPr/>
                <p:nvPr/>
              </p:nvPicPr>
              <p:blipFill>
                <a:blip r:embed="rId87"/>
                <a:stretch>
                  <a:fillRect/>
                </a:stretch>
              </p:blipFill>
              <p:spPr>
                <a:xfrm>
                  <a:off x="2464718" y="4118256"/>
                  <a:ext cx="17748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7" name="Ink 56">
                  <a:extLst>
                    <a:ext uri="{FF2B5EF4-FFF2-40B4-BE49-F238E27FC236}">
                      <a16:creationId xmlns:a16="http://schemas.microsoft.com/office/drawing/2014/main" id="{50605F4F-ABF7-1889-C0F2-627B42F4697C}"/>
                    </a:ext>
                  </a:extLst>
                </p14:cNvPr>
                <p14:cNvContentPartPr/>
                <p14:nvPr/>
              </p14:nvContentPartPr>
              <p14:xfrm>
                <a:off x="2636078" y="4110336"/>
                <a:ext cx="209520" cy="146520"/>
              </p14:xfrm>
            </p:contentPart>
          </mc:Choice>
          <mc:Fallback xmlns="">
            <p:pic>
              <p:nvPicPr>
                <p:cNvPr id="57" name="Ink 56">
                  <a:extLst>
                    <a:ext uri="{FF2B5EF4-FFF2-40B4-BE49-F238E27FC236}">
                      <a16:creationId xmlns:a16="http://schemas.microsoft.com/office/drawing/2014/main" id="{50605F4F-ABF7-1889-C0F2-627B42F4697C}"/>
                    </a:ext>
                  </a:extLst>
                </p:cNvPr>
                <p:cNvPicPr/>
                <p:nvPr/>
              </p:nvPicPr>
              <p:blipFill>
                <a:blip r:embed="rId89"/>
                <a:stretch>
                  <a:fillRect/>
                </a:stretch>
              </p:blipFill>
              <p:spPr>
                <a:xfrm>
                  <a:off x="2629958" y="4104216"/>
                  <a:ext cx="22176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8" name="Ink 57">
                  <a:extLst>
                    <a:ext uri="{FF2B5EF4-FFF2-40B4-BE49-F238E27FC236}">
                      <a16:creationId xmlns:a16="http://schemas.microsoft.com/office/drawing/2014/main" id="{A254D022-EEE5-9B1F-A640-D062C426625E}"/>
                    </a:ext>
                  </a:extLst>
                </p14:cNvPr>
                <p14:cNvContentPartPr/>
                <p14:nvPr/>
              </p14:nvContentPartPr>
              <p14:xfrm>
                <a:off x="2869718" y="4059936"/>
                <a:ext cx="359280" cy="103320"/>
              </p14:xfrm>
            </p:contentPart>
          </mc:Choice>
          <mc:Fallback xmlns="">
            <p:pic>
              <p:nvPicPr>
                <p:cNvPr id="58" name="Ink 57">
                  <a:extLst>
                    <a:ext uri="{FF2B5EF4-FFF2-40B4-BE49-F238E27FC236}">
                      <a16:creationId xmlns:a16="http://schemas.microsoft.com/office/drawing/2014/main" id="{A254D022-EEE5-9B1F-A640-D062C426625E}"/>
                    </a:ext>
                  </a:extLst>
                </p:cNvPr>
                <p:cNvPicPr/>
                <p:nvPr/>
              </p:nvPicPr>
              <p:blipFill>
                <a:blip r:embed="rId91"/>
                <a:stretch>
                  <a:fillRect/>
                </a:stretch>
              </p:blipFill>
              <p:spPr>
                <a:xfrm>
                  <a:off x="2863598" y="4053816"/>
                  <a:ext cx="37152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9" name="Ink 58">
                  <a:extLst>
                    <a:ext uri="{FF2B5EF4-FFF2-40B4-BE49-F238E27FC236}">
                      <a16:creationId xmlns:a16="http://schemas.microsoft.com/office/drawing/2014/main" id="{62AA7771-4CA6-ABAC-9826-1172ED9573A5}"/>
                    </a:ext>
                  </a:extLst>
                </p14:cNvPr>
                <p14:cNvContentPartPr/>
                <p14:nvPr/>
              </p14:nvContentPartPr>
              <p14:xfrm>
                <a:off x="3336638" y="3933216"/>
                <a:ext cx="110520" cy="153360"/>
              </p14:xfrm>
            </p:contentPart>
          </mc:Choice>
          <mc:Fallback xmlns="">
            <p:pic>
              <p:nvPicPr>
                <p:cNvPr id="59" name="Ink 58">
                  <a:extLst>
                    <a:ext uri="{FF2B5EF4-FFF2-40B4-BE49-F238E27FC236}">
                      <a16:creationId xmlns:a16="http://schemas.microsoft.com/office/drawing/2014/main" id="{62AA7771-4CA6-ABAC-9826-1172ED9573A5}"/>
                    </a:ext>
                  </a:extLst>
                </p:cNvPr>
                <p:cNvPicPr/>
                <p:nvPr/>
              </p:nvPicPr>
              <p:blipFill>
                <a:blip r:embed="rId93"/>
                <a:stretch>
                  <a:fillRect/>
                </a:stretch>
              </p:blipFill>
              <p:spPr>
                <a:xfrm>
                  <a:off x="3330518" y="3927096"/>
                  <a:ext cx="12276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0" name="Ink 59">
                  <a:extLst>
                    <a:ext uri="{FF2B5EF4-FFF2-40B4-BE49-F238E27FC236}">
                      <a16:creationId xmlns:a16="http://schemas.microsoft.com/office/drawing/2014/main" id="{7EAB2A8A-5831-A874-A367-E316A6588A73}"/>
                    </a:ext>
                  </a:extLst>
                </p14:cNvPr>
                <p14:cNvContentPartPr/>
                <p14:nvPr/>
              </p14:nvContentPartPr>
              <p14:xfrm>
                <a:off x="3539678" y="3889296"/>
                <a:ext cx="155160" cy="292320"/>
              </p14:xfrm>
            </p:contentPart>
          </mc:Choice>
          <mc:Fallback xmlns="">
            <p:pic>
              <p:nvPicPr>
                <p:cNvPr id="60" name="Ink 59">
                  <a:extLst>
                    <a:ext uri="{FF2B5EF4-FFF2-40B4-BE49-F238E27FC236}">
                      <a16:creationId xmlns:a16="http://schemas.microsoft.com/office/drawing/2014/main" id="{7EAB2A8A-5831-A874-A367-E316A6588A73}"/>
                    </a:ext>
                  </a:extLst>
                </p:cNvPr>
                <p:cNvPicPr/>
                <p:nvPr/>
              </p:nvPicPr>
              <p:blipFill>
                <a:blip r:embed="rId95"/>
                <a:stretch>
                  <a:fillRect/>
                </a:stretch>
              </p:blipFill>
              <p:spPr>
                <a:xfrm>
                  <a:off x="3533558" y="3883176"/>
                  <a:ext cx="16740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1" name="Ink 60">
                  <a:extLst>
                    <a:ext uri="{FF2B5EF4-FFF2-40B4-BE49-F238E27FC236}">
                      <a16:creationId xmlns:a16="http://schemas.microsoft.com/office/drawing/2014/main" id="{8D926114-80B9-76F3-63C4-53F8B33AE78F}"/>
                    </a:ext>
                  </a:extLst>
                </p14:cNvPr>
                <p14:cNvContentPartPr/>
                <p14:nvPr/>
              </p14:nvContentPartPr>
              <p14:xfrm>
                <a:off x="2556878" y="4576896"/>
                <a:ext cx="254880" cy="292320"/>
              </p14:xfrm>
            </p:contentPart>
          </mc:Choice>
          <mc:Fallback xmlns="">
            <p:pic>
              <p:nvPicPr>
                <p:cNvPr id="61" name="Ink 60">
                  <a:extLst>
                    <a:ext uri="{FF2B5EF4-FFF2-40B4-BE49-F238E27FC236}">
                      <a16:creationId xmlns:a16="http://schemas.microsoft.com/office/drawing/2014/main" id="{8D926114-80B9-76F3-63C4-53F8B33AE78F}"/>
                    </a:ext>
                  </a:extLst>
                </p:cNvPr>
                <p:cNvPicPr/>
                <p:nvPr/>
              </p:nvPicPr>
              <p:blipFill>
                <a:blip r:embed="rId97"/>
                <a:stretch>
                  <a:fillRect/>
                </a:stretch>
              </p:blipFill>
              <p:spPr>
                <a:xfrm>
                  <a:off x="2550758" y="4570776"/>
                  <a:ext cx="26712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2" name="Ink 61">
                  <a:extLst>
                    <a:ext uri="{FF2B5EF4-FFF2-40B4-BE49-F238E27FC236}">
                      <a16:creationId xmlns:a16="http://schemas.microsoft.com/office/drawing/2014/main" id="{F6EFDA8B-6980-BE6F-A15C-0821EFB752FB}"/>
                    </a:ext>
                  </a:extLst>
                </p14:cNvPr>
                <p14:cNvContentPartPr/>
                <p14:nvPr/>
              </p14:nvContentPartPr>
              <p14:xfrm>
                <a:off x="2835878" y="4594176"/>
                <a:ext cx="311400" cy="145440"/>
              </p14:xfrm>
            </p:contentPart>
          </mc:Choice>
          <mc:Fallback xmlns="">
            <p:pic>
              <p:nvPicPr>
                <p:cNvPr id="62" name="Ink 61">
                  <a:extLst>
                    <a:ext uri="{FF2B5EF4-FFF2-40B4-BE49-F238E27FC236}">
                      <a16:creationId xmlns:a16="http://schemas.microsoft.com/office/drawing/2014/main" id="{F6EFDA8B-6980-BE6F-A15C-0821EFB752FB}"/>
                    </a:ext>
                  </a:extLst>
                </p:cNvPr>
                <p:cNvPicPr/>
                <p:nvPr/>
              </p:nvPicPr>
              <p:blipFill>
                <a:blip r:embed="rId99"/>
                <a:stretch>
                  <a:fillRect/>
                </a:stretch>
              </p:blipFill>
              <p:spPr>
                <a:xfrm>
                  <a:off x="2829758" y="4588056"/>
                  <a:ext cx="32364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3" name="Ink 62">
                  <a:extLst>
                    <a:ext uri="{FF2B5EF4-FFF2-40B4-BE49-F238E27FC236}">
                      <a16:creationId xmlns:a16="http://schemas.microsoft.com/office/drawing/2014/main" id="{E88BBDC0-AFDE-1CA8-1EE5-731C39AE7D74}"/>
                    </a:ext>
                  </a:extLst>
                </p14:cNvPr>
                <p14:cNvContentPartPr/>
                <p14:nvPr/>
              </p14:nvContentPartPr>
              <p14:xfrm>
                <a:off x="3062318" y="4478256"/>
                <a:ext cx="21600" cy="26640"/>
              </p14:xfrm>
            </p:contentPart>
          </mc:Choice>
          <mc:Fallback xmlns="">
            <p:pic>
              <p:nvPicPr>
                <p:cNvPr id="63" name="Ink 62">
                  <a:extLst>
                    <a:ext uri="{FF2B5EF4-FFF2-40B4-BE49-F238E27FC236}">
                      <a16:creationId xmlns:a16="http://schemas.microsoft.com/office/drawing/2014/main" id="{E88BBDC0-AFDE-1CA8-1EE5-731C39AE7D74}"/>
                    </a:ext>
                  </a:extLst>
                </p:cNvPr>
                <p:cNvPicPr/>
                <p:nvPr/>
              </p:nvPicPr>
              <p:blipFill>
                <a:blip r:embed="rId101"/>
                <a:stretch>
                  <a:fillRect/>
                </a:stretch>
              </p:blipFill>
              <p:spPr>
                <a:xfrm>
                  <a:off x="3056198" y="4472136"/>
                  <a:ext cx="3384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4" name="Ink 63">
                  <a:extLst>
                    <a:ext uri="{FF2B5EF4-FFF2-40B4-BE49-F238E27FC236}">
                      <a16:creationId xmlns:a16="http://schemas.microsoft.com/office/drawing/2014/main" id="{795DB3D0-3402-436B-52D3-AA8BD6BC719C}"/>
                    </a:ext>
                  </a:extLst>
                </p14:cNvPr>
                <p14:cNvContentPartPr/>
                <p14:nvPr/>
              </p14:nvContentPartPr>
              <p14:xfrm>
                <a:off x="3205238" y="4497696"/>
                <a:ext cx="157320" cy="89640"/>
              </p14:xfrm>
            </p:contentPart>
          </mc:Choice>
          <mc:Fallback xmlns="">
            <p:pic>
              <p:nvPicPr>
                <p:cNvPr id="64" name="Ink 63">
                  <a:extLst>
                    <a:ext uri="{FF2B5EF4-FFF2-40B4-BE49-F238E27FC236}">
                      <a16:creationId xmlns:a16="http://schemas.microsoft.com/office/drawing/2014/main" id="{795DB3D0-3402-436B-52D3-AA8BD6BC719C}"/>
                    </a:ext>
                  </a:extLst>
                </p:cNvPr>
                <p:cNvPicPr/>
                <p:nvPr/>
              </p:nvPicPr>
              <p:blipFill>
                <a:blip r:embed="rId103"/>
                <a:stretch>
                  <a:fillRect/>
                </a:stretch>
              </p:blipFill>
              <p:spPr>
                <a:xfrm>
                  <a:off x="3199118" y="4491576"/>
                  <a:ext cx="16956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5" name="Ink 64">
                  <a:extLst>
                    <a:ext uri="{FF2B5EF4-FFF2-40B4-BE49-F238E27FC236}">
                      <a16:creationId xmlns:a16="http://schemas.microsoft.com/office/drawing/2014/main" id="{4FF1370C-B500-6551-714C-B74323DCE89A}"/>
                    </a:ext>
                  </a:extLst>
                </p14:cNvPr>
                <p14:cNvContentPartPr/>
                <p14:nvPr/>
              </p14:nvContentPartPr>
              <p14:xfrm>
                <a:off x="3373358" y="4472856"/>
                <a:ext cx="128520" cy="80280"/>
              </p14:xfrm>
            </p:contentPart>
          </mc:Choice>
          <mc:Fallback xmlns="">
            <p:pic>
              <p:nvPicPr>
                <p:cNvPr id="65" name="Ink 64">
                  <a:extLst>
                    <a:ext uri="{FF2B5EF4-FFF2-40B4-BE49-F238E27FC236}">
                      <a16:creationId xmlns:a16="http://schemas.microsoft.com/office/drawing/2014/main" id="{4FF1370C-B500-6551-714C-B74323DCE89A}"/>
                    </a:ext>
                  </a:extLst>
                </p:cNvPr>
                <p:cNvPicPr/>
                <p:nvPr/>
              </p:nvPicPr>
              <p:blipFill>
                <a:blip r:embed="rId105"/>
                <a:stretch>
                  <a:fillRect/>
                </a:stretch>
              </p:blipFill>
              <p:spPr>
                <a:xfrm>
                  <a:off x="3367238" y="4466736"/>
                  <a:ext cx="14076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6" name="Ink 65">
                  <a:extLst>
                    <a:ext uri="{FF2B5EF4-FFF2-40B4-BE49-F238E27FC236}">
                      <a16:creationId xmlns:a16="http://schemas.microsoft.com/office/drawing/2014/main" id="{2EA80346-D9F9-A8CB-CC22-178B34C8D99D}"/>
                    </a:ext>
                  </a:extLst>
                </p14:cNvPr>
                <p14:cNvContentPartPr/>
                <p14:nvPr/>
              </p14:nvContentPartPr>
              <p14:xfrm>
                <a:off x="3522038" y="4345056"/>
                <a:ext cx="365400" cy="165960"/>
              </p14:xfrm>
            </p:contentPart>
          </mc:Choice>
          <mc:Fallback xmlns="">
            <p:pic>
              <p:nvPicPr>
                <p:cNvPr id="66" name="Ink 65">
                  <a:extLst>
                    <a:ext uri="{FF2B5EF4-FFF2-40B4-BE49-F238E27FC236}">
                      <a16:creationId xmlns:a16="http://schemas.microsoft.com/office/drawing/2014/main" id="{2EA80346-D9F9-A8CB-CC22-178B34C8D99D}"/>
                    </a:ext>
                  </a:extLst>
                </p:cNvPr>
                <p:cNvPicPr/>
                <p:nvPr/>
              </p:nvPicPr>
              <p:blipFill>
                <a:blip r:embed="rId107"/>
                <a:stretch>
                  <a:fillRect/>
                </a:stretch>
              </p:blipFill>
              <p:spPr>
                <a:xfrm>
                  <a:off x="3515918" y="4338936"/>
                  <a:ext cx="37764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85" name="Ink 84">
                  <a:extLst>
                    <a:ext uri="{FF2B5EF4-FFF2-40B4-BE49-F238E27FC236}">
                      <a16:creationId xmlns:a16="http://schemas.microsoft.com/office/drawing/2014/main" id="{7F96BDCD-D414-1279-58B9-9F4AE0D62B36}"/>
                    </a:ext>
                  </a:extLst>
                </p14:cNvPr>
                <p14:cNvContentPartPr/>
                <p14:nvPr/>
              </p14:nvContentPartPr>
              <p14:xfrm>
                <a:off x="2555798" y="3303936"/>
                <a:ext cx="349920" cy="236880"/>
              </p14:xfrm>
            </p:contentPart>
          </mc:Choice>
          <mc:Fallback xmlns="">
            <p:pic>
              <p:nvPicPr>
                <p:cNvPr id="85" name="Ink 84">
                  <a:extLst>
                    <a:ext uri="{FF2B5EF4-FFF2-40B4-BE49-F238E27FC236}">
                      <a16:creationId xmlns:a16="http://schemas.microsoft.com/office/drawing/2014/main" id="{7F96BDCD-D414-1279-58B9-9F4AE0D62B36}"/>
                    </a:ext>
                  </a:extLst>
                </p:cNvPr>
                <p:cNvPicPr/>
                <p:nvPr/>
              </p:nvPicPr>
              <p:blipFill>
                <a:blip r:embed="rId109"/>
                <a:stretch>
                  <a:fillRect/>
                </a:stretch>
              </p:blipFill>
              <p:spPr>
                <a:xfrm>
                  <a:off x="2549678" y="3297816"/>
                  <a:ext cx="36216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86" name="Ink 85">
                  <a:extLst>
                    <a:ext uri="{FF2B5EF4-FFF2-40B4-BE49-F238E27FC236}">
                      <a16:creationId xmlns:a16="http://schemas.microsoft.com/office/drawing/2014/main" id="{FB02AAB4-6DD3-1DDF-5E67-C67F6EC335B5}"/>
                    </a:ext>
                  </a:extLst>
                </p14:cNvPr>
                <p14:cNvContentPartPr/>
                <p14:nvPr/>
              </p14:nvContentPartPr>
              <p14:xfrm>
                <a:off x="2824718" y="3463776"/>
                <a:ext cx="41040" cy="164160"/>
              </p14:xfrm>
            </p:contentPart>
          </mc:Choice>
          <mc:Fallback xmlns="">
            <p:pic>
              <p:nvPicPr>
                <p:cNvPr id="86" name="Ink 85">
                  <a:extLst>
                    <a:ext uri="{FF2B5EF4-FFF2-40B4-BE49-F238E27FC236}">
                      <a16:creationId xmlns:a16="http://schemas.microsoft.com/office/drawing/2014/main" id="{FB02AAB4-6DD3-1DDF-5E67-C67F6EC335B5}"/>
                    </a:ext>
                  </a:extLst>
                </p:cNvPr>
                <p:cNvPicPr/>
                <p:nvPr/>
              </p:nvPicPr>
              <p:blipFill>
                <a:blip r:embed="rId111"/>
                <a:stretch>
                  <a:fillRect/>
                </a:stretch>
              </p:blipFill>
              <p:spPr>
                <a:xfrm>
                  <a:off x="2818598" y="3457656"/>
                  <a:ext cx="5328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87" name="Ink 86">
                  <a:extLst>
                    <a:ext uri="{FF2B5EF4-FFF2-40B4-BE49-F238E27FC236}">
                      <a16:creationId xmlns:a16="http://schemas.microsoft.com/office/drawing/2014/main" id="{A9595DD4-C607-AAE3-FC1F-5A401798C821}"/>
                    </a:ext>
                  </a:extLst>
                </p14:cNvPr>
                <p14:cNvContentPartPr/>
                <p14:nvPr/>
              </p14:nvContentPartPr>
              <p14:xfrm>
                <a:off x="2928038" y="3460536"/>
                <a:ext cx="51480" cy="154440"/>
              </p14:xfrm>
            </p:contentPart>
          </mc:Choice>
          <mc:Fallback xmlns="">
            <p:pic>
              <p:nvPicPr>
                <p:cNvPr id="87" name="Ink 86">
                  <a:extLst>
                    <a:ext uri="{FF2B5EF4-FFF2-40B4-BE49-F238E27FC236}">
                      <a16:creationId xmlns:a16="http://schemas.microsoft.com/office/drawing/2014/main" id="{A9595DD4-C607-AAE3-FC1F-5A401798C821}"/>
                    </a:ext>
                  </a:extLst>
                </p:cNvPr>
                <p:cNvPicPr/>
                <p:nvPr/>
              </p:nvPicPr>
              <p:blipFill>
                <a:blip r:embed="rId113"/>
                <a:stretch>
                  <a:fillRect/>
                </a:stretch>
              </p:blipFill>
              <p:spPr>
                <a:xfrm>
                  <a:off x="2921918" y="3454416"/>
                  <a:ext cx="6372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96" name="Ink 95">
                  <a:extLst>
                    <a:ext uri="{FF2B5EF4-FFF2-40B4-BE49-F238E27FC236}">
                      <a16:creationId xmlns:a16="http://schemas.microsoft.com/office/drawing/2014/main" id="{E4E7915D-1BC6-D672-D17F-36073808A2BA}"/>
                    </a:ext>
                  </a:extLst>
                </p14:cNvPr>
                <p14:cNvContentPartPr/>
                <p14:nvPr/>
              </p14:nvContentPartPr>
              <p14:xfrm>
                <a:off x="2827958" y="4884696"/>
                <a:ext cx="231840" cy="302040"/>
              </p14:xfrm>
            </p:contentPart>
          </mc:Choice>
          <mc:Fallback xmlns="">
            <p:pic>
              <p:nvPicPr>
                <p:cNvPr id="96" name="Ink 95">
                  <a:extLst>
                    <a:ext uri="{FF2B5EF4-FFF2-40B4-BE49-F238E27FC236}">
                      <a16:creationId xmlns:a16="http://schemas.microsoft.com/office/drawing/2014/main" id="{E4E7915D-1BC6-D672-D17F-36073808A2BA}"/>
                    </a:ext>
                  </a:extLst>
                </p:cNvPr>
                <p:cNvPicPr/>
                <p:nvPr/>
              </p:nvPicPr>
              <p:blipFill>
                <a:blip r:embed="rId115"/>
                <a:stretch>
                  <a:fillRect/>
                </a:stretch>
              </p:blipFill>
              <p:spPr>
                <a:xfrm>
                  <a:off x="2821838" y="4878576"/>
                  <a:ext cx="24408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97" name="Ink 96">
                  <a:extLst>
                    <a:ext uri="{FF2B5EF4-FFF2-40B4-BE49-F238E27FC236}">
                      <a16:creationId xmlns:a16="http://schemas.microsoft.com/office/drawing/2014/main" id="{5BF013A8-32F4-DA96-7A0F-84EBCADE479E}"/>
                    </a:ext>
                  </a:extLst>
                </p14:cNvPr>
                <p14:cNvContentPartPr/>
                <p14:nvPr/>
              </p14:nvContentPartPr>
              <p14:xfrm>
                <a:off x="3032438" y="4884336"/>
                <a:ext cx="225360" cy="139680"/>
              </p14:xfrm>
            </p:contentPart>
          </mc:Choice>
          <mc:Fallback xmlns="">
            <p:pic>
              <p:nvPicPr>
                <p:cNvPr id="97" name="Ink 96">
                  <a:extLst>
                    <a:ext uri="{FF2B5EF4-FFF2-40B4-BE49-F238E27FC236}">
                      <a16:creationId xmlns:a16="http://schemas.microsoft.com/office/drawing/2014/main" id="{5BF013A8-32F4-DA96-7A0F-84EBCADE479E}"/>
                    </a:ext>
                  </a:extLst>
                </p:cNvPr>
                <p:cNvPicPr/>
                <p:nvPr/>
              </p:nvPicPr>
              <p:blipFill>
                <a:blip r:embed="rId117"/>
                <a:stretch>
                  <a:fillRect/>
                </a:stretch>
              </p:blipFill>
              <p:spPr>
                <a:xfrm>
                  <a:off x="3026318" y="4878216"/>
                  <a:ext cx="23760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98" name="Ink 97">
                  <a:extLst>
                    <a:ext uri="{FF2B5EF4-FFF2-40B4-BE49-F238E27FC236}">
                      <a16:creationId xmlns:a16="http://schemas.microsoft.com/office/drawing/2014/main" id="{F496D3FE-92D8-FF45-9C78-0A77AE2C1F02}"/>
                    </a:ext>
                  </a:extLst>
                </p14:cNvPr>
                <p14:cNvContentPartPr/>
                <p14:nvPr/>
              </p14:nvContentPartPr>
              <p14:xfrm>
                <a:off x="3275078" y="4787856"/>
                <a:ext cx="104760" cy="129600"/>
              </p14:xfrm>
            </p:contentPart>
          </mc:Choice>
          <mc:Fallback xmlns="">
            <p:pic>
              <p:nvPicPr>
                <p:cNvPr id="98" name="Ink 97">
                  <a:extLst>
                    <a:ext uri="{FF2B5EF4-FFF2-40B4-BE49-F238E27FC236}">
                      <a16:creationId xmlns:a16="http://schemas.microsoft.com/office/drawing/2014/main" id="{F496D3FE-92D8-FF45-9C78-0A77AE2C1F02}"/>
                    </a:ext>
                  </a:extLst>
                </p:cNvPr>
                <p:cNvPicPr/>
                <p:nvPr/>
              </p:nvPicPr>
              <p:blipFill>
                <a:blip r:embed="rId119"/>
                <a:stretch>
                  <a:fillRect/>
                </a:stretch>
              </p:blipFill>
              <p:spPr>
                <a:xfrm>
                  <a:off x="3268958" y="4781736"/>
                  <a:ext cx="11700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99" name="Ink 98">
                  <a:extLst>
                    <a:ext uri="{FF2B5EF4-FFF2-40B4-BE49-F238E27FC236}">
                      <a16:creationId xmlns:a16="http://schemas.microsoft.com/office/drawing/2014/main" id="{56817689-BEE8-1E27-9E16-0A001460101A}"/>
                    </a:ext>
                  </a:extLst>
                </p14:cNvPr>
                <p14:cNvContentPartPr/>
                <p14:nvPr/>
              </p14:nvContentPartPr>
              <p14:xfrm>
                <a:off x="3367958" y="4723056"/>
                <a:ext cx="138240" cy="114840"/>
              </p14:xfrm>
            </p:contentPart>
          </mc:Choice>
          <mc:Fallback xmlns="">
            <p:pic>
              <p:nvPicPr>
                <p:cNvPr id="99" name="Ink 98">
                  <a:extLst>
                    <a:ext uri="{FF2B5EF4-FFF2-40B4-BE49-F238E27FC236}">
                      <a16:creationId xmlns:a16="http://schemas.microsoft.com/office/drawing/2014/main" id="{56817689-BEE8-1E27-9E16-0A001460101A}"/>
                    </a:ext>
                  </a:extLst>
                </p:cNvPr>
                <p:cNvPicPr/>
                <p:nvPr/>
              </p:nvPicPr>
              <p:blipFill>
                <a:blip r:embed="rId121"/>
                <a:stretch>
                  <a:fillRect/>
                </a:stretch>
              </p:blipFill>
              <p:spPr>
                <a:xfrm>
                  <a:off x="3361838" y="4716936"/>
                  <a:ext cx="1504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00" name="Ink 99">
                  <a:extLst>
                    <a:ext uri="{FF2B5EF4-FFF2-40B4-BE49-F238E27FC236}">
                      <a16:creationId xmlns:a16="http://schemas.microsoft.com/office/drawing/2014/main" id="{8A991259-EEDE-FBB3-52BB-A0784BBDE6AE}"/>
                    </a:ext>
                  </a:extLst>
                </p14:cNvPr>
                <p14:cNvContentPartPr/>
                <p14:nvPr/>
              </p14:nvContentPartPr>
              <p14:xfrm>
                <a:off x="3517718" y="4600296"/>
                <a:ext cx="144720" cy="295920"/>
              </p14:xfrm>
            </p:contentPart>
          </mc:Choice>
          <mc:Fallback xmlns="">
            <p:pic>
              <p:nvPicPr>
                <p:cNvPr id="100" name="Ink 99">
                  <a:extLst>
                    <a:ext uri="{FF2B5EF4-FFF2-40B4-BE49-F238E27FC236}">
                      <a16:creationId xmlns:a16="http://schemas.microsoft.com/office/drawing/2014/main" id="{8A991259-EEDE-FBB3-52BB-A0784BBDE6AE}"/>
                    </a:ext>
                  </a:extLst>
                </p:cNvPr>
                <p:cNvPicPr/>
                <p:nvPr/>
              </p:nvPicPr>
              <p:blipFill>
                <a:blip r:embed="rId123"/>
                <a:stretch>
                  <a:fillRect/>
                </a:stretch>
              </p:blipFill>
              <p:spPr>
                <a:xfrm>
                  <a:off x="3511598" y="4594176"/>
                  <a:ext cx="156960" cy="308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4">
            <p14:nvContentPartPr>
              <p14:cNvPr id="136" name="Ink 135">
                <a:extLst>
                  <a:ext uri="{FF2B5EF4-FFF2-40B4-BE49-F238E27FC236}">
                    <a16:creationId xmlns:a16="http://schemas.microsoft.com/office/drawing/2014/main" id="{369BFF86-A960-DBB6-DE75-D33E4183A0E9}"/>
                  </a:ext>
                </a:extLst>
              </p14:cNvPr>
              <p14:cNvContentPartPr/>
              <p14:nvPr/>
            </p14:nvContentPartPr>
            <p14:xfrm>
              <a:off x="5080478" y="5231736"/>
              <a:ext cx="138240" cy="485640"/>
            </p14:xfrm>
          </p:contentPart>
        </mc:Choice>
        <mc:Fallback xmlns="">
          <p:pic>
            <p:nvPicPr>
              <p:cNvPr id="136" name="Ink 135">
                <a:extLst>
                  <a:ext uri="{FF2B5EF4-FFF2-40B4-BE49-F238E27FC236}">
                    <a16:creationId xmlns:a16="http://schemas.microsoft.com/office/drawing/2014/main" id="{369BFF86-A960-DBB6-DE75-D33E4183A0E9}"/>
                  </a:ext>
                </a:extLst>
              </p:cNvPr>
              <p:cNvPicPr/>
              <p:nvPr/>
            </p:nvPicPr>
            <p:blipFill>
              <a:blip r:embed="rId125"/>
              <a:stretch>
                <a:fillRect/>
              </a:stretch>
            </p:blipFill>
            <p:spPr>
              <a:xfrm>
                <a:off x="5074358" y="5225616"/>
                <a:ext cx="150480" cy="4978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37" name="Ink 136">
                <a:extLst>
                  <a:ext uri="{FF2B5EF4-FFF2-40B4-BE49-F238E27FC236}">
                    <a16:creationId xmlns:a16="http://schemas.microsoft.com/office/drawing/2014/main" id="{25633F68-3219-A54A-AF68-D4FE5306465D}"/>
                  </a:ext>
                </a:extLst>
              </p14:cNvPr>
              <p14:cNvContentPartPr/>
              <p14:nvPr/>
            </p14:nvContentPartPr>
            <p14:xfrm>
              <a:off x="5065718" y="5244336"/>
              <a:ext cx="133200" cy="191880"/>
            </p14:xfrm>
          </p:contentPart>
        </mc:Choice>
        <mc:Fallback xmlns="">
          <p:pic>
            <p:nvPicPr>
              <p:cNvPr id="137" name="Ink 136">
                <a:extLst>
                  <a:ext uri="{FF2B5EF4-FFF2-40B4-BE49-F238E27FC236}">
                    <a16:creationId xmlns:a16="http://schemas.microsoft.com/office/drawing/2014/main" id="{25633F68-3219-A54A-AF68-D4FE5306465D}"/>
                  </a:ext>
                </a:extLst>
              </p:cNvPr>
              <p:cNvPicPr/>
              <p:nvPr/>
            </p:nvPicPr>
            <p:blipFill>
              <a:blip r:embed="rId127"/>
              <a:stretch>
                <a:fillRect/>
              </a:stretch>
            </p:blipFill>
            <p:spPr>
              <a:xfrm>
                <a:off x="5059598" y="5238216"/>
                <a:ext cx="14544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38" name="Ink 137">
                <a:extLst>
                  <a:ext uri="{FF2B5EF4-FFF2-40B4-BE49-F238E27FC236}">
                    <a16:creationId xmlns:a16="http://schemas.microsoft.com/office/drawing/2014/main" id="{600E360A-60D7-7B08-5B04-3E4AA3EBAE6D}"/>
                  </a:ext>
                </a:extLst>
              </p14:cNvPr>
              <p14:cNvContentPartPr/>
              <p14:nvPr/>
            </p14:nvContentPartPr>
            <p14:xfrm>
              <a:off x="5318078" y="5036976"/>
              <a:ext cx="189360" cy="310680"/>
            </p14:xfrm>
          </p:contentPart>
        </mc:Choice>
        <mc:Fallback xmlns="">
          <p:pic>
            <p:nvPicPr>
              <p:cNvPr id="138" name="Ink 137">
                <a:extLst>
                  <a:ext uri="{FF2B5EF4-FFF2-40B4-BE49-F238E27FC236}">
                    <a16:creationId xmlns:a16="http://schemas.microsoft.com/office/drawing/2014/main" id="{600E360A-60D7-7B08-5B04-3E4AA3EBAE6D}"/>
                  </a:ext>
                </a:extLst>
              </p:cNvPr>
              <p:cNvPicPr/>
              <p:nvPr/>
            </p:nvPicPr>
            <p:blipFill>
              <a:blip r:embed="rId129"/>
              <a:stretch>
                <a:fillRect/>
              </a:stretch>
            </p:blipFill>
            <p:spPr>
              <a:xfrm>
                <a:off x="5311958" y="5030856"/>
                <a:ext cx="201600" cy="322920"/>
              </a:xfrm>
              <a:prstGeom prst="rect">
                <a:avLst/>
              </a:prstGeom>
            </p:spPr>
          </p:pic>
        </mc:Fallback>
      </mc:AlternateContent>
      <p:grpSp>
        <p:nvGrpSpPr>
          <p:cNvPr id="165" name="Group 164">
            <a:extLst>
              <a:ext uri="{FF2B5EF4-FFF2-40B4-BE49-F238E27FC236}">
                <a16:creationId xmlns:a16="http://schemas.microsoft.com/office/drawing/2014/main" id="{B730D94F-F60C-A9DD-F028-45E98DAE1579}"/>
              </a:ext>
            </a:extLst>
          </p:cNvPr>
          <p:cNvGrpSpPr/>
          <p:nvPr/>
        </p:nvGrpSpPr>
        <p:grpSpPr>
          <a:xfrm>
            <a:off x="4083998" y="1591056"/>
            <a:ext cx="225000" cy="251640"/>
            <a:chOff x="4083998" y="1591056"/>
            <a:chExt cx="225000" cy="251640"/>
          </a:xfrm>
        </p:grpSpPr>
        <mc:AlternateContent xmlns:mc="http://schemas.openxmlformats.org/markup-compatibility/2006" xmlns:p14="http://schemas.microsoft.com/office/powerpoint/2010/main">
          <mc:Choice Requires="p14">
            <p:contentPart p14:bwMode="auto" r:id="rId130">
              <p14:nvContentPartPr>
                <p14:cNvPr id="159" name="Ink 158">
                  <a:extLst>
                    <a:ext uri="{FF2B5EF4-FFF2-40B4-BE49-F238E27FC236}">
                      <a16:creationId xmlns:a16="http://schemas.microsoft.com/office/drawing/2014/main" id="{D52E3FE4-97FA-79AF-CEC5-0EFFE7547B9D}"/>
                    </a:ext>
                  </a:extLst>
                </p14:cNvPr>
                <p14:cNvContentPartPr/>
                <p14:nvPr/>
              </p14:nvContentPartPr>
              <p14:xfrm>
                <a:off x="4083998" y="1628856"/>
                <a:ext cx="225000" cy="209160"/>
              </p14:xfrm>
            </p:contentPart>
          </mc:Choice>
          <mc:Fallback xmlns="">
            <p:pic>
              <p:nvPicPr>
                <p:cNvPr id="159" name="Ink 158">
                  <a:extLst>
                    <a:ext uri="{FF2B5EF4-FFF2-40B4-BE49-F238E27FC236}">
                      <a16:creationId xmlns:a16="http://schemas.microsoft.com/office/drawing/2014/main" id="{D52E3FE4-97FA-79AF-CEC5-0EFFE7547B9D}"/>
                    </a:ext>
                  </a:extLst>
                </p:cNvPr>
                <p:cNvPicPr/>
                <p:nvPr/>
              </p:nvPicPr>
              <p:blipFill>
                <a:blip r:embed="rId131"/>
                <a:stretch>
                  <a:fillRect/>
                </a:stretch>
              </p:blipFill>
              <p:spPr>
                <a:xfrm>
                  <a:off x="4077878" y="1622736"/>
                  <a:ext cx="23724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60" name="Ink 159">
                  <a:extLst>
                    <a:ext uri="{FF2B5EF4-FFF2-40B4-BE49-F238E27FC236}">
                      <a16:creationId xmlns:a16="http://schemas.microsoft.com/office/drawing/2014/main" id="{15B82FE0-BE50-25B0-BD9B-DE1D80EFF6ED}"/>
                    </a:ext>
                  </a:extLst>
                </p14:cNvPr>
                <p14:cNvContentPartPr/>
                <p14:nvPr/>
              </p14:nvContentPartPr>
              <p14:xfrm>
                <a:off x="4157798" y="1591056"/>
                <a:ext cx="126360" cy="251640"/>
              </p14:xfrm>
            </p:contentPart>
          </mc:Choice>
          <mc:Fallback xmlns="">
            <p:pic>
              <p:nvPicPr>
                <p:cNvPr id="160" name="Ink 159">
                  <a:extLst>
                    <a:ext uri="{FF2B5EF4-FFF2-40B4-BE49-F238E27FC236}">
                      <a16:creationId xmlns:a16="http://schemas.microsoft.com/office/drawing/2014/main" id="{15B82FE0-BE50-25B0-BD9B-DE1D80EFF6ED}"/>
                    </a:ext>
                  </a:extLst>
                </p:cNvPr>
                <p:cNvPicPr/>
                <p:nvPr/>
              </p:nvPicPr>
              <p:blipFill>
                <a:blip r:embed="rId133"/>
                <a:stretch>
                  <a:fillRect/>
                </a:stretch>
              </p:blipFill>
              <p:spPr>
                <a:xfrm>
                  <a:off x="4151678" y="1584936"/>
                  <a:ext cx="138600" cy="263880"/>
                </a:xfrm>
                <a:prstGeom prst="rect">
                  <a:avLst/>
                </a:prstGeom>
              </p:spPr>
            </p:pic>
          </mc:Fallback>
        </mc:AlternateContent>
      </p:grpSp>
      <p:grpSp>
        <p:nvGrpSpPr>
          <p:cNvPr id="164" name="Group 163">
            <a:extLst>
              <a:ext uri="{FF2B5EF4-FFF2-40B4-BE49-F238E27FC236}">
                <a16:creationId xmlns:a16="http://schemas.microsoft.com/office/drawing/2014/main" id="{2FC6244A-F408-A8D7-20D3-34C4F28AC82B}"/>
              </a:ext>
            </a:extLst>
          </p:cNvPr>
          <p:cNvGrpSpPr/>
          <p:nvPr/>
        </p:nvGrpSpPr>
        <p:grpSpPr>
          <a:xfrm>
            <a:off x="4176518" y="2686176"/>
            <a:ext cx="312840" cy="353520"/>
            <a:chOff x="4176518" y="2686176"/>
            <a:chExt cx="312840" cy="353520"/>
          </a:xfrm>
        </p:grpSpPr>
        <mc:AlternateContent xmlns:mc="http://schemas.openxmlformats.org/markup-compatibility/2006" xmlns:p14="http://schemas.microsoft.com/office/powerpoint/2010/main">
          <mc:Choice Requires="p14">
            <p:contentPart p14:bwMode="auto" r:id="rId134">
              <p14:nvContentPartPr>
                <p14:cNvPr id="161" name="Ink 160">
                  <a:extLst>
                    <a:ext uri="{FF2B5EF4-FFF2-40B4-BE49-F238E27FC236}">
                      <a16:creationId xmlns:a16="http://schemas.microsoft.com/office/drawing/2014/main" id="{06F1051A-F03D-B2F0-A037-943E9621E1F5}"/>
                    </a:ext>
                  </a:extLst>
                </p14:cNvPr>
                <p14:cNvContentPartPr/>
                <p14:nvPr/>
              </p14:nvContentPartPr>
              <p14:xfrm>
                <a:off x="4176518" y="2735856"/>
                <a:ext cx="225720" cy="167040"/>
              </p14:xfrm>
            </p:contentPart>
          </mc:Choice>
          <mc:Fallback xmlns="">
            <p:pic>
              <p:nvPicPr>
                <p:cNvPr id="161" name="Ink 160">
                  <a:extLst>
                    <a:ext uri="{FF2B5EF4-FFF2-40B4-BE49-F238E27FC236}">
                      <a16:creationId xmlns:a16="http://schemas.microsoft.com/office/drawing/2014/main" id="{06F1051A-F03D-B2F0-A037-943E9621E1F5}"/>
                    </a:ext>
                  </a:extLst>
                </p:cNvPr>
                <p:cNvPicPr/>
                <p:nvPr/>
              </p:nvPicPr>
              <p:blipFill>
                <a:blip r:embed="rId135"/>
                <a:stretch>
                  <a:fillRect/>
                </a:stretch>
              </p:blipFill>
              <p:spPr>
                <a:xfrm>
                  <a:off x="4170398" y="2729736"/>
                  <a:ext cx="23796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62" name="Ink 161">
                  <a:extLst>
                    <a:ext uri="{FF2B5EF4-FFF2-40B4-BE49-F238E27FC236}">
                      <a16:creationId xmlns:a16="http://schemas.microsoft.com/office/drawing/2014/main" id="{089E9651-3755-3A49-C02C-EF8CA0A94C75}"/>
                    </a:ext>
                  </a:extLst>
                </p14:cNvPr>
                <p14:cNvContentPartPr/>
                <p14:nvPr/>
              </p14:nvContentPartPr>
              <p14:xfrm>
                <a:off x="4217918" y="2686176"/>
                <a:ext cx="138600" cy="316440"/>
              </p14:xfrm>
            </p:contentPart>
          </mc:Choice>
          <mc:Fallback xmlns="">
            <p:pic>
              <p:nvPicPr>
                <p:cNvPr id="162" name="Ink 161">
                  <a:extLst>
                    <a:ext uri="{FF2B5EF4-FFF2-40B4-BE49-F238E27FC236}">
                      <a16:creationId xmlns:a16="http://schemas.microsoft.com/office/drawing/2014/main" id="{089E9651-3755-3A49-C02C-EF8CA0A94C75}"/>
                    </a:ext>
                  </a:extLst>
                </p:cNvPr>
                <p:cNvPicPr/>
                <p:nvPr/>
              </p:nvPicPr>
              <p:blipFill>
                <a:blip r:embed="rId137"/>
                <a:stretch>
                  <a:fillRect/>
                </a:stretch>
              </p:blipFill>
              <p:spPr>
                <a:xfrm>
                  <a:off x="4211798" y="2680056"/>
                  <a:ext cx="15084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63" name="Ink 162">
                  <a:extLst>
                    <a:ext uri="{FF2B5EF4-FFF2-40B4-BE49-F238E27FC236}">
                      <a16:creationId xmlns:a16="http://schemas.microsoft.com/office/drawing/2014/main" id="{72A3814D-AB44-F1DA-D1A3-19B33F8F7AEE}"/>
                    </a:ext>
                  </a:extLst>
                </p14:cNvPr>
                <p14:cNvContentPartPr/>
                <p14:nvPr/>
              </p14:nvContentPartPr>
              <p14:xfrm>
                <a:off x="4443998" y="2852856"/>
                <a:ext cx="45360" cy="186840"/>
              </p14:xfrm>
            </p:contentPart>
          </mc:Choice>
          <mc:Fallback xmlns="">
            <p:pic>
              <p:nvPicPr>
                <p:cNvPr id="163" name="Ink 162">
                  <a:extLst>
                    <a:ext uri="{FF2B5EF4-FFF2-40B4-BE49-F238E27FC236}">
                      <a16:creationId xmlns:a16="http://schemas.microsoft.com/office/drawing/2014/main" id="{72A3814D-AB44-F1DA-D1A3-19B33F8F7AEE}"/>
                    </a:ext>
                  </a:extLst>
                </p:cNvPr>
                <p:cNvPicPr/>
                <p:nvPr/>
              </p:nvPicPr>
              <p:blipFill>
                <a:blip r:embed="rId139"/>
                <a:stretch>
                  <a:fillRect/>
                </a:stretch>
              </p:blipFill>
              <p:spPr>
                <a:xfrm>
                  <a:off x="4437878" y="2846736"/>
                  <a:ext cx="57600" cy="199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0">
            <p14:nvContentPartPr>
              <p14:cNvPr id="89" name="Ink 88">
                <a:extLst>
                  <a:ext uri="{FF2B5EF4-FFF2-40B4-BE49-F238E27FC236}">
                    <a16:creationId xmlns:a16="http://schemas.microsoft.com/office/drawing/2014/main" id="{7B7F6C5C-7475-7401-1CE8-CDA2B92DC5AA}"/>
                  </a:ext>
                </a:extLst>
              </p14:cNvPr>
              <p14:cNvContentPartPr/>
              <p14:nvPr/>
            </p14:nvContentPartPr>
            <p14:xfrm>
              <a:off x="7196558" y="2843496"/>
              <a:ext cx="415440" cy="254160"/>
            </p14:xfrm>
          </p:contentPart>
        </mc:Choice>
        <mc:Fallback xmlns="">
          <p:pic>
            <p:nvPicPr>
              <p:cNvPr id="89" name="Ink 88">
                <a:extLst>
                  <a:ext uri="{FF2B5EF4-FFF2-40B4-BE49-F238E27FC236}">
                    <a16:creationId xmlns:a16="http://schemas.microsoft.com/office/drawing/2014/main" id="{7B7F6C5C-7475-7401-1CE8-CDA2B92DC5AA}"/>
                  </a:ext>
                </a:extLst>
              </p:cNvPr>
              <p:cNvPicPr/>
              <p:nvPr/>
            </p:nvPicPr>
            <p:blipFill>
              <a:blip r:embed="rId141"/>
              <a:stretch>
                <a:fillRect/>
              </a:stretch>
            </p:blipFill>
            <p:spPr>
              <a:xfrm>
                <a:off x="7190438" y="2837376"/>
                <a:ext cx="42768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0" name="Ink 89">
                <a:extLst>
                  <a:ext uri="{FF2B5EF4-FFF2-40B4-BE49-F238E27FC236}">
                    <a16:creationId xmlns:a16="http://schemas.microsoft.com/office/drawing/2014/main" id="{B58B4998-E1FA-98D1-F07C-C9075FEF96A0}"/>
                  </a:ext>
                </a:extLst>
              </p14:cNvPr>
              <p14:cNvContentPartPr/>
              <p14:nvPr/>
            </p14:nvContentPartPr>
            <p14:xfrm>
              <a:off x="7518758" y="3071736"/>
              <a:ext cx="213120" cy="129240"/>
            </p14:xfrm>
          </p:contentPart>
        </mc:Choice>
        <mc:Fallback xmlns="">
          <p:pic>
            <p:nvPicPr>
              <p:cNvPr id="90" name="Ink 89">
                <a:extLst>
                  <a:ext uri="{FF2B5EF4-FFF2-40B4-BE49-F238E27FC236}">
                    <a16:creationId xmlns:a16="http://schemas.microsoft.com/office/drawing/2014/main" id="{B58B4998-E1FA-98D1-F07C-C9075FEF96A0}"/>
                  </a:ext>
                </a:extLst>
              </p:cNvPr>
              <p:cNvPicPr/>
              <p:nvPr/>
            </p:nvPicPr>
            <p:blipFill>
              <a:blip r:embed="rId143"/>
              <a:stretch>
                <a:fillRect/>
              </a:stretch>
            </p:blipFill>
            <p:spPr>
              <a:xfrm>
                <a:off x="7512638" y="3065616"/>
                <a:ext cx="22536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1" name="Ink 90">
                <a:extLst>
                  <a:ext uri="{FF2B5EF4-FFF2-40B4-BE49-F238E27FC236}">
                    <a16:creationId xmlns:a16="http://schemas.microsoft.com/office/drawing/2014/main" id="{DAD07E9F-0267-550F-A40D-89792397187D}"/>
                  </a:ext>
                </a:extLst>
              </p14:cNvPr>
              <p14:cNvContentPartPr/>
              <p14:nvPr/>
            </p14:nvContentPartPr>
            <p14:xfrm>
              <a:off x="7696598" y="3049056"/>
              <a:ext cx="204480" cy="103680"/>
            </p14:xfrm>
          </p:contentPart>
        </mc:Choice>
        <mc:Fallback xmlns="">
          <p:pic>
            <p:nvPicPr>
              <p:cNvPr id="91" name="Ink 90">
                <a:extLst>
                  <a:ext uri="{FF2B5EF4-FFF2-40B4-BE49-F238E27FC236}">
                    <a16:creationId xmlns:a16="http://schemas.microsoft.com/office/drawing/2014/main" id="{DAD07E9F-0267-550F-A40D-89792397187D}"/>
                  </a:ext>
                </a:extLst>
              </p:cNvPr>
              <p:cNvPicPr/>
              <p:nvPr/>
            </p:nvPicPr>
            <p:blipFill>
              <a:blip r:embed="rId145"/>
              <a:stretch>
                <a:fillRect/>
              </a:stretch>
            </p:blipFill>
            <p:spPr>
              <a:xfrm>
                <a:off x="7690478" y="3042936"/>
                <a:ext cx="21672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92" name="Ink 91">
                <a:extLst>
                  <a:ext uri="{FF2B5EF4-FFF2-40B4-BE49-F238E27FC236}">
                    <a16:creationId xmlns:a16="http://schemas.microsoft.com/office/drawing/2014/main" id="{66419ED8-92B0-9368-9415-54206F01ED34}"/>
                  </a:ext>
                </a:extLst>
              </p14:cNvPr>
              <p14:cNvContentPartPr/>
              <p14:nvPr/>
            </p14:nvContentPartPr>
            <p14:xfrm>
              <a:off x="8067398" y="2771136"/>
              <a:ext cx="304560" cy="188280"/>
            </p14:xfrm>
          </p:contentPart>
        </mc:Choice>
        <mc:Fallback xmlns="">
          <p:pic>
            <p:nvPicPr>
              <p:cNvPr id="92" name="Ink 91">
                <a:extLst>
                  <a:ext uri="{FF2B5EF4-FFF2-40B4-BE49-F238E27FC236}">
                    <a16:creationId xmlns:a16="http://schemas.microsoft.com/office/drawing/2014/main" id="{66419ED8-92B0-9368-9415-54206F01ED34}"/>
                  </a:ext>
                </a:extLst>
              </p:cNvPr>
              <p:cNvPicPr/>
              <p:nvPr/>
            </p:nvPicPr>
            <p:blipFill>
              <a:blip r:embed="rId147"/>
              <a:stretch>
                <a:fillRect/>
              </a:stretch>
            </p:blipFill>
            <p:spPr>
              <a:xfrm>
                <a:off x="8061278" y="2765016"/>
                <a:ext cx="31680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93" name="Ink 92">
                <a:extLst>
                  <a:ext uri="{FF2B5EF4-FFF2-40B4-BE49-F238E27FC236}">
                    <a16:creationId xmlns:a16="http://schemas.microsoft.com/office/drawing/2014/main" id="{DFB87762-50D3-A79F-4B97-7C59534C73D7}"/>
                  </a:ext>
                </a:extLst>
              </p14:cNvPr>
              <p14:cNvContentPartPr/>
              <p14:nvPr/>
            </p14:nvContentPartPr>
            <p14:xfrm>
              <a:off x="8484638" y="2735496"/>
              <a:ext cx="84240" cy="106200"/>
            </p14:xfrm>
          </p:contentPart>
        </mc:Choice>
        <mc:Fallback xmlns="">
          <p:pic>
            <p:nvPicPr>
              <p:cNvPr id="93" name="Ink 92">
                <a:extLst>
                  <a:ext uri="{FF2B5EF4-FFF2-40B4-BE49-F238E27FC236}">
                    <a16:creationId xmlns:a16="http://schemas.microsoft.com/office/drawing/2014/main" id="{DFB87762-50D3-A79F-4B97-7C59534C73D7}"/>
                  </a:ext>
                </a:extLst>
              </p:cNvPr>
              <p:cNvPicPr/>
              <p:nvPr/>
            </p:nvPicPr>
            <p:blipFill>
              <a:blip r:embed="rId149"/>
              <a:stretch>
                <a:fillRect/>
              </a:stretch>
            </p:blipFill>
            <p:spPr>
              <a:xfrm>
                <a:off x="8478518" y="2729376"/>
                <a:ext cx="9648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94" name="Ink 93">
                <a:extLst>
                  <a:ext uri="{FF2B5EF4-FFF2-40B4-BE49-F238E27FC236}">
                    <a16:creationId xmlns:a16="http://schemas.microsoft.com/office/drawing/2014/main" id="{E1D78796-0662-53F0-4689-C839E0CF11AE}"/>
                  </a:ext>
                </a:extLst>
              </p14:cNvPr>
              <p14:cNvContentPartPr/>
              <p14:nvPr/>
            </p14:nvContentPartPr>
            <p14:xfrm>
              <a:off x="8627918" y="2565936"/>
              <a:ext cx="271080" cy="213120"/>
            </p14:xfrm>
          </p:contentPart>
        </mc:Choice>
        <mc:Fallback xmlns="">
          <p:pic>
            <p:nvPicPr>
              <p:cNvPr id="94" name="Ink 93">
                <a:extLst>
                  <a:ext uri="{FF2B5EF4-FFF2-40B4-BE49-F238E27FC236}">
                    <a16:creationId xmlns:a16="http://schemas.microsoft.com/office/drawing/2014/main" id="{E1D78796-0662-53F0-4689-C839E0CF11AE}"/>
                  </a:ext>
                </a:extLst>
              </p:cNvPr>
              <p:cNvPicPr/>
              <p:nvPr/>
            </p:nvPicPr>
            <p:blipFill>
              <a:blip r:embed="rId151"/>
              <a:stretch>
                <a:fillRect/>
              </a:stretch>
            </p:blipFill>
            <p:spPr>
              <a:xfrm>
                <a:off x="8621798" y="2559816"/>
                <a:ext cx="28332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03" name="Ink 102">
                <a:extLst>
                  <a:ext uri="{FF2B5EF4-FFF2-40B4-BE49-F238E27FC236}">
                    <a16:creationId xmlns:a16="http://schemas.microsoft.com/office/drawing/2014/main" id="{81AF46D3-59D3-1857-3D77-B5B2F5D06A4D}"/>
                  </a:ext>
                </a:extLst>
              </p14:cNvPr>
              <p14:cNvContentPartPr/>
              <p14:nvPr/>
            </p14:nvContentPartPr>
            <p14:xfrm>
              <a:off x="6409958" y="3644136"/>
              <a:ext cx="363240" cy="381960"/>
            </p14:xfrm>
          </p:contentPart>
        </mc:Choice>
        <mc:Fallback xmlns="">
          <p:pic>
            <p:nvPicPr>
              <p:cNvPr id="103" name="Ink 102">
                <a:extLst>
                  <a:ext uri="{FF2B5EF4-FFF2-40B4-BE49-F238E27FC236}">
                    <a16:creationId xmlns:a16="http://schemas.microsoft.com/office/drawing/2014/main" id="{81AF46D3-59D3-1857-3D77-B5B2F5D06A4D}"/>
                  </a:ext>
                </a:extLst>
              </p:cNvPr>
              <p:cNvPicPr/>
              <p:nvPr/>
            </p:nvPicPr>
            <p:blipFill>
              <a:blip r:embed="rId153"/>
              <a:stretch>
                <a:fillRect/>
              </a:stretch>
            </p:blipFill>
            <p:spPr>
              <a:xfrm>
                <a:off x="6403838" y="3638016"/>
                <a:ext cx="375480" cy="3942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04" name="Ink 103">
                <a:extLst>
                  <a:ext uri="{FF2B5EF4-FFF2-40B4-BE49-F238E27FC236}">
                    <a16:creationId xmlns:a16="http://schemas.microsoft.com/office/drawing/2014/main" id="{9822FF9B-6840-5E18-AA20-85ED73567343}"/>
                  </a:ext>
                </a:extLst>
              </p14:cNvPr>
              <p14:cNvContentPartPr/>
              <p14:nvPr/>
            </p14:nvContentPartPr>
            <p14:xfrm>
              <a:off x="6692558" y="3714696"/>
              <a:ext cx="16920" cy="36720"/>
            </p14:xfrm>
          </p:contentPart>
        </mc:Choice>
        <mc:Fallback xmlns="">
          <p:pic>
            <p:nvPicPr>
              <p:cNvPr id="104" name="Ink 103">
                <a:extLst>
                  <a:ext uri="{FF2B5EF4-FFF2-40B4-BE49-F238E27FC236}">
                    <a16:creationId xmlns:a16="http://schemas.microsoft.com/office/drawing/2014/main" id="{9822FF9B-6840-5E18-AA20-85ED73567343}"/>
                  </a:ext>
                </a:extLst>
              </p:cNvPr>
              <p:cNvPicPr/>
              <p:nvPr/>
            </p:nvPicPr>
            <p:blipFill>
              <a:blip r:embed="rId155"/>
              <a:stretch>
                <a:fillRect/>
              </a:stretch>
            </p:blipFill>
            <p:spPr>
              <a:xfrm>
                <a:off x="6686438" y="3708576"/>
                <a:ext cx="2916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05" name="Ink 104">
                <a:extLst>
                  <a:ext uri="{FF2B5EF4-FFF2-40B4-BE49-F238E27FC236}">
                    <a16:creationId xmlns:a16="http://schemas.microsoft.com/office/drawing/2014/main" id="{BB09AA5A-603C-F6FD-DD13-57B55643A11B}"/>
                  </a:ext>
                </a:extLst>
              </p14:cNvPr>
              <p14:cNvContentPartPr/>
              <p14:nvPr/>
            </p14:nvContentPartPr>
            <p14:xfrm>
              <a:off x="6811358" y="3774816"/>
              <a:ext cx="163440" cy="154440"/>
            </p14:xfrm>
          </p:contentPart>
        </mc:Choice>
        <mc:Fallback xmlns="">
          <p:pic>
            <p:nvPicPr>
              <p:cNvPr id="105" name="Ink 104">
                <a:extLst>
                  <a:ext uri="{FF2B5EF4-FFF2-40B4-BE49-F238E27FC236}">
                    <a16:creationId xmlns:a16="http://schemas.microsoft.com/office/drawing/2014/main" id="{BB09AA5A-603C-F6FD-DD13-57B55643A11B}"/>
                  </a:ext>
                </a:extLst>
              </p:cNvPr>
              <p:cNvPicPr/>
              <p:nvPr/>
            </p:nvPicPr>
            <p:blipFill>
              <a:blip r:embed="rId157"/>
              <a:stretch>
                <a:fillRect/>
              </a:stretch>
            </p:blipFill>
            <p:spPr>
              <a:xfrm>
                <a:off x="6805238" y="3768696"/>
                <a:ext cx="17568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06" name="Ink 105">
                <a:extLst>
                  <a:ext uri="{FF2B5EF4-FFF2-40B4-BE49-F238E27FC236}">
                    <a16:creationId xmlns:a16="http://schemas.microsoft.com/office/drawing/2014/main" id="{DFD7D44E-B906-8C0B-D152-6DE9C4769E03}"/>
                  </a:ext>
                </a:extLst>
              </p14:cNvPr>
              <p14:cNvContentPartPr/>
              <p14:nvPr/>
            </p14:nvContentPartPr>
            <p14:xfrm>
              <a:off x="6971198" y="3776616"/>
              <a:ext cx="439200" cy="109800"/>
            </p14:xfrm>
          </p:contentPart>
        </mc:Choice>
        <mc:Fallback xmlns="">
          <p:pic>
            <p:nvPicPr>
              <p:cNvPr id="106" name="Ink 105">
                <a:extLst>
                  <a:ext uri="{FF2B5EF4-FFF2-40B4-BE49-F238E27FC236}">
                    <a16:creationId xmlns:a16="http://schemas.microsoft.com/office/drawing/2014/main" id="{DFD7D44E-B906-8C0B-D152-6DE9C4769E03}"/>
                  </a:ext>
                </a:extLst>
              </p:cNvPr>
              <p:cNvPicPr/>
              <p:nvPr/>
            </p:nvPicPr>
            <p:blipFill>
              <a:blip r:embed="rId159"/>
              <a:stretch>
                <a:fillRect/>
              </a:stretch>
            </p:blipFill>
            <p:spPr>
              <a:xfrm>
                <a:off x="6965078" y="3770496"/>
                <a:ext cx="45144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07" name="Ink 106">
                <a:extLst>
                  <a:ext uri="{FF2B5EF4-FFF2-40B4-BE49-F238E27FC236}">
                    <a16:creationId xmlns:a16="http://schemas.microsoft.com/office/drawing/2014/main" id="{828FA789-3AE7-86DC-35E0-76A3E257BA66}"/>
                  </a:ext>
                </a:extLst>
              </p14:cNvPr>
              <p14:cNvContentPartPr/>
              <p14:nvPr/>
            </p14:nvContentPartPr>
            <p14:xfrm>
              <a:off x="7342358" y="3668616"/>
              <a:ext cx="19440" cy="32400"/>
            </p14:xfrm>
          </p:contentPart>
        </mc:Choice>
        <mc:Fallback xmlns="">
          <p:pic>
            <p:nvPicPr>
              <p:cNvPr id="107" name="Ink 106">
                <a:extLst>
                  <a:ext uri="{FF2B5EF4-FFF2-40B4-BE49-F238E27FC236}">
                    <a16:creationId xmlns:a16="http://schemas.microsoft.com/office/drawing/2014/main" id="{828FA789-3AE7-86DC-35E0-76A3E257BA66}"/>
                  </a:ext>
                </a:extLst>
              </p:cNvPr>
              <p:cNvPicPr/>
              <p:nvPr/>
            </p:nvPicPr>
            <p:blipFill>
              <a:blip r:embed="rId161"/>
              <a:stretch>
                <a:fillRect/>
              </a:stretch>
            </p:blipFill>
            <p:spPr>
              <a:xfrm>
                <a:off x="7336238" y="3662496"/>
                <a:ext cx="316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8" name="Ink 107">
                <a:extLst>
                  <a:ext uri="{FF2B5EF4-FFF2-40B4-BE49-F238E27FC236}">
                    <a16:creationId xmlns:a16="http://schemas.microsoft.com/office/drawing/2014/main" id="{54151DC4-2360-8728-54BF-17D8E54815FD}"/>
                  </a:ext>
                </a:extLst>
              </p14:cNvPr>
              <p14:cNvContentPartPr/>
              <p14:nvPr/>
            </p14:nvContentPartPr>
            <p14:xfrm>
              <a:off x="7449278" y="3713256"/>
              <a:ext cx="171360" cy="113400"/>
            </p14:xfrm>
          </p:contentPart>
        </mc:Choice>
        <mc:Fallback xmlns="">
          <p:pic>
            <p:nvPicPr>
              <p:cNvPr id="108" name="Ink 107">
                <a:extLst>
                  <a:ext uri="{FF2B5EF4-FFF2-40B4-BE49-F238E27FC236}">
                    <a16:creationId xmlns:a16="http://schemas.microsoft.com/office/drawing/2014/main" id="{54151DC4-2360-8728-54BF-17D8E54815FD}"/>
                  </a:ext>
                </a:extLst>
              </p:cNvPr>
              <p:cNvPicPr/>
              <p:nvPr/>
            </p:nvPicPr>
            <p:blipFill>
              <a:blip r:embed="rId163"/>
              <a:stretch>
                <a:fillRect/>
              </a:stretch>
            </p:blipFill>
            <p:spPr>
              <a:xfrm>
                <a:off x="7443158" y="3707136"/>
                <a:ext cx="18360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9" name="Ink 108">
                <a:extLst>
                  <a:ext uri="{FF2B5EF4-FFF2-40B4-BE49-F238E27FC236}">
                    <a16:creationId xmlns:a16="http://schemas.microsoft.com/office/drawing/2014/main" id="{A20F9937-E6B5-FB41-E8A3-941803C1B113}"/>
                  </a:ext>
                </a:extLst>
              </p14:cNvPr>
              <p14:cNvContentPartPr/>
              <p14:nvPr/>
            </p14:nvContentPartPr>
            <p14:xfrm>
              <a:off x="7644758" y="3553416"/>
              <a:ext cx="35640" cy="276480"/>
            </p14:xfrm>
          </p:contentPart>
        </mc:Choice>
        <mc:Fallback xmlns="">
          <p:pic>
            <p:nvPicPr>
              <p:cNvPr id="109" name="Ink 108">
                <a:extLst>
                  <a:ext uri="{FF2B5EF4-FFF2-40B4-BE49-F238E27FC236}">
                    <a16:creationId xmlns:a16="http://schemas.microsoft.com/office/drawing/2014/main" id="{A20F9937-E6B5-FB41-E8A3-941803C1B113}"/>
                  </a:ext>
                </a:extLst>
              </p:cNvPr>
              <p:cNvPicPr/>
              <p:nvPr/>
            </p:nvPicPr>
            <p:blipFill>
              <a:blip r:embed="rId165"/>
              <a:stretch>
                <a:fillRect/>
              </a:stretch>
            </p:blipFill>
            <p:spPr>
              <a:xfrm>
                <a:off x="7638638" y="3547296"/>
                <a:ext cx="4788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10" name="Ink 109">
                <a:extLst>
                  <a:ext uri="{FF2B5EF4-FFF2-40B4-BE49-F238E27FC236}">
                    <a16:creationId xmlns:a16="http://schemas.microsoft.com/office/drawing/2014/main" id="{DEC21B96-98FB-C9D7-0E49-E2A89E74E405}"/>
                  </a:ext>
                </a:extLst>
              </p14:cNvPr>
              <p14:cNvContentPartPr/>
              <p14:nvPr/>
            </p14:nvContentPartPr>
            <p14:xfrm>
              <a:off x="7665998" y="3688056"/>
              <a:ext cx="163800" cy="106200"/>
            </p14:xfrm>
          </p:contentPart>
        </mc:Choice>
        <mc:Fallback xmlns="">
          <p:pic>
            <p:nvPicPr>
              <p:cNvPr id="110" name="Ink 109">
                <a:extLst>
                  <a:ext uri="{FF2B5EF4-FFF2-40B4-BE49-F238E27FC236}">
                    <a16:creationId xmlns:a16="http://schemas.microsoft.com/office/drawing/2014/main" id="{DEC21B96-98FB-C9D7-0E49-E2A89E74E405}"/>
                  </a:ext>
                </a:extLst>
              </p:cNvPr>
              <p:cNvPicPr/>
              <p:nvPr/>
            </p:nvPicPr>
            <p:blipFill>
              <a:blip r:embed="rId167"/>
              <a:stretch>
                <a:fillRect/>
              </a:stretch>
            </p:blipFill>
            <p:spPr>
              <a:xfrm>
                <a:off x="7659878" y="3681936"/>
                <a:ext cx="17604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11" name="Ink 110">
                <a:extLst>
                  <a:ext uri="{FF2B5EF4-FFF2-40B4-BE49-F238E27FC236}">
                    <a16:creationId xmlns:a16="http://schemas.microsoft.com/office/drawing/2014/main" id="{D46CC6F3-1872-76EE-AE22-83DAD51E7902}"/>
                  </a:ext>
                </a:extLst>
              </p14:cNvPr>
              <p14:cNvContentPartPr/>
              <p14:nvPr/>
            </p14:nvContentPartPr>
            <p14:xfrm>
              <a:off x="8177198" y="3627936"/>
              <a:ext cx="439200" cy="134280"/>
            </p14:xfrm>
          </p:contentPart>
        </mc:Choice>
        <mc:Fallback xmlns="">
          <p:pic>
            <p:nvPicPr>
              <p:cNvPr id="111" name="Ink 110">
                <a:extLst>
                  <a:ext uri="{FF2B5EF4-FFF2-40B4-BE49-F238E27FC236}">
                    <a16:creationId xmlns:a16="http://schemas.microsoft.com/office/drawing/2014/main" id="{D46CC6F3-1872-76EE-AE22-83DAD51E7902}"/>
                  </a:ext>
                </a:extLst>
              </p:cNvPr>
              <p:cNvPicPr/>
              <p:nvPr/>
            </p:nvPicPr>
            <p:blipFill>
              <a:blip r:embed="rId169"/>
              <a:stretch>
                <a:fillRect/>
              </a:stretch>
            </p:blipFill>
            <p:spPr>
              <a:xfrm>
                <a:off x="8171078" y="3621816"/>
                <a:ext cx="4514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13" name="Ink 112">
                <a:extLst>
                  <a:ext uri="{FF2B5EF4-FFF2-40B4-BE49-F238E27FC236}">
                    <a16:creationId xmlns:a16="http://schemas.microsoft.com/office/drawing/2014/main" id="{E01F4A3E-5DAD-7844-D557-1E97BD31D69D}"/>
                  </a:ext>
                </a:extLst>
              </p14:cNvPr>
              <p14:cNvContentPartPr/>
              <p14:nvPr/>
            </p14:nvContentPartPr>
            <p14:xfrm>
              <a:off x="8609558" y="3377016"/>
              <a:ext cx="669960" cy="397080"/>
            </p14:xfrm>
          </p:contentPart>
        </mc:Choice>
        <mc:Fallback xmlns="">
          <p:pic>
            <p:nvPicPr>
              <p:cNvPr id="113" name="Ink 112">
                <a:extLst>
                  <a:ext uri="{FF2B5EF4-FFF2-40B4-BE49-F238E27FC236}">
                    <a16:creationId xmlns:a16="http://schemas.microsoft.com/office/drawing/2014/main" id="{E01F4A3E-5DAD-7844-D557-1E97BD31D69D}"/>
                  </a:ext>
                </a:extLst>
              </p:cNvPr>
              <p:cNvPicPr/>
              <p:nvPr/>
            </p:nvPicPr>
            <p:blipFill>
              <a:blip r:embed="rId171"/>
              <a:stretch>
                <a:fillRect/>
              </a:stretch>
            </p:blipFill>
            <p:spPr>
              <a:xfrm>
                <a:off x="8603438" y="3370896"/>
                <a:ext cx="682200" cy="40932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14" name="Ink 113">
                <a:extLst>
                  <a:ext uri="{FF2B5EF4-FFF2-40B4-BE49-F238E27FC236}">
                    <a16:creationId xmlns:a16="http://schemas.microsoft.com/office/drawing/2014/main" id="{D0882199-17F4-00CE-60D7-FB84C51BCF40}"/>
                  </a:ext>
                </a:extLst>
              </p14:cNvPr>
              <p14:cNvContentPartPr/>
              <p14:nvPr/>
            </p14:nvContentPartPr>
            <p14:xfrm>
              <a:off x="9249638" y="3399336"/>
              <a:ext cx="1080" cy="22320"/>
            </p14:xfrm>
          </p:contentPart>
        </mc:Choice>
        <mc:Fallback xmlns="">
          <p:pic>
            <p:nvPicPr>
              <p:cNvPr id="114" name="Ink 113">
                <a:extLst>
                  <a:ext uri="{FF2B5EF4-FFF2-40B4-BE49-F238E27FC236}">
                    <a16:creationId xmlns:a16="http://schemas.microsoft.com/office/drawing/2014/main" id="{D0882199-17F4-00CE-60D7-FB84C51BCF40}"/>
                  </a:ext>
                </a:extLst>
              </p:cNvPr>
              <p:cNvPicPr/>
              <p:nvPr/>
            </p:nvPicPr>
            <p:blipFill>
              <a:blip r:embed="rId173"/>
              <a:stretch>
                <a:fillRect/>
              </a:stretch>
            </p:blipFill>
            <p:spPr>
              <a:xfrm>
                <a:off x="9243518" y="3393216"/>
                <a:ext cx="1332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15" name="Ink 114">
                <a:extLst>
                  <a:ext uri="{FF2B5EF4-FFF2-40B4-BE49-F238E27FC236}">
                    <a16:creationId xmlns:a16="http://schemas.microsoft.com/office/drawing/2014/main" id="{79CC0CC2-E0A4-367D-BBAB-A6511F08D89A}"/>
                  </a:ext>
                </a:extLst>
              </p14:cNvPr>
              <p14:cNvContentPartPr/>
              <p14:nvPr/>
            </p14:nvContentPartPr>
            <p14:xfrm>
              <a:off x="9296798" y="3481776"/>
              <a:ext cx="128880" cy="95400"/>
            </p14:xfrm>
          </p:contentPart>
        </mc:Choice>
        <mc:Fallback xmlns="">
          <p:pic>
            <p:nvPicPr>
              <p:cNvPr id="115" name="Ink 114">
                <a:extLst>
                  <a:ext uri="{FF2B5EF4-FFF2-40B4-BE49-F238E27FC236}">
                    <a16:creationId xmlns:a16="http://schemas.microsoft.com/office/drawing/2014/main" id="{79CC0CC2-E0A4-367D-BBAB-A6511F08D89A}"/>
                  </a:ext>
                </a:extLst>
              </p:cNvPr>
              <p:cNvPicPr/>
              <p:nvPr/>
            </p:nvPicPr>
            <p:blipFill>
              <a:blip r:embed="rId175"/>
              <a:stretch>
                <a:fillRect/>
              </a:stretch>
            </p:blipFill>
            <p:spPr>
              <a:xfrm>
                <a:off x="9290678" y="3475656"/>
                <a:ext cx="14112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16" name="Ink 115">
                <a:extLst>
                  <a:ext uri="{FF2B5EF4-FFF2-40B4-BE49-F238E27FC236}">
                    <a16:creationId xmlns:a16="http://schemas.microsoft.com/office/drawing/2014/main" id="{C86E94FC-3912-E264-32A2-1404D8A2B105}"/>
                  </a:ext>
                </a:extLst>
              </p14:cNvPr>
              <p14:cNvContentPartPr/>
              <p14:nvPr/>
            </p14:nvContentPartPr>
            <p14:xfrm>
              <a:off x="9581198" y="3501216"/>
              <a:ext cx="360" cy="360"/>
            </p14:xfrm>
          </p:contentPart>
        </mc:Choice>
        <mc:Fallback xmlns="">
          <p:pic>
            <p:nvPicPr>
              <p:cNvPr id="116" name="Ink 115">
                <a:extLst>
                  <a:ext uri="{FF2B5EF4-FFF2-40B4-BE49-F238E27FC236}">
                    <a16:creationId xmlns:a16="http://schemas.microsoft.com/office/drawing/2014/main" id="{C86E94FC-3912-E264-32A2-1404D8A2B105}"/>
                  </a:ext>
                </a:extLst>
              </p:cNvPr>
              <p:cNvPicPr/>
              <p:nvPr/>
            </p:nvPicPr>
            <p:blipFill>
              <a:blip r:embed="rId9"/>
              <a:stretch>
                <a:fillRect/>
              </a:stretch>
            </p:blipFill>
            <p:spPr>
              <a:xfrm>
                <a:off x="9575078" y="349509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18" name="Ink 117">
                <a:extLst>
                  <a:ext uri="{FF2B5EF4-FFF2-40B4-BE49-F238E27FC236}">
                    <a16:creationId xmlns:a16="http://schemas.microsoft.com/office/drawing/2014/main" id="{A03B0515-89EE-0D8A-2377-995009DC47D7}"/>
                  </a:ext>
                </a:extLst>
              </p14:cNvPr>
              <p14:cNvContentPartPr/>
              <p14:nvPr/>
            </p14:nvContentPartPr>
            <p14:xfrm>
              <a:off x="6706598" y="5191776"/>
              <a:ext cx="2716200" cy="696960"/>
            </p14:xfrm>
          </p:contentPart>
        </mc:Choice>
        <mc:Fallback xmlns="">
          <p:pic>
            <p:nvPicPr>
              <p:cNvPr id="118" name="Ink 117">
                <a:extLst>
                  <a:ext uri="{FF2B5EF4-FFF2-40B4-BE49-F238E27FC236}">
                    <a16:creationId xmlns:a16="http://schemas.microsoft.com/office/drawing/2014/main" id="{A03B0515-89EE-0D8A-2377-995009DC47D7}"/>
                  </a:ext>
                </a:extLst>
              </p:cNvPr>
              <p:cNvPicPr/>
              <p:nvPr/>
            </p:nvPicPr>
            <p:blipFill>
              <a:blip r:embed="rId178"/>
              <a:stretch>
                <a:fillRect/>
              </a:stretch>
            </p:blipFill>
            <p:spPr>
              <a:xfrm>
                <a:off x="6700478" y="5185656"/>
                <a:ext cx="2728440" cy="70920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19" name="Ink 118">
                <a:extLst>
                  <a:ext uri="{FF2B5EF4-FFF2-40B4-BE49-F238E27FC236}">
                    <a16:creationId xmlns:a16="http://schemas.microsoft.com/office/drawing/2014/main" id="{42D62B73-67A6-99F1-49BE-8DDF9E2CC13B}"/>
                  </a:ext>
                </a:extLst>
              </p14:cNvPr>
              <p14:cNvContentPartPr/>
              <p14:nvPr/>
            </p14:nvContentPartPr>
            <p14:xfrm>
              <a:off x="6695078" y="4856976"/>
              <a:ext cx="333720" cy="680040"/>
            </p14:xfrm>
          </p:contentPart>
        </mc:Choice>
        <mc:Fallback xmlns="">
          <p:pic>
            <p:nvPicPr>
              <p:cNvPr id="119" name="Ink 118">
                <a:extLst>
                  <a:ext uri="{FF2B5EF4-FFF2-40B4-BE49-F238E27FC236}">
                    <a16:creationId xmlns:a16="http://schemas.microsoft.com/office/drawing/2014/main" id="{42D62B73-67A6-99F1-49BE-8DDF9E2CC13B}"/>
                  </a:ext>
                </a:extLst>
              </p:cNvPr>
              <p:cNvPicPr/>
              <p:nvPr/>
            </p:nvPicPr>
            <p:blipFill>
              <a:blip r:embed="rId180"/>
              <a:stretch>
                <a:fillRect/>
              </a:stretch>
            </p:blipFill>
            <p:spPr>
              <a:xfrm>
                <a:off x="6688958" y="4850856"/>
                <a:ext cx="345960" cy="69228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20" name="Ink 119">
                <a:extLst>
                  <a:ext uri="{FF2B5EF4-FFF2-40B4-BE49-F238E27FC236}">
                    <a16:creationId xmlns:a16="http://schemas.microsoft.com/office/drawing/2014/main" id="{CE05F796-FD25-1B45-4DAF-5154918237F0}"/>
                  </a:ext>
                </a:extLst>
              </p14:cNvPr>
              <p14:cNvContentPartPr/>
              <p14:nvPr/>
            </p14:nvContentPartPr>
            <p14:xfrm>
              <a:off x="6886598" y="3898296"/>
              <a:ext cx="2448000" cy="1395360"/>
            </p14:xfrm>
          </p:contentPart>
        </mc:Choice>
        <mc:Fallback xmlns="">
          <p:pic>
            <p:nvPicPr>
              <p:cNvPr id="120" name="Ink 119">
                <a:extLst>
                  <a:ext uri="{FF2B5EF4-FFF2-40B4-BE49-F238E27FC236}">
                    <a16:creationId xmlns:a16="http://schemas.microsoft.com/office/drawing/2014/main" id="{CE05F796-FD25-1B45-4DAF-5154918237F0}"/>
                  </a:ext>
                </a:extLst>
              </p:cNvPr>
              <p:cNvPicPr/>
              <p:nvPr/>
            </p:nvPicPr>
            <p:blipFill>
              <a:blip r:embed="rId182"/>
              <a:stretch>
                <a:fillRect/>
              </a:stretch>
            </p:blipFill>
            <p:spPr>
              <a:xfrm>
                <a:off x="6880478" y="3892176"/>
                <a:ext cx="2460240" cy="140760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21" name="Ink 120">
                <a:extLst>
                  <a:ext uri="{FF2B5EF4-FFF2-40B4-BE49-F238E27FC236}">
                    <a16:creationId xmlns:a16="http://schemas.microsoft.com/office/drawing/2014/main" id="{473D302F-774D-A98C-FC91-F460B20BD3EF}"/>
                  </a:ext>
                </a:extLst>
              </p14:cNvPr>
              <p14:cNvContentPartPr/>
              <p14:nvPr/>
            </p14:nvContentPartPr>
            <p14:xfrm>
              <a:off x="9163598" y="4895856"/>
              <a:ext cx="310680" cy="394560"/>
            </p14:xfrm>
          </p:contentPart>
        </mc:Choice>
        <mc:Fallback xmlns="">
          <p:pic>
            <p:nvPicPr>
              <p:cNvPr id="121" name="Ink 120">
                <a:extLst>
                  <a:ext uri="{FF2B5EF4-FFF2-40B4-BE49-F238E27FC236}">
                    <a16:creationId xmlns:a16="http://schemas.microsoft.com/office/drawing/2014/main" id="{473D302F-774D-A98C-FC91-F460B20BD3EF}"/>
                  </a:ext>
                </a:extLst>
              </p:cNvPr>
              <p:cNvPicPr/>
              <p:nvPr/>
            </p:nvPicPr>
            <p:blipFill>
              <a:blip r:embed="rId184"/>
              <a:stretch>
                <a:fillRect/>
              </a:stretch>
            </p:blipFill>
            <p:spPr>
              <a:xfrm>
                <a:off x="9157478" y="4889736"/>
                <a:ext cx="322920" cy="40680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22" name="Ink 121">
                <a:extLst>
                  <a:ext uri="{FF2B5EF4-FFF2-40B4-BE49-F238E27FC236}">
                    <a16:creationId xmlns:a16="http://schemas.microsoft.com/office/drawing/2014/main" id="{1380611C-5AFA-E461-E450-70B18F984276}"/>
                  </a:ext>
                </a:extLst>
              </p14:cNvPr>
              <p14:cNvContentPartPr/>
              <p14:nvPr/>
            </p14:nvContentPartPr>
            <p14:xfrm>
              <a:off x="6863558" y="4981176"/>
              <a:ext cx="82080" cy="94680"/>
            </p14:xfrm>
          </p:contentPart>
        </mc:Choice>
        <mc:Fallback xmlns="">
          <p:pic>
            <p:nvPicPr>
              <p:cNvPr id="122" name="Ink 121">
                <a:extLst>
                  <a:ext uri="{FF2B5EF4-FFF2-40B4-BE49-F238E27FC236}">
                    <a16:creationId xmlns:a16="http://schemas.microsoft.com/office/drawing/2014/main" id="{1380611C-5AFA-E461-E450-70B18F984276}"/>
                  </a:ext>
                </a:extLst>
              </p:cNvPr>
              <p:cNvPicPr/>
              <p:nvPr/>
            </p:nvPicPr>
            <p:blipFill>
              <a:blip r:embed="rId186"/>
              <a:stretch>
                <a:fillRect/>
              </a:stretch>
            </p:blipFill>
            <p:spPr>
              <a:xfrm>
                <a:off x="6857438" y="4975056"/>
                <a:ext cx="9432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24" name="Ink 123">
                <a:extLst>
                  <a:ext uri="{FF2B5EF4-FFF2-40B4-BE49-F238E27FC236}">
                    <a16:creationId xmlns:a16="http://schemas.microsoft.com/office/drawing/2014/main" id="{2B1853F5-CACA-8BD3-B7C3-A04B3049ED5E}"/>
                  </a:ext>
                </a:extLst>
              </p14:cNvPr>
              <p14:cNvContentPartPr/>
              <p14:nvPr/>
            </p14:nvContentPartPr>
            <p14:xfrm>
              <a:off x="5860598" y="4627296"/>
              <a:ext cx="207000" cy="217080"/>
            </p14:xfrm>
          </p:contentPart>
        </mc:Choice>
        <mc:Fallback xmlns="">
          <p:pic>
            <p:nvPicPr>
              <p:cNvPr id="124" name="Ink 123">
                <a:extLst>
                  <a:ext uri="{FF2B5EF4-FFF2-40B4-BE49-F238E27FC236}">
                    <a16:creationId xmlns:a16="http://schemas.microsoft.com/office/drawing/2014/main" id="{2B1853F5-CACA-8BD3-B7C3-A04B3049ED5E}"/>
                  </a:ext>
                </a:extLst>
              </p:cNvPr>
              <p:cNvPicPr/>
              <p:nvPr/>
            </p:nvPicPr>
            <p:blipFill>
              <a:blip r:embed="rId188"/>
              <a:stretch>
                <a:fillRect/>
              </a:stretch>
            </p:blipFill>
            <p:spPr>
              <a:xfrm>
                <a:off x="5854478" y="4621176"/>
                <a:ext cx="21924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25" name="Ink 124">
                <a:extLst>
                  <a:ext uri="{FF2B5EF4-FFF2-40B4-BE49-F238E27FC236}">
                    <a16:creationId xmlns:a16="http://schemas.microsoft.com/office/drawing/2014/main" id="{3F3CD6E8-BBBD-8DBC-8521-84EFEAEF51EF}"/>
                  </a:ext>
                </a:extLst>
              </p14:cNvPr>
              <p14:cNvContentPartPr/>
              <p14:nvPr/>
            </p14:nvContentPartPr>
            <p14:xfrm>
              <a:off x="5894078" y="4697856"/>
              <a:ext cx="241200" cy="1549440"/>
            </p14:xfrm>
          </p:contentPart>
        </mc:Choice>
        <mc:Fallback xmlns="">
          <p:pic>
            <p:nvPicPr>
              <p:cNvPr id="125" name="Ink 124">
                <a:extLst>
                  <a:ext uri="{FF2B5EF4-FFF2-40B4-BE49-F238E27FC236}">
                    <a16:creationId xmlns:a16="http://schemas.microsoft.com/office/drawing/2014/main" id="{3F3CD6E8-BBBD-8DBC-8521-84EFEAEF51EF}"/>
                  </a:ext>
                </a:extLst>
              </p:cNvPr>
              <p:cNvPicPr/>
              <p:nvPr/>
            </p:nvPicPr>
            <p:blipFill>
              <a:blip r:embed="rId190"/>
              <a:stretch>
                <a:fillRect/>
              </a:stretch>
            </p:blipFill>
            <p:spPr>
              <a:xfrm>
                <a:off x="5887958" y="4691736"/>
                <a:ext cx="253440" cy="156168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27" name="Ink 126">
                <a:extLst>
                  <a:ext uri="{FF2B5EF4-FFF2-40B4-BE49-F238E27FC236}">
                    <a16:creationId xmlns:a16="http://schemas.microsoft.com/office/drawing/2014/main" id="{73F92522-AF99-8682-8423-EBEFC0235A52}"/>
                  </a:ext>
                </a:extLst>
              </p14:cNvPr>
              <p14:cNvContentPartPr/>
              <p14:nvPr/>
            </p14:nvContentPartPr>
            <p14:xfrm>
              <a:off x="6015758" y="5357736"/>
              <a:ext cx="536760" cy="884160"/>
            </p14:xfrm>
          </p:contentPart>
        </mc:Choice>
        <mc:Fallback xmlns="">
          <p:pic>
            <p:nvPicPr>
              <p:cNvPr id="127" name="Ink 126">
                <a:extLst>
                  <a:ext uri="{FF2B5EF4-FFF2-40B4-BE49-F238E27FC236}">
                    <a16:creationId xmlns:a16="http://schemas.microsoft.com/office/drawing/2014/main" id="{73F92522-AF99-8682-8423-EBEFC0235A52}"/>
                  </a:ext>
                </a:extLst>
              </p:cNvPr>
              <p:cNvPicPr/>
              <p:nvPr/>
            </p:nvPicPr>
            <p:blipFill>
              <a:blip r:embed="rId192"/>
              <a:stretch>
                <a:fillRect/>
              </a:stretch>
            </p:blipFill>
            <p:spPr>
              <a:xfrm>
                <a:off x="6009638" y="5351616"/>
                <a:ext cx="549000" cy="89640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28" name="Ink 127">
                <a:extLst>
                  <a:ext uri="{FF2B5EF4-FFF2-40B4-BE49-F238E27FC236}">
                    <a16:creationId xmlns:a16="http://schemas.microsoft.com/office/drawing/2014/main" id="{8E5C09C3-52B8-28C0-E40E-4251D3425A3C}"/>
                  </a:ext>
                </a:extLst>
              </p14:cNvPr>
              <p14:cNvContentPartPr/>
              <p14:nvPr/>
            </p14:nvContentPartPr>
            <p14:xfrm>
              <a:off x="6048878" y="6212736"/>
              <a:ext cx="1775520" cy="81720"/>
            </p14:xfrm>
          </p:contentPart>
        </mc:Choice>
        <mc:Fallback xmlns="">
          <p:pic>
            <p:nvPicPr>
              <p:cNvPr id="128" name="Ink 127">
                <a:extLst>
                  <a:ext uri="{FF2B5EF4-FFF2-40B4-BE49-F238E27FC236}">
                    <a16:creationId xmlns:a16="http://schemas.microsoft.com/office/drawing/2014/main" id="{8E5C09C3-52B8-28C0-E40E-4251D3425A3C}"/>
                  </a:ext>
                </a:extLst>
              </p:cNvPr>
              <p:cNvPicPr/>
              <p:nvPr/>
            </p:nvPicPr>
            <p:blipFill>
              <a:blip r:embed="rId194"/>
              <a:stretch>
                <a:fillRect/>
              </a:stretch>
            </p:blipFill>
            <p:spPr>
              <a:xfrm>
                <a:off x="6042758" y="6206616"/>
                <a:ext cx="178776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29" name="Ink 128">
                <a:extLst>
                  <a:ext uri="{FF2B5EF4-FFF2-40B4-BE49-F238E27FC236}">
                    <a16:creationId xmlns:a16="http://schemas.microsoft.com/office/drawing/2014/main" id="{205173B9-8BC9-6250-C740-2BA69B2B1A19}"/>
                  </a:ext>
                </a:extLst>
              </p14:cNvPr>
              <p14:cNvContentPartPr/>
              <p14:nvPr/>
            </p14:nvContentPartPr>
            <p14:xfrm>
              <a:off x="7539278" y="6128136"/>
              <a:ext cx="322200" cy="300240"/>
            </p14:xfrm>
          </p:contentPart>
        </mc:Choice>
        <mc:Fallback xmlns="">
          <p:pic>
            <p:nvPicPr>
              <p:cNvPr id="129" name="Ink 128">
                <a:extLst>
                  <a:ext uri="{FF2B5EF4-FFF2-40B4-BE49-F238E27FC236}">
                    <a16:creationId xmlns:a16="http://schemas.microsoft.com/office/drawing/2014/main" id="{205173B9-8BC9-6250-C740-2BA69B2B1A19}"/>
                  </a:ext>
                </a:extLst>
              </p:cNvPr>
              <p:cNvPicPr/>
              <p:nvPr/>
            </p:nvPicPr>
            <p:blipFill>
              <a:blip r:embed="rId196"/>
              <a:stretch>
                <a:fillRect/>
              </a:stretch>
            </p:blipFill>
            <p:spPr>
              <a:xfrm>
                <a:off x="7533158" y="6122016"/>
                <a:ext cx="334440" cy="31248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30" name="Ink 129">
                <a:extLst>
                  <a:ext uri="{FF2B5EF4-FFF2-40B4-BE49-F238E27FC236}">
                    <a16:creationId xmlns:a16="http://schemas.microsoft.com/office/drawing/2014/main" id="{1F99AD17-E566-EA54-B05A-501700FCF2B1}"/>
                  </a:ext>
                </a:extLst>
              </p14:cNvPr>
              <p14:cNvContentPartPr/>
              <p14:nvPr/>
            </p14:nvContentPartPr>
            <p14:xfrm>
              <a:off x="7978478" y="6308136"/>
              <a:ext cx="216000" cy="186840"/>
            </p14:xfrm>
          </p:contentPart>
        </mc:Choice>
        <mc:Fallback xmlns="">
          <p:pic>
            <p:nvPicPr>
              <p:cNvPr id="130" name="Ink 129">
                <a:extLst>
                  <a:ext uri="{FF2B5EF4-FFF2-40B4-BE49-F238E27FC236}">
                    <a16:creationId xmlns:a16="http://schemas.microsoft.com/office/drawing/2014/main" id="{1F99AD17-E566-EA54-B05A-501700FCF2B1}"/>
                  </a:ext>
                </a:extLst>
              </p:cNvPr>
              <p:cNvPicPr/>
              <p:nvPr/>
            </p:nvPicPr>
            <p:blipFill>
              <a:blip r:embed="rId198"/>
              <a:stretch>
                <a:fillRect/>
              </a:stretch>
            </p:blipFill>
            <p:spPr>
              <a:xfrm>
                <a:off x="7972358" y="6302016"/>
                <a:ext cx="22824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31" name="Ink 130">
                <a:extLst>
                  <a:ext uri="{FF2B5EF4-FFF2-40B4-BE49-F238E27FC236}">
                    <a16:creationId xmlns:a16="http://schemas.microsoft.com/office/drawing/2014/main" id="{16CAE287-DEE1-D26A-51BD-832A0427DB5F}"/>
                  </a:ext>
                </a:extLst>
              </p14:cNvPr>
              <p14:cNvContentPartPr/>
              <p14:nvPr/>
            </p14:nvContentPartPr>
            <p14:xfrm>
              <a:off x="8041838" y="6333696"/>
              <a:ext cx="119160" cy="225000"/>
            </p14:xfrm>
          </p:contentPart>
        </mc:Choice>
        <mc:Fallback xmlns="">
          <p:pic>
            <p:nvPicPr>
              <p:cNvPr id="131" name="Ink 130">
                <a:extLst>
                  <a:ext uri="{FF2B5EF4-FFF2-40B4-BE49-F238E27FC236}">
                    <a16:creationId xmlns:a16="http://schemas.microsoft.com/office/drawing/2014/main" id="{16CAE287-DEE1-D26A-51BD-832A0427DB5F}"/>
                  </a:ext>
                </a:extLst>
              </p:cNvPr>
              <p:cNvPicPr/>
              <p:nvPr/>
            </p:nvPicPr>
            <p:blipFill>
              <a:blip r:embed="rId200"/>
              <a:stretch>
                <a:fillRect/>
              </a:stretch>
            </p:blipFill>
            <p:spPr>
              <a:xfrm>
                <a:off x="8035718" y="6327576"/>
                <a:ext cx="13140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32" name="Ink 131">
                <a:extLst>
                  <a:ext uri="{FF2B5EF4-FFF2-40B4-BE49-F238E27FC236}">
                    <a16:creationId xmlns:a16="http://schemas.microsoft.com/office/drawing/2014/main" id="{87654F0D-0BF1-5D4B-4DB2-98B0B585762F}"/>
                  </a:ext>
                </a:extLst>
              </p14:cNvPr>
              <p14:cNvContentPartPr/>
              <p14:nvPr/>
            </p14:nvContentPartPr>
            <p14:xfrm>
              <a:off x="8319758" y="6412896"/>
              <a:ext cx="23400" cy="221040"/>
            </p14:xfrm>
          </p:contentPart>
        </mc:Choice>
        <mc:Fallback xmlns="">
          <p:pic>
            <p:nvPicPr>
              <p:cNvPr id="132" name="Ink 131">
                <a:extLst>
                  <a:ext uri="{FF2B5EF4-FFF2-40B4-BE49-F238E27FC236}">
                    <a16:creationId xmlns:a16="http://schemas.microsoft.com/office/drawing/2014/main" id="{87654F0D-0BF1-5D4B-4DB2-98B0B585762F}"/>
                  </a:ext>
                </a:extLst>
              </p:cNvPr>
              <p:cNvPicPr/>
              <p:nvPr/>
            </p:nvPicPr>
            <p:blipFill>
              <a:blip r:embed="rId202"/>
              <a:stretch>
                <a:fillRect/>
              </a:stretch>
            </p:blipFill>
            <p:spPr>
              <a:xfrm>
                <a:off x="8313638" y="6406776"/>
                <a:ext cx="3564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33" name="Ink 132">
                <a:extLst>
                  <a:ext uri="{FF2B5EF4-FFF2-40B4-BE49-F238E27FC236}">
                    <a16:creationId xmlns:a16="http://schemas.microsoft.com/office/drawing/2014/main" id="{D3F4DBEF-DC7E-5B1C-5535-C28EDD10426A}"/>
                  </a:ext>
                </a:extLst>
              </p14:cNvPr>
              <p14:cNvContentPartPr/>
              <p14:nvPr/>
            </p14:nvContentPartPr>
            <p14:xfrm>
              <a:off x="6409958" y="5073696"/>
              <a:ext cx="247680" cy="104400"/>
            </p14:xfrm>
          </p:contentPart>
        </mc:Choice>
        <mc:Fallback xmlns="">
          <p:pic>
            <p:nvPicPr>
              <p:cNvPr id="133" name="Ink 132">
                <a:extLst>
                  <a:ext uri="{FF2B5EF4-FFF2-40B4-BE49-F238E27FC236}">
                    <a16:creationId xmlns:a16="http://schemas.microsoft.com/office/drawing/2014/main" id="{D3F4DBEF-DC7E-5B1C-5535-C28EDD10426A}"/>
                  </a:ext>
                </a:extLst>
              </p:cNvPr>
              <p:cNvPicPr/>
              <p:nvPr/>
            </p:nvPicPr>
            <p:blipFill>
              <a:blip r:embed="rId204"/>
              <a:stretch>
                <a:fillRect/>
              </a:stretch>
            </p:blipFill>
            <p:spPr>
              <a:xfrm>
                <a:off x="6403838" y="5067576"/>
                <a:ext cx="25992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34" name="Ink 133">
                <a:extLst>
                  <a:ext uri="{FF2B5EF4-FFF2-40B4-BE49-F238E27FC236}">
                    <a16:creationId xmlns:a16="http://schemas.microsoft.com/office/drawing/2014/main" id="{E278A892-145B-60A8-2736-A85EB0414468}"/>
                  </a:ext>
                </a:extLst>
              </p14:cNvPr>
              <p14:cNvContentPartPr/>
              <p14:nvPr/>
            </p14:nvContentPartPr>
            <p14:xfrm>
              <a:off x="6479438" y="5000616"/>
              <a:ext cx="105840" cy="217080"/>
            </p14:xfrm>
          </p:contentPart>
        </mc:Choice>
        <mc:Fallback xmlns="">
          <p:pic>
            <p:nvPicPr>
              <p:cNvPr id="134" name="Ink 133">
                <a:extLst>
                  <a:ext uri="{FF2B5EF4-FFF2-40B4-BE49-F238E27FC236}">
                    <a16:creationId xmlns:a16="http://schemas.microsoft.com/office/drawing/2014/main" id="{E278A892-145B-60A8-2736-A85EB0414468}"/>
                  </a:ext>
                </a:extLst>
              </p:cNvPr>
              <p:cNvPicPr/>
              <p:nvPr/>
            </p:nvPicPr>
            <p:blipFill>
              <a:blip r:embed="rId206"/>
              <a:stretch>
                <a:fillRect/>
              </a:stretch>
            </p:blipFill>
            <p:spPr>
              <a:xfrm>
                <a:off x="6473318" y="4994496"/>
                <a:ext cx="11808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35" name="Ink 134">
                <a:extLst>
                  <a:ext uri="{FF2B5EF4-FFF2-40B4-BE49-F238E27FC236}">
                    <a16:creationId xmlns:a16="http://schemas.microsoft.com/office/drawing/2014/main" id="{2EA2BD79-6FAD-B9D5-ABF6-3BE48B8BEFF8}"/>
                  </a:ext>
                </a:extLst>
              </p14:cNvPr>
              <p14:cNvContentPartPr/>
              <p14:nvPr/>
            </p14:nvContentPartPr>
            <p14:xfrm>
              <a:off x="6697238" y="5020056"/>
              <a:ext cx="194040" cy="139320"/>
            </p14:xfrm>
          </p:contentPart>
        </mc:Choice>
        <mc:Fallback xmlns="">
          <p:pic>
            <p:nvPicPr>
              <p:cNvPr id="135" name="Ink 134">
                <a:extLst>
                  <a:ext uri="{FF2B5EF4-FFF2-40B4-BE49-F238E27FC236}">
                    <a16:creationId xmlns:a16="http://schemas.microsoft.com/office/drawing/2014/main" id="{2EA2BD79-6FAD-B9D5-ABF6-3BE48B8BEFF8}"/>
                  </a:ext>
                </a:extLst>
              </p:cNvPr>
              <p:cNvPicPr/>
              <p:nvPr/>
            </p:nvPicPr>
            <p:blipFill>
              <a:blip r:embed="rId208"/>
              <a:stretch>
                <a:fillRect/>
              </a:stretch>
            </p:blipFill>
            <p:spPr>
              <a:xfrm>
                <a:off x="6691118" y="5013936"/>
                <a:ext cx="20628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41" name="Ink 140">
                <a:extLst>
                  <a:ext uri="{FF2B5EF4-FFF2-40B4-BE49-F238E27FC236}">
                    <a16:creationId xmlns:a16="http://schemas.microsoft.com/office/drawing/2014/main" id="{7C1702DF-2CB9-BC50-36B9-74E5D0F45AA8}"/>
                  </a:ext>
                </a:extLst>
              </p14:cNvPr>
              <p14:cNvContentPartPr/>
              <p14:nvPr/>
            </p14:nvContentPartPr>
            <p14:xfrm>
              <a:off x="7283318" y="4897656"/>
              <a:ext cx="93960" cy="343080"/>
            </p14:xfrm>
          </p:contentPart>
        </mc:Choice>
        <mc:Fallback xmlns="">
          <p:pic>
            <p:nvPicPr>
              <p:cNvPr id="141" name="Ink 140">
                <a:extLst>
                  <a:ext uri="{FF2B5EF4-FFF2-40B4-BE49-F238E27FC236}">
                    <a16:creationId xmlns:a16="http://schemas.microsoft.com/office/drawing/2014/main" id="{7C1702DF-2CB9-BC50-36B9-74E5D0F45AA8}"/>
                  </a:ext>
                </a:extLst>
              </p:cNvPr>
              <p:cNvPicPr/>
              <p:nvPr/>
            </p:nvPicPr>
            <p:blipFill>
              <a:blip r:embed="rId210"/>
              <a:stretch>
                <a:fillRect/>
              </a:stretch>
            </p:blipFill>
            <p:spPr>
              <a:xfrm>
                <a:off x="7277198" y="4891536"/>
                <a:ext cx="106200" cy="35532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43" name="Ink 142">
                <a:extLst>
                  <a:ext uri="{FF2B5EF4-FFF2-40B4-BE49-F238E27FC236}">
                    <a16:creationId xmlns:a16="http://schemas.microsoft.com/office/drawing/2014/main" id="{19FB10C5-90E0-4666-5E8B-ADFF11476BE8}"/>
                  </a:ext>
                </a:extLst>
              </p14:cNvPr>
              <p14:cNvContentPartPr/>
              <p14:nvPr/>
            </p14:nvContentPartPr>
            <p14:xfrm>
              <a:off x="7195118" y="4907736"/>
              <a:ext cx="341640" cy="302400"/>
            </p14:xfrm>
          </p:contentPart>
        </mc:Choice>
        <mc:Fallback xmlns="">
          <p:pic>
            <p:nvPicPr>
              <p:cNvPr id="143" name="Ink 142">
                <a:extLst>
                  <a:ext uri="{FF2B5EF4-FFF2-40B4-BE49-F238E27FC236}">
                    <a16:creationId xmlns:a16="http://schemas.microsoft.com/office/drawing/2014/main" id="{19FB10C5-90E0-4666-5E8B-ADFF11476BE8}"/>
                  </a:ext>
                </a:extLst>
              </p:cNvPr>
              <p:cNvPicPr/>
              <p:nvPr/>
            </p:nvPicPr>
            <p:blipFill>
              <a:blip r:embed="rId212"/>
              <a:stretch>
                <a:fillRect/>
              </a:stretch>
            </p:blipFill>
            <p:spPr>
              <a:xfrm>
                <a:off x="7188998" y="4901616"/>
                <a:ext cx="353880" cy="31464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44" name="Ink 143">
                <a:extLst>
                  <a:ext uri="{FF2B5EF4-FFF2-40B4-BE49-F238E27FC236}">
                    <a16:creationId xmlns:a16="http://schemas.microsoft.com/office/drawing/2014/main" id="{7BCEA063-DC03-908C-BA19-648532D197DC}"/>
                  </a:ext>
                </a:extLst>
              </p14:cNvPr>
              <p14:cNvContentPartPr/>
              <p14:nvPr/>
            </p14:nvContentPartPr>
            <p14:xfrm>
              <a:off x="7445318" y="4920696"/>
              <a:ext cx="16200" cy="40320"/>
            </p14:xfrm>
          </p:contentPart>
        </mc:Choice>
        <mc:Fallback xmlns="">
          <p:pic>
            <p:nvPicPr>
              <p:cNvPr id="144" name="Ink 143">
                <a:extLst>
                  <a:ext uri="{FF2B5EF4-FFF2-40B4-BE49-F238E27FC236}">
                    <a16:creationId xmlns:a16="http://schemas.microsoft.com/office/drawing/2014/main" id="{7BCEA063-DC03-908C-BA19-648532D197DC}"/>
                  </a:ext>
                </a:extLst>
              </p:cNvPr>
              <p:cNvPicPr/>
              <p:nvPr/>
            </p:nvPicPr>
            <p:blipFill>
              <a:blip r:embed="rId214"/>
              <a:stretch>
                <a:fillRect/>
              </a:stretch>
            </p:blipFill>
            <p:spPr>
              <a:xfrm>
                <a:off x="7439198" y="4914576"/>
                <a:ext cx="2844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45" name="Ink 144">
                <a:extLst>
                  <a:ext uri="{FF2B5EF4-FFF2-40B4-BE49-F238E27FC236}">
                    <a16:creationId xmlns:a16="http://schemas.microsoft.com/office/drawing/2014/main" id="{4734A1D5-458F-9D01-4F29-E5EAB4928550}"/>
                  </a:ext>
                </a:extLst>
              </p14:cNvPr>
              <p14:cNvContentPartPr/>
              <p14:nvPr/>
            </p14:nvContentPartPr>
            <p14:xfrm>
              <a:off x="7588958" y="4890096"/>
              <a:ext cx="109440" cy="137880"/>
            </p14:xfrm>
          </p:contentPart>
        </mc:Choice>
        <mc:Fallback xmlns="">
          <p:pic>
            <p:nvPicPr>
              <p:cNvPr id="145" name="Ink 144">
                <a:extLst>
                  <a:ext uri="{FF2B5EF4-FFF2-40B4-BE49-F238E27FC236}">
                    <a16:creationId xmlns:a16="http://schemas.microsoft.com/office/drawing/2014/main" id="{4734A1D5-458F-9D01-4F29-E5EAB4928550}"/>
                  </a:ext>
                </a:extLst>
              </p:cNvPr>
              <p:cNvPicPr/>
              <p:nvPr/>
            </p:nvPicPr>
            <p:blipFill>
              <a:blip r:embed="rId216"/>
              <a:stretch>
                <a:fillRect/>
              </a:stretch>
            </p:blipFill>
            <p:spPr>
              <a:xfrm>
                <a:off x="7582838" y="4883976"/>
                <a:ext cx="12168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46" name="Ink 145">
                <a:extLst>
                  <a:ext uri="{FF2B5EF4-FFF2-40B4-BE49-F238E27FC236}">
                    <a16:creationId xmlns:a16="http://schemas.microsoft.com/office/drawing/2014/main" id="{839CF135-0EC4-9BA6-6D6D-D8940D329DEA}"/>
                  </a:ext>
                </a:extLst>
              </p14:cNvPr>
              <p14:cNvContentPartPr/>
              <p14:nvPr/>
            </p14:nvContentPartPr>
            <p14:xfrm>
              <a:off x="7747358" y="4953456"/>
              <a:ext cx="18360" cy="12600"/>
            </p14:xfrm>
          </p:contentPart>
        </mc:Choice>
        <mc:Fallback xmlns="">
          <p:pic>
            <p:nvPicPr>
              <p:cNvPr id="146" name="Ink 145">
                <a:extLst>
                  <a:ext uri="{FF2B5EF4-FFF2-40B4-BE49-F238E27FC236}">
                    <a16:creationId xmlns:a16="http://schemas.microsoft.com/office/drawing/2014/main" id="{839CF135-0EC4-9BA6-6D6D-D8940D329DEA}"/>
                  </a:ext>
                </a:extLst>
              </p:cNvPr>
              <p:cNvPicPr/>
              <p:nvPr/>
            </p:nvPicPr>
            <p:blipFill>
              <a:blip r:embed="rId218"/>
              <a:stretch>
                <a:fillRect/>
              </a:stretch>
            </p:blipFill>
            <p:spPr>
              <a:xfrm>
                <a:off x="7741238" y="4947336"/>
                <a:ext cx="3060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47" name="Ink 146">
                <a:extLst>
                  <a:ext uri="{FF2B5EF4-FFF2-40B4-BE49-F238E27FC236}">
                    <a16:creationId xmlns:a16="http://schemas.microsoft.com/office/drawing/2014/main" id="{EBCDDE1B-0586-8F53-3073-AEBF4FE3B9E7}"/>
                  </a:ext>
                </a:extLst>
              </p14:cNvPr>
              <p14:cNvContentPartPr/>
              <p14:nvPr/>
            </p14:nvContentPartPr>
            <p14:xfrm>
              <a:off x="7858958" y="4771296"/>
              <a:ext cx="134640" cy="159840"/>
            </p14:xfrm>
          </p:contentPart>
        </mc:Choice>
        <mc:Fallback xmlns="">
          <p:pic>
            <p:nvPicPr>
              <p:cNvPr id="147" name="Ink 146">
                <a:extLst>
                  <a:ext uri="{FF2B5EF4-FFF2-40B4-BE49-F238E27FC236}">
                    <a16:creationId xmlns:a16="http://schemas.microsoft.com/office/drawing/2014/main" id="{EBCDDE1B-0586-8F53-3073-AEBF4FE3B9E7}"/>
                  </a:ext>
                </a:extLst>
              </p:cNvPr>
              <p:cNvPicPr/>
              <p:nvPr/>
            </p:nvPicPr>
            <p:blipFill>
              <a:blip r:embed="rId220"/>
              <a:stretch>
                <a:fillRect/>
              </a:stretch>
            </p:blipFill>
            <p:spPr>
              <a:xfrm>
                <a:off x="7852838" y="4765176"/>
                <a:ext cx="14688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48" name="Ink 147">
                <a:extLst>
                  <a:ext uri="{FF2B5EF4-FFF2-40B4-BE49-F238E27FC236}">
                    <a16:creationId xmlns:a16="http://schemas.microsoft.com/office/drawing/2014/main" id="{C972C02D-F8BC-FDC2-B547-6B979987E150}"/>
                  </a:ext>
                </a:extLst>
              </p14:cNvPr>
              <p14:cNvContentPartPr/>
              <p14:nvPr/>
            </p14:nvContentPartPr>
            <p14:xfrm>
              <a:off x="7997198" y="4702896"/>
              <a:ext cx="196200" cy="162720"/>
            </p14:xfrm>
          </p:contentPart>
        </mc:Choice>
        <mc:Fallback xmlns="">
          <p:pic>
            <p:nvPicPr>
              <p:cNvPr id="148" name="Ink 147">
                <a:extLst>
                  <a:ext uri="{FF2B5EF4-FFF2-40B4-BE49-F238E27FC236}">
                    <a16:creationId xmlns:a16="http://schemas.microsoft.com/office/drawing/2014/main" id="{C972C02D-F8BC-FDC2-B547-6B979987E150}"/>
                  </a:ext>
                </a:extLst>
              </p:cNvPr>
              <p:cNvPicPr/>
              <p:nvPr/>
            </p:nvPicPr>
            <p:blipFill>
              <a:blip r:embed="rId222"/>
              <a:stretch>
                <a:fillRect/>
              </a:stretch>
            </p:blipFill>
            <p:spPr>
              <a:xfrm>
                <a:off x="7991078" y="4696776"/>
                <a:ext cx="20844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49" name="Ink 148">
                <a:extLst>
                  <a:ext uri="{FF2B5EF4-FFF2-40B4-BE49-F238E27FC236}">
                    <a16:creationId xmlns:a16="http://schemas.microsoft.com/office/drawing/2014/main" id="{1CD4A595-6883-1D68-E034-B923D44B946B}"/>
                  </a:ext>
                </a:extLst>
              </p14:cNvPr>
              <p14:cNvContentPartPr/>
              <p14:nvPr/>
            </p14:nvContentPartPr>
            <p14:xfrm>
              <a:off x="8238038" y="4702176"/>
              <a:ext cx="181800" cy="77040"/>
            </p14:xfrm>
          </p:contentPart>
        </mc:Choice>
        <mc:Fallback xmlns="">
          <p:pic>
            <p:nvPicPr>
              <p:cNvPr id="149" name="Ink 148">
                <a:extLst>
                  <a:ext uri="{FF2B5EF4-FFF2-40B4-BE49-F238E27FC236}">
                    <a16:creationId xmlns:a16="http://schemas.microsoft.com/office/drawing/2014/main" id="{1CD4A595-6883-1D68-E034-B923D44B946B}"/>
                  </a:ext>
                </a:extLst>
              </p:cNvPr>
              <p:cNvPicPr/>
              <p:nvPr/>
            </p:nvPicPr>
            <p:blipFill>
              <a:blip r:embed="rId224"/>
              <a:stretch>
                <a:fillRect/>
              </a:stretch>
            </p:blipFill>
            <p:spPr>
              <a:xfrm>
                <a:off x="8231918" y="4696056"/>
                <a:ext cx="19404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50" name="Ink 149">
                <a:extLst>
                  <a:ext uri="{FF2B5EF4-FFF2-40B4-BE49-F238E27FC236}">
                    <a16:creationId xmlns:a16="http://schemas.microsoft.com/office/drawing/2014/main" id="{FA05F4F5-89DE-5E0B-AD82-46867F84EA07}"/>
                  </a:ext>
                </a:extLst>
              </p14:cNvPr>
              <p14:cNvContentPartPr/>
              <p14:nvPr/>
            </p14:nvContentPartPr>
            <p14:xfrm>
              <a:off x="8403998" y="4506336"/>
              <a:ext cx="144000" cy="292320"/>
            </p14:xfrm>
          </p:contentPart>
        </mc:Choice>
        <mc:Fallback xmlns="">
          <p:pic>
            <p:nvPicPr>
              <p:cNvPr id="150" name="Ink 149">
                <a:extLst>
                  <a:ext uri="{FF2B5EF4-FFF2-40B4-BE49-F238E27FC236}">
                    <a16:creationId xmlns:a16="http://schemas.microsoft.com/office/drawing/2014/main" id="{FA05F4F5-89DE-5E0B-AD82-46867F84EA07}"/>
                  </a:ext>
                </a:extLst>
              </p:cNvPr>
              <p:cNvPicPr/>
              <p:nvPr/>
            </p:nvPicPr>
            <p:blipFill>
              <a:blip r:embed="rId226"/>
              <a:stretch>
                <a:fillRect/>
              </a:stretch>
            </p:blipFill>
            <p:spPr>
              <a:xfrm>
                <a:off x="8397878" y="4500216"/>
                <a:ext cx="15624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51" name="Ink 150">
                <a:extLst>
                  <a:ext uri="{FF2B5EF4-FFF2-40B4-BE49-F238E27FC236}">
                    <a16:creationId xmlns:a16="http://schemas.microsoft.com/office/drawing/2014/main" id="{1CA907F9-96A6-E573-531D-1037055D99EB}"/>
                  </a:ext>
                </a:extLst>
              </p14:cNvPr>
              <p14:cNvContentPartPr/>
              <p14:nvPr/>
            </p14:nvContentPartPr>
            <p14:xfrm>
              <a:off x="7779758" y="5065416"/>
              <a:ext cx="231120" cy="319680"/>
            </p14:xfrm>
          </p:contentPart>
        </mc:Choice>
        <mc:Fallback xmlns="">
          <p:pic>
            <p:nvPicPr>
              <p:cNvPr id="151" name="Ink 150">
                <a:extLst>
                  <a:ext uri="{FF2B5EF4-FFF2-40B4-BE49-F238E27FC236}">
                    <a16:creationId xmlns:a16="http://schemas.microsoft.com/office/drawing/2014/main" id="{1CA907F9-96A6-E573-531D-1037055D99EB}"/>
                  </a:ext>
                </a:extLst>
              </p:cNvPr>
              <p:cNvPicPr/>
              <p:nvPr/>
            </p:nvPicPr>
            <p:blipFill>
              <a:blip r:embed="rId228"/>
              <a:stretch>
                <a:fillRect/>
              </a:stretch>
            </p:blipFill>
            <p:spPr>
              <a:xfrm>
                <a:off x="7773638" y="5059296"/>
                <a:ext cx="243360" cy="33192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52" name="Ink 151">
                <a:extLst>
                  <a:ext uri="{FF2B5EF4-FFF2-40B4-BE49-F238E27FC236}">
                    <a16:creationId xmlns:a16="http://schemas.microsoft.com/office/drawing/2014/main" id="{A552E1FA-2F44-4838-ACEC-FD67FE3C3D52}"/>
                  </a:ext>
                </a:extLst>
              </p14:cNvPr>
              <p14:cNvContentPartPr/>
              <p14:nvPr/>
            </p14:nvContentPartPr>
            <p14:xfrm>
              <a:off x="7980638" y="5172336"/>
              <a:ext cx="49680" cy="101160"/>
            </p14:xfrm>
          </p:contentPart>
        </mc:Choice>
        <mc:Fallback xmlns="">
          <p:pic>
            <p:nvPicPr>
              <p:cNvPr id="152" name="Ink 151">
                <a:extLst>
                  <a:ext uri="{FF2B5EF4-FFF2-40B4-BE49-F238E27FC236}">
                    <a16:creationId xmlns:a16="http://schemas.microsoft.com/office/drawing/2014/main" id="{A552E1FA-2F44-4838-ACEC-FD67FE3C3D52}"/>
                  </a:ext>
                </a:extLst>
              </p:cNvPr>
              <p:cNvPicPr/>
              <p:nvPr/>
            </p:nvPicPr>
            <p:blipFill>
              <a:blip r:embed="rId230"/>
              <a:stretch>
                <a:fillRect/>
              </a:stretch>
            </p:blipFill>
            <p:spPr>
              <a:xfrm>
                <a:off x="7974518" y="5166216"/>
                <a:ext cx="6192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53" name="Ink 152">
                <a:extLst>
                  <a:ext uri="{FF2B5EF4-FFF2-40B4-BE49-F238E27FC236}">
                    <a16:creationId xmlns:a16="http://schemas.microsoft.com/office/drawing/2014/main" id="{9E3312A1-7B6D-8BA0-0C17-C3676742E377}"/>
                  </a:ext>
                </a:extLst>
              </p14:cNvPr>
              <p14:cNvContentPartPr/>
              <p14:nvPr/>
            </p14:nvContentPartPr>
            <p14:xfrm>
              <a:off x="7939598" y="5056056"/>
              <a:ext cx="19800" cy="18360"/>
            </p14:xfrm>
          </p:contentPart>
        </mc:Choice>
        <mc:Fallback xmlns="">
          <p:pic>
            <p:nvPicPr>
              <p:cNvPr id="153" name="Ink 152">
                <a:extLst>
                  <a:ext uri="{FF2B5EF4-FFF2-40B4-BE49-F238E27FC236}">
                    <a16:creationId xmlns:a16="http://schemas.microsoft.com/office/drawing/2014/main" id="{9E3312A1-7B6D-8BA0-0C17-C3676742E377}"/>
                  </a:ext>
                </a:extLst>
              </p:cNvPr>
              <p:cNvPicPr/>
              <p:nvPr/>
            </p:nvPicPr>
            <p:blipFill>
              <a:blip r:embed="rId232"/>
              <a:stretch>
                <a:fillRect/>
              </a:stretch>
            </p:blipFill>
            <p:spPr>
              <a:xfrm>
                <a:off x="7933478" y="5049936"/>
                <a:ext cx="3204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54" name="Ink 153">
                <a:extLst>
                  <a:ext uri="{FF2B5EF4-FFF2-40B4-BE49-F238E27FC236}">
                    <a16:creationId xmlns:a16="http://schemas.microsoft.com/office/drawing/2014/main" id="{8D6AFA91-DA75-1D03-F734-0F0C40E7AF00}"/>
                  </a:ext>
                </a:extLst>
              </p14:cNvPr>
              <p14:cNvContentPartPr/>
              <p14:nvPr/>
            </p14:nvContentPartPr>
            <p14:xfrm>
              <a:off x="8031398" y="5120856"/>
              <a:ext cx="132840" cy="172080"/>
            </p14:xfrm>
          </p:contentPart>
        </mc:Choice>
        <mc:Fallback xmlns="">
          <p:pic>
            <p:nvPicPr>
              <p:cNvPr id="154" name="Ink 153">
                <a:extLst>
                  <a:ext uri="{FF2B5EF4-FFF2-40B4-BE49-F238E27FC236}">
                    <a16:creationId xmlns:a16="http://schemas.microsoft.com/office/drawing/2014/main" id="{8D6AFA91-DA75-1D03-F734-0F0C40E7AF00}"/>
                  </a:ext>
                </a:extLst>
              </p:cNvPr>
              <p:cNvPicPr/>
              <p:nvPr/>
            </p:nvPicPr>
            <p:blipFill>
              <a:blip r:embed="rId234"/>
              <a:stretch>
                <a:fillRect/>
              </a:stretch>
            </p:blipFill>
            <p:spPr>
              <a:xfrm>
                <a:off x="8025278" y="5114736"/>
                <a:ext cx="14508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55" name="Ink 154">
                <a:extLst>
                  <a:ext uri="{FF2B5EF4-FFF2-40B4-BE49-F238E27FC236}">
                    <a16:creationId xmlns:a16="http://schemas.microsoft.com/office/drawing/2014/main" id="{14927663-8901-D604-E996-80698FA0AE57}"/>
                  </a:ext>
                </a:extLst>
              </p14:cNvPr>
              <p14:cNvContentPartPr/>
              <p14:nvPr/>
            </p14:nvContentPartPr>
            <p14:xfrm>
              <a:off x="8140838" y="5066136"/>
              <a:ext cx="64080" cy="197280"/>
            </p14:xfrm>
          </p:contentPart>
        </mc:Choice>
        <mc:Fallback xmlns="">
          <p:pic>
            <p:nvPicPr>
              <p:cNvPr id="155" name="Ink 154">
                <a:extLst>
                  <a:ext uri="{FF2B5EF4-FFF2-40B4-BE49-F238E27FC236}">
                    <a16:creationId xmlns:a16="http://schemas.microsoft.com/office/drawing/2014/main" id="{14927663-8901-D604-E996-80698FA0AE57}"/>
                  </a:ext>
                </a:extLst>
              </p:cNvPr>
              <p:cNvPicPr/>
              <p:nvPr/>
            </p:nvPicPr>
            <p:blipFill>
              <a:blip r:embed="rId236"/>
              <a:stretch>
                <a:fillRect/>
              </a:stretch>
            </p:blipFill>
            <p:spPr>
              <a:xfrm>
                <a:off x="8134718" y="5060016"/>
                <a:ext cx="7632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56" name="Ink 155">
                <a:extLst>
                  <a:ext uri="{FF2B5EF4-FFF2-40B4-BE49-F238E27FC236}">
                    <a16:creationId xmlns:a16="http://schemas.microsoft.com/office/drawing/2014/main" id="{1FA8D4E1-6C26-112A-92AC-CF66807C265C}"/>
                  </a:ext>
                </a:extLst>
              </p14:cNvPr>
              <p14:cNvContentPartPr/>
              <p14:nvPr/>
            </p14:nvContentPartPr>
            <p14:xfrm>
              <a:off x="8156318" y="5105736"/>
              <a:ext cx="267480" cy="137520"/>
            </p14:xfrm>
          </p:contentPart>
        </mc:Choice>
        <mc:Fallback xmlns="">
          <p:pic>
            <p:nvPicPr>
              <p:cNvPr id="156" name="Ink 155">
                <a:extLst>
                  <a:ext uri="{FF2B5EF4-FFF2-40B4-BE49-F238E27FC236}">
                    <a16:creationId xmlns:a16="http://schemas.microsoft.com/office/drawing/2014/main" id="{1FA8D4E1-6C26-112A-92AC-CF66807C265C}"/>
                  </a:ext>
                </a:extLst>
              </p:cNvPr>
              <p:cNvPicPr/>
              <p:nvPr/>
            </p:nvPicPr>
            <p:blipFill>
              <a:blip r:embed="rId238"/>
              <a:stretch>
                <a:fillRect/>
              </a:stretch>
            </p:blipFill>
            <p:spPr>
              <a:xfrm>
                <a:off x="8150198" y="5099616"/>
                <a:ext cx="27972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57" name="Ink 156">
                <a:extLst>
                  <a:ext uri="{FF2B5EF4-FFF2-40B4-BE49-F238E27FC236}">
                    <a16:creationId xmlns:a16="http://schemas.microsoft.com/office/drawing/2014/main" id="{20465EA1-1A54-0435-1215-1B519EBC6E7F}"/>
                  </a:ext>
                </a:extLst>
              </p14:cNvPr>
              <p14:cNvContentPartPr/>
              <p14:nvPr/>
            </p14:nvContentPartPr>
            <p14:xfrm>
              <a:off x="8519918" y="5151456"/>
              <a:ext cx="39960" cy="27000"/>
            </p14:xfrm>
          </p:contentPart>
        </mc:Choice>
        <mc:Fallback xmlns="">
          <p:pic>
            <p:nvPicPr>
              <p:cNvPr id="157" name="Ink 156">
                <a:extLst>
                  <a:ext uri="{FF2B5EF4-FFF2-40B4-BE49-F238E27FC236}">
                    <a16:creationId xmlns:a16="http://schemas.microsoft.com/office/drawing/2014/main" id="{20465EA1-1A54-0435-1215-1B519EBC6E7F}"/>
                  </a:ext>
                </a:extLst>
              </p:cNvPr>
              <p:cNvPicPr/>
              <p:nvPr/>
            </p:nvPicPr>
            <p:blipFill>
              <a:blip r:embed="rId240"/>
              <a:stretch>
                <a:fillRect/>
              </a:stretch>
            </p:blipFill>
            <p:spPr>
              <a:xfrm>
                <a:off x="8513798" y="5145336"/>
                <a:ext cx="5220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67" name="Ink 66">
                <a:extLst>
                  <a:ext uri="{FF2B5EF4-FFF2-40B4-BE49-F238E27FC236}">
                    <a16:creationId xmlns:a16="http://schemas.microsoft.com/office/drawing/2014/main" id="{1C65EA81-99AB-237B-38C9-19EAD42E1C2F}"/>
                  </a:ext>
                </a:extLst>
              </p14:cNvPr>
              <p14:cNvContentPartPr/>
              <p14:nvPr/>
            </p14:nvContentPartPr>
            <p14:xfrm>
              <a:off x="6165518" y="1983096"/>
              <a:ext cx="2834280" cy="292680"/>
            </p14:xfrm>
          </p:contentPart>
        </mc:Choice>
        <mc:Fallback xmlns="">
          <p:pic>
            <p:nvPicPr>
              <p:cNvPr id="67" name="Ink 66">
                <a:extLst>
                  <a:ext uri="{FF2B5EF4-FFF2-40B4-BE49-F238E27FC236}">
                    <a16:creationId xmlns:a16="http://schemas.microsoft.com/office/drawing/2014/main" id="{1C65EA81-99AB-237B-38C9-19EAD42E1C2F}"/>
                  </a:ext>
                </a:extLst>
              </p:cNvPr>
              <p:cNvPicPr/>
              <p:nvPr/>
            </p:nvPicPr>
            <p:blipFill>
              <a:blip r:embed="rId242"/>
              <a:stretch>
                <a:fillRect/>
              </a:stretch>
            </p:blipFill>
            <p:spPr>
              <a:xfrm>
                <a:off x="6159398" y="1976976"/>
                <a:ext cx="284652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68" name="Ink 67">
                <a:extLst>
                  <a:ext uri="{FF2B5EF4-FFF2-40B4-BE49-F238E27FC236}">
                    <a16:creationId xmlns:a16="http://schemas.microsoft.com/office/drawing/2014/main" id="{9BCD801B-B89B-8A7C-024E-9E9F1E11D16A}"/>
                  </a:ext>
                </a:extLst>
              </p14:cNvPr>
              <p14:cNvContentPartPr/>
              <p14:nvPr/>
            </p14:nvContentPartPr>
            <p14:xfrm>
              <a:off x="6317798" y="323496"/>
              <a:ext cx="2601720" cy="1834200"/>
            </p14:xfrm>
          </p:contentPart>
        </mc:Choice>
        <mc:Fallback xmlns="">
          <p:pic>
            <p:nvPicPr>
              <p:cNvPr id="68" name="Ink 67">
                <a:extLst>
                  <a:ext uri="{FF2B5EF4-FFF2-40B4-BE49-F238E27FC236}">
                    <a16:creationId xmlns:a16="http://schemas.microsoft.com/office/drawing/2014/main" id="{9BCD801B-B89B-8A7C-024E-9E9F1E11D16A}"/>
                  </a:ext>
                </a:extLst>
              </p:cNvPr>
              <p:cNvPicPr/>
              <p:nvPr/>
            </p:nvPicPr>
            <p:blipFill>
              <a:blip r:embed="rId244"/>
              <a:stretch>
                <a:fillRect/>
              </a:stretch>
            </p:blipFill>
            <p:spPr>
              <a:xfrm>
                <a:off x="6311678" y="317376"/>
                <a:ext cx="2613960" cy="184644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71" name="Ink 70">
                <a:extLst>
                  <a:ext uri="{FF2B5EF4-FFF2-40B4-BE49-F238E27FC236}">
                    <a16:creationId xmlns:a16="http://schemas.microsoft.com/office/drawing/2014/main" id="{9ED68C1C-D4A0-A3AE-5563-A37938EADC9B}"/>
                  </a:ext>
                </a:extLst>
              </p14:cNvPr>
              <p14:cNvContentPartPr/>
              <p14:nvPr/>
            </p14:nvContentPartPr>
            <p14:xfrm>
              <a:off x="7386278" y="292176"/>
              <a:ext cx="11880" cy="276120"/>
            </p14:xfrm>
          </p:contentPart>
        </mc:Choice>
        <mc:Fallback xmlns="">
          <p:pic>
            <p:nvPicPr>
              <p:cNvPr id="71" name="Ink 70">
                <a:extLst>
                  <a:ext uri="{FF2B5EF4-FFF2-40B4-BE49-F238E27FC236}">
                    <a16:creationId xmlns:a16="http://schemas.microsoft.com/office/drawing/2014/main" id="{9ED68C1C-D4A0-A3AE-5563-A37938EADC9B}"/>
                  </a:ext>
                </a:extLst>
              </p:cNvPr>
              <p:cNvPicPr/>
              <p:nvPr/>
            </p:nvPicPr>
            <p:blipFill>
              <a:blip r:embed="rId246"/>
              <a:stretch>
                <a:fillRect/>
              </a:stretch>
            </p:blipFill>
            <p:spPr>
              <a:xfrm>
                <a:off x="7380158" y="286056"/>
                <a:ext cx="2412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72" name="Ink 71">
                <a:extLst>
                  <a:ext uri="{FF2B5EF4-FFF2-40B4-BE49-F238E27FC236}">
                    <a16:creationId xmlns:a16="http://schemas.microsoft.com/office/drawing/2014/main" id="{FD37FE0F-2733-3C22-4284-58E52951C858}"/>
                  </a:ext>
                </a:extLst>
              </p14:cNvPr>
              <p14:cNvContentPartPr/>
              <p14:nvPr/>
            </p14:nvContentPartPr>
            <p14:xfrm>
              <a:off x="7378358" y="1001016"/>
              <a:ext cx="14760" cy="157680"/>
            </p14:xfrm>
          </p:contentPart>
        </mc:Choice>
        <mc:Fallback xmlns="">
          <p:pic>
            <p:nvPicPr>
              <p:cNvPr id="72" name="Ink 71">
                <a:extLst>
                  <a:ext uri="{FF2B5EF4-FFF2-40B4-BE49-F238E27FC236}">
                    <a16:creationId xmlns:a16="http://schemas.microsoft.com/office/drawing/2014/main" id="{FD37FE0F-2733-3C22-4284-58E52951C858}"/>
                  </a:ext>
                </a:extLst>
              </p:cNvPr>
              <p:cNvPicPr/>
              <p:nvPr/>
            </p:nvPicPr>
            <p:blipFill>
              <a:blip r:embed="rId248"/>
              <a:stretch>
                <a:fillRect/>
              </a:stretch>
            </p:blipFill>
            <p:spPr>
              <a:xfrm>
                <a:off x="7372238" y="994896"/>
                <a:ext cx="2700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73" name="Ink 72">
                <a:extLst>
                  <a:ext uri="{FF2B5EF4-FFF2-40B4-BE49-F238E27FC236}">
                    <a16:creationId xmlns:a16="http://schemas.microsoft.com/office/drawing/2014/main" id="{1327A9B2-0790-991A-7E54-F4543D916DB0}"/>
                  </a:ext>
                </a:extLst>
              </p14:cNvPr>
              <p14:cNvContentPartPr/>
              <p14:nvPr/>
            </p14:nvContentPartPr>
            <p14:xfrm>
              <a:off x="7398518" y="1556136"/>
              <a:ext cx="16920" cy="291600"/>
            </p14:xfrm>
          </p:contentPart>
        </mc:Choice>
        <mc:Fallback xmlns="">
          <p:pic>
            <p:nvPicPr>
              <p:cNvPr id="73" name="Ink 72">
                <a:extLst>
                  <a:ext uri="{FF2B5EF4-FFF2-40B4-BE49-F238E27FC236}">
                    <a16:creationId xmlns:a16="http://schemas.microsoft.com/office/drawing/2014/main" id="{1327A9B2-0790-991A-7E54-F4543D916DB0}"/>
                  </a:ext>
                </a:extLst>
              </p:cNvPr>
              <p:cNvPicPr/>
              <p:nvPr/>
            </p:nvPicPr>
            <p:blipFill>
              <a:blip r:embed="rId250"/>
              <a:stretch>
                <a:fillRect/>
              </a:stretch>
            </p:blipFill>
            <p:spPr>
              <a:xfrm>
                <a:off x="7392398" y="1550016"/>
                <a:ext cx="2916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74" name="Ink 73">
                <a:extLst>
                  <a:ext uri="{FF2B5EF4-FFF2-40B4-BE49-F238E27FC236}">
                    <a16:creationId xmlns:a16="http://schemas.microsoft.com/office/drawing/2014/main" id="{F555B06D-3766-9124-85B8-7E9975C3A3CE}"/>
                  </a:ext>
                </a:extLst>
              </p14:cNvPr>
              <p14:cNvContentPartPr/>
              <p14:nvPr/>
            </p14:nvContentPartPr>
            <p14:xfrm>
              <a:off x="7407878" y="2039976"/>
              <a:ext cx="54720" cy="84240"/>
            </p14:xfrm>
          </p:contentPart>
        </mc:Choice>
        <mc:Fallback xmlns="">
          <p:pic>
            <p:nvPicPr>
              <p:cNvPr id="74" name="Ink 73">
                <a:extLst>
                  <a:ext uri="{FF2B5EF4-FFF2-40B4-BE49-F238E27FC236}">
                    <a16:creationId xmlns:a16="http://schemas.microsoft.com/office/drawing/2014/main" id="{F555B06D-3766-9124-85B8-7E9975C3A3CE}"/>
                  </a:ext>
                </a:extLst>
              </p:cNvPr>
              <p:cNvPicPr/>
              <p:nvPr/>
            </p:nvPicPr>
            <p:blipFill>
              <a:blip r:embed="rId252"/>
              <a:stretch>
                <a:fillRect/>
              </a:stretch>
            </p:blipFill>
            <p:spPr>
              <a:xfrm>
                <a:off x="7401758" y="2033856"/>
                <a:ext cx="6696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75" name="Ink 74">
                <a:extLst>
                  <a:ext uri="{FF2B5EF4-FFF2-40B4-BE49-F238E27FC236}">
                    <a16:creationId xmlns:a16="http://schemas.microsoft.com/office/drawing/2014/main" id="{DC617D6F-2047-1676-9109-886FDFBFD822}"/>
                  </a:ext>
                </a:extLst>
              </p14:cNvPr>
              <p14:cNvContentPartPr/>
              <p14:nvPr/>
            </p14:nvContentPartPr>
            <p14:xfrm>
              <a:off x="7507598" y="2288736"/>
              <a:ext cx="198000" cy="252360"/>
            </p14:xfrm>
          </p:contentPart>
        </mc:Choice>
        <mc:Fallback xmlns="">
          <p:pic>
            <p:nvPicPr>
              <p:cNvPr id="75" name="Ink 74">
                <a:extLst>
                  <a:ext uri="{FF2B5EF4-FFF2-40B4-BE49-F238E27FC236}">
                    <a16:creationId xmlns:a16="http://schemas.microsoft.com/office/drawing/2014/main" id="{DC617D6F-2047-1676-9109-886FDFBFD822}"/>
                  </a:ext>
                </a:extLst>
              </p:cNvPr>
              <p:cNvPicPr/>
              <p:nvPr/>
            </p:nvPicPr>
            <p:blipFill>
              <a:blip r:embed="rId254"/>
              <a:stretch>
                <a:fillRect/>
              </a:stretch>
            </p:blipFill>
            <p:spPr>
              <a:xfrm>
                <a:off x="7501478" y="2282616"/>
                <a:ext cx="21024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76" name="Ink 75">
                <a:extLst>
                  <a:ext uri="{FF2B5EF4-FFF2-40B4-BE49-F238E27FC236}">
                    <a16:creationId xmlns:a16="http://schemas.microsoft.com/office/drawing/2014/main" id="{2419EFD7-E5A8-3882-F6D1-86C933FDD747}"/>
                  </a:ext>
                </a:extLst>
              </p14:cNvPr>
              <p14:cNvContentPartPr/>
              <p14:nvPr/>
            </p14:nvContentPartPr>
            <p14:xfrm>
              <a:off x="7749158" y="2379816"/>
              <a:ext cx="187560" cy="128880"/>
            </p14:xfrm>
          </p:contentPart>
        </mc:Choice>
        <mc:Fallback xmlns="">
          <p:pic>
            <p:nvPicPr>
              <p:cNvPr id="76" name="Ink 75">
                <a:extLst>
                  <a:ext uri="{FF2B5EF4-FFF2-40B4-BE49-F238E27FC236}">
                    <a16:creationId xmlns:a16="http://schemas.microsoft.com/office/drawing/2014/main" id="{2419EFD7-E5A8-3882-F6D1-86C933FDD747}"/>
                  </a:ext>
                </a:extLst>
              </p:cNvPr>
              <p:cNvPicPr/>
              <p:nvPr/>
            </p:nvPicPr>
            <p:blipFill>
              <a:blip r:embed="rId256"/>
              <a:stretch>
                <a:fillRect/>
              </a:stretch>
            </p:blipFill>
            <p:spPr>
              <a:xfrm>
                <a:off x="7743038" y="2373696"/>
                <a:ext cx="19980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78" name="Ink 77">
                <a:extLst>
                  <a:ext uri="{FF2B5EF4-FFF2-40B4-BE49-F238E27FC236}">
                    <a16:creationId xmlns:a16="http://schemas.microsoft.com/office/drawing/2014/main" id="{8EB5B0A9-3824-A9ED-31E1-3B907797885C}"/>
                  </a:ext>
                </a:extLst>
              </p14:cNvPr>
              <p14:cNvContentPartPr/>
              <p14:nvPr/>
            </p14:nvContentPartPr>
            <p14:xfrm>
              <a:off x="6987398" y="1557936"/>
              <a:ext cx="130320" cy="110880"/>
            </p14:xfrm>
          </p:contentPart>
        </mc:Choice>
        <mc:Fallback xmlns="">
          <p:pic>
            <p:nvPicPr>
              <p:cNvPr id="78" name="Ink 77">
                <a:extLst>
                  <a:ext uri="{FF2B5EF4-FFF2-40B4-BE49-F238E27FC236}">
                    <a16:creationId xmlns:a16="http://schemas.microsoft.com/office/drawing/2014/main" id="{8EB5B0A9-3824-A9ED-31E1-3B907797885C}"/>
                  </a:ext>
                </a:extLst>
              </p:cNvPr>
              <p:cNvPicPr/>
              <p:nvPr/>
            </p:nvPicPr>
            <p:blipFill>
              <a:blip r:embed="rId258"/>
              <a:stretch>
                <a:fillRect/>
              </a:stretch>
            </p:blipFill>
            <p:spPr>
              <a:xfrm>
                <a:off x="6981278" y="1551816"/>
                <a:ext cx="14256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79" name="Ink 78">
                <a:extLst>
                  <a:ext uri="{FF2B5EF4-FFF2-40B4-BE49-F238E27FC236}">
                    <a16:creationId xmlns:a16="http://schemas.microsoft.com/office/drawing/2014/main" id="{E6163C5E-DBF0-0F2F-D158-7BB231A17AFC}"/>
                  </a:ext>
                </a:extLst>
              </p14:cNvPr>
              <p14:cNvContentPartPr/>
              <p14:nvPr/>
            </p14:nvContentPartPr>
            <p14:xfrm>
              <a:off x="6971198" y="1494576"/>
              <a:ext cx="1058040" cy="132480"/>
            </p14:xfrm>
          </p:contentPart>
        </mc:Choice>
        <mc:Fallback xmlns="">
          <p:pic>
            <p:nvPicPr>
              <p:cNvPr id="79" name="Ink 78">
                <a:extLst>
                  <a:ext uri="{FF2B5EF4-FFF2-40B4-BE49-F238E27FC236}">
                    <a16:creationId xmlns:a16="http://schemas.microsoft.com/office/drawing/2014/main" id="{E6163C5E-DBF0-0F2F-D158-7BB231A17AFC}"/>
                  </a:ext>
                </a:extLst>
              </p:cNvPr>
              <p:cNvPicPr/>
              <p:nvPr/>
            </p:nvPicPr>
            <p:blipFill>
              <a:blip r:embed="rId260"/>
              <a:stretch>
                <a:fillRect/>
              </a:stretch>
            </p:blipFill>
            <p:spPr>
              <a:xfrm>
                <a:off x="6965078" y="1488456"/>
                <a:ext cx="107028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80" name="Ink 79">
                <a:extLst>
                  <a:ext uri="{FF2B5EF4-FFF2-40B4-BE49-F238E27FC236}">
                    <a16:creationId xmlns:a16="http://schemas.microsoft.com/office/drawing/2014/main" id="{69CBE615-F806-9412-451A-167F574BC12B}"/>
                  </a:ext>
                </a:extLst>
              </p14:cNvPr>
              <p14:cNvContentPartPr/>
              <p14:nvPr/>
            </p14:nvContentPartPr>
            <p14:xfrm>
              <a:off x="7692278" y="1431576"/>
              <a:ext cx="207720" cy="240120"/>
            </p14:xfrm>
          </p:contentPart>
        </mc:Choice>
        <mc:Fallback xmlns="">
          <p:pic>
            <p:nvPicPr>
              <p:cNvPr id="80" name="Ink 79">
                <a:extLst>
                  <a:ext uri="{FF2B5EF4-FFF2-40B4-BE49-F238E27FC236}">
                    <a16:creationId xmlns:a16="http://schemas.microsoft.com/office/drawing/2014/main" id="{69CBE615-F806-9412-451A-167F574BC12B}"/>
                  </a:ext>
                </a:extLst>
              </p:cNvPr>
              <p:cNvPicPr/>
              <p:nvPr/>
            </p:nvPicPr>
            <p:blipFill>
              <a:blip r:embed="rId262"/>
              <a:stretch>
                <a:fillRect/>
              </a:stretch>
            </p:blipFill>
            <p:spPr>
              <a:xfrm>
                <a:off x="7686158" y="1425456"/>
                <a:ext cx="21996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81" name="Ink 80">
                <a:extLst>
                  <a:ext uri="{FF2B5EF4-FFF2-40B4-BE49-F238E27FC236}">
                    <a16:creationId xmlns:a16="http://schemas.microsoft.com/office/drawing/2014/main" id="{7CE07BDF-9CA8-D594-FBB8-6AA32B497C6E}"/>
                  </a:ext>
                </a:extLst>
              </p14:cNvPr>
              <p14:cNvContentPartPr/>
              <p14:nvPr/>
            </p14:nvContentPartPr>
            <p14:xfrm>
              <a:off x="7460078" y="1769616"/>
              <a:ext cx="244800" cy="138240"/>
            </p14:xfrm>
          </p:contentPart>
        </mc:Choice>
        <mc:Fallback xmlns="">
          <p:pic>
            <p:nvPicPr>
              <p:cNvPr id="81" name="Ink 80">
                <a:extLst>
                  <a:ext uri="{FF2B5EF4-FFF2-40B4-BE49-F238E27FC236}">
                    <a16:creationId xmlns:a16="http://schemas.microsoft.com/office/drawing/2014/main" id="{7CE07BDF-9CA8-D594-FBB8-6AA32B497C6E}"/>
                  </a:ext>
                </a:extLst>
              </p:cNvPr>
              <p:cNvPicPr/>
              <p:nvPr/>
            </p:nvPicPr>
            <p:blipFill>
              <a:blip r:embed="rId264"/>
              <a:stretch>
                <a:fillRect/>
              </a:stretch>
            </p:blipFill>
            <p:spPr>
              <a:xfrm>
                <a:off x="7453958" y="1763496"/>
                <a:ext cx="25704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82" name="Ink 81">
                <a:extLst>
                  <a:ext uri="{FF2B5EF4-FFF2-40B4-BE49-F238E27FC236}">
                    <a16:creationId xmlns:a16="http://schemas.microsoft.com/office/drawing/2014/main" id="{BC8B9319-B378-E1A5-CF14-CFF0B39B7E45}"/>
                  </a:ext>
                </a:extLst>
              </p14:cNvPr>
              <p14:cNvContentPartPr/>
              <p14:nvPr/>
            </p14:nvContentPartPr>
            <p14:xfrm>
              <a:off x="7682198" y="1879056"/>
              <a:ext cx="108720" cy="99000"/>
            </p14:xfrm>
          </p:contentPart>
        </mc:Choice>
        <mc:Fallback xmlns="">
          <p:pic>
            <p:nvPicPr>
              <p:cNvPr id="82" name="Ink 81">
                <a:extLst>
                  <a:ext uri="{FF2B5EF4-FFF2-40B4-BE49-F238E27FC236}">
                    <a16:creationId xmlns:a16="http://schemas.microsoft.com/office/drawing/2014/main" id="{BC8B9319-B378-E1A5-CF14-CFF0B39B7E45}"/>
                  </a:ext>
                </a:extLst>
              </p:cNvPr>
              <p:cNvPicPr/>
              <p:nvPr/>
            </p:nvPicPr>
            <p:blipFill>
              <a:blip r:embed="rId266"/>
              <a:stretch>
                <a:fillRect/>
              </a:stretch>
            </p:blipFill>
            <p:spPr>
              <a:xfrm>
                <a:off x="7676078" y="1872936"/>
                <a:ext cx="12096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83" name="Ink 82">
                <a:extLst>
                  <a:ext uri="{FF2B5EF4-FFF2-40B4-BE49-F238E27FC236}">
                    <a16:creationId xmlns:a16="http://schemas.microsoft.com/office/drawing/2014/main" id="{A0C17C78-9B2D-1B82-760A-B19E1D2BA5A3}"/>
                  </a:ext>
                </a:extLst>
              </p14:cNvPr>
              <p14:cNvContentPartPr/>
              <p14:nvPr/>
            </p14:nvContentPartPr>
            <p14:xfrm>
              <a:off x="7808198" y="1881216"/>
              <a:ext cx="147600" cy="90000"/>
            </p14:xfrm>
          </p:contentPart>
        </mc:Choice>
        <mc:Fallback xmlns="">
          <p:pic>
            <p:nvPicPr>
              <p:cNvPr id="83" name="Ink 82">
                <a:extLst>
                  <a:ext uri="{FF2B5EF4-FFF2-40B4-BE49-F238E27FC236}">
                    <a16:creationId xmlns:a16="http://schemas.microsoft.com/office/drawing/2014/main" id="{A0C17C78-9B2D-1B82-760A-B19E1D2BA5A3}"/>
                  </a:ext>
                </a:extLst>
              </p:cNvPr>
              <p:cNvPicPr/>
              <p:nvPr/>
            </p:nvPicPr>
            <p:blipFill>
              <a:blip r:embed="rId268"/>
              <a:stretch>
                <a:fillRect/>
              </a:stretch>
            </p:blipFill>
            <p:spPr>
              <a:xfrm>
                <a:off x="7802078" y="1875096"/>
                <a:ext cx="15984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66" name="Ink 165">
                <a:extLst>
                  <a:ext uri="{FF2B5EF4-FFF2-40B4-BE49-F238E27FC236}">
                    <a16:creationId xmlns:a16="http://schemas.microsoft.com/office/drawing/2014/main" id="{A24D05F8-6219-4630-969F-8D6414F01A73}"/>
                  </a:ext>
                </a:extLst>
              </p14:cNvPr>
              <p14:cNvContentPartPr/>
              <p14:nvPr/>
            </p14:nvContentPartPr>
            <p14:xfrm>
              <a:off x="9173318" y="2014056"/>
              <a:ext cx="169200" cy="213840"/>
            </p14:xfrm>
          </p:contentPart>
        </mc:Choice>
        <mc:Fallback xmlns="">
          <p:pic>
            <p:nvPicPr>
              <p:cNvPr id="166" name="Ink 165">
                <a:extLst>
                  <a:ext uri="{FF2B5EF4-FFF2-40B4-BE49-F238E27FC236}">
                    <a16:creationId xmlns:a16="http://schemas.microsoft.com/office/drawing/2014/main" id="{A24D05F8-6219-4630-969F-8D6414F01A73}"/>
                  </a:ext>
                </a:extLst>
              </p:cNvPr>
              <p:cNvPicPr/>
              <p:nvPr/>
            </p:nvPicPr>
            <p:blipFill>
              <a:blip r:embed="rId270"/>
              <a:stretch>
                <a:fillRect/>
              </a:stretch>
            </p:blipFill>
            <p:spPr>
              <a:xfrm>
                <a:off x="9167198" y="2007936"/>
                <a:ext cx="18144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67" name="Ink 166">
                <a:extLst>
                  <a:ext uri="{FF2B5EF4-FFF2-40B4-BE49-F238E27FC236}">
                    <a16:creationId xmlns:a16="http://schemas.microsoft.com/office/drawing/2014/main" id="{37CCB820-FF83-4AF3-87FF-01C9F93E5F98}"/>
                  </a:ext>
                </a:extLst>
              </p14:cNvPr>
              <p14:cNvContentPartPr/>
              <p14:nvPr/>
            </p14:nvContentPartPr>
            <p14:xfrm>
              <a:off x="9238478" y="2014056"/>
              <a:ext cx="105120" cy="232920"/>
            </p14:xfrm>
          </p:contentPart>
        </mc:Choice>
        <mc:Fallback xmlns="">
          <p:pic>
            <p:nvPicPr>
              <p:cNvPr id="167" name="Ink 166">
                <a:extLst>
                  <a:ext uri="{FF2B5EF4-FFF2-40B4-BE49-F238E27FC236}">
                    <a16:creationId xmlns:a16="http://schemas.microsoft.com/office/drawing/2014/main" id="{37CCB820-FF83-4AF3-87FF-01C9F93E5F98}"/>
                  </a:ext>
                </a:extLst>
              </p:cNvPr>
              <p:cNvPicPr/>
              <p:nvPr/>
            </p:nvPicPr>
            <p:blipFill>
              <a:blip r:embed="rId272"/>
              <a:stretch>
                <a:fillRect/>
              </a:stretch>
            </p:blipFill>
            <p:spPr>
              <a:xfrm>
                <a:off x="9232358" y="2007936"/>
                <a:ext cx="11736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68" name="Ink 167">
                <a:extLst>
                  <a:ext uri="{FF2B5EF4-FFF2-40B4-BE49-F238E27FC236}">
                    <a16:creationId xmlns:a16="http://schemas.microsoft.com/office/drawing/2014/main" id="{1D312F3E-FA47-8CA2-0E18-9C74CE2D3EBA}"/>
                  </a:ext>
                </a:extLst>
              </p14:cNvPr>
              <p14:cNvContentPartPr/>
              <p14:nvPr/>
            </p14:nvContentPartPr>
            <p14:xfrm>
              <a:off x="9397238" y="2181456"/>
              <a:ext cx="303480" cy="140400"/>
            </p14:xfrm>
          </p:contentPart>
        </mc:Choice>
        <mc:Fallback xmlns="">
          <p:pic>
            <p:nvPicPr>
              <p:cNvPr id="168" name="Ink 167">
                <a:extLst>
                  <a:ext uri="{FF2B5EF4-FFF2-40B4-BE49-F238E27FC236}">
                    <a16:creationId xmlns:a16="http://schemas.microsoft.com/office/drawing/2014/main" id="{1D312F3E-FA47-8CA2-0E18-9C74CE2D3EBA}"/>
                  </a:ext>
                </a:extLst>
              </p:cNvPr>
              <p:cNvPicPr/>
              <p:nvPr/>
            </p:nvPicPr>
            <p:blipFill>
              <a:blip r:embed="rId274"/>
              <a:stretch>
                <a:fillRect/>
              </a:stretch>
            </p:blipFill>
            <p:spPr>
              <a:xfrm>
                <a:off x="9391118" y="2175336"/>
                <a:ext cx="31572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70" name="Ink 169">
                <a:extLst>
                  <a:ext uri="{FF2B5EF4-FFF2-40B4-BE49-F238E27FC236}">
                    <a16:creationId xmlns:a16="http://schemas.microsoft.com/office/drawing/2014/main" id="{3A79B2D7-BC8F-BB90-B904-98DF8E24879E}"/>
                  </a:ext>
                </a:extLst>
              </p14:cNvPr>
              <p14:cNvContentPartPr/>
              <p14:nvPr/>
            </p14:nvContentPartPr>
            <p14:xfrm>
              <a:off x="9939758" y="758736"/>
              <a:ext cx="205920" cy="311400"/>
            </p14:xfrm>
          </p:contentPart>
        </mc:Choice>
        <mc:Fallback xmlns="">
          <p:pic>
            <p:nvPicPr>
              <p:cNvPr id="170" name="Ink 169">
                <a:extLst>
                  <a:ext uri="{FF2B5EF4-FFF2-40B4-BE49-F238E27FC236}">
                    <a16:creationId xmlns:a16="http://schemas.microsoft.com/office/drawing/2014/main" id="{3A79B2D7-BC8F-BB90-B904-98DF8E24879E}"/>
                  </a:ext>
                </a:extLst>
              </p:cNvPr>
              <p:cNvPicPr/>
              <p:nvPr/>
            </p:nvPicPr>
            <p:blipFill>
              <a:blip r:embed="rId276"/>
              <a:stretch>
                <a:fillRect/>
              </a:stretch>
            </p:blipFill>
            <p:spPr>
              <a:xfrm>
                <a:off x="9933638" y="752616"/>
                <a:ext cx="21816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71" name="Ink 170">
                <a:extLst>
                  <a:ext uri="{FF2B5EF4-FFF2-40B4-BE49-F238E27FC236}">
                    <a16:creationId xmlns:a16="http://schemas.microsoft.com/office/drawing/2014/main" id="{474BFCC1-85D5-FBB1-402F-CC9F81764A21}"/>
                  </a:ext>
                </a:extLst>
              </p14:cNvPr>
              <p14:cNvContentPartPr/>
              <p14:nvPr/>
            </p14:nvContentPartPr>
            <p14:xfrm>
              <a:off x="9968198" y="773136"/>
              <a:ext cx="178920" cy="349920"/>
            </p14:xfrm>
          </p:contentPart>
        </mc:Choice>
        <mc:Fallback xmlns="">
          <p:pic>
            <p:nvPicPr>
              <p:cNvPr id="171" name="Ink 170">
                <a:extLst>
                  <a:ext uri="{FF2B5EF4-FFF2-40B4-BE49-F238E27FC236}">
                    <a16:creationId xmlns:a16="http://schemas.microsoft.com/office/drawing/2014/main" id="{474BFCC1-85D5-FBB1-402F-CC9F81764A21}"/>
                  </a:ext>
                </a:extLst>
              </p:cNvPr>
              <p:cNvPicPr/>
              <p:nvPr/>
            </p:nvPicPr>
            <p:blipFill>
              <a:blip r:embed="rId278"/>
              <a:stretch>
                <a:fillRect/>
              </a:stretch>
            </p:blipFill>
            <p:spPr>
              <a:xfrm>
                <a:off x="9962078" y="767016"/>
                <a:ext cx="191160" cy="36216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72" name="Ink 171">
                <a:extLst>
                  <a:ext uri="{FF2B5EF4-FFF2-40B4-BE49-F238E27FC236}">
                    <a16:creationId xmlns:a16="http://schemas.microsoft.com/office/drawing/2014/main" id="{AE0CD206-C01A-6FBF-8C60-18775CB3D12B}"/>
                  </a:ext>
                </a:extLst>
              </p14:cNvPr>
              <p14:cNvContentPartPr/>
              <p14:nvPr/>
            </p14:nvContentPartPr>
            <p14:xfrm>
              <a:off x="10224518" y="985896"/>
              <a:ext cx="28800" cy="183960"/>
            </p14:xfrm>
          </p:contentPart>
        </mc:Choice>
        <mc:Fallback xmlns="">
          <p:pic>
            <p:nvPicPr>
              <p:cNvPr id="172" name="Ink 171">
                <a:extLst>
                  <a:ext uri="{FF2B5EF4-FFF2-40B4-BE49-F238E27FC236}">
                    <a16:creationId xmlns:a16="http://schemas.microsoft.com/office/drawing/2014/main" id="{AE0CD206-C01A-6FBF-8C60-18775CB3D12B}"/>
                  </a:ext>
                </a:extLst>
              </p:cNvPr>
              <p:cNvPicPr/>
              <p:nvPr/>
            </p:nvPicPr>
            <p:blipFill>
              <a:blip r:embed="rId280"/>
              <a:stretch>
                <a:fillRect/>
              </a:stretch>
            </p:blipFill>
            <p:spPr>
              <a:xfrm>
                <a:off x="10218398" y="979776"/>
                <a:ext cx="4104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73" name="Ink 172">
                <a:extLst>
                  <a:ext uri="{FF2B5EF4-FFF2-40B4-BE49-F238E27FC236}">
                    <a16:creationId xmlns:a16="http://schemas.microsoft.com/office/drawing/2014/main" id="{3AC1ADF1-441E-A196-C983-2A8D0F2CC64D}"/>
                  </a:ext>
                </a:extLst>
              </p14:cNvPr>
              <p14:cNvContentPartPr/>
              <p14:nvPr/>
            </p14:nvContentPartPr>
            <p14:xfrm>
              <a:off x="10013198" y="1480896"/>
              <a:ext cx="218520" cy="197640"/>
            </p14:xfrm>
          </p:contentPart>
        </mc:Choice>
        <mc:Fallback xmlns="">
          <p:pic>
            <p:nvPicPr>
              <p:cNvPr id="173" name="Ink 172">
                <a:extLst>
                  <a:ext uri="{FF2B5EF4-FFF2-40B4-BE49-F238E27FC236}">
                    <a16:creationId xmlns:a16="http://schemas.microsoft.com/office/drawing/2014/main" id="{3AC1ADF1-441E-A196-C983-2A8D0F2CC64D}"/>
                  </a:ext>
                </a:extLst>
              </p:cNvPr>
              <p:cNvPicPr/>
              <p:nvPr/>
            </p:nvPicPr>
            <p:blipFill>
              <a:blip r:embed="rId282"/>
              <a:stretch>
                <a:fillRect/>
              </a:stretch>
            </p:blipFill>
            <p:spPr>
              <a:xfrm>
                <a:off x="10007078" y="1474776"/>
                <a:ext cx="23076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74" name="Ink 173">
                <a:extLst>
                  <a:ext uri="{FF2B5EF4-FFF2-40B4-BE49-F238E27FC236}">
                    <a16:creationId xmlns:a16="http://schemas.microsoft.com/office/drawing/2014/main" id="{BB378B0E-9D42-809B-0E05-6D1BEE30D72C}"/>
                  </a:ext>
                </a:extLst>
              </p14:cNvPr>
              <p14:cNvContentPartPr/>
              <p14:nvPr/>
            </p14:nvContentPartPr>
            <p14:xfrm>
              <a:off x="10018598" y="1479456"/>
              <a:ext cx="208080" cy="290160"/>
            </p14:xfrm>
          </p:contentPart>
        </mc:Choice>
        <mc:Fallback xmlns="">
          <p:pic>
            <p:nvPicPr>
              <p:cNvPr id="174" name="Ink 173">
                <a:extLst>
                  <a:ext uri="{FF2B5EF4-FFF2-40B4-BE49-F238E27FC236}">
                    <a16:creationId xmlns:a16="http://schemas.microsoft.com/office/drawing/2014/main" id="{BB378B0E-9D42-809B-0E05-6D1BEE30D72C}"/>
                  </a:ext>
                </a:extLst>
              </p:cNvPr>
              <p:cNvPicPr/>
              <p:nvPr/>
            </p:nvPicPr>
            <p:blipFill>
              <a:blip r:embed="rId284"/>
              <a:stretch>
                <a:fillRect/>
              </a:stretch>
            </p:blipFill>
            <p:spPr>
              <a:xfrm>
                <a:off x="10012478" y="1473336"/>
                <a:ext cx="22032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75" name="Ink 174">
                <a:extLst>
                  <a:ext uri="{FF2B5EF4-FFF2-40B4-BE49-F238E27FC236}">
                    <a16:creationId xmlns:a16="http://schemas.microsoft.com/office/drawing/2014/main" id="{4CFFA304-924B-7A91-D367-F5CEAC37D6C6}"/>
                  </a:ext>
                </a:extLst>
              </p14:cNvPr>
              <p14:cNvContentPartPr/>
              <p14:nvPr/>
            </p14:nvContentPartPr>
            <p14:xfrm>
              <a:off x="10282118" y="1662696"/>
              <a:ext cx="189360" cy="138240"/>
            </p14:xfrm>
          </p:contentPart>
        </mc:Choice>
        <mc:Fallback xmlns="">
          <p:pic>
            <p:nvPicPr>
              <p:cNvPr id="175" name="Ink 174">
                <a:extLst>
                  <a:ext uri="{FF2B5EF4-FFF2-40B4-BE49-F238E27FC236}">
                    <a16:creationId xmlns:a16="http://schemas.microsoft.com/office/drawing/2014/main" id="{4CFFA304-924B-7A91-D367-F5CEAC37D6C6}"/>
                  </a:ext>
                </a:extLst>
              </p:cNvPr>
              <p:cNvPicPr/>
              <p:nvPr/>
            </p:nvPicPr>
            <p:blipFill>
              <a:blip r:embed="rId286"/>
              <a:stretch>
                <a:fillRect/>
              </a:stretch>
            </p:blipFill>
            <p:spPr>
              <a:xfrm>
                <a:off x="10275998" y="1656576"/>
                <a:ext cx="20160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78" name="Ink 177">
                <a:extLst>
                  <a:ext uri="{FF2B5EF4-FFF2-40B4-BE49-F238E27FC236}">
                    <a16:creationId xmlns:a16="http://schemas.microsoft.com/office/drawing/2014/main" id="{3096937B-615C-6D8A-CA7B-8A890A57DFA8}"/>
                  </a:ext>
                </a:extLst>
              </p14:cNvPr>
              <p14:cNvContentPartPr/>
              <p14:nvPr/>
            </p14:nvContentPartPr>
            <p14:xfrm>
              <a:off x="10759118" y="885096"/>
              <a:ext cx="21600" cy="66960"/>
            </p14:xfrm>
          </p:contentPart>
        </mc:Choice>
        <mc:Fallback xmlns="">
          <p:pic>
            <p:nvPicPr>
              <p:cNvPr id="178" name="Ink 177">
                <a:extLst>
                  <a:ext uri="{FF2B5EF4-FFF2-40B4-BE49-F238E27FC236}">
                    <a16:creationId xmlns:a16="http://schemas.microsoft.com/office/drawing/2014/main" id="{3096937B-615C-6D8A-CA7B-8A890A57DFA8}"/>
                  </a:ext>
                </a:extLst>
              </p:cNvPr>
              <p:cNvPicPr/>
              <p:nvPr/>
            </p:nvPicPr>
            <p:blipFill>
              <a:blip r:embed="rId288"/>
              <a:stretch>
                <a:fillRect/>
              </a:stretch>
            </p:blipFill>
            <p:spPr>
              <a:xfrm>
                <a:off x="10752998" y="878976"/>
                <a:ext cx="3384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179" name="Ink 178">
                <a:extLst>
                  <a:ext uri="{FF2B5EF4-FFF2-40B4-BE49-F238E27FC236}">
                    <a16:creationId xmlns:a16="http://schemas.microsoft.com/office/drawing/2014/main" id="{C62505E8-DD4D-86AA-9867-100110F0C34F}"/>
                  </a:ext>
                </a:extLst>
              </p14:cNvPr>
              <p14:cNvContentPartPr/>
              <p14:nvPr/>
            </p14:nvContentPartPr>
            <p14:xfrm>
              <a:off x="10663358" y="821016"/>
              <a:ext cx="225360" cy="329040"/>
            </p14:xfrm>
          </p:contentPart>
        </mc:Choice>
        <mc:Fallback xmlns="">
          <p:pic>
            <p:nvPicPr>
              <p:cNvPr id="179" name="Ink 178">
                <a:extLst>
                  <a:ext uri="{FF2B5EF4-FFF2-40B4-BE49-F238E27FC236}">
                    <a16:creationId xmlns:a16="http://schemas.microsoft.com/office/drawing/2014/main" id="{C62505E8-DD4D-86AA-9867-100110F0C34F}"/>
                  </a:ext>
                </a:extLst>
              </p:cNvPr>
              <p:cNvPicPr/>
              <p:nvPr/>
            </p:nvPicPr>
            <p:blipFill>
              <a:blip r:embed="rId290"/>
              <a:stretch>
                <a:fillRect/>
              </a:stretch>
            </p:blipFill>
            <p:spPr>
              <a:xfrm>
                <a:off x="10657238" y="814896"/>
                <a:ext cx="237600" cy="34128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180" name="Ink 179">
                <a:extLst>
                  <a:ext uri="{FF2B5EF4-FFF2-40B4-BE49-F238E27FC236}">
                    <a16:creationId xmlns:a16="http://schemas.microsoft.com/office/drawing/2014/main" id="{08895598-5FCF-0275-3FAF-2FCF4E944A13}"/>
                  </a:ext>
                </a:extLst>
              </p14:cNvPr>
              <p14:cNvContentPartPr/>
              <p14:nvPr/>
            </p14:nvContentPartPr>
            <p14:xfrm>
              <a:off x="10866398" y="953856"/>
              <a:ext cx="24840" cy="32400"/>
            </p14:xfrm>
          </p:contentPart>
        </mc:Choice>
        <mc:Fallback xmlns="">
          <p:pic>
            <p:nvPicPr>
              <p:cNvPr id="180" name="Ink 179">
                <a:extLst>
                  <a:ext uri="{FF2B5EF4-FFF2-40B4-BE49-F238E27FC236}">
                    <a16:creationId xmlns:a16="http://schemas.microsoft.com/office/drawing/2014/main" id="{08895598-5FCF-0275-3FAF-2FCF4E944A13}"/>
                  </a:ext>
                </a:extLst>
              </p:cNvPr>
              <p:cNvPicPr/>
              <p:nvPr/>
            </p:nvPicPr>
            <p:blipFill>
              <a:blip r:embed="rId292"/>
              <a:stretch>
                <a:fillRect/>
              </a:stretch>
            </p:blipFill>
            <p:spPr>
              <a:xfrm>
                <a:off x="10860278" y="947736"/>
                <a:ext cx="370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181" name="Ink 180">
                <a:extLst>
                  <a:ext uri="{FF2B5EF4-FFF2-40B4-BE49-F238E27FC236}">
                    <a16:creationId xmlns:a16="http://schemas.microsoft.com/office/drawing/2014/main" id="{E568C4DC-76B9-0FB1-3899-4B5C10434EBF}"/>
                  </a:ext>
                </a:extLst>
              </p14:cNvPr>
              <p14:cNvContentPartPr/>
              <p14:nvPr/>
            </p14:nvContentPartPr>
            <p14:xfrm>
              <a:off x="10929758" y="1001016"/>
              <a:ext cx="145440" cy="110160"/>
            </p14:xfrm>
          </p:contentPart>
        </mc:Choice>
        <mc:Fallback xmlns="">
          <p:pic>
            <p:nvPicPr>
              <p:cNvPr id="181" name="Ink 180">
                <a:extLst>
                  <a:ext uri="{FF2B5EF4-FFF2-40B4-BE49-F238E27FC236}">
                    <a16:creationId xmlns:a16="http://schemas.microsoft.com/office/drawing/2014/main" id="{E568C4DC-76B9-0FB1-3899-4B5C10434EBF}"/>
                  </a:ext>
                </a:extLst>
              </p:cNvPr>
              <p:cNvPicPr/>
              <p:nvPr/>
            </p:nvPicPr>
            <p:blipFill>
              <a:blip r:embed="rId294"/>
              <a:stretch>
                <a:fillRect/>
              </a:stretch>
            </p:blipFill>
            <p:spPr>
              <a:xfrm>
                <a:off x="10923638" y="994896"/>
                <a:ext cx="15768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182" name="Ink 181">
                <a:extLst>
                  <a:ext uri="{FF2B5EF4-FFF2-40B4-BE49-F238E27FC236}">
                    <a16:creationId xmlns:a16="http://schemas.microsoft.com/office/drawing/2014/main" id="{FDED74BE-E09C-6210-9903-F8D2B32176AA}"/>
                  </a:ext>
                </a:extLst>
              </p14:cNvPr>
              <p14:cNvContentPartPr/>
              <p14:nvPr/>
            </p14:nvContentPartPr>
            <p14:xfrm>
              <a:off x="11125238" y="1011096"/>
              <a:ext cx="288360" cy="90000"/>
            </p14:xfrm>
          </p:contentPart>
        </mc:Choice>
        <mc:Fallback xmlns="">
          <p:pic>
            <p:nvPicPr>
              <p:cNvPr id="182" name="Ink 181">
                <a:extLst>
                  <a:ext uri="{FF2B5EF4-FFF2-40B4-BE49-F238E27FC236}">
                    <a16:creationId xmlns:a16="http://schemas.microsoft.com/office/drawing/2014/main" id="{FDED74BE-E09C-6210-9903-F8D2B32176AA}"/>
                  </a:ext>
                </a:extLst>
              </p:cNvPr>
              <p:cNvPicPr/>
              <p:nvPr/>
            </p:nvPicPr>
            <p:blipFill>
              <a:blip r:embed="rId296"/>
              <a:stretch>
                <a:fillRect/>
              </a:stretch>
            </p:blipFill>
            <p:spPr>
              <a:xfrm>
                <a:off x="11119118" y="1004976"/>
                <a:ext cx="30060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183" name="Ink 182">
                <a:extLst>
                  <a:ext uri="{FF2B5EF4-FFF2-40B4-BE49-F238E27FC236}">
                    <a16:creationId xmlns:a16="http://schemas.microsoft.com/office/drawing/2014/main" id="{4FCF65B8-ED8A-2DAE-9CF5-4491D0F3A85D}"/>
                  </a:ext>
                </a:extLst>
              </p14:cNvPr>
              <p14:cNvContentPartPr/>
              <p14:nvPr/>
            </p14:nvContentPartPr>
            <p14:xfrm>
              <a:off x="11413598" y="965016"/>
              <a:ext cx="38160" cy="20880"/>
            </p14:xfrm>
          </p:contentPart>
        </mc:Choice>
        <mc:Fallback xmlns="">
          <p:pic>
            <p:nvPicPr>
              <p:cNvPr id="183" name="Ink 182">
                <a:extLst>
                  <a:ext uri="{FF2B5EF4-FFF2-40B4-BE49-F238E27FC236}">
                    <a16:creationId xmlns:a16="http://schemas.microsoft.com/office/drawing/2014/main" id="{4FCF65B8-ED8A-2DAE-9CF5-4491D0F3A85D}"/>
                  </a:ext>
                </a:extLst>
              </p:cNvPr>
              <p:cNvPicPr/>
              <p:nvPr/>
            </p:nvPicPr>
            <p:blipFill>
              <a:blip r:embed="rId298"/>
              <a:stretch>
                <a:fillRect/>
              </a:stretch>
            </p:blipFill>
            <p:spPr>
              <a:xfrm>
                <a:off x="11407478" y="958896"/>
                <a:ext cx="5040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184" name="Ink 183">
                <a:extLst>
                  <a:ext uri="{FF2B5EF4-FFF2-40B4-BE49-F238E27FC236}">
                    <a16:creationId xmlns:a16="http://schemas.microsoft.com/office/drawing/2014/main" id="{69D6451B-C58C-2302-4CC0-6584C71620AE}"/>
                  </a:ext>
                </a:extLst>
              </p14:cNvPr>
              <p14:cNvContentPartPr/>
              <p14:nvPr/>
            </p14:nvContentPartPr>
            <p14:xfrm>
              <a:off x="11498198" y="1016136"/>
              <a:ext cx="117000" cy="73440"/>
            </p14:xfrm>
          </p:contentPart>
        </mc:Choice>
        <mc:Fallback xmlns="">
          <p:pic>
            <p:nvPicPr>
              <p:cNvPr id="184" name="Ink 183">
                <a:extLst>
                  <a:ext uri="{FF2B5EF4-FFF2-40B4-BE49-F238E27FC236}">
                    <a16:creationId xmlns:a16="http://schemas.microsoft.com/office/drawing/2014/main" id="{69D6451B-C58C-2302-4CC0-6584C71620AE}"/>
                  </a:ext>
                </a:extLst>
              </p:cNvPr>
              <p:cNvPicPr/>
              <p:nvPr/>
            </p:nvPicPr>
            <p:blipFill>
              <a:blip r:embed="rId300"/>
              <a:stretch>
                <a:fillRect/>
              </a:stretch>
            </p:blipFill>
            <p:spPr>
              <a:xfrm>
                <a:off x="11492078" y="1010016"/>
                <a:ext cx="12924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185" name="Ink 184">
                <a:extLst>
                  <a:ext uri="{FF2B5EF4-FFF2-40B4-BE49-F238E27FC236}">
                    <a16:creationId xmlns:a16="http://schemas.microsoft.com/office/drawing/2014/main" id="{D12756B9-FB64-CF0C-D72C-33C72FF92117}"/>
                  </a:ext>
                </a:extLst>
              </p14:cNvPr>
              <p14:cNvContentPartPr/>
              <p14:nvPr/>
            </p14:nvContentPartPr>
            <p14:xfrm>
              <a:off x="11694398" y="900576"/>
              <a:ext cx="14040" cy="198000"/>
            </p14:xfrm>
          </p:contentPart>
        </mc:Choice>
        <mc:Fallback xmlns="">
          <p:pic>
            <p:nvPicPr>
              <p:cNvPr id="185" name="Ink 184">
                <a:extLst>
                  <a:ext uri="{FF2B5EF4-FFF2-40B4-BE49-F238E27FC236}">
                    <a16:creationId xmlns:a16="http://schemas.microsoft.com/office/drawing/2014/main" id="{D12756B9-FB64-CF0C-D72C-33C72FF92117}"/>
                  </a:ext>
                </a:extLst>
              </p:cNvPr>
              <p:cNvPicPr/>
              <p:nvPr/>
            </p:nvPicPr>
            <p:blipFill>
              <a:blip r:embed="rId302"/>
              <a:stretch>
                <a:fillRect/>
              </a:stretch>
            </p:blipFill>
            <p:spPr>
              <a:xfrm>
                <a:off x="11688278" y="894456"/>
                <a:ext cx="2628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186" name="Ink 185">
                <a:extLst>
                  <a:ext uri="{FF2B5EF4-FFF2-40B4-BE49-F238E27FC236}">
                    <a16:creationId xmlns:a16="http://schemas.microsoft.com/office/drawing/2014/main" id="{093EC7D2-BE3C-44E6-02F1-F73C2C9F3EE3}"/>
                  </a:ext>
                </a:extLst>
              </p14:cNvPr>
              <p14:cNvContentPartPr/>
              <p14:nvPr/>
            </p14:nvContentPartPr>
            <p14:xfrm>
              <a:off x="11708438" y="998136"/>
              <a:ext cx="156240" cy="93600"/>
            </p14:xfrm>
          </p:contentPart>
        </mc:Choice>
        <mc:Fallback xmlns="">
          <p:pic>
            <p:nvPicPr>
              <p:cNvPr id="186" name="Ink 185">
                <a:extLst>
                  <a:ext uri="{FF2B5EF4-FFF2-40B4-BE49-F238E27FC236}">
                    <a16:creationId xmlns:a16="http://schemas.microsoft.com/office/drawing/2014/main" id="{093EC7D2-BE3C-44E6-02F1-F73C2C9F3EE3}"/>
                  </a:ext>
                </a:extLst>
              </p:cNvPr>
              <p:cNvPicPr/>
              <p:nvPr/>
            </p:nvPicPr>
            <p:blipFill>
              <a:blip r:embed="rId304"/>
              <a:stretch>
                <a:fillRect/>
              </a:stretch>
            </p:blipFill>
            <p:spPr>
              <a:xfrm>
                <a:off x="11702318" y="992016"/>
                <a:ext cx="16848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187" name="Ink 186">
                <a:extLst>
                  <a:ext uri="{FF2B5EF4-FFF2-40B4-BE49-F238E27FC236}">
                    <a16:creationId xmlns:a16="http://schemas.microsoft.com/office/drawing/2014/main" id="{C1A89B96-1779-930C-A674-138216760425}"/>
                  </a:ext>
                </a:extLst>
              </p14:cNvPr>
              <p14:cNvContentPartPr/>
              <p14:nvPr/>
            </p14:nvContentPartPr>
            <p14:xfrm>
              <a:off x="10839758" y="1409616"/>
              <a:ext cx="228240" cy="170280"/>
            </p14:xfrm>
          </p:contentPart>
        </mc:Choice>
        <mc:Fallback xmlns="">
          <p:pic>
            <p:nvPicPr>
              <p:cNvPr id="187" name="Ink 186">
                <a:extLst>
                  <a:ext uri="{FF2B5EF4-FFF2-40B4-BE49-F238E27FC236}">
                    <a16:creationId xmlns:a16="http://schemas.microsoft.com/office/drawing/2014/main" id="{C1A89B96-1779-930C-A674-138216760425}"/>
                  </a:ext>
                </a:extLst>
              </p:cNvPr>
              <p:cNvPicPr/>
              <p:nvPr/>
            </p:nvPicPr>
            <p:blipFill>
              <a:blip r:embed="rId306"/>
              <a:stretch>
                <a:fillRect/>
              </a:stretch>
            </p:blipFill>
            <p:spPr>
              <a:xfrm>
                <a:off x="10833638" y="1403496"/>
                <a:ext cx="24048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188" name="Ink 187">
                <a:extLst>
                  <a:ext uri="{FF2B5EF4-FFF2-40B4-BE49-F238E27FC236}">
                    <a16:creationId xmlns:a16="http://schemas.microsoft.com/office/drawing/2014/main" id="{BFA0E57A-B585-DB89-A715-195ECD97FD87}"/>
                  </a:ext>
                </a:extLst>
              </p14:cNvPr>
              <p14:cNvContentPartPr/>
              <p14:nvPr/>
            </p14:nvContentPartPr>
            <p14:xfrm>
              <a:off x="11090678" y="1419696"/>
              <a:ext cx="173880" cy="125280"/>
            </p14:xfrm>
          </p:contentPart>
        </mc:Choice>
        <mc:Fallback xmlns="">
          <p:pic>
            <p:nvPicPr>
              <p:cNvPr id="188" name="Ink 187">
                <a:extLst>
                  <a:ext uri="{FF2B5EF4-FFF2-40B4-BE49-F238E27FC236}">
                    <a16:creationId xmlns:a16="http://schemas.microsoft.com/office/drawing/2014/main" id="{BFA0E57A-B585-DB89-A715-195ECD97FD87}"/>
                  </a:ext>
                </a:extLst>
              </p:cNvPr>
              <p:cNvPicPr/>
              <p:nvPr/>
            </p:nvPicPr>
            <p:blipFill>
              <a:blip r:embed="rId308"/>
              <a:stretch>
                <a:fillRect/>
              </a:stretch>
            </p:blipFill>
            <p:spPr>
              <a:xfrm>
                <a:off x="11084558" y="1413576"/>
                <a:ext cx="18612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189" name="Ink 188">
                <a:extLst>
                  <a:ext uri="{FF2B5EF4-FFF2-40B4-BE49-F238E27FC236}">
                    <a16:creationId xmlns:a16="http://schemas.microsoft.com/office/drawing/2014/main" id="{3431DB70-04AF-8426-1425-4E02D8266C43}"/>
                  </a:ext>
                </a:extLst>
              </p14:cNvPr>
              <p14:cNvContentPartPr/>
              <p14:nvPr/>
            </p14:nvContentPartPr>
            <p14:xfrm>
              <a:off x="11316038" y="1440936"/>
              <a:ext cx="225000" cy="86040"/>
            </p14:xfrm>
          </p:contentPart>
        </mc:Choice>
        <mc:Fallback xmlns="">
          <p:pic>
            <p:nvPicPr>
              <p:cNvPr id="189" name="Ink 188">
                <a:extLst>
                  <a:ext uri="{FF2B5EF4-FFF2-40B4-BE49-F238E27FC236}">
                    <a16:creationId xmlns:a16="http://schemas.microsoft.com/office/drawing/2014/main" id="{3431DB70-04AF-8426-1425-4E02D8266C43}"/>
                  </a:ext>
                </a:extLst>
              </p:cNvPr>
              <p:cNvPicPr/>
              <p:nvPr/>
            </p:nvPicPr>
            <p:blipFill>
              <a:blip r:embed="rId310"/>
              <a:stretch>
                <a:fillRect/>
              </a:stretch>
            </p:blipFill>
            <p:spPr>
              <a:xfrm>
                <a:off x="11309918" y="1434816"/>
                <a:ext cx="23724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190" name="Ink 189">
                <a:extLst>
                  <a:ext uri="{FF2B5EF4-FFF2-40B4-BE49-F238E27FC236}">
                    <a16:creationId xmlns:a16="http://schemas.microsoft.com/office/drawing/2014/main" id="{3DDE9923-A9FB-D267-4874-01DC5C074441}"/>
                  </a:ext>
                </a:extLst>
              </p14:cNvPr>
              <p14:cNvContentPartPr/>
              <p14:nvPr/>
            </p14:nvContentPartPr>
            <p14:xfrm>
              <a:off x="11531678" y="1337256"/>
              <a:ext cx="195480" cy="200160"/>
            </p14:xfrm>
          </p:contentPart>
        </mc:Choice>
        <mc:Fallback xmlns="">
          <p:pic>
            <p:nvPicPr>
              <p:cNvPr id="190" name="Ink 189">
                <a:extLst>
                  <a:ext uri="{FF2B5EF4-FFF2-40B4-BE49-F238E27FC236}">
                    <a16:creationId xmlns:a16="http://schemas.microsoft.com/office/drawing/2014/main" id="{3DDE9923-A9FB-D267-4874-01DC5C074441}"/>
                  </a:ext>
                </a:extLst>
              </p:cNvPr>
              <p:cNvPicPr/>
              <p:nvPr/>
            </p:nvPicPr>
            <p:blipFill>
              <a:blip r:embed="rId312"/>
              <a:stretch>
                <a:fillRect/>
              </a:stretch>
            </p:blipFill>
            <p:spPr>
              <a:xfrm>
                <a:off x="11525558" y="1331136"/>
                <a:ext cx="20772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191" name="Ink 190">
                <a:extLst>
                  <a:ext uri="{FF2B5EF4-FFF2-40B4-BE49-F238E27FC236}">
                    <a16:creationId xmlns:a16="http://schemas.microsoft.com/office/drawing/2014/main" id="{D6469ADD-EF26-FF5E-39DC-8171B19A1E8B}"/>
                  </a:ext>
                </a:extLst>
              </p14:cNvPr>
              <p14:cNvContentPartPr/>
              <p14:nvPr/>
            </p14:nvContentPartPr>
            <p14:xfrm>
              <a:off x="10894478" y="1766376"/>
              <a:ext cx="273600" cy="253080"/>
            </p14:xfrm>
          </p:contentPart>
        </mc:Choice>
        <mc:Fallback xmlns="">
          <p:pic>
            <p:nvPicPr>
              <p:cNvPr id="191" name="Ink 190">
                <a:extLst>
                  <a:ext uri="{FF2B5EF4-FFF2-40B4-BE49-F238E27FC236}">
                    <a16:creationId xmlns:a16="http://schemas.microsoft.com/office/drawing/2014/main" id="{D6469ADD-EF26-FF5E-39DC-8171B19A1E8B}"/>
                  </a:ext>
                </a:extLst>
              </p:cNvPr>
              <p:cNvPicPr/>
              <p:nvPr/>
            </p:nvPicPr>
            <p:blipFill>
              <a:blip r:embed="rId314"/>
              <a:stretch>
                <a:fillRect/>
              </a:stretch>
            </p:blipFill>
            <p:spPr>
              <a:xfrm>
                <a:off x="10888358" y="1760256"/>
                <a:ext cx="28584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192" name="Ink 191">
                <a:extLst>
                  <a:ext uri="{FF2B5EF4-FFF2-40B4-BE49-F238E27FC236}">
                    <a16:creationId xmlns:a16="http://schemas.microsoft.com/office/drawing/2014/main" id="{83120148-125E-6F65-556F-EEF1EDF1B548}"/>
                  </a:ext>
                </a:extLst>
              </p14:cNvPr>
              <p14:cNvContentPartPr/>
              <p14:nvPr/>
            </p14:nvContentPartPr>
            <p14:xfrm>
              <a:off x="11085998" y="1793376"/>
              <a:ext cx="21240" cy="15840"/>
            </p14:xfrm>
          </p:contentPart>
        </mc:Choice>
        <mc:Fallback xmlns="">
          <p:pic>
            <p:nvPicPr>
              <p:cNvPr id="192" name="Ink 191">
                <a:extLst>
                  <a:ext uri="{FF2B5EF4-FFF2-40B4-BE49-F238E27FC236}">
                    <a16:creationId xmlns:a16="http://schemas.microsoft.com/office/drawing/2014/main" id="{83120148-125E-6F65-556F-EEF1EDF1B548}"/>
                  </a:ext>
                </a:extLst>
              </p:cNvPr>
              <p:cNvPicPr/>
              <p:nvPr/>
            </p:nvPicPr>
            <p:blipFill>
              <a:blip r:embed="rId316"/>
              <a:stretch>
                <a:fillRect/>
              </a:stretch>
            </p:blipFill>
            <p:spPr>
              <a:xfrm>
                <a:off x="11079878" y="1787256"/>
                <a:ext cx="3348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193" name="Ink 192">
                <a:extLst>
                  <a:ext uri="{FF2B5EF4-FFF2-40B4-BE49-F238E27FC236}">
                    <a16:creationId xmlns:a16="http://schemas.microsoft.com/office/drawing/2014/main" id="{A53F13D3-252E-1DCB-8C54-59F01809A3AC}"/>
                  </a:ext>
                </a:extLst>
              </p14:cNvPr>
              <p14:cNvContentPartPr/>
              <p14:nvPr/>
            </p14:nvContentPartPr>
            <p14:xfrm>
              <a:off x="11206238" y="1857456"/>
              <a:ext cx="92520" cy="156240"/>
            </p14:xfrm>
          </p:contentPart>
        </mc:Choice>
        <mc:Fallback xmlns="">
          <p:pic>
            <p:nvPicPr>
              <p:cNvPr id="193" name="Ink 192">
                <a:extLst>
                  <a:ext uri="{FF2B5EF4-FFF2-40B4-BE49-F238E27FC236}">
                    <a16:creationId xmlns:a16="http://schemas.microsoft.com/office/drawing/2014/main" id="{A53F13D3-252E-1DCB-8C54-59F01809A3AC}"/>
                  </a:ext>
                </a:extLst>
              </p:cNvPr>
              <p:cNvPicPr/>
              <p:nvPr/>
            </p:nvPicPr>
            <p:blipFill>
              <a:blip r:embed="rId318"/>
              <a:stretch>
                <a:fillRect/>
              </a:stretch>
            </p:blipFill>
            <p:spPr>
              <a:xfrm>
                <a:off x="11200118" y="1851336"/>
                <a:ext cx="10476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194" name="Ink 193">
                <a:extLst>
                  <a:ext uri="{FF2B5EF4-FFF2-40B4-BE49-F238E27FC236}">
                    <a16:creationId xmlns:a16="http://schemas.microsoft.com/office/drawing/2014/main" id="{41E12EC4-DA89-2E88-5C22-A4C50BD6902B}"/>
                  </a:ext>
                </a:extLst>
              </p14:cNvPr>
              <p14:cNvContentPartPr/>
              <p14:nvPr/>
            </p14:nvContentPartPr>
            <p14:xfrm>
              <a:off x="11300558" y="1759176"/>
              <a:ext cx="54720" cy="237240"/>
            </p14:xfrm>
          </p:contentPart>
        </mc:Choice>
        <mc:Fallback xmlns="">
          <p:pic>
            <p:nvPicPr>
              <p:cNvPr id="194" name="Ink 193">
                <a:extLst>
                  <a:ext uri="{FF2B5EF4-FFF2-40B4-BE49-F238E27FC236}">
                    <a16:creationId xmlns:a16="http://schemas.microsoft.com/office/drawing/2014/main" id="{41E12EC4-DA89-2E88-5C22-A4C50BD6902B}"/>
                  </a:ext>
                </a:extLst>
              </p:cNvPr>
              <p:cNvPicPr/>
              <p:nvPr/>
            </p:nvPicPr>
            <p:blipFill>
              <a:blip r:embed="rId320"/>
              <a:stretch>
                <a:fillRect/>
              </a:stretch>
            </p:blipFill>
            <p:spPr>
              <a:xfrm>
                <a:off x="11294438" y="1753056"/>
                <a:ext cx="6696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195" name="Ink 194">
                <a:extLst>
                  <a:ext uri="{FF2B5EF4-FFF2-40B4-BE49-F238E27FC236}">
                    <a16:creationId xmlns:a16="http://schemas.microsoft.com/office/drawing/2014/main" id="{0D525649-FBB5-D99B-6BAF-A7167A342977}"/>
                  </a:ext>
                </a:extLst>
              </p14:cNvPr>
              <p14:cNvContentPartPr/>
              <p14:nvPr/>
            </p14:nvContentPartPr>
            <p14:xfrm>
              <a:off x="11292278" y="1908576"/>
              <a:ext cx="240120" cy="117360"/>
            </p14:xfrm>
          </p:contentPart>
        </mc:Choice>
        <mc:Fallback xmlns="">
          <p:pic>
            <p:nvPicPr>
              <p:cNvPr id="195" name="Ink 194">
                <a:extLst>
                  <a:ext uri="{FF2B5EF4-FFF2-40B4-BE49-F238E27FC236}">
                    <a16:creationId xmlns:a16="http://schemas.microsoft.com/office/drawing/2014/main" id="{0D525649-FBB5-D99B-6BAF-A7167A342977}"/>
                  </a:ext>
                </a:extLst>
              </p:cNvPr>
              <p:cNvPicPr/>
              <p:nvPr/>
            </p:nvPicPr>
            <p:blipFill>
              <a:blip r:embed="rId322"/>
              <a:stretch>
                <a:fillRect/>
              </a:stretch>
            </p:blipFill>
            <p:spPr>
              <a:xfrm>
                <a:off x="11286158" y="1902456"/>
                <a:ext cx="25236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196" name="Ink 195">
                <a:extLst>
                  <a:ext uri="{FF2B5EF4-FFF2-40B4-BE49-F238E27FC236}">
                    <a16:creationId xmlns:a16="http://schemas.microsoft.com/office/drawing/2014/main" id="{4AD4024F-A850-E001-309E-A0D341ACEB9E}"/>
                  </a:ext>
                </a:extLst>
              </p14:cNvPr>
              <p14:cNvContentPartPr/>
              <p14:nvPr/>
            </p14:nvContentPartPr>
            <p14:xfrm>
              <a:off x="11616638" y="1945656"/>
              <a:ext cx="25560" cy="16200"/>
            </p14:xfrm>
          </p:contentPart>
        </mc:Choice>
        <mc:Fallback xmlns="">
          <p:pic>
            <p:nvPicPr>
              <p:cNvPr id="196" name="Ink 195">
                <a:extLst>
                  <a:ext uri="{FF2B5EF4-FFF2-40B4-BE49-F238E27FC236}">
                    <a16:creationId xmlns:a16="http://schemas.microsoft.com/office/drawing/2014/main" id="{4AD4024F-A850-E001-309E-A0D341ACEB9E}"/>
                  </a:ext>
                </a:extLst>
              </p:cNvPr>
              <p:cNvPicPr/>
              <p:nvPr/>
            </p:nvPicPr>
            <p:blipFill>
              <a:blip r:embed="rId324"/>
              <a:stretch>
                <a:fillRect/>
              </a:stretch>
            </p:blipFill>
            <p:spPr>
              <a:xfrm>
                <a:off x="11610518" y="1939536"/>
                <a:ext cx="3780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00" name="Ink 199">
                <a:extLst>
                  <a:ext uri="{FF2B5EF4-FFF2-40B4-BE49-F238E27FC236}">
                    <a16:creationId xmlns:a16="http://schemas.microsoft.com/office/drawing/2014/main" id="{2582B8D6-3875-5778-39E1-CB709B5F36D7}"/>
                  </a:ext>
                </a:extLst>
              </p14:cNvPr>
              <p14:cNvContentPartPr/>
              <p14:nvPr/>
            </p14:nvContentPartPr>
            <p14:xfrm>
              <a:off x="10179518" y="2568456"/>
              <a:ext cx="216360" cy="186120"/>
            </p14:xfrm>
          </p:contentPart>
        </mc:Choice>
        <mc:Fallback xmlns="">
          <p:pic>
            <p:nvPicPr>
              <p:cNvPr id="200" name="Ink 199">
                <a:extLst>
                  <a:ext uri="{FF2B5EF4-FFF2-40B4-BE49-F238E27FC236}">
                    <a16:creationId xmlns:a16="http://schemas.microsoft.com/office/drawing/2014/main" id="{2582B8D6-3875-5778-39E1-CB709B5F36D7}"/>
                  </a:ext>
                </a:extLst>
              </p:cNvPr>
              <p:cNvPicPr/>
              <p:nvPr/>
            </p:nvPicPr>
            <p:blipFill>
              <a:blip r:embed="rId326"/>
              <a:stretch>
                <a:fillRect/>
              </a:stretch>
            </p:blipFill>
            <p:spPr>
              <a:xfrm>
                <a:off x="10173398" y="2562336"/>
                <a:ext cx="22860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201" name="Ink 200">
                <a:extLst>
                  <a:ext uri="{FF2B5EF4-FFF2-40B4-BE49-F238E27FC236}">
                    <a16:creationId xmlns:a16="http://schemas.microsoft.com/office/drawing/2014/main" id="{293AFBB2-0B5C-0B8C-8FAB-685095F8984A}"/>
                  </a:ext>
                </a:extLst>
              </p14:cNvPr>
              <p14:cNvContentPartPr/>
              <p14:nvPr/>
            </p14:nvContentPartPr>
            <p14:xfrm>
              <a:off x="10261598" y="2552976"/>
              <a:ext cx="155160" cy="262080"/>
            </p14:xfrm>
          </p:contentPart>
        </mc:Choice>
        <mc:Fallback xmlns="">
          <p:pic>
            <p:nvPicPr>
              <p:cNvPr id="201" name="Ink 200">
                <a:extLst>
                  <a:ext uri="{FF2B5EF4-FFF2-40B4-BE49-F238E27FC236}">
                    <a16:creationId xmlns:a16="http://schemas.microsoft.com/office/drawing/2014/main" id="{293AFBB2-0B5C-0B8C-8FAB-685095F8984A}"/>
                  </a:ext>
                </a:extLst>
              </p:cNvPr>
              <p:cNvPicPr/>
              <p:nvPr/>
            </p:nvPicPr>
            <p:blipFill>
              <a:blip r:embed="rId328"/>
              <a:stretch>
                <a:fillRect/>
              </a:stretch>
            </p:blipFill>
            <p:spPr>
              <a:xfrm>
                <a:off x="10255478" y="2546856"/>
                <a:ext cx="16740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02" name="Ink 201">
                <a:extLst>
                  <a:ext uri="{FF2B5EF4-FFF2-40B4-BE49-F238E27FC236}">
                    <a16:creationId xmlns:a16="http://schemas.microsoft.com/office/drawing/2014/main" id="{297FB7DE-DA71-BBA6-83FB-AD9240FFAB1A}"/>
                  </a:ext>
                </a:extLst>
              </p14:cNvPr>
              <p14:cNvContentPartPr/>
              <p14:nvPr/>
            </p14:nvContentPartPr>
            <p14:xfrm>
              <a:off x="10482278" y="2705256"/>
              <a:ext cx="11520" cy="138600"/>
            </p14:xfrm>
          </p:contentPart>
        </mc:Choice>
        <mc:Fallback xmlns="">
          <p:pic>
            <p:nvPicPr>
              <p:cNvPr id="202" name="Ink 201">
                <a:extLst>
                  <a:ext uri="{FF2B5EF4-FFF2-40B4-BE49-F238E27FC236}">
                    <a16:creationId xmlns:a16="http://schemas.microsoft.com/office/drawing/2014/main" id="{297FB7DE-DA71-BBA6-83FB-AD9240FFAB1A}"/>
                  </a:ext>
                </a:extLst>
              </p:cNvPr>
              <p:cNvPicPr/>
              <p:nvPr/>
            </p:nvPicPr>
            <p:blipFill>
              <a:blip r:embed="rId330"/>
              <a:stretch>
                <a:fillRect/>
              </a:stretch>
            </p:blipFill>
            <p:spPr>
              <a:xfrm>
                <a:off x="10476158" y="2699136"/>
                <a:ext cx="2376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03" name="Ink 202">
                <a:extLst>
                  <a:ext uri="{FF2B5EF4-FFF2-40B4-BE49-F238E27FC236}">
                    <a16:creationId xmlns:a16="http://schemas.microsoft.com/office/drawing/2014/main" id="{F7330FD0-882C-33A5-5EA5-FE5F3B9108D2}"/>
                  </a:ext>
                </a:extLst>
              </p14:cNvPr>
              <p14:cNvContentPartPr/>
              <p14:nvPr/>
            </p14:nvContentPartPr>
            <p14:xfrm>
              <a:off x="10178078" y="3052296"/>
              <a:ext cx="154800" cy="213840"/>
            </p14:xfrm>
          </p:contentPart>
        </mc:Choice>
        <mc:Fallback xmlns="">
          <p:pic>
            <p:nvPicPr>
              <p:cNvPr id="203" name="Ink 202">
                <a:extLst>
                  <a:ext uri="{FF2B5EF4-FFF2-40B4-BE49-F238E27FC236}">
                    <a16:creationId xmlns:a16="http://schemas.microsoft.com/office/drawing/2014/main" id="{F7330FD0-882C-33A5-5EA5-FE5F3B9108D2}"/>
                  </a:ext>
                </a:extLst>
              </p:cNvPr>
              <p:cNvPicPr/>
              <p:nvPr/>
            </p:nvPicPr>
            <p:blipFill>
              <a:blip r:embed="rId332"/>
              <a:stretch>
                <a:fillRect/>
              </a:stretch>
            </p:blipFill>
            <p:spPr>
              <a:xfrm>
                <a:off x="10171958" y="3046176"/>
                <a:ext cx="16704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04" name="Ink 203">
                <a:extLst>
                  <a:ext uri="{FF2B5EF4-FFF2-40B4-BE49-F238E27FC236}">
                    <a16:creationId xmlns:a16="http://schemas.microsoft.com/office/drawing/2014/main" id="{C21982B4-F0BA-807B-6555-FB71B9DD2E8B}"/>
                  </a:ext>
                </a:extLst>
              </p14:cNvPr>
              <p14:cNvContentPartPr/>
              <p14:nvPr/>
            </p14:nvContentPartPr>
            <p14:xfrm>
              <a:off x="10237478" y="3042216"/>
              <a:ext cx="104040" cy="234360"/>
            </p14:xfrm>
          </p:contentPart>
        </mc:Choice>
        <mc:Fallback xmlns="">
          <p:pic>
            <p:nvPicPr>
              <p:cNvPr id="204" name="Ink 203">
                <a:extLst>
                  <a:ext uri="{FF2B5EF4-FFF2-40B4-BE49-F238E27FC236}">
                    <a16:creationId xmlns:a16="http://schemas.microsoft.com/office/drawing/2014/main" id="{C21982B4-F0BA-807B-6555-FB71B9DD2E8B}"/>
                  </a:ext>
                </a:extLst>
              </p:cNvPr>
              <p:cNvPicPr/>
              <p:nvPr/>
            </p:nvPicPr>
            <p:blipFill>
              <a:blip r:embed="rId334"/>
              <a:stretch>
                <a:fillRect/>
              </a:stretch>
            </p:blipFill>
            <p:spPr>
              <a:xfrm>
                <a:off x="10231358" y="3036096"/>
                <a:ext cx="11628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05" name="Ink 204">
                <a:extLst>
                  <a:ext uri="{FF2B5EF4-FFF2-40B4-BE49-F238E27FC236}">
                    <a16:creationId xmlns:a16="http://schemas.microsoft.com/office/drawing/2014/main" id="{2804D93B-D258-37B6-BBCB-79D4D487DF95}"/>
                  </a:ext>
                </a:extLst>
              </p14:cNvPr>
              <p14:cNvContentPartPr/>
              <p14:nvPr/>
            </p14:nvContentPartPr>
            <p14:xfrm>
              <a:off x="10408118" y="3222216"/>
              <a:ext cx="131040" cy="128880"/>
            </p14:xfrm>
          </p:contentPart>
        </mc:Choice>
        <mc:Fallback xmlns="">
          <p:pic>
            <p:nvPicPr>
              <p:cNvPr id="205" name="Ink 204">
                <a:extLst>
                  <a:ext uri="{FF2B5EF4-FFF2-40B4-BE49-F238E27FC236}">
                    <a16:creationId xmlns:a16="http://schemas.microsoft.com/office/drawing/2014/main" id="{2804D93B-D258-37B6-BBCB-79D4D487DF95}"/>
                  </a:ext>
                </a:extLst>
              </p:cNvPr>
              <p:cNvPicPr/>
              <p:nvPr/>
            </p:nvPicPr>
            <p:blipFill>
              <a:blip r:embed="rId336"/>
              <a:stretch>
                <a:fillRect/>
              </a:stretch>
            </p:blipFill>
            <p:spPr>
              <a:xfrm>
                <a:off x="10401998" y="3216096"/>
                <a:ext cx="14328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06" name="Ink 205">
                <a:extLst>
                  <a:ext uri="{FF2B5EF4-FFF2-40B4-BE49-F238E27FC236}">
                    <a16:creationId xmlns:a16="http://schemas.microsoft.com/office/drawing/2014/main" id="{69C6DF84-1A84-BCC7-591A-9EBD3ECFCFE4}"/>
                  </a:ext>
                </a:extLst>
              </p14:cNvPr>
              <p14:cNvContentPartPr/>
              <p14:nvPr/>
            </p14:nvContentPartPr>
            <p14:xfrm>
              <a:off x="10262318" y="3647376"/>
              <a:ext cx="360" cy="360"/>
            </p14:xfrm>
          </p:contentPart>
        </mc:Choice>
        <mc:Fallback xmlns="">
          <p:pic>
            <p:nvPicPr>
              <p:cNvPr id="206" name="Ink 205">
                <a:extLst>
                  <a:ext uri="{FF2B5EF4-FFF2-40B4-BE49-F238E27FC236}">
                    <a16:creationId xmlns:a16="http://schemas.microsoft.com/office/drawing/2014/main" id="{69C6DF84-1A84-BCC7-591A-9EBD3ECFCFE4}"/>
                  </a:ext>
                </a:extLst>
              </p:cNvPr>
              <p:cNvPicPr/>
              <p:nvPr/>
            </p:nvPicPr>
            <p:blipFill>
              <a:blip r:embed="rId9"/>
              <a:stretch>
                <a:fillRect/>
              </a:stretch>
            </p:blipFill>
            <p:spPr>
              <a:xfrm>
                <a:off x="10256198" y="36412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38">
            <p14:nvContentPartPr>
              <p14:cNvPr id="207" name="Ink 206">
                <a:extLst>
                  <a:ext uri="{FF2B5EF4-FFF2-40B4-BE49-F238E27FC236}">
                    <a16:creationId xmlns:a16="http://schemas.microsoft.com/office/drawing/2014/main" id="{F1B0EC94-9977-32A5-FA0B-BB12E13B0BEF}"/>
                  </a:ext>
                </a:extLst>
              </p14:cNvPr>
              <p14:cNvContentPartPr/>
              <p14:nvPr/>
            </p14:nvContentPartPr>
            <p14:xfrm>
              <a:off x="10243238" y="3910896"/>
              <a:ext cx="2160" cy="18360"/>
            </p14:xfrm>
          </p:contentPart>
        </mc:Choice>
        <mc:Fallback xmlns="">
          <p:pic>
            <p:nvPicPr>
              <p:cNvPr id="207" name="Ink 206">
                <a:extLst>
                  <a:ext uri="{FF2B5EF4-FFF2-40B4-BE49-F238E27FC236}">
                    <a16:creationId xmlns:a16="http://schemas.microsoft.com/office/drawing/2014/main" id="{F1B0EC94-9977-32A5-FA0B-BB12E13B0BEF}"/>
                  </a:ext>
                </a:extLst>
              </p:cNvPr>
              <p:cNvPicPr/>
              <p:nvPr/>
            </p:nvPicPr>
            <p:blipFill>
              <a:blip r:embed="rId339"/>
              <a:stretch>
                <a:fillRect/>
              </a:stretch>
            </p:blipFill>
            <p:spPr>
              <a:xfrm>
                <a:off x="10237118" y="3904776"/>
                <a:ext cx="1440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340">
            <p14:nvContentPartPr>
              <p14:cNvPr id="208" name="Ink 207">
                <a:extLst>
                  <a:ext uri="{FF2B5EF4-FFF2-40B4-BE49-F238E27FC236}">
                    <a16:creationId xmlns:a16="http://schemas.microsoft.com/office/drawing/2014/main" id="{1F670EBB-5255-833D-AC96-5A7D03E55465}"/>
                  </a:ext>
                </a:extLst>
              </p14:cNvPr>
              <p14:cNvContentPartPr/>
              <p14:nvPr/>
            </p14:nvContentPartPr>
            <p14:xfrm>
              <a:off x="10227038" y="4162896"/>
              <a:ext cx="360" cy="360"/>
            </p14:xfrm>
          </p:contentPart>
        </mc:Choice>
        <mc:Fallback xmlns="">
          <p:pic>
            <p:nvPicPr>
              <p:cNvPr id="208" name="Ink 207">
                <a:extLst>
                  <a:ext uri="{FF2B5EF4-FFF2-40B4-BE49-F238E27FC236}">
                    <a16:creationId xmlns:a16="http://schemas.microsoft.com/office/drawing/2014/main" id="{1F670EBB-5255-833D-AC96-5A7D03E55465}"/>
                  </a:ext>
                </a:extLst>
              </p:cNvPr>
              <p:cNvPicPr/>
              <p:nvPr/>
            </p:nvPicPr>
            <p:blipFill>
              <a:blip r:embed="rId9"/>
              <a:stretch>
                <a:fillRect/>
              </a:stretch>
            </p:blipFill>
            <p:spPr>
              <a:xfrm>
                <a:off x="10220918" y="415677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09" name="Ink 208">
                <a:extLst>
                  <a:ext uri="{FF2B5EF4-FFF2-40B4-BE49-F238E27FC236}">
                    <a16:creationId xmlns:a16="http://schemas.microsoft.com/office/drawing/2014/main" id="{E0DD4F91-DE1A-863C-740F-BEF74B43A00B}"/>
                  </a:ext>
                </a:extLst>
              </p14:cNvPr>
              <p14:cNvContentPartPr/>
              <p14:nvPr/>
            </p14:nvContentPartPr>
            <p14:xfrm>
              <a:off x="10125158" y="4364136"/>
              <a:ext cx="164520" cy="220680"/>
            </p14:xfrm>
          </p:contentPart>
        </mc:Choice>
        <mc:Fallback xmlns="">
          <p:pic>
            <p:nvPicPr>
              <p:cNvPr id="209" name="Ink 208">
                <a:extLst>
                  <a:ext uri="{FF2B5EF4-FFF2-40B4-BE49-F238E27FC236}">
                    <a16:creationId xmlns:a16="http://schemas.microsoft.com/office/drawing/2014/main" id="{E0DD4F91-DE1A-863C-740F-BEF74B43A00B}"/>
                  </a:ext>
                </a:extLst>
              </p:cNvPr>
              <p:cNvPicPr/>
              <p:nvPr/>
            </p:nvPicPr>
            <p:blipFill>
              <a:blip r:embed="rId342"/>
              <a:stretch>
                <a:fillRect/>
              </a:stretch>
            </p:blipFill>
            <p:spPr>
              <a:xfrm>
                <a:off x="10119038" y="4358016"/>
                <a:ext cx="17676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10" name="Ink 209">
                <a:extLst>
                  <a:ext uri="{FF2B5EF4-FFF2-40B4-BE49-F238E27FC236}">
                    <a16:creationId xmlns:a16="http://schemas.microsoft.com/office/drawing/2014/main" id="{0A8D6437-E82B-2410-5F5B-726D1D43C950}"/>
                  </a:ext>
                </a:extLst>
              </p14:cNvPr>
              <p14:cNvContentPartPr/>
              <p14:nvPr/>
            </p14:nvContentPartPr>
            <p14:xfrm>
              <a:off x="10159718" y="4377456"/>
              <a:ext cx="127800" cy="301680"/>
            </p14:xfrm>
          </p:contentPart>
        </mc:Choice>
        <mc:Fallback xmlns="">
          <p:pic>
            <p:nvPicPr>
              <p:cNvPr id="210" name="Ink 209">
                <a:extLst>
                  <a:ext uri="{FF2B5EF4-FFF2-40B4-BE49-F238E27FC236}">
                    <a16:creationId xmlns:a16="http://schemas.microsoft.com/office/drawing/2014/main" id="{0A8D6437-E82B-2410-5F5B-726D1D43C950}"/>
                  </a:ext>
                </a:extLst>
              </p:cNvPr>
              <p:cNvPicPr/>
              <p:nvPr/>
            </p:nvPicPr>
            <p:blipFill>
              <a:blip r:embed="rId344"/>
              <a:stretch>
                <a:fillRect/>
              </a:stretch>
            </p:blipFill>
            <p:spPr>
              <a:xfrm>
                <a:off x="10153598" y="4371336"/>
                <a:ext cx="140040" cy="31392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11" name="Ink 210">
                <a:extLst>
                  <a:ext uri="{FF2B5EF4-FFF2-40B4-BE49-F238E27FC236}">
                    <a16:creationId xmlns:a16="http://schemas.microsoft.com/office/drawing/2014/main" id="{D2C9ACC7-7F10-2C34-5EF4-380D96EE7144}"/>
                  </a:ext>
                </a:extLst>
              </p14:cNvPr>
              <p14:cNvContentPartPr/>
              <p14:nvPr/>
            </p14:nvContentPartPr>
            <p14:xfrm>
              <a:off x="10352318" y="4559616"/>
              <a:ext cx="69480" cy="266760"/>
            </p14:xfrm>
          </p:contentPart>
        </mc:Choice>
        <mc:Fallback xmlns="">
          <p:pic>
            <p:nvPicPr>
              <p:cNvPr id="211" name="Ink 210">
                <a:extLst>
                  <a:ext uri="{FF2B5EF4-FFF2-40B4-BE49-F238E27FC236}">
                    <a16:creationId xmlns:a16="http://schemas.microsoft.com/office/drawing/2014/main" id="{D2C9ACC7-7F10-2C34-5EF4-380D96EE7144}"/>
                  </a:ext>
                </a:extLst>
              </p:cNvPr>
              <p:cNvPicPr/>
              <p:nvPr/>
            </p:nvPicPr>
            <p:blipFill>
              <a:blip r:embed="rId346"/>
              <a:stretch>
                <a:fillRect/>
              </a:stretch>
            </p:blipFill>
            <p:spPr>
              <a:xfrm>
                <a:off x="10346198" y="4553496"/>
                <a:ext cx="8172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12" name="Ink 211">
                <a:extLst>
                  <a:ext uri="{FF2B5EF4-FFF2-40B4-BE49-F238E27FC236}">
                    <a16:creationId xmlns:a16="http://schemas.microsoft.com/office/drawing/2014/main" id="{449E7DF7-8C25-760D-D160-FCEBC82125D2}"/>
                  </a:ext>
                </a:extLst>
              </p14:cNvPr>
              <p14:cNvContentPartPr/>
              <p14:nvPr/>
            </p14:nvContentPartPr>
            <p14:xfrm>
              <a:off x="10410638" y="4588776"/>
              <a:ext cx="69480" cy="74160"/>
            </p14:xfrm>
          </p:contentPart>
        </mc:Choice>
        <mc:Fallback xmlns="">
          <p:pic>
            <p:nvPicPr>
              <p:cNvPr id="212" name="Ink 211">
                <a:extLst>
                  <a:ext uri="{FF2B5EF4-FFF2-40B4-BE49-F238E27FC236}">
                    <a16:creationId xmlns:a16="http://schemas.microsoft.com/office/drawing/2014/main" id="{449E7DF7-8C25-760D-D160-FCEBC82125D2}"/>
                  </a:ext>
                </a:extLst>
              </p:cNvPr>
              <p:cNvPicPr/>
              <p:nvPr/>
            </p:nvPicPr>
            <p:blipFill>
              <a:blip r:embed="rId348"/>
              <a:stretch>
                <a:fillRect/>
              </a:stretch>
            </p:blipFill>
            <p:spPr>
              <a:xfrm>
                <a:off x="10404518" y="4582656"/>
                <a:ext cx="8172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13" name="Ink 212">
                <a:extLst>
                  <a:ext uri="{FF2B5EF4-FFF2-40B4-BE49-F238E27FC236}">
                    <a16:creationId xmlns:a16="http://schemas.microsoft.com/office/drawing/2014/main" id="{AE3DF623-DE0B-6835-8E01-4F9AF29DE842}"/>
                  </a:ext>
                </a:extLst>
              </p14:cNvPr>
              <p14:cNvContentPartPr/>
              <p14:nvPr/>
            </p14:nvContentPartPr>
            <p14:xfrm>
              <a:off x="10458878" y="2538936"/>
              <a:ext cx="420480" cy="2245320"/>
            </p14:xfrm>
          </p:contentPart>
        </mc:Choice>
        <mc:Fallback xmlns="">
          <p:pic>
            <p:nvPicPr>
              <p:cNvPr id="213" name="Ink 212">
                <a:extLst>
                  <a:ext uri="{FF2B5EF4-FFF2-40B4-BE49-F238E27FC236}">
                    <a16:creationId xmlns:a16="http://schemas.microsoft.com/office/drawing/2014/main" id="{AE3DF623-DE0B-6835-8E01-4F9AF29DE842}"/>
                  </a:ext>
                </a:extLst>
              </p:cNvPr>
              <p:cNvPicPr/>
              <p:nvPr/>
            </p:nvPicPr>
            <p:blipFill>
              <a:blip r:embed="rId350"/>
              <a:stretch>
                <a:fillRect/>
              </a:stretch>
            </p:blipFill>
            <p:spPr>
              <a:xfrm>
                <a:off x="10452758" y="2532816"/>
                <a:ext cx="432720" cy="225756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215" name="Ink 214">
                <a:extLst>
                  <a:ext uri="{FF2B5EF4-FFF2-40B4-BE49-F238E27FC236}">
                    <a16:creationId xmlns:a16="http://schemas.microsoft.com/office/drawing/2014/main" id="{BF95FB6C-29B7-7F2C-07CB-3EBC6ABA52E4}"/>
                  </a:ext>
                </a:extLst>
              </p14:cNvPr>
              <p14:cNvContentPartPr/>
              <p14:nvPr/>
            </p14:nvContentPartPr>
            <p14:xfrm>
              <a:off x="10952798" y="2964816"/>
              <a:ext cx="220320" cy="411120"/>
            </p14:xfrm>
          </p:contentPart>
        </mc:Choice>
        <mc:Fallback xmlns="">
          <p:pic>
            <p:nvPicPr>
              <p:cNvPr id="215" name="Ink 214">
                <a:extLst>
                  <a:ext uri="{FF2B5EF4-FFF2-40B4-BE49-F238E27FC236}">
                    <a16:creationId xmlns:a16="http://schemas.microsoft.com/office/drawing/2014/main" id="{BF95FB6C-29B7-7F2C-07CB-3EBC6ABA52E4}"/>
                  </a:ext>
                </a:extLst>
              </p:cNvPr>
              <p:cNvPicPr/>
              <p:nvPr/>
            </p:nvPicPr>
            <p:blipFill>
              <a:blip r:embed="rId352"/>
              <a:stretch>
                <a:fillRect/>
              </a:stretch>
            </p:blipFill>
            <p:spPr>
              <a:xfrm>
                <a:off x="10946678" y="2958696"/>
                <a:ext cx="232560" cy="42336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216" name="Ink 215">
                <a:extLst>
                  <a:ext uri="{FF2B5EF4-FFF2-40B4-BE49-F238E27FC236}">
                    <a16:creationId xmlns:a16="http://schemas.microsoft.com/office/drawing/2014/main" id="{66093901-B31B-267D-9DC9-2C4D09F5A715}"/>
                  </a:ext>
                </a:extLst>
              </p14:cNvPr>
              <p14:cNvContentPartPr/>
              <p14:nvPr/>
            </p14:nvContentPartPr>
            <p14:xfrm>
              <a:off x="11193998" y="2942136"/>
              <a:ext cx="237240" cy="281880"/>
            </p14:xfrm>
          </p:contentPart>
        </mc:Choice>
        <mc:Fallback xmlns="">
          <p:pic>
            <p:nvPicPr>
              <p:cNvPr id="216" name="Ink 215">
                <a:extLst>
                  <a:ext uri="{FF2B5EF4-FFF2-40B4-BE49-F238E27FC236}">
                    <a16:creationId xmlns:a16="http://schemas.microsoft.com/office/drawing/2014/main" id="{66093901-B31B-267D-9DC9-2C4D09F5A715}"/>
                  </a:ext>
                </a:extLst>
              </p:cNvPr>
              <p:cNvPicPr/>
              <p:nvPr/>
            </p:nvPicPr>
            <p:blipFill>
              <a:blip r:embed="rId354"/>
              <a:stretch>
                <a:fillRect/>
              </a:stretch>
            </p:blipFill>
            <p:spPr>
              <a:xfrm>
                <a:off x="11187878" y="2936016"/>
                <a:ext cx="24948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17" name="Ink 216">
                <a:extLst>
                  <a:ext uri="{FF2B5EF4-FFF2-40B4-BE49-F238E27FC236}">
                    <a16:creationId xmlns:a16="http://schemas.microsoft.com/office/drawing/2014/main" id="{03D14107-2790-9ADF-BEA2-E6670AF01A13}"/>
                  </a:ext>
                </a:extLst>
              </p14:cNvPr>
              <p14:cNvContentPartPr/>
              <p14:nvPr/>
            </p14:nvContentPartPr>
            <p14:xfrm>
              <a:off x="11414678" y="2899296"/>
              <a:ext cx="73440" cy="226080"/>
            </p14:xfrm>
          </p:contentPart>
        </mc:Choice>
        <mc:Fallback xmlns="">
          <p:pic>
            <p:nvPicPr>
              <p:cNvPr id="217" name="Ink 216">
                <a:extLst>
                  <a:ext uri="{FF2B5EF4-FFF2-40B4-BE49-F238E27FC236}">
                    <a16:creationId xmlns:a16="http://schemas.microsoft.com/office/drawing/2014/main" id="{03D14107-2790-9ADF-BEA2-E6670AF01A13}"/>
                  </a:ext>
                </a:extLst>
              </p:cNvPr>
              <p:cNvPicPr/>
              <p:nvPr/>
            </p:nvPicPr>
            <p:blipFill>
              <a:blip r:embed="rId356"/>
              <a:stretch>
                <a:fillRect/>
              </a:stretch>
            </p:blipFill>
            <p:spPr>
              <a:xfrm>
                <a:off x="11408558" y="2893176"/>
                <a:ext cx="8568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18" name="Ink 217">
                <a:extLst>
                  <a:ext uri="{FF2B5EF4-FFF2-40B4-BE49-F238E27FC236}">
                    <a16:creationId xmlns:a16="http://schemas.microsoft.com/office/drawing/2014/main" id="{7F13E099-9CFC-C3F9-DB17-2A7D027DCD4D}"/>
                  </a:ext>
                </a:extLst>
              </p14:cNvPr>
              <p14:cNvContentPartPr/>
              <p14:nvPr/>
            </p14:nvContentPartPr>
            <p14:xfrm>
              <a:off x="11465438" y="3013416"/>
              <a:ext cx="92880" cy="90000"/>
            </p14:xfrm>
          </p:contentPart>
        </mc:Choice>
        <mc:Fallback xmlns="">
          <p:pic>
            <p:nvPicPr>
              <p:cNvPr id="218" name="Ink 217">
                <a:extLst>
                  <a:ext uri="{FF2B5EF4-FFF2-40B4-BE49-F238E27FC236}">
                    <a16:creationId xmlns:a16="http://schemas.microsoft.com/office/drawing/2014/main" id="{7F13E099-9CFC-C3F9-DB17-2A7D027DCD4D}"/>
                  </a:ext>
                </a:extLst>
              </p:cNvPr>
              <p:cNvPicPr/>
              <p:nvPr/>
            </p:nvPicPr>
            <p:blipFill>
              <a:blip r:embed="rId358"/>
              <a:stretch>
                <a:fillRect/>
              </a:stretch>
            </p:blipFill>
            <p:spPr>
              <a:xfrm>
                <a:off x="11459318" y="3007296"/>
                <a:ext cx="10512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19" name="Ink 218">
                <a:extLst>
                  <a:ext uri="{FF2B5EF4-FFF2-40B4-BE49-F238E27FC236}">
                    <a16:creationId xmlns:a16="http://schemas.microsoft.com/office/drawing/2014/main" id="{E7AF92A0-94B0-5268-DCAE-33E7CDA07ADD}"/>
                  </a:ext>
                </a:extLst>
              </p14:cNvPr>
              <p14:cNvContentPartPr/>
              <p14:nvPr/>
            </p14:nvContentPartPr>
            <p14:xfrm>
              <a:off x="11501798" y="2897496"/>
              <a:ext cx="15480" cy="31320"/>
            </p14:xfrm>
          </p:contentPart>
        </mc:Choice>
        <mc:Fallback xmlns="">
          <p:pic>
            <p:nvPicPr>
              <p:cNvPr id="219" name="Ink 218">
                <a:extLst>
                  <a:ext uri="{FF2B5EF4-FFF2-40B4-BE49-F238E27FC236}">
                    <a16:creationId xmlns:a16="http://schemas.microsoft.com/office/drawing/2014/main" id="{E7AF92A0-94B0-5268-DCAE-33E7CDA07ADD}"/>
                  </a:ext>
                </a:extLst>
              </p:cNvPr>
              <p:cNvPicPr/>
              <p:nvPr/>
            </p:nvPicPr>
            <p:blipFill>
              <a:blip r:embed="rId360"/>
              <a:stretch>
                <a:fillRect/>
              </a:stretch>
            </p:blipFill>
            <p:spPr>
              <a:xfrm>
                <a:off x="11495678" y="2891376"/>
                <a:ext cx="2772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20" name="Ink 219">
                <a:extLst>
                  <a:ext uri="{FF2B5EF4-FFF2-40B4-BE49-F238E27FC236}">
                    <a16:creationId xmlns:a16="http://schemas.microsoft.com/office/drawing/2014/main" id="{2884FF20-4484-E29E-799C-B84F63BB6CEA}"/>
                  </a:ext>
                </a:extLst>
              </p14:cNvPr>
              <p14:cNvContentPartPr/>
              <p14:nvPr/>
            </p14:nvContentPartPr>
            <p14:xfrm>
              <a:off x="11588918" y="2886336"/>
              <a:ext cx="69480" cy="147960"/>
            </p14:xfrm>
          </p:contentPart>
        </mc:Choice>
        <mc:Fallback xmlns="">
          <p:pic>
            <p:nvPicPr>
              <p:cNvPr id="220" name="Ink 219">
                <a:extLst>
                  <a:ext uri="{FF2B5EF4-FFF2-40B4-BE49-F238E27FC236}">
                    <a16:creationId xmlns:a16="http://schemas.microsoft.com/office/drawing/2014/main" id="{2884FF20-4484-E29E-799C-B84F63BB6CEA}"/>
                  </a:ext>
                </a:extLst>
              </p:cNvPr>
              <p:cNvPicPr/>
              <p:nvPr/>
            </p:nvPicPr>
            <p:blipFill>
              <a:blip r:embed="rId362"/>
              <a:stretch>
                <a:fillRect/>
              </a:stretch>
            </p:blipFill>
            <p:spPr>
              <a:xfrm>
                <a:off x="11582798" y="2880216"/>
                <a:ext cx="8172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221" name="Ink 220">
                <a:extLst>
                  <a:ext uri="{FF2B5EF4-FFF2-40B4-BE49-F238E27FC236}">
                    <a16:creationId xmlns:a16="http://schemas.microsoft.com/office/drawing/2014/main" id="{B80A0E37-B4FC-11A7-82D1-202B566F350C}"/>
                  </a:ext>
                </a:extLst>
              </p14:cNvPr>
              <p14:cNvContentPartPr/>
              <p14:nvPr/>
            </p14:nvContentPartPr>
            <p14:xfrm>
              <a:off x="11684318" y="2897856"/>
              <a:ext cx="109080" cy="83880"/>
            </p14:xfrm>
          </p:contentPart>
        </mc:Choice>
        <mc:Fallback xmlns="">
          <p:pic>
            <p:nvPicPr>
              <p:cNvPr id="221" name="Ink 220">
                <a:extLst>
                  <a:ext uri="{FF2B5EF4-FFF2-40B4-BE49-F238E27FC236}">
                    <a16:creationId xmlns:a16="http://schemas.microsoft.com/office/drawing/2014/main" id="{B80A0E37-B4FC-11A7-82D1-202B566F350C}"/>
                  </a:ext>
                </a:extLst>
              </p:cNvPr>
              <p:cNvPicPr/>
              <p:nvPr/>
            </p:nvPicPr>
            <p:blipFill>
              <a:blip r:embed="rId364"/>
              <a:stretch>
                <a:fillRect/>
              </a:stretch>
            </p:blipFill>
            <p:spPr>
              <a:xfrm>
                <a:off x="11678198" y="2891736"/>
                <a:ext cx="12132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222" name="Ink 221">
                <a:extLst>
                  <a:ext uri="{FF2B5EF4-FFF2-40B4-BE49-F238E27FC236}">
                    <a16:creationId xmlns:a16="http://schemas.microsoft.com/office/drawing/2014/main" id="{882265F1-C0A9-D1F9-894B-3232A2430BF8}"/>
                  </a:ext>
                </a:extLst>
              </p14:cNvPr>
              <p14:cNvContentPartPr/>
              <p14:nvPr/>
            </p14:nvContentPartPr>
            <p14:xfrm>
              <a:off x="11811038" y="2879136"/>
              <a:ext cx="149400" cy="78120"/>
            </p14:xfrm>
          </p:contentPart>
        </mc:Choice>
        <mc:Fallback xmlns="">
          <p:pic>
            <p:nvPicPr>
              <p:cNvPr id="222" name="Ink 221">
                <a:extLst>
                  <a:ext uri="{FF2B5EF4-FFF2-40B4-BE49-F238E27FC236}">
                    <a16:creationId xmlns:a16="http://schemas.microsoft.com/office/drawing/2014/main" id="{882265F1-C0A9-D1F9-894B-3232A2430BF8}"/>
                  </a:ext>
                </a:extLst>
              </p:cNvPr>
              <p:cNvPicPr/>
              <p:nvPr/>
            </p:nvPicPr>
            <p:blipFill>
              <a:blip r:embed="rId366"/>
              <a:stretch>
                <a:fillRect/>
              </a:stretch>
            </p:blipFill>
            <p:spPr>
              <a:xfrm>
                <a:off x="11804918" y="2873016"/>
                <a:ext cx="16164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23" name="Ink 222">
                <a:extLst>
                  <a:ext uri="{FF2B5EF4-FFF2-40B4-BE49-F238E27FC236}">
                    <a16:creationId xmlns:a16="http://schemas.microsoft.com/office/drawing/2014/main" id="{285A747F-2855-C5AA-0B89-A7886F878C40}"/>
                  </a:ext>
                </a:extLst>
              </p14:cNvPr>
              <p14:cNvContentPartPr/>
              <p14:nvPr/>
            </p14:nvContentPartPr>
            <p14:xfrm>
              <a:off x="11928038" y="2762856"/>
              <a:ext cx="14400" cy="30600"/>
            </p14:xfrm>
          </p:contentPart>
        </mc:Choice>
        <mc:Fallback xmlns="">
          <p:pic>
            <p:nvPicPr>
              <p:cNvPr id="223" name="Ink 222">
                <a:extLst>
                  <a:ext uri="{FF2B5EF4-FFF2-40B4-BE49-F238E27FC236}">
                    <a16:creationId xmlns:a16="http://schemas.microsoft.com/office/drawing/2014/main" id="{285A747F-2855-C5AA-0B89-A7886F878C40}"/>
                  </a:ext>
                </a:extLst>
              </p:cNvPr>
              <p:cNvPicPr/>
              <p:nvPr/>
            </p:nvPicPr>
            <p:blipFill>
              <a:blip r:embed="rId368"/>
              <a:stretch>
                <a:fillRect/>
              </a:stretch>
            </p:blipFill>
            <p:spPr>
              <a:xfrm>
                <a:off x="11921918" y="2756736"/>
                <a:ext cx="2664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24" name="Ink 223">
                <a:extLst>
                  <a:ext uri="{FF2B5EF4-FFF2-40B4-BE49-F238E27FC236}">
                    <a16:creationId xmlns:a16="http://schemas.microsoft.com/office/drawing/2014/main" id="{AD838E3A-2B26-1996-5BB6-43C5C85C0A0D}"/>
                  </a:ext>
                </a:extLst>
              </p14:cNvPr>
              <p14:cNvContentPartPr/>
              <p14:nvPr/>
            </p14:nvContentPartPr>
            <p14:xfrm>
              <a:off x="11965118" y="2838456"/>
              <a:ext cx="91800" cy="63360"/>
            </p14:xfrm>
          </p:contentPart>
        </mc:Choice>
        <mc:Fallback xmlns="">
          <p:pic>
            <p:nvPicPr>
              <p:cNvPr id="224" name="Ink 223">
                <a:extLst>
                  <a:ext uri="{FF2B5EF4-FFF2-40B4-BE49-F238E27FC236}">
                    <a16:creationId xmlns:a16="http://schemas.microsoft.com/office/drawing/2014/main" id="{AD838E3A-2B26-1996-5BB6-43C5C85C0A0D}"/>
                  </a:ext>
                </a:extLst>
              </p:cNvPr>
              <p:cNvPicPr/>
              <p:nvPr/>
            </p:nvPicPr>
            <p:blipFill>
              <a:blip r:embed="rId370"/>
              <a:stretch>
                <a:fillRect/>
              </a:stretch>
            </p:blipFill>
            <p:spPr>
              <a:xfrm>
                <a:off x="11958998" y="2832336"/>
                <a:ext cx="10404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25" name="Ink 224">
                <a:extLst>
                  <a:ext uri="{FF2B5EF4-FFF2-40B4-BE49-F238E27FC236}">
                    <a16:creationId xmlns:a16="http://schemas.microsoft.com/office/drawing/2014/main" id="{2C0A0035-3645-1000-8FFA-20767812F374}"/>
                  </a:ext>
                </a:extLst>
              </p14:cNvPr>
              <p14:cNvContentPartPr/>
              <p14:nvPr/>
            </p14:nvContentPartPr>
            <p14:xfrm>
              <a:off x="12024518" y="2709576"/>
              <a:ext cx="64800" cy="151560"/>
            </p14:xfrm>
          </p:contentPart>
        </mc:Choice>
        <mc:Fallback xmlns="">
          <p:pic>
            <p:nvPicPr>
              <p:cNvPr id="225" name="Ink 224">
                <a:extLst>
                  <a:ext uri="{FF2B5EF4-FFF2-40B4-BE49-F238E27FC236}">
                    <a16:creationId xmlns:a16="http://schemas.microsoft.com/office/drawing/2014/main" id="{2C0A0035-3645-1000-8FFA-20767812F374}"/>
                  </a:ext>
                </a:extLst>
              </p:cNvPr>
              <p:cNvPicPr/>
              <p:nvPr/>
            </p:nvPicPr>
            <p:blipFill>
              <a:blip r:embed="rId372"/>
              <a:stretch>
                <a:fillRect/>
              </a:stretch>
            </p:blipFill>
            <p:spPr>
              <a:xfrm>
                <a:off x="12018398" y="2703456"/>
                <a:ext cx="7704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226" name="Ink 225">
                <a:extLst>
                  <a:ext uri="{FF2B5EF4-FFF2-40B4-BE49-F238E27FC236}">
                    <a16:creationId xmlns:a16="http://schemas.microsoft.com/office/drawing/2014/main" id="{4932A42A-F185-51CE-3FF7-C8E8B6098612}"/>
                  </a:ext>
                </a:extLst>
              </p14:cNvPr>
              <p14:cNvContentPartPr/>
              <p14:nvPr/>
            </p14:nvContentPartPr>
            <p14:xfrm>
              <a:off x="12046838" y="2765736"/>
              <a:ext cx="138240" cy="77400"/>
            </p14:xfrm>
          </p:contentPart>
        </mc:Choice>
        <mc:Fallback xmlns="">
          <p:pic>
            <p:nvPicPr>
              <p:cNvPr id="226" name="Ink 225">
                <a:extLst>
                  <a:ext uri="{FF2B5EF4-FFF2-40B4-BE49-F238E27FC236}">
                    <a16:creationId xmlns:a16="http://schemas.microsoft.com/office/drawing/2014/main" id="{4932A42A-F185-51CE-3FF7-C8E8B6098612}"/>
                  </a:ext>
                </a:extLst>
              </p:cNvPr>
              <p:cNvPicPr/>
              <p:nvPr/>
            </p:nvPicPr>
            <p:blipFill>
              <a:blip r:embed="rId374"/>
              <a:stretch>
                <a:fillRect/>
              </a:stretch>
            </p:blipFill>
            <p:spPr>
              <a:xfrm>
                <a:off x="12040718" y="2759616"/>
                <a:ext cx="15048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227" name="Ink 226">
                <a:extLst>
                  <a:ext uri="{FF2B5EF4-FFF2-40B4-BE49-F238E27FC236}">
                    <a16:creationId xmlns:a16="http://schemas.microsoft.com/office/drawing/2014/main" id="{D4DB4812-03E1-D1E7-966A-09B254CFF183}"/>
                  </a:ext>
                </a:extLst>
              </p14:cNvPr>
              <p14:cNvContentPartPr/>
              <p14:nvPr/>
            </p14:nvContentPartPr>
            <p14:xfrm>
              <a:off x="11002838" y="3569616"/>
              <a:ext cx="229320" cy="185040"/>
            </p14:xfrm>
          </p:contentPart>
        </mc:Choice>
        <mc:Fallback xmlns="">
          <p:pic>
            <p:nvPicPr>
              <p:cNvPr id="227" name="Ink 226">
                <a:extLst>
                  <a:ext uri="{FF2B5EF4-FFF2-40B4-BE49-F238E27FC236}">
                    <a16:creationId xmlns:a16="http://schemas.microsoft.com/office/drawing/2014/main" id="{D4DB4812-03E1-D1E7-966A-09B254CFF183}"/>
                  </a:ext>
                </a:extLst>
              </p:cNvPr>
              <p:cNvPicPr/>
              <p:nvPr/>
            </p:nvPicPr>
            <p:blipFill>
              <a:blip r:embed="rId376"/>
              <a:stretch>
                <a:fillRect/>
              </a:stretch>
            </p:blipFill>
            <p:spPr>
              <a:xfrm>
                <a:off x="10996718" y="3563496"/>
                <a:ext cx="24156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228" name="Ink 227">
                <a:extLst>
                  <a:ext uri="{FF2B5EF4-FFF2-40B4-BE49-F238E27FC236}">
                    <a16:creationId xmlns:a16="http://schemas.microsoft.com/office/drawing/2014/main" id="{D3B4064B-2CE6-8041-6246-2FCEEC260AAC}"/>
                  </a:ext>
                </a:extLst>
              </p14:cNvPr>
              <p14:cNvContentPartPr/>
              <p14:nvPr/>
            </p14:nvContentPartPr>
            <p14:xfrm>
              <a:off x="11213078" y="3420216"/>
              <a:ext cx="459720" cy="256680"/>
            </p14:xfrm>
          </p:contentPart>
        </mc:Choice>
        <mc:Fallback xmlns="">
          <p:pic>
            <p:nvPicPr>
              <p:cNvPr id="228" name="Ink 227">
                <a:extLst>
                  <a:ext uri="{FF2B5EF4-FFF2-40B4-BE49-F238E27FC236}">
                    <a16:creationId xmlns:a16="http://schemas.microsoft.com/office/drawing/2014/main" id="{D3B4064B-2CE6-8041-6246-2FCEEC260AAC}"/>
                  </a:ext>
                </a:extLst>
              </p:cNvPr>
              <p:cNvPicPr/>
              <p:nvPr/>
            </p:nvPicPr>
            <p:blipFill>
              <a:blip r:embed="rId378"/>
              <a:stretch>
                <a:fillRect/>
              </a:stretch>
            </p:blipFill>
            <p:spPr>
              <a:xfrm>
                <a:off x="11206958" y="3414096"/>
                <a:ext cx="47196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230" name="Ink 229">
                <a:extLst>
                  <a:ext uri="{FF2B5EF4-FFF2-40B4-BE49-F238E27FC236}">
                    <a16:creationId xmlns:a16="http://schemas.microsoft.com/office/drawing/2014/main" id="{E0AD2AE1-2E41-83CD-589C-D83CBDFA5DAA}"/>
                  </a:ext>
                </a:extLst>
              </p14:cNvPr>
              <p14:cNvContentPartPr/>
              <p14:nvPr/>
            </p14:nvContentPartPr>
            <p14:xfrm>
              <a:off x="11653718" y="3200616"/>
              <a:ext cx="189720" cy="290880"/>
            </p14:xfrm>
          </p:contentPart>
        </mc:Choice>
        <mc:Fallback xmlns="">
          <p:pic>
            <p:nvPicPr>
              <p:cNvPr id="230" name="Ink 229">
                <a:extLst>
                  <a:ext uri="{FF2B5EF4-FFF2-40B4-BE49-F238E27FC236}">
                    <a16:creationId xmlns:a16="http://schemas.microsoft.com/office/drawing/2014/main" id="{E0AD2AE1-2E41-83CD-589C-D83CBDFA5DAA}"/>
                  </a:ext>
                </a:extLst>
              </p:cNvPr>
              <p:cNvPicPr/>
              <p:nvPr/>
            </p:nvPicPr>
            <p:blipFill>
              <a:blip r:embed="rId380"/>
              <a:stretch>
                <a:fillRect/>
              </a:stretch>
            </p:blipFill>
            <p:spPr>
              <a:xfrm>
                <a:off x="11647598" y="3194496"/>
                <a:ext cx="20196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231" name="Ink 230">
                <a:extLst>
                  <a:ext uri="{FF2B5EF4-FFF2-40B4-BE49-F238E27FC236}">
                    <a16:creationId xmlns:a16="http://schemas.microsoft.com/office/drawing/2014/main" id="{9DA3C8B3-72EC-5A3E-2494-580FA1ECF942}"/>
                  </a:ext>
                </a:extLst>
              </p14:cNvPr>
              <p14:cNvContentPartPr/>
              <p14:nvPr/>
            </p14:nvContentPartPr>
            <p14:xfrm>
              <a:off x="10992758" y="3866976"/>
              <a:ext cx="304920" cy="405360"/>
            </p14:xfrm>
          </p:contentPart>
        </mc:Choice>
        <mc:Fallback xmlns="">
          <p:pic>
            <p:nvPicPr>
              <p:cNvPr id="231" name="Ink 230">
                <a:extLst>
                  <a:ext uri="{FF2B5EF4-FFF2-40B4-BE49-F238E27FC236}">
                    <a16:creationId xmlns:a16="http://schemas.microsoft.com/office/drawing/2014/main" id="{9DA3C8B3-72EC-5A3E-2494-580FA1ECF942}"/>
                  </a:ext>
                </a:extLst>
              </p:cNvPr>
              <p:cNvPicPr/>
              <p:nvPr/>
            </p:nvPicPr>
            <p:blipFill>
              <a:blip r:embed="rId382"/>
              <a:stretch>
                <a:fillRect/>
              </a:stretch>
            </p:blipFill>
            <p:spPr>
              <a:xfrm>
                <a:off x="10986638" y="3860856"/>
                <a:ext cx="317160" cy="41760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232" name="Ink 231">
                <a:extLst>
                  <a:ext uri="{FF2B5EF4-FFF2-40B4-BE49-F238E27FC236}">
                    <a16:creationId xmlns:a16="http://schemas.microsoft.com/office/drawing/2014/main" id="{34952E87-8A99-1393-B7FB-A9160B1C5995}"/>
                  </a:ext>
                </a:extLst>
              </p14:cNvPr>
              <p14:cNvContentPartPr/>
              <p14:nvPr/>
            </p14:nvContentPartPr>
            <p14:xfrm>
              <a:off x="11190398" y="3959856"/>
              <a:ext cx="35640" cy="17280"/>
            </p14:xfrm>
          </p:contentPart>
        </mc:Choice>
        <mc:Fallback xmlns="">
          <p:pic>
            <p:nvPicPr>
              <p:cNvPr id="232" name="Ink 231">
                <a:extLst>
                  <a:ext uri="{FF2B5EF4-FFF2-40B4-BE49-F238E27FC236}">
                    <a16:creationId xmlns:a16="http://schemas.microsoft.com/office/drawing/2014/main" id="{34952E87-8A99-1393-B7FB-A9160B1C5995}"/>
                  </a:ext>
                </a:extLst>
              </p:cNvPr>
              <p:cNvPicPr/>
              <p:nvPr/>
            </p:nvPicPr>
            <p:blipFill>
              <a:blip r:embed="rId384"/>
              <a:stretch>
                <a:fillRect/>
              </a:stretch>
            </p:blipFill>
            <p:spPr>
              <a:xfrm>
                <a:off x="11184278" y="3953736"/>
                <a:ext cx="4788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233" name="Ink 232">
                <a:extLst>
                  <a:ext uri="{FF2B5EF4-FFF2-40B4-BE49-F238E27FC236}">
                    <a16:creationId xmlns:a16="http://schemas.microsoft.com/office/drawing/2014/main" id="{75B1424A-6061-D5DA-8753-68D66AB6C73F}"/>
                  </a:ext>
                </a:extLst>
              </p14:cNvPr>
              <p14:cNvContentPartPr/>
              <p14:nvPr/>
            </p14:nvContentPartPr>
            <p14:xfrm>
              <a:off x="11299838" y="4043376"/>
              <a:ext cx="85320" cy="151200"/>
            </p14:xfrm>
          </p:contentPart>
        </mc:Choice>
        <mc:Fallback xmlns="">
          <p:pic>
            <p:nvPicPr>
              <p:cNvPr id="233" name="Ink 232">
                <a:extLst>
                  <a:ext uri="{FF2B5EF4-FFF2-40B4-BE49-F238E27FC236}">
                    <a16:creationId xmlns:a16="http://schemas.microsoft.com/office/drawing/2014/main" id="{75B1424A-6061-D5DA-8753-68D66AB6C73F}"/>
                  </a:ext>
                </a:extLst>
              </p:cNvPr>
              <p:cNvPicPr/>
              <p:nvPr/>
            </p:nvPicPr>
            <p:blipFill>
              <a:blip r:embed="rId386"/>
              <a:stretch>
                <a:fillRect/>
              </a:stretch>
            </p:blipFill>
            <p:spPr>
              <a:xfrm>
                <a:off x="11293718" y="4037256"/>
                <a:ext cx="9756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387">
            <p14:nvContentPartPr>
              <p14:cNvPr id="234" name="Ink 233">
                <a:extLst>
                  <a:ext uri="{FF2B5EF4-FFF2-40B4-BE49-F238E27FC236}">
                    <a16:creationId xmlns:a16="http://schemas.microsoft.com/office/drawing/2014/main" id="{E154985E-17DC-B4BA-E250-CACF4F92EC30}"/>
                  </a:ext>
                </a:extLst>
              </p14:cNvPr>
              <p14:cNvContentPartPr/>
              <p14:nvPr/>
            </p14:nvContentPartPr>
            <p14:xfrm>
              <a:off x="11388398" y="3846456"/>
              <a:ext cx="75240" cy="286920"/>
            </p14:xfrm>
          </p:contentPart>
        </mc:Choice>
        <mc:Fallback xmlns="">
          <p:pic>
            <p:nvPicPr>
              <p:cNvPr id="234" name="Ink 233">
                <a:extLst>
                  <a:ext uri="{FF2B5EF4-FFF2-40B4-BE49-F238E27FC236}">
                    <a16:creationId xmlns:a16="http://schemas.microsoft.com/office/drawing/2014/main" id="{E154985E-17DC-B4BA-E250-CACF4F92EC30}"/>
                  </a:ext>
                </a:extLst>
              </p:cNvPr>
              <p:cNvPicPr/>
              <p:nvPr/>
            </p:nvPicPr>
            <p:blipFill>
              <a:blip r:embed="rId388"/>
              <a:stretch>
                <a:fillRect/>
              </a:stretch>
            </p:blipFill>
            <p:spPr>
              <a:xfrm>
                <a:off x="11382278" y="3840336"/>
                <a:ext cx="8748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235" name="Ink 234">
                <a:extLst>
                  <a:ext uri="{FF2B5EF4-FFF2-40B4-BE49-F238E27FC236}">
                    <a16:creationId xmlns:a16="http://schemas.microsoft.com/office/drawing/2014/main" id="{1AD9AA0D-14AD-E054-67EE-893D0A21FE6B}"/>
                  </a:ext>
                </a:extLst>
              </p14:cNvPr>
              <p14:cNvContentPartPr/>
              <p14:nvPr/>
            </p14:nvContentPartPr>
            <p14:xfrm>
              <a:off x="11401358" y="3999456"/>
              <a:ext cx="217440" cy="121680"/>
            </p14:xfrm>
          </p:contentPart>
        </mc:Choice>
        <mc:Fallback xmlns="">
          <p:pic>
            <p:nvPicPr>
              <p:cNvPr id="235" name="Ink 234">
                <a:extLst>
                  <a:ext uri="{FF2B5EF4-FFF2-40B4-BE49-F238E27FC236}">
                    <a16:creationId xmlns:a16="http://schemas.microsoft.com/office/drawing/2014/main" id="{1AD9AA0D-14AD-E054-67EE-893D0A21FE6B}"/>
                  </a:ext>
                </a:extLst>
              </p:cNvPr>
              <p:cNvPicPr/>
              <p:nvPr/>
            </p:nvPicPr>
            <p:blipFill>
              <a:blip r:embed="rId390"/>
              <a:stretch>
                <a:fillRect/>
              </a:stretch>
            </p:blipFill>
            <p:spPr>
              <a:xfrm>
                <a:off x="11395238" y="3993336"/>
                <a:ext cx="22968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391">
            <p14:nvContentPartPr>
              <p14:cNvPr id="236" name="Ink 235">
                <a:extLst>
                  <a:ext uri="{FF2B5EF4-FFF2-40B4-BE49-F238E27FC236}">
                    <a16:creationId xmlns:a16="http://schemas.microsoft.com/office/drawing/2014/main" id="{F65E3BAF-8ECC-77D6-8BCD-55389954BA67}"/>
                  </a:ext>
                </a:extLst>
              </p14:cNvPr>
              <p14:cNvContentPartPr/>
              <p14:nvPr/>
            </p14:nvContentPartPr>
            <p14:xfrm>
              <a:off x="11702318" y="4045176"/>
              <a:ext cx="360" cy="360"/>
            </p14:xfrm>
          </p:contentPart>
        </mc:Choice>
        <mc:Fallback xmlns="">
          <p:pic>
            <p:nvPicPr>
              <p:cNvPr id="236" name="Ink 235">
                <a:extLst>
                  <a:ext uri="{FF2B5EF4-FFF2-40B4-BE49-F238E27FC236}">
                    <a16:creationId xmlns:a16="http://schemas.microsoft.com/office/drawing/2014/main" id="{F65E3BAF-8ECC-77D6-8BCD-55389954BA67}"/>
                  </a:ext>
                </a:extLst>
              </p:cNvPr>
              <p:cNvPicPr/>
              <p:nvPr/>
            </p:nvPicPr>
            <p:blipFill>
              <a:blip r:embed="rId9"/>
              <a:stretch>
                <a:fillRect/>
              </a:stretch>
            </p:blipFill>
            <p:spPr>
              <a:xfrm>
                <a:off x="11696198" y="40390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238" name="Ink 237">
                <a:extLst>
                  <a:ext uri="{FF2B5EF4-FFF2-40B4-BE49-F238E27FC236}">
                    <a16:creationId xmlns:a16="http://schemas.microsoft.com/office/drawing/2014/main" id="{B409FF11-628E-057E-6830-D5CE5F3FE4BD}"/>
                  </a:ext>
                </a:extLst>
              </p14:cNvPr>
              <p14:cNvContentPartPr/>
              <p14:nvPr/>
            </p14:nvContentPartPr>
            <p14:xfrm>
              <a:off x="9969638" y="5337576"/>
              <a:ext cx="397800" cy="201960"/>
            </p14:xfrm>
          </p:contentPart>
        </mc:Choice>
        <mc:Fallback xmlns="">
          <p:pic>
            <p:nvPicPr>
              <p:cNvPr id="238" name="Ink 237">
                <a:extLst>
                  <a:ext uri="{FF2B5EF4-FFF2-40B4-BE49-F238E27FC236}">
                    <a16:creationId xmlns:a16="http://schemas.microsoft.com/office/drawing/2014/main" id="{B409FF11-628E-057E-6830-D5CE5F3FE4BD}"/>
                  </a:ext>
                </a:extLst>
              </p:cNvPr>
              <p:cNvPicPr/>
              <p:nvPr/>
            </p:nvPicPr>
            <p:blipFill>
              <a:blip r:embed="rId393"/>
              <a:stretch>
                <a:fillRect/>
              </a:stretch>
            </p:blipFill>
            <p:spPr>
              <a:xfrm>
                <a:off x="9963518" y="5331456"/>
                <a:ext cx="41004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239" name="Ink 238">
                <a:extLst>
                  <a:ext uri="{FF2B5EF4-FFF2-40B4-BE49-F238E27FC236}">
                    <a16:creationId xmlns:a16="http://schemas.microsoft.com/office/drawing/2014/main" id="{895E05A9-ACD7-AF85-E6A0-E09BC870E29F}"/>
                  </a:ext>
                </a:extLst>
              </p14:cNvPr>
              <p14:cNvContentPartPr/>
              <p14:nvPr/>
            </p14:nvContentPartPr>
            <p14:xfrm>
              <a:off x="10110038" y="5307696"/>
              <a:ext cx="109800" cy="282600"/>
            </p14:xfrm>
          </p:contentPart>
        </mc:Choice>
        <mc:Fallback xmlns="">
          <p:pic>
            <p:nvPicPr>
              <p:cNvPr id="239" name="Ink 238">
                <a:extLst>
                  <a:ext uri="{FF2B5EF4-FFF2-40B4-BE49-F238E27FC236}">
                    <a16:creationId xmlns:a16="http://schemas.microsoft.com/office/drawing/2014/main" id="{895E05A9-ACD7-AF85-E6A0-E09BC870E29F}"/>
                  </a:ext>
                </a:extLst>
              </p:cNvPr>
              <p:cNvPicPr/>
              <p:nvPr/>
            </p:nvPicPr>
            <p:blipFill>
              <a:blip r:embed="rId395"/>
              <a:stretch>
                <a:fillRect/>
              </a:stretch>
            </p:blipFill>
            <p:spPr>
              <a:xfrm>
                <a:off x="10103918" y="5301576"/>
                <a:ext cx="122040"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396">
            <p14:nvContentPartPr>
              <p14:cNvPr id="240" name="Ink 239">
                <a:extLst>
                  <a:ext uri="{FF2B5EF4-FFF2-40B4-BE49-F238E27FC236}">
                    <a16:creationId xmlns:a16="http://schemas.microsoft.com/office/drawing/2014/main" id="{E9B2C077-E31B-5E98-8C2E-F4E0B24BDF29}"/>
                  </a:ext>
                </a:extLst>
              </p14:cNvPr>
              <p14:cNvContentPartPr/>
              <p14:nvPr/>
            </p14:nvContentPartPr>
            <p14:xfrm>
              <a:off x="10301198" y="5168016"/>
              <a:ext cx="181440" cy="136440"/>
            </p14:xfrm>
          </p:contentPart>
        </mc:Choice>
        <mc:Fallback xmlns="">
          <p:pic>
            <p:nvPicPr>
              <p:cNvPr id="240" name="Ink 239">
                <a:extLst>
                  <a:ext uri="{FF2B5EF4-FFF2-40B4-BE49-F238E27FC236}">
                    <a16:creationId xmlns:a16="http://schemas.microsoft.com/office/drawing/2014/main" id="{E9B2C077-E31B-5E98-8C2E-F4E0B24BDF29}"/>
                  </a:ext>
                </a:extLst>
              </p:cNvPr>
              <p:cNvPicPr/>
              <p:nvPr/>
            </p:nvPicPr>
            <p:blipFill>
              <a:blip r:embed="rId397"/>
              <a:stretch>
                <a:fillRect/>
              </a:stretch>
            </p:blipFill>
            <p:spPr>
              <a:xfrm>
                <a:off x="10295078" y="5161896"/>
                <a:ext cx="19368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249" name="Ink 248">
                <a:extLst>
                  <a:ext uri="{FF2B5EF4-FFF2-40B4-BE49-F238E27FC236}">
                    <a16:creationId xmlns:a16="http://schemas.microsoft.com/office/drawing/2014/main" id="{17E8F8A6-F635-9B4E-69AB-96B846A13F57}"/>
                  </a:ext>
                </a:extLst>
              </p14:cNvPr>
              <p14:cNvContentPartPr/>
              <p14:nvPr/>
            </p14:nvContentPartPr>
            <p14:xfrm>
              <a:off x="9926078" y="5791176"/>
              <a:ext cx="360" cy="360"/>
            </p14:xfrm>
          </p:contentPart>
        </mc:Choice>
        <mc:Fallback xmlns="">
          <p:pic>
            <p:nvPicPr>
              <p:cNvPr id="249" name="Ink 248">
                <a:extLst>
                  <a:ext uri="{FF2B5EF4-FFF2-40B4-BE49-F238E27FC236}">
                    <a16:creationId xmlns:a16="http://schemas.microsoft.com/office/drawing/2014/main" id="{17E8F8A6-F635-9B4E-69AB-96B846A13F57}"/>
                  </a:ext>
                </a:extLst>
              </p:cNvPr>
              <p:cNvPicPr/>
              <p:nvPr/>
            </p:nvPicPr>
            <p:blipFill>
              <a:blip r:embed="rId9"/>
              <a:stretch>
                <a:fillRect/>
              </a:stretch>
            </p:blipFill>
            <p:spPr>
              <a:xfrm>
                <a:off x="9919958" y="578505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250" name="Ink 249">
                <a:extLst>
                  <a:ext uri="{FF2B5EF4-FFF2-40B4-BE49-F238E27FC236}">
                    <a16:creationId xmlns:a16="http://schemas.microsoft.com/office/drawing/2014/main" id="{E83D2368-AC2D-621B-A668-6F8E931AD9D3}"/>
                  </a:ext>
                </a:extLst>
              </p14:cNvPr>
              <p14:cNvContentPartPr/>
              <p14:nvPr/>
            </p14:nvContentPartPr>
            <p14:xfrm>
              <a:off x="9774158" y="5818536"/>
              <a:ext cx="217440" cy="223560"/>
            </p14:xfrm>
          </p:contentPart>
        </mc:Choice>
        <mc:Fallback xmlns="">
          <p:pic>
            <p:nvPicPr>
              <p:cNvPr id="250" name="Ink 249">
                <a:extLst>
                  <a:ext uri="{FF2B5EF4-FFF2-40B4-BE49-F238E27FC236}">
                    <a16:creationId xmlns:a16="http://schemas.microsoft.com/office/drawing/2014/main" id="{E83D2368-AC2D-621B-A668-6F8E931AD9D3}"/>
                  </a:ext>
                </a:extLst>
              </p:cNvPr>
              <p:cNvPicPr/>
              <p:nvPr/>
            </p:nvPicPr>
            <p:blipFill>
              <a:blip r:embed="rId400"/>
              <a:stretch>
                <a:fillRect/>
              </a:stretch>
            </p:blipFill>
            <p:spPr>
              <a:xfrm>
                <a:off x="9768038" y="5812416"/>
                <a:ext cx="22968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401">
            <p14:nvContentPartPr>
              <p14:cNvPr id="251" name="Ink 250">
                <a:extLst>
                  <a:ext uri="{FF2B5EF4-FFF2-40B4-BE49-F238E27FC236}">
                    <a16:creationId xmlns:a16="http://schemas.microsoft.com/office/drawing/2014/main" id="{2D253A4A-9BFA-836E-F354-321F5E3C31A1}"/>
                  </a:ext>
                </a:extLst>
              </p14:cNvPr>
              <p14:cNvContentPartPr/>
              <p14:nvPr/>
            </p14:nvContentPartPr>
            <p14:xfrm>
              <a:off x="9968918" y="5735016"/>
              <a:ext cx="301320" cy="226440"/>
            </p14:xfrm>
          </p:contentPart>
        </mc:Choice>
        <mc:Fallback xmlns="">
          <p:pic>
            <p:nvPicPr>
              <p:cNvPr id="251" name="Ink 250">
                <a:extLst>
                  <a:ext uri="{FF2B5EF4-FFF2-40B4-BE49-F238E27FC236}">
                    <a16:creationId xmlns:a16="http://schemas.microsoft.com/office/drawing/2014/main" id="{2D253A4A-9BFA-836E-F354-321F5E3C31A1}"/>
                  </a:ext>
                </a:extLst>
              </p:cNvPr>
              <p:cNvPicPr/>
              <p:nvPr/>
            </p:nvPicPr>
            <p:blipFill>
              <a:blip r:embed="rId402"/>
              <a:stretch>
                <a:fillRect/>
              </a:stretch>
            </p:blipFill>
            <p:spPr>
              <a:xfrm>
                <a:off x="9962798" y="5728896"/>
                <a:ext cx="31356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403">
            <p14:nvContentPartPr>
              <p14:cNvPr id="252" name="Ink 251">
                <a:extLst>
                  <a:ext uri="{FF2B5EF4-FFF2-40B4-BE49-F238E27FC236}">
                    <a16:creationId xmlns:a16="http://schemas.microsoft.com/office/drawing/2014/main" id="{DB8DF252-2769-3CE4-84AC-B91EEBAE870F}"/>
                  </a:ext>
                </a:extLst>
              </p14:cNvPr>
              <p14:cNvContentPartPr/>
              <p14:nvPr/>
            </p14:nvContentPartPr>
            <p14:xfrm>
              <a:off x="10177358" y="5781456"/>
              <a:ext cx="29520" cy="16920"/>
            </p14:xfrm>
          </p:contentPart>
        </mc:Choice>
        <mc:Fallback xmlns="">
          <p:pic>
            <p:nvPicPr>
              <p:cNvPr id="252" name="Ink 251">
                <a:extLst>
                  <a:ext uri="{FF2B5EF4-FFF2-40B4-BE49-F238E27FC236}">
                    <a16:creationId xmlns:a16="http://schemas.microsoft.com/office/drawing/2014/main" id="{DB8DF252-2769-3CE4-84AC-B91EEBAE870F}"/>
                  </a:ext>
                </a:extLst>
              </p:cNvPr>
              <p:cNvPicPr/>
              <p:nvPr/>
            </p:nvPicPr>
            <p:blipFill>
              <a:blip r:embed="rId404"/>
              <a:stretch>
                <a:fillRect/>
              </a:stretch>
            </p:blipFill>
            <p:spPr>
              <a:xfrm>
                <a:off x="10171238" y="5775336"/>
                <a:ext cx="4176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253" name="Ink 252">
                <a:extLst>
                  <a:ext uri="{FF2B5EF4-FFF2-40B4-BE49-F238E27FC236}">
                    <a16:creationId xmlns:a16="http://schemas.microsoft.com/office/drawing/2014/main" id="{7B8EEC14-F27E-7861-B757-F7633F47306F}"/>
                  </a:ext>
                </a:extLst>
              </p14:cNvPr>
              <p14:cNvContentPartPr/>
              <p14:nvPr/>
            </p14:nvContentPartPr>
            <p14:xfrm>
              <a:off x="10337198" y="5842296"/>
              <a:ext cx="127440" cy="49320"/>
            </p14:xfrm>
          </p:contentPart>
        </mc:Choice>
        <mc:Fallback xmlns="">
          <p:pic>
            <p:nvPicPr>
              <p:cNvPr id="253" name="Ink 252">
                <a:extLst>
                  <a:ext uri="{FF2B5EF4-FFF2-40B4-BE49-F238E27FC236}">
                    <a16:creationId xmlns:a16="http://schemas.microsoft.com/office/drawing/2014/main" id="{7B8EEC14-F27E-7861-B757-F7633F47306F}"/>
                  </a:ext>
                </a:extLst>
              </p:cNvPr>
              <p:cNvPicPr/>
              <p:nvPr/>
            </p:nvPicPr>
            <p:blipFill>
              <a:blip r:embed="rId406"/>
              <a:stretch>
                <a:fillRect/>
              </a:stretch>
            </p:blipFill>
            <p:spPr>
              <a:xfrm>
                <a:off x="10331078" y="5836176"/>
                <a:ext cx="13968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255" name="Ink 254">
                <a:extLst>
                  <a:ext uri="{FF2B5EF4-FFF2-40B4-BE49-F238E27FC236}">
                    <a16:creationId xmlns:a16="http://schemas.microsoft.com/office/drawing/2014/main" id="{51152065-DA9A-C123-01FF-2B020147AF1E}"/>
                  </a:ext>
                </a:extLst>
              </p14:cNvPr>
              <p14:cNvContentPartPr/>
              <p14:nvPr/>
            </p14:nvContentPartPr>
            <p14:xfrm>
              <a:off x="10610078" y="5646096"/>
              <a:ext cx="148680" cy="185400"/>
            </p14:xfrm>
          </p:contentPart>
        </mc:Choice>
        <mc:Fallback xmlns="">
          <p:pic>
            <p:nvPicPr>
              <p:cNvPr id="255" name="Ink 254">
                <a:extLst>
                  <a:ext uri="{FF2B5EF4-FFF2-40B4-BE49-F238E27FC236}">
                    <a16:creationId xmlns:a16="http://schemas.microsoft.com/office/drawing/2014/main" id="{51152065-DA9A-C123-01FF-2B020147AF1E}"/>
                  </a:ext>
                </a:extLst>
              </p:cNvPr>
              <p:cNvPicPr/>
              <p:nvPr/>
            </p:nvPicPr>
            <p:blipFill>
              <a:blip r:embed="rId408"/>
              <a:stretch>
                <a:fillRect/>
              </a:stretch>
            </p:blipFill>
            <p:spPr>
              <a:xfrm>
                <a:off x="10603958" y="5639976"/>
                <a:ext cx="1609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409">
            <p14:nvContentPartPr>
              <p14:cNvPr id="256" name="Ink 255">
                <a:extLst>
                  <a:ext uri="{FF2B5EF4-FFF2-40B4-BE49-F238E27FC236}">
                    <a16:creationId xmlns:a16="http://schemas.microsoft.com/office/drawing/2014/main" id="{C18EC8F0-3557-1079-EF4A-C411630F582F}"/>
                  </a:ext>
                </a:extLst>
              </p14:cNvPr>
              <p14:cNvContentPartPr/>
              <p14:nvPr/>
            </p14:nvContentPartPr>
            <p14:xfrm>
              <a:off x="10747598" y="5681736"/>
              <a:ext cx="348120" cy="204840"/>
            </p14:xfrm>
          </p:contentPart>
        </mc:Choice>
        <mc:Fallback xmlns="">
          <p:pic>
            <p:nvPicPr>
              <p:cNvPr id="256" name="Ink 255">
                <a:extLst>
                  <a:ext uri="{FF2B5EF4-FFF2-40B4-BE49-F238E27FC236}">
                    <a16:creationId xmlns:a16="http://schemas.microsoft.com/office/drawing/2014/main" id="{C18EC8F0-3557-1079-EF4A-C411630F582F}"/>
                  </a:ext>
                </a:extLst>
              </p:cNvPr>
              <p:cNvPicPr/>
              <p:nvPr/>
            </p:nvPicPr>
            <p:blipFill>
              <a:blip r:embed="rId410"/>
              <a:stretch>
                <a:fillRect/>
              </a:stretch>
            </p:blipFill>
            <p:spPr>
              <a:xfrm>
                <a:off x="10741478" y="5675616"/>
                <a:ext cx="36036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411">
            <p14:nvContentPartPr>
              <p14:cNvPr id="257" name="Ink 256">
                <a:extLst>
                  <a:ext uri="{FF2B5EF4-FFF2-40B4-BE49-F238E27FC236}">
                    <a16:creationId xmlns:a16="http://schemas.microsoft.com/office/drawing/2014/main" id="{3B111F05-46BF-70A4-6475-7D10DB3F8B81}"/>
                  </a:ext>
                </a:extLst>
              </p14:cNvPr>
              <p14:cNvContentPartPr/>
              <p14:nvPr/>
            </p14:nvContentPartPr>
            <p14:xfrm>
              <a:off x="11080958" y="5667696"/>
              <a:ext cx="111960" cy="73440"/>
            </p14:xfrm>
          </p:contentPart>
        </mc:Choice>
        <mc:Fallback xmlns="">
          <p:pic>
            <p:nvPicPr>
              <p:cNvPr id="257" name="Ink 256">
                <a:extLst>
                  <a:ext uri="{FF2B5EF4-FFF2-40B4-BE49-F238E27FC236}">
                    <a16:creationId xmlns:a16="http://schemas.microsoft.com/office/drawing/2014/main" id="{3B111F05-46BF-70A4-6475-7D10DB3F8B81}"/>
                  </a:ext>
                </a:extLst>
              </p:cNvPr>
              <p:cNvPicPr/>
              <p:nvPr/>
            </p:nvPicPr>
            <p:blipFill>
              <a:blip r:embed="rId412"/>
              <a:stretch>
                <a:fillRect/>
              </a:stretch>
            </p:blipFill>
            <p:spPr>
              <a:xfrm>
                <a:off x="11074838" y="5661576"/>
                <a:ext cx="12420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413">
            <p14:nvContentPartPr>
              <p14:cNvPr id="258" name="Ink 257">
                <a:extLst>
                  <a:ext uri="{FF2B5EF4-FFF2-40B4-BE49-F238E27FC236}">
                    <a16:creationId xmlns:a16="http://schemas.microsoft.com/office/drawing/2014/main" id="{EFE3B96C-086A-76CD-3B55-0F01F49E2C27}"/>
                  </a:ext>
                </a:extLst>
              </p14:cNvPr>
              <p14:cNvContentPartPr/>
              <p14:nvPr/>
            </p14:nvContentPartPr>
            <p14:xfrm>
              <a:off x="11224598" y="5558616"/>
              <a:ext cx="122400" cy="162000"/>
            </p14:xfrm>
          </p:contentPart>
        </mc:Choice>
        <mc:Fallback xmlns="">
          <p:pic>
            <p:nvPicPr>
              <p:cNvPr id="258" name="Ink 257">
                <a:extLst>
                  <a:ext uri="{FF2B5EF4-FFF2-40B4-BE49-F238E27FC236}">
                    <a16:creationId xmlns:a16="http://schemas.microsoft.com/office/drawing/2014/main" id="{EFE3B96C-086A-76CD-3B55-0F01F49E2C27}"/>
                  </a:ext>
                </a:extLst>
              </p:cNvPr>
              <p:cNvPicPr/>
              <p:nvPr/>
            </p:nvPicPr>
            <p:blipFill>
              <a:blip r:embed="rId414"/>
              <a:stretch>
                <a:fillRect/>
              </a:stretch>
            </p:blipFill>
            <p:spPr>
              <a:xfrm>
                <a:off x="11218478" y="5552496"/>
                <a:ext cx="13464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415">
            <p14:nvContentPartPr>
              <p14:cNvPr id="259" name="Ink 258">
                <a:extLst>
                  <a:ext uri="{FF2B5EF4-FFF2-40B4-BE49-F238E27FC236}">
                    <a16:creationId xmlns:a16="http://schemas.microsoft.com/office/drawing/2014/main" id="{A286D534-D3E0-EE0F-3DF5-037C007D90EF}"/>
                  </a:ext>
                </a:extLst>
              </p14:cNvPr>
              <p14:cNvContentPartPr/>
              <p14:nvPr/>
            </p14:nvContentPartPr>
            <p14:xfrm>
              <a:off x="11453558" y="5581656"/>
              <a:ext cx="161280" cy="115560"/>
            </p14:xfrm>
          </p:contentPart>
        </mc:Choice>
        <mc:Fallback xmlns="">
          <p:pic>
            <p:nvPicPr>
              <p:cNvPr id="259" name="Ink 258">
                <a:extLst>
                  <a:ext uri="{FF2B5EF4-FFF2-40B4-BE49-F238E27FC236}">
                    <a16:creationId xmlns:a16="http://schemas.microsoft.com/office/drawing/2014/main" id="{A286D534-D3E0-EE0F-3DF5-037C007D90EF}"/>
                  </a:ext>
                </a:extLst>
              </p:cNvPr>
              <p:cNvPicPr/>
              <p:nvPr/>
            </p:nvPicPr>
            <p:blipFill>
              <a:blip r:embed="rId416"/>
              <a:stretch>
                <a:fillRect/>
              </a:stretch>
            </p:blipFill>
            <p:spPr>
              <a:xfrm>
                <a:off x="11447438" y="5575536"/>
                <a:ext cx="1735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417">
            <p14:nvContentPartPr>
              <p14:cNvPr id="261" name="Ink 260">
                <a:extLst>
                  <a:ext uri="{FF2B5EF4-FFF2-40B4-BE49-F238E27FC236}">
                    <a16:creationId xmlns:a16="http://schemas.microsoft.com/office/drawing/2014/main" id="{6152EC51-8AFC-C3EE-245D-B2EB2A1E5DCE}"/>
                  </a:ext>
                </a:extLst>
              </p14:cNvPr>
              <p14:cNvContentPartPr/>
              <p14:nvPr/>
            </p14:nvContentPartPr>
            <p14:xfrm>
              <a:off x="9514598" y="4919616"/>
              <a:ext cx="2291760" cy="1449720"/>
            </p14:xfrm>
          </p:contentPart>
        </mc:Choice>
        <mc:Fallback xmlns="">
          <p:pic>
            <p:nvPicPr>
              <p:cNvPr id="261" name="Ink 260">
                <a:extLst>
                  <a:ext uri="{FF2B5EF4-FFF2-40B4-BE49-F238E27FC236}">
                    <a16:creationId xmlns:a16="http://schemas.microsoft.com/office/drawing/2014/main" id="{6152EC51-8AFC-C3EE-245D-B2EB2A1E5DCE}"/>
                  </a:ext>
                </a:extLst>
              </p:cNvPr>
              <p:cNvPicPr/>
              <p:nvPr/>
            </p:nvPicPr>
            <p:blipFill>
              <a:blip r:embed="rId418"/>
              <a:stretch>
                <a:fillRect/>
              </a:stretch>
            </p:blipFill>
            <p:spPr>
              <a:xfrm>
                <a:off x="9508478" y="4913496"/>
                <a:ext cx="2304000" cy="1461960"/>
              </a:xfrm>
              <a:prstGeom prst="rect">
                <a:avLst/>
              </a:prstGeom>
            </p:spPr>
          </p:pic>
        </mc:Fallback>
      </mc:AlternateContent>
      <p:grpSp>
        <p:nvGrpSpPr>
          <p:cNvPr id="270" name="Group 269">
            <a:extLst>
              <a:ext uri="{FF2B5EF4-FFF2-40B4-BE49-F238E27FC236}">
                <a16:creationId xmlns:a16="http://schemas.microsoft.com/office/drawing/2014/main" id="{CD23D7B2-8855-0545-7757-9C58A9E395B0}"/>
              </a:ext>
            </a:extLst>
          </p:cNvPr>
          <p:cNvGrpSpPr/>
          <p:nvPr/>
        </p:nvGrpSpPr>
        <p:grpSpPr>
          <a:xfrm>
            <a:off x="10782158" y="4322376"/>
            <a:ext cx="771120" cy="1068480"/>
            <a:chOff x="10782158" y="4322376"/>
            <a:chExt cx="771120" cy="1068480"/>
          </a:xfrm>
        </p:grpSpPr>
        <mc:AlternateContent xmlns:mc="http://schemas.openxmlformats.org/markup-compatibility/2006" xmlns:p14="http://schemas.microsoft.com/office/powerpoint/2010/main">
          <mc:Choice Requires="p14">
            <p:contentPart p14:bwMode="auto" r:id="rId419">
              <p14:nvContentPartPr>
                <p14:cNvPr id="241" name="Ink 240">
                  <a:extLst>
                    <a:ext uri="{FF2B5EF4-FFF2-40B4-BE49-F238E27FC236}">
                      <a16:creationId xmlns:a16="http://schemas.microsoft.com/office/drawing/2014/main" id="{CB0ED5FA-4EE2-6F29-5A4A-7740BD7E6947}"/>
                    </a:ext>
                  </a:extLst>
                </p14:cNvPr>
                <p14:cNvContentPartPr/>
                <p14:nvPr/>
              </p14:nvContentPartPr>
              <p14:xfrm>
                <a:off x="10782158" y="5120856"/>
                <a:ext cx="253800" cy="270000"/>
              </p14:xfrm>
            </p:contentPart>
          </mc:Choice>
          <mc:Fallback xmlns="">
            <p:pic>
              <p:nvPicPr>
                <p:cNvPr id="241" name="Ink 240">
                  <a:extLst>
                    <a:ext uri="{FF2B5EF4-FFF2-40B4-BE49-F238E27FC236}">
                      <a16:creationId xmlns:a16="http://schemas.microsoft.com/office/drawing/2014/main" id="{CB0ED5FA-4EE2-6F29-5A4A-7740BD7E6947}"/>
                    </a:ext>
                  </a:extLst>
                </p:cNvPr>
                <p:cNvPicPr/>
                <p:nvPr/>
              </p:nvPicPr>
              <p:blipFill>
                <a:blip r:embed="rId420"/>
                <a:stretch>
                  <a:fillRect/>
                </a:stretch>
              </p:blipFill>
              <p:spPr>
                <a:xfrm>
                  <a:off x="10776038" y="5114736"/>
                  <a:ext cx="266040"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421">
              <p14:nvContentPartPr>
                <p14:cNvPr id="242" name="Ink 241">
                  <a:extLst>
                    <a:ext uri="{FF2B5EF4-FFF2-40B4-BE49-F238E27FC236}">
                      <a16:creationId xmlns:a16="http://schemas.microsoft.com/office/drawing/2014/main" id="{3742FAD8-382D-97EE-AB38-EA6C237422BD}"/>
                    </a:ext>
                  </a:extLst>
                </p14:cNvPr>
                <p14:cNvContentPartPr/>
                <p14:nvPr/>
              </p14:nvContentPartPr>
              <p14:xfrm>
                <a:off x="10971158" y="5191056"/>
                <a:ext cx="31320" cy="26280"/>
              </p14:xfrm>
            </p:contentPart>
          </mc:Choice>
          <mc:Fallback xmlns="">
            <p:pic>
              <p:nvPicPr>
                <p:cNvPr id="242" name="Ink 241">
                  <a:extLst>
                    <a:ext uri="{FF2B5EF4-FFF2-40B4-BE49-F238E27FC236}">
                      <a16:creationId xmlns:a16="http://schemas.microsoft.com/office/drawing/2014/main" id="{3742FAD8-382D-97EE-AB38-EA6C237422BD}"/>
                    </a:ext>
                  </a:extLst>
                </p:cNvPr>
                <p:cNvPicPr/>
                <p:nvPr/>
              </p:nvPicPr>
              <p:blipFill>
                <a:blip r:embed="rId422"/>
                <a:stretch>
                  <a:fillRect/>
                </a:stretch>
              </p:blipFill>
              <p:spPr>
                <a:xfrm>
                  <a:off x="10965038" y="5184936"/>
                  <a:ext cx="4356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423">
              <p14:nvContentPartPr>
                <p14:cNvPr id="243" name="Ink 242">
                  <a:extLst>
                    <a:ext uri="{FF2B5EF4-FFF2-40B4-BE49-F238E27FC236}">
                      <a16:creationId xmlns:a16="http://schemas.microsoft.com/office/drawing/2014/main" id="{B1D2B229-B7AD-9BAF-5C77-37B65138674E}"/>
                    </a:ext>
                  </a:extLst>
                </p14:cNvPr>
                <p14:cNvContentPartPr/>
                <p14:nvPr/>
              </p14:nvContentPartPr>
              <p14:xfrm>
                <a:off x="11017598" y="5201136"/>
                <a:ext cx="110160" cy="160200"/>
              </p14:xfrm>
            </p:contentPart>
          </mc:Choice>
          <mc:Fallback xmlns="">
            <p:pic>
              <p:nvPicPr>
                <p:cNvPr id="243" name="Ink 242">
                  <a:extLst>
                    <a:ext uri="{FF2B5EF4-FFF2-40B4-BE49-F238E27FC236}">
                      <a16:creationId xmlns:a16="http://schemas.microsoft.com/office/drawing/2014/main" id="{B1D2B229-B7AD-9BAF-5C77-37B65138674E}"/>
                    </a:ext>
                  </a:extLst>
                </p:cNvPr>
                <p:cNvPicPr/>
                <p:nvPr/>
              </p:nvPicPr>
              <p:blipFill>
                <a:blip r:embed="rId424"/>
                <a:stretch>
                  <a:fillRect/>
                </a:stretch>
              </p:blipFill>
              <p:spPr>
                <a:xfrm>
                  <a:off x="11011478" y="5195016"/>
                  <a:ext cx="12240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425">
              <p14:nvContentPartPr>
                <p14:cNvPr id="244" name="Ink 243">
                  <a:extLst>
                    <a:ext uri="{FF2B5EF4-FFF2-40B4-BE49-F238E27FC236}">
                      <a16:creationId xmlns:a16="http://schemas.microsoft.com/office/drawing/2014/main" id="{296C89B4-1F1D-B304-ACE8-19A66800F0C1}"/>
                    </a:ext>
                  </a:extLst>
                </p14:cNvPr>
                <p14:cNvContentPartPr/>
                <p14:nvPr/>
              </p14:nvContentPartPr>
              <p14:xfrm>
                <a:off x="11149718" y="5117616"/>
                <a:ext cx="56520" cy="212760"/>
              </p14:xfrm>
            </p:contentPart>
          </mc:Choice>
          <mc:Fallback xmlns="">
            <p:pic>
              <p:nvPicPr>
                <p:cNvPr id="244" name="Ink 243">
                  <a:extLst>
                    <a:ext uri="{FF2B5EF4-FFF2-40B4-BE49-F238E27FC236}">
                      <a16:creationId xmlns:a16="http://schemas.microsoft.com/office/drawing/2014/main" id="{296C89B4-1F1D-B304-ACE8-19A66800F0C1}"/>
                    </a:ext>
                  </a:extLst>
                </p:cNvPr>
                <p:cNvPicPr/>
                <p:nvPr/>
              </p:nvPicPr>
              <p:blipFill>
                <a:blip r:embed="rId426"/>
                <a:stretch>
                  <a:fillRect/>
                </a:stretch>
              </p:blipFill>
              <p:spPr>
                <a:xfrm>
                  <a:off x="11143598" y="5111496"/>
                  <a:ext cx="6876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427">
              <p14:nvContentPartPr>
                <p14:cNvPr id="245" name="Ink 244">
                  <a:extLst>
                    <a:ext uri="{FF2B5EF4-FFF2-40B4-BE49-F238E27FC236}">
                      <a16:creationId xmlns:a16="http://schemas.microsoft.com/office/drawing/2014/main" id="{CAEBE7AF-287F-0421-0E4A-D754FBAFCA65}"/>
                    </a:ext>
                  </a:extLst>
                </p14:cNvPr>
                <p14:cNvContentPartPr/>
                <p14:nvPr/>
              </p14:nvContentPartPr>
              <p14:xfrm>
                <a:off x="11142518" y="5219496"/>
                <a:ext cx="289800" cy="97200"/>
              </p14:xfrm>
            </p:contentPart>
          </mc:Choice>
          <mc:Fallback xmlns="">
            <p:pic>
              <p:nvPicPr>
                <p:cNvPr id="245" name="Ink 244">
                  <a:extLst>
                    <a:ext uri="{FF2B5EF4-FFF2-40B4-BE49-F238E27FC236}">
                      <a16:creationId xmlns:a16="http://schemas.microsoft.com/office/drawing/2014/main" id="{CAEBE7AF-287F-0421-0E4A-D754FBAFCA65}"/>
                    </a:ext>
                  </a:extLst>
                </p:cNvPr>
                <p:cNvPicPr/>
                <p:nvPr/>
              </p:nvPicPr>
              <p:blipFill>
                <a:blip r:embed="rId428"/>
                <a:stretch>
                  <a:fillRect/>
                </a:stretch>
              </p:blipFill>
              <p:spPr>
                <a:xfrm>
                  <a:off x="11136398" y="5213376"/>
                  <a:ext cx="30204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429">
              <p14:nvContentPartPr>
                <p14:cNvPr id="246" name="Ink 245">
                  <a:extLst>
                    <a:ext uri="{FF2B5EF4-FFF2-40B4-BE49-F238E27FC236}">
                      <a16:creationId xmlns:a16="http://schemas.microsoft.com/office/drawing/2014/main" id="{E34A94BE-B0DF-800D-DB1A-8CA9B8FC2203}"/>
                    </a:ext>
                  </a:extLst>
                </p14:cNvPr>
                <p14:cNvContentPartPr/>
                <p14:nvPr/>
              </p14:nvContentPartPr>
              <p14:xfrm>
                <a:off x="11525558" y="5303736"/>
                <a:ext cx="360" cy="360"/>
              </p14:xfrm>
            </p:contentPart>
          </mc:Choice>
          <mc:Fallback xmlns="">
            <p:pic>
              <p:nvPicPr>
                <p:cNvPr id="246" name="Ink 245">
                  <a:extLst>
                    <a:ext uri="{FF2B5EF4-FFF2-40B4-BE49-F238E27FC236}">
                      <a16:creationId xmlns:a16="http://schemas.microsoft.com/office/drawing/2014/main" id="{E34A94BE-B0DF-800D-DB1A-8CA9B8FC2203}"/>
                    </a:ext>
                  </a:extLst>
                </p:cNvPr>
                <p:cNvPicPr/>
                <p:nvPr/>
              </p:nvPicPr>
              <p:blipFill>
                <a:blip r:embed="rId9"/>
                <a:stretch>
                  <a:fillRect/>
                </a:stretch>
              </p:blipFill>
              <p:spPr>
                <a:xfrm>
                  <a:off x="11519438" y="529761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30">
              <p14:nvContentPartPr>
                <p14:cNvPr id="263" name="Ink 262">
                  <a:extLst>
                    <a:ext uri="{FF2B5EF4-FFF2-40B4-BE49-F238E27FC236}">
                      <a16:creationId xmlns:a16="http://schemas.microsoft.com/office/drawing/2014/main" id="{A701C0D8-7488-5A4C-B19B-542062D97188}"/>
                    </a:ext>
                  </a:extLst>
                </p14:cNvPr>
                <p14:cNvContentPartPr/>
                <p14:nvPr/>
              </p14:nvContentPartPr>
              <p14:xfrm>
                <a:off x="11192198" y="4441536"/>
                <a:ext cx="14040" cy="426240"/>
              </p14:xfrm>
            </p:contentPart>
          </mc:Choice>
          <mc:Fallback xmlns="">
            <p:pic>
              <p:nvPicPr>
                <p:cNvPr id="263" name="Ink 262">
                  <a:extLst>
                    <a:ext uri="{FF2B5EF4-FFF2-40B4-BE49-F238E27FC236}">
                      <a16:creationId xmlns:a16="http://schemas.microsoft.com/office/drawing/2014/main" id="{A701C0D8-7488-5A4C-B19B-542062D97188}"/>
                    </a:ext>
                  </a:extLst>
                </p:cNvPr>
                <p:cNvPicPr/>
                <p:nvPr/>
              </p:nvPicPr>
              <p:blipFill>
                <a:blip r:embed="rId431"/>
                <a:stretch>
                  <a:fillRect/>
                </a:stretch>
              </p:blipFill>
              <p:spPr>
                <a:xfrm>
                  <a:off x="11186078" y="4435416"/>
                  <a:ext cx="26280" cy="438480"/>
                </a:xfrm>
                <a:prstGeom prst="rect">
                  <a:avLst/>
                </a:prstGeom>
              </p:spPr>
            </p:pic>
          </mc:Fallback>
        </mc:AlternateContent>
        <mc:AlternateContent xmlns:mc="http://schemas.openxmlformats.org/markup-compatibility/2006" xmlns:p14="http://schemas.microsoft.com/office/powerpoint/2010/main">
          <mc:Choice Requires="p14">
            <p:contentPart p14:bwMode="auto" r:id="rId432">
              <p14:nvContentPartPr>
                <p14:cNvPr id="264" name="Ink 263">
                  <a:extLst>
                    <a:ext uri="{FF2B5EF4-FFF2-40B4-BE49-F238E27FC236}">
                      <a16:creationId xmlns:a16="http://schemas.microsoft.com/office/drawing/2014/main" id="{F5950E29-F621-5910-93F5-A441B21022ED}"/>
                    </a:ext>
                  </a:extLst>
                </p14:cNvPr>
                <p14:cNvContentPartPr/>
                <p14:nvPr/>
              </p14:nvContentPartPr>
              <p14:xfrm>
                <a:off x="11316038" y="4458816"/>
                <a:ext cx="43920" cy="447480"/>
              </p14:xfrm>
            </p:contentPart>
          </mc:Choice>
          <mc:Fallback xmlns="">
            <p:pic>
              <p:nvPicPr>
                <p:cNvPr id="264" name="Ink 263">
                  <a:extLst>
                    <a:ext uri="{FF2B5EF4-FFF2-40B4-BE49-F238E27FC236}">
                      <a16:creationId xmlns:a16="http://schemas.microsoft.com/office/drawing/2014/main" id="{F5950E29-F621-5910-93F5-A441B21022ED}"/>
                    </a:ext>
                  </a:extLst>
                </p:cNvPr>
                <p:cNvPicPr/>
                <p:nvPr/>
              </p:nvPicPr>
              <p:blipFill>
                <a:blip r:embed="rId433"/>
                <a:stretch>
                  <a:fillRect/>
                </a:stretch>
              </p:blipFill>
              <p:spPr>
                <a:xfrm>
                  <a:off x="11309918" y="4452696"/>
                  <a:ext cx="56160" cy="459720"/>
                </a:xfrm>
                <a:prstGeom prst="rect">
                  <a:avLst/>
                </a:prstGeom>
              </p:spPr>
            </p:pic>
          </mc:Fallback>
        </mc:AlternateContent>
        <mc:AlternateContent xmlns:mc="http://schemas.openxmlformats.org/markup-compatibility/2006" xmlns:p14="http://schemas.microsoft.com/office/powerpoint/2010/main">
          <mc:Choice Requires="p14">
            <p:contentPart p14:bwMode="auto" r:id="rId434">
              <p14:nvContentPartPr>
                <p14:cNvPr id="266" name="Ink 265">
                  <a:extLst>
                    <a:ext uri="{FF2B5EF4-FFF2-40B4-BE49-F238E27FC236}">
                      <a16:creationId xmlns:a16="http://schemas.microsoft.com/office/drawing/2014/main" id="{3395E081-D479-1237-A8F7-83F974169F4E}"/>
                    </a:ext>
                  </a:extLst>
                </p14:cNvPr>
                <p14:cNvContentPartPr/>
                <p14:nvPr/>
              </p14:nvContentPartPr>
              <p14:xfrm>
                <a:off x="11096438" y="4350096"/>
                <a:ext cx="225720" cy="214920"/>
              </p14:xfrm>
            </p:contentPart>
          </mc:Choice>
          <mc:Fallback xmlns="">
            <p:pic>
              <p:nvPicPr>
                <p:cNvPr id="266" name="Ink 265">
                  <a:extLst>
                    <a:ext uri="{FF2B5EF4-FFF2-40B4-BE49-F238E27FC236}">
                      <a16:creationId xmlns:a16="http://schemas.microsoft.com/office/drawing/2014/main" id="{3395E081-D479-1237-A8F7-83F974169F4E}"/>
                    </a:ext>
                  </a:extLst>
                </p:cNvPr>
                <p:cNvPicPr/>
                <p:nvPr/>
              </p:nvPicPr>
              <p:blipFill>
                <a:blip r:embed="rId435"/>
                <a:stretch>
                  <a:fillRect/>
                </a:stretch>
              </p:blipFill>
              <p:spPr>
                <a:xfrm>
                  <a:off x="11090318" y="4343976"/>
                  <a:ext cx="23796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436">
              <p14:nvContentPartPr>
                <p14:cNvPr id="267" name="Ink 266">
                  <a:extLst>
                    <a:ext uri="{FF2B5EF4-FFF2-40B4-BE49-F238E27FC236}">
                      <a16:creationId xmlns:a16="http://schemas.microsoft.com/office/drawing/2014/main" id="{AAC9439D-F8CB-690C-32AF-0D16457FB27C}"/>
                    </a:ext>
                  </a:extLst>
                </p14:cNvPr>
                <p14:cNvContentPartPr/>
                <p14:nvPr/>
              </p14:nvContentPartPr>
              <p14:xfrm>
                <a:off x="11285798" y="4322376"/>
                <a:ext cx="263880" cy="213840"/>
              </p14:xfrm>
            </p:contentPart>
          </mc:Choice>
          <mc:Fallback xmlns="">
            <p:pic>
              <p:nvPicPr>
                <p:cNvPr id="267" name="Ink 266">
                  <a:extLst>
                    <a:ext uri="{FF2B5EF4-FFF2-40B4-BE49-F238E27FC236}">
                      <a16:creationId xmlns:a16="http://schemas.microsoft.com/office/drawing/2014/main" id="{AAC9439D-F8CB-690C-32AF-0D16457FB27C}"/>
                    </a:ext>
                  </a:extLst>
                </p:cNvPr>
                <p:cNvPicPr/>
                <p:nvPr/>
              </p:nvPicPr>
              <p:blipFill>
                <a:blip r:embed="rId437"/>
                <a:stretch>
                  <a:fillRect/>
                </a:stretch>
              </p:blipFill>
              <p:spPr>
                <a:xfrm>
                  <a:off x="11279678" y="4316256"/>
                  <a:ext cx="27612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438">
              <p14:nvContentPartPr>
                <p14:cNvPr id="268" name="Ink 267">
                  <a:extLst>
                    <a:ext uri="{FF2B5EF4-FFF2-40B4-BE49-F238E27FC236}">
                      <a16:creationId xmlns:a16="http://schemas.microsoft.com/office/drawing/2014/main" id="{85831EC9-ADAC-2DAC-BD94-1BACD0D91E7A}"/>
                    </a:ext>
                  </a:extLst>
                </p14:cNvPr>
                <p14:cNvContentPartPr/>
                <p14:nvPr/>
              </p14:nvContentPartPr>
              <p14:xfrm>
                <a:off x="11075918" y="4805856"/>
                <a:ext cx="288720" cy="217080"/>
              </p14:xfrm>
            </p:contentPart>
          </mc:Choice>
          <mc:Fallback xmlns="">
            <p:pic>
              <p:nvPicPr>
                <p:cNvPr id="268" name="Ink 267">
                  <a:extLst>
                    <a:ext uri="{FF2B5EF4-FFF2-40B4-BE49-F238E27FC236}">
                      <a16:creationId xmlns:a16="http://schemas.microsoft.com/office/drawing/2014/main" id="{85831EC9-ADAC-2DAC-BD94-1BACD0D91E7A}"/>
                    </a:ext>
                  </a:extLst>
                </p:cNvPr>
                <p:cNvPicPr/>
                <p:nvPr/>
              </p:nvPicPr>
              <p:blipFill>
                <a:blip r:embed="rId439"/>
                <a:stretch>
                  <a:fillRect/>
                </a:stretch>
              </p:blipFill>
              <p:spPr>
                <a:xfrm>
                  <a:off x="11069798" y="4799736"/>
                  <a:ext cx="30096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440">
              <p14:nvContentPartPr>
                <p14:cNvPr id="269" name="Ink 268">
                  <a:extLst>
                    <a:ext uri="{FF2B5EF4-FFF2-40B4-BE49-F238E27FC236}">
                      <a16:creationId xmlns:a16="http://schemas.microsoft.com/office/drawing/2014/main" id="{304CEC9F-99FF-AC33-14ED-2CDF28E4CAB6}"/>
                    </a:ext>
                  </a:extLst>
                </p14:cNvPr>
                <p14:cNvContentPartPr/>
                <p14:nvPr/>
              </p14:nvContentPartPr>
              <p14:xfrm>
                <a:off x="11290838" y="4763736"/>
                <a:ext cx="262440" cy="268560"/>
              </p14:xfrm>
            </p:contentPart>
          </mc:Choice>
          <mc:Fallback xmlns="">
            <p:pic>
              <p:nvPicPr>
                <p:cNvPr id="269" name="Ink 268">
                  <a:extLst>
                    <a:ext uri="{FF2B5EF4-FFF2-40B4-BE49-F238E27FC236}">
                      <a16:creationId xmlns:a16="http://schemas.microsoft.com/office/drawing/2014/main" id="{304CEC9F-99FF-AC33-14ED-2CDF28E4CAB6}"/>
                    </a:ext>
                  </a:extLst>
                </p:cNvPr>
                <p:cNvPicPr/>
                <p:nvPr/>
              </p:nvPicPr>
              <p:blipFill>
                <a:blip r:embed="rId441"/>
                <a:stretch>
                  <a:fillRect/>
                </a:stretch>
              </p:blipFill>
              <p:spPr>
                <a:xfrm>
                  <a:off x="11284718" y="4757616"/>
                  <a:ext cx="274680" cy="280800"/>
                </a:xfrm>
                <a:prstGeom prst="rect">
                  <a:avLst/>
                </a:prstGeom>
              </p:spPr>
            </p:pic>
          </mc:Fallback>
        </mc:AlternateContent>
      </p:grpSp>
    </p:spTree>
    <p:extLst>
      <p:ext uri="{BB962C8B-B14F-4D97-AF65-F5344CB8AC3E}">
        <p14:creationId xmlns:p14="http://schemas.microsoft.com/office/powerpoint/2010/main" val="24651883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6621BE8E-B2C3-4C7A-7553-6532109BE125}"/>
                  </a:ext>
                </a:extLst>
              </p14:cNvPr>
              <p14:cNvContentPartPr/>
              <p14:nvPr/>
            </p14:nvContentPartPr>
            <p14:xfrm>
              <a:off x="1101758" y="365616"/>
              <a:ext cx="1637280" cy="1272240"/>
            </p14:xfrm>
          </p:contentPart>
        </mc:Choice>
        <mc:Fallback>
          <p:pic>
            <p:nvPicPr>
              <p:cNvPr id="5" name="Ink 4">
                <a:extLst>
                  <a:ext uri="{FF2B5EF4-FFF2-40B4-BE49-F238E27FC236}">
                    <a16:creationId xmlns:a16="http://schemas.microsoft.com/office/drawing/2014/main" id="{6621BE8E-B2C3-4C7A-7553-6532109BE125}"/>
                  </a:ext>
                </a:extLst>
              </p:cNvPr>
              <p:cNvPicPr/>
              <p:nvPr/>
            </p:nvPicPr>
            <p:blipFill>
              <a:blip r:embed="rId3"/>
              <a:stretch>
                <a:fillRect/>
              </a:stretch>
            </p:blipFill>
            <p:spPr>
              <a:xfrm>
                <a:off x="1097438" y="361296"/>
                <a:ext cx="1645920" cy="12808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7DA319E4-E53B-3CAB-8148-3946236D52FA}"/>
                  </a:ext>
                </a:extLst>
              </p14:cNvPr>
              <p14:cNvContentPartPr/>
              <p14:nvPr/>
            </p14:nvContentPartPr>
            <p14:xfrm>
              <a:off x="2541398" y="484056"/>
              <a:ext cx="104040" cy="174600"/>
            </p14:xfrm>
          </p:contentPart>
        </mc:Choice>
        <mc:Fallback>
          <p:pic>
            <p:nvPicPr>
              <p:cNvPr id="6" name="Ink 5">
                <a:extLst>
                  <a:ext uri="{FF2B5EF4-FFF2-40B4-BE49-F238E27FC236}">
                    <a16:creationId xmlns:a16="http://schemas.microsoft.com/office/drawing/2014/main" id="{7DA319E4-E53B-3CAB-8148-3946236D52FA}"/>
                  </a:ext>
                </a:extLst>
              </p:cNvPr>
              <p:cNvPicPr/>
              <p:nvPr/>
            </p:nvPicPr>
            <p:blipFill>
              <a:blip r:embed="rId5"/>
              <a:stretch>
                <a:fillRect/>
              </a:stretch>
            </p:blipFill>
            <p:spPr>
              <a:xfrm>
                <a:off x="2537078" y="479736"/>
                <a:ext cx="11268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186E002B-E348-5F9E-0D0D-738343385BFE}"/>
                  </a:ext>
                </a:extLst>
              </p14:cNvPr>
              <p14:cNvContentPartPr/>
              <p14:nvPr/>
            </p14:nvContentPartPr>
            <p14:xfrm>
              <a:off x="2713838" y="444816"/>
              <a:ext cx="161280" cy="131040"/>
            </p14:xfrm>
          </p:contentPart>
        </mc:Choice>
        <mc:Fallback>
          <p:pic>
            <p:nvPicPr>
              <p:cNvPr id="7" name="Ink 6">
                <a:extLst>
                  <a:ext uri="{FF2B5EF4-FFF2-40B4-BE49-F238E27FC236}">
                    <a16:creationId xmlns:a16="http://schemas.microsoft.com/office/drawing/2014/main" id="{186E002B-E348-5F9E-0D0D-738343385BFE}"/>
                  </a:ext>
                </a:extLst>
              </p:cNvPr>
              <p:cNvPicPr/>
              <p:nvPr/>
            </p:nvPicPr>
            <p:blipFill>
              <a:blip r:embed="rId7"/>
              <a:stretch>
                <a:fillRect/>
              </a:stretch>
            </p:blipFill>
            <p:spPr>
              <a:xfrm>
                <a:off x="2709518" y="440496"/>
                <a:ext cx="16992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4BF42017-0592-7507-3778-D64534BC68AA}"/>
                  </a:ext>
                </a:extLst>
              </p14:cNvPr>
              <p14:cNvContentPartPr/>
              <p14:nvPr/>
            </p14:nvContentPartPr>
            <p14:xfrm>
              <a:off x="2917958" y="428616"/>
              <a:ext cx="161280" cy="74520"/>
            </p14:xfrm>
          </p:contentPart>
        </mc:Choice>
        <mc:Fallback>
          <p:pic>
            <p:nvPicPr>
              <p:cNvPr id="8" name="Ink 7">
                <a:extLst>
                  <a:ext uri="{FF2B5EF4-FFF2-40B4-BE49-F238E27FC236}">
                    <a16:creationId xmlns:a16="http://schemas.microsoft.com/office/drawing/2014/main" id="{4BF42017-0592-7507-3778-D64534BC68AA}"/>
                  </a:ext>
                </a:extLst>
              </p:cNvPr>
              <p:cNvPicPr/>
              <p:nvPr/>
            </p:nvPicPr>
            <p:blipFill>
              <a:blip r:embed="rId9"/>
              <a:stretch>
                <a:fillRect/>
              </a:stretch>
            </p:blipFill>
            <p:spPr>
              <a:xfrm>
                <a:off x="2913638" y="424296"/>
                <a:ext cx="16992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466F6565-05F3-1ED4-9F35-E4C72C16B323}"/>
                  </a:ext>
                </a:extLst>
              </p14:cNvPr>
              <p14:cNvContentPartPr/>
              <p14:nvPr/>
            </p14:nvContentPartPr>
            <p14:xfrm>
              <a:off x="3115598" y="229176"/>
              <a:ext cx="197640" cy="203040"/>
            </p14:xfrm>
          </p:contentPart>
        </mc:Choice>
        <mc:Fallback>
          <p:pic>
            <p:nvPicPr>
              <p:cNvPr id="9" name="Ink 8">
                <a:extLst>
                  <a:ext uri="{FF2B5EF4-FFF2-40B4-BE49-F238E27FC236}">
                    <a16:creationId xmlns:a16="http://schemas.microsoft.com/office/drawing/2014/main" id="{466F6565-05F3-1ED4-9F35-E4C72C16B323}"/>
                  </a:ext>
                </a:extLst>
              </p:cNvPr>
              <p:cNvPicPr/>
              <p:nvPr/>
            </p:nvPicPr>
            <p:blipFill>
              <a:blip r:embed="rId11"/>
              <a:stretch>
                <a:fillRect/>
              </a:stretch>
            </p:blipFill>
            <p:spPr>
              <a:xfrm>
                <a:off x="3111278" y="224856"/>
                <a:ext cx="20628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5" name="Ink 14">
                <a:extLst>
                  <a:ext uri="{FF2B5EF4-FFF2-40B4-BE49-F238E27FC236}">
                    <a16:creationId xmlns:a16="http://schemas.microsoft.com/office/drawing/2014/main" id="{327B64C2-B539-7BEC-41EB-FDA862CB1A7E}"/>
                  </a:ext>
                </a:extLst>
              </p14:cNvPr>
              <p14:cNvContentPartPr/>
              <p14:nvPr/>
            </p14:nvContentPartPr>
            <p14:xfrm>
              <a:off x="2727878" y="745416"/>
              <a:ext cx="193680" cy="201600"/>
            </p14:xfrm>
          </p:contentPart>
        </mc:Choice>
        <mc:Fallback>
          <p:pic>
            <p:nvPicPr>
              <p:cNvPr id="15" name="Ink 14">
                <a:extLst>
                  <a:ext uri="{FF2B5EF4-FFF2-40B4-BE49-F238E27FC236}">
                    <a16:creationId xmlns:a16="http://schemas.microsoft.com/office/drawing/2014/main" id="{327B64C2-B539-7BEC-41EB-FDA862CB1A7E}"/>
                  </a:ext>
                </a:extLst>
              </p:cNvPr>
              <p:cNvPicPr/>
              <p:nvPr/>
            </p:nvPicPr>
            <p:blipFill>
              <a:blip r:embed="rId13"/>
              <a:stretch>
                <a:fillRect/>
              </a:stretch>
            </p:blipFill>
            <p:spPr>
              <a:xfrm>
                <a:off x="2723558" y="741096"/>
                <a:ext cx="202320" cy="2102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6" name="Ink 15">
                <a:extLst>
                  <a:ext uri="{FF2B5EF4-FFF2-40B4-BE49-F238E27FC236}">
                    <a16:creationId xmlns:a16="http://schemas.microsoft.com/office/drawing/2014/main" id="{DB39277E-75EA-C02B-4E39-6A835EEEE1B1}"/>
                  </a:ext>
                </a:extLst>
              </p14:cNvPr>
              <p14:cNvContentPartPr/>
              <p14:nvPr/>
            </p14:nvContentPartPr>
            <p14:xfrm>
              <a:off x="2961878" y="754056"/>
              <a:ext cx="196200" cy="91800"/>
            </p14:xfrm>
          </p:contentPart>
        </mc:Choice>
        <mc:Fallback>
          <p:pic>
            <p:nvPicPr>
              <p:cNvPr id="16" name="Ink 15">
                <a:extLst>
                  <a:ext uri="{FF2B5EF4-FFF2-40B4-BE49-F238E27FC236}">
                    <a16:creationId xmlns:a16="http://schemas.microsoft.com/office/drawing/2014/main" id="{DB39277E-75EA-C02B-4E39-6A835EEEE1B1}"/>
                  </a:ext>
                </a:extLst>
              </p:cNvPr>
              <p:cNvPicPr/>
              <p:nvPr/>
            </p:nvPicPr>
            <p:blipFill>
              <a:blip r:embed="rId15"/>
              <a:stretch>
                <a:fillRect/>
              </a:stretch>
            </p:blipFill>
            <p:spPr>
              <a:xfrm>
                <a:off x="2957558" y="749736"/>
                <a:ext cx="20484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7" name="Ink 16">
                <a:extLst>
                  <a:ext uri="{FF2B5EF4-FFF2-40B4-BE49-F238E27FC236}">
                    <a16:creationId xmlns:a16="http://schemas.microsoft.com/office/drawing/2014/main" id="{0848C555-E982-E6F5-5DC8-8C7774630467}"/>
                  </a:ext>
                </a:extLst>
              </p14:cNvPr>
              <p14:cNvContentPartPr/>
              <p14:nvPr/>
            </p14:nvContentPartPr>
            <p14:xfrm>
              <a:off x="3105878" y="618696"/>
              <a:ext cx="278280" cy="153720"/>
            </p14:xfrm>
          </p:contentPart>
        </mc:Choice>
        <mc:Fallback>
          <p:pic>
            <p:nvPicPr>
              <p:cNvPr id="17" name="Ink 16">
                <a:extLst>
                  <a:ext uri="{FF2B5EF4-FFF2-40B4-BE49-F238E27FC236}">
                    <a16:creationId xmlns:a16="http://schemas.microsoft.com/office/drawing/2014/main" id="{0848C555-E982-E6F5-5DC8-8C7774630467}"/>
                  </a:ext>
                </a:extLst>
              </p:cNvPr>
              <p:cNvPicPr/>
              <p:nvPr/>
            </p:nvPicPr>
            <p:blipFill>
              <a:blip r:embed="rId17"/>
              <a:stretch>
                <a:fillRect/>
              </a:stretch>
            </p:blipFill>
            <p:spPr>
              <a:xfrm>
                <a:off x="3101558" y="614376"/>
                <a:ext cx="28692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78" name="Ink 77">
                <a:extLst>
                  <a:ext uri="{FF2B5EF4-FFF2-40B4-BE49-F238E27FC236}">
                    <a16:creationId xmlns:a16="http://schemas.microsoft.com/office/drawing/2014/main" id="{C64BED44-24DA-925D-4434-BD8B0C5C3907}"/>
                  </a:ext>
                </a:extLst>
              </p14:cNvPr>
              <p14:cNvContentPartPr/>
              <p14:nvPr/>
            </p14:nvContentPartPr>
            <p14:xfrm>
              <a:off x="4782398" y="2155896"/>
              <a:ext cx="6480" cy="13320"/>
            </p14:xfrm>
          </p:contentPart>
        </mc:Choice>
        <mc:Fallback>
          <p:pic>
            <p:nvPicPr>
              <p:cNvPr id="78" name="Ink 77">
                <a:extLst>
                  <a:ext uri="{FF2B5EF4-FFF2-40B4-BE49-F238E27FC236}">
                    <a16:creationId xmlns:a16="http://schemas.microsoft.com/office/drawing/2014/main" id="{C64BED44-24DA-925D-4434-BD8B0C5C3907}"/>
                  </a:ext>
                </a:extLst>
              </p:cNvPr>
              <p:cNvPicPr/>
              <p:nvPr/>
            </p:nvPicPr>
            <p:blipFill>
              <a:blip r:embed="rId19"/>
              <a:stretch>
                <a:fillRect/>
              </a:stretch>
            </p:blipFill>
            <p:spPr>
              <a:xfrm>
                <a:off x="4778078" y="2151576"/>
                <a:ext cx="1512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56" name="Ink 255">
                <a:extLst>
                  <a:ext uri="{FF2B5EF4-FFF2-40B4-BE49-F238E27FC236}">
                    <a16:creationId xmlns:a16="http://schemas.microsoft.com/office/drawing/2014/main" id="{8D45D120-A749-E865-8D03-A6F2D6ACE91B}"/>
                  </a:ext>
                </a:extLst>
              </p14:cNvPr>
              <p14:cNvContentPartPr/>
              <p14:nvPr/>
            </p14:nvContentPartPr>
            <p14:xfrm>
              <a:off x="9748238" y="3694896"/>
              <a:ext cx="154440" cy="291600"/>
            </p14:xfrm>
          </p:contentPart>
        </mc:Choice>
        <mc:Fallback>
          <p:pic>
            <p:nvPicPr>
              <p:cNvPr id="256" name="Ink 255">
                <a:extLst>
                  <a:ext uri="{FF2B5EF4-FFF2-40B4-BE49-F238E27FC236}">
                    <a16:creationId xmlns:a16="http://schemas.microsoft.com/office/drawing/2014/main" id="{8D45D120-A749-E865-8D03-A6F2D6ACE91B}"/>
                  </a:ext>
                </a:extLst>
              </p:cNvPr>
              <p:cNvPicPr/>
              <p:nvPr/>
            </p:nvPicPr>
            <p:blipFill>
              <a:blip r:embed="rId21"/>
              <a:stretch>
                <a:fillRect/>
              </a:stretch>
            </p:blipFill>
            <p:spPr>
              <a:xfrm>
                <a:off x="9743918" y="3690576"/>
                <a:ext cx="163080" cy="3002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336" name="Ink 335">
                <a:extLst>
                  <a:ext uri="{FF2B5EF4-FFF2-40B4-BE49-F238E27FC236}">
                    <a16:creationId xmlns:a16="http://schemas.microsoft.com/office/drawing/2014/main" id="{BD906A53-37F3-1A4A-5730-9042CB34CE67}"/>
                  </a:ext>
                </a:extLst>
              </p14:cNvPr>
              <p14:cNvContentPartPr/>
              <p14:nvPr/>
            </p14:nvContentPartPr>
            <p14:xfrm>
              <a:off x="1489118" y="1028016"/>
              <a:ext cx="142200" cy="133200"/>
            </p14:xfrm>
          </p:contentPart>
        </mc:Choice>
        <mc:Fallback>
          <p:pic>
            <p:nvPicPr>
              <p:cNvPr id="336" name="Ink 335">
                <a:extLst>
                  <a:ext uri="{FF2B5EF4-FFF2-40B4-BE49-F238E27FC236}">
                    <a16:creationId xmlns:a16="http://schemas.microsoft.com/office/drawing/2014/main" id="{BD906A53-37F3-1A4A-5730-9042CB34CE67}"/>
                  </a:ext>
                </a:extLst>
              </p:cNvPr>
              <p:cNvPicPr/>
              <p:nvPr/>
            </p:nvPicPr>
            <p:blipFill>
              <a:blip r:embed="rId23"/>
              <a:stretch>
                <a:fillRect/>
              </a:stretch>
            </p:blipFill>
            <p:spPr>
              <a:xfrm>
                <a:off x="1484798" y="1023696"/>
                <a:ext cx="15084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4" name="Ink 13">
                <a:extLst>
                  <a:ext uri="{FF2B5EF4-FFF2-40B4-BE49-F238E27FC236}">
                    <a16:creationId xmlns:a16="http://schemas.microsoft.com/office/drawing/2014/main" id="{0B2BAE4E-6E4B-BE37-4AC8-2E44724688E2}"/>
                  </a:ext>
                </a:extLst>
              </p14:cNvPr>
              <p14:cNvContentPartPr/>
              <p14:nvPr/>
            </p14:nvContentPartPr>
            <p14:xfrm>
              <a:off x="1823558" y="1589616"/>
              <a:ext cx="21960" cy="153000"/>
            </p14:xfrm>
          </p:contentPart>
        </mc:Choice>
        <mc:Fallback>
          <p:pic>
            <p:nvPicPr>
              <p:cNvPr id="14" name="Ink 13">
                <a:extLst>
                  <a:ext uri="{FF2B5EF4-FFF2-40B4-BE49-F238E27FC236}">
                    <a16:creationId xmlns:a16="http://schemas.microsoft.com/office/drawing/2014/main" id="{0B2BAE4E-6E4B-BE37-4AC8-2E44724688E2}"/>
                  </a:ext>
                </a:extLst>
              </p:cNvPr>
              <p:cNvPicPr/>
              <p:nvPr/>
            </p:nvPicPr>
            <p:blipFill>
              <a:blip r:embed="rId25"/>
              <a:stretch>
                <a:fillRect/>
              </a:stretch>
            </p:blipFill>
            <p:spPr>
              <a:xfrm>
                <a:off x="1819238" y="1585296"/>
                <a:ext cx="3060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79" name="Ink 78">
                <a:extLst>
                  <a:ext uri="{FF2B5EF4-FFF2-40B4-BE49-F238E27FC236}">
                    <a16:creationId xmlns:a16="http://schemas.microsoft.com/office/drawing/2014/main" id="{E8997A8D-FF63-AB04-A9CD-7E78065CC893}"/>
                  </a:ext>
                </a:extLst>
              </p14:cNvPr>
              <p14:cNvContentPartPr/>
              <p14:nvPr/>
            </p14:nvContentPartPr>
            <p14:xfrm>
              <a:off x="1816358" y="5226696"/>
              <a:ext cx="184680" cy="288720"/>
            </p14:xfrm>
          </p:contentPart>
        </mc:Choice>
        <mc:Fallback>
          <p:pic>
            <p:nvPicPr>
              <p:cNvPr id="79" name="Ink 78">
                <a:extLst>
                  <a:ext uri="{FF2B5EF4-FFF2-40B4-BE49-F238E27FC236}">
                    <a16:creationId xmlns:a16="http://schemas.microsoft.com/office/drawing/2014/main" id="{E8997A8D-FF63-AB04-A9CD-7E78065CC893}"/>
                  </a:ext>
                </a:extLst>
              </p:cNvPr>
              <p:cNvPicPr/>
              <p:nvPr/>
            </p:nvPicPr>
            <p:blipFill>
              <a:blip r:embed="rId27"/>
              <a:stretch>
                <a:fillRect/>
              </a:stretch>
            </p:blipFill>
            <p:spPr>
              <a:xfrm>
                <a:off x="1812038" y="5222376"/>
                <a:ext cx="193320" cy="2973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80" name="Ink 79">
                <a:extLst>
                  <a:ext uri="{FF2B5EF4-FFF2-40B4-BE49-F238E27FC236}">
                    <a16:creationId xmlns:a16="http://schemas.microsoft.com/office/drawing/2014/main" id="{9FB9B022-7F08-FE37-FF4A-E8C66BD88067}"/>
                  </a:ext>
                </a:extLst>
              </p14:cNvPr>
              <p14:cNvContentPartPr/>
              <p14:nvPr/>
            </p14:nvContentPartPr>
            <p14:xfrm>
              <a:off x="1968998" y="5285016"/>
              <a:ext cx="344160" cy="141120"/>
            </p14:xfrm>
          </p:contentPart>
        </mc:Choice>
        <mc:Fallback>
          <p:pic>
            <p:nvPicPr>
              <p:cNvPr id="80" name="Ink 79">
                <a:extLst>
                  <a:ext uri="{FF2B5EF4-FFF2-40B4-BE49-F238E27FC236}">
                    <a16:creationId xmlns:a16="http://schemas.microsoft.com/office/drawing/2014/main" id="{9FB9B022-7F08-FE37-FF4A-E8C66BD88067}"/>
                  </a:ext>
                </a:extLst>
              </p:cNvPr>
              <p:cNvPicPr/>
              <p:nvPr/>
            </p:nvPicPr>
            <p:blipFill>
              <a:blip r:embed="rId29"/>
              <a:stretch>
                <a:fillRect/>
              </a:stretch>
            </p:blipFill>
            <p:spPr>
              <a:xfrm>
                <a:off x="1964678" y="5280696"/>
                <a:ext cx="35280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81" name="Ink 80">
                <a:extLst>
                  <a:ext uri="{FF2B5EF4-FFF2-40B4-BE49-F238E27FC236}">
                    <a16:creationId xmlns:a16="http://schemas.microsoft.com/office/drawing/2014/main" id="{A6CE2BE0-D520-5F39-D504-86C8D453C846}"/>
                  </a:ext>
                </a:extLst>
              </p14:cNvPr>
              <p14:cNvContentPartPr/>
              <p14:nvPr/>
            </p14:nvContentPartPr>
            <p14:xfrm>
              <a:off x="2221718" y="5219856"/>
              <a:ext cx="40320" cy="46080"/>
            </p14:xfrm>
          </p:contentPart>
        </mc:Choice>
        <mc:Fallback>
          <p:pic>
            <p:nvPicPr>
              <p:cNvPr id="81" name="Ink 80">
                <a:extLst>
                  <a:ext uri="{FF2B5EF4-FFF2-40B4-BE49-F238E27FC236}">
                    <a16:creationId xmlns:a16="http://schemas.microsoft.com/office/drawing/2014/main" id="{A6CE2BE0-D520-5F39-D504-86C8D453C846}"/>
                  </a:ext>
                </a:extLst>
              </p:cNvPr>
              <p:cNvPicPr/>
              <p:nvPr/>
            </p:nvPicPr>
            <p:blipFill>
              <a:blip r:embed="rId31"/>
              <a:stretch>
                <a:fillRect/>
              </a:stretch>
            </p:blipFill>
            <p:spPr>
              <a:xfrm>
                <a:off x="2217398" y="5215536"/>
                <a:ext cx="48960" cy="547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82" name="Ink 81">
                <a:extLst>
                  <a:ext uri="{FF2B5EF4-FFF2-40B4-BE49-F238E27FC236}">
                    <a16:creationId xmlns:a16="http://schemas.microsoft.com/office/drawing/2014/main" id="{0431B057-58FD-9E7C-2AFF-371C2FD82CF9}"/>
                  </a:ext>
                </a:extLst>
              </p14:cNvPr>
              <p14:cNvContentPartPr/>
              <p14:nvPr/>
            </p14:nvContentPartPr>
            <p14:xfrm>
              <a:off x="2341238" y="5047056"/>
              <a:ext cx="312840" cy="231840"/>
            </p14:xfrm>
          </p:contentPart>
        </mc:Choice>
        <mc:Fallback>
          <p:pic>
            <p:nvPicPr>
              <p:cNvPr id="82" name="Ink 81">
                <a:extLst>
                  <a:ext uri="{FF2B5EF4-FFF2-40B4-BE49-F238E27FC236}">
                    <a16:creationId xmlns:a16="http://schemas.microsoft.com/office/drawing/2014/main" id="{0431B057-58FD-9E7C-2AFF-371C2FD82CF9}"/>
                  </a:ext>
                </a:extLst>
              </p:cNvPr>
              <p:cNvPicPr/>
              <p:nvPr/>
            </p:nvPicPr>
            <p:blipFill>
              <a:blip r:embed="rId33"/>
              <a:stretch>
                <a:fillRect/>
              </a:stretch>
            </p:blipFill>
            <p:spPr>
              <a:xfrm>
                <a:off x="2336918" y="5042736"/>
                <a:ext cx="32148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83" name="Ink 82">
                <a:extLst>
                  <a:ext uri="{FF2B5EF4-FFF2-40B4-BE49-F238E27FC236}">
                    <a16:creationId xmlns:a16="http://schemas.microsoft.com/office/drawing/2014/main" id="{44DC17D6-FE19-EE64-FA45-640AB3827D41}"/>
                  </a:ext>
                </a:extLst>
              </p14:cNvPr>
              <p14:cNvContentPartPr/>
              <p14:nvPr/>
            </p14:nvContentPartPr>
            <p14:xfrm>
              <a:off x="2592158" y="4993776"/>
              <a:ext cx="311040" cy="370800"/>
            </p14:xfrm>
          </p:contentPart>
        </mc:Choice>
        <mc:Fallback>
          <p:pic>
            <p:nvPicPr>
              <p:cNvPr id="83" name="Ink 82">
                <a:extLst>
                  <a:ext uri="{FF2B5EF4-FFF2-40B4-BE49-F238E27FC236}">
                    <a16:creationId xmlns:a16="http://schemas.microsoft.com/office/drawing/2014/main" id="{44DC17D6-FE19-EE64-FA45-640AB3827D41}"/>
                  </a:ext>
                </a:extLst>
              </p:cNvPr>
              <p:cNvPicPr/>
              <p:nvPr/>
            </p:nvPicPr>
            <p:blipFill>
              <a:blip r:embed="rId35"/>
              <a:stretch>
                <a:fillRect/>
              </a:stretch>
            </p:blipFill>
            <p:spPr>
              <a:xfrm>
                <a:off x="2587838" y="4989456"/>
                <a:ext cx="319680" cy="3794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84" name="Ink 83">
                <a:extLst>
                  <a:ext uri="{FF2B5EF4-FFF2-40B4-BE49-F238E27FC236}">
                    <a16:creationId xmlns:a16="http://schemas.microsoft.com/office/drawing/2014/main" id="{684086A8-CEFB-9973-F47B-8529FA99A07C}"/>
                  </a:ext>
                </a:extLst>
              </p14:cNvPr>
              <p14:cNvContentPartPr/>
              <p14:nvPr/>
            </p14:nvContentPartPr>
            <p14:xfrm>
              <a:off x="2097158" y="5744376"/>
              <a:ext cx="221040" cy="180720"/>
            </p14:xfrm>
          </p:contentPart>
        </mc:Choice>
        <mc:Fallback>
          <p:pic>
            <p:nvPicPr>
              <p:cNvPr id="84" name="Ink 83">
                <a:extLst>
                  <a:ext uri="{FF2B5EF4-FFF2-40B4-BE49-F238E27FC236}">
                    <a16:creationId xmlns:a16="http://schemas.microsoft.com/office/drawing/2014/main" id="{684086A8-CEFB-9973-F47B-8529FA99A07C}"/>
                  </a:ext>
                </a:extLst>
              </p:cNvPr>
              <p:cNvPicPr/>
              <p:nvPr/>
            </p:nvPicPr>
            <p:blipFill>
              <a:blip r:embed="rId37"/>
              <a:stretch>
                <a:fillRect/>
              </a:stretch>
            </p:blipFill>
            <p:spPr>
              <a:xfrm>
                <a:off x="2092838" y="5740056"/>
                <a:ext cx="22968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85" name="Ink 84">
                <a:extLst>
                  <a:ext uri="{FF2B5EF4-FFF2-40B4-BE49-F238E27FC236}">
                    <a16:creationId xmlns:a16="http://schemas.microsoft.com/office/drawing/2014/main" id="{FC46BEC9-7F20-BDE1-9100-A2261E7652C1}"/>
                  </a:ext>
                </a:extLst>
              </p14:cNvPr>
              <p14:cNvContentPartPr/>
              <p14:nvPr/>
            </p14:nvContentPartPr>
            <p14:xfrm>
              <a:off x="2272478" y="5735736"/>
              <a:ext cx="154800" cy="76680"/>
            </p14:xfrm>
          </p:contentPart>
        </mc:Choice>
        <mc:Fallback>
          <p:pic>
            <p:nvPicPr>
              <p:cNvPr id="85" name="Ink 84">
                <a:extLst>
                  <a:ext uri="{FF2B5EF4-FFF2-40B4-BE49-F238E27FC236}">
                    <a16:creationId xmlns:a16="http://schemas.microsoft.com/office/drawing/2014/main" id="{FC46BEC9-7F20-BDE1-9100-A2261E7652C1}"/>
                  </a:ext>
                </a:extLst>
              </p:cNvPr>
              <p:cNvPicPr/>
              <p:nvPr/>
            </p:nvPicPr>
            <p:blipFill>
              <a:blip r:embed="rId39"/>
              <a:stretch>
                <a:fillRect/>
              </a:stretch>
            </p:blipFill>
            <p:spPr>
              <a:xfrm>
                <a:off x="2268158" y="5731416"/>
                <a:ext cx="16344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86" name="Ink 85">
                <a:extLst>
                  <a:ext uri="{FF2B5EF4-FFF2-40B4-BE49-F238E27FC236}">
                    <a16:creationId xmlns:a16="http://schemas.microsoft.com/office/drawing/2014/main" id="{7454C62A-B143-AD14-8CAA-BAE2C81B2E9F}"/>
                  </a:ext>
                </a:extLst>
              </p14:cNvPr>
              <p14:cNvContentPartPr/>
              <p14:nvPr/>
            </p14:nvContentPartPr>
            <p14:xfrm>
              <a:off x="2341598" y="5687856"/>
              <a:ext cx="21240" cy="16200"/>
            </p14:xfrm>
          </p:contentPart>
        </mc:Choice>
        <mc:Fallback>
          <p:pic>
            <p:nvPicPr>
              <p:cNvPr id="86" name="Ink 85">
                <a:extLst>
                  <a:ext uri="{FF2B5EF4-FFF2-40B4-BE49-F238E27FC236}">
                    <a16:creationId xmlns:a16="http://schemas.microsoft.com/office/drawing/2014/main" id="{7454C62A-B143-AD14-8CAA-BAE2C81B2E9F}"/>
                  </a:ext>
                </a:extLst>
              </p:cNvPr>
              <p:cNvPicPr/>
              <p:nvPr/>
            </p:nvPicPr>
            <p:blipFill>
              <a:blip r:embed="rId41"/>
              <a:stretch>
                <a:fillRect/>
              </a:stretch>
            </p:blipFill>
            <p:spPr>
              <a:xfrm>
                <a:off x="2337278" y="5683536"/>
                <a:ext cx="2988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87" name="Ink 86">
                <a:extLst>
                  <a:ext uri="{FF2B5EF4-FFF2-40B4-BE49-F238E27FC236}">
                    <a16:creationId xmlns:a16="http://schemas.microsoft.com/office/drawing/2014/main" id="{CA2673DF-09AB-B06E-5260-F36380B00E0C}"/>
                  </a:ext>
                </a:extLst>
              </p14:cNvPr>
              <p14:cNvContentPartPr/>
              <p14:nvPr/>
            </p14:nvContentPartPr>
            <p14:xfrm>
              <a:off x="2442398" y="5645736"/>
              <a:ext cx="48600" cy="75600"/>
            </p14:xfrm>
          </p:contentPart>
        </mc:Choice>
        <mc:Fallback>
          <p:pic>
            <p:nvPicPr>
              <p:cNvPr id="87" name="Ink 86">
                <a:extLst>
                  <a:ext uri="{FF2B5EF4-FFF2-40B4-BE49-F238E27FC236}">
                    <a16:creationId xmlns:a16="http://schemas.microsoft.com/office/drawing/2014/main" id="{CA2673DF-09AB-B06E-5260-F36380B00E0C}"/>
                  </a:ext>
                </a:extLst>
              </p:cNvPr>
              <p:cNvPicPr/>
              <p:nvPr/>
            </p:nvPicPr>
            <p:blipFill>
              <a:blip r:embed="rId43"/>
              <a:stretch>
                <a:fillRect/>
              </a:stretch>
            </p:blipFill>
            <p:spPr>
              <a:xfrm>
                <a:off x="2438078" y="5641416"/>
                <a:ext cx="5724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88" name="Ink 87">
                <a:extLst>
                  <a:ext uri="{FF2B5EF4-FFF2-40B4-BE49-F238E27FC236}">
                    <a16:creationId xmlns:a16="http://schemas.microsoft.com/office/drawing/2014/main" id="{92D72388-9043-0A23-CB34-5F6DE56C3860}"/>
                  </a:ext>
                </a:extLst>
              </p14:cNvPr>
              <p14:cNvContentPartPr/>
              <p14:nvPr/>
            </p14:nvContentPartPr>
            <p14:xfrm>
              <a:off x="2535638" y="5620536"/>
              <a:ext cx="85320" cy="64800"/>
            </p14:xfrm>
          </p:contentPart>
        </mc:Choice>
        <mc:Fallback>
          <p:pic>
            <p:nvPicPr>
              <p:cNvPr id="88" name="Ink 87">
                <a:extLst>
                  <a:ext uri="{FF2B5EF4-FFF2-40B4-BE49-F238E27FC236}">
                    <a16:creationId xmlns:a16="http://schemas.microsoft.com/office/drawing/2014/main" id="{92D72388-9043-0A23-CB34-5F6DE56C3860}"/>
                  </a:ext>
                </a:extLst>
              </p:cNvPr>
              <p:cNvPicPr/>
              <p:nvPr/>
            </p:nvPicPr>
            <p:blipFill>
              <a:blip r:embed="rId45"/>
              <a:stretch>
                <a:fillRect/>
              </a:stretch>
            </p:blipFill>
            <p:spPr>
              <a:xfrm>
                <a:off x="2531318" y="5616216"/>
                <a:ext cx="93960" cy="734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89" name="Ink 88">
                <a:extLst>
                  <a:ext uri="{FF2B5EF4-FFF2-40B4-BE49-F238E27FC236}">
                    <a16:creationId xmlns:a16="http://schemas.microsoft.com/office/drawing/2014/main" id="{F73617E2-CFEA-FF9C-8C0E-EB1505CAEAD5}"/>
                  </a:ext>
                </a:extLst>
              </p14:cNvPr>
              <p14:cNvContentPartPr/>
              <p14:nvPr/>
            </p14:nvContentPartPr>
            <p14:xfrm>
              <a:off x="2763878" y="5514336"/>
              <a:ext cx="154080" cy="287640"/>
            </p14:xfrm>
          </p:contentPart>
        </mc:Choice>
        <mc:Fallback>
          <p:pic>
            <p:nvPicPr>
              <p:cNvPr id="89" name="Ink 88">
                <a:extLst>
                  <a:ext uri="{FF2B5EF4-FFF2-40B4-BE49-F238E27FC236}">
                    <a16:creationId xmlns:a16="http://schemas.microsoft.com/office/drawing/2014/main" id="{F73617E2-CFEA-FF9C-8C0E-EB1505CAEAD5}"/>
                  </a:ext>
                </a:extLst>
              </p:cNvPr>
              <p:cNvPicPr/>
              <p:nvPr/>
            </p:nvPicPr>
            <p:blipFill>
              <a:blip r:embed="rId47"/>
              <a:stretch>
                <a:fillRect/>
              </a:stretch>
            </p:blipFill>
            <p:spPr>
              <a:xfrm>
                <a:off x="2759558" y="5510016"/>
                <a:ext cx="162720" cy="2962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90" name="Ink 89">
                <a:extLst>
                  <a:ext uri="{FF2B5EF4-FFF2-40B4-BE49-F238E27FC236}">
                    <a16:creationId xmlns:a16="http://schemas.microsoft.com/office/drawing/2014/main" id="{BE460D1C-3F2B-FC03-916E-C44A825F097A}"/>
                  </a:ext>
                </a:extLst>
              </p14:cNvPr>
              <p14:cNvContentPartPr/>
              <p14:nvPr/>
            </p14:nvContentPartPr>
            <p14:xfrm>
              <a:off x="2788718" y="5477256"/>
              <a:ext cx="57240" cy="162360"/>
            </p14:xfrm>
          </p:contentPart>
        </mc:Choice>
        <mc:Fallback>
          <p:pic>
            <p:nvPicPr>
              <p:cNvPr id="90" name="Ink 89">
                <a:extLst>
                  <a:ext uri="{FF2B5EF4-FFF2-40B4-BE49-F238E27FC236}">
                    <a16:creationId xmlns:a16="http://schemas.microsoft.com/office/drawing/2014/main" id="{BE460D1C-3F2B-FC03-916E-C44A825F097A}"/>
                  </a:ext>
                </a:extLst>
              </p:cNvPr>
              <p:cNvPicPr/>
              <p:nvPr/>
            </p:nvPicPr>
            <p:blipFill>
              <a:blip r:embed="rId49"/>
              <a:stretch>
                <a:fillRect/>
              </a:stretch>
            </p:blipFill>
            <p:spPr>
              <a:xfrm>
                <a:off x="2784398" y="5472936"/>
                <a:ext cx="6588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91" name="Ink 90">
                <a:extLst>
                  <a:ext uri="{FF2B5EF4-FFF2-40B4-BE49-F238E27FC236}">
                    <a16:creationId xmlns:a16="http://schemas.microsoft.com/office/drawing/2014/main" id="{49829150-8B7C-9854-6592-BDC0B79081A8}"/>
                  </a:ext>
                </a:extLst>
              </p14:cNvPr>
              <p14:cNvContentPartPr/>
              <p14:nvPr/>
            </p14:nvContentPartPr>
            <p14:xfrm>
              <a:off x="2905358" y="5453136"/>
              <a:ext cx="61200" cy="84600"/>
            </p14:xfrm>
          </p:contentPart>
        </mc:Choice>
        <mc:Fallback>
          <p:pic>
            <p:nvPicPr>
              <p:cNvPr id="91" name="Ink 90">
                <a:extLst>
                  <a:ext uri="{FF2B5EF4-FFF2-40B4-BE49-F238E27FC236}">
                    <a16:creationId xmlns:a16="http://schemas.microsoft.com/office/drawing/2014/main" id="{49829150-8B7C-9854-6592-BDC0B79081A8}"/>
                  </a:ext>
                </a:extLst>
              </p:cNvPr>
              <p:cNvPicPr/>
              <p:nvPr/>
            </p:nvPicPr>
            <p:blipFill>
              <a:blip r:embed="rId51"/>
              <a:stretch>
                <a:fillRect/>
              </a:stretch>
            </p:blipFill>
            <p:spPr>
              <a:xfrm>
                <a:off x="2901038" y="5448816"/>
                <a:ext cx="6984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92" name="Ink 91">
                <a:extLst>
                  <a:ext uri="{FF2B5EF4-FFF2-40B4-BE49-F238E27FC236}">
                    <a16:creationId xmlns:a16="http://schemas.microsoft.com/office/drawing/2014/main" id="{ABABE2EC-863B-EFED-EB35-DE078BC6CAE8}"/>
                  </a:ext>
                </a:extLst>
              </p14:cNvPr>
              <p14:cNvContentPartPr/>
              <p14:nvPr/>
            </p14:nvContentPartPr>
            <p14:xfrm>
              <a:off x="2994638" y="5402736"/>
              <a:ext cx="128160" cy="233280"/>
            </p14:xfrm>
          </p:contentPart>
        </mc:Choice>
        <mc:Fallback>
          <p:pic>
            <p:nvPicPr>
              <p:cNvPr id="92" name="Ink 91">
                <a:extLst>
                  <a:ext uri="{FF2B5EF4-FFF2-40B4-BE49-F238E27FC236}">
                    <a16:creationId xmlns:a16="http://schemas.microsoft.com/office/drawing/2014/main" id="{ABABE2EC-863B-EFED-EB35-DE078BC6CAE8}"/>
                  </a:ext>
                </a:extLst>
              </p:cNvPr>
              <p:cNvPicPr/>
              <p:nvPr/>
            </p:nvPicPr>
            <p:blipFill>
              <a:blip r:embed="rId53"/>
              <a:stretch>
                <a:fillRect/>
              </a:stretch>
            </p:blipFill>
            <p:spPr>
              <a:xfrm>
                <a:off x="2990318" y="5398416"/>
                <a:ext cx="13680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93" name="Ink 92">
                <a:extLst>
                  <a:ext uri="{FF2B5EF4-FFF2-40B4-BE49-F238E27FC236}">
                    <a16:creationId xmlns:a16="http://schemas.microsoft.com/office/drawing/2014/main" id="{80034D8D-F920-17A5-6161-D5D29F37CC8F}"/>
                  </a:ext>
                </a:extLst>
              </p14:cNvPr>
              <p14:cNvContentPartPr/>
              <p14:nvPr/>
            </p14:nvContentPartPr>
            <p14:xfrm>
              <a:off x="3052238" y="5200056"/>
              <a:ext cx="111600" cy="215280"/>
            </p14:xfrm>
          </p:contentPart>
        </mc:Choice>
        <mc:Fallback>
          <p:pic>
            <p:nvPicPr>
              <p:cNvPr id="93" name="Ink 92">
                <a:extLst>
                  <a:ext uri="{FF2B5EF4-FFF2-40B4-BE49-F238E27FC236}">
                    <a16:creationId xmlns:a16="http://schemas.microsoft.com/office/drawing/2014/main" id="{80034D8D-F920-17A5-6161-D5D29F37CC8F}"/>
                  </a:ext>
                </a:extLst>
              </p:cNvPr>
              <p:cNvPicPr/>
              <p:nvPr/>
            </p:nvPicPr>
            <p:blipFill>
              <a:blip r:embed="rId55"/>
              <a:stretch>
                <a:fillRect/>
              </a:stretch>
            </p:blipFill>
            <p:spPr>
              <a:xfrm>
                <a:off x="3047918" y="5195736"/>
                <a:ext cx="12024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94" name="Ink 93">
                <a:extLst>
                  <a:ext uri="{FF2B5EF4-FFF2-40B4-BE49-F238E27FC236}">
                    <a16:creationId xmlns:a16="http://schemas.microsoft.com/office/drawing/2014/main" id="{46561090-A671-ADEB-F419-6B08475D7DB8}"/>
                  </a:ext>
                </a:extLst>
              </p14:cNvPr>
              <p14:cNvContentPartPr/>
              <p14:nvPr/>
            </p14:nvContentPartPr>
            <p14:xfrm>
              <a:off x="3167798" y="5322816"/>
              <a:ext cx="132120" cy="68040"/>
            </p14:xfrm>
          </p:contentPart>
        </mc:Choice>
        <mc:Fallback>
          <p:pic>
            <p:nvPicPr>
              <p:cNvPr id="94" name="Ink 93">
                <a:extLst>
                  <a:ext uri="{FF2B5EF4-FFF2-40B4-BE49-F238E27FC236}">
                    <a16:creationId xmlns:a16="http://schemas.microsoft.com/office/drawing/2014/main" id="{46561090-A671-ADEB-F419-6B08475D7DB8}"/>
                  </a:ext>
                </a:extLst>
              </p:cNvPr>
              <p:cNvPicPr/>
              <p:nvPr/>
            </p:nvPicPr>
            <p:blipFill>
              <a:blip r:embed="rId57"/>
              <a:stretch>
                <a:fillRect/>
              </a:stretch>
            </p:blipFill>
            <p:spPr>
              <a:xfrm>
                <a:off x="3163478" y="5318496"/>
                <a:ext cx="140760" cy="766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95" name="Ink 94">
                <a:extLst>
                  <a:ext uri="{FF2B5EF4-FFF2-40B4-BE49-F238E27FC236}">
                    <a16:creationId xmlns:a16="http://schemas.microsoft.com/office/drawing/2014/main" id="{A92A0F5C-E24C-0EC1-6F69-F9746B4F82BA}"/>
                  </a:ext>
                </a:extLst>
              </p14:cNvPr>
              <p14:cNvContentPartPr/>
              <p14:nvPr/>
            </p14:nvContentPartPr>
            <p14:xfrm>
              <a:off x="3345278" y="5315256"/>
              <a:ext cx="360" cy="16560"/>
            </p14:xfrm>
          </p:contentPart>
        </mc:Choice>
        <mc:Fallback>
          <p:pic>
            <p:nvPicPr>
              <p:cNvPr id="95" name="Ink 94">
                <a:extLst>
                  <a:ext uri="{FF2B5EF4-FFF2-40B4-BE49-F238E27FC236}">
                    <a16:creationId xmlns:a16="http://schemas.microsoft.com/office/drawing/2014/main" id="{A92A0F5C-E24C-0EC1-6F69-F9746B4F82BA}"/>
                  </a:ext>
                </a:extLst>
              </p:cNvPr>
              <p:cNvPicPr/>
              <p:nvPr/>
            </p:nvPicPr>
            <p:blipFill>
              <a:blip r:embed="rId59"/>
              <a:stretch>
                <a:fillRect/>
              </a:stretch>
            </p:blipFill>
            <p:spPr>
              <a:xfrm>
                <a:off x="3340958" y="5310936"/>
                <a:ext cx="900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44" name="Ink 343">
                <a:extLst>
                  <a:ext uri="{FF2B5EF4-FFF2-40B4-BE49-F238E27FC236}">
                    <a16:creationId xmlns:a16="http://schemas.microsoft.com/office/drawing/2014/main" id="{2C97599A-7FB7-833A-92C7-72E3A5AFFE7C}"/>
                  </a:ext>
                </a:extLst>
              </p14:cNvPr>
              <p14:cNvContentPartPr/>
              <p14:nvPr/>
            </p14:nvContentPartPr>
            <p14:xfrm>
              <a:off x="5580518" y="1333656"/>
              <a:ext cx="19800" cy="158400"/>
            </p14:xfrm>
          </p:contentPart>
        </mc:Choice>
        <mc:Fallback>
          <p:pic>
            <p:nvPicPr>
              <p:cNvPr id="344" name="Ink 343">
                <a:extLst>
                  <a:ext uri="{FF2B5EF4-FFF2-40B4-BE49-F238E27FC236}">
                    <a16:creationId xmlns:a16="http://schemas.microsoft.com/office/drawing/2014/main" id="{2C97599A-7FB7-833A-92C7-72E3A5AFFE7C}"/>
                  </a:ext>
                </a:extLst>
              </p:cNvPr>
              <p:cNvPicPr/>
              <p:nvPr/>
            </p:nvPicPr>
            <p:blipFill>
              <a:blip r:embed="rId61"/>
              <a:stretch>
                <a:fillRect/>
              </a:stretch>
            </p:blipFill>
            <p:spPr>
              <a:xfrm>
                <a:off x="5576198" y="1329336"/>
                <a:ext cx="28440" cy="167040"/>
              </a:xfrm>
              <a:prstGeom prst="rect">
                <a:avLst/>
              </a:prstGeom>
            </p:spPr>
          </p:pic>
        </mc:Fallback>
      </mc:AlternateContent>
      <p:grpSp>
        <p:nvGrpSpPr>
          <p:cNvPr id="352" name="Group 351">
            <a:extLst>
              <a:ext uri="{FF2B5EF4-FFF2-40B4-BE49-F238E27FC236}">
                <a16:creationId xmlns:a16="http://schemas.microsoft.com/office/drawing/2014/main" id="{3A5BA563-9C16-4B70-CD63-F1A4708B3CDF}"/>
              </a:ext>
            </a:extLst>
          </p:cNvPr>
          <p:cNvGrpSpPr/>
          <p:nvPr/>
        </p:nvGrpSpPr>
        <p:grpSpPr>
          <a:xfrm>
            <a:off x="537278" y="1453536"/>
            <a:ext cx="2959200" cy="3503520"/>
            <a:chOff x="537278" y="1453536"/>
            <a:chExt cx="2959200" cy="3503520"/>
          </a:xfrm>
        </p:grpSpPr>
        <mc:AlternateContent xmlns:mc="http://schemas.openxmlformats.org/markup-compatibility/2006">
          <mc:Choice xmlns:p14="http://schemas.microsoft.com/office/powerpoint/2010/main" Requires="p14">
            <p:contentPart p14:bwMode="auto" r:id="rId62">
              <p14:nvContentPartPr>
                <p14:cNvPr id="19" name="Ink 18">
                  <a:extLst>
                    <a:ext uri="{FF2B5EF4-FFF2-40B4-BE49-F238E27FC236}">
                      <a16:creationId xmlns:a16="http://schemas.microsoft.com/office/drawing/2014/main" id="{C6DB51E2-D76E-91AB-62B5-AC936DD0C4E8}"/>
                    </a:ext>
                  </a:extLst>
                </p14:cNvPr>
                <p14:cNvContentPartPr/>
                <p14:nvPr/>
              </p14:nvContentPartPr>
              <p14:xfrm>
                <a:off x="1710158" y="1808496"/>
                <a:ext cx="82080" cy="151200"/>
              </p14:xfrm>
            </p:contentPart>
          </mc:Choice>
          <mc:Fallback>
            <p:pic>
              <p:nvPicPr>
                <p:cNvPr id="19" name="Ink 18">
                  <a:extLst>
                    <a:ext uri="{FF2B5EF4-FFF2-40B4-BE49-F238E27FC236}">
                      <a16:creationId xmlns:a16="http://schemas.microsoft.com/office/drawing/2014/main" id="{C6DB51E2-D76E-91AB-62B5-AC936DD0C4E8}"/>
                    </a:ext>
                  </a:extLst>
                </p:cNvPr>
                <p:cNvPicPr/>
                <p:nvPr/>
              </p:nvPicPr>
              <p:blipFill>
                <a:blip r:embed="rId63"/>
                <a:stretch>
                  <a:fillRect/>
                </a:stretch>
              </p:blipFill>
              <p:spPr>
                <a:xfrm>
                  <a:off x="1705838" y="1804176"/>
                  <a:ext cx="9072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20" name="Ink 19">
                  <a:extLst>
                    <a:ext uri="{FF2B5EF4-FFF2-40B4-BE49-F238E27FC236}">
                      <a16:creationId xmlns:a16="http://schemas.microsoft.com/office/drawing/2014/main" id="{F5DCD084-6AEF-F76D-CDC7-8BF2282EE863}"/>
                    </a:ext>
                  </a:extLst>
                </p14:cNvPr>
                <p14:cNvContentPartPr/>
                <p14:nvPr/>
              </p14:nvContentPartPr>
              <p14:xfrm>
                <a:off x="1683518" y="1755216"/>
                <a:ext cx="106560" cy="68040"/>
              </p14:xfrm>
            </p:contentPart>
          </mc:Choice>
          <mc:Fallback>
            <p:pic>
              <p:nvPicPr>
                <p:cNvPr id="20" name="Ink 19">
                  <a:extLst>
                    <a:ext uri="{FF2B5EF4-FFF2-40B4-BE49-F238E27FC236}">
                      <a16:creationId xmlns:a16="http://schemas.microsoft.com/office/drawing/2014/main" id="{F5DCD084-6AEF-F76D-CDC7-8BF2282EE863}"/>
                    </a:ext>
                  </a:extLst>
                </p:cNvPr>
                <p:cNvPicPr/>
                <p:nvPr/>
              </p:nvPicPr>
              <p:blipFill>
                <a:blip r:embed="rId65"/>
                <a:stretch>
                  <a:fillRect/>
                </a:stretch>
              </p:blipFill>
              <p:spPr>
                <a:xfrm>
                  <a:off x="1679198" y="1750896"/>
                  <a:ext cx="115200" cy="766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21" name="Ink 20">
                  <a:extLst>
                    <a:ext uri="{FF2B5EF4-FFF2-40B4-BE49-F238E27FC236}">
                      <a16:creationId xmlns:a16="http://schemas.microsoft.com/office/drawing/2014/main" id="{F9FBDF91-C74E-32E9-4C50-34FD6DF7D906}"/>
                    </a:ext>
                  </a:extLst>
                </p14:cNvPr>
                <p14:cNvContentPartPr/>
                <p14:nvPr/>
              </p14:nvContentPartPr>
              <p14:xfrm>
                <a:off x="1814918" y="1769976"/>
                <a:ext cx="98280" cy="116640"/>
              </p14:xfrm>
            </p:contentPart>
          </mc:Choice>
          <mc:Fallback>
            <p:pic>
              <p:nvPicPr>
                <p:cNvPr id="21" name="Ink 20">
                  <a:extLst>
                    <a:ext uri="{FF2B5EF4-FFF2-40B4-BE49-F238E27FC236}">
                      <a16:creationId xmlns:a16="http://schemas.microsoft.com/office/drawing/2014/main" id="{F9FBDF91-C74E-32E9-4C50-34FD6DF7D906}"/>
                    </a:ext>
                  </a:extLst>
                </p:cNvPr>
                <p:cNvPicPr/>
                <p:nvPr/>
              </p:nvPicPr>
              <p:blipFill>
                <a:blip r:embed="rId67"/>
                <a:stretch>
                  <a:fillRect/>
                </a:stretch>
              </p:blipFill>
              <p:spPr>
                <a:xfrm>
                  <a:off x="1810598" y="1765656"/>
                  <a:ext cx="10692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23" name="Ink 22">
                  <a:extLst>
                    <a:ext uri="{FF2B5EF4-FFF2-40B4-BE49-F238E27FC236}">
                      <a16:creationId xmlns:a16="http://schemas.microsoft.com/office/drawing/2014/main" id="{886C5CC9-156E-197B-9784-0DF0D5D15418}"/>
                    </a:ext>
                  </a:extLst>
                </p14:cNvPr>
                <p14:cNvContentPartPr/>
                <p14:nvPr/>
              </p14:nvContentPartPr>
              <p14:xfrm>
                <a:off x="537278" y="2115936"/>
                <a:ext cx="1637640" cy="2841120"/>
              </p14:xfrm>
            </p:contentPart>
          </mc:Choice>
          <mc:Fallback>
            <p:pic>
              <p:nvPicPr>
                <p:cNvPr id="23" name="Ink 22">
                  <a:extLst>
                    <a:ext uri="{FF2B5EF4-FFF2-40B4-BE49-F238E27FC236}">
                      <a16:creationId xmlns:a16="http://schemas.microsoft.com/office/drawing/2014/main" id="{886C5CC9-156E-197B-9784-0DF0D5D15418}"/>
                    </a:ext>
                  </a:extLst>
                </p:cNvPr>
                <p:cNvPicPr/>
                <p:nvPr/>
              </p:nvPicPr>
              <p:blipFill>
                <a:blip r:embed="rId69"/>
                <a:stretch>
                  <a:fillRect/>
                </a:stretch>
              </p:blipFill>
              <p:spPr>
                <a:xfrm>
                  <a:off x="532958" y="2111616"/>
                  <a:ext cx="1646280" cy="28497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24" name="Ink 23">
                  <a:extLst>
                    <a:ext uri="{FF2B5EF4-FFF2-40B4-BE49-F238E27FC236}">
                      <a16:creationId xmlns:a16="http://schemas.microsoft.com/office/drawing/2014/main" id="{8846E7E9-6916-0F25-E958-E04DBED1DA54}"/>
                    </a:ext>
                  </a:extLst>
                </p14:cNvPr>
                <p14:cNvContentPartPr/>
                <p14:nvPr/>
              </p14:nvContentPartPr>
              <p14:xfrm>
                <a:off x="697838" y="3864456"/>
                <a:ext cx="56160" cy="91080"/>
              </p14:xfrm>
            </p:contentPart>
          </mc:Choice>
          <mc:Fallback>
            <p:pic>
              <p:nvPicPr>
                <p:cNvPr id="24" name="Ink 23">
                  <a:extLst>
                    <a:ext uri="{FF2B5EF4-FFF2-40B4-BE49-F238E27FC236}">
                      <a16:creationId xmlns:a16="http://schemas.microsoft.com/office/drawing/2014/main" id="{8846E7E9-6916-0F25-E958-E04DBED1DA54}"/>
                    </a:ext>
                  </a:extLst>
                </p:cNvPr>
                <p:cNvPicPr/>
                <p:nvPr/>
              </p:nvPicPr>
              <p:blipFill>
                <a:blip r:embed="rId71"/>
                <a:stretch>
                  <a:fillRect/>
                </a:stretch>
              </p:blipFill>
              <p:spPr>
                <a:xfrm>
                  <a:off x="693518" y="3860136"/>
                  <a:ext cx="64800" cy="997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25" name="Ink 24">
                  <a:extLst>
                    <a:ext uri="{FF2B5EF4-FFF2-40B4-BE49-F238E27FC236}">
                      <a16:creationId xmlns:a16="http://schemas.microsoft.com/office/drawing/2014/main" id="{7AD052FA-3A3D-3A17-6311-53B8C78AD50B}"/>
                    </a:ext>
                  </a:extLst>
                </p14:cNvPr>
                <p14:cNvContentPartPr/>
                <p14:nvPr/>
              </p14:nvContentPartPr>
              <p14:xfrm>
                <a:off x="834638" y="3451896"/>
                <a:ext cx="61920" cy="55440"/>
              </p14:xfrm>
            </p:contentPart>
          </mc:Choice>
          <mc:Fallback>
            <p:pic>
              <p:nvPicPr>
                <p:cNvPr id="25" name="Ink 24">
                  <a:extLst>
                    <a:ext uri="{FF2B5EF4-FFF2-40B4-BE49-F238E27FC236}">
                      <a16:creationId xmlns:a16="http://schemas.microsoft.com/office/drawing/2014/main" id="{7AD052FA-3A3D-3A17-6311-53B8C78AD50B}"/>
                    </a:ext>
                  </a:extLst>
                </p:cNvPr>
                <p:cNvPicPr/>
                <p:nvPr/>
              </p:nvPicPr>
              <p:blipFill>
                <a:blip r:embed="rId73"/>
                <a:stretch>
                  <a:fillRect/>
                </a:stretch>
              </p:blipFill>
              <p:spPr>
                <a:xfrm>
                  <a:off x="830318" y="3447576"/>
                  <a:ext cx="7056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26" name="Ink 25">
                  <a:extLst>
                    <a:ext uri="{FF2B5EF4-FFF2-40B4-BE49-F238E27FC236}">
                      <a16:creationId xmlns:a16="http://schemas.microsoft.com/office/drawing/2014/main" id="{121B7380-6E42-F22D-E4D0-B2E9950F4223}"/>
                    </a:ext>
                  </a:extLst>
                </p14:cNvPr>
                <p14:cNvContentPartPr/>
                <p14:nvPr/>
              </p14:nvContentPartPr>
              <p14:xfrm>
                <a:off x="1037678" y="3167496"/>
                <a:ext cx="32760" cy="41760"/>
              </p14:xfrm>
            </p:contentPart>
          </mc:Choice>
          <mc:Fallback>
            <p:pic>
              <p:nvPicPr>
                <p:cNvPr id="26" name="Ink 25">
                  <a:extLst>
                    <a:ext uri="{FF2B5EF4-FFF2-40B4-BE49-F238E27FC236}">
                      <a16:creationId xmlns:a16="http://schemas.microsoft.com/office/drawing/2014/main" id="{121B7380-6E42-F22D-E4D0-B2E9950F4223}"/>
                    </a:ext>
                  </a:extLst>
                </p:cNvPr>
                <p:cNvPicPr/>
                <p:nvPr/>
              </p:nvPicPr>
              <p:blipFill>
                <a:blip r:embed="rId75"/>
                <a:stretch>
                  <a:fillRect/>
                </a:stretch>
              </p:blipFill>
              <p:spPr>
                <a:xfrm>
                  <a:off x="1033358" y="3163176"/>
                  <a:ext cx="41400" cy="504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27" name="Ink 26">
                  <a:extLst>
                    <a:ext uri="{FF2B5EF4-FFF2-40B4-BE49-F238E27FC236}">
                      <a16:creationId xmlns:a16="http://schemas.microsoft.com/office/drawing/2014/main" id="{FE2D4490-E713-374C-CF9F-4985E3C01AAC}"/>
                    </a:ext>
                  </a:extLst>
                </p14:cNvPr>
                <p14:cNvContentPartPr/>
                <p14:nvPr/>
              </p14:nvContentPartPr>
              <p14:xfrm>
                <a:off x="1051718" y="3802896"/>
                <a:ext cx="73080" cy="28440"/>
              </p14:xfrm>
            </p:contentPart>
          </mc:Choice>
          <mc:Fallback>
            <p:pic>
              <p:nvPicPr>
                <p:cNvPr id="27" name="Ink 26">
                  <a:extLst>
                    <a:ext uri="{FF2B5EF4-FFF2-40B4-BE49-F238E27FC236}">
                      <a16:creationId xmlns:a16="http://schemas.microsoft.com/office/drawing/2014/main" id="{FE2D4490-E713-374C-CF9F-4985E3C01AAC}"/>
                    </a:ext>
                  </a:extLst>
                </p:cNvPr>
                <p:cNvPicPr/>
                <p:nvPr/>
              </p:nvPicPr>
              <p:blipFill>
                <a:blip r:embed="rId77"/>
                <a:stretch>
                  <a:fillRect/>
                </a:stretch>
              </p:blipFill>
              <p:spPr>
                <a:xfrm>
                  <a:off x="1047398" y="3798576"/>
                  <a:ext cx="8172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28" name="Ink 27">
                  <a:extLst>
                    <a:ext uri="{FF2B5EF4-FFF2-40B4-BE49-F238E27FC236}">
                      <a16:creationId xmlns:a16="http://schemas.microsoft.com/office/drawing/2014/main" id="{5F6E7523-B85B-F1F5-88A2-6D9266E4B2B9}"/>
                    </a:ext>
                  </a:extLst>
                </p14:cNvPr>
                <p14:cNvContentPartPr/>
                <p14:nvPr/>
              </p14:nvContentPartPr>
              <p14:xfrm>
                <a:off x="1236398" y="3564576"/>
                <a:ext cx="360" cy="360"/>
              </p14:xfrm>
            </p:contentPart>
          </mc:Choice>
          <mc:Fallback>
            <p:pic>
              <p:nvPicPr>
                <p:cNvPr id="28" name="Ink 27">
                  <a:extLst>
                    <a:ext uri="{FF2B5EF4-FFF2-40B4-BE49-F238E27FC236}">
                      <a16:creationId xmlns:a16="http://schemas.microsoft.com/office/drawing/2014/main" id="{5F6E7523-B85B-F1F5-88A2-6D9266E4B2B9}"/>
                    </a:ext>
                  </a:extLst>
                </p:cNvPr>
                <p:cNvPicPr/>
                <p:nvPr/>
              </p:nvPicPr>
              <p:blipFill>
                <a:blip r:embed="rId79"/>
                <a:stretch>
                  <a:fillRect/>
                </a:stretch>
              </p:blipFill>
              <p:spPr>
                <a:xfrm>
                  <a:off x="1232078" y="356025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29" name="Ink 28">
                  <a:extLst>
                    <a:ext uri="{FF2B5EF4-FFF2-40B4-BE49-F238E27FC236}">
                      <a16:creationId xmlns:a16="http://schemas.microsoft.com/office/drawing/2014/main" id="{66FCE816-4AFE-21C7-2C07-7E304C4C4D55}"/>
                    </a:ext>
                  </a:extLst>
                </p14:cNvPr>
                <p14:cNvContentPartPr/>
                <p14:nvPr/>
              </p14:nvContentPartPr>
              <p14:xfrm>
                <a:off x="1445918" y="3224016"/>
                <a:ext cx="9720" cy="21240"/>
              </p14:xfrm>
            </p:contentPart>
          </mc:Choice>
          <mc:Fallback>
            <p:pic>
              <p:nvPicPr>
                <p:cNvPr id="29" name="Ink 28">
                  <a:extLst>
                    <a:ext uri="{FF2B5EF4-FFF2-40B4-BE49-F238E27FC236}">
                      <a16:creationId xmlns:a16="http://schemas.microsoft.com/office/drawing/2014/main" id="{66FCE816-4AFE-21C7-2C07-7E304C4C4D55}"/>
                    </a:ext>
                  </a:extLst>
                </p:cNvPr>
                <p:cNvPicPr/>
                <p:nvPr/>
              </p:nvPicPr>
              <p:blipFill>
                <a:blip r:embed="rId81"/>
                <a:stretch>
                  <a:fillRect/>
                </a:stretch>
              </p:blipFill>
              <p:spPr>
                <a:xfrm>
                  <a:off x="1441598" y="3219696"/>
                  <a:ext cx="1836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30" name="Ink 29">
                  <a:extLst>
                    <a:ext uri="{FF2B5EF4-FFF2-40B4-BE49-F238E27FC236}">
                      <a16:creationId xmlns:a16="http://schemas.microsoft.com/office/drawing/2014/main" id="{6E1A4CA4-0CFB-AFCA-86D1-69F5536E3464}"/>
                    </a:ext>
                  </a:extLst>
                </p14:cNvPr>
                <p14:cNvContentPartPr/>
                <p14:nvPr/>
              </p14:nvContentPartPr>
              <p14:xfrm>
                <a:off x="1626638" y="2853936"/>
                <a:ext cx="6480" cy="3240"/>
              </p14:xfrm>
            </p:contentPart>
          </mc:Choice>
          <mc:Fallback>
            <p:pic>
              <p:nvPicPr>
                <p:cNvPr id="30" name="Ink 29">
                  <a:extLst>
                    <a:ext uri="{FF2B5EF4-FFF2-40B4-BE49-F238E27FC236}">
                      <a16:creationId xmlns:a16="http://schemas.microsoft.com/office/drawing/2014/main" id="{6E1A4CA4-0CFB-AFCA-86D1-69F5536E3464}"/>
                    </a:ext>
                  </a:extLst>
                </p:cNvPr>
                <p:cNvPicPr/>
                <p:nvPr/>
              </p:nvPicPr>
              <p:blipFill>
                <a:blip r:embed="rId83"/>
                <a:stretch>
                  <a:fillRect/>
                </a:stretch>
              </p:blipFill>
              <p:spPr>
                <a:xfrm>
                  <a:off x="1622318" y="2849616"/>
                  <a:ext cx="15120" cy="118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31" name="Ink 30">
                  <a:extLst>
                    <a:ext uri="{FF2B5EF4-FFF2-40B4-BE49-F238E27FC236}">
                      <a16:creationId xmlns:a16="http://schemas.microsoft.com/office/drawing/2014/main" id="{26E560A5-B4E0-EF9F-48DE-5C3957F5F504}"/>
                    </a:ext>
                  </a:extLst>
                </p14:cNvPr>
                <p14:cNvContentPartPr/>
                <p14:nvPr/>
              </p14:nvContentPartPr>
              <p14:xfrm>
                <a:off x="1688558" y="2702376"/>
                <a:ext cx="360" cy="360"/>
              </p14:xfrm>
            </p:contentPart>
          </mc:Choice>
          <mc:Fallback>
            <p:pic>
              <p:nvPicPr>
                <p:cNvPr id="31" name="Ink 30">
                  <a:extLst>
                    <a:ext uri="{FF2B5EF4-FFF2-40B4-BE49-F238E27FC236}">
                      <a16:creationId xmlns:a16="http://schemas.microsoft.com/office/drawing/2014/main" id="{26E560A5-B4E0-EF9F-48DE-5C3957F5F504}"/>
                    </a:ext>
                  </a:extLst>
                </p:cNvPr>
                <p:cNvPicPr/>
                <p:nvPr/>
              </p:nvPicPr>
              <p:blipFill>
                <a:blip r:embed="rId79"/>
                <a:stretch>
                  <a:fillRect/>
                </a:stretch>
              </p:blipFill>
              <p:spPr>
                <a:xfrm>
                  <a:off x="1684238" y="269805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32" name="Ink 31">
                  <a:extLst>
                    <a:ext uri="{FF2B5EF4-FFF2-40B4-BE49-F238E27FC236}">
                      <a16:creationId xmlns:a16="http://schemas.microsoft.com/office/drawing/2014/main" id="{93598542-FA78-9B5D-E0E2-695383FB9C43}"/>
                    </a:ext>
                  </a:extLst>
                </p14:cNvPr>
                <p14:cNvContentPartPr/>
                <p14:nvPr/>
              </p14:nvContentPartPr>
              <p14:xfrm>
                <a:off x="1695038" y="2351016"/>
                <a:ext cx="5040" cy="15840"/>
              </p14:xfrm>
            </p:contentPart>
          </mc:Choice>
          <mc:Fallback>
            <p:pic>
              <p:nvPicPr>
                <p:cNvPr id="32" name="Ink 31">
                  <a:extLst>
                    <a:ext uri="{FF2B5EF4-FFF2-40B4-BE49-F238E27FC236}">
                      <a16:creationId xmlns:a16="http://schemas.microsoft.com/office/drawing/2014/main" id="{93598542-FA78-9B5D-E0E2-695383FB9C43}"/>
                    </a:ext>
                  </a:extLst>
                </p:cNvPr>
                <p:cNvPicPr/>
                <p:nvPr/>
              </p:nvPicPr>
              <p:blipFill>
                <a:blip r:embed="rId86"/>
                <a:stretch>
                  <a:fillRect/>
                </a:stretch>
              </p:blipFill>
              <p:spPr>
                <a:xfrm>
                  <a:off x="1690718" y="2346696"/>
                  <a:ext cx="1368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33" name="Ink 32">
                  <a:extLst>
                    <a:ext uri="{FF2B5EF4-FFF2-40B4-BE49-F238E27FC236}">
                      <a16:creationId xmlns:a16="http://schemas.microsoft.com/office/drawing/2014/main" id="{0A29D039-0125-6304-0D44-433253FB9C4A}"/>
                    </a:ext>
                  </a:extLst>
                </p14:cNvPr>
                <p14:cNvContentPartPr/>
                <p14:nvPr/>
              </p14:nvContentPartPr>
              <p14:xfrm>
                <a:off x="1085918" y="3081456"/>
                <a:ext cx="43920" cy="55800"/>
              </p14:xfrm>
            </p:contentPart>
          </mc:Choice>
          <mc:Fallback>
            <p:pic>
              <p:nvPicPr>
                <p:cNvPr id="33" name="Ink 32">
                  <a:extLst>
                    <a:ext uri="{FF2B5EF4-FFF2-40B4-BE49-F238E27FC236}">
                      <a16:creationId xmlns:a16="http://schemas.microsoft.com/office/drawing/2014/main" id="{0A29D039-0125-6304-0D44-433253FB9C4A}"/>
                    </a:ext>
                  </a:extLst>
                </p:cNvPr>
                <p:cNvPicPr/>
                <p:nvPr/>
              </p:nvPicPr>
              <p:blipFill>
                <a:blip r:embed="rId88"/>
                <a:stretch>
                  <a:fillRect/>
                </a:stretch>
              </p:blipFill>
              <p:spPr>
                <a:xfrm>
                  <a:off x="1081598" y="3077136"/>
                  <a:ext cx="5256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34" name="Ink 33">
                  <a:extLst>
                    <a:ext uri="{FF2B5EF4-FFF2-40B4-BE49-F238E27FC236}">
                      <a16:creationId xmlns:a16="http://schemas.microsoft.com/office/drawing/2014/main" id="{4F1A37FF-C42F-5625-E0D4-09334CF58D7D}"/>
                    </a:ext>
                  </a:extLst>
                </p14:cNvPr>
                <p14:cNvContentPartPr/>
                <p14:nvPr/>
              </p14:nvContentPartPr>
              <p14:xfrm>
                <a:off x="1190318" y="4311576"/>
                <a:ext cx="8280" cy="75600"/>
              </p14:xfrm>
            </p:contentPart>
          </mc:Choice>
          <mc:Fallback>
            <p:pic>
              <p:nvPicPr>
                <p:cNvPr id="34" name="Ink 33">
                  <a:extLst>
                    <a:ext uri="{FF2B5EF4-FFF2-40B4-BE49-F238E27FC236}">
                      <a16:creationId xmlns:a16="http://schemas.microsoft.com/office/drawing/2014/main" id="{4F1A37FF-C42F-5625-E0D4-09334CF58D7D}"/>
                    </a:ext>
                  </a:extLst>
                </p:cNvPr>
                <p:cNvPicPr/>
                <p:nvPr/>
              </p:nvPicPr>
              <p:blipFill>
                <a:blip r:embed="rId90"/>
                <a:stretch>
                  <a:fillRect/>
                </a:stretch>
              </p:blipFill>
              <p:spPr>
                <a:xfrm>
                  <a:off x="1185998" y="4307256"/>
                  <a:ext cx="1692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35" name="Ink 34">
                  <a:extLst>
                    <a:ext uri="{FF2B5EF4-FFF2-40B4-BE49-F238E27FC236}">
                      <a16:creationId xmlns:a16="http://schemas.microsoft.com/office/drawing/2014/main" id="{E82744BB-E720-9023-07A9-A52CD1954E79}"/>
                    </a:ext>
                  </a:extLst>
                </p14:cNvPr>
                <p14:cNvContentPartPr/>
                <p14:nvPr/>
              </p14:nvContentPartPr>
              <p14:xfrm>
                <a:off x="1233158" y="4494816"/>
                <a:ext cx="360" cy="360"/>
              </p14:xfrm>
            </p:contentPart>
          </mc:Choice>
          <mc:Fallback>
            <p:pic>
              <p:nvPicPr>
                <p:cNvPr id="35" name="Ink 34">
                  <a:extLst>
                    <a:ext uri="{FF2B5EF4-FFF2-40B4-BE49-F238E27FC236}">
                      <a16:creationId xmlns:a16="http://schemas.microsoft.com/office/drawing/2014/main" id="{E82744BB-E720-9023-07A9-A52CD1954E79}"/>
                    </a:ext>
                  </a:extLst>
                </p:cNvPr>
                <p:cNvPicPr/>
                <p:nvPr/>
              </p:nvPicPr>
              <p:blipFill>
                <a:blip r:embed="rId79"/>
                <a:stretch>
                  <a:fillRect/>
                </a:stretch>
              </p:blipFill>
              <p:spPr>
                <a:xfrm>
                  <a:off x="1228838" y="449013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36" name="Ink 35">
                  <a:extLst>
                    <a:ext uri="{FF2B5EF4-FFF2-40B4-BE49-F238E27FC236}">
                      <a16:creationId xmlns:a16="http://schemas.microsoft.com/office/drawing/2014/main" id="{D2E94E35-92CB-87EA-0F73-55A86CA7AD9F}"/>
                    </a:ext>
                  </a:extLst>
                </p14:cNvPr>
                <p14:cNvContentPartPr/>
                <p14:nvPr/>
              </p14:nvContentPartPr>
              <p14:xfrm>
                <a:off x="1552118" y="3896856"/>
                <a:ext cx="59040" cy="70560"/>
              </p14:xfrm>
            </p:contentPart>
          </mc:Choice>
          <mc:Fallback>
            <p:pic>
              <p:nvPicPr>
                <p:cNvPr id="36" name="Ink 35">
                  <a:extLst>
                    <a:ext uri="{FF2B5EF4-FFF2-40B4-BE49-F238E27FC236}">
                      <a16:creationId xmlns:a16="http://schemas.microsoft.com/office/drawing/2014/main" id="{D2E94E35-92CB-87EA-0F73-55A86CA7AD9F}"/>
                    </a:ext>
                  </a:extLst>
                </p:cNvPr>
                <p:cNvPicPr/>
                <p:nvPr/>
              </p:nvPicPr>
              <p:blipFill>
                <a:blip r:embed="rId93"/>
                <a:stretch>
                  <a:fillRect/>
                </a:stretch>
              </p:blipFill>
              <p:spPr>
                <a:xfrm>
                  <a:off x="1547798" y="3892536"/>
                  <a:ext cx="6768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37" name="Ink 36">
                  <a:extLst>
                    <a:ext uri="{FF2B5EF4-FFF2-40B4-BE49-F238E27FC236}">
                      <a16:creationId xmlns:a16="http://schemas.microsoft.com/office/drawing/2014/main" id="{F2D01166-7C2D-C275-4ADB-4FE7C17772FF}"/>
                    </a:ext>
                  </a:extLst>
                </p14:cNvPr>
                <p14:cNvContentPartPr/>
                <p14:nvPr/>
              </p14:nvContentPartPr>
              <p14:xfrm>
                <a:off x="1776398" y="3436776"/>
                <a:ext cx="12600" cy="25920"/>
              </p14:xfrm>
            </p:contentPart>
          </mc:Choice>
          <mc:Fallback>
            <p:pic>
              <p:nvPicPr>
                <p:cNvPr id="37" name="Ink 36">
                  <a:extLst>
                    <a:ext uri="{FF2B5EF4-FFF2-40B4-BE49-F238E27FC236}">
                      <a16:creationId xmlns:a16="http://schemas.microsoft.com/office/drawing/2014/main" id="{F2D01166-7C2D-C275-4ADB-4FE7C17772FF}"/>
                    </a:ext>
                  </a:extLst>
                </p:cNvPr>
                <p:cNvPicPr/>
                <p:nvPr/>
              </p:nvPicPr>
              <p:blipFill>
                <a:blip r:embed="rId95"/>
                <a:stretch>
                  <a:fillRect/>
                </a:stretch>
              </p:blipFill>
              <p:spPr>
                <a:xfrm>
                  <a:off x="1772078" y="3432456"/>
                  <a:ext cx="21240" cy="345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38" name="Ink 37">
                  <a:extLst>
                    <a:ext uri="{FF2B5EF4-FFF2-40B4-BE49-F238E27FC236}">
                      <a16:creationId xmlns:a16="http://schemas.microsoft.com/office/drawing/2014/main" id="{B6F03CE3-714D-B2DF-C1DD-9E4126EADA55}"/>
                    </a:ext>
                  </a:extLst>
                </p14:cNvPr>
                <p14:cNvContentPartPr/>
                <p14:nvPr/>
              </p14:nvContentPartPr>
              <p14:xfrm>
                <a:off x="1903478" y="3105216"/>
                <a:ext cx="13680" cy="40320"/>
              </p14:xfrm>
            </p:contentPart>
          </mc:Choice>
          <mc:Fallback>
            <p:pic>
              <p:nvPicPr>
                <p:cNvPr id="38" name="Ink 37">
                  <a:extLst>
                    <a:ext uri="{FF2B5EF4-FFF2-40B4-BE49-F238E27FC236}">
                      <a16:creationId xmlns:a16="http://schemas.microsoft.com/office/drawing/2014/main" id="{B6F03CE3-714D-B2DF-C1DD-9E4126EADA55}"/>
                    </a:ext>
                  </a:extLst>
                </p:cNvPr>
                <p:cNvPicPr/>
                <p:nvPr/>
              </p:nvPicPr>
              <p:blipFill>
                <a:blip r:embed="rId97"/>
                <a:stretch>
                  <a:fillRect/>
                </a:stretch>
              </p:blipFill>
              <p:spPr>
                <a:xfrm>
                  <a:off x="1899158" y="3100896"/>
                  <a:ext cx="2232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39" name="Ink 38">
                  <a:extLst>
                    <a:ext uri="{FF2B5EF4-FFF2-40B4-BE49-F238E27FC236}">
                      <a16:creationId xmlns:a16="http://schemas.microsoft.com/office/drawing/2014/main" id="{3D95B520-1A94-D560-A221-BC3B7C2C5D00}"/>
                    </a:ext>
                  </a:extLst>
                </p14:cNvPr>
                <p14:cNvContentPartPr/>
                <p14:nvPr/>
              </p14:nvContentPartPr>
              <p14:xfrm>
                <a:off x="1906358" y="2861136"/>
                <a:ext cx="360" cy="360"/>
              </p14:xfrm>
            </p:contentPart>
          </mc:Choice>
          <mc:Fallback>
            <p:pic>
              <p:nvPicPr>
                <p:cNvPr id="39" name="Ink 38">
                  <a:extLst>
                    <a:ext uri="{FF2B5EF4-FFF2-40B4-BE49-F238E27FC236}">
                      <a16:creationId xmlns:a16="http://schemas.microsoft.com/office/drawing/2014/main" id="{3D95B520-1A94-D560-A221-BC3B7C2C5D00}"/>
                    </a:ext>
                  </a:extLst>
                </p:cNvPr>
                <p:cNvPicPr/>
                <p:nvPr/>
              </p:nvPicPr>
              <p:blipFill>
                <a:blip r:embed="rId79"/>
                <a:stretch>
                  <a:fillRect/>
                </a:stretch>
              </p:blipFill>
              <p:spPr>
                <a:xfrm>
                  <a:off x="1902038" y="285681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40" name="Ink 39">
                  <a:extLst>
                    <a:ext uri="{FF2B5EF4-FFF2-40B4-BE49-F238E27FC236}">
                      <a16:creationId xmlns:a16="http://schemas.microsoft.com/office/drawing/2014/main" id="{8420E6F7-B44E-3189-DB3E-4822DC08B9D6}"/>
                    </a:ext>
                  </a:extLst>
                </p14:cNvPr>
                <p14:cNvContentPartPr/>
                <p14:nvPr/>
              </p14:nvContentPartPr>
              <p14:xfrm>
                <a:off x="1970078" y="2578896"/>
                <a:ext cx="360" cy="360"/>
              </p14:xfrm>
            </p:contentPart>
          </mc:Choice>
          <mc:Fallback>
            <p:pic>
              <p:nvPicPr>
                <p:cNvPr id="40" name="Ink 39">
                  <a:extLst>
                    <a:ext uri="{FF2B5EF4-FFF2-40B4-BE49-F238E27FC236}">
                      <a16:creationId xmlns:a16="http://schemas.microsoft.com/office/drawing/2014/main" id="{8420E6F7-B44E-3189-DB3E-4822DC08B9D6}"/>
                    </a:ext>
                  </a:extLst>
                </p:cNvPr>
                <p:cNvPicPr/>
                <p:nvPr/>
              </p:nvPicPr>
              <p:blipFill>
                <a:blip r:embed="rId79"/>
                <a:stretch>
                  <a:fillRect/>
                </a:stretch>
              </p:blipFill>
              <p:spPr>
                <a:xfrm>
                  <a:off x="1965758" y="257457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43" name="Ink 42">
                  <a:extLst>
                    <a:ext uri="{FF2B5EF4-FFF2-40B4-BE49-F238E27FC236}">
                      <a16:creationId xmlns:a16="http://schemas.microsoft.com/office/drawing/2014/main" id="{46D774DE-05DE-CA76-DE76-CD1B3E8A3AA3}"/>
                    </a:ext>
                  </a:extLst>
                </p14:cNvPr>
                <p14:cNvContentPartPr/>
                <p14:nvPr/>
              </p14:nvContentPartPr>
              <p14:xfrm>
                <a:off x="1650758" y="4078656"/>
                <a:ext cx="268560" cy="530640"/>
              </p14:xfrm>
            </p:contentPart>
          </mc:Choice>
          <mc:Fallback>
            <p:pic>
              <p:nvPicPr>
                <p:cNvPr id="43" name="Ink 42">
                  <a:extLst>
                    <a:ext uri="{FF2B5EF4-FFF2-40B4-BE49-F238E27FC236}">
                      <a16:creationId xmlns:a16="http://schemas.microsoft.com/office/drawing/2014/main" id="{46D774DE-05DE-CA76-DE76-CD1B3E8A3AA3}"/>
                    </a:ext>
                  </a:extLst>
                </p:cNvPr>
                <p:cNvPicPr/>
                <p:nvPr/>
              </p:nvPicPr>
              <p:blipFill>
                <a:blip r:embed="rId101"/>
                <a:stretch>
                  <a:fillRect/>
                </a:stretch>
              </p:blipFill>
              <p:spPr>
                <a:xfrm>
                  <a:off x="1646438" y="4074336"/>
                  <a:ext cx="277200" cy="5392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44" name="Ink 43">
                  <a:extLst>
                    <a:ext uri="{FF2B5EF4-FFF2-40B4-BE49-F238E27FC236}">
                      <a16:creationId xmlns:a16="http://schemas.microsoft.com/office/drawing/2014/main" id="{6C745B11-1855-786E-B6F3-681E1E040D33}"/>
                    </a:ext>
                  </a:extLst>
                </p14:cNvPr>
                <p14:cNvContentPartPr/>
                <p14:nvPr/>
              </p14:nvContentPartPr>
              <p14:xfrm>
                <a:off x="1826798" y="4633776"/>
                <a:ext cx="133200" cy="25560"/>
              </p14:xfrm>
            </p:contentPart>
          </mc:Choice>
          <mc:Fallback>
            <p:pic>
              <p:nvPicPr>
                <p:cNvPr id="44" name="Ink 43">
                  <a:extLst>
                    <a:ext uri="{FF2B5EF4-FFF2-40B4-BE49-F238E27FC236}">
                      <a16:creationId xmlns:a16="http://schemas.microsoft.com/office/drawing/2014/main" id="{6C745B11-1855-786E-B6F3-681E1E040D33}"/>
                    </a:ext>
                  </a:extLst>
                </p:cNvPr>
                <p:cNvPicPr/>
                <p:nvPr/>
              </p:nvPicPr>
              <p:blipFill>
                <a:blip r:embed="rId103"/>
                <a:stretch>
                  <a:fillRect/>
                </a:stretch>
              </p:blipFill>
              <p:spPr>
                <a:xfrm>
                  <a:off x="1822478" y="4629456"/>
                  <a:ext cx="14184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45" name="Ink 44">
                  <a:extLst>
                    <a:ext uri="{FF2B5EF4-FFF2-40B4-BE49-F238E27FC236}">
                      <a16:creationId xmlns:a16="http://schemas.microsoft.com/office/drawing/2014/main" id="{20E7B872-EB8D-591E-0F7E-DCA1806B072C}"/>
                    </a:ext>
                  </a:extLst>
                </p14:cNvPr>
                <p14:cNvContentPartPr/>
                <p14:nvPr/>
              </p14:nvContentPartPr>
              <p14:xfrm>
                <a:off x="1944518" y="4463136"/>
                <a:ext cx="27360" cy="164880"/>
              </p14:xfrm>
            </p:contentPart>
          </mc:Choice>
          <mc:Fallback>
            <p:pic>
              <p:nvPicPr>
                <p:cNvPr id="45" name="Ink 44">
                  <a:extLst>
                    <a:ext uri="{FF2B5EF4-FFF2-40B4-BE49-F238E27FC236}">
                      <a16:creationId xmlns:a16="http://schemas.microsoft.com/office/drawing/2014/main" id="{20E7B872-EB8D-591E-0F7E-DCA1806B072C}"/>
                    </a:ext>
                  </a:extLst>
                </p:cNvPr>
                <p:cNvPicPr/>
                <p:nvPr/>
              </p:nvPicPr>
              <p:blipFill>
                <a:blip r:embed="rId105"/>
                <a:stretch>
                  <a:fillRect/>
                </a:stretch>
              </p:blipFill>
              <p:spPr>
                <a:xfrm>
                  <a:off x="1940198" y="4458816"/>
                  <a:ext cx="3600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46" name="Ink 45">
                  <a:extLst>
                    <a:ext uri="{FF2B5EF4-FFF2-40B4-BE49-F238E27FC236}">
                      <a16:creationId xmlns:a16="http://schemas.microsoft.com/office/drawing/2014/main" id="{E500287C-D1DF-5AA4-B87B-C3EE323F8305}"/>
                    </a:ext>
                  </a:extLst>
                </p14:cNvPr>
                <p14:cNvContentPartPr/>
                <p14:nvPr/>
              </p14:nvContentPartPr>
              <p14:xfrm>
                <a:off x="1862078" y="4827456"/>
                <a:ext cx="167760" cy="32040"/>
              </p14:xfrm>
            </p:contentPart>
          </mc:Choice>
          <mc:Fallback>
            <p:pic>
              <p:nvPicPr>
                <p:cNvPr id="46" name="Ink 45">
                  <a:extLst>
                    <a:ext uri="{FF2B5EF4-FFF2-40B4-BE49-F238E27FC236}">
                      <a16:creationId xmlns:a16="http://schemas.microsoft.com/office/drawing/2014/main" id="{E500287C-D1DF-5AA4-B87B-C3EE323F8305}"/>
                    </a:ext>
                  </a:extLst>
                </p:cNvPr>
                <p:cNvPicPr/>
                <p:nvPr/>
              </p:nvPicPr>
              <p:blipFill>
                <a:blip r:embed="rId107"/>
                <a:stretch>
                  <a:fillRect/>
                </a:stretch>
              </p:blipFill>
              <p:spPr>
                <a:xfrm>
                  <a:off x="1857758" y="4823136"/>
                  <a:ext cx="17640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47" name="Ink 46">
                  <a:extLst>
                    <a:ext uri="{FF2B5EF4-FFF2-40B4-BE49-F238E27FC236}">
                      <a16:creationId xmlns:a16="http://schemas.microsoft.com/office/drawing/2014/main" id="{6BB7EEA6-EB7F-75EA-1D51-55F08A8DB30D}"/>
                    </a:ext>
                  </a:extLst>
                </p14:cNvPr>
                <p14:cNvContentPartPr/>
                <p14:nvPr/>
              </p14:nvContentPartPr>
              <p14:xfrm>
                <a:off x="1938758" y="4741416"/>
                <a:ext cx="28080" cy="169200"/>
              </p14:xfrm>
            </p:contentPart>
          </mc:Choice>
          <mc:Fallback>
            <p:pic>
              <p:nvPicPr>
                <p:cNvPr id="47" name="Ink 46">
                  <a:extLst>
                    <a:ext uri="{FF2B5EF4-FFF2-40B4-BE49-F238E27FC236}">
                      <a16:creationId xmlns:a16="http://schemas.microsoft.com/office/drawing/2014/main" id="{6BB7EEA6-EB7F-75EA-1D51-55F08A8DB30D}"/>
                    </a:ext>
                  </a:extLst>
                </p:cNvPr>
                <p:cNvPicPr/>
                <p:nvPr/>
              </p:nvPicPr>
              <p:blipFill>
                <a:blip r:embed="rId109"/>
                <a:stretch>
                  <a:fillRect/>
                </a:stretch>
              </p:blipFill>
              <p:spPr>
                <a:xfrm>
                  <a:off x="1934438" y="4737096"/>
                  <a:ext cx="3672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48" name="Ink 47">
                  <a:extLst>
                    <a:ext uri="{FF2B5EF4-FFF2-40B4-BE49-F238E27FC236}">
                      <a16:creationId xmlns:a16="http://schemas.microsoft.com/office/drawing/2014/main" id="{ED4CBA31-E8E6-7AA8-AD6D-60596FD85B61}"/>
                    </a:ext>
                  </a:extLst>
                </p14:cNvPr>
                <p14:cNvContentPartPr/>
                <p14:nvPr/>
              </p14:nvContentPartPr>
              <p14:xfrm>
                <a:off x="2044958" y="4804776"/>
                <a:ext cx="96480" cy="65160"/>
              </p14:xfrm>
            </p:contentPart>
          </mc:Choice>
          <mc:Fallback>
            <p:pic>
              <p:nvPicPr>
                <p:cNvPr id="48" name="Ink 47">
                  <a:extLst>
                    <a:ext uri="{FF2B5EF4-FFF2-40B4-BE49-F238E27FC236}">
                      <a16:creationId xmlns:a16="http://schemas.microsoft.com/office/drawing/2014/main" id="{ED4CBA31-E8E6-7AA8-AD6D-60596FD85B61}"/>
                    </a:ext>
                  </a:extLst>
                </p:cNvPr>
                <p:cNvPicPr/>
                <p:nvPr/>
              </p:nvPicPr>
              <p:blipFill>
                <a:blip r:embed="rId111"/>
                <a:stretch>
                  <a:fillRect/>
                </a:stretch>
              </p:blipFill>
              <p:spPr>
                <a:xfrm>
                  <a:off x="2040638" y="4800456"/>
                  <a:ext cx="10512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49" name="Ink 48">
                  <a:extLst>
                    <a:ext uri="{FF2B5EF4-FFF2-40B4-BE49-F238E27FC236}">
                      <a16:creationId xmlns:a16="http://schemas.microsoft.com/office/drawing/2014/main" id="{1E8E6648-D7F4-6808-0149-038F7455A099}"/>
                    </a:ext>
                  </a:extLst>
                </p14:cNvPr>
                <p14:cNvContentPartPr/>
                <p14:nvPr/>
              </p14:nvContentPartPr>
              <p14:xfrm>
                <a:off x="1678478" y="3944376"/>
                <a:ext cx="492480" cy="112680"/>
              </p14:xfrm>
            </p:contentPart>
          </mc:Choice>
          <mc:Fallback>
            <p:pic>
              <p:nvPicPr>
                <p:cNvPr id="49" name="Ink 48">
                  <a:extLst>
                    <a:ext uri="{FF2B5EF4-FFF2-40B4-BE49-F238E27FC236}">
                      <a16:creationId xmlns:a16="http://schemas.microsoft.com/office/drawing/2014/main" id="{1E8E6648-D7F4-6808-0149-038F7455A099}"/>
                    </a:ext>
                  </a:extLst>
                </p:cNvPr>
                <p:cNvPicPr/>
                <p:nvPr/>
              </p:nvPicPr>
              <p:blipFill>
                <a:blip r:embed="rId113"/>
                <a:stretch>
                  <a:fillRect/>
                </a:stretch>
              </p:blipFill>
              <p:spPr>
                <a:xfrm>
                  <a:off x="1674158" y="3940056"/>
                  <a:ext cx="50112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50" name="Ink 49">
                  <a:extLst>
                    <a:ext uri="{FF2B5EF4-FFF2-40B4-BE49-F238E27FC236}">
                      <a16:creationId xmlns:a16="http://schemas.microsoft.com/office/drawing/2014/main" id="{E6E77493-6F4B-52B3-A820-DD2AA93CBD5B}"/>
                    </a:ext>
                  </a:extLst>
                </p14:cNvPr>
                <p14:cNvContentPartPr/>
                <p14:nvPr/>
              </p14:nvContentPartPr>
              <p14:xfrm>
                <a:off x="2047118" y="4033656"/>
                <a:ext cx="135000" cy="78120"/>
              </p14:xfrm>
            </p:contentPart>
          </mc:Choice>
          <mc:Fallback>
            <p:pic>
              <p:nvPicPr>
                <p:cNvPr id="50" name="Ink 49">
                  <a:extLst>
                    <a:ext uri="{FF2B5EF4-FFF2-40B4-BE49-F238E27FC236}">
                      <a16:creationId xmlns:a16="http://schemas.microsoft.com/office/drawing/2014/main" id="{E6E77493-6F4B-52B3-A820-DD2AA93CBD5B}"/>
                    </a:ext>
                  </a:extLst>
                </p:cNvPr>
                <p:cNvPicPr/>
                <p:nvPr/>
              </p:nvPicPr>
              <p:blipFill>
                <a:blip r:embed="rId115"/>
                <a:stretch>
                  <a:fillRect/>
                </a:stretch>
              </p:blipFill>
              <p:spPr>
                <a:xfrm>
                  <a:off x="2042798" y="4029336"/>
                  <a:ext cx="143640" cy="8676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51" name="Ink 50">
                  <a:extLst>
                    <a:ext uri="{FF2B5EF4-FFF2-40B4-BE49-F238E27FC236}">
                      <a16:creationId xmlns:a16="http://schemas.microsoft.com/office/drawing/2014/main" id="{98EDD25F-0010-5EEB-422C-BA9923A97002}"/>
                    </a:ext>
                  </a:extLst>
                </p14:cNvPr>
                <p14:cNvContentPartPr/>
                <p14:nvPr/>
              </p14:nvContentPartPr>
              <p14:xfrm>
                <a:off x="2145758" y="3906576"/>
                <a:ext cx="51120" cy="130320"/>
              </p14:xfrm>
            </p:contentPart>
          </mc:Choice>
          <mc:Fallback>
            <p:pic>
              <p:nvPicPr>
                <p:cNvPr id="51" name="Ink 50">
                  <a:extLst>
                    <a:ext uri="{FF2B5EF4-FFF2-40B4-BE49-F238E27FC236}">
                      <a16:creationId xmlns:a16="http://schemas.microsoft.com/office/drawing/2014/main" id="{98EDD25F-0010-5EEB-422C-BA9923A97002}"/>
                    </a:ext>
                  </a:extLst>
                </p:cNvPr>
                <p:cNvPicPr/>
                <p:nvPr/>
              </p:nvPicPr>
              <p:blipFill>
                <a:blip r:embed="rId117"/>
                <a:stretch>
                  <a:fillRect/>
                </a:stretch>
              </p:blipFill>
              <p:spPr>
                <a:xfrm>
                  <a:off x="2141438" y="3902256"/>
                  <a:ext cx="5976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52" name="Ink 51">
                  <a:extLst>
                    <a:ext uri="{FF2B5EF4-FFF2-40B4-BE49-F238E27FC236}">
                      <a16:creationId xmlns:a16="http://schemas.microsoft.com/office/drawing/2014/main" id="{A405904A-4D29-50EE-26E0-C6A05A750426}"/>
                    </a:ext>
                  </a:extLst>
                </p14:cNvPr>
                <p14:cNvContentPartPr/>
                <p14:nvPr/>
              </p14:nvContentPartPr>
              <p14:xfrm>
                <a:off x="2173118" y="4210776"/>
                <a:ext cx="189720" cy="26640"/>
              </p14:xfrm>
            </p:contentPart>
          </mc:Choice>
          <mc:Fallback>
            <p:pic>
              <p:nvPicPr>
                <p:cNvPr id="52" name="Ink 51">
                  <a:extLst>
                    <a:ext uri="{FF2B5EF4-FFF2-40B4-BE49-F238E27FC236}">
                      <a16:creationId xmlns:a16="http://schemas.microsoft.com/office/drawing/2014/main" id="{A405904A-4D29-50EE-26E0-C6A05A750426}"/>
                    </a:ext>
                  </a:extLst>
                </p:cNvPr>
                <p:cNvPicPr/>
                <p:nvPr/>
              </p:nvPicPr>
              <p:blipFill>
                <a:blip r:embed="rId119"/>
                <a:stretch>
                  <a:fillRect/>
                </a:stretch>
              </p:blipFill>
              <p:spPr>
                <a:xfrm>
                  <a:off x="2168798" y="4206456"/>
                  <a:ext cx="19836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53" name="Ink 52">
                  <a:extLst>
                    <a:ext uri="{FF2B5EF4-FFF2-40B4-BE49-F238E27FC236}">
                      <a16:creationId xmlns:a16="http://schemas.microsoft.com/office/drawing/2014/main" id="{4F2DFCE5-4E4D-2A55-9E91-244BCBA13B37}"/>
                    </a:ext>
                  </a:extLst>
                </p14:cNvPr>
                <p14:cNvContentPartPr/>
                <p14:nvPr/>
              </p14:nvContentPartPr>
              <p14:xfrm>
                <a:off x="2232878" y="4105296"/>
                <a:ext cx="58320" cy="161640"/>
              </p14:xfrm>
            </p:contentPart>
          </mc:Choice>
          <mc:Fallback>
            <p:pic>
              <p:nvPicPr>
                <p:cNvPr id="53" name="Ink 52">
                  <a:extLst>
                    <a:ext uri="{FF2B5EF4-FFF2-40B4-BE49-F238E27FC236}">
                      <a16:creationId xmlns:a16="http://schemas.microsoft.com/office/drawing/2014/main" id="{4F2DFCE5-4E4D-2A55-9E91-244BCBA13B37}"/>
                    </a:ext>
                  </a:extLst>
                </p:cNvPr>
                <p:cNvPicPr/>
                <p:nvPr/>
              </p:nvPicPr>
              <p:blipFill>
                <a:blip r:embed="rId121"/>
                <a:stretch>
                  <a:fillRect/>
                </a:stretch>
              </p:blipFill>
              <p:spPr>
                <a:xfrm>
                  <a:off x="2228558" y="4100976"/>
                  <a:ext cx="6696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54" name="Ink 53">
                  <a:extLst>
                    <a:ext uri="{FF2B5EF4-FFF2-40B4-BE49-F238E27FC236}">
                      <a16:creationId xmlns:a16="http://schemas.microsoft.com/office/drawing/2014/main" id="{4482C7EC-8347-3ED1-2B0F-13CFF94E3B98}"/>
                    </a:ext>
                  </a:extLst>
                </p14:cNvPr>
                <p14:cNvContentPartPr/>
                <p14:nvPr/>
              </p14:nvContentPartPr>
              <p14:xfrm>
                <a:off x="2386598" y="4124016"/>
                <a:ext cx="113040" cy="103320"/>
              </p14:xfrm>
            </p:contentPart>
          </mc:Choice>
          <mc:Fallback>
            <p:pic>
              <p:nvPicPr>
                <p:cNvPr id="54" name="Ink 53">
                  <a:extLst>
                    <a:ext uri="{FF2B5EF4-FFF2-40B4-BE49-F238E27FC236}">
                      <a16:creationId xmlns:a16="http://schemas.microsoft.com/office/drawing/2014/main" id="{4482C7EC-8347-3ED1-2B0F-13CFF94E3B98}"/>
                    </a:ext>
                  </a:extLst>
                </p:cNvPr>
                <p:cNvPicPr/>
                <p:nvPr/>
              </p:nvPicPr>
              <p:blipFill>
                <a:blip r:embed="rId123"/>
                <a:stretch>
                  <a:fillRect/>
                </a:stretch>
              </p:blipFill>
              <p:spPr>
                <a:xfrm>
                  <a:off x="2382278" y="4119696"/>
                  <a:ext cx="121680" cy="1119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55" name="Ink 54">
                  <a:extLst>
                    <a:ext uri="{FF2B5EF4-FFF2-40B4-BE49-F238E27FC236}">
                      <a16:creationId xmlns:a16="http://schemas.microsoft.com/office/drawing/2014/main" id="{09FF401A-4ED5-8816-D408-1A352241311F}"/>
                    </a:ext>
                  </a:extLst>
                </p14:cNvPr>
                <p14:cNvContentPartPr/>
                <p14:nvPr/>
              </p14:nvContentPartPr>
              <p14:xfrm>
                <a:off x="1748678" y="3508776"/>
                <a:ext cx="524160" cy="187920"/>
              </p14:xfrm>
            </p:contentPart>
          </mc:Choice>
          <mc:Fallback>
            <p:pic>
              <p:nvPicPr>
                <p:cNvPr id="55" name="Ink 54">
                  <a:extLst>
                    <a:ext uri="{FF2B5EF4-FFF2-40B4-BE49-F238E27FC236}">
                      <a16:creationId xmlns:a16="http://schemas.microsoft.com/office/drawing/2014/main" id="{09FF401A-4ED5-8816-D408-1A352241311F}"/>
                    </a:ext>
                  </a:extLst>
                </p:cNvPr>
                <p:cNvPicPr/>
                <p:nvPr/>
              </p:nvPicPr>
              <p:blipFill>
                <a:blip r:embed="rId125"/>
                <a:stretch>
                  <a:fillRect/>
                </a:stretch>
              </p:blipFill>
              <p:spPr>
                <a:xfrm>
                  <a:off x="1744358" y="3504456"/>
                  <a:ext cx="53280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56" name="Ink 55">
                  <a:extLst>
                    <a:ext uri="{FF2B5EF4-FFF2-40B4-BE49-F238E27FC236}">
                      <a16:creationId xmlns:a16="http://schemas.microsoft.com/office/drawing/2014/main" id="{2F5EEF73-D628-0C17-1C66-A121635E299E}"/>
                    </a:ext>
                  </a:extLst>
                </p14:cNvPr>
                <p14:cNvContentPartPr/>
                <p14:nvPr/>
              </p14:nvContentPartPr>
              <p14:xfrm>
                <a:off x="2248358" y="3402216"/>
                <a:ext cx="118440" cy="175320"/>
              </p14:xfrm>
            </p:contentPart>
          </mc:Choice>
          <mc:Fallback>
            <p:pic>
              <p:nvPicPr>
                <p:cNvPr id="56" name="Ink 55">
                  <a:extLst>
                    <a:ext uri="{FF2B5EF4-FFF2-40B4-BE49-F238E27FC236}">
                      <a16:creationId xmlns:a16="http://schemas.microsoft.com/office/drawing/2014/main" id="{2F5EEF73-D628-0C17-1C66-A121635E299E}"/>
                    </a:ext>
                  </a:extLst>
                </p:cNvPr>
                <p:cNvPicPr/>
                <p:nvPr/>
              </p:nvPicPr>
              <p:blipFill>
                <a:blip r:embed="rId127"/>
                <a:stretch>
                  <a:fillRect/>
                </a:stretch>
              </p:blipFill>
              <p:spPr>
                <a:xfrm>
                  <a:off x="2244038" y="3397896"/>
                  <a:ext cx="12708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57" name="Ink 56">
                  <a:extLst>
                    <a:ext uri="{FF2B5EF4-FFF2-40B4-BE49-F238E27FC236}">
                      <a16:creationId xmlns:a16="http://schemas.microsoft.com/office/drawing/2014/main" id="{49A9A37A-F532-2D86-9448-59D0C524573D}"/>
                    </a:ext>
                  </a:extLst>
                </p14:cNvPr>
                <p14:cNvContentPartPr/>
                <p14:nvPr/>
              </p14:nvContentPartPr>
              <p14:xfrm>
                <a:off x="2410718" y="3269736"/>
                <a:ext cx="246600" cy="41040"/>
              </p14:xfrm>
            </p:contentPart>
          </mc:Choice>
          <mc:Fallback>
            <p:pic>
              <p:nvPicPr>
                <p:cNvPr id="57" name="Ink 56">
                  <a:extLst>
                    <a:ext uri="{FF2B5EF4-FFF2-40B4-BE49-F238E27FC236}">
                      <a16:creationId xmlns:a16="http://schemas.microsoft.com/office/drawing/2014/main" id="{49A9A37A-F532-2D86-9448-59D0C524573D}"/>
                    </a:ext>
                  </a:extLst>
                </p:cNvPr>
                <p:cNvPicPr/>
                <p:nvPr/>
              </p:nvPicPr>
              <p:blipFill>
                <a:blip r:embed="rId129"/>
                <a:stretch>
                  <a:fillRect/>
                </a:stretch>
              </p:blipFill>
              <p:spPr>
                <a:xfrm>
                  <a:off x="2406398" y="3265416"/>
                  <a:ext cx="25524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58" name="Ink 57">
                  <a:extLst>
                    <a:ext uri="{FF2B5EF4-FFF2-40B4-BE49-F238E27FC236}">
                      <a16:creationId xmlns:a16="http://schemas.microsoft.com/office/drawing/2014/main" id="{0F6A0EAD-4EB8-6B55-B6A8-9467D91F32EE}"/>
                    </a:ext>
                  </a:extLst>
                </p14:cNvPr>
                <p14:cNvContentPartPr/>
                <p14:nvPr/>
              </p14:nvContentPartPr>
              <p14:xfrm>
                <a:off x="2548598" y="3153816"/>
                <a:ext cx="45000" cy="218880"/>
              </p14:xfrm>
            </p:contentPart>
          </mc:Choice>
          <mc:Fallback>
            <p:pic>
              <p:nvPicPr>
                <p:cNvPr id="58" name="Ink 57">
                  <a:extLst>
                    <a:ext uri="{FF2B5EF4-FFF2-40B4-BE49-F238E27FC236}">
                      <a16:creationId xmlns:a16="http://schemas.microsoft.com/office/drawing/2014/main" id="{0F6A0EAD-4EB8-6B55-B6A8-9467D91F32EE}"/>
                    </a:ext>
                  </a:extLst>
                </p:cNvPr>
                <p:cNvPicPr/>
                <p:nvPr/>
              </p:nvPicPr>
              <p:blipFill>
                <a:blip r:embed="rId131"/>
                <a:stretch>
                  <a:fillRect/>
                </a:stretch>
              </p:blipFill>
              <p:spPr>
                <a:xfrm>
                  <a:off x="2544278" y="3149496"/>
                  <a:ext cx="5364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59" name="Ink 58">
                  <a:extLst>
                    <a:ext uri="{FF2B5EF4-FFF2-40B4-BE49-F238E27FC236}">
                      <a16:creationId xmlns:a16="http://schemas.microsoft.com/office/drawing/2014/main" id="{74F9604E-4351-CD06-AA20-C0A171BD5E09}"/>
                    </a:ext>
                  </a:extLst>
                </p14:cNvPr>
                <p14:cNvContentPartPr/>
                <p14:nvPr/>
              </p14:nvContentPartPr>
              <p14:xfrm>
                <a:off x="2688278" y="3238056"/>
                <a:ext cx="177840" cy="169920"/>
              </p14:xfrm>
            </p:contentPart>
          </mc:Choice>
          <mc:Fallback>
            <p:pic>
              <p:nvPicPr>
                <p:cNvPr id="59" name="Ink 58">
                  <a:extLst>
                    <a:ext uri="{FF2B5EF4-FFF2-40B4-BE49-F238E27FC236}">
                      <a16:creationId xmlns:a16="http://schemas.microsoft.com/office/drawing/2014/main" id="{74F9604E-4351-CD06-AA20-C0A171BD5E09}"/>
                    </a:ext>
                  </a:extLst>
                </p:cNvPr>
                <p:cNvPicPr/>
                <p:nvPr/>
              </p:nvPicPr>
              <p:blipFill>
                <a:blip r:embed="rId133"/>
                <a:stretch>
                  <a:fillRect/>
                </a:stretch>
              </p:blipFill>
              <p:spPr>
                <a:xfrm>
                  <a:off x="2683958" y="3233736"/>
                  <a:ext cx="186480" cy="1785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60" name="Ink 59">
                  <a:extLst>
                    <a:ext uri="{FF2B5EF4-FFF2-40B4-BE49-F238E27FC236}">
                      <a16:creationId xmlns:a16="http://schemas.microsoft.com/office/drawing/2014/main" id="{9060FD05-1952-99F7-7A16-D282BE88208E}"/>
                    </a:ext>
                  </a:extLst>
                </p14:cNvPr>
                <p14:cNvContentPartPr/>
                <p14:nvPr/>
              </p14:nvContentPartPr>
              <p14:xfrm>
                <a:off x="1728158" y="2909736"/>
                <a:ext cx="477000" cy="679320"/>
              </p14:xfrm>
            </p:contentPart>
          </mc:Choice>
          <mc:Fallback>
            <p:pic>
              <p:nvPicPr>
                <p:cNvPr id="60" name="Ink 59">
                  <a:extLst>
                    <a:ext uri="{FF2B5EF4-FFF2-40B4-BE49-F238E27FC236}">
                      <a16:creationId xmlns:a16="http://schemas.microsoft.com/office/drawing/2014/main" id="{9060FD05-1952-99F7-7A16-D282BE88208E}"/>
                    </a:ext>
                  </a:extLst>
                </p:cNvPr>
                <p:cNvPicPr/>
                <p:nvPr/>
              </p:nvPicPr>
              <p:blipFill>
                <a:blip r:embed="rId135"/>
                <a:stretch>
                  <a:fillRect/>
                </a:stretch>
              </p:blipFill>
              <p:spPr>
                <a:xfrm>
                  <a:off x="1723838" y="2905416"/>
                  <a:ext cx="485640" cy="68796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61" name="Ink 60">
                  <a:extLst>
                    <a:ext uri="{FF2B5EF4-FFF2-40B4-BE49-F238E27FC236}">
                      <a16:creationId xmlns:a16="http://schemas.microsoft.com/office/drawing/2014/main" id="{F68EDAE4-5699-43E2-D15D-539C904830D9}"/>
                    </a:ext>
                  </a:extLst>
                </p14:cNvPr>
                <p14:cNvContentPartPr/>
                <p14:nvPr/>
              </p14:nvContentPartPr>
              <p14:xfrm>
                <a:off x="2210558" y="2759976"/>
                <a:ext cx="147240" cy="196560"/>
              </p14:xfrm>
            </p:contentPart>
          </mc:Choice>
          <mc:Fallback>
            <p:pic>
              <p:nvPicPr>
                <p:cNvPr id="61" name="Ink 60">
                  <a:extLst>
                    <a:ext uri="{FF2B5EF4-FFF2-40B4-BE49-F238E27FC236}">
                      <a16:creationId xmlns:a16="http://schemas.microsoft.com/office/drawing/2014/main" id="{F68EDAE4-5699-43E2-D15D-539C904830D9}"/>
                    </a:ext>
                  </a:extLst>
                </p:cNvPr>
                <p:cNvPicPr/>
                <p:nvPr/>
              </p:nvPicPr>
              <p:blipFill>
                <a:blip r:embed="rId137"/>
                <a:stretch>
                  <a:fillRect/>
                </a:stretch>
              </p:blipFill>
              <p:spPr>
                <a:xfrm>
                  <a:off x="2206238" y="2755656"/>
                  <a:ext cx="15588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62" name="Ink 61">
                  <a:extLst>
                    <a:ext uri="{FF2B5EF4-FFF2-40B4-BE49-F238E27FC236}">
                      <a16:creationId xmlns:a16="http://schemas.microsoft.com/office/drawing/2014/main" id="{8CCD3CB4-E28A-56BB-3D6E-D63E98C3D2FE}"/>
                    </a:ext>
                  </a:extLst>
                </p14:cNvPr>
                <p14:cNvContentPartPr/>
                <p14:nvPr/>
              </p14:nvContentPartPr>
              <p14:xfrm>
                <a:off x="2489558" y="2855376"/>
                <a:ext cx="360" cy="360"/>
              </p14:xfrm>
            </p:contentPart>
          </mc:Choice>
          <mc:Fallback>
            <p:pic>
              <p:nvPicPr>
                <p:cNvPr id="62" name="Ink 61">
                  <a:extLst>
                    <a:ext uri="{FF2B5EF4-FFF2-40B4-BE49-F238E27FC236}">
                      <a16:creationId xmlns:a16="http://schemas.microsoft.com/office/drawing/2014/main" id="{8CCD3CB4-E28A-56BB-3D6E-D63E98C3D2FE}"/>
                    </a:ext>
                  </a:extLst>
                </p:cNvPr>
                <p:cNvPicPr/>
                <p:nvPr/>
              </p:nvPicPr>
              <p:blipFill>
                <a:blip r:embed="rId79"/>
                <a:stretch>
                  <a:fillRect/>
                </a:stretch>
              </p:blipFill>
              <p:spPr>
                <a:xfrm>
                  <a:off x="2485238" y="285105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63" name="Ink 62">
                  <a:extLst>
                    <a:ext uri="{FF2B5EF4-FFF2-40B4-BE49-F238E27FC236}">
                      <a16:creationId xmlns:a16="http://schemas.microsoft.com/office/drawing/2014/main" id="{4DBEAA60-ECCA-EBB5-853E-2275707B297E}"/>
                    </a:ext>
                  </a:extLst>
                </p14:cNvPr>
                <p14:cNvContentPartPr/>
                <p14:nvPr/>
              </p14:nvContentPartPr>
              <p14:xfrm>
                <a:off x="2500718" y="2702736"/>
                <a:ext cx="360" cy="360"/>
              </p14:xfrm>
            </p:contentPart>
          </mc:Choice>
          <mc:Fallback>
            <p:pic>
              <p:nvPicPr>
                <p:cNvPr id="63" name="Ink 62">
                  <a:extLst>
                    <a:ext uri="{FF2B5EF4-FFF2-40B4-BE49-F238E27FC236}">
                      <a16:creationId xmlns:a16="http://schemas.microsoft.com/office/drawing/2014/main" id="{4DBEAA60-ECCA-EBB5-853E-2275707B297E}"/>
                    </a:ext>
                  </a:extLst>
                </p:cNvPr>
                <p:cNvPicPr/>
                <p:nvPr/>
              </p:nvPicPr>
              <p:blipFill>
                <a:blip r:embed="rId79"/>
                <a:stretch>
                  <a:fillRect/>
                </a:stretch>
              </p:blipFill>
              <p:spPr>
                <a:xfrm>
                  <a:off x="2496398" y="269841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64" name="Ink 63">
                  <a:extLst>
                    <a:ext uri="{FF2B5EF4-FFF2-40B4-BE49-F238E27FC236}">
                      <a16:creationId xmlns:a16="http://schemas.microsoft.com/office/drawing/2014/main" id="{CA5F2B8E-5746-13FE-BCA8-34F509EC4ABA}"/>
                    </a:ext>
                  </a:extLst>
                </p14:cNvPr>
                <p14:cNvContentPartPr/>
                <p14:nvPr/>
              </p14:nvContentPartPr>
              <p14:xfrm>
                <a:off x="2500358" y="2573856"/>
                <a:ext cx="360" cy="360"/>
              </p14:xfrm>
            </p:contentPart>
          </mc:Choice>
          <mc:Fallback>
            <p:pic>
              <p:nvPicPr>
                <p:cNvPr id="64" name="Ink 63">
                  <a:extLst>
                    <a:ext uri="{FF2B5EF4-FFF2-40B4-BE49-F238E27FC236}">
                      <a16:creationId xmlns:a16="http://schemas.microsoft.com/office/drawing/2014/main" id="{CA5F2B8E-5746-13FE-BCA8-34F509EC4ABA}"/>
                    </a:ext>
                  </a:extLst>
                </p:cNvPr>
                <p:cNvPicPr/>
                <p:nvPr/>
              </p:nvPicPr>
              <p:blipFill>
                <a:blip r:embed="rId79"/>
                <a:stretch>
                  <a:fillRect/>
                </a:stretch>
              </p:blipFill>
              <p:spPr>
                <a:xfrm>
                  <a:off x="2496038" y="256953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65" name="Ink 64">
                  <a:extLst>
                    <a:ext uri="{FF2B5EF4-FFF2-40B4-BE49-F238E27FC236}">
                      <a16:creationId xmlns:a16="http://schemas.microsoft.com/office/drawing/2014/main" id="{D653E73F-FB65-6929-D525-C00C5EEE0840}"/>
                    </a:ext>
                  </a:extLst>
                </p14:cNvPr>
                <p14:cNvContentPartPr/>
                <p14:nvPr/>
              </p14:nvContentPartPr>
              <p14:xfrm>
                <a:off x="2500358" y="2843496"/>
                <a:ext cx="3240" cy="3960"/>
              </p14:xfrm>
            </p:contentPart>
          </mc:Choice>
          <mc:Fallback>
            <p:pic>
              <p:nvPicPr>
                <p:cNvPr id="65" name="Ink 64">
                  <a:extLst>
                    <a:ext uri="{FF2B5EF4-FFF2-40B4-BE49-F238E27FC236}">
                      <a16:creationId xmlns:a16="http://schemas.microsoft.com/office/drawing/2014/main" id="{D653E73F-FB65-6929-D525-C00C5EEE0840}"/>
                    </a:ext>
                  </a:extLst>
                </p:cNvPr>
                <p:cNvPicPr/>
                <p:nvPr/>
              </p:nvPicPr>
              <p:blipFill>
                <a:blip r:embed="rId142"/>
                <a:stretch>
                  <a:fillRect/>
                </a:stretch>
              </p:blipFill>
              <p:spPr>
                <a:xfrm>
                  <a:off x="2496038" y="2839176"/>
                  <a:ext cx="1188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66" name="Ink 65">
                  <a:extLst>
                    <a:ext uri="{FF2B5EF4-FFF2-40B4-BE49-F238E27FC236}">
                      <a16:creationId xmlns:a16="http://schemas.microsoft.com/office/drawing/2014/main" id="{EC8E1E07-4B3C-C98D-E018-8E02D1D9A1AC}"/>
                    </a:ext>
                  </a:extLst>
                </p14:cNvPr>
                <p14:cNvContentPartPr/>
                <p14:nvPr/>
              </p14:nvContentPartPr>
              <p14:xfrm>
                <a:off x="2481998" y="2716776"/>
                <a:ext cx="7920" cy="16920"/>
              </p14:xfrm>
            </p:contentPart>
          </mc:Choice>
          <mc:Fallback>
            <p:pic>
              <p:nvPicPr>
                <p:cNvPr id="66" name="Ink 65">
                  <a:extLst>
                    <a:ext uri="{FF2B5EF4-FFF2-40B4-BE49-F238E27FC236}">
                      <a16:creationId xmlns:a16="http://schemas.microsoft.com/office/drawing/2014/main" id="{EC8E1E07-4B3C-C98D-E018-8E02D1D9A1AC}"/>
                    </a:ext>
                  </a:extLst>
                </p:cNvPr>
                <p:cNvPicPr/>
                <p:nvPr/>
              </p:nvPicPr>
              <p:blipFill>
                <a:blip r:embed="rId144"/>
                <a:stretch>
                  <a:fillRect/>
                </a:stretch>
              </p:blipFill>
              <p:spPr>
                <a:xfrm>
                  <a:off x="2477678" y="2712456"/>
                  <a:ext cx="1656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67" name="Ink 66">
                  <a:extLst>
                    <a:ext uri="{FF2B5EF4-FFF2-40B4-BE49-F238E27FC236}">
                      <a16:creationId xmlns:a16="http://schemas.microsoft.com/office/drawing/2014/main" id="{02D469D8-323B-6989-B2D6-8592D199B79E}"/>
                    </a:ext>
                  </a:extLst>
                </p14:cNvPr>
                <p14:cNvContentPartPr/>
                <p14:nvPr/>
              </p14:nvContentPartPr>
              <p14:xfrm>
                <a:off x="2417198" y="2510856"/>
                <a:ext cx="201600" cy="37440"/>
              </p14:xfrm>
            </p:contentPart>
          </mc:Choice>
          <mc:Fallback>
            <p:pic>
              <p:nvPicPr>
                <p:cNvPr id="67" name="Ink 66">
                  <a:extLst>
                    <a:ext uri="{FF2B5EF4-FFF2-40B4-BE49-F238E27FC236}">
                      <a16:creationId xmlns:a16="http://schemas.microsoft.com/office/drawing/2014/main" id="{02D469D8-323B-6989-B2D6-8592D199B79E}"/>
                    </a:ext>
                  </a:extLst>
                </p:cNvPr>
                <p:cNvPicPr/>
                <p:nvPr/>
              </p:nvPicPr>
              <p:blipFill>
                <a:blip r:embed="rId146"/>
                <a:stretch>
                  <a:fillRect/>
                </a:stretch>
              </p:blipFill>
              <p:spPr>
                <a:xfrm>
                  <a:off x="2412878" y="2506536"/>
                  <a:ext cx="210240" cy="4608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68" name="Ink 67">
                  <a:extLst>
                    <a:ext uri="{FF2B5EF4-FFF2-40B4-BE49-F238E27FC236}">
                      <a16:creationId xmlns:a16="http://schemas.microsoft.com/office/drawing/2014/main" id="{CB6B314F-86EA-EBEA-F99C-0863734F8199}"/>
                    </a:ext>
                  </a:extLst>
                </p14:cNvPr>
                <p14:cNvContentPartPr/>
                <p14:nvPr/>
              </p14:nvContentPartPr>
              <p14:xfrm>
                <a:off x="2466158" y="2424456"/>
                <a:ext cx="79200" cy="194400"/>
              </p14:xfrm>
            </p:contentPart>
          </mc:Choice>
          <mc:Fallback>
            <p:pic>
              <p:nvPicPr>
                <p:cNvPr id="68" name="Ink 67">
                  <a:extLst>
                    <a:ext uri="{FF2B5EF4-FFF2-40B4-BE49-F238E27FC236}">
                      <a16:creationId xmlns:a16="http://schemas.microsoft.com/office/drawing/2014/main" id="{CB6B314F-86EA-EBEA-F99C-0863734F8199}"/>
                    </a:ext>
                  </a:extLst>
                </p:cNvPr>
                <p:cNvPicPr/>
                <p:nvPr/>
              </p:nvPicPr>
              <p:blipFill>
                <a:blip r:embed="rId148"/>
                <a:stretch>
                  <a:fillRect/>
                </a:stretch>
              </p:blipFill>
              <p:spPr>
                <a:xfrm>
                  <a:off x="2461838" y="2420136"/>
                  <a:ext cx="8784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69" name="Ink 68">
                  <a:extLst>
                    <a:ext uri="{FF2B5EF4-FFF2-40B4-BE49-F238E27FC236}">
                      <a16:creationId xmlns:a16="http://schemas.microsoft.com/office/drawing/2014/main" id="{0197FAEE-60AA-E252-DC94-2AB0C167C101}"/>
                    </a:ext>
                  </a:extLst>
                </p14:cNvPr>
                <p14:cNvContentPartPr/>
                <p14:nvPr/>
              </p14:nvContentPartPr>
              <p14:xfrm>
                <a:off x="2637878" y="2443536"/>
                <a:ext cx="124200" cy="78120"/>
              </p14:xfrm>
            </p:contentPart>
          </mc:Choice>
          <mc:Fallback>
            <p:pic>
              <p:nvPicPr>
                <p:cNvPr id="69" name="Ink 68">
                  <a:extLst>
                    <a:ext uri="{FF2B5EF4-FFF2-40B4-BE49-F238E27FC236}">
                      <a16:creationId xmlns:a16="http://schemas.microsoft.com/office/drawing/2014/main" id="{0197FAEE-60AA-E252-DC94-2AB0C167C101}"/>
                    </a:ext>
                  </a:extLst>
                </p:cNvPr>
                <p:cNvPicPr/>
                <p:nvPr/>
              </p:nvPicPr>
              <p:blipFill>
                <a:blip r:embed="rId150"/>
                <a:stretch>
                  <a:fillRect/>
                </a:stretch>
              </p:blipFill>
              <p:spPr>
                <a:xfrm>
                  <a:off x="2633558" y="2439216"/>
                  <a:ext cx="132840" cy="8676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74" name="Ink 73">
                  <a:extLst>
                    <a:ext uri="{FF2B5EF4-FFF2-40B4-BE49-F238E27FC236}">
                      <a16:creationId xmlns:a16="http://schemas.microsoft.com/office/drawing/2014/main" id="{23CEDE60-E729-1B15-2D00-DD65FDC8E185}"/>
                    </a:ext>
                  </a:extLst>
                </p14:cNvPr>
                <p14:cNvContentPartPr/>
                <p14:nvPr/>
              </p14:nvContentPartPr>
              <p14:xfrm>
                <a:off x="2587478" y="4163256"/>
                <a:ext cx="204480" cy="176760"/>
              </p14:xfrm>
            </p:contentPart>
          </mc:Choice>
          <mc:Fallback>
            <p:pic>
              <p:nvPicPr>
                <p:cNvPr id="74" name="Ink 73">
                  <a:extLst>
                    <a:ext uri="{FF2B5EF4-FFF2-40B4-BE49-F238E27FC236}">
                      <a16:creationId xmlns:a16="http://schemas.microsoft.com/office/drawing/2014/main" id="{23CEDE60-E729-1B15-2D00-DD65FDC8E185}"/>
                    </a:ext>
                  </a:extLst>
                </p:cNvPr>
                <p:cNvPicPr/>
                <p:nvPr/>
              </p:nvPicPr>
              <p:blipFill>
                <a:blip r:embed="rId152"/>
                <a:stretch>
                  <a:fillRect/>
                </a:stretch>
              </p:blipFill>
              <p:spPr>
                <a:xfrm>
                  <a:off x="2583158" y="4158936"/>
                  <a:ext cx="21312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75" name="Ink 74">
                  <a:extLst>
                    <a:ext uri="{FF2B5EF4-FFF2-40B4-BE49-F238E27FC236}">
                      <a16:creationId xmlns:a16="http://schemas.microsoft.com/office/drawing/2014/main" id="{6232945D-A9C9-1303-4F7B-1EA0A76C954D}"/>
                    </a:ext>
                  </a:extLst>
                </p14:cNvPr>
                <p14:cNvContentPartPr/>
                <p14:nvPr/>
              </p14:nvContentPartPr>
              <p14:xfrm>
                <a:off x="2761718" y="3888936"/>
                <a:ext cx="172080" cy="235800"/>
              </p14:xfrm>
            </p:contentPart>
          </mc:Choice>
          <mc:Fallback>
            <p:pic>
              <p:nvPicPr>
                <p:cNvPr id="75" name="Ink 74">
                  <a:extLst>
                    <a:ext uri="{FF2B5EF4-FFF2-40B4-BE49-F238E27FC236}">
                      <a16:creationId xmlns:a16="http://schemas.microsoft.com/office/drawing/2014/main" id="{6232945D-A9C9-1303-4F7B-1EA0A76C954D}"/>
                    </a:ext>
                  </a:extLst>
                </p:cNvPr>
                <p:cNvPicPr/>
                <p:nvPr/>
              </p:nvPicPr>
              <p:blipFill>
                <a:blip r:embed="rId154"/>
                <a:stretch>
                  <a:fillRect/>
                </a:stretch>
              </p:blipFill>
              <p:spPr>
                <a:xfrm>
                  <a:off x="2757398" y="3884616"/>
                  <a:ext cx="180720" cy="24444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76" name="Ink 75">
                  <a:extLst>
                    <a:ext uri="{FF2B5EF4-FFF2-40B4-BE49-F238E27FC236}">
                      <a16:creationId xmlns:a16="http://schemas.microsoft.com/office/drawing/2014/main" id="{F37CB02C-BAFE-467B-431A-8388477C5120}"/>
                    </a:ext>
                  </a:extLst>
                </p14:cNvPr>
                <p14:cNvContentPartPr/>
                <p14:nvPr/>
              </p14:nvContentPartPr>
              <p14:xfrm>
                <a:off x="2933078" y="3562056"/>
                <a:ext cx="144000" cy="238320"/>
              </p14:xfrm>
            </p:contentPart>
          </mc:Choice>
          <mc:Fallback>
            <p:pic>
              <p:nvPicPr>
                <p:cNvPr id="76" name="Ink 75">
                  <a:extLst>
                    <a:ext uri="{FF2B5EF4-FFF2-40B4-BE49-F238E27FC236}">
                      <a16:creationId xmlns:a16="http://schemas.microsoft.com/office/drawing/2014/main" id="{F37CB02C-BAFE-467B-431A-8388477C5120}"/>
                    </a:ext>
                  </a:extLst>
                </p:cNvPr>
                <p:cNvPicPr/>
                <p:nvPr/>
              </p:nvPicPr>
              <p:blipFill>
                <a:blip r:embed="rId156"/>
                <a:stretch>
                  <a:fillRect/>
                </a:stretch>
              </p:blipFill>
              <p:spPr>
                <a:xfrm>
                  <a:off x="2928758" y="3557736"/>
                  <a:ext cx="152640" cy="24696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321" name="Ink 320">
                  <a:extLst>
                    <a:ext uri="{FF2B5EF4-FFF2-40B4-BE49-F238E27FC236}">
                      <a16:creationId xmlns:a16="http://schemas.microsoft.com/office/drawing/2014/main" id="{30983DA7-BEB6-471D-D5F5-8584760954E7}"/>
                    </a:ext>
                  </a:extLst>
                </p14:cNvPr>
                <p14:cNvContentPartPr/>
                <p14:nvPr/>
              </p14:nvContentPartPr>
              <p14:xfrm>
                <a:off x="2631038" y="2077776"/>
                <a:ext cx="240840" cy="211680"/>
              </p14:xfrm>
            </p:contentPart>
          </mc:Choice>
          <mc:Fallback>
            <p:pic>
              <p:nvPicPr>
                <p:cNvPr id="321" name="Ink 320">
                  <a:extLst>
                    <a:ext uri="{FF2B5EF4-FFF2-40B4-BE49-F238E27FC236}">
                      <a16:creationId xmlns:a16="http://schemas.microsoft.com/office/drawing/2014/main" id="{30983DA7-BEB6-471D-D5F5-8584760954E7}"/>
                    </a:ext>
                  </a:extLst>
                </p:cNvPr>
                <p:cNvPicPr/>
                <p:nvPr/>
              </p:nvPicPr>
              <p:blipFill>
                <a:blip r:embed="rId158"/>
                <a:stretch>
                  <a:fillRect/>
                </a:stretch>
              </p:blipFill>
              <p:spPr>
                <a:xfrm>
                  <a:off x="2626718" y="2073456"/>
                  <a:ext cx="24948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322" name="Ink 321">
                  <a:extLst>
                    <a:ext uri="{FF2B5EF4-FFF2-40B4-BE49-F238E27FC236}">
                      <a16:creationId xmlns:a16="http://schemas.microsoft.com/office/drawing/2014/main" id="{82B0834A-FAEE-416F-B253-14CD0F74BC29}"/>
                    </a:ext>
                  </a:extLst>
                </p14:cNvPr>
                <p14:cNvContentPartPr/>
                <p14:nvPr/>
              </p14:nvContentPartPr>
              <p14:xfrm>
                <a:off x="2891318" y="2156256"/>
                <a:ext cx="91080" cy="87840"/>
              </p14:xfrm>
            </p:contentPart>
          </mc:Choice>
          <mc:Fallback>
            <p:pic>
              <p:nvPicPr>
                <p:cNvPr id="322" name="Ink 321">
                  <a:extLst>
                    <a:ext uri="{FF2B5EF4-FFF2-40B4-BE49-F238E27FC236}">
                      <a16:creationId xmlns:a16="http://schemas.microsoft.com/office/drawing/2014/main" id="{82B0834A-FAEE-416F-B253-14CD0F74BC29}"/>
                    </a:ext>
                  </a:extLst>
                </p:cNvPr>
                <p:cNvPicPr/>
                <p:nvPr/>
              </p:nvPicPr>
              <p:blipFill>
                <a:blip r:embed="rId160"/>
                <a:stretch>
                  <a:fillRect/>
                </a:stretch>
              </p:blipFill>
              <p:spPr>
                <a:xfrm>
                  <a:off x="2886998" y="2151936"/>
                  <a:ext cx="9972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323" name="Ink 322">
                  <a:extLst>
                    <a:ext uri="{FF2B5EF4-FFF2-40B4-BE49-F238E27FC236}">
                      <a16:creationId xmlns:a16="http://schemas.microsoft.com/office/drawing/2014/main" id="{9425859F-AF37-8B8C-1D49-60E7C1C50193}"/>
                    </a:ext>
                  </a:extLst>
                </p14:cNvPr>
                <p14:cNvContentPartPr/>
                <p14:nvPr/>
              </p14:nvContentPartPr>
              <p14:xfrm>
                <a:off x="2907518" y="2105136"/>
                <a:ext cx="187200" cy="121680"/>
              </p14:xfrm>
            </p:contentPart>
          </mc:Choice>
          <mc:Fallback>
            <p:pic>
              <p:nvPicPr>
                <p:cNvPr id="323" name="Ink 322">
                  <a:extLst>
                    <a:ext uri="{FF2B5EF4-FFF2-40B4-BE49-F238E27FC236}">
                      <a16:creationId xmlns:a16="http://schemas.microsoft.com/office/drawing/2014/main" id="{9425859F-AF37-8B8C-1D49-60E7C1C50193}"/>
                    </a:ext>
                  </a:extLst>
                </p:cNvPr>
                <p:cNvPicPr/>
                <p:nvPr/>
              </p:nvPicPr>
              <p:blipFill>
                <a:blip r:embed="rId162"/>
                <a:stretch>
                  <a:fillRect/>
                </a:stretch>
              </p:blipFill>
              <p:spPr>
                <a:xfrm>
                  <a:off x="2903198" y="2100456"/>
                  <a:ext cx="195840" cy="13032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324" name="Ink 323">
                  <a:extLst>
                    <a:ext uri="{FF2B5EF4-FFF2-40B4-BE49-F238E27FC236}">
                      <a16:creationId xmlns:a16="http://schemas.microsoft.com/office/drawing/2014/main" id="{9F3C9807-F388-E4FB-1D85-21507F3158D0}"/>
                    </a:ext>
                  </a:extLst>
                </p14:cNvPr>
                <p14:cNvContentPartPr/>
                <p14:nvPr/>
              </p14:nvContentPartPr>
              <p14:xfrm>
                <a:off x="3105518" y="2134656"/>
                <a:ext cx="147960" cy="75240"/>
              </p14:xfrm>
            </p:contentPart>
          </mc:Choice>
          <mc:Fallback>
            <p:pic>
              <p:nvPicPr>
                <p:cNvPr id="324" name="Ink 323">
                  <a:extLst>
                    <a:ext uri="{FF2B5EF4-FFF2-40B4-BE49-F238E27FC236}">
                      <a16:creationId xmlns:a16="http://schemas.microsoft.com/office/drawing/2014/main" id="{9F3C9807-F388-E4FB-1D85-21507F3158D0}"/>
                    </a:ext>
                  </a:extLst>
                </p:cNvPr>
                <p:cNvPicPr/>
                <p:nvPr/>
              </p:nvPicPr>
              <p:blipFill>
                <a:blip r:embed="rId164"/>
                <a:stretch>
                  <a:fillRect/>
                </a:stretch>
              </p:blipFill>
              <p:spPr>
                <a:xfrm>
                  <a:off x="3101198" y="2130336"/>
                  <a:ext cx="156600" cy="8388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325" name="Ink 324">
                  <a:extLst>
                    <a:ext uri="{FF2B5EF4-FFF2-40B4-BE49-F238E27FC236}">
                      <a16:creationId xmlns:a16="http://schemas.microsoft.com/office/drawing/2014/main" id="{0A497496-BA2C-30CD-5A58-02710E7B282E}"/>
                    </a:ext>
                  </a:extLst>
                </p14:cNvPr>
                <p14:cNvContentPartPr/>
                <p14:nvPr/>
              </p14:nvContentPartPr>
              <p14:xfrm>
                <a:off x="3299558" y="1993176"/>
                <a:ext cx="196920" cy="233280"/>
              </p14:xfrm>
            </p:contentPart>
          </mc:Choice>
          <mc:Fallback>
            <p:pic>
              <p:nvPicPr>
                <p:cNvPr id="325" name="Ink 324">
                  <a:extLst>
                    <a:ext uri="{FF2B5EF4-FFF2-40B4-BE49-F238E27FC236}">
                      <a16:creationId xmlns:a16="http://schemas.microsoft.com/office/drawing/2014/main" id="{0A497496-BA2C-30CD-5A58-02710E7B282E}"/>
                    </a:ext>
                  </a:extLst>
                </p:cNvPr>
                <p:cNvPicPr/>
                <p:nvPr/>
              </p:nvPicPr>
              <p:blipFill>
                <a:blip r:embed="rId166"/>
                <a:stretch>
                  <a:fillRect/>
                </a:stretch>
              </p:blipFill>
              <p:spPr>
                <a:xfrm>
                  <a:off x="3295238" y="1988856"/>
                  <a:ext cx="20556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340" name="Ink 339">
                  <a:extLst>
                    <a:ext uri="{FF2B5EF4-FFF2-40B4-BE49-F238E27FC236}">
                      <a16:creationId xmlns:a16="http://schemas.microsoft.com/office/drawing/2014/main" id="{E8CC580B-302C-ACDB-12E2-AE6494E2B7F3}"/>
                    </a:ext>
                  </a:extLst>
                </p14:cNvPr>
                <p14:cNvContentPartPr/>
                <p14:nvPr/>
              </p14:nvContentPartPr>
              <p14:xfrm>
                <a:off x="1343318" y="1825776"/>
                <a:ext cx="96480" cy="205920"/>
              </p14:xfrm>
            </p:contentPart>
          </mc:Choice>
          <mc:Fallback>
            <p:pic>
              <p:nvPicPr>
                <p:cNvPr id="340" name="Ink 339">
                  <a:extLst>
                    <a:ext uri="{FF2B5EF4-FFF2-40B4-BE49-F238E27FC236}">
                      <a16:creationId xmlns:a16="http://schemas.microsoft.com/office/drawing/2014/main" id="{E8CC580B-302C-ACDB-12E2-AE6494E2B7F3}"/>
                    </a:ext>
                  </a:extLst>
                </p:cNvPr>
                <p:cNvPicPr/>
                <p:nvPr/>
              </p:nvPicPr>
              <p:blipFill>
                <a:blip r:embed="rId168"/>
                <a:stretch>
                  <a:fillRect/>
                </a:stretch>
              </p:blipFill>
              <p:spPr>
                <a:xfrm>
                  <a:off x="1338998" y="1821456"/>
                  <a:ext cx="105120" cy="21456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341" name="Ink 340">
                  <a:extLst>
                    <a:ext uri="{FF2B5EF4-FFF2-40B4-BE49-F238E27FC236}">
                      <a16:creationId xmlns:a16="http://schemas.microsoft.com/office/drawing/2014/main" id="{D22C5410-E049-A29F-2D2E-F83CB45178D9}"/>
                    </a:ext>
                  </a:extLst>
                </p14:cNvPr>
                <p14:cNvContentPartPr/>
                <p14:nvPr/>
              </p14:nvContentPartPr>
              <p14:xfrm>
                <a:off x="1472558" y="1841976"/>
                <a:ext cx="45000" cy="19440"/>
              </p14:xfrm>
            </p:contentPart>
          </mc:Choice>
          <mc:Fallback>
            <p:pic>
              <p:nvPicPr>
                <p:cNvPr id="341" name="Ink 340">
                  <a:extLst>
                    <a:ext uri="{FF2B5EF4-FFF2-40B4-BE49-F238E27FC236}">
                      <a16:creationId xmlns:a16="http://schemas.microsoft.com/office/drawing/2014/main" id="{D22C5410-E049-A29F-2D2E-F83CB45178D9}"/>
                    </a:ext>
                  </a:extLst>
                </p:cNvPr>
                <p:cNvPicPr/>
                <p:nvPr/>
              </p:nvPicPr>
              <p:blipFill>
                <a:blip r:embed="rId170"/>
                <a:stretch>
                  <a:fillRect/>
                </a:stretch>
              </p:blipFill>
              <p:spPr>
                <a:xfrm>
                  <a:off x="1468238" y="1837656"/>
                  <a:ext cx="5364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342" name="Ink 341">
                  <a:extLst>
                    <a:ext uri="{FF2B5EF4-FFF2-40B4-BE49-F238E27FC236}">
                      <a16:creationId xmlns:a16="http://schemas.microsoft.com/office/drawing/2014/main" id="{0C7F0BE6-E16B-6616-87F1-2AEE4F1D9C52}"/>
                    </a:ext>
                  </a:extLst>
                </p14:cNvPr>
                <p14:cNvContentPartPr/>
                <p14:nvPr/>
              </p14:nvContentPartPr>
              <p14:xfrm>
                <a:off x="1487678" y="1861776"/>
                <a:ext cx="60120" cy="27000"/>
              </p14:xfrm>
            </p:contentPart>
          </mc:Choice>
          <mc:Fallback>
            <p:pic>
              <p:nvPicPr>
                <p:cNvPr id="342" name="Ink 341">
                  <a:extLst>
                    <a:ext uri="{FF2B5EF4-FFF2-40B4-BE49-F238E27FC236}">
                      <a16:creationId xmlns:a16="http://schemas.microsoft.com/office/drawing/2014/main" id="{0C7F0BE6-E16B-6616-87F1-2AEE4F1D9C52}"/>
                    </a:ext>
                  </a:extLst>
                </p:cNvPr>
                <p:cNvPicPr/>
                <p:nvPr/>
              </p:nvPicPr>
              <p:blipFill>
                <a:blip r:embed="rId172"/>
                <a:stretch>
                  <a:fillRect/>
                </a:stretch>
              </p:blipFill>
              <p:spPr>
                <a:xfrm>
                  <a:off x="1483358" y="1857456"/>
                  <a:ext cx="68760" cy="3564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349" name="Ink 348">
                  <a:extLst>
                    <a:ext uri="{FF2B5EF4-FFF2-40B4-BE49-F238E27FC236}">
                      <a16:creationId xmlns:a16="http://schemas.microsoft.com/office/drawing/2014/main" id="{C72C0CCA-258F-749F-A6DE-8D8C5206B12A}"/>
                    </a:ext>
                  </a:extLst>
                </p14:cNvPr>
                <p14:cNvContentPartPr/>
                <p14:nvPr/>
              </p14:nvContentPartPr>
              <p14:xfrm>
                <a:off x="999878" y="1563336"/>
                <a:ext cx="1899000" cy="143640"/>
              </p14:xfrm>
            </p:contentPart>
          </mc:Choice>
          <mc:Fallback>
            <p:pic>
              <p:nvPicPr>
                <p:cNvPr id="349" name="Ink 348">
                  <a:extLst>
                    <a:ext uri="{FF2B5EF4-FFF2-40B4-BE49-F238E27FC236}">
                      <a16:creationId xmlns:a16="http://schemas.microsoft.com/office/drawing/2014/main" id="{C72C0CCA-258F-749F-A6DE-8D8C5206B12A}"/>
                    </a:ext>
                  </a:extLst>
                </p:cNvPr>
                <p:cNvPicPr/>
                <p:nvPr/>
              </p:nvPicPr>
              <p:blipFill>
                <a:blip r:embed="rId174"/>
                <a:stretch>
                  <a:fillRect/>
                </a:stretch>
              </p:blipFill>
              <p:spPr>
                <a:xfrm>
                  <a:off x="995558" y="1559016"/>
                  <a:ext cx="190764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350" name="Ink 349">
                  <a:extLst>
                    <a:ext uri="{FF2B5EF4-FFF2-40B4-BE49-F238E27FC236}">
                      <a16:creationId xmlns:a16="http://schemas.microsoft.com/office/drawing/2014/main" id="{6FA19B37-309D-97EA-8349-71F6FB4E4241}"/>
                    </a:ext>
                  </a:extLst>
                </p14:cNvPr>
                <p14:cNvContentPartPr/>
                <p14:nvPr/>
              </p14:nvContentPartPr>
              <p14:xfrm>
                <a:off x="2991398" y="1473696"/>
                <a:ext cx="142920" cy="128880"/>
              </p14:xfrm>
            </p:contentPart>
          </mc:Choice>
          <mc:Fallback>
            <p:pic>
              <p:nvPicPr>
                <p:cNvPr id="350" name="Ink 349">
                  <a:extLst>
                    <a:ext uri="{FF2B5EF4-FFF2-40B4-BE49-F238E27FC236}">
                      <a16:creationId xmlns:a16="http://schemas.microsoft.com/office/drawing/2014/main" id="{6FA19B37-309D-97EA-8349-71F6FB4E4241}"/>
                    </a:ext>
                  </a:extLst>
                </p:cNvPr>
                <p:cNvPicPr/>
                <p:nvPr/>
              </p:nvPicPr>
              <p:blipFill>
                <a:blip r:embed="rId176"/>
                <a:stretch>
                  <a:fillRect/>
                </a:stretch>
              </p:blipFill>
              <p:spPr>
                <a:xfrm>
                  <a:off x="2987078" y="1469376"/>
                  <a:ext cx="15156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351" name="Ink 350">
                  <a:extLst>
                    <a:ext uri="{FF2B5EF4-FFF2-40B4-BE49-F238E27FC236}">
                      <a16:creationId xmlns:a16="http://schemas.microsoft.com/office/drawing/2014/main" id="{6D4B11CF-8D07-2C00-C1C3-57DA6FA90967}"/>
                    </a:ext>
                  </a:extLst>
                </p14:cNvPr>
                <p14:cNvContentPartPr/>
                <p14:nvPr/>
              </p14:nvContentPartPr>
              <p14:xfrm>
                <a:off x="2985278" y="1453536"/>
                <a:ext cx="101160" cy="191880"/>
              </p14:xfrm>
            </p:contentPart>
          </mc:Choice>
          <mc:Fallback>
            <p:pic>
              <p:nvPicPr>
                <p:cNvPr id="351" name="Ink 350">
                  <a:extLst>
                    <a:ext uri="{FF2B5EF4-FFF2-40B4-BE49-F238E27FC236}">
                      <a16:creationId xmlns:a16="http://schemas.microsoft.com/office/drawing/2014/main" id="{6D4B11CF-8D07-2C00-C1C3-57DA6FA90967}"/>
                    </a:ext>
                  </a:extLst>
                </p:cNvPr>
                <p:cNvPicPr/>
                <p:nvPr/>
              </p:nvPicPr>
              <p:blipFill>
                <a:blip r:embed="rId178"/>
                <a:stretch>
                  <a:fillRect/>
                </a:stretch>
              </p:blipFill>
              <p:spPr>
                <a:xfrm>
                  <a:off x="2980958" y="1449216"/>
                  <a:ext cx="109800" cy="200520"/>
                </a:xfrm>
                <a:prstGeom prst="rect">
                  <a:avLst/>
                </a:prstGeom>
              </p:spPr>
            </p:pic>
          </mc:Fallback>
        </mc:AlternateContent>
      </p:grpSp>
      <p:grpSp>
        <p:nvGrpSpPr>
          <p:cNvPr id="361" name="Group 360">
            <a:extLst>
              <a:ext uri="{FF2B5EF4-FFF2-40B4-BE49-F238E27FC236}">
                <a16:creationId xmlns:a16="http://schemas.microsoft.com/office/drawing/2014/main" id="{FEA0AD6F-2B20-051D-8611-2A3B95FE0854}"/>
              </a:ext>
            </a:extLst>
          </p:cNvPr>
          <p:cNvGrpSpPr/>
          <p:nvPr/>
        </p:nvGrpSpPr>
        <p:grpSpPr>
          <a:xfrm>
            <a:off x="656798" y="755136"/>
            <a:ext cx="1578960" cy="691200"/>
            <a:chOff x="656798" y="755136"/>
            <a:chExt cx="1578960" cy="691200"/>
          </a:xfrm>
        </p:grpSpPr>
        <mc:AlternateContent xmlns:mc="http://schemas.openxmlformats.org/markup-compatibility/2006">
          <mc:Choice xmlns:p14="http://schemas.microsoft.com/office/powerpoint/2010/main" Requires="p14">
            <p:contentPart p14:bwMode="auto" r:id="rId179">
              <p14:nvContentPartPr>
                <p14:cNvPr id="327" name="Ink 326">
                  <a:extLst>
                    <a:ext uri="{FF2B5EF4-FFF2-40B4-BE49-F238E27FC236}">
                      <a16:creationId xmlns:a16="http://schemas.microsoft.com/office/drawing/2014/main" id="{1E1EDB4F-4978-0DDF-D2A8-8A27911EE6CB}"/>
                    </a:ext>
                  </a:extLst>
                </p14:cNvPr>
                <p14:cNvContentPartPr/>
                <p14:nvPr/>
              </p14:nvContentPartPr>
              <p14:xfrm>
                <a:off x="656798" y="1071216"/>
                <a:ext cx="164160" cy="226800"/>
              </p14:xfrm>
            </p:contentPart>
          </mc:Choice>
          <mc:Fallback>
            <p:pic>
              <p:nvPicPr>
                <p:cNvPr id="327" name="Ink 326">
                  <a:extLst>
                    <a:ext uri="{FF2B5EF4-FFF2-40B4-BE49-F238E27FC236}">
                      <a16:creationId xmlns:a16="http://schemas.microsoft.com/office/drawing/2014/main" id="{1E1EDB4F-4978-0DDF-D2A8-8A27911EE6CB}"/>
                    </a:ext>
                  </a:extLst>
                </p:cNvPr>
                <p:cNvPicPr/>
                <p:nvPr/>
              </p:nvPicPr>
              <p:blipFill>
                <a:blip r:embed="rId180"/>
                <a:stretch>
                  <a:fillRect/>
                </a:stretch>
              </p:blipFill>
              <p:spPr>
                <a:xfrm>
                  <a:off x="652478" y="1066896"/>
                  <a:ext cx="172800" cy="23544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328" name="Ink 327">
                  <a:extLst>
                    <a:ext uri="{FF2B5EF4-FFF2-40B4-BE49-F238E27FC236}">
                      <a16:creationId xmlns:a16="http://schemas.microsoft.com/office/drawing/2014/main" id="{76D266FA-B445-2A13-E90D-319C3A117D3E}"/>
                    </a:ext>
                  </a:extLst>
                </p14:cNvPr>
                <p14:cNvContentPartPr/>
                <p14:nvPr/>
              </p14:nvContentPartPr>
              <p14:xfrm>
                <a:off x="803318" y="944856"/>
                <a:ext cx="100440" cy="78840"/>
              </p14:xfrm>
            </p:contentPart>
          </mc:Choice>
          <mc:Fallback>
            <p:pic>
              <p:nvPicPr>
                <p:cNvPr id="328" name="Ink 327">
                  <a:extLst>
                    <a:ext uri="{FF2B5EF4-FFF2-40B4-BE49-F238E27FC236}">
                      <a16:creationId xmlns:a16="http://schemas.microsoft.com/office/drawing/2014/main" id="{76D266FA-B445-2A13-E90D-319C3A117D3E}"/>
                    </a:ext>
                  </a:extLst>
                </p:cNvPr>
                <p:cNvPicPr/>
                <p:nvPr/>
              </p:nvPicPr>
              <p:blipFill>
                <a:blip r:embed="rId182"/>
                <a:stretch>
                  <a:fillRect/>
                </a:stretch>
              </p:blipFill>
              <p:spPr>
                <a:xfrm>
                  <a:off x="798998" y="940536"/>
                  <a:ext cx="10908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330" name="Ink 329">
                  <a:extLst>
                    <a:ext uri="{FF2B5EF4-FFF2-40B4-BE49-F238E27FC236}">
                      <a16:creationId xmlns:a16="http://schemas.microsoft.com/office/drawing/2014/main" id="{0C79BAEC-469F-1332-EA89-A719AA91F3C3}"/>
                    </a:ext>
                  </a:extLst>
                </p14:cNvPr>
                <p14:cNvContentPartPr/>
                <p14:nvPr/>
              </p14:nvContentPartPr>
              <p14:xfrm>
                <a:off x="959918" y="1049976"/>
                <a:ext cx="75240" cy="57240"/>
              </p14:xfrm>
            </p:contentPart>
          </mc:Choice>
          <mc:Fallback>
            <p:pic>
              <p:nvPicPr>
                <p:cNvPr id="330" name="Ink 329">
                  <a:extLst>
                    <a:ext uri="{FF2B5EF4-FFF2-40B4-BE49-F238E27FC236}">
                      <a16:creationId xmlns:a16="http://schemas.microsoft.com/office/drawing/2014/main" id="{0C79BAEC-469F-1332-EA89-A719AA91F3C3}"/>
                    </a:ext>
                  </a:extLst>
                </p:cNvPr>
                <p:cNvPicPr/>
                <p:nvPr/>
              </p:nvPicPr>
              <p:blipFill>
                <a:blip r:embed="rId184"/>
                <a:stretch>
                  <a:fillRect/>
                </a:stretch>
              </p:blipFill>
              <p:spPr>
                <a:xfrm>
                  <a:off x="955598" y="1045656"/>
                  <a:ext cx="83880" cy="6588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331" name="Ink 330">
                  <a:extLst>
                    <a:ext uri="{FF2B5EF4-FFF2-40B4-BE49-F238E27FC236}">
                      <a16:creationId xmlns:a16="http://schemas.microsoft.com/office/drawing/2014/main" id="{2D930F13-8BCE-BDC7-ECAA-A5F5E3DC2491}"/>
                    </a:ext>
                  </a:extLst>
                </p14:cNvPr>
                <p14:cNvContentPartPr/>
                <p14:nvPr/>
              </p14:nvContentPartPr>
              <p14:xfrm>
                <a:off x="994118" y="1105056"/>
                <a:ext cx="88560" cy="46800"/>
              </p14:xfrm>
            </p:contentPart>
          </mc:Choice>
          <mc:Fallback>
            <p:pic>
              <p:nvPicPr>
                <p:cNvPr id="331" name="Ink 330">
                  <a:extLst>
                    <a:ext uri="{FF2B5EF4-FFF2-40B4-BE49-F238E27FC236}">
                      <a16:creationId xmlns:a16="http://schemas.microsoft.com/office/drawing/2014/main" id="{2D930F13-8BCE-BDC7-ECAA-A5F5E3DC2491}"/>
                    </a:ext>
                  </a:extLst>
                </p:cNvPr>
                <p:cNvPicPr/>
                <p:nvPr/>
              </p:nvPicPr>
              <p:blipFill>
                <a:blip r:embed="rId186"/>
                <a:stretch>
                  <a:fillRect/>
                </a:stretch>
              </p:blipFill>
              <p:spPr>
                <a:xfrm>
                  <a:off x="989798" y="1100736"/>
                  <a:ext cx="97200" cy="5544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337" name="Ink 336">
                  <a:extLst>
                    <a:ext uri="{FF2B5EF4-FFF2-40B4-BE49-F238E27FC236}">
                      <a16:creationId xmlns:a16="http://schemas.microsoft.com/office/drawing/2014/main" id="{7763AE02-A94D-D140-F767-0FDF4A390F62}"/>
                    </a:ext>
                  </a:extLst>
                </p14:cNvPr>
                <p14:cNvContentPartPr/>
                <p14:nvPr/>
              </p14:nvContentPartPr>
              <p14:xfrm>
                <a:off x="1063238" y="867096"/>
                <a:ext cx="91440" cy="143280"/>
              </p14:xfrm>
            </p:contentPart>
          </mc:Choice>
          <mc:Fallback>
            <p:pic>
              <p:nvPicPr>
                <p:cNvPr id="337" name="Ink 336">
                  <a:extLst>
                    <a:ext uri="{FF2B5EF4-FFF2-40B4-BE49-F238E27FC236}">
                      <a16:creationId xmlns:a16="http://schemas.microsoft.com/office/drawing/2014/main" id="{7763AE02-A94D-D140-F767-0FDF4A390F62}"/>
                    </a:ext>
                  </a:extLst>
                </p:cNvPr>
                <p:cNvPicPr/>
                <p:nvPr/>
              </p:nvPicPr>
              <p:blipFill>
                <a:blip r:embed="rId188"/>
                <a:stretch>
                  <a:fillRect/>
                </a:stretch>
              </p:blipFill>
              <p:spPr>
                <a:xfrm>
                  <a:off x="1058918" y="862776"/>
                  <a:ext cx="10008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338" name="Ink 337">
                  <a:extLst>
                    <a:ext uri="{FF2B5EF4-FFF2-40B4-BE49-F238E27FC236}">
                      <a16:creationId xmlns:a16="http://schemas.microsoft.com/office/drawing/2014/main" id="{C7DBAFA2-66C3-3A9D-A39C-BACBEE780CA6}"/>
                    </a:ext>
                  </a:extLst>
                </p14:cNvPr>
                <p14:cNvContentPartPr/>
                <p14:nvPr/>
              </p14:nvContentPartPr>
              <p14:xfrm>
                <a:off x="1130918" y="755136"/>
                <a:ext cx="149400" cy="195480"/>
              </p14:xfrm>
            </p:contentPart>
          </mc:Choice>
          <mc:Fallback>
            <p:pic>
              <p:nvPicPr>
                <p:cNvPr id="338" name="Ink 337">
                  <a:extLst>
                    <a:ext uri="{FF2B5EF4-FFF2-40B4-BE49-F238E27FC236}">
                      <a16:creationId xmlns:a16="http://schemas.microsoft.com/office/drawing/2014/main" id="{C7DBAFA2-66C3-3A9D-A39C-BACBEE780CA6}"/>
                    </a:ext>
                  </a:extLst>
                </p:cNvPr>
                <p:cNvPicPr/>
                <p:nvPr/>
              </p:nvPicPr>
              <p:blipFill>
                <a:blip r:embed="rId190"/>
                <a:stretch>
                  <a:fillRect/>
                </a:stretch>
              </p:blipFill>
              <p:spPr>
                <a:xfrm>
                  <a:off x="1126598" y="750816"/>
                  <a:ext cx="158040" cy="20412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357" name="Ink 356">
                  <a:extLst>
                    <a:ext uri="{FF2B5EF4-FFF2-40B4-BE49-F238E27FC236}">
                      <a16:creationId xmlns:a16="http://schemas.microsoft.com/office/drawing/2014/main" id="{1BCF051D-227A-5187-021A-146552CEA7D8}"/>
                    </a:ext>
                  </a:extLst>
                </p14:cNvPr>
                <p14:cNvContentPartPr/>
                <p14:nvPr/>
              </p14:nvContentPartPr>
              <p14:xfrm>
                <a:off x="1494518" y="1027656"/>
                <a:ext cx="713880" cy="90000"/>
              </p14:xfrm>
            </p:contentPart>
          </mc:Choice>
          <mc:Fallback>
            <p:pic>
              <p:nvPicPr>
                <p:cNvPr id="357" name="Ink 356">
                  <a:extLst>
                    <a:ext uri="{FF2B5EF4-FFF2-40B4-BE49-F238E27FC236}">
                      <a16:creationId xmlns:a16="http://schemas.microsoft.com/office/drawing/2014/main" id="{1BCF051D-227A-5187-021A-146552CEA7D8}"/>
                    </a:ext>
                  </a:extLst>
                </p:cNvPr>
                <p:cNvPicPr/>
                <p:nvPr/>
              </p:nvPicPr>
              <p:blipFill>
                <a:blip r:embed="rId192"/>
                <a:stretch>
                  <a:fillRect/>
                </a:stretch>
              </p:blipFill>
              <p:spPr>
                <a:xfrm>
                  <a:off x="1490198" y="1023336"/>
                  <a:ext cx="72252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358" name="Ink 357">
                  <a:extLst>
                    <a:ext uri="{FF2B5EF4-FFF2-40B4-BE49-F238E27FC236}">
                      <a16:creationId xmlns:a16="http://schemas.microsoft.com/office/drawing/2014/main" id="{F2D1E26D-68B2-B9FB-E032-284A5CB4DCD8}"/>
                    </a:ext>
                  </a:extLst>
                </p14:cNvPr>
                <p14:cNvContentPartPr/>
                <p14:nvPr/>
              </p14:nvContentPartPr>
              <p14:xfrm>
                <a:off x="2144318" y="962856"/>
                <a:ext cx="91440" cy="157680"/>
              </p14:xfrm>
            </p:contentPart>
          </mc:Choice>
          <mc:Fallback>
            <p:pic>
              <p:nvPicPr>
                <p:cNvPr id="358" name="Ink 357">
                  <a:extLst>
                    <a:ext uri="{FF2B5EF4-FFF2-40B4-BE49-F238E27FC236}">
                      <a16:creationId xmlns:a16="http://schemas.microsoft.com/office/drawing/2014/main" id="{F2D1E26D-68B2-B9FB-E032-284A5CB4DCD8}"/>
                    </a:ext>
                  </a:extLst>
                </p:cNvPr>
                <p:cNvPicPr/>
                <p:nvPr/>
              </p:nvPicPr>
              <p:blipFill>
                <a:blip r:embed="rId194"/>
                <a:stretch>
                  <a:fillRect/>
                </a:stretch>
              </p:blipFill>
              <p:spPr>
                <a:xfrm>
                  <a:off x="2139998" y="958536"/>
                  <a:ext cx="10008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359" name="Ink 358">
                  <a:extLst>
                    <a:ext uri="{FF2B5EF4-FFF2-40B4-BE49-F238E27FC236}">
                      <a16:creationId xmlns:a16="http://schemas.microsoft.com/office/drawing/2014/main" id="{BBA10613-E69E-A29B-19D9-0184EEB57AFA}"/>
                    </a:ext>
                  </a:extLst>
                </p14:cNvPr>
                <p14:cNvContentPartPr/>
                <p14:nvPr/>
              </p14:nvContentPartPr>
              <p14:xfrm>
                <a:off x="758678" y="993096"/>
                <a:ext cx="543600" cy="432720"/>
              </p14:xfrm>
            </p:contentPart>
          </mc:Choice>
          <mc:Fallback>
            <p:pic>
              <p:nvPicPr>
                <p:cNvPr id="359" name="Ink 358">
                  <a:extLst>
                    <a:ext uri="{FF2B5EF4-FFF2-40B4-BE49-F238E27FC236}">
                      <a16:creationId xmlns:a16="http://schemas.microsoft.com/office/drawing/2014/main" id="{BBA10613-E69E-A29B-19D9-0184EEB57AFA}"/>
                    </a:ext>
                  </a:extLst>
                </p:cNvPr>
                <p:cNvPicPr/>
                <p:nvPr/>
              </p:nvPicPr>
              <p:blipFill>
                <a:blip r:embed="rId196"/>
                <a:stretch>
                  <a:fillRect/>
                </a:stretch>
              </p:blipFill>
              <p:spPr>
                <a:xfrm>
                  <a:off x="754358" y="988776"/>
                  <a:ext cx="552240" cy="44136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360" name="Ink 359">
                  <a:extLst>
                    <a:ext uri="{FF2B5EF4-FFF2-40B4-BE49-F238E27FC236}">
                      <a16:creationId xmlns:a16="http://schemas.microsoft.com/office/drawing/2014/main" id="{EE981D89-46EF-C7CC-ECE2-D8078830E542}"/>
                    </a:ext>
                  </a:extLst>
                </p14:cNvPr>
                <p14:cNvContentPartPr/>
                <p14:nvPr/>
              </p14:nvContentPartPr>
              <p14:xfrm>
                <a:off x="856238" y="993096"/>
                <a:ext cx="488880" cy="453240"/>
              </p14:xfrm>
            </p:contentPart>
          </mc:Choice>
          <mc:Fallback>
            <p:pic>
              <p:nvPicPr>
                <p:cNvPr id="360" name="Ink 359">
                  <a:extLst>
                    <a:ext uri="{FF2B5EF4-FFF2-40B4-BE49-F238E27FC236}">
                      <a16:creationId xmlns:a16="http://schemas.microsoft.com/office/drawing/2014/main" id="{EE981D89-46EF-C7CC-ECE2-D8078830E542}"/>
                    </a:ext>
                  </a:extLst>
                </p:cNvPr>
                <p:cNvPicPr/>
                <p:nvPr/>
              </p:nvPicPr>
              <p:blipFill>
                <a:blip r:embed="rId198"/>
                <a:stretch>
                  <a:fillRect/>
                </a:stretch>
              </p:blipFill>
              <p:spPr>
                <a:xfrm>
                  <a:off x="851918" y="988776"/>
                  <a:ext cx="497520" cy="461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9">
            <p14:nvContentPartPr>
              <p14:cNvPr id="216" name="Ink 215">
                <a:extLst>
                  <a:ext uri="{FF2B5EF4-FFF2-40B4-BE49-F238E27FC236}">
                    <a16:creationId xmlns:a16="http://schemas.microsoft.com/office/drawing/2014/main" id="{3048E744-A4E7-B810-104D-E29C758AD9CD}"/>
                  </a:ext>
                </a:extLst>
              </p14:cNvPr>
              <p14:cNvContentPartPr/>
              <p14:nvPr/>
            </p14:nvContentPartPr>
            <p14:xfrm>
              <a:off x="8914838" y="1431936"/>
              <a:ext cx="367200" cy="2623320"/>
            </p14:xfrm>
          </p:contentPart>
        </mc:Choice>
        <mc:Fallback>
          <p:pic>
            <p:nvPicPr>
              <p:cNvPr id="216" name="Ink 215">
                <a:extLst>
                  <a:ext uri="{FF2B5EF4-FFF2-40B4-BE49-F238E27FC236}">
                    <a16:creationId xmlns:a16="http://schemas.microsoft.com/office/drawing/2014/main" id="{3048E744-A4E7-B810-104D-E29C758AD9CD}"/>
                  </a:ext>
                </a:extLst>
              </p:cNvPr>
              <p:cNvPicPr/>
              <p:nvPr/>
            </p:nvPicPr>
            <p:blipFill>
              <a:blip r:embed="rId200"/>
              <a:stretch>
                <a:fillRect/>
              </a:stretch>
            </p:blipFill>
            <p:spPr>
              <a:xfrm>
                <a:off x="8910518" y="1427616"/>
                <a:ext cx="375840" cy="263196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233" name="Ink 232">
                <a:extLst>
                  <a:ext uri="{FF2B5EF4-FFF2-40B4-BE49-F238E27FC236}">
                    <a16:creationId xmlns:a16="http://schemas.microsoft.com/office/drawing/2014/main" id="{68B75462-6047-6F4D-45DC-072F50D3B9F0}"/>
                  </a:ext>
                </a:extLst>
              </p14:cNvPr>
              <p14:cNvContentPartPr/>
              <p14:nvPr/>
            </p14:nvContentPartPr>
            <p14:xfrm>
              <a:off x="9681998" y="2730816"/>
              <a:ext cx="176040" cy="144000"/>
            </p14:xfrm>
          </p:contentPart>
        </mc:Choice>
        <mc:Fallback>
          <p:pic>
            <p:nvPicPr>
              <p:cNvPr id="233" name="Ink 232">
                <a:extLst>
                  <a:ext uri="{FF2B5EF4-FFF2-40B4-BE49-F238E27FC236}">
                    <a16:creationId xmlns:a16="http://schemas.microsoft.com/office/drawing/2014/main" id="{68B75462-6047-6F4D-45DC-072F50D3B9F0}"/>
                  </a:ext>
                </a:extLst>
              </p:cNvPr>
              <p:cNvPicPr/>
              <p:nvPr/>
            </p:nvPicPr>
            <p:blipFill>
              <a:blip r:embed="rId202"/>
              <a:stretch>
                <a:fillRect/>
              </a:stretch>
            </p:blipFill>
            <p:spPr>
              <a:xfrm>
                <a:off x="9677678" y="2726496"/>
                <a:ext cx="18468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234" name="Ink 233">
                <a:extLst>
                  <a:ext uri="{FF2B5EF4-FFF2-40B4-BE49-F238E27FC236}">
                    <a16:creationId xmlns:a16="http://schemas.microsoft.com/office/drawing/2014/main" id="{F9AD4AAF-7596-91C3-69AA-CDD6DEF2C7ED}"/>
                  </a:ext>
                </a:extLst>
              </p14:cNvPr>
              <p14:cNvContentPartPr/>
              <p14:nvPr/>
            </p14:nvContentPartPr>
            <p14:xfrm>
              <a:off x="9666518" y="2715336"/>
              <a:ext cx="168840" cy="222840"/>
            </p14:xfrm>
          </p:contentPart>
        </mc:Choice>
        <mc:Fallback>
          <p:pic>
            <p:nvPicPr>
              <p:cNvPr id="234" name="Ink 233">
                <a:extLst>
                  <a:ext uri="{FF2B5EF4-FFF2-40B4-BE49-F238E27FC236}">
                    <a16:creationId xmlns:a16="http://schemas.microsoft.com/office/drawing/2014/main" id="{F9AD4AAF-7596-91C3-69AA-CDD6DEF2C7ED}"/>
                  </a:ext>
                </a:extLst>
              </p:cNvPr>
              <p:cNvPicPr/>
              <p:nvPr/>
            </p:nvPicPr>
            <p:blipFill>
              <a:blip r:embed="rId204"/>
              <a:stretch>
                <a:fillRect/>
              </a:stretch>
            </p:blipFill>
            <p:spPr>
              <a:xfrm>
                <a:off x="9662198" y="2711016"/>
                <a:ext cx="17748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235" name="Ink 234">
                <a:extLst>
                  <a:ext uri="{FF2B5EF4-FFF2-40B4-BE49-F238E27FC236}">
                    <a16:creationId xmlns:a16="http://schemas.microsoft.com/office/drawing/2014/main" id="{BEE0521B-22E1-D90C-EC08-19BAC8E0F88D}"/>
                  </a:ext>
                </a:extLst>
              </p14:cNvPr>
              <p14:cNvContentPartPr/>
              <p14:nvPr/>
            </p14:nvContentPartPr>
            <p14:xfrm>
              <a:off x="9962798" y="2820816"/>
              <a:ext cx="23040" cy="77040"/>
            </p14:xfrm>
          </p:contentPart>
        </mc:Choice>
        <mc:Fallback>
          <p:pic>
            <p:nvPicPr>
              <p:cNvPr id="235" name="Ink 234">
                <a:extLst>
                  <a:ext uri="{FF2B5EF4-FFF2-40B4-BE49-F238E27FC236}">
                    <a16:creationId xmlns:a16="http://schemas.microsoft.com/office/drawing/2014/main" id="{BEE0521B-22E1-D90C-EC08-19BAC8E0F88D}"/>
                  </a:ext>
                </a:extLst>
              </p:cNvPr>
              <p:cNvPicPr/>
              <p:nvPr/>
            </p:nvPicPr>
            <p:blipFill>
              <a:blip r:embed="rId206"/>
              <a:stretch>
                <a:fillRect/>
              </a:stretch>
            </p:blipFill>
            <p:spPr>
              <a:xfrm>
                <a:off x="9958478" y="2816496"/>
                <a:ext cx="31680" cy="85680"/>
              </a:xfrm>
              <a:prstGeom prst="rect">
                <a:avLst/>
              </a:prstGeom>
            </p:spPr>
          </p:pic>
        </mc:Fallback>
      </mc:AlternateContent>
      <mc:AlternateContent xmlns:mc="http://schemas.openxmlformats.org/markup-compatibility/2006">
        <mc:Choice xmlns:p14="http://schemas.microsoft.com/office/powerpoint/2010/main" Requires="p14">
          <p:contentPart p14:bwMode="auto" r:id="rId207">
            <p14:nvContentPartPr>
              <p14:cNvPr id="236" name="Ink 235">
                <a:extLst>
                  <a:ext uri="{FF2B5EF4-FFF2-40B4-BE49-F238E27FC236}">
                    <a16:creationId xmlns:a16="http://schemas.microsoft.com/office/drawing/2014/main" id="{D1775956-DBFB-E71F-5466-142267FA1776}"/>
                  </a:ext>
                </a:extLst>
              </p14:cNvPr>
              <p14:cNvContentPartPr/>
              <p14:nvPr/>
            </p14:nvContentPartPr>
            <p14:xfrm>
              <a:off x="10002758" y="2845656"/>
              <a:ext cx="25200" cy="75600"/>
            </p14:xfrm>
          </p:contentPart>
        </mc:Choice>
        <mc:Fallback>
          <p:pic>
            <p:nvPicPr>
              <p:cNvPr id="236" name="Ink 235">
                <a:extLst>
                  <a:ext uri="{FF2B5EF4-FFF2-40B4-BE49-F238E27FC236}">
                    <a16:creationId xmlns:a16="http://schemas.microsoft.com/office/drawing/2014/main" id="{D1775956-DBFB-E71F-5466-142267FA1776}"/>
                  </a:ext>
                </a:extLst>
              </p:cNvPr>
              <p:cNvPicPr/>
              <p:nvPr/>
            </p:nvPicPr>
            <p:blipFill>
              <a:blip r:embed="rId208"/>
              <a:stretch>
                <a:fillRect/>
              </a:stretch>
            </p:blipFill>
            <p:spPr>
              <a:xfrm>
                <a:off x="9998438" y="2841336"/>
                <a:ext cx="3384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237" name="Ink 236">
                <a:extLst>
                  <a:ext uri="{FF2B5EF4-FFF2-40B4-BE49-F238E27FC236}">
                    <a16:creationId xmlns:a16="http://schemas.microsoft.com/office/drawing/2014/main" id="{3622A104-9B5C-D4FC-B912-BA1459631547}"/>
                  </a:ext>
                </a:extLst>
              </p14:cNvPr>
              <p14:cNvContentPartPr/>
              <p14:nvPr/>
            </p14:nvContentPartPr>
            <p14:xfrm>
              <a:off x="9914918" y="2762496"/>
              <a:ext cx="200160" cy="55440"/>
            </p14:xfrm>
          </p:contentPart>
        </mc:Choice>
        <mc:Fallback>
          <p:pic>
            <p:nvPicPr>
              <p:cNvPr id="237" name="Ink 236">
                <a:extLst>
                  <a:ext uri="{FF2B5EF4-FFF2-40B4-BE49-F238E27FC236}">
                    <a16:creationId xmlns:a16="http://schemas.microsoft.com/office/drawing/2014/main" id="{3622A104-9B5C-D4FC-B912-BA1459631547}"/>
                  </a:ext>
                </a:extLst>
              </p:cNvPr>
              <p:cNvPicPr/>
              <p:nvPr/>
            </p:nvPicPr>
            <p:blipFill>
              <a:blip r:embed="rId210"/>
              <a:stretch>
                <a:fillRect/>
              </a:stretch>
            </p:blipFill>
            <p:spPr>
              <a:xfrm>
                <a:off x="9910598" y="2758176"/>
                <a:ext cx="20880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238" name="Ink 237">
                <a:extLst>
                  <a:ext uri="{FF2B5EF4-FFF2-40B4-BE49-F238E27FC236}">
                    <a16:creationId xmlns:a16="http://schemas.microsoft.com/office/drawing/2014/main" id="{2FB76509-87DA-CEA5-BFFB-2B52C57FB19A}"/>
                  </a:ext>
                </a:extLst>
              </p14:cNvPr>
              <p14:cNvContentPartPr/>
              <p14:nvPr/>
            </p14:nvContentPartPr>
            <p14:xfrm>
              <a:off x="9912398" y="2920896"/>
              <a:ext cx="184680" cy="52920"/>
            </p14:xfrm>
          </p:contentPart>
        </mc:Choice>
        <mc:Fallback>
          <p:pic>
            <p:nvPicPr>
              <p:cNvPr id="238" name="Ink 237">
                <a:extLst>
                  <a:ext uri="{FF2B5EF4-FFF2-40B4-BE49-F238E27FC236}">
                    <a16:creationId xmlns:a16="http://schemas.microsoft.com/office/drawing/2014/main" id="{2FB76509-87DA-CEA5-BFFB-2B52C57FB19A}"/>
                  </a:ext>
                </a:extLst>
              </p:cNvPr>
              <p:cNvPicPr/>
              <p:nvPr/>
            </p:nvPicPr>
            <p:blipFill>
              <a:blip r:embed="rId212"/>
              <a:stretch>
                <a:fillRect/>
              </a:stretch>
            </p:blipFill>
            <p:spPr>
              <a:xfrm>
                <a:off x="9908078" y="2916576"/>
                <a:ext cx="19332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239" name="Ink 238">
                <a:extLst>
                  <a:ext uri="{FF2B5EF4-FFF2-40B4-BE49-F238E27FC236}">
                    <a16:creationId xmlns:a16="http://schemas.microsoft.com/office/drawing/2014/main" id="{180EB8F0-AC63-9EAD-B395-A3BCB0B9B83E}"/>
                  </a:ext>
                </a:extLst>
              </p14:cNvPr>
              <p14:cNvContentPartPr/>
              <p14:nvPr/>
            </p14:nvContentPartPr>
            <p14:xfrm>
              <a:off x="9617198" y="2615256"/>
              <a:ext cx="315000" cy="31320"/>
            </p14:xfrm>
          </p:contentPart>
        </mc:Choice>
        <mc:Fallback>
          <p:pic>
            <p:nvPicPr>
              <p:cNvPr id="239" name="Ink 238">
                <a:extLst>
                  <a:ext uri="{FF2B5EF4-FFF2-40B4-BE49-F238E27FC236}">
                    <a16:creationId xmlns:a16="http://schemas.microsoft.com/office/drawing/2014/main" id="{180EB8F0-AC63-9EAD-B395-A3BCB0B9B83E}"/>
                  </a:ext>
                </a:extLst>
              </p:cNvPr>
              <p:cNvPicPr/>
              <p:nvPr/>
            </p:nvPicPr>
            <p:blipFill>
              <a:blip r:embed="rId214"/>
              <a:stretch>
                <a:fillRect/>
              </a:stretch>
            </p:blipFill>
            <p:spPr>
              <a:xfrm>
                <a:off x="9612878" y="2610936"/>
                <a:ext cx="32364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240" name="Ink 239">
                <a:extLst>
                  <a:ext uri="{FF2B5EF4-FFF2-40B4-BE49-F238E27FC236}">
                    <a16:creationId xmlns:a16="http://schemas.microsoft.com/office/drawing/2014/main" id="{A8CFCEE0-4308-D4D1-B656-EFF8A5FD4838}"/>
                  </a:ext>
                </a:extLst>
              </p14:cNvPr>
              <p14:cNvContentPartPr/>
              <p14:nvPr/>
            </p14:nvContentPartPr>
            <p14:xfrm>
              <a:off x="9825998" y="3142656"/>
              <a:ext cx="10080" cy="31680"/>
            </p14:xfrm>
          </p:contentPart>
        </mc:Choice>
        <mc:Fallback>
          <p:pic>
            <p:nvPicPr>
              <p:cNvPr id="240" name="Ink 239">
                <a:extLst>
                  <a:ext uri="{FF2B5EF4-FFF2-40B4-BE49-F238E27FC236}">
                    <a16:creationId xmlns:a16="http://schemas.microsoft.com/office/drawing/2014/main" id="{A8CFCEE0-4308-D4D1-B656-EFF8A5FD4838}"/>
                  </a:ext>
                </a:extLst>
              </p:cNvPr>
              <p:cNvPicPr/>
              <p:nvPr/>
            </p:nvPicPr>
            <p:blipFill>
              <a:blip r:embed="rId216"/>
              <a:stretch>
                <a:fillRect/>
              </a:stretch>
            </p:blipFill>
            <p:spPr>
              <a:xfrm>
                <a:off x="9821678" y="3138336"/>
                <a:ext cx="1872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241" name="Ink 240">
                <a:extLst>
                  <a:ext uri="{FF2B5EF4-FFF2-40B4-BE49-F238E27FC236}">
                    <a16:creationId xmlns:a16="http://schemas.microsoft.com/office/drawing/2014/main" id="{7D913F13-0935-91F9-0411-98BEA3FD55E8}"/>
                  </a:ext>
                </a:extLst>
              </p14:cNvPr>
              <p14:cNvContentPartPr/>
              <p14:nvPr/>
            </p14:nvContentPartPr>
            <p14:xfrm>
              <a:off x="9819878" y="3402936"/>
              <a:ext cx="21240" cy="6480"/>
            </p14:xfrm>
          </p:contentPart>
        </mc:Choice>
        <mc:Fallback>
          <p:pic>
            <p:nvPicPr>
              <p:cNvPr id="241" name="Ink 240">
                <a:extLst>
                  <a:ext uri="{FF2B5EF4-FFF2-40B4-BE49-F238E27FC236}">
                    <a16:creationId xmlns:a16="http://schemas.microsoft.com/office/drawing/2014/main" id="{7D913F13-0935-91F9-0411-98BEA3FD55E8}"/>
                  </a:ext>
                </a:extLst>
              </p:cNvPr>
              <p:cNvPicPr/>
              <p:nvPr/>
            </p:nvPicPr>
            <p:blipFill>
              <a:blip r:embed="rId218"/>
              <a:stretch>
                <a:fillRect/>
              </a:stretch>
            </p:blipFill>
            <p:spPr>
              <a:xfrm>
                <a:off x="9815558" y="3398616"/>
                <a:ext cx="29880" cy="1512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242" name="Ink 241">
                <a:extLst>
                  <a:ext uri="{FF2B5EF4-FFF2-40B4-BE49-F238E27FC236}">
                    <a16:creationId xmlns:a16="http://schemas.microsoft.com/office/drawing/2014/main" id="{730318DB-9148-F54D-C776-9AE333D54493}"/>
                  </a:ext>
                </a:extLst>
              </p14:cNvPr>
              <p14:cNvContentPartPr/>
              <p14:nvPr/>
            </p14:nvContentPartPr>
            <p14:xfrm>
              <a:off x="9852638" y="3533976"/>
              <a:ext cx="360" cy="360"/>
            </p14:xfrm>
          </p:contentPart>
        </mc:Choice>
        <mc:Fallback>
          <p:pic>
            <p:nvPicPr>
              <p:cNvPr id="242" name="Ink 241">
                <a:extLst>
                  <a:ext uri="{FF2B5EF4-FFF2-40B4-BE49-F238E27FC236}">
                    <a16:creationId xmlns:a16="http://schemas.microsoft.com/office/drawing/2014/main" id="{730318DB-9148-F54D-C776-9AE333D54493}"/>
                  </a:ext>
                </a:extLst>
              </p:cNvPr>
              <p:cNvPicPr/>
              <p:nvPr/>
            </p:nvPicPr>
            <p:blipFill>
              <a:blip r:embed="rId79"/>
              <a:stretch>
                <a:fillRect/>
              </a:stretch>
            </p:blipFill>
            <p:spPr>
              <a:xfrm>
                <a:off x="9848318" y="352965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243" name="Ink 242">
                <a:extLst>
                  <a:ext uri="{FF2B5EF4-FFF2-40B4-BE49-F238E27FC236}">
                    <a16:creationId xmlns:a16="http://schemas.microsoft.com/office/drawing/2014/main" id="{5076F64C-F38E-A4C3-D8BB-FC6D7AE2E6F5}"/>
                  </a:ext>
                </a:extLst>
              </p14:cNvPr>
              <p14:cNvContentPartPr/>
              <p14:nvPr/>
            </p14:nvContentPartPr>
            <p14:xfrm>
              <a:off x="9711518" y="3714696"/>
              <a:ext cx="213480" cy="182880"/>
            </p14:xfrm>
          </p:contentPart>
        </mc:Choice>
        <mc:Fallback>
          <p:pic>
            <p:nvPicPr>
              <p:cNvPr id="243" name="Ink 242">
                <a:extLst>
                  <a:ext uri="{FF2B5EF4-FFF2-40B4-BE49-F238E27FC236}">
                    <a16:creationId xmlns:a16="http://schemas.microsoft.com/office/drawing/2014/main" id="{5076F64C-F38E-A4C3-D8BB-FC6D7AE2E6F5}"/>
                  </a:ext>
                </a:extLst>
              </p:cNvPr>
              <p:cNvPicPr/>
              <p:nvPr/>
            </p:nvPicPr>
            <p:blipFill>
              <a:blip r:embed="rId221"/>
              <a:stretch>
                <a:fillRect/>
              </a:stretch>
            </p:blipFill>
            <p:spPr>
              <a:xfrm>
                <a:off x="9707198" y="3710376"/>
                <a:ext cx="22212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245" name="Ink 244">
                <a:extLst>
                  <a:ext uri="{FF2B5EF4-FFF2-40B4-BE49-F238E27FC236}">
                    <a16:creationId xmlns:a16="http://schemas.microsoft.com/office/drawing/2014/main" id="{325BB2FF-6C5B-38B1-4130-4BA29A245AFC}"/>
                  </a:ext>
                </a:extLst>
              </p14:cNvPr>
              <p14:cNvContentPartPr/>
              <p14:nvPr/>
            </p14:nvContentPartPr>
            <p14:xfrm>
              <a:off x="9609998" y="3635496"/>
              <a:ext cx="379440" cy="49680"/>
            </p14:xfrm>
          </p:contentPart>
        </mc:Choice>
        <mc:Fallback>
          <p:pic>
            <p:nvPicPr>
              <p:cNvPr id="245" name="Ink 244">
                <a:extLst>
                  <a:ext uri="{FF2B5EF4-FFF2-40B4-BE49-F238E27FC236}">
                    <a16:creationId xmlns:a16="http://schemas.microsoft.com/office/drawing/2014/main" id="{325BB2FF-6C5B-38B1-4130-4BA29A245AFC}"/>
                  </a:ext>
                </a:extLst>
              </p:cNvPr>
              <p:cNvPicPr/>
              <p:nvPr/>
            </p:nvPicPr>
            <p:blipFill>
              <a:blip r:embed="rId223"/>
              <a:stretch>
                <a:fillRect/>
              </a:stretch>
            </p:blipFill>
            <p:spPr>
              <a:xfrm>
                <a:off x="9605678" y="3631176"/>
                <a:ext cx="388080" cy="5832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248" name="Ink 247">
                <a:extLst>
                  <a:ext uri="{FF2B5EF4-FFF2-40B4-BE49-F238E27FC236}">
                    <a16:creationId xmlns:a16="http://schemas.microsoft.com/office/drawing/2014/main" id="{AF186370-AF0D-5E34-B07E-59E0792C3921}"/>
                  </a:ext>
                </a:extLst>
              </p14:cNvPr>
              <p14:cNvContentPartPr/>
              <p14:nvPr/>
            </p14:nvContentPartPr>
            <p14:xfrm>
              <a:off x="10122638" y="3875976"/>
              <a:ext cx="84240" cy="130680"/>
            </p14:xfrm>
          </p:contentPart>
        </mc:Choice>
        <mc:Fallback>
          <p:pic>
            <p:nvPicPr>
              <p:cNvPr id="248" name="Ink 247">
                <a:extLst>
                  <a:ext uri="{FF2B5EF4-FFF2-40B4-BE49-F238E27FC236}">
                    <a16:creationId xmlns:a16="http://schemas.microsoft.com/office/drawing/2014/main" id="{AF186370-AF0D-5E34-B07E-59E0792C3921}"/>
                  </a:ext>
                </a:extLst>
              </p:cNvPr>
              <p:cNvPicPr/>
              <p:nvPr/>
            </p:nvPicPr>
            <p:blipFill>
              <a:blip r:embed="rId225"/>
              <a:stretch>
                <a:fillRect/>
              </a:stretch>
            </p:blipFill>
            <p:spPr>
              <a:xfrm>
                <a:off x="10118318" y="3871656"/>
                <a:ext cx="9288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249" name="Ink 248">
                <a:extLst>
                  <a:ext uri="{FF2B5EF4-FFF2-40B4-BE49-F238E27FC236}">
                    <a16:creationId xmlns:a16="http://schemas.microsoft.com/office/drawing/2014/main" id="{E6C019A1-7AB7-04C4-7B28-0193FBB06A26}"/>
                  </a:ext>
                </a:extLst>
              </p14:cNvPr>
              <p14:cNvContentPartPr/>
              <p14:nvPr/>
            </p14:nvContentPartPr>
            <p14:xfrm>
              <a:off x="10117238" y="3915216"/>
              <a:ext cx="119880" cy="63360"/>
            </p14:xfrm>
          </p:contentPart>
        </mc:Choice>
        <mc:Fallback>
          <p:pic>
            <p:nvPicPr>
              <p:cNvPr id="249" name="Ink 248">
                <a:extLst>
                  <a:ext uri="{FF2B5EF4-FFF2-40B4-BE49-F238E27FC236}">
                    <a16:creationId xmlns:a16="http://schemas.microsoft.com/office/drawing/2014/main" id="{E6C019A1-7AB7-04C4-7B28-0193FBB06A26}"/>
                  </a:ext>
                </a:extLst>
              </p:cNvPr>
              <p:cNvPicPr/>
              <p:nvPr/>
            </p:nvPicPr>
            <p:blipFill>
              <a:blip r:embed="rId227"/>
              <a:stretch>
                <a:fillRect/>
              </a:stretch>
            </p:blipFill>
            <p:spPr>
              <a:xfrm>
                <a:off x="10112918" y="3910896"/>
                <a:ext cx="12852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97" name="Ink 196">
                <a:extLst>
                  <a:ext uri="{FF2B5EF4-FFF2-40B4-BE49-F238E27FC236}">
                    <a16:creationId xmlns:a16="http://schemas.microsoft.com/office/drawing/2014/main" id="{0829ABF2-2E1B-4B0C-F9DF-1A1C60A2D661}"/>
                  </a:ext>
                </a:extLst>
              </p14:cNvPr>
              <p14:cNvContentPartPr/>
              <p14:nvPr/>
            </p14:nvContentPartPr>
            <p14:xfrm>
              <a:off x="5325998" y="3356856"/>
              <a:ext cx="16920" cy="15840"/>
            </p14:xfrm>
          </p:contentPart>
        </mc:Choice>
        <mc:Fallback>
          <p:pic>
            <p:nvPicPr>
              <p:cNvPr id="197" name="Ink 196">
                <a:extLst>
                  <a:ext uri="{FF2B5EF4-FFF2-40B4-BE49-F238E27FC236}">
                    <a16:creationId xmlns:a16="http://schemas.microsoft.com/office/drawing/2014/main" id="{0829ABF2-2E1B-4B0C-F9DF-1A1C60A2D661}"/>
                  </a:ext>
                </a:extLst>
              </p:cNvPr>
              <p:cNvPicPr/>
              <p:nvPr/>
            </p:nvPicPr>
            <p:blipFill>
              <a:blip r:embed="rId229"/>
              <a:stretch>
                <a:fillRect/>
              </a:stretch>
            </p:blipFill>
            <p:spPr>
              <a:xfrm>
                <a:off x="5321678" y="3352536"/>
                <a:ext cx="2556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97" name="Ink 96">
                <a:extLst>
                  <a:ext uri="{FF2B5EF4-FFF2-40B4-BE49-F238E27FC236}">
                    <a16:creationId xmlns:a16="http://schemas.microsoft.com/office/drawing/2014/main" id="{2B81F5EE-5322-2003-532D-17B1D2F60064}"/>
                  </a:ext>
                </a:extLst>
              </p14:cNvPr>
              <p14:cNvContentPartPr/>
              <p14:nvPr/>
            </p14:nvContentPartPr>
            <p14:xfrm>
              <a:off x="4646678" y="2205936"/>
              <a:ext cx="216360" cy="339480"/>
            </p14:xfrm>
          </p:contentPart>
        </mc:Choice>
        <mc:Fallback>
          <p:pic>
            <p:nvPicPr>
              <p:cNvPr id="97" name="Ink 96">
                <a:extLst>
                  <a:ext uri="{FF2B5EF4-FFF2-40B4-BE49-F238E27FC236}">
                    <a16:creationId xmlns:a16="http://schemas.microsoft.com/office/drawing/2014/main" id="{2B81F5EE-5322-2003-532D-17B1D2F60064}"/>
                  </a:ext>
                </a:extLst>
              </p:cNvPr>
              <p:cNvPicPr/>
              <p:nvPr/>
            </p:nvPicPr>
            <p:blipFill>
              <a:blip r:embed="rId231"/>
              <a:stretch>
                <a:fillRect/>
              </a:stretch>
            </p:blipFill>
            <p:spPr>
              <a:xfrm>
                <a:off x="4642358" y="2201616"/>
                <a:ext cx="225000" cy="34812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98" name="Ink 97">
                <a:extLst>
                  <a:ext uri="{FF2B5EF4-FFF2-40B4-BE49-F238E27FC236}">
                    <a16:creationId xmlns:a16="http://schemas.microsoft.com/office/drawing/2014/main" id="{A5797D91-88D4-095D-DFB5-567E9D479D40}"/>
                  </a:ext>
                </a:extLst>
              </p14:cNvPr>
              <p14:cNvContentPartPr/>
              <p14:nvPr/>
            </p14:nvContentPartPr>
            <p14:xfrm>
              <a:off x="4847558" y="2330856"/>
              <a:ext cx="139320" cy="112320"/>
            </p14:xfrm>
          </p:contentPart>
        </mc:Choice>
        <mc:Fallback>
          <p:pic>
            <p:nvPicPr>
              <p:cNvPr id="98" name="Ink 97">
                <a:extLst>
                  <a:ext uri="{FF2B5EF4-FFF2-40B4-BE49-F238E27FC236}">
                    <a16:creationId xmlns:a16="http://schemas.microsoft.com/office/drawing/2014/main" id="{A5797D91-88D4-095D-DFB5-567E9D479D40}"/>
                  </a:ext>
                </a:extLst>
              </p:cNvPr>
              <p:cNvPicPr/>
              <p:nvPr/>
            </p:nvPicPr>
            <p:blipFill>
              <a:blip r:embed="rId233"/>
              <a:stretch>
                <a:fillRect/>
              </a:stretch>
            </p:blipFill>
            <p:spPr>
              <a:xfrm>
                <a:off x="4843238" y="2326536"/>
                <a:ext cx="147960" cy="12096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99" name="Ink 98">
                <a:extLst>
                  <a:ext uri="{FF2B5EF4-FFF2-40B4-BE49-F238E27FC236}">
                    <a16:creationId xmlns:a16="http://schemas.microsoft.com/office/drawing/2014/main" id="{505402F4-C87A-E2CD-1360-BCE31ED4CF65}"/>
                  </a:ext>
                </a:extLst>
              </p14:cNvPr>
              <p14:cNvContentPartPr/>
              <p14:nvPr/>
            </p14:nvContentPartPr>
            <p14:xfrm>
              <a:off x="4981118" y="2330136"/>
              <a:ext cx="170640" cy="68760"/>
            </p14:xfrm>
          </p:contentPart>
        </mc:Choice>
        <mc:Fallback>
          <p:pic>
            <p:nvPicPr>
              <p:cNvPr id="99" name="Ink 98">
                <a:extLst>
                  <a:ext uri="{FF2B5EF4-FFF2-40B4-BE49-F238E27FC236}">
                    <a16:creationId xmlns:a16="http://schemas.microsoft.com/office/drawing/2014/main" id="{505402F4-C87A-E2CD-1360-BCE31ED4CF65}"/>
                  </a:ext>
                </a:extLst>
              </p:cNvPr>
              <p:cNvPicPr/>
              <p:nvPr/>
            </p:nvPicPr>
            <p:blipFill>
              <a:blip r:embed="rId235"/>
              <a:stretch>
                <a:fillRect/>
              </a:stretch>
            </p:blipFill>
            <p:spPr>
              <a:xfrm>
                <a:off x="4976798" y="2325816"/>
                <a:ext cx="179280" cy="7740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00" name="Ink 99">
                <a:extLst>
                  <a:ext uri="{FF2B5EF4-FFF2-40B4-BE49-F238E27FC236}">
                    <a16:creationId xmlns:a16="http://schemas.microsoft.com/office/drawing/2014/main" id="{9E4510BB-4645-4F82-D506-5DEB748ED9F1}"/>
                  </a:ext>
                </a:extLst>
              </p14:cNvPr>
              <p14:cNvContentPartPr/>
              <p14:nvPr/>
            </p14:nvContentPartPr>
            <p14:xfrm>
              <a:off x="5167238" y="2260656"/>
              <a:ext cx="85320" cy="220680"/>
            </p14:xfrm>
          </p:contentPart>
        </mc:Choice>
        <mc:Fallback>
          <p:pic>
            <p:nvPicPr>
              <p:cNvPr id="100" name="Ink 99">
                <a:extLst>
                  <a:ext uri="{FF2B5EF4-FFF2-40B4-BE49-F238E27FC236}">
                    <a16:creationId xmlns:a16="http://schemas.microsoft.com/office/drawing/2014/main" id="{9E4510BB-4645-4F82-D506-5DEB748ED9F1}"/>
                  </a:ext>
                </a:extLst>
              </p:cNvPr>
              <p:cNvPicPr/>
              <p:nvPr/>
            </p:nvPicPr>
            <p:blipFill>
              <a:blip r:embed="rId237"/>
              <a:stretch>
                <a:fillRect/>
              </a:stretch>
            </p:blipFill>
            <p:spPr>
              <a:xfrm>
                <a:off x="5162918" y="2256336"/>
                <a:ext cx="9396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01" name="Ink 100">
                <a:extLst>
                  <a:ext uri="{FF2B5EF4-FFF2-40B4-BE49-F238E27FC236}">
                    <a16:creationId xmlns:a16="http://schemas.microsoft.com/office/drawing/2014/main" id="{E16EB12B-B9AC-1226-9B4C-E594415807DA}"/>
                  </a:ext>
                </a:extLst>
              </p14:cNvPr>
              <p14:cNvContentPartPr/>
              <p14:nvPr/>
            </p14:nvContentPartPr>
            <p14:xfrm>
              <a:off x="5242118" y="2185056"/>
              <a:ext cx="56160" cy="142920"/>
            </p14:xfrm>
          </p:contentPart>
        </mc:Choice>
        <mc:Fallback>
          <p:pic>
            <p:nvPicPr>
              <p:cNvPr id="101" name="Ink 100">
                <a:extLst>
                  <a:ext uri="{FF2B5EF4-FFF2-40B4-BE49-F238E27FC236}">
                    <a16:creationId xmlns:a16="http://schemas.microsoft.com/office/drawing/2014/main" id="{E16EB12B-B9AC-1226-9B4C-E594415807DA}"/>
                  </a:ext>
                </a:extLst>
              </p:cNvPr>
              <p:cNvPicPr/>
              <p:nvPr/>
            </p:nvPicPr>
            <p:blipFill>
              <a:blip r:embed="rId239"/>
              <a:stretch>
                <a:fillRect/>
              </a:stretch>
            </p:blipFill>
            <p:spPr>
              <a:xfrm>
                <a:off x="5237798" y="2180736"/>
                <a:ext cx="6480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02" name="Ink 101">
                <a:extLst>
                  <a:ext uri="{FF2B5EF4-FFF2-40B4-BE49-F238E27FC236}">
                    <a16:creationId xmlns:a16="http://schemas.microsoft.com/office/drawing/2014/main" id="{FE18D734-6B90-B6F2-C88C-93758709BFE6}"/>
                  </a:ext>
                </a:extLst>
              </p14:cNvPr>
              <p14:cNvContentPartPr/>
              <p14:nvPr/>
            </p14:nvContentPartPr>
            <p14:xfrm>
              <a:off x="5333918" y="2234376"/>
              <a:ext cx="91080" cy="90720"/>
            </p14:xfrm>
          </p:contentPart>
        </mc:Choice>
        <mc:Fallback>
          <p:pic>
            <p:nvPicPr>
              <p:cNvPr id="102" name="Ink 101">
                <a:extLst>
                  <a:ext uri="{FF2B5EF4-FFF2-40B4-BE49-F238E27FC236}">
                    <a16:creationId xmlns:a16="http://schemas.microsoft.com/office/drawing/2014/main" id="{FE18D734-6B90-B6F2-C88C-93758709BFE6}"/>
                  </a:ext>
                </a:extLst>
              </p:cNvPr>
              <p:cNvPicPr/>
              <p:nvPr/>
            </p:nvPicPr>
            <p:blipFill>
              <a:blip r:embed="rId241"/>
              <a:stretch>
                <a:fillRect/>
              </a:stretch>
            </p:blipFill>
            <p:spPr>
              <a:xfrm>
                <a:off x="5329598" y="2230056"/>
                <a:ext cx="99720" cy="9936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03" name="Ink 102">
                <a:extLst>
                  <a:ext uri="{FF2B5EF4-FFF2-40B4-BE49-F238E27FC236}">
                    <a16:creationId xmlns:a16="http://schemas.microsoft.com/office/drawing/2014/main" id="{775C528C-E08D-D629-11E5-904E43CC9E9E}"/>
                  </a:ext>
                </a:extLst>
              </p14:cNvPr>
              <p14:cNvContentPartPr/>
              <p14:nvPr/>
            </p14:nvContentPartPr>
            <p14:xfrm>
              <a:off x="5514278" y="2136816"/>
              <a:ext cx="28080" cy="159480"/>
            </p14:xfrm>
          </p:contentPart>
        </mc:Choice>
        <mc:Fallback>
          <p:pic>
            <p:nvPicPr>
              <p:cNvPr id="103" name="Ink 102">
                <a:extLst>
                  <a:ext uri="{FF2B5EF4-FFF2-40B4-BE49-F238E27FC236}">
                    <a16:creationId xmlns:a16="http://schemas.microsoft.com/office/drawing/2014/main" id="{775C528C-E08D-D629-11E5-904E43CC9E9E}"/>
                  </a:ext>
                </a:extLst>
              </p:cNvPr>
              <p:cNvPicPr/>
              <p:nvPr/>
            </p:nvPicPr>
            <p:blipFill>
              <a:blip r:embed="rId243"/>
              <a:stretch>
                <a:fillRect/>
              </a:stretch>
            </p:blipFill>
            <p:spPr>
              <a:xfrm>
                <a:off x="5509958" y="2132496"/>
                <a:ext cx="3672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34" name="Ink 133">
                <a:extLst>
                  <a:ext uri="{FF2B5EF4-FFF2-40B4-BE49-F238E27FC236}">
                    <a16:creationId xmlns:a16="http://schemas.microsoft.com/office/drawing/2014/main" id="{7B89E49E-043D-4518-5A65-42CC3B05E90A}"/>
                  </a:ext>
                </a:extLst>
              </p14:cNvPr>
              <p14:cNvContentPartPr/>
              <p14:nvPr/>
            </p14:nvContentPartPr>
            <p14:xfrm>
              <a:off x="5388638" y="2059056"/>
              <a:ext cx="146880" cy="65880"/>
            </p14:xfrm>
          </p:contentPart>
        </mc:Choice>
        <mc:Fallback>
          <p:pic>
            <p:nvPicPr>
              <p:cNvPr id="134" name="Ink 133">
                <a:extLst>
                  <a:ext uri="{FF2B5EF4-FFF2-40B4-BE49-F238E27FC236}">
                    <a16:creationId xmlns:a16="http://schemas.microsoft.com/office/drawing/2014/main" id="{7B89E49E-043D-4518-5A65-42CC3B05E90A}"/>
                  </a:ext>
                </a:extLst>
              </p:cNvPr>
              <p:cNvPicPr/>
              <p:nvPr/>
            </p:nvPicPr>
            <p:blipFill>
              <a:blip r:embed="rId245"/>
              <a:stretch>
                <a:fillRect/>
              </a:stretch>
            </p:blipFill>
            <p:spPr>
              <a:xfrm>
                <a:off x="5384318" y="2054736"/>
                <a:ext cx="155520" cy="7452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35" name="Ink 134">
                <a:extLst>
                  <a:ext uri="{FF2B5EF4-FFF2-40B4-BE49-F238E27FC236}">
                    <a16:creationId xmlns:a16="http://schemas.microsoft.com/office/drawing/2014/main" id="{823A04AE-4407-F4FF-E242-974A6485744D}"/>
                  </a:ext>
                </a:extLst>
              </p14:cNvPr>
              <p14:cNvContentPartPr/>
              <p14:nvPr/>
            </p14:nvContentPartPr>
            <p14:xfrm>
              <a:off x="5433638" y="2268216"/>
              <a:ext cx="150840" cy="67680"/>
            </p14:xfrm>
          </p:contentPart>
        </mc:Choice>
        <mc:Fallback>
          <p:pic>
            <p:nvPicPr>
              <p:cNvPr id="135" name="Ink 134">
                <a:extLst>
                  <a:ext uri="{FF2B5EF4-FFF2-40B4-BE49-F238E27FC236}">
                    <a16:creationId xmlns:a16="http://schemas.microsoft.com/office/drawing/2014/main" id="{823A04AE-4407-F4FF-E242-974A6485744D}"/>
                  </a:ext>
                </a:extLst>
              </p:cNvPr>
              <p:cNvPicPr/>
              <p:nvPr/>
            </p:nvPicPr>
            <p:blipFill>
              <a:blip r:embed="rId247"/>
              <a:stretch>
                <a:fillRect/>
              </a:stretch>
            </p:blipFill>
            <p:spPr>
              <a:xfrm>
                <a:off x="5429318" y="2263896"/>
                <a:ext cx="15948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05" name="Ink 104">
                <a:extLst>
                  <a:ext uri="{FF2B5EF4-FFF2-40B4-BE49-F238E27FC236}">
                    <a16:creationId xmlns:a16="http://schemas.microsoft.com/office/drawing/2014/main" id="{81A2862A-985B-339C-13F7-B2D58139EE90}"/>
                  </a:ext>
                </a:extLst>
              </p14:cNvPr>
              <p14:cNvContentPartPr/>
              <p14:nvPr/>
            </p14:nvContentPartPr>
            <p14:xfrm>
              <a:off x="5827118" y="2028456"/>
              <a:ext cx="121680" cy="125280"/>
            </p14:xfrm>
          </p:contentPart>
        </mc:Choice>
        <mc:Fallback>
          <p:pic>
            <p:nvPicPr>
              <p:cNvPr id="105" name="Ink 104">
                <a:extLst>
                  <a:ext uri="{FF2B5EF4-FFF2-40B4-BE49-F238E27FC236}">
                    <a16:creationId xmlns:a16="http://schemas.microsoft.com/office/drawing/2014/main" id="{81A2862A-985B-339C-13F7-B2D58139EE90}"/>
                  </a:ext>
                </a:extLst>
              </p:cNvPr>
              <p:cNvPicPr/>
              <p:nvPr/>
            </p:nvPicPr>
            <p:blipFill>
              <a:blip r:embed="rId249"/>
              <a:stretch>
                <a:fillRect/>
              </a:stretch>
            </p:blipFill>
            <p:spPr>
              <a:xfrm>
                <a:off x="5822798" y="2024136"/>
                <a:ext cx="13032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06" name="Ink 105">
                <a:extLst>
                  <a:ext uri="{FF2B5EF4-FFF2-40B4-BE49-F238E27FC236}">
                    <a16:creationId xmlns:a16="http://schemas.microsoft.com/office/drawing/2014/main" id="{1368F7FC-41A8-D08D-CA14-5D05E70FEF6C}"/>
                  </a:ext>
                </a:extLst>
              </p14:cNvPr>
              <p14:cNvContentPartPr/>
              <p14:nvPr/>
            </p14:nvContentPartPr>
            <p14:xfrm>
              <a:off x="5833958" y="1986696"/>
              <a:ext cx="75960" cy="192960"/>
            </p14:xfrm>
          </p:contentPart>
        </mc:Choice>
        <mc:Fallback>
          <p:pic>
            <p:nvPicPr>
              <p:cNvPr id="106" name="Ink 105">
                <a:extLst>
                  <a:ext uri="{FF2B5EF4-FFF2-40B4-BE49-F238E27FC236}">
                    <a16:creationId xmlns:a16="http://schemas.microsoft.com/office/drawing/2014/main" id="{1368F7FC-41A8-D08D-CA14-5D05E70FEF6C}"/>
                  </a:ext>
                </a:extLst>
              </p:cNvPr>
              <p:cNvPicPr/>
              <p:nvPr/>
            </p:nvPicPr>
            <p:blipFill>
              <a:blip r:embed="rId251"/>
              <a:stretch>
                <a:fillRect/>
              </a:stretch>
            </p:blipFill>
            <p:spPr>
              <a:xfrm>
                <a:off x="5829638" y="1982376"/>
                <a:ext cx="84600" cy="20160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07" name="Ink 106">
                <a:extLst>
                  <a:ext uri="{FF2B5EF4-FFF2-40B4-BE49-F238E27FC236}">
                    <a16:creationId xmlns:a16="http://schemas.microsoft.com/office/drawing/2014/main" id="{67B88B63-8465-10CC-350D-FC5D0E47E088}"/>
                  </a:ext>
                </a:extLst>
              </p14:cNvPr>
              <p14:cNvContentPartPr/>
              <p14:nvPr/>
            </p14:nvContentPartPr>
            <p14:xfrm>
              <a:off x="5982638" y="2153016"/>
              <a:ext cx="10800" cy="67680"/>
            </p14:xfrm>
          </p:contentPart>
        </mc:Choice>
        <mc:Fallback>
          <p:pic>
            <p:nvPicPr>
              <p:cNvPr id="107" name="Ink 106">
                <a:extLst>
                  <a:ext uri="{FF2B5EF4-FFF2-40B4-BE49-F238E27FC236}">
                    <a16:creationId xmlns:a16="http://schemas.microsoft.com/office/drawing/2014/main" id="{67B88B63-8465-10CC-350D-FC5D0E47E088}"/>
                  </a:ext>
                </a:extLst>
              </p:cNvPr>
              <p:cNvPicPr/>
              <p:nvPr/>
            </p:nvPicPr>
            <p:blipFill>
              <a:blip r:embed="rId253"/>
              <a:stretch>
                <a:fillRect/>
              </a:stretch>
            </p:blipFill>
            <p:spPr>
              <a:xfrm>
                <a:off x="5978318" y="2148696"/>
                <a:ext cx="1944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08" name="Ink 107">
                <a:extLst>
                  <a:ext uri="{FF2B5EF4-FFF2-40B4-BE49-F238E27FC236}">
                    <a16:creationId xmlns:a16="http://schemas.microsoft.com/office/drawing/2014/main" id="{F4BE80ED-4D7D-8D95-A427-ACA5DA193707}"/>
                  </a:ext>
                </a:extLst>
              </p14:cNvPr>
              <p14:cNvContentPartPr/>
              <p14:nvPr/>
            </p14:nvContentPartPr>
            <p14:xfrm>
              <a:off x="6048518" y="2128536"/>
              <a:ext cx="7920" cy="86400"/>
            </p14:xfrm>
          </p:contentPart>
        </mc:Choice>
        <mc:Fallback>
          <p:pic>
            <p:nvPicPr>
              <p:cNvPr id="108" name="Ink 107">
                <a:extLst>
                  <a:ext uri="{FF2B5EF4-FFF2-40B4-BE49-F238E27FC236}">
                    <a16:creationId xmlns:a16="http://schemas.microsoft.com/office/drawing/2014/main" id="{F4BE80ED-4D7D-8D95-A427-ACA5DA193707}"/>
                  </a:ext>
                </a:extLst>
              </p:cNvPr>
              <p:cNvPicPr/>
              <p:nvPr/>
            </p:nvPicPr>
            <p:blipFill>
              <a:blip r:embed="rId255"/>
              <a:stretch>
                <a:fillRect/>
              </a:stretch>
            </p:blipFill>
            <p:spPr>
              <a:xfrm>
                <a:off x="6044198" y="2124216"/>
                <a:ext cx="1656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09" name="Ink 108">
                <a:extLst>
                  <a:ext uri="{FF2B5EF4-FFF2-40B4-BE49-F238E27FC236}">
                    <a16:creationId xmlns:a16="http://schemas.microsoft.com/office/drawing/2014/main" id="{D4C36432-0B41-A49C-C6E3-140F3A3173CF}"/>
                  </a:ext>
                </a:extLst>
              </p14:cNvPr>
              <p14:cNvContentPartPr/>
              <p14:nvPr/>
            </p14:nvContentPartPr>
            <p14:xfrm>
              <a:off x="6134558" y="2029896"/>
              <a:ext cx="91800" cy="17280"/>
            </p14:xfrm>
          </p:contentPart>
        </mc:Choice>
        <mc:Fallback>
          <p:pic>
            <p:nvPicPr>
              <p:cNvPr id="109" name="Ink 108">
                <a:extLst>
                  <a:ext uri="{FF2B5EF4-FFF2-40B4-BE49-F238E27FC236}">
                    <a16:creationId xmlns:a16="http://schemas.microsoft.com/office/drawing/2014/main" id="{D4C36432-0B41-A49C-C6E3-140F3A3173CF}"/>
                  </a:ext>
                </a:extLst>
              </p:cNvPr>
              <p:cNvPicPr/>
              <p:nvPr/>
            </p:nvPicPr>
            <p:blipFill>
              <a:blip r:embed="rId257"/>
              <a:stretch>
                <a:fillRect/>
              </a:stretch>
            </p:blipFill>
            <p:spPr>
              <a:xfrm>
                <a:off x="6130238" y="2025576"/>
                <a:ext cx="10044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10" name="Ink 109">
                <a:extLst>
                  <a:ext uri="{FF2B5EF4-FFF2-40B4-BE49-F238E27FC236}">
                    <a16:creationId xmlns:a16="http://schemas.microsoft.com/office/drawing/2014/main" id="{579F999A-7BA6-8954-1F48-5BE27824C8A4}"/>
                  </a:ext>
                </a:extLst>
              </p14:cNvPr>
              <p14:cNvContentPartPr/>
              <p14:nvPr/>
            </p14:nvContentPartPr>
            <p14:xfrm>
              <a:off x="6174518" y="1989936"/>
              <a:ext cx="10080" cy="139680"/>
            </p14:xfrm>
          </p:contentPart>
        </mc:Choice>
        <mc:Fallback>
          <p:pic>
            <p:nvPicPr>
              <p:cNvPr id="110" name="Ink 109">
                <a:extLst>
                  <a:ext uri="{FF2B5EF4-FFF2-40B4-BE49-F238E27FC236}">
                    <a16:creationId xmlns:a16="http://schemas.microsoft.com/office/drawing/2014/main" id="{579F999A-7BA6-8954-1F48-5BE27824C8A4}"/>
                  </a:ext>
                </a:extLst>
              </p:cNvPr>
              <p:cNvPicPr/>
              <p:nvPr/>
            </p:nvPicPr>
            <p:blipFill>
              <a:blip r:embed="rId259"/>
              <a:stretch>
                <a:fillRect/>
              </a:stretch>
            </p:blipFill>
            <p:spPr>
              <a:xfrm>
                <a:off x="6170198" y="1985616"/>
                <a:ext cx="1872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11" name="Ink 110">
                <a:extLst>
                  <a:ext uri="{FF2B5EF4-FFF2-40B4-BE49-F238E27FC236}">
                    <a16:creationId xmlns:a16="http://schemas.microsoft.com/office/drawing/2014/main" id="{AC788CF0-3C03-548F-7935-7D922B3420C7}"/>
                  </a:ext>
                </a:extLst>
              </p14:cNvPr>
              <p14:cNvContentPartPr/>
              <p14:nvPr/>
            </p14:nvContentPartPr>
            <p14:xfrm>
              <a:off x="6296918" y="1919376"/>
              <a:ext cx="110520" cy="116640"/>
            </p14:xfrm>
          </p:contentPart>
        </mc:Choice>
        <mc:Fallback>
          <p:pic>
            <p:nvPicPr>
              <p:cNvPr id="111" name="Ink 110">
                <a:extLst>
                  <a:ext uri="{FF2B5EF4-FFF2-40B4-BE49-F238E27FC236}">
                    <a16:creationId xmlns:a16="http://schemas.microsoft.com/office/drawing/2014/main" id="{AC788CF0-3C03-548F-7935-7D922B3420C7}"/>
                  </a:ext>
                </a:extLst>
              </p:cNvPr>
              <p:cNvPicPr/>
              <p:nvPr/>
            </p:nvPicPr>
            <p:blipFill>
              <a:blip r:embed="rId261"/>
              <a:stretch>
                <a:fillRect/>
              </a:stretch>
            </p:blipFill>
            <p:spPr>
              <a:xfrm>
                <a:off x="6292598" y="1915056"/>
                <a:ext cx="11916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12" name="Ink 111">
                <a:extLst>
                  <a:ext uri="{FF2B5EF4-FFF2-40B4-BE49-F238E27FC236}">
                    <a16:creationId xmlns:a16="http://schemas.microsoft.com/office/drawing/2014/main" id="{511A7658-BE2E-CDB0-5300-E74D295300AE}"/>
                  </a:ext>
                </a:extLst>
              </p14:cNvPr>
              <p14:cNvContentPartPr/>
              <p14:nvPr/>
            </p14:nvContentPartPr>
            <p14:xfrm>
              <a:off x="6333998" y="1920816"/>
              <a:ext cx="45360" cy="151920"/>
            </p14:xfrm>
          </p:contentPart>
        </mc:Choice>
        <mc:Fallback>
          <p:pic>
            <p:nvPicPr>
              <p:cNvPr id="112" name="Ink 111">
                <a:extLst>
                  <a:ext uri="{FF2B5EF4-FFF2-40B4-BE49-F238E27FC236}">
                    <a16:creationId xmlns:a16="http://schemas.microsoft.com/office/drawing/2014/main" id="{511A7658-BE2E-CDB0-5300-E74D295300AE}"/>
                  </a:ext>
                </a:extLst>
              </p:cNvPr>
              <p:cNvPicPr/>
              <p:nvPr/>
            </p:nvPicPr>
            <p:blipFill>
              <a:blip r:embed="rId263"/>
              <a:stretch>
                <a:fillRect/>
              </a:stretch>
            </p:blipFill>
            <p:spPr>
              <a:xfrm>
                <a:off x="6329678" y="1916496"/>
                <a:ext cx="5400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13" name="Ink 112">
                <a:extLst>
                  <a:ext uri="{FF2B5EF4-FFF2-40B4-BE49-F238E27FC236}">
                    <a16:creationId xmlns:a16="http://schemas.microsoft.com/office/drawing/2014/main" id="{F85DD618-DA7C-489C-2336-A58CE52E6ABE}"/>
                  </a:ext>
                </a:extLst>
              </p14:cNvPr>
              <p14:cNvContentPartPr/>
              <p14:nvPr/>
            </p14:nvContentPartPr>
            <p14:xfrm>
              <a:off x="6444878" y="2050776"/>
              <a:ext cx="9000" cy="78120"/>
            </p14:xfrm>
          </p:contentPart>
        </mc:Choice>
        <mc:Fallback>
          <p:pic>
            <p:nvPicPr>
              <p:cNvPr id="113" name="Ink 112">
                <a:extLst>
                  <a:ext uri="{FF2B5EF4-FFF2-40B4-BE49-F238E27FC236}">
                    <a16:creationId xmlns:a16="http://schemas.microsoft.com/office/drawing/2014/main" id="{F85DD618-DA7C-489C-2336-A58CE52E6ABE}"/>
                  </a:ext>
                </a:extLst>
              </p:cNvPr>
              <p:cNvPicPr/>
              <p:nvPr/>
            </p:nvPicPr>
            <p:blipFill>
              <a:blip r:embed="rId265"/>
              <a:stretch>
                <a:fillRect/>
              </a:stretch>
            </p:blipFill>
            <p:spPr>
              <a:xfrm>
                <a:off x="6440558" y="2046456"/>
                <a:ext cx="17640" cy="8676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14" name="Ink 113">
                <a:extLst>
                  <a:ext uri="{FF2B5EF4-FFF2-40B4-BE49-F238E27FC236}">
                    <a16:creationId xmlns:a16="http://schemas.microsoft.com/office/drawing/2014/main" id="{E908F70A-2F3D-DF80-C12C-B19581519DFF}"/>
                  </a:ext>
                </a:extLst>
              </p14:cNvPr>
              <p14:cNvContentPartPr/>
              <p14:nvPr/>
            </p14:nvContentPartPr>
            <p14:xfrm>
              <a:off x="6494558" y="2044656"/>
              <a:ext cx="113040" cy="84960"/>
            </p14:xfrm>
          </p:contentPart>
        </mc:Choice>
        <mc:Fallback>
          <p:pic>
            <p:nvPicPr>
              <p:cNvPr id="114" name="Ink 113">
                <a:extLst>
                  <a:ext uri="{FF2B5EF4-FFF2-40B4-BE49-F238E27FC236}">
                    <a16:creationId xmlns:a16="http://schemas.microsoft.com/office/drawing/2014/main" id="{E908F70A-2F3D-DF80-C12C-B19581519DFF}"/>
                  </a:ext>
                </a:extLst>
              </p:cNvPr>
              <p:cNvPicPr/>
              <p:nvPr/>
            </p:nvPicPr>
            <p:blipFill>
              <a:blip r:embed="rId267"/>
              <a:stretch>
                <a:fillRect/>
              </a:stretch>
            </p:blipFill>
            <p:spPr>
              <a:xfrm>
                <a:off x="6490238" y="2040336"/>
                <a:ext cx="121680" cy="9360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15" name="Ink 114">
                <a:extLst>
                  <a:ext uri="{FF2B5EF4-FFF2-40B4-BE49-F238E27FC236}">
                    <a16:creationId xmlns:a16="http://schemas.microsoft.com/office/drawing/2014/main" id="{ADCA4AD2-43D8-DC1C-C94F-D8CCC98B8DFB}"/>
                  </a:ext>
                </a:extLst>
              </p14:cNvPr>
              <p14:cNvContentPartPr/>
              <p14:nvPr/>
            </p14:nvContentPartPr>
            <p14:xfrm>
              <a:off x="6581678" y="1941336"/>
              <a:ext cx="119160" cy="33480"/>
            </p14:xfrm>
          </p:contentPart>
        </mc:Choice>
        <mc:Fallback>
          <p:pic>
            <p:nvPicPr>
              <p:cNvPr id="115" name="Ink 114">
                <a:extLst>
                  <a:ext uri="{FF2B5EF4-FFF2-40B4-BE49-F238E27FC236}">
                    <a16:creationId xmlns:a16="http://schemas.microsoft.com/office/drawing/2014/main" id="{ADCA4AD2-43D8-DC1C-C94F-D8CCC98B8DFB}"/>
                  </a:ext>
                </a:extLst>
              </p:cNvPr>
              <p:cNvPicPr/>
              <p:nvPr/>
            </p:nvPicPr>
            <p:blipFill>
              <a:blip r:embed="rId269"/>
              <a:stretch>
                <a:fillRect/>
              </a:stretch>
            </p:blipFill>
            <p:spPr>
              <a:xfrm>
                <a:off x="6577358" y="1937016"/>
                <a:ext cx="12780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16" name="Ink 115">
                <a:extLst>
                  <a:ext uri="{FF2B5EF4-FFF2-40B4-BE49-F238E27FC236}">
                    <a16:creationId xmlns:a16="http://schemas.microsoft.com/office/drawing/2014/main" id="{74712A29-0C02-DBA7-5155-1A827E7F0708}"/>
                  </a:ext>
                </a:extLst>
              </p14:cNvPr>
              <p14:cNvContentPartPr/>
              <p14:nvPr/>
            </p14:nvContentPartPr>
            <p14:xfrm>
              <a:off x="6624878" y="1915056"/>
              <a:ext cx="27360" cy="94320"/>
            </p14:xfrm>
          </p:contentPart>
        </mc:Choice>
        <mc:Fallback>
          <p:pic>
            <p:nvPicPr>
              <p:cNvPr id="116" name="Ink 115">
                <a:extLst>
                  <a:ext uri="{FF2B5EF4-FFF2-40B4-BE49-F238E27FC236}">
                    <a16:creationId xmlns:a16="http://schemas.microsoft.com/office/drawing/2014/main" id="{74712A29-0C02-DBA7-5155-1A827E7F0708}"/>
                  </a:ext>
                </a:extLst>
              </p:cNvPr>
              <p:cNvPicPr/>
              <p:nvPr/>
            </p:nvPicPr>
            <p:blipFill>
              <a:blip r:embed="rId271"/>
              <a:stretch>
                <a:fillRect/>
              </a:stretch>
            </p:blipFill>
            <p:spPr>
              <a:xfrm>
                <a:off x="6620558" y="1910736"/>
                <a:ext cx="3600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17" name="Ink 116">
                <a:extLst>
                  <a:ext uri="{FF2B5EF4-FFF2-40B4-BE49-F238E27FC236}">
                    <a16:creationId xmlns:a16="http://schemas.microsoft.com/office/drawing/2014/main" id="{9435C4F7-EA1D-A2F3-A721-282096B1EC4C}"/>
                  </a:ext>
                </a:extLst>
              </p14:cNvPr>
              <p14:cNvContentPartPr/>
              <p14:nvPr/>
            </p14:nvContentPartPr>
            <p14:xfrm>
              <a:off x="6787598" y="1933416"/>
              <a:ext cx="1080" cy="10080"/>
            </p14:xfrm>
          </p:contentPart>
        </mc:Choice>
        <mc:Fallback>
          <p:pic>
            <p:nvPicPr>
              <p:cNvPr id="117" name="Ink 116">
                <a:extLst>
                  <a:ext uri="{FF2B5EF4-FFF2-40B4-BE49-F238E27FC236}">
                    <a16:creationId xmlns:a16="http://schemas.microsoft.com/office/drawing/2014/main" id="{9435C4F7-EA1D-A2F3-A721-282096B1EC4C}"/>
                  </a:ext>
                </a:extLst>
              </p:cNvPr>
              <p:cNvPicPr/>
              <p:nvPr/>
            </p:nvPicPr>
            <p:blipFill>
              <a:blip r:embed="rId273"/>
              <a:stretch>
                <a:fillRect/>
              </a:stretch>
            </p:blipFill>
            <p:spPr>
              <a:xfrm>
                <a:off x="6783278" y="1929096"/>
                <a:ext cx="972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18" name="Ink 117">
                <a:extLst>
                  <a:ext uri="{FF2B5EF4-FFF2-40B4-BE49-F238E27FC236}">
                    <a16:creationId xmlns:a16="http://schemas.microsoft.com/office/drawing/2014/main" id="{F72C79B1-5742-F87F-BF12-60D4AFFB443F}"/>
                  </a:ext>
                </a:extLst>
              </p14:cNvPr>
              <p14:cNvContentPartPr/>
              <p14:nvPr/>
            </p14:nvContentPartPr>
            <p14:xfrm>
              <a:off x="6865718" y="1928736"/>
              <a:ext cx="13320" cy="2160"/>
            </p14:xfrm>
          </p:contentPart>
        </mc:Choice>
        <mc:Fallback>
          <p:pic>
            <p:nvPicPr>
              <p:cNvPr id="118" name="Ink 117">
                <a:extLst>
                  <a:ext uri="{FF2B5EF4-FFF2-40B4-BE49-F238E27FC236}">
                    <a16:creationId xmlns:a16="http://schemas.microsoft.com/office/drawing/2014/main" id="{F72C79B1-5742-F87F-BF12-60D4AFFB443F}"/>
                  </a:ext>
                </a:extLst>
              </p:cNvPr>
              <p:cNvPicPr/>
              <p:nvPr/>
            </p:nvPicPr>
            <p:blipFill>
              <a:blip r:embed="rId275"/>
              <a:stretch>
                <a:fillRect/>
              </a:stretch>
            </p:blipFill>
            <p:spPr>
              <a:xfrm>
                <a:off x="6861398" y="1924416"/>
                <a:ext cx="21960" cy="1080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19" name="Ink 118">
                <a:extLst>
                  <a:ext uri="{FF2B5EF4-FFF2-40B4-BE49-F238E27FC236}">
                    <a16:creationId xmlns:a16="http://schemas.microsoft.com/office/drawing/2014/main" id="{9F9070EB-6067-3A72-98AA-74B909986B9D}"/>
                  </a:ext>
                </a:extLst>
              </p14:cNvPr>
              <p14:cNvContentPartPr/>
              <p14:nvPr/>
            </p14:nvContentPartPr>
            <p14:xfrm>
              <a:off x="6951758" y="1908936"/>
              <a:ext cx="6840" cy="2160"/>
            </p14:xfrm>
          </p:contentPart>
        </mc:Choice>
        <mc:Fallback>
          <p:pic>
            <p:nvPicPr>
              <p:cNvPr id="119" name="Ink 118">
                <a:extLst>
                  <a:ext uri="{FF2B5EF4-FFF2-40B4-BE49-F238E27FC236}">
                    <a16:creationId xmlns:a16="http://schemas.microsoft.com/office/drawing/2014/main" id="{9F9070EB-6067-3A72-98AA-74B909986B9D}"/>
                  </a:ext>
                </a:extLst>
              </p:cNvPr>
              <p:cNvPicPr/>
              <p:nvPr/>
            </p:nvPicPr>
            <p:blipFill>
              <a:blip r:embed="rId277"/>
              <a:stretch>
                <a:fillRect/>
              </a:stretch>
            </p:blipFill>
            <p:spPr>
              <a:xfrm>
                <a:off x="6947438" y="1904616"/>
                <a:ext cx="15480" cy="1080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20" name="Ink 119">
                <a:extLst>
                  <a:ext uri="{FF2B5EF4-FFF2-40B4-BE49-F238E27FC236}">
                    <a16:creationId xmlns:a16="http://schemas.microsoft.com/office/drawing/2014/main" id="{9A93F1CC-7C70-4943-C8EC-9B23CCA12A0A}"/>
                  </a:ext>
                </a:extLst>
              </p14:cNvPr>
              <p14:cNvContentPartPr/>
              <p14:nvPr/>
            </p14:nvContentPartPr>
            <p14:xfrm>
              <a:off x="7043558" y="1877256"/>
              <a:ext cx="74520" cy="17640"/>
            </p14:xfrm>
          </p:contentPart>
        </mc:Choice>
        <mc:Fallback>
          <p:pic>
            <p:nvPicPr>
              <p:cNvPr id="120" name="Ink 119">
                <a:extLst>
                  <a:ext uri="{FF2B5EF4-FFF2-40B4-BE49-F238E27FC236}">
                    <a16:creationId xmlns:a16="http://schemas.microsoft.com/office/drawing/2014/main" id="{9A93F1CC-7C70-4943-C8EC-9B23CCA12A0A}"/>
                  </a:ext>
                </a:extLst>
              </p:cNvPr>
              <p:cNvPicPr/>
              <p:nvPr/>
            </p:nvPicPr>
            <p:blipFill>
              <a:blip r:embed="rId279"/>
              <a:stretch>
                <a:fillRect/>
              </a:stretch>
            </p:blipFill>
            <p:spPr>
              <a:xfrm>
                <a:off x="7039238" y="1872936"/>
                <a:ext cx="8316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21" name="Ink 120">
                <a:extLst>
                  <a:ext uri="{FF2B5EF4-FFF2-40B4-BE49-F238E27FC236}">
                    <a16:creationId xmlns:a16="http://schemas.microsoft.com/office/drawing/2014/main" id="{12BD1D71-EF8A-6003-9700-8210ED27C10F}"/>
                  </a:ext>
                </a:extLst>
              </p14:cNvPr>
              <p14:cNvContentPartPr/>
              <p14:nvPr/>
            </p14:nvContentPartPr>
            <p14:xfrm>
              <a:off x="7065518" y="1854936"/>
              <a:ext cx="20880" cy="85680"/>
            </p14:xfrm>
          </p:contentPart>
        </mc:Choice>
        <mc:Fallback>
          <p:pic>
            <p:nvPicPr>
              <p:cNvPr id="121" name="Ink 120">
                <a:extLst>
                  <a:ext uri="{FF2B5EF4-FFF2-40B4-BE49-F238E27FC236}">
                    <a16:creationId xmlns:a16="http://schemas.microsoft.com/office/drawing/2014/main" id="{12BD1D71-EF8A-6003-9700-8210ED27C10F}"/>
                  </a:ext>
                </a:extLst>
              </p:cNvPr>
              <p:cNvPicPr/>
              <p:nvPr/>
            </p:nvPicPr>
            <p:blipFill>
              <a:blip r:embed="rId281"/>
              <a:stretch>
                <a:fillRect/>
              </a:stretch>
            </p:blipFill>
            <p:spPr>
              <a:xfrm>
                <a:off x="7061198" y="1850616"/>
                <a:ext cx="2952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22" name="Ink 121">
                <a:extLst>
                  <a:ext uri="{FF2B5EF4-FFF2-40B4-BE49-F238E27FC236}">
                    <a16:creationId xmlns:a16="http://schemas.microsoft.com/office/drawing/2014/main" id="{5F5BC7E7-01D4-98F7-B18F-1C014730EC1A}"/>
                  </a:ext>
                </a:extLst>
              </p14:cNvPr>
              <p14:cNvContentPartPr/>
              <p14:nvPr/>
            </p14:nvContentPartPr>
            <p14:xfrm>
              <a:off x="7183958" y="1720296"/>
              <a:ext cx="156600" cy="137160"/>
            </p14:xfrm>
          </p:contentPart>
        </mc:Choice>
        <mc:Fallback>
          <p:pic>
            <p:nvPicPr>
              <p:cNvPr id="122" name="Ink 121">
                <a:extLst>
                  <a:ext uri="{FF2B5EF4-FFF2-40B4-BE49-F238E27FC236}">
                    <a16:creationId xmlns:a16="http://schemas.microsoft.com/office/drawing/2014/main" id="{5F5BC7E7-01D4-98F7-B18F-1C014730EC1A}"/>
                  </a:ext>
                </a:extLst>
              </p:cNvPr>
              <p:cNvPicPr/>
              <p:nvPr/>
            </p:nvPicPr>
            <p:blipFill>
              <a:blip r:embed="rId283"/>
              <a:stretch>
                <a:fillRect/>
              </a:stretch>
            </p:blipFill>
            <p:spPr>
              <a:xfrm>
                <a:off x="7179638" y="1715976"/>
                <a:ext cx="165240"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23" name="Ink 122">
                <a:extLst>
                  <a:ext uri="{FF2B5EF4-FFF2-40B4-BE49-F238E27FC236}">
                    <a16:creationId xmlns:a16="http://schemas.microsoft.com/office/drawing/2014/main" id="{AB53AB86-3BE3-55F7-1A33-536BEBD451CC}"/>
                  </a:ext>
                </a:extLst>
              </p14:cNvPr>
              <p14:cNvContentPartPr/>
              <p14:nvPr/>
            </p14:nvContentPartPr>
            <p14:xfrm>
              <a:off x="7216358" y="1714176"/>
              <a:ext cx="74520" cy="185400"/>
            </p14:xfrm>
          </p:contentPart>
        </mc:Choice>
        <mc:Fallback>
          <p:pic>
            <p:nvPicPr>
              <p:cNvPr id="123" name="Ink 122">
                <a:extLst>
                  <a:ext uri="{FF2B5EF4-FFF2-40B4-BE49-F238E27FC236}">
                    <a16:creationId xmlns:a16="http://schemas.microsoft.com/office/drawing/2014/main" id="{AB53AB86-3BE3-55F7-1A33-536BEBD451CC}"/>
                  </a:ext>
                </a:extLst>
              </p:cNvPr>
              <p:cNvPicPr/>
              <p:nvPr/>
            </p:nvPicPr>
            <p:blipFill>
              <a:blip r:embed="rId285"/>
              <a:stretch>
                <a:fillRect/>
              </a:stretch>
            </p:blipFill>
            <p:spPr>
              <a:xfrm>
                <a:off x="7212038" y="1709856"/>
                <a:ext cx="8316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24" name="Ink 123">
                <a:extLst>
                  <a:ext uri="{FF2B5EF4-FFF2-40B4-BE49-F238E27FC236}">
                    <a16:creationId xmlns:a16="http://schemas.microsoft.com/office/drawing/2014/main" id="{AD5E6F9E-4BBC-0BFB-A544-EDA7FAB34BFE}"/>
                  </a:ext>
                </a:extLst>
              </p14:cNvPr>
              <p14:cNvContentPartPr/>
              <p14:nvPr/>
            </p14:nvContentPartPr>
            <p14:xfrm>
              <a:off x="7369358" y="1868976"/>
              <a:ext cx="19800" cy="106200"/>
            </p14:xfrm>
          </p:contentPart>
        </mc:Choice>
        <mc:Fallback>
          <p:pic>
            <p:nvPicPr>
              <p:cNvPr id="124" name="Ink 123">
                <a:extLst>
                  <a:ext uri="{FF2B5EF4-FFF2-40B4-BE49-F238E27FC236}">
                    <a16:creationId xmlns:a16="http://schemas.microsoft.com/office/drawing/2014/main" id="{AD5E6F9E-4BBC-0BFB-A544-EDA7FAB34BFE}"/>
                  </a:ext>
                </a:extLst>
              </p:cNvPr>
              <p:cNvPicPr/>
              <p:nvPr/>
            </p:nvPicPr>
            <p:blipFill>
              <a:blip r:embed="rId287"/>
              <a:stretch>
                <a:fillRect/>
              </a:stretch>
            </p:blipFill>
            <p:spPr>
              <a:xfrm>
                <a:off x="7365038" y="1864656"/>
                <a:ext cx="2844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25" name="Ink 124">
                <a:extLst>
                  <a:ext uri="{FF2B5EF4-FFF2-40B4-BE49-F238E27FC236}">
                    <a16:creationId xmlns:a16="http://schemas.microsoft.com/office/drawing/2014/main" id="{2484B229-D3DE-14D4-5437-9B87D03B9C65}"/>
                  </a:ext>
                </a:extLst>
              </p14:cNvPr>
              <p14:cNvContentPartPr/>
              <p14:nvPr/>
            </p14:nvContentPartPr>
            <p14:xfrm>
              <a:off x="7446398" y="1851696"/>
              <a:ext cx="77760" cy="122400"/>
            </p14:xfrm>
          </p:contentPart>
        </mc:Choice>
        <mc:Fallback>
          <p:pic>
            <p:nvPicPr>
              <p:cNvPr id="125" name="Ink 124">
                <a:extLst>
                  <a:ext uri="{FF2B5EF4-FFF2-40B4-BE49-F238E27FC236}">
                    <a16:creationId xmlns:a16="http://schemas.microsoft.com/office/drawing/2014/main" id="{2484B229-D3DE-14D4-5437-9B87D03B9C65}"/>
                  </a:ext>
                </a:extLst>
              </p:cNvPr>
              <p:cNvPicPr/>
              <p:nvPr/>
            </p:nvPicPr>
            <p:blipFill>
              <a:blip r:embed="rId289"/>
              <a:stretch>
                <a:fillRect/>
              </a:stretch>
            </p:blipFill>
            <p:spPr>
              <a:xfrm>
                <a:off x="7442078" y="1847376"/>
                <a:ext cx="8640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26" name="Ink 125">
                <a:extLst>
                  <a:ext uri="{FF2B5EF4-FFF2-40B4-BE49-F238E27FC236}">
                    <a16:creationId xmlns:a16="http://schemas.microsoft.com/office/drawing/2014/main" id="{D28FA8D3-9DC0-CDBB-2682-576049435014}"/>
                  </a:ext>
                </a:extLst>
              </p14:cNvPr>
              <p14:cNvContentPartPr/>
              <p14:nvPr/>
            </p14:nvContentPartPr>
            <p14:xfrm>
              <a:off x="7458638" y="1778616"/>
              <a:ext cx="109800" cy="80280"/>
            </p14:xfrm>
          </p:contentPart>
        </mc:Choice>
        <mc:Fallback>
          <p:pic>
            <p:nvPicPr>
              <p:cNvPr id="126" name="Ink 125">
                <a:extLst>
                  <a:ext uri="{FF2B5EF4-FFF2-40B4-BE49-F238E27FC236}">
                    <a16:creationId xmlns:a16="http://schemas.microsoft.com/office/drawing/2014/main" id="{D28FA8D3-9DC0-CDBB-2682-576049435014}"/>
                  </a:ext>
                </a:extLst>
              </p:cNvPr>
              <p:cNvPicPr/>
              <p:nvPr/>
            </p:nvPicPr>
            <p:blipFill>
              <a:blip r:embed="rId291"/>
              <a:stretch>
                <a:fillRect/>
              </a:stretch>
            </p:blipFill>
            <p:spPr>
              <a:xfrm>
                <a:off x="7454318" y="1774296"/>
                <a:ext cx="118440" cy="8892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128" name="Ink 127">
                <a:extLst>
                  <a:ext uri="{FF2B5EF4-FFF2-40B4-BE49-F238E27FC236}">
                    <a16:creationId xmlns:a16="http://schemas.microsoft.com/office/drawing/2014/main" id="{6908F719-B8C7-5BB1-81A4-866D0DA988E9}"/>
                  </a:ext>
                </a:extLst>
              </p14:cNvPr>
              <p14:cNvContentPartPr/>
              <p14:nvPr/>
            </p14:nvContentPartPr>
            <p14:xfrm>
              <a:off x="7481678" y="1672416"/>
              <a:ext cx="131040" cy="43920"/>
            </p14:xfrm>
          </p:contentPart>
        </mc:Choice>
        <mc:Fallback>
          <p:pic>
            <p:nvPicPr>
              <p:cNvPr id="128" name="Ink 127">
                <a:extLst>
                  <a:ext uri="{FF2B5EF4-FFF2-40B4-BE49-F238E27FC236}">
                    <a16:creationId xmlns:a16="http://schemas.microsoft.com/office/drawing/2014/main" id="{6908F719-B8C7-5BB1-81A4-866D0DA988E9}"/>
                  </a:ext>
                </a:extLst>
              </p:cNvPr>
              <p:cNvPicPr/>
              <p:nvPr/>
            </p:nvPicPr>
            <p:blipFill>
              <a:blip r:embed="rId293"/>
              <a:stretch>
                <a:fillRect/>
              </a:stretch>
            </p:blipFill>
            <p:spPr>
              <a:xfrm>
                <a:off x="7477358" y="1668096"/>
                <a:ext cx="139680" cy="5256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29" name="Ink 128">
                <a:extLst>
                  <a:ext uri="{FF2B5EF4-FFF2-40B4-BE49-F238E27FC236}">
                    <a16:creationId xmlns:a16="http://schemas.microsoft.com/office/drawing/2014/main" id="{1A6CFDE9-5A6E-E01F-2073-517ABEAB51F1}"/>
                  </a:ext>
                </a:extLst>
              </p14:cNvPr>
              <p14:cNvContentPartPr/>
              <p14:nvPr/>
            </p14:nvContentPartPr>
            <p14:xfrm>
              <a:off x="7526678" y="1668456"/>
              <a:ext cx="25560" cy="95760"/>
            </p14:xfrm>
          </p:contentPart>
        </mc:Choice>
        <mc:Fallback>
          <p:pic>
            <p:nvPicPr>
              <p:cNvPr id="129" name="Ink 128">
                <a:extLst>
                  <a:ext uri="{FF2B5EF4-FFF2-40B4-BE49-F238E27FC236}">
                    <a16:creationId xmlns:a16="http://schemas.microsoft.com/office/drawing/2014/main" id="{1A6CFDE9-5A6E-E01F-2073-517ABEAB51F1}"/>
                  </a:ext>
                </a:extLst>
              </p:cNvPr>
              <p:cNvPicPr/>
              <p:nvPr/>
            </p:nvPicPr>
            <p:blipFill>
              <a:blip r:embed="rId295"/>
              <a:stretch>
                <a:fillRect/>
              </a:stretch>
            </p:blipFill>
            <p:spPr>
              <a:xfrm>
                <a:off x="7522358" y="1664136"/>
                <a:ext cx="3420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30" name="Ink 129">
                <a:extLst>
                  <a:ext uri="{FF2B5EF4-FFF2-40B4-BE49-F238E27FC236}">
                    <a16:creationId xmlns:a16="http://schemas.microsoft.com/office/drawing/2014/main" id="{EEC5B8BC-E3AE-FDEC-FCA5-5ABF86AF317C}"/>
                  </a:ext>
                </a:extLst>
              </p14:cNvPr>
              <p14:cNvContentPartPr/>
              <p14:nvPr/>
            </p14:nvContentPartPr>
            <p14:xfrm>
              <a:off x="7677518" y="1683576"/>
              <a:ext cx="360" cy="360"/>
            </p14:xfrm>
          </p:contentPart>
        </mc:Choice>
        <mc:Fallback>
          <p:pic>
            <p:nvPicPr>
              <p:cNvPr id="130" name="Ink 129">
                <a:extLst>
                  <a:ext uri="{FF2B5EF4-FFF2-40B4-BE49-F238E27FC236}">
                    <a16:creationId xmlns:a16="http://schemas.microsoft.com/office/drawing/2014/main" id="{EEC5B8BC-E3AE-FDEC-FCA5-5ABF86AF317C}"/>
                  </a:ext>
                </a:extLst>
              </p:cNvPr>
              <p:cNvPicPr/>
              <p:nvPr/>
            </p:nvPicPr>
            <p:blipFill>
              <a:blip r:embed="rId79"/>
              <a:stretch>
                <a:fillRect/>
              </a:stretch>
            </p:blipFill>
            <p:spPr>
              <a:xfrm>
                <a:off x="7673198" y="167925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297">
            <p14:nvContentPartPr>
              <p14:cNvPr id="131" name="Ink 130">
                <a:extLst>
                  <a:ext uri="{FF2B5EF4-FFF2-40B4-BE49-F238E27FC236}">
                    <a16:creationId xmlns:a16="http://schemas.microsoft.com/office/drawing/2014/main" id="{B5BC99EA-CC98-A543-7923-9A157E2B9EF5}"/>
                  </a:ext>
                </a:extLst>
              </p14:cNvPr>
              <p14:cNvContentPartPr/>
              <p14:nvPr/>
            </p14:nvContentPartPr>
            <p14:xfrm>
              <a:off x="7767158" y="1648296"/>
              <a:ext cx="6120" cy="7200"/>
            </p14:xfrm>
          </p:contentPart>
        </mc:Choice>
        <mc:Fallback>
          <p:pic>
            <p:nvPicPr>
              <p:cNvPr id="131" name="Ink 130">
                <a:extLst>
                  <a:ext uri="{FF2B5EF4-FFF2-40B4-BE49-F238E27FC236}">
                    <a16:creationId xmlns:a16="http://schemas.microsoft.com/office/drawing/2014/main" id="{B5BC99EA-CC98-A543-7923-9A157E2B9EF5}"/>
                  </a:ext>
                </a:extLst>
              </p:cNvPr>
              <p:cNvPicPr/>
              <p:nvPr/>
            </p:nvPicPr>
            <p:blipFill>
              <a:blip r:embed="rId298"/>
              <a:stretch>
                <a:fillRect/>
              </a:stretch>
            </p:blipFill>
            <p:spPr>
              <a:xfrm>
                <a:off x="7762838" y="1643976"/>
                <a:ext cx="1476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299">
            <p14:nvContentPartPr>
              <p14:cNvPr id="132" name="Ink 131">
                <a:extLst>
                  <a:ext uri="{FF2B5EF4-FFF2-40B4-BE49-F238E27FC236}">
                    <a16:creationId xmlns:a16="http://schemas.microsoft.com/office/drawing/2014/main" id="{D1E0A46D-372B-059C-9F1D-E356A9D47003}"/>
                  </a:ext>
                </a:extLst>
              </p14:cNvPr>
              <p14:cNvContentPartPr/>
              <p14:nvPr/>
            </p14:nvContentPartPr>
            <p14:xfrm>
              <a:off x="7864358" y="1616616"/>
              <a:ext cx="21960" cy="8640"/>
            </p14:xfrm>
          </p:contentPart>
        </mc:Choice>
        <mc:Fallback>
          <p:pic>
            <p:nvPicPr>
              <p:cNvPr id="132" name="Ink 131">
                <a:extLst>
                  <a:ext uri="{FF2B5EF4-FFF2-40B4-BE49-F238E27FC236}">
                    <a16:creationId xmlns:a16="http://schemas.microsoft.com/office/drawing/2014/main" id="{D1E0A46D-372B-059C-9F1D-E356A9D47003}"/>
                  </a:ext>
                </a:extLst>
              </p:cNvPr>
              <p:cNvPicPr/>
              <p:nvPr/>
            </p:nvPicPr>
            <p:blipFill>
              <a:blip r:embed="rId300"/>
              <a:stretch>
                <a:fillRect/>
              </a:stretch>
            </p:blipFill>
            <p:spPr>
              <a:xfrm>
                <a:off x="7860038" y="1612296"/>
                <a:ext cx="30600" cy="17280"/>
              </a:xfrm>
              <a:prstGeom prst="rect">
                <a:avLst/>
              </a:prstGeom>
            </p:spPr>
          </p:pic>
        </mc:Fallback>
      </mc:AlternateContent>
      <mc:AlternateContent xmlns:mc="http://schemas.openxmlformats.org/markup-compatibility/2006">
        <mc:Choice xmlns:p14="http://schemas.microsoft.com/office/powerpoint/2010/main" Requires="p14">
          <p:contentPart p14:bwMode="auto" r:id="rId301">
            <p14:nvContentPartPr>
              <p14:cNvPr id="136" name="Ink 135">
                <a:extLst>
                  <a:ext uri="{FF2B5EF4-FFF2-40B4-BE49-F238E27FC236}">
                    <a16:creationId xmlns:a16="http://schemas.microsoft.com/office/drawing/2014/main" id="{A02601C3-2B5A-DE7F-1118-409C69C50BEE}"/>
                  </a:ext>
                </a:extLst>
              </p14:cNvPr>
              <p14:cNvContentPartPr/>
              <p14:nvPr/>
            </p14:nvContentPartPr>
            <p14:xfrm>
              <a:off x="5881118" y="2110536"/>
              <a:ext cx="79200" cy="41760"/>
            </p14:xfrm>
          </p:contentPart>
        </mc:Choice>
        <mc:Fallback>
          <p:pic>
            <p:nvPicPr>
              <p:cNvPr id="136" name="Ink 135">
                <a:extLst>
                  <a:ext uri="{FF2B5EF4-FFF2-40B4-BE49-F238E27FC236}">
                    <a16:creationId xmlns:a16="http://schemas.microsoft.com/office/drawing/2014/main" id="{A02601C3-2B5A-DE7F-1118-409C69C50BEE}"/>
                  </a:ext>
                </a:extLst>
              </p:cNvPr>
              <p:cNvPicPr/>
              <p:nvPr/>
            </p:nvPicPr>
            <p:blipFill>
              <a:blip r:embed="rId302"/>
              <a:stretch>
                <a:fillRect/>
              </a:stretch>
            </p:blipFill>
            <p:spPr>
              <a:xfrm>
                <a:off x="5876798" y="2106216"/>
                <a:ext cx="87840" cy="50400"/>
              </a:xfrm>
              <a:prstGeom prst="rect">
                <a:avLst/>
              </a:prstGeom>
            </p:spPr>
          </p:pic>
        </mc:Fallback>
      </mc:AlternateContent>
      <mc:AlternateContent xmlns:mc="http://schemas.openxmlformats.org/markup-compatibility/2006">
        <mc:Choice xmlns:p14="http://schemas.microsoft.com/office/powerpoint/2010/main" Requires="p14">
          <p:contentPart p14:bwMode="auto" r:id="rId303">
            <p14:nvContentPartPr>
              <p14:cNvPr id="137" name="Ink 136">
                <a:extLst>
                  <a:ext uri="{FF2B5EF4-FFF2-40B4-BE49-F238E27FC236}">
                    <a16:creationId xmlns:a16="http://schemas.microsoft.com/office/drawing/2014/main" id="{DA1721A0-AA3D-A862-6DD9-D459BEB6A301}"/>
                  </a:ext>
                </a:extLst>
              </p14:cNvPr>
              <p14:cNvContentPartPr/>
              <p14:nvPr/>
            </p14:nvContentPartPr>
            <p14:xfrm>
              <a:off x="5887598" y="2215296"/>
              <a:ext cx="112680" cy="30600"/>
            </p14:xfrm>
          </p:contentPart>
        </mc:Choice>
        <mc:Fallback>
          <p:pic>
            <p:nvPicPr>
              <p:cNvPr id="137" name="Ink 136">
                <a:extLst>
                  <a:ext uri="{FF2B5EF4-FFF2-40B4-BE49-F238E27FC236}">
                    <a16:creationId xmlns:a16="http://schemas.microsoft.com/office/drawing/2014/main" id="{DA1721A0-AA3D-A862-6DD9-D459BEB6A301}"/>
                  </a:ext>
                </a:extLst>
              </p:cNvPr>
              <p:cNvPicPr/>
              <p:nvPr/>
            </p:nvPicPr>
            <p:blipFill>
              <a:blip r:embed="rId304"/>
              <a:stretch>
                <a:fillRect/>
              </a:stretch>
            </p:blipFill>
            <p:spPr>
              <a:xfrm>
                <a:off x="5883278" y="2210976"/>
                <a:ext cx="12132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305">
            <p14:nvContentPartPr>
              <p14:cNvPr id="138" name="Ink 137">
                <a:extLst>
                  <a:ext uri="{FF2B5EF4-FFF2-40B4-BE49-F238E27FC236}">
                    <a16:creationId xmlns:a16="http://schemas.microsoft.com/office/drawing/2014/main" id="{BE06E90D-5AF6-046D-FA0E-61028DE00FF4}"/>
                  </a:ext>
                </a:extLst>
              </p14:cNvPr>
              <p14:cNvContentPartPr/>
              <p14:nvPr/>
            </p14:nvContentPartPr>
            <p14:xfrm>
              <a:off x="6350558" y="2019456"/>
              <a:ext cx="100800" cy="43560"/>
            </p14:xfrm>
          </p:contentPart>
        </mc:Choice>
        <mc:Fallback>
          <p:pic>
            <p:nvPicPr>
              <p:cNvPr id="138" name="Ink 137">
                <a:extLst>
                  <a:ext uri="{FF2B5EF4-FFF2-40B4-BE49-F238E27FC236}">
                    <a16:creationId xmlns:a16="http://schemas.microsoft.com/office/drawing/2014/main" id="{BE06E90D-5AF6-046D-FA0E-61028DE00FF4}"/>
                  </a:ext>
                </a:extLst>
              </p:cNvPr>
              <p:cNvPicPr/>
              <p:nvPr/>
            </p:nvPicPr>
            <p:blipFill>
              <a:blip r:embed="rId306"/>
              <a:stretch>
                <a:fillRect/>
              </a:stretch>
            </p:blipFill>
            <p:spPr>
              <a:xfrm>
                <a:off x="6346238" y="2015136"/>
                <a:ext cx="109440" cy="52200"/>
              </a:xfrm>
              <a:prstGeom prst="rect">
                <a:avLst/>
              </a:prstGeom>
            </p:spPr>
          </p:pic>
        </mc:Fallback>
      </mc:AlternateContent>
      <mc:AlternateContent xmlns:mc="http://schemas.openxmlformats.org/markup-compatibility/2006">
        <mc:Choice xmlns:p14="http://schemas.microsoft.com/office/powerpoint/2010/main" Requires="p14">
          <p:contentPart p14:bwMode="auto" r:id="rId307">
            <p14:nvContentPartPr>
              <p14:cNvPr id="139" name="Ink 138">
                <a:extLst>
                  <a:ext uri="{FF2B5EF4-FFF2-40B4-BE49-F238E27FC236}">
                    <a16:creationId xmlns:a16="http://schemas.microsoft.com/office/drawing/2014/main" id="{7E902EBD-DB71-E894-B9A6-CA2245ACC5B2}"/>
                  </a:ext>
                </a:extLst>
              </p14:cNvPr>
              <p14:cNvContentPartPr/>
              <p14:nvPr/>
            </p14:nvContentPartPr>
            <p14:xfrm>
              <a:off x="6364958" y="2135016"/>
              <a:ext cx="105120" cy="19800"/>
            </p14:xfrm>
          </p:contentPart>
        </mc:Choice>
        <mc:Fallback>
          <p:pic>
            <p:nvPicPr>
              <p:cNvPr id="139" name="Ink 138">
                <a:extLst>
                  <a:ext uri="{FF2B5EF4-FFF2-40B4-BE49-F238E27FC236}">
                    <a16:creationId xmlns:a16="http://schemas.microsoft.com/office/drawing/2014/main" id="{7E902EBD-DB71-E894-B9A6-CA2245ACC5B2}"/>
                  </a:ext>
                </a:extLst>
              </p:cNvPr>
              <p:cNvPicPr/>
              <p:nvPr/>
            </p:nvPicPr>
            <p:blipFill>
              <a:blip r:embed="rId308"/>
              <a:stretch>
                <a:fillRect/>
              </a:stretch>
            </p:blipFill>
            <p:spPr>
              <a:xfrm>
                <a:off x="6360638" y="2130696"/>
                <a:ext cx="11376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309">
            <p14:nvContentPartPr>
              <p14:cNvPr id="140" name="Ink 139">
                <a:extLst>
                  <a:ext uri="{FF2B5EF4-FFF2-40B4-BE49-F238E27FC236}">
                    <a16:creationId xmlns:a16="http://schemas.microsoft.com/office/drawing/2014/main" id="{16CEBACC-F150-C086-A81B-B9DB8400653D}"/>
                  </a:ext>
                </a:extLst>
              </p14:cNvPr>
              <p14:cNvContentPartPr/>
              <p14:nvPr/>
            </p14:nvContentPartPr>
            <p14:xfrm>
              <a:off x="7305638" y="1841976"/>
              <a:ext cx="95760" cy="45360"/>
            </p14:xfrm>
          </p:contentPart>
        </mc:Choice>
        <mc:Fallback>
          <p:pic>
            <p:nvPicPr>
              <p:cNvPr id="140" name="Ink 139">
                <a:extLst>
                  <a:ext uri="{FF2B5EF4-FFF2-40B4-BE49-F238E27FC236}">
                    <a16:creationId xmlns:a16="http://schemas.microsoft.com/office/drawing/2014/main" id="{16CEBACC-F150-C086-A81B-B9DB8400653D}"/>
                  </a:ext>
                </a:extLst>
              </p:cNvPr>
              <p:cNvPicPr/>
              <p:nvPr/>
            </p:nvPicPr>
            <p:blipFill>
              <a:blip r:embed="rId310"/>
              <a:stretch>
                <a:fillRect/>
              </a:stretch>
            </p:blipFill>
            <p:spPr>
              <a:xfrm>
                <a:off x="7301318" y="1837656"/>
                <a:ext cx="10440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311">
            <p14:nvContentPartPr>
              <p14:cNvPr id="141" name="Ink 140">
                <a:extLst>
                  <a:ext uri="{FF2B5EF4-FFF2-40B4-BE49-F238E27FC236}">
                    <a16:creationId xmlns:a16="http://schemas.microsoft.com/office/drawing/2014/main" id="{809732BC-EA75-8C68-6881-4BAADBB68620}"/>
                  </a:ext>
                </a:extLst>
              </p14:cNvPr>
              <p14:cNvContentPartPr/>
              <p14:nvPr/>
            </p14:nvContentPartPr>
            <p14:xfrm>
              <a:off x="7306718" y="1982376"/>
              <a:ext cx="128880" cy="56160"/>
            </p14:xfrm>
          </p:contentPart>
        </mc:Choice>
        <mc:Fallback>
          <p:pic>
            <p:nvPicPr>
              <p:cNvPr id="141" name="Ink 140">
                <a:extLst>
                  <a:ext uri="{FF2B5EF4-FFF2-40B4-BE49-F238E27FC236}">
                    <a16:creationId xmlns:a16="http://schemas.microsoft.com/office/drawing/2014/main" id="{809732BC-EA75-8C68-6881-4BAADBB68620}"/>
                  </a:ext>
                </a:extLst>
              </p:cNvPr>
              <p:cNvPicPr/>
              <p:nvPr/>
            </p:nvPicPr>
            <p:blipFill>
              <a:blip r:embed="rId312"/>
              <a:stretch>
                <a:fillRect/>
              </a:stretch>
            </p:blipFill>
            <p:spPr>
              <a:xfrm>
                <a:off x="7302398" y="1978056"/>
                <a:ext cx="13752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313">
            <p14:nvContentPartPr>
              <p14:cNvPr id="142" name="Ink 141">
                <a:extLst>
                  <a:ext uri="{FF2B5EF4-FFF2-40B4-BE49-F238E27FC236}">
                    <a16:creationId xmlns:a16="http://schemas.microsoft.com/office/drawing/2014/main" id="{76C792E4-E992-627E-2501-DDFA0981EA9D}"/>
                  </a:ext>
                </a:extLst>
              </p14:cNvPr>
              <p14:cNvContentPartPr/>
              <p14:nvPr/>
            </p14:nvContentPartPr>
            <p14:xfrm>
              <a:off x="8036078" y="1509696"/>
              <a:ext cx="163080" cy="122040"/>
            </p14:xfrm>
          </p:contentPart>
        </mc:Choice>
        <mc:Fallback>
          <p:pic>
            <p:nvPicPr>
              <p:cNvPr id="142" name="Ink 141">
                <a:extLst>
                  <a:ext uri="{FF2B5EF4-FFF2-40B4-BE49-F238E27FC236}">
                    <a16:creationId xmlns:a16="http://schemas.microsoft.com/office/drawing/2014/main" id="{76C792E4-E992-627E-2501-DDFA0981EA9D}"/>
                  </a:ext>
                </a:extLst>
              </p:cNvPr>
              <p:cNvPicPr/>
              <p:nvPr/>
            </p:nvPicPr>
            <p:blipFill>
              <a:blip r:embed="rId314"/>
              <a:stretch>
                <a:fillRect/>
              </a:stretch>
            </p:blipFill>
            <p:spPr>
              <a:xfrm>
                <a:off x="8031758" y="1505376"/>
                <a:ext cx="17172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315">
            <p14:nvContentPartPr>
              <p14:cNvPr id="143" name="Ink 142">
                <a:extLst>
                  <a:ext uri="{FF2B5EF4-FFF2-40B4-BE49-F238E27FC236}">
                    <a16:creationId xmlns:a16="http://schemas.microsoft.com/office/drawing/2014/main" id="{9B5E2AAD-688B-D7B0-03A0-7606881711CF}"/>
                  </a:ext>
                </a:extLst>
              </p14:cNvPr>
              <p14:cNvContentPartPr/>
              <p14:nvPr/>
            </p14:nvContentPartPr>
            <p14:xfrm>
              <a:off x="8058398" y="1521216"/>
              <a:ext cx="92160" cy="164160"/>
            </p14:xfrm>
          </p:contentPart>
        </mc:Choice>
        <mc:Fallback>
          <p:pic>
            <p:nvPicPr>
              <p:cNvPr id="143" name="Ink 142">
                <a:extLst>
                  <a:ext uri="{FF2B5EF4-FFF2-40B4-BE49-F238E27FC236}">
                    <a16:creationId xmlns:a16="http://schemas.microsoft.com/office/drawing/2014/main" id="{9B5E2AAD-688B-D7B0-03A0-7606881711CF}"/>
                  </a:ext>
                </a:extLst>
              </p:cNvPr>
              <p:cNvPicPr/>
              <p:nvPr/>
            </p:nvPicPr>
            <p:blipFill>
              <a:blip r:embed="rId316"/>
              <a:stretch>
                <a:fillRect/>
              </a:stretch>
            </p:blipFill>
            <p:spPr>
              <a:xfrm>
                <a:off x="8054078" y="1516896"/>
                <a:ext cx="10080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317">
            <p14:nvContentPartPr>
              <p14:cNvPr id="147" name="Ink 146">
                <a:extLst>
                  <a:ext uri="{FF2B5EF4-FFF2-40B4-BE49-F238E27FC236}">
                    <a16:creationId xmlns:a16="http://schemas.microsoft.com/office/drawing/2014/main" id="{2D8C45D8-881B-EE21-241C-9417F298E9DB}"/>
                  </a:ext>
                </a:extLst>
              </p14:cNvPr>
              <p14:cNvContentPartPr/>
              <p14:nvPr/>
            </p14:nvContentPartPr>
            <p14:xfrm>
              <a:off x="8226878" y="1658736"/>
              <a:ext cx="21600" cy="118080"/>
            </p14:xfrm>
          </p:contentPart>
        </mc:Choice>
        <mc:Fallback>
          <p:pic>
            <p:nvPicPr>
              <p:cNvPr id="147" name="Ink 146">
                <a:extLst>
                  <a:ext uri="{FF2B5EF4-FFF2-40B4-BE49-F238E27FC236}">
                    <a16:creationId xmlns:a16="http://schemas.microsoft.com/office/drawing/2014/main" id="{2D8C45D8-881B-EE21-241C-9417F298E9DB}"/>
                  </a:ext>
                </a:extLst>
              </p:cNvPr>
              <p:cNvPicPr/>
              <p:nvPr/>
            </p:nvPicPr>
            <p:blipFill>
              <a:blip r:embed="rId318"/>
              <a:stretch>
                <a:fillRect/>
              </a:stretch>
            </p:blipFill>
            <p:spPr>
              <a:xfrm>
                <a:off x="8222558" y="1654416"/>
                <a:ext cx="3024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319">
            <p14:nvContentPartPr>
              <p14:cNvPr id="148" name="Ink 147">
                <a:extLst>
                  <a:ext uri="{FF2B5EF4-FFF2-40B4-BE49-F238E27FC236}">
                    <a16:creationId xmlns:a16="http://schemas.microsoft.com/office/drawing/2014/main" id="{719135FB-D2DF-3EF3-0B5A-786B40D19589}"/>
                  </a:ext>
                </a:extLst>
              </p14:cNvPr>
              <p14:cNvContentPartPr/>
              <p14:nvPr/>
            </p14:nvContentPartPr>
            <p14:xfrm>
              <a:off x="8170358" y="1630296"/>
              <a:ext cx="134640" cy="65160"/>
            </p14:xfrm>
          </p:contentPart>
        </mc:Choice>
        <mc:Fallback>
          <p:pic>
            <p:nvPicPr>
              <p:cNvPr id="148" name="Ink 147">
                <a:extLst>
                  <a:ext uri="{FF2B5EF4-FFF2-40B4-BE49-F238E27FC236}">
                    <a16:creationId xmlns:a16="http://schemas.microsoft.com/office/drawing/2014/main" id="{719135FB-D2DF-3EF3-0B5A-786B40D19589}"/>
                  </a:ext>
                </a:extLst>
              </p:cNvPr>
              <p:cNvPicPr/>
              <p:nvPr/>
            </p:nvPicPr>
            <p:blipFill>
              <a:blip r:embed="rId320"/>
              <a:stretch>
                <a:fillRect/>
              </a:stretch>
            </p:blipFill>
            <p:spPr>
              <a:xfrm>
                <a:off x="8166038" y="1625976"/>
                <a:ext cx="14328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321">
            <p14:nvContentPartPr>
              <p14:cNvPr id="149" name="Ink 148">
                <a:extLst>
                  <a:ext uri="{FF2B5EF4-FFF2-40B4-BE49-F238E27FC236}">
                    <a16:creationId xmlns:a16="http://schemas.microsoft.com/office/drawing/2014/main" id="{285C3675-322D-D037-A5B6-0ABCBA71209A}"/>
                  </a:ext>
                </a:extLst>
              </p14:cNvPr>
              <p14:cNvContentPartPr/>
              <p14:nvPr/>
            </p14:nvContentPartPr>
            <p14:xfrm>
              <a:off x="8172518" y="1740096"/>
              <a:ext cx="147240" cy="42120"/>
            </p14:xfrm>
          </p:contentPart>
        </mc:Choice>
        <mc:Fallback>
          <p:pic>
            <p:nvPicPr>
              <p:cNvPr id="149" name="Ink 148">
                <a:extLst>
                  <a:ext uri="{FF2B5EF4-FFF2-40B4-BE49-F238E27FC236}">
                    <a16:creationId xmlns:a16="http://schemas.microsoft.com/office/drawing/2014/main" id="{285C3675-322D-D037-A5B6-0ABCBA71209A}"/>
                  </a:ext>
                </a:extLst>
              </p:cNvPr>
              <p:cNvPicPr/>
              <p:nvPr/>
            </p:nvPicPr>
            <p:blipFill>
              <a:blip r:embed="rId322"/>
              <a:stretch>
                <a:fillRect/>
              </a:stretch>
            </p:blipFill>
            <p:spPr>
              <a:xfrm>
                <a:off x="8168198" y="1735776"/>
                <a:ext cx="15588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323">
            <p14:nvContentPartPr>
              <p14:cNvPr id="150" name="Ink 149">
                <a:extLst>
                  <a:ext uri="{FF2B5EF4-FFF2-40B4-BE49-F238E27FC236}">
                    <a16:creationId xmlns:a16="http://schemas.microsoft.com/office/drawing/2014/main" id="{3EB12852-3E32-DE4A-1C9C-DE6EC8AD1046}"/>
                  </a:ext>
                </a:extLst>
              </p14:cNvPr>
              <p14:cNvContentPartPr/>
              <p14:nvPr/>
            </p14:nvContentPartPr>
            <p14:xfrm>
              <a:off x="8385998" y="1618056"/>
              <a:ext cx="86400" cy="106920"/>
            </p14:xfrm>
          </p:contentPart>
        </mc:Choice>
        <mc:Fallback>
          <p:pic>
            <p:nvPicPr>
              <p:cNvPr id="150" name="Ink 149">
                <a:extLst>
                  <a:ext uri="{FF2B5EF4-FFF2-40B4-BE49-F238E27FC236}">
                    <a16:creationId xmlns:a16="http://schemas.microsoft.com/office/drawing/2014/main" id="{3EB12852-3E32-DE4A-1C9C-DE6EC8AD1046}"/>
                  </a:ext>
                </a:extLst>
              </p:cNvPr>
              <p:cNvPicPr/>
              <p:nvPr/>
            </p:nvPicPr>
            <p:blipFill>
              <a:blip r:embed="rId324"/>
              <a:stretch>
                <a:fillRect/>
              </a:stretch>
            </p:blipFill>
            <p:spPr>
              <a:xfrm>
                <a:off x="8381678" y="1613736"/>
                <a:ext cx="95040" cy="115560"/>
              </a:xfrm>
              <a:prstGeom prst="rect">
                <a:avLst/>
              </a:prstGeom>
            </p:spPr>
          </p:pic>
        </mc:Fallback>
      </mc:AlternateContent>
      <mc:AlternateContent xmlns:mc="http://schemas.openxmlformats.org/markup-compatibility/2006">
        <mc:Choice xmlns:p14="http://schemas.microsoft.com/office/powerpoint/2010/main" Requires="p14">
          <p:contentPart p14:bwMode="auto" r:id="rId325">
            <p14:nvContentPartPr>
              <p14:cNvPr id="152" name="Ink 151">
                <a:extLst>
                  <a:ext uri="{FF2B5EF4-FFF2-40B4-BE49-F238E27FC236}">
                    <a16:creationId xmlns:a16="http://schemas.microsoft.com/office/drawing/2014/main" id="{976929B3-7601-E85B-6DCE-039A86BE64CA}"/>
                  </a:ext>
                </a:extLst>
              </p14:cNvPr>
              <p14:cNvContentPartPr/>
              <p14:nvPr/>
            </p14:nvContentPartPr>
            <p14:xfrm>
              <a:off x="8353598" y="1624176"/>
              <a:ext cx="2880" cy="112680"/>
            </p14:xfrm>
          </p:contentPart>
        </mc:Choice>
        <mc:Fallback>
          <p:pic>
            <p:nvPicPr>
              <p:cNvPr id="152" name="Ink 151">
                <a:extLst>
                  <a:ext uri="{FF2B5EF4-FFF2-40B4-BE49-F238E27FC236}">
                    <a16:creationId xmlns:a16="http://schemas.microsoft.com/office/drawing/2014/main" id="{976929B3-7601-E85B-6DCE-039A86BE64CA}"/>
                  </a:ext>
                </a:extLst>
              </p:cNvPr>
              <p:cNvPicPr/>
              <p:nvPr/>
            </p:nvPicPr>
            <p:blipFill>
              <a:blip r:embed="rId326"/>
              <a:stretch>
                <a:fillRect/>
              </a:stretch>
            </p:blipFill>
            <p:spPr>
              <a:xfrm>
                <a:off x="8349278" y="1619856"/>
                <a:ext cx="1152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327">
            <p14:nvContentPartPr>
              <p14:cNvPr id="153" name="Ink 152">
                <a:extLst>
                  <a:ext uri="{FF2B5EF4-FFF2-40B4-BE49-F238E27FC236}">
                    <a16:creationId xmlns:a16="http://schemas.microsoft.com/office/drawing/2014/main" id="{575B73DF-F0D3-2F58-30BE-C3E5106210FE}"/>
                  </a:ext>
                </a:extLst>
              </p14:cNvPr>
              <p14:cNvContentPartPr/>
              <p14:nvPr/>
            </p14:nvContentPartPr>
            <p14:xfrm>
              <a:off x="8381318" y="1598256"/>
              <a:ext cx="76680" cy="118080"/>
            </p14:xfrm>
          </p:contentPart>
        </mc:Choice>
        <mc:Fallback>
          <p:pic>
            <p:nvPicPr>
              <p:cNvPr id="153" name="Ink 152">
                <a:extLst>
                  <a:ext uri="{FF2B5EF4-FFF2-40B4-BE49-F238E27FC236}">
                    <a16:creationId xmlns:a16="http://schemas.microsoft.com/office/drawing/2014/main" id="{575B73DF-F0D3-2F58-30BE-C3E5106210FE}"/>
                  </a:ext>
                </a:extLst>
              </p:cNvPr>
              <p:cNvPicPr/>
              <p:nvPr/>
            </p:nvPicPr>
            <p:blipFill>
              <a:blip r:embed="rId328"/>
              <a:stretch>
                <a:fillRect/>
              </a:stretch>
            </p:blipFill>
            <p:spPr>
              <a:xfrm>
                <a:off x="8376998" y="1593936"/>
                <a:ext cx="8532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329">
            <p14:nvContentPartPr>
              <p14:cNvPr id="154" name="Ink 153">
                <a:extLst>
                  <a:ext uri="{FF2B5EF4-FFF2-40B4-BE49-F238E27FC236}">
                    <a16:creationId xmlns:a16="http://schemas.microsoft.com/office/drawing/2014/main" id="{63470DAF-8AC4-DD37-2D39-33C6C6AA6351}"/>
                  </a:ext>
                </a:extLst>
              </p14:cNvPr>
              <p14:cNvContentPartPr/>
              <p14:nvPr/>
            </p14:nvContentPartPr>
            <p14:xfrm>
              <a:off x="8532158" y="1592496"/>
              <a:ext cx="77400" cy="92160"/>
            </p14:xfrm>
          </p:contentPart>
        </mc:Choice>
        <mc:Fallback>
          <p:pic>
            <p:nvPicPr>
              <p:cNvPr id="154" name="Ink 153">
                <a:extLst>
                  <a:ext uri="{FF2B5EF4-FFF2-40B4-BE49-F238E27FC236}">
                    <a16:creationId xmlns:a16="http://schemas.microsoft.com/office/drawing/2014/main" id="{63470DAF-8AC4-DD37-2D39-33C6C6AA6351}"/>
                  </a:ext>
                </a:extLst>
              </p:cNvPr>
              <p:cNvPicPr/>
              <p:nvPr/>
            </p:nvPicPr>
            <p:blipFill>
              <a:blip r:embed="rId330"/>
              <a:stretch>
                <a:fillRect/>
              </a:stretch>
            </p:blipFill>
            <p:spPr>
              <a:xfrm>
                <a:off x="8527838" y="1588176"/>
                <a:ext cx="8604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331">
            <p14:nvContentPartPr>
              <p14:cNvPr id="156" name="Ink 155">
                <a:extLst>
                  <a:ext uri="{FF2B5EF4-FFF2-40B4-BE49-F238E27FC236}">
                    <a16:creationId xmlns:a16="http://schemas.microsoft.com/office/drawing/2014/main" id="{3E7B4C80-E863-1F8F-97A3-71502D709D81}"/>
                  </a:ext>
                </a:extLst>
              </p14:cNvPr>
              <p14:cNvContentPartPr/>
              <p14:nvPr/>
            </p14:nvContentPartPr>
            <p14:xfrm>
              <a:off x="4829918" y="2945016"/>
              <a:ext cx="151200" cy="305280"/>
            </p14:xfrm>
          </p:contentPart>
        </mc:Choice>
        <mc:Fallback>
          <p:pic>
            <p:nvPicPr>
              <p:cNvPr id="156" name="Ink 155">
                <a:extLst>
                  <a:ext uri="{FF2B5EF4-FFF2-40B4-BE49-F238E27FC236}">
                    <a16:creationId xmlns:a16="http://schemas.microsoft.com/office/drawing/2014/main" id="{3E7B4C80-E863-1F8F-97A3-71502D709D81}"/>
                  </a:ext>
                </a:extLst>
              </p:cNvPr>
              <p:cNvPicPr/>
              <p:nvPr/>
            </p:nvPicPr>
            <p:blipFill>
              <a:blip r:embed="rId332"/>
              <a:stretch>
                <a:fillRect/>
              </a:stretch>
            </p:blipFill>
            <p:spPr>
              <a:xfrm>
                <a:off x="4825598" y="2940696"/>
                <a:ext cx="159840" cy="313920"/>
              </a:xfrm>
              <a:prstGeom prst="rect">
                <a:avLst/>
              </a:prstGeom>
            </p:spPr>
          </p:pic>
        </mc:Fallback>
      </mc:AlternateContent>
      <mc:AlternateContent xmlns:mc="http://schemas.openxmlformats.org/markup-compatibility/2006">
        <mc:Choice xmlns:p14="http://schemas.microsoft.com/office/powerpoint/2010/main" Requires="p14">
          <p:contentPart p14:bwMode="auto" r:id="rId333">
            <p14:nvContentPartPr>
              <p14:cNvPr id="157" name="Ink 156">
                <a:extLst>
                  <a:ext uri="{FF2B5EF4-FFF2-40B4-BE49-F238E27FC236}">
                    <a16:creationId xmlns:a16="http://schemas.microsoft.com/office/drawing/2014/main" id="{DEC8EF7B-73AC-F5D4-A50B-9FEF9B5167E0}"/>
                  </a:ext>
                </a:extLst>
              </p14:cNvPr>
              <p14:cNvContentPartPr/>
              <p14:nvPr/>
            </p14:nvContentPartPr>
            <p14:xfrm>
              <a:off x="4987958" y="3067056"/>
              <a:ext cx="159840" cy="88200"/>
            </p14:xfrm>
          </p:contentPart>
        </mc:Choice>
        <mc:Fallback>
          <p:pic>
            <p:nvPicPr>
              <p:cNvPr id="157" name="Ink 156">
                <a:extLst>
                  <a:ext uri="{FF2B5EF4-FFF2-40B4-BE49-F238E27FC236}">
                    <a16:creationId xmlns:a16="http://schemas.microsoft.com/office/drawing/2014/main" id="{DEC8EF7B-73AC-F5D4-A50B-9FEF9B5167E0}"/>
                  </a:ext>
                </a:extLst>
              </p:cNvPr>
              <p:cNvPicPr/>
              <p:nvPr/>
            </p:nvPicPr>
            <p:blipFill>
              <a:blip r:embed="rId334"/>
              <a:stretch>
                <a:fillRect/>
              </a:stretch>
            </p:blipFill>
            <p:spPr>
              <a:xfrm>
                <a:off x="4983638" y="3062736"/>
                <a:ext cx="168480" cy="96840"/>
              </a:xfrm>
              <a:prstGeom prst="rect">
                <a:avLst/>
              </a:prstGeom>
            </p:spPr>
          </p:pic>
        </mc:Fallback>
      </mc:AlternateContent>
      <mc:AlternateContent xmlns:mc="http://schemas.openxmlformats.org/markup-compatibility/2006">
        <mc:Choice xmlns:p14="http://schemas.microsoft.com/office/powerpoint/2010/main" Requires="p14">
          <p:contentPart p14:bwMode="auto" r:id="rId335">
            <p14:nvContentPartPr>
              <p14:cNvPr id="158" name="Ink 157">
                <a:extLst>
                  <a:ext uri="{FF2B5EF4-FFF2-40B4-BE49-F238E27FC236}">
                    <a16:creationId xmlns:a16="http://schemas.microsoft.com/office/drawing/2014/main" id="{2C9F9EAE-721E-0646-A0B4-B932BE603288}"/>
                  </a:ext>
                </a:extLst>
              </p14:cNvPr>
              <p14:cNvContentPartPr/>
              <p14:nvPr/>
            </p14:nvContentPartPr>
            <p14:xfrm>
              <a:off x="5145278" y="2947896"/>
              <a:ext cx="219960" cy="202680"/>
            </p14:xfrm>
          </p:contentPart>
        </mc:Choice>
        <mc:Fallback>
          <p:pic>
            <p:nvPicPr>
              <p:cNvPr id="158" name="Ink 157">
                <a:extLst>
                  <a:ext uri="{FF2B5EF4-FFF2-40B4-BE49-F238E27FC236}">
                    <a16:creationId xmlns:a16="http://schemas.microsoft.com/office/drawing/2014/main" id="{2C9F9EAE-721E-0646-A0B4-B932BE603288}"/>
                  </a:ext>
                </a:extLst>
              </p:cNvPr>
              <p:cNvPicPr/>
              <p:nvPr/>
            </p:nvPicPr>
            <p:blipFill>
              <a:blip r:embed="rId336"/>
              <a:stretch>
                <a:fillRect/>
              </a:stretch>
            </p:blipFill>
            <p:spPr>
              <a:xfrm>
                <a:off x="5140958" y="2943576"/>
                <a:ext cx="22860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337">
            <p14:nvContentPartPr>
              <p14:cNvPr id="159" name="Ink 158">
                <a:extLst>
                  <a:ext uri="{FF2B5EF4-FFF2-40B4-BE49-F238E27FC236}">
                    <a16:creationId xmlns:a16="http://schemas.microsoft.com/office/drawing/2014/main" id="{62B5A61A-482A-414A-3A42-699B29F2EEFF}"/>
                  </a:ext>
                </a:extLst>
              </p14:cNvPr>
              <p14:cNvContentPartPr/>
              <p14:nvPr/>
            </p14:nvContentPartPr>
            <p14:xfrm>
              <a:off x="5338598" y="2852136"/>
              <a:ext cx="222120" cy="128880"/>
            </p14:xfrm>
          </p:contentPart>
        </mc:Choice>
        <mc:Fallback>
          <p:pic>
            <p:nvPicPr>
              <p:cNvPr id="159" name="Ink 158">
                <a:extLst>
                  <a:ext uri="{FF2B5EF4-FFF2-40B4-BE49-F238E27FC236}">
                    <a16:creationId xmlns:a16="http://schemas.microsoft.com/office/drawing/2014/main" id="{62B5A61A-482A-414A-3A42-699B29F2EEFF}"/>
                  </a:ext>
                </a:extLst>
              </p:cNvPr>
              <p:cNvPicPr/>
              <p:nvPr/>
            </p:nvPicPr>
            <p:blipFill>
              <a:blip r:embed="rId338"/>
              <a:stretch>
                <a:fillRect/>
              </a:stretch>
            </p:blipFill>
            <p:spPr>
              <a:xfrm>
                <a:off x="5334278" y="2847816"/>
                <a:ext cx="23076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339">
            <p14:nvContentPartPr>
              <p14:cNvPr id="160" name="Ink 159">
                <a:extLst>
                  <a:ext uri="{FF2B5EF4-FFF2-40B4-BE49-F238E27FC236}">
                    <a16:creationId xmlns:a16="http://schemas.microsoft.com/office/drawing/2014/main" id="{F3B4F2F4-4B1B-2A68-0432-F7B996563D3A}"/>
                  </a:ext>
                </a:extLst>
              </p14:cNvPr>
              <p14:cNvContentPartPr/>
              <p14:nvPr/>
            </p14:nvContentPartPr>
            <p14:xfrm>
              <a:off x="5634518" y="2776896"/>
              <a:ext cx="39240" cy="74520"/>
            </p14:xfrm>
          </p:contentPart>
        </mc:Choice>
        <mc:Fallback>
          <p:pic>
            <p:nvPicPr>
              <p:cNvPr id="160" name="Ink 159">
                <a:extLst>
                  <a:ext uri="{FF2B5EF4-FFF2-40B4-BE49-F238E27FC236}">
                    <a16:creationId xmlns:a16="http://schemas.microsoft.com/office/drawing/2014/main" id="{F3B4F2F4-4B1B-2A68-0432-F7B996563D3A}"/>
                  </a:ext>
                </a:extLst>
              </p:cNvPr>
              <p:cNvPicPr/>
              <p:nvPr/>
            </p:nvPicPr>
            <p:blipFill>
              <a:blip r:embed="rId340"/>
              <a:stretch>
                <a:fillRect/>
              </a:stretch>
            </p:blipFill>
            <p:spPr>
              <a:xfrm>
                <a:off x="5630198" y="2772576"/>
                <a:ext cx="4788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341">
            <p14:nvContentPartPr>
              <p14:cNvPr id="161" name="Ink 160">
                <a:extLst>
                  <a:ext uri="{FF2B5EF4-FFF2-40B4-BE49-F238E27FC236}">
                    <a16:creationId xmlns:a16="http://schemas.microsoft.com/office/drawing/2014/main" id="{143C7673-17F5-9F8F-8C70-26347CDDB680}"/>
                  </a:ext>
                </a:extLst>
              </p14:cNvPr>
              <p14:cNvContentPartPr/>
              <p14:nvPr/>
            </p14:nvContentPartPr>
            <p14:xfrm>
              <a:off x="5671238" y="2774736"/>
              <a:ext cx="45360" cy="69840"/>
            </p14:xfrm>
          </p:contentPart>
        </mc:Choice>
        <mc:Fallback>
          <p:pic>
            <p:nvPicPr>
              <p:cNvPr id="161" name="Ink 160">
                <a:extLst>
                  <a:ext uri="{FF2B5EF4-FFF2-40B4-BE49-F238E27FC236}">
                    <a16:creationId xmlns:a16="http://schemas.microsoft.com/office/drawing/2014/main" id="{143C7673-17F5-9F8F-8C70-26347CDDB680}"/>
                  </a:ext>
                </a:extLst>
              </p:cNvPr>
              <p:cNvPicPr/>
              <p:nvPr/>
            </p:nvPicPr>
            <p:blipFill>
              <a:blip r:embed="rId342"/>
              <a:stretch>
                <a:fillRect/>
              </a:stretch>
            </p:blipFill>
            <p:spPr>
              <a:xfrm>
                <a:off x="5666918" y="2770416"/>
                <a:ext cx="5400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343">
            <p14:nvContentPartPr>
              <p14:cNvPr id="162" name="Ink 161">
                <a:extLst>
                  <a:ext uri="{FF2B5EF4-FFF2-40B4-BE49-F238E27FC236}">
                    <a16:creationId xmlns:a16="http://schemas.microsoft.com/office/drawing/2014/main" id="{039ADD96-0442-F25F-2B54-3DFC3015DAC5}"/>
                  </a:ext>
                </a:extLst>
              </p14:cNvPr>
              <p14:cNvContentPartPr/>
              <p14:nvPr/>
            </p14:nvContentPartPr>
            <p14:xfrm>
              <a:off x="5545238" y="2670336"/>
              <a:ext cx="186840" cy="97200"/>
            </p14:xfrm>
          </p:contentPart>
        </mc:Choice>
        <mc:Fallback>
          <p:pic>
            <p:nvPicPr>
              <p:cNvPr id="162" name="Ink 161">
                <a:extLst>
                  <a:ext uri="{FF2B5EF4-FFF2-40B4-BE49-F238E27FC236}">
                    <a16:creationId xmlns:a16="http://schemas.microsoft.com/office/drawing/2014/main" id="{039ADD96-0442-F25F-2B54-3DFC3015DAC5}"/>
                  </a:ext>
                </a:extLst>
              </p:cNvPr>
              <p:cNvPicPr/>
              <p:nvPr/>
            </p:nvPicPr>
            <p:blipFill>
              <a:blip r:embed="rId344"/>
              <a:stretch>
                <a:fillRect/>
              </a:stretch>
            </p:blipFill>
            <p:spPr>
              <a:xfrm>
                <a:off x="5540918" y="2666016"/>
                <a:ext cx="19548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345">
            <p14:nvContentPartPr>
              <p14:cNvPr id="163" name="Ink 162">
                <a:extLst>
                  <a:ext uri="{FF2B5EF4-FFF2-40B4-BE49-F238E27FC236}">
                    <a16:creationId xmlns:a16="http://schemas.microsoft.com/office/drawing/2014/main" id="{F13C5765-17E5-93E6-EC2B-A7E3377D2410}"/>
                  </a:ext>
                </a:extLst>
              </p14:cNvPr>
              <p14:cNvContentPartPr/>
              <p14:nvPr/>
            </p14:nvContentPartPr>
            <p14:xfrm>
              <a:off x="5585198" y="2856456"/>
              <a:ext cx="195840" cy="106200"/>
            </p14:xfrm>
          </p:contentPart>
        </mc:Choice>
        <mc:Fallback>
          <p:pic>
            <p:nvPicPr>
              <p:cNvPr id="163" name="Ink 162">
                <a:extLst>
                  <a:ext uri="{FF2B5EF4-FFF2-40B4-BE49-F238E27FC236}">
                    <a16:creationId xmlns:a16="http://schemas.microsoft.com/office/drawing/2014/main" id="{F13C5765-17E5-93E6-EC2B-A7E3377D2410}"/>
                  </a:ext>
                </a:extLst>
              </p:cNvPr>
              <p:cNvPicPr/>
              <p:nvPr/>
            </p:nvPicPr>
            <p:blipFill>
              <a:blip r:embed="rId346"/>
              <a:stretch>
                <a:fillRect/>
              </a:stretch>
            </p:blipFill>
            <p:spPr>
              <a:xfrm>
                <a:off x="5580878" y="2852136"/>
                <a:ext cx="20448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347">
            <p14:nvContentPartPr>
              <p14:cNvPr id="164" name="Ink 163">
                <a:extLst>
                  <a:ext uri="{FF2B5EF4-FFF2-40B4-BE49-F238E27FC236}">
                    <a16:creationId xmlns:a16="http://schemas.microsoft.com/office/drawing/2014/main" id="{02135365-D94C-CF49-50AD-C687DEED5C3F}"/>
                  </a:ext>
                </a:extLst>
              </p14:cNvPr>
              <p14:cNvContentPartPr/>
              <p14:nvPr/>
            </p14:nvContentPartPr>
            <p14:xfrm>
              <a:off x="6066158" y="2552976"/>
              <a:ext cx="145800" cy="107640"/>
            </p14:xfrm>
          </p:contentPart>
        </mc:Choice>
        <mc:Fallback>
          <p:pic>
            <p:nvPicPr>
              <p:cNvPr id="164" name="Ink 163">
                <a:extLst>
                  <a:ext uri="{FF2B5EF4-FFF2-40B4-BE49-F238E27FC236}">
                    <a16:creationId xmlns:a16="http://schemas.microsoft.com/office/drawing/2014/main" id="{02135365-D94C-CF49-50AD-C687DEED5C3F}"/>
                  </a:ext>
                </a:extLst>
              </p:cNvPr>
              <p:cNvPicPr/>
              <p:nvPr/>
            </p:nvPicPr>
            <p:blipFill>
              <a:blip r:embed="rId348"/>
              <a:stretch>
                <a:fillRect/>
              </a:stretch>
            </p:blipFill>
            <p:spPr>
              <a:xfrm>
                <a:off x="6061838" y="2548656"/>
                <a:ext cx="15444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349">
            <p14:nvContentPartPr>
              <p14:cNvPr id="165" name="Ink 164">
                <a:extLst>
                  <a:ext uri="{FF2B5EF4-FFF2-40B4-BE49-F238E27FC236}">
                    <a16:creationId xmlns:a16="http://schemas.microsoft.com/office/drawing/2014/main" id="{872E0A93-B469-2D54-380B-67408FD28C57}"/>
                  </a:ext>
                </a:extLst>
              </p14:cNvPr>
              <p14:cNvContentPartPr/>
              <p14:nvPr/>
            </p14:nvContentPartPr>
            <p14:xfrm>
              <a:off x="6102518" y="2527776"/>
              <a:ext cx="68760" cy="186840"/>
            </p14:xfrm>
          </p:contentPart>
        </mc:Choice>
        <mc:Fallback>
          <p:pic>
            <p:nvPicPr>
              <p:cNvPr id="165" name="Ink 164">
                <a:extLst>
                  <a:ext uri="{FF2B5EF4-FFF2-40B4-BE49-F238E27FC236}">
                    <a16:creationId xmlns:a16="http://schemas.microsoft.com/office/drawing/2014/main" id="{872E0A93-B469-2D54-380B-67408FD28C57}"/>
                  </a:ext>
                </a:extLst>
              </p:cNvPr>
              <p:cNvPicPr/>
              <p:nvPr/>
            </p:nvPicPr>
            <p:blipFill>
              <a:blip r:embed="rId350"/>
              <a:stretch>
                <a:fillRect/>
              </a:stretch>
            </p:blipFill>
            <p:spPr>
              <a:xfrm>
                <a:off x="6098198" y="2523456"/>
                <a:ext cx="7740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351">
            <p14:nvContentPartPr>
              <p14:cNvPr id="168" name="Ink 167">
                <a:extLst>
                  <a:ext uri="{FF2B5EF4-FFF2-40B4-BE49-F238E27FC236}">
                    <a16:creationId xmlns:a16="http://schemas.microsoft.com/office/drawing/2014/main" id="{720EF73F-F265-4361-7097-798DF69B0083}"/>
                  </a:ext>
                </a:extLst>
              </p14:cNvPr>
              <p14:cNvContentPartPr/>
              <p14:nvPr/>
            </p14:nvContentPartPr>
            <p14:xfrm>
              <a:off x="6258758" y="2622096"/>
              <a:ext cx="46800" cy="123120"/>
            </p14:xfrm>
          </p:contentPart>
        </mc:Choice>
        <mc:Fallback>
          <p:pic>
            <p:nvPicPr>
              <p:cNvPr id="168" name="Ink 167">
                <a:extLst>
                  <a:ext uri="{FF2B5EF4-FFF2-40B4-BE49-F238E27FC236}">
                    <a16:creationId xmlns:a16="http://schemas.microsoft.com/office/drawing/2014/main" id="{720EF73F-F265-4361-7097-798DF69B0083}"/>
                  </a:ext>
                </a:extLst>
              </p:cNvPr>
              <p:cNvPicPr/>
              <p:nvPr/>
            </p:nvPicPr>
            <p:blipFill>
              <a:blip r:embed="rId352"/>
              <a:stretch>
                <a:fillRect/>
              </a:stretch>
            </p:blipFill>
            <p:spPr>
              <a:xfrm>
                <a:off x="6254438" y="2617776"/>
                <a:ext cx="55440" cy="131760"/>
              </a:xfrm>
              <a:prstGeom prst="rect">
                <a:avLst/>
              </a:prstGeom>
            </p:spPr>
          </p:pic>
        </mc:Fallback>
      </mc:AlternateContent>
      <mc:AlternateContent xmlns:mc="http://schemas.openxmlformats.org/markup-compatibility/2006">
        <mc:Choice xmlns:p14="http://schemas.microsoft.com/office/powerpoint/2010/main" Requires="p14">
          <p:contentPart p14:bwMode="auto" r:id="rId353">
            <p14:nvContentPartPr>
              <p14:cNvPr id="169" name="Ink 168">
                <a:extLst>
                  <a:ext uri="{FF2B5EF4-FFF2-40B4-BE49-F238E27FC236}">
                    <a16:creationId xmlns:a16="http://schemas.microsoft.com/office/drawing/2014/main" id="{39B14DB0-343E-F140-D0E0-227DF41FF66A}"/>
                  </a:ext>
                </a:extLst>
              </p14:cNvPr>
              <p14:cNvContentPartPr/>
              <p14:nvPr/>
            </p14:nvContentPartPr>
            <p14:xfrm>
              <a:off x="6303758" y="2628936"/>
              <a:ext cx="30960" cy="111960"/>
            </p14:xfrm>
          </p:contentPart>
        </mc:Choice>
        <mc:Fallback>
          <p:pic>
            <p:nvPicPr>
              <p:cNvPr id="169" name="Ink 168">
                <a:extLst>
                  <a:ext uri="{FF2B5EF4-FFF2-40B4-BE49-F238E27FC236}">
                    <a16:creationId xmlns:a16="http://schemas.microsoft.com/office/drawing/2014/main" id="{39B14DB0-343E-F140-D0E0-227DF41FF66A}"/>
                  </a:ext>
                </a:extLst>
              </p:cNvPr>
              <p:cNvPicPr/>
              <p:nvPr/>
            </p:nvPicPr>
            <p:blipFill>
              <a:blip r:embed="rId354"/>
              <a:stretch>
                <a:fillRect/>
              </a:stretch>
            </p:blipFill>
            <p:spPr>
              <a:xfrm>
                <a:off x="6299438" y="2624616"/>
                <a:ext cx="3960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355">
            <p14:nvContentPartPr>
              <p14:cNvPr id="170" name="Ink 169">
                <a:extLst>
                  <a:ext uri="{FF2B5EF4-FFF2-40B4-BE49-F238E27FC236}">
                    <a16:creationId xmlns:a16="http://schemas.microsoft.com/office/drawing/2014/main" id="{1C5F5423-526C-1E90-9D74-079D337BE036}"/>
                  </a:ext>
                </a:extLst>
              </p14:cNvPr>
              <p14:cNvContentPartPr/>
              <p14:nvPr/>
            </p14:nvContentPartPr>
            <p14:xfrm>
              <a:off x="6203678" y="2611656"/>
              <a:ext cx="144720" cy="73080"/>
            </p14:xfrm>
          </p:contentPart>
        </mc:Choice>
        <mc:Fallback>
          <p:pic>
            <p:nvPicPr>
              <p:cNvPr id="170" name="Ink 169">
                <a:extLst>
                  <a:ext uri="{FF2B5EF4-FFF2-40B4-BE49-F238E27FC236}">
                    <a16:creationId xmlns:a16="http://schemas.microsoft.com/office/drawing/2014/main" id="{1C5F5423-526C-1E90-9D74-079D337BE036}"/>
                  </a:ext>
                </a:extLst>
              </p:cNvPr>
              <p:cNvPicPr/>
              <p:nvPr/>
            </p:nvPicPr>
            <p:blipFill>
              <a:blip r:embed="rId356"/>
              <a:stretch>
                <a:fillRect/>
              </a:stretch>
            </p:blipFill>
            <p:spPr>
              <a:xfrm>
                <a:off x="6199358" y="2607336"/>
                <a:ext cx="15336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357">
            <p14:nvContentPartPr>
              <p14:cNvPr id="171" name="Ink 170">
                <a:extLst>
                  <a:ext uri="{FF2B5EF4-FFF2-40B4-BE49-F238E27FC236}">
                    <a16:creationId xmlns:a16="http://schemas.microsoft.com/office/drawing/2014/main" id="{9FD88350-B046-AF4E-D555-87286D4F5942}"/>
                  </a:ext>
                </a:extLst>
              </p14:cNvPr>
              <p14:cNvContentPartPr/>
              <p14:nvPr/>
            </p14:nvContentPartPr>
            <p14:xfrm>
              <a:off x="6227078" y="2767896"/>
              <a:ext cx="142920" cy="61560"/>
            </p14:xfrm>
          </p:contentPart>
        </mc:Choice>
        <mc:Fallback>
          <p:pic>
            <p:nvPicPr>
              <p:cNvPr id="171" name="Ink 170">
                <a:extLst>
                  <a:ext uri="{FF2B5EF4-FFF2-40B4-BE49-F238E27FC236}">
                    <a16:creationId xmlns:a16="http://schemas.microsoft.com/office/drawing/2014/main" id="{9FD88350-B046-AF4E-D555-87286D4F5942}"/>
                  </a:ext>
                </a:extLst>
              </p:cNvPr>
              <p:cNvPicPr/>
              <p:nvPr/>
            </p:nvPicPr>
            <p:blipFill>
              <a:blip r:embed="rId358"/>
              <a:stretch>
                <a:fillRect/>
              </a:stretch>
            </p:blipFill>
            <p:spPr>
              <a:xfrm>
                <a:off x="6222758" y="2763576"/>
                <a:ext cx="15156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359">
            <p14:nvContentPartPr>
              <p14:cNvPr id="172" name="Ink 171">
                <a:extLst>
                  <a:ext uri="{FF2B5EF4-FFF2-40B4-BE49-F238E27FC236}">
                    <a16:creationId xmlns:a16="http://schemas.microsoft.com/office/drawing/2014/main" id="{808EFC88-AD02-FB17-E7AA-F0C8CB358238}"/>
                  </a:ext>
                </a:extLst>
              </p14:cNvPr>
              <p14:cNvContentPartPr/>
              <p14:nvPr/>
            </p14:nvContentPartPr>
            <p14:xfrm>
              <a:off x="6399158" y="2622456"/>
              <a:ext cx="43920" cy="109440"/>
            </p14:xfrm>
          </p:contentPart>
        </mc:Choice>
        <mc:Fallback>
          <p:pic>
            <p:nvPicPr>
              <p:cNvPr id="172" name="Ink 171">
                <a:extLst>
                  <a:ext uri="{FF2B5EF4-FFF2-40B4-BE49-F238E27FC236}">
                    <a16:creationId xmlns:a16="http://schemas.microsoft.com/office/drawing/2014/main" id="{808EFC88-AD02-FB17-E7AA-F0C8CB358238}"/>
                  </a:ext>
                </a:extLst>
              </p:cNvPr>
              <p:cNvPicPr/>
              <p:nvPr/>
            </p:nvPicPr>
            <p:blipFill>
              <a:blip r:embed="rId360"/>
              <a:stretch>
                <a:fillRect/>
              </a:stretch>
            </p:blipFill>
            <p:spPr>
              <a:xfrm>
                <a:off x="6394838" y="2618136"/>
                <a:ext cx="5256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361">
            <p14:nvContentPartPr>
              <p14:cNvPr id="173" name="Ink 172">
                <a:extLst>
                  <a:ext uri="{FF2B5EF4-FFF2-40B4-BE49-F238E27FC236}">
                    <a16:creationId xmlns:a16="http://schemas.microsoft.com/office/drawing/2014/main" id="{7FA72104-771E-7E79-0093-9AE45A8134F5}"/>
                  </a:ext>
                </a:extLst>
              </p14:cNvPr>
              <p14:cNvContentPartPr/>
              <p14:nvPr/>
            </p14:nvContentPartPr>
            <p14:xfrm>
              <a:off x="6502838" y="2485296"/>
              <a:ext cx="146160" cy="46440"/>
            </p14:xfrm>
          </p:contentPart>
        </mc:Choice>
        <mc:Fallback>
          <p:pic>
            <p:nvPicPr>
              <p:cNvPr id="173" name="Ink 172">
                <a:extLst>
                  <a:ext uri="{FF2B5EF4-FFF2-40B4-BE49-F238E27FC236}">
                    <a16:creationId xmlns:a16="http://schemas.microsoft.com/office/drawing/2014/main" id="{7FA72104-771E-7E79-0093-9AE45A8134F5}"/>
                  </a:ext>
                </a:extLst>
              </p:cNvPr>
              <p:cNvPicPr/>
              <p:nvPr/>
            </p:nvPicPr>
            <p:blipFill>
              <a:blip r:embed="rId362"/>
              <a:stretch>
                <a:fillRect/>
              </a:stretch>
            </p:blipFill>
            <p:spPr>
              <a:xfrm>
                <a:off x="6498518" y="2480976"/>
                <a:ext cx="154800" cy="55080"/>
              </a:xfrm>
              <a:prstGeom prst="rect">
                <a:avLst/>
              </a:prstGeom>
            </p:spPr>
          </p:pic>
        </mc:Fallback>
      </mc:AlternateContent>
      <mc:AlternateContent xmlns:mc="http://schemas.openxmlformats.org/markup-compatibility/2006">
        <mc:Choice xmlns:p14="http://schemas.microsoft.com/office/powerpoint/2010/main" Requires="p14">
          <p:contentPart p14:bwMode="auto" r:id="rId363">
            <p14:nvContentPartPr>
              <p14:cNvPr id="174" name="Ink 173">
                <a:extLst>
                  <a:ext uri="{FF2B5EF4-FFF2-40B4-BE49-F238E27FC236}">
                    <a16:creationId xmlns:a16="http://schemas.microsoft.com/office/drawing/2014/main" id="{29CC2A3A-41F2-48A4-5541-CD391ECF09BF}"/>
                  </a:ext>
                </a:extLst>
              </p14:cNvPr>
              <p14:cNvContentPartPr/>
              <p14:nvPr/>
            </p14:nvContentPartPr>
            <p14:xfrm>
              <a:off x="6547118" y="2473776"/>
              <a:ext cx="54000" cy="105480"/>
            </p14:xfrm>
          </p:contentPart>
        </mc:Choice>
        <mc:Fallback>
          <p:pic>
            <p:nvPicPr>
              <p:cNvPr id="174" name="Ink 173">
                <a:extLst>
                  <a:ext uri="{FF2B5EF4-FFF2-40B4-BE49-F238E27FC236}">
                    <a16:creationId xmlns:a16="http://schemas.microsoft.com/office/drawing/2014/main" id="{29CC2A3A-41F2-48A4-5541-CD391ECF09BF}"/>
                  </a:ext>
                </a:extLst>
              </p:cNvPr>
              <p:cNvPicPr/>
              <p:nvPr/>
            </p:nvPicPr>
            <p:blipFill>
              <a:blip r:embed="rId364"/>
              <a:stretch>
                <a:fillRect/>
              </a:stretch>
            </p:blipFill>
            <p:spPr>
              <a:xfrm>
                <a:off x="6542798" y="2469456"/>
                <a:ext cx="6264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365">
            <p14:nvContentPartPr>
              <p14:cNvPr id="175" name="Ink 174">
                <a:extLst>
                  <a:ext uri="{FF2B5EF4-FFF2-40B4-BE49-F238E27FC236}">
                    <a16:creationId xmlns:a16="http://schemas.microsoft.com/office/drawing/2014/main" id="{CC4286C0-250E-94BD-0C49-44C8A319C83D}"/>
                  </a:ext>
                </a:extLst>
              </p14:cNvPr>
              <p14:cNvContentPartPr/>
              <p14:nvPr/>
            </p14:nvContentPartPr>
            <p14:xfrm>
              <a:off x="6755198" y="2355696"/>
              <a:ext cx="130680" cy="89640"/>
            </p14:xfrm>
          </p:contentPart>
        </mc:Choice>
        <mc:Fallback>
          <p:pic>
            <p:nvPicPr>
              <p:cNvPr id="175" name="Ink 174">
                <a:extLst>
                  <a:ext uri="{FF2B5EF4-FFF2-40B4-BE49-F238E27FC236}">
                    <a16:creationId xmlns:a16="http://schemas.microsoft.com/office/drawing/2014/main" id="{CC4286C0-250E-94BD-0C49-44C8A319C83D}"/>
                  </a:ext>
                </a:extLst>
              </p:cNvPr>
              <p:cNvPicPr/>
              <p:nvPr/>
            </p:nvPicPr>
            <p:blipFill>
              <a:blip r:embed="rId366"/>
              <a:stretch>
                <a:fillRect/>
              </a:stretch>
            </p:blipFill>
            <p:spPr>
              <a:xfrm>
                <a:off x="6750878" y="2351376"/>
                <a:ext cx="139320" cy="98280"/>
              </a:xfrm>
              <a:prstGeom prst="rect">
                <a:avLst/>
              </a:prstGeom>
            </p:spPr>
          </p:pic>
        </mc:Fallback>
      </mc:AlternateContent>
      <mc:AlternateContent xmlns:mc="http://schemas.openxmlformats.org/markup-compatibility/2006">
        <mc:Choice xmlns:p14="http://schemas.microsoft.com/office/powerpoint/2010/main" Requires="p14">
          <p:contentPart p14:bwMode="auto" r:id="rId367">
            <p14:nvContentPartPr>
              <p14:cNvPr id="176" name="Ink 175">
                <a:extLst>
                  <a:ext uri="{FF2B5EF4-FFF2-40B4-BE49-F238E27FC236}">
                    <a16:creationId xmlns:a16="http://schemas.microsoft.com/office/drawing/2014/main" id="{08EB02A5-C25D-5C16-52A3-1E4192D4C5BB}"/>
                  </a:ext>
                </a:extLst>
              </p14:cNvPr>
              <p14:cNvContentPartPr/>
              <p14:nvPr/>
            </p14:nvContentPartPr>
            <p14:xfrm>
              <a:off x="6819998" y="2333736"/>
              <a:ext cx="34920" cy="162000"/>
            </p14:xfrm>
          </p:contentPart>
        </mc:Choice>
        <mc:Fallback>
          <p:pic>
            <p:nvPicPr>
              <p:cNvPr id="176" name="Ink 175">
                <a:extLst>
                  <a:ext uri="{FF2B5EF4-FFF2-40B4-BE49-F238E27FC236}">
                    <a16:creationId xmlns:a16="http://schemas.microsoft.com/office/drawing/2014/main" id="{08EB02A5-C25D-5C16-52A3-1E4192D4C5BB}"/>
                  </a:ext>
                </a:extLst>
              </p:cNvPr>
              <p:cNvPicPr/>
              <p:nvPr/>
            </p:nvPicPr>
            <p:blipFill>
              <a:blip r:embed="rId368"/>
              <a:stretch>
                <a:fillRect/>
              </a:stretch>
            </p:blipFill>
            <p:spPr>
              <a:xfrm>
                <a:off x="6815678" y="2329416"/>
                <a:ext cx="43560" cy="170640"/>
              </a:xfrm>
              <a:prstGeom prst="rect">
                <a:avLst/>
              </a:prstGeom>
            </p:spPr>
          </p:pic>
        </mc:Fallback>
      </mc:AlternateContent>
      <mc:AlternateContent xmlns:mc="http://schemas.openxmlformats.org/markup-compatibility/2006">
        <mc:Choice xmlns:p14="http://schemas.microsoft.com/office/powerpoint/2010/main" Requires="p14">
          <p:contentPart p14:bwMode="auto" r:id="rId369">
            <p14:nvContentPartPr>
              <p14:cNvPr id="177" name="Ink 176">
                <a:extLst>
                  <a:ext uri="{FF2B5EF4-FFF2-40B4-BE49-F238E27FC236}">
                    <a16:creationId xmlns:a16="http://schemas.microsoft.com/office/drawing/2014/main" id="{0A692F6C-ECAF-CF08-0ED3-27050568B942}"/>
                  </a:ext>
                </a:extLst>
              </p14:cNvPr>
              <p14:cNvContentPartPr/>
              <p14:nvPr/>
            </p14:nvContentPartPr>
            <p14:xfrm>
              <a:off x="6913238" y="2424096"/>
              <a:ext cx="42120" cy="102960"/>
            </p14:xfrm>
          </p:contentPart>
        </mc:Choice>
        <mc:Fallback>
          <p:pic>
            <p:nvPicPr>
              <p:cNvPr id="177" name="Ink 176">
                <a:extLst>
                  <a:ext uri="{FF2B5EF4-FFF2-40B4-BE49-F238E27FC236}">
                    <a16:creationId xmlns:a16="http://schemas.microsoft.com/office/drawing/2014/main" id="{0A692F6C-ECAF-CF08-0ED3-27050568B942}"/>
                  </a:ext>
                </a:extLst>
              </p:cNvPr>
              <p:cNvPicPr/>
              <p:nvPr/>
            </p:nvPicPr>
            <p:blipFill>
              <a:blip r:embed="rId370"/>
              <a:stretch>
                <a:fillRect/>
              </a:stretch>
            </p:blipFill>
            <p:spPr>
              <a:xfrm>
                <a:off x="6908918" y="2419776"/>
                <a:ext cx="50760" cy="111600"/>
              </a:xfrm>
              <a:prstGeom prst="rect">
                <a:avLst/>
              </a:prstGeom>
            </p:spPr>
          </p:pic>
        </mc:Fallback>
      </mc:AlternateContent>
      <mc:AlternateContent xmlns:mc="http://schemas.openxmlformats.org/markup-compatibility/2006">
        <mc:Choice xmlns:p14="http://schemas.microsoft.com/office/powerpoint/2010/main" Requires="p14">
          <p:contentPart p14:bwMode="auto" r:id="rId371">
            <p14:nvContentPartPr>
              <p14:cNvPr id="178" name="Ink 177">
                <a:extLst>
                  <a:ext uri="{FF2B5EF4-FFF2-40B4-BE49-F238E27FC236}">
                    <a16:creationId xmlns:a16="http://schemas.microsoft.com/office/drawing/2014/main" id="{9E959C85-7142-623F-382E-AA727085AB8B}"/>
                  </a:ext>
                </a:extLst>
              </p14:cNvPr>
              <p14:cNvContentPartPr/>
              <p14:nvPr/>
            </p14:nvContentPartPr>
            <p14:xfrm>
              <a:off x="6970118" y="2425176"/>
              <a:ext cx="26280" cy="92880"/>
            </p14:xfrm>
          </p:contentPart>
        </mc:Choice>
        <mc:Fallback>
          <p:pic>
            <p:nvPicPr>
              <p:cNvPr id="178" name="Ink 177">
                <a:extLst>
                  <a:ext uri="{FF2B5EF4-FFF2-40B4-BE49-F238E27FC236}">
                    <a16:creationId xmlns:a16="http://schemas.microsoft.com/office/drawing/2014/main" id="{9E959C85-7142-623F-382E-AA727085AB8B}"/>
                  </a:ext>
                </a:extLst>
              </p:cNvPr>
              <p:cNvPicPr/>
              <p:nvPr/>
            </p:nvPicPr>
            <p:blipFill>
              <a:blip r:embed="rId372"/>
              <a:stretch>
                <a:fillRect/>
              </a:stretch>
            </p:blipFill>
            <p:spPr>
              <a:xfrm>
                <a:off x="6965798" y="2420856"/>
                <a:ext cx="3492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373">
            <p14:nvContentPartPr>
              <p14:cNvPr id="179" name="Ink 178">
                <a:extLst>
                  <a:ext uri="{FF2B5EF4-FFF2-40B4-BE49-F238E27FC236}">
                    <a16:creationId xmlns:a16="http://schemas.microsoft.com/office/drawing/2014/main" id="{2991550B-4701-3135-C2C9-C3A26F4D7A93}"/>
                  </a:ext>
                </a:extLst>
              </p14:cNvPr>
              <p14:cNvContentPartPr/>
              <p14:nvPr/>
            </p14:nvContentPartPr>
            <p14:xfrm>
              <a:off x="6868958" y="2389176"/>
              <a:ext cx="136440" cy="53280"/>
            </p14:xfrm>
          </p:contentPart>
        </mc:Choice>
        <mc:Fallback>
          <p:pic>
            <p:nvPicPr>
              <p:cNvPr id="179" name="Ink 178">
                <a:extLst>
                  <a:ext uri="{FF2B5EF4-FFF2-40B4-BE49-F238E27FC236}">
                    <a16:creationId xmlns:a16="http://schemas.microsoft.com/office/drawing/2014/main" id="{2991550B-4701-3135-C2C9-C3A26F4D7A93}"/>
                  </a:ext>
                </a:extLst>
              </p:cNvPr>
              <p:cNvPicPr/>
              <p:nvPr/>
            </p:nvPicPr>
            <p:blipFill>
              <a:blip r:embed="rId374"/>
              <a:stretch>
                <a:fillRect/>
              </a:stretch>
            </p:blipFill>
            <p:spPr>
              <a:xfrm>
                <a:off x="6864638" y="2384856"/>
                <a:ext cx="145080" cy="61920"/>
              </a:xfrm>
              <a:prstGeom prst="rect">
                <a:avLst/>
              </a:prstGeom>
            </p:spPr>
          </p:pic>
        </mc:Fallback>
      </mc:AlternateContent>
      <mc:AlternateContent xmlns:mc="http://schemas.openxmlformats.org/markup-compatibility/2006">
        <mc:Choice xmlns:p14="http://schemas.microsoft.com/office/powerpoint/2010/main" Requires="p14">
          <p:contentPart p14:bwMode="auto" r:id="rId375">
            <p14:nvContentPartPr>
              <p14:cNvPr id="180" name="Ink 179">
                <a:extLst>
                  <a:ext uri="{FF2B5EF4-FFF2-40B4-BE49-F238E27FC236}">
                    <a16:creationId xmlns:a16="http://schemas.microsoft.com/office/drawing/2014/main" id="{61196F4C-21EB-3F33-9CA5-45D77F2A29BC}"/>
                  </a:ext>
                </a:extLst>
              </p14:cNvPr>
              <p14:cNvContentPartPr/>
              <p14:nvPr/>
            </p14:nvContentPartPr>
            <p14:xfrm>
              <a:off x="6865718" y="2559816"/>
              <a:ext cx="159120" cy="61920"/>
            </p14:xfrm>
          </p:contentPart>
        </mc:Choice>
        <mc:Fallback>
          <p:pic>
            <p:nvPicPr>
              <p:cNvPr id="180" name="Ink 179">
                <a:extLst>
                  <a:ext uri="{FF2B5EF4-FFF2-40B4-BE49-F238E27FC236}">
                    <a16:creationId xmlns:a16="http://schemas.microsoft.com/office/drawing/2014/main" id="{61196F4C-21EB-3F33-9CA5-45D77F2A29BC}"/>
                  </a:ext>
                </a:extLst>
              </p:cNvPr>
              <p:cNvPicPr/>
              <p:nvPr/>
            </p:nvPicPr>
            <p:blipFill>
              <a:blip r:embed="rId376"/>
              <a:stretch>
                <a:fillRect/>
              </a:stretch>
            </p:blipFill>
            <p:spPr>
              <a:xfrm>
                <a:off x="6861398" y="2555496"/>
                <a:ext cx="167760" cy="70560"/>
              </a:xfrm>
              <a:prstGeom prst="rect">
                <a:avLst/>
              </a:prstGeom>
            </p:spPr>
          </p:pic>
        </mc:Fallback>
      </mc:AlternateContent>
      <mc:AlternateContent xmlns:mc="http://schemas.openxmlformats.org/markup-compatibility/2006">
        <mc:Choice xmlns:p14="http://schemas.microsoft.com/office/powerpoint/2010/main" Requires="p14">
          <p:contentPart p14:bwMode="auto" r:id="rId377">
            <p14:nvContentPartPr>
              <p14:cNvPr id="181" name="Ink 180">
                <a:extLst>
                  <a:ext uri="{FF2B5EF4-FFF2-40B4-BE49-F238E27FC236}">
                    <a16:creationId xmlns:a16="http://schemas.microsoft.com/office/drawing/2014/main" id="{D1663C9B-09CA-AEED-FE47-278C21E30936}"/>
                  </a:ext>
                </a:extLst>
              </p14:cNvPr>
              <p14:cNvContentPartPr/>
              <p14:nvPr/>
            </p14:nvContentPartPr>
            <p14:xfrm>
              <a:off x="7090358" y="2420136"/>
              <a:ext cx="115200" cy="124920"/>
            </p14:xfrm>
          </p:contentPart>
        </mc:Choice>
        <mc:Fallback>
          <p:pic>
            <p:nvPicPr>
              <p:cNvPr id="181" name="Ink 180">
                <a:extLst>
                  <a:ext uri="{FF2B5EF4-FFF2-40B4-BE49-F238E27FC236}">
                    <a16:creationId xmlns:a16="http://schemas.microsoft.com/office/drawing/2014/main" id="{D1663C9B-09CA-AEED-FE47-278C21E30936}"/>
                  </a:ext>
                </a:extLst>
              </p:cNvPr>
              <p:cNvPicPr/>
              <p:nvPr/>
            </p:nvPicPr>
            <p:blipFill>
              <a:blip r:embed="rId378"/>
              <a:stretch>
                <a:fillRect/>
              </a:stretch>
            </p:blipFill>
            <p:spPr>
              <a:xfrm>
                <a:off x="7086038" y="2415816"/>
                <a:ext cx="12384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379">
            <p14:nvContentPartPr>
              <p14:cNvPr id="182" name="Ink 181">
                <a:extLst>
                  <a:ext uri="{FF2B5EF4-FFF2-40B4-BE49-F238E27FC236}">
                    <a16:creationId xmlns:a16="http://schemas.microsoft.com/office/drawing/2014/main" id="{4FC7ABBC-A097-F14D-3372-A3A537D25BEA}"/>
                  </a:ext>
                </a:extLst>
              </p14:cNvPr>
              <p14:cNvContentPartPr/>
              <p14:nvPr/>
            </p14:nvContentPartPr>
            <p14:xfrm>
              <a:off x="7260998" y="2311776"/>
              <a:ext cx="119880" cy="51480"/>
            </p14:xfrm>
          </p:contentPart>
        </mc:Choice>
        <mc:Fallback>
          <p:pic>
            <p:nvPicPr>
              <p:cNvPr id="182" name="Ink 181">
                <a:extLst>
                  <a:ext uri="{FF2B5EF4-FFF2-40B4-BE49-F238E27FC236}">
                    <a16:creationId xmlns:a16="http://schemas.microsoft.com/office/drawing/2014/main" id="{4FC7ABBC-A097-F14D-3372-A3A537D25BEA}"/>
                  </a:ext>
                </a:extLst>
              </p:cNvPr>
              <p:cNvPicPr/>
              <p:nvPr/>
            </p:nvPicPr>
            <p:blipFill>
              <a:blip r:embed="rId380"/>
              <a:stretch>
                <a:fillRect/>
              </a:stretch>
            </p:blipFill>
            <p:spPr>
              <a:xfrm>
                <a:off x="7256678" y="2307456"/>
                <a:ext cx="128520" cy="60120"/>
              </a:xfrm>
              <a:prstGeom prst="rect">
                <a:avLst/>
              </a:prstGeom>
            </p:spPr>
          </p:pic>
        </mc:Fallback>
      </mc:AlternateContent>
      <mc:AlternateContent xmlns:mc="http://schemas.openxmlformats.org/markup-compatibility/2006">
        <mc:Choice xmlns:p14="http://schemas.microsoft.com/office/powerpoint/2010/main" Requires="p14">
          <p:contentPart p14:bwMode="auto" r:id="rId381">
            <p14:nvContentPartPr>
              <p14:cNvPr id="183" name="Ink 182">
                <a:extLst>
                  <a:ext uri="{FF2B5EF4-FFF2-40B4-BE49-F238E27FC236}">
                    <a16:creationId xmlns:a16="http://schemas.microsoft.com/office/drawing/2014/main" id="{586DD1FF-ABFF-E3E6-1246-7D3A64EBEFF9}"/>
                  </a:ext>
                </a:extLst>
              </p14:cNvPr>
              <p14:cNvContentPartPr/>
              <p14:nvPr/>
            </p14:nvContentPartPr>
            <p14:xfrm>
              <a:off x="7299878" y="2297016"/>
              <a:ext cx="47520" cy="107640"/>
            </p14:xfrm>
          </p:contentPart>
        </mc:Choice>
        <mc:Fallback>
          <p:pic>
            <p:nvPicPr>
              <p:cNvPr id="183" name="Ink 182">
                <a:extLst>
                  <a:ext uri="{FF2B5EF4-FFF2-40B4-BE49-F238E27FC236}">
                    <a16:creationId xmlns:a16="http://schemas.microsoft.com/office/drawing/2014/main" id="{586DD1FF-ABFF-E3E6-1246-7D3A64EBEFF9}"/>
                  </a:ext>
                </a:extLst>
              </p:cNvPr>
              <p:cNvPicPr/>
              <p:nvPr/>
            </p:nvPicPr>
            <p:blipFill>
              <a:blip r:embed="rId382"/>
              <a:stretch>
                <a:fillRect/>
              </a:stretch>
            </p:blipFill>
            <p:spPr>
              <a:xfrm>
                <a:off x="7295558" y="2292696"/>
                <a:ext cx="5616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383">
            <p14:nvContentPartPr>
              <p14:cNvPr id="184" name="Ink 183">
                <a:extLst>
                  <a:ext uri="{FF2B5EF4-FFF2-40B4-BE49-F238E27FC236}">
                    <a16:creationId xmlns:a16="http://schemas.microsoft.com/office/drawing/2014/main" id="{55878624-4C55-2A9E-DCD6-FEBC89913567}"/>
                  </a:ext>
                </a:extLst>
              </p14:cNvPr>
              <p14:cNvContentPartPr/>
              <p14:nvPr/>
            </p14:nvContentPartPr>
            <p14:xfrm>
              <a:off x="7470518" y="2314296"/>
              <a:ext cx="16920" cy="7200"/>
            </p14:xfrm>
          </p:contentPart>
        </mc:Choice>
        <mc:Fallback>
          <p:pic>
            <p:nvPicPr>
              <p:cNvPr id="184" name="Ink 183">
                <a:extLst>
                  <a:ext uri="{FF2B5EF4-FFF2-40B4-BE49-F238E27FC236}">
                    <a16:creationId xmlns:a16="http://schemas.microsoft.com/office/drawing/2014/main" id="{55878624-4C55-2A9E-DCD6-FEBC89913567}"/>
                  </a:ext>
                </a:extLst>
              </p:cNvPr>
              <p:cNvPicPr/>
              <p:nvPr/>
            </p:nvPicPr>
            <p:blipFill>
              <a:blip r:embed="rId384"/>
              <a:stretch>
                <a:fillRect/>
              </a:stretch>
            </p:blipFill>
            <p:spPr>
              <a:xfrm>
                <a:off x="7466198" y="2309976"/>
                <a:ext cx="2556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385">
            <p14:nvContentPartPr>
              <p14:cNvPr id="185" name="Ink 184">
                <a:extLst>
                  <a:ext uri="{FF2B5EF4-FFF2-40B4-BE49-F238E27FC236}">
                    <a16:creationId xmlns:a16="http://schemas.microsoft.com/office/drawing/2014/main" id="{6210009E-8966-D83B-D357-C4B0FF51FAE6}"/>
                  </a:ext>
                </a:extLst>
              </p14:cNvPr>
              <p14:cNvContentPartPr/>
              <p14:nvPr/>
            </p14:nvContentPartPr>
            <p14:xfrm>
              <a:off x="7595798" y="2279736"/>
              <a:ext cx="21240" cy="1080"/>
            </p14:xfrm>
          </p:contentPart>
        </mc:Choice>
        <mc:Fallback>
          <p:pic>
            <p:nvPicPr>
              <p:cNvPr id="185" name="Ink 184">
                <a:extLst>
                  <a:ext uri="{FF2B5EF4-FFF2-40B4-BE49-F238E27FC236}">
                    <a16:creationId xmlns:a16="http://schemas.microsoft.com/office/drawing/2014/main" id="{6210009E-8966-D83B-D357-C4B0FF51FAE6}"/>
                  </a:ext>
                </a:extLst>
              </p:cNvPr>
              <p:cNvPicPr/>
              <p:nvPr/>
            </p:nvPicPr>
            <p:blipFill>
              <a:blip r:embed="rId386"/>
              <a:stretch>
                <a:fillRect/>
              </a:stretch>
            </p:blipFill>
            <p:spPr>
              <a:xfrm>
                <a:off x="7591478" y="2275416"/>
                <a:ext cx="29880" cy="9720"/>
              </a:xfrm>
              <a:prstGeom prst="rect">
                <a:avLst/>
              </a:prstGeom>
            </p:spPr>
          </p:pic>
        </mc:Fallback>
      </mc:AlternateContent>
      <mc:AlternateContent xmlns:mc="http://schemas.openxmlformats.org/markup-compatibility/2006">
        <mc:Choice xmlns:p14="http://schemas.microsoft.com/office/powerpoint/2010/main" Requires="p14">
          <p:contentPart p14:bwMode="auto" r:id="rId387">
            <p14:nvContentPartPr>
              <p14:cNvPr id="186" name="Ink 185">
                <a:extLst>
                  <a:ext uri="{FF2B5EF4-FFF2-40B4-BE49-F238E27FC236}">
                    <a16:creationId xmlns:a16="http://schemas.microsoft.com/office/drawing/2014/main" id="{FCF177A8-59DE-BA3D-7150-A243F6637642}"/>
                  </a:ext>
                </a:extLst>
              </p14:cNvPr>
              <p14:cNvContentPartPr/>
              <p14:nvPr/>
            </p14:nvContentPartPr>
            <p14:xfrm>
              <a:off x="7703438" y="2250936"/>
              <a:ext cx="23400" cy="3600"/>
            </p14:xfrm>
          </p:contentPart>
        </mc:Choice>
        <mc:Fallback>
          <p:pic>
            <p:nvPicPr>
              <p:cNvPr id="186" name="Ink 185">
                <a:extLst>
                  <a:ext uri="{FF2B5EF4-FFF2-40B4-BE49-F238E27FC236}">
                    <a16:creationId xmlns:a16="http://schemas.microsoft.com/office/drawing/2014/main" id="{FCF177A8-59DE-BA3D-7150-A243F6637642}"/>
                  </a:ext>
                </a:extLst>
              </p:cNvPr>
              <p:cNvPicPr/>
              <p:nvPr/>
            </p:nvPicPr>
            <p:blipFill>
              <a:blip r:embed="rId218"/>
              <a:stretch>
                <a:fillRect/>
              </a:stretch>
            </p:blipFill>
            <p:spPr>
              <a:xfrm>
                <a:off x="7699118" y="2246616"/>
                <a:ext cx="32040" cy="12240"/>
              </a:xfrm>
              <a:prstGeom prst="rect">
                <a:avLst/>
              </a:prstGeom>
            </p:spPr>
          </p:pic>
        </mc:Fallback>
      </mc:AlternateContent>
      <mc:AlternateContent xmlns:mc="http://schemas.openxmlformats.org/markup-compatibility/2006">
        <mc:Choice xmlns:p14="http://schemas.microsoft.com/office/powerpoint/2010/main" Requires="p14">
          <p:contentPart p14:bwMode="auto" r:id="rId388">
            <p14:nvContentPartPr>
              <p14:cNvPr id="187" name="Ink 186">
                <a:extLst>
                  <a:ext uri="{FF2B5EF4-FFF2-40B4-BE49-F238E27FC236}">
                    <a16:creationId xmlns:a16="http://schemas.microsoft.com/office/drawing/2014/main" id="{4B5B060E-1AD9-02B4-D7C8-31E0DBAFC8C5}"/>
                  </a:ext>
                </a:extLst>
              </p14:cNvPr>
              <p14:cNvContentPartPr/>
              <p14:nvPr/>
            </p14:nvContentPartPr>
            <p14:xfrm>
              <a:off x="7820078" y="2184336"/>
              <a:ext cx="180720" cy="56160"/>
            </p14:xfrm>
          </p:contentPart>
        </mc:Choice>
        <mc:Fallback>
          <p:pic>
            <p:nvPicPr>
              <p:cNvPr id="187" name="Ink 186">
                <a:extLst>
                  <a:ext uri="{FF2B5EF4-FFF2-40B4-BE49-F238E27FC236}">
                    <a16:creationId xmlns:a16="http://schemas.microsoft.com/office/drawing/2014/main" id="{4B5B060E-1AD9-02B4-D7C8-31E0DBAFC8C5}"/>
                  </a:ext>
                </a:extLst>
              </p:cNvPr>
              <p:cNvPicPr/>
              <p:nvPr/>
            </p:nvPicPr>
            <p:blipFill>
              <a:blip r:embed="rId389"/>
              <a:stretch>
                <a:fillRect/>
              </a:stretch>
            </p:blipFill>
            <p:spPr>
              <a:xfrm>
                <a:off x="7815758" y="2180016"/>
                <a:ext cx="18936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390">
            <p14:nvContentPartPr>
              <p14:cNvPr id="188" name="Ink 187">
                <a:extLst>
                  <a:ext uri="{FF2B5EF4-FFF2-40B4-BE49-F238E27FC236}">
                    <a16:creationId xmlns:a16="http://schemas.microsoft.com/office/drawing/2014/main" id="{735EFE75-3A5E-CA66-19DD-F4D88C2DB995}"/>
                  </a:ext>
                </a:extLst>
              </p14:cNvPr>
              <p14:cNvContentPartPr/>
              <p14:nvPr/>
            </p14:nvContentPartPr>
            <p14:xfrm>
              <a:off x="7897478" y="2166336"/>
              <a:ext cx="38520" cy="106200"/>
            </p14:xfrm>
          </p:contentPart>
        </mc:Choice>
        <mc:Fallback>
          <p:pic>
            <p:nvPicPr>
              <p:cNvPr id="188" name="Ink 187">
                <a:extLst>
                  <a:ext uri="{FF2B5EF4-FFF2-40B4-BE49-F238E27FC236}">
                    <a16:creationId xmlns:a16="http://schemas.microsoft.com/office/drawing/2014/main" id="{735EFE75-3A5E-CA66-19DD-F4D88C2DB995}"/>
                  </a:ext>
                </a:extLst>
              </p:cNvPr>
              <p:cNvPicPr/>
              <p:nvPr/>
            </p:nvPicPr>
            <p:blipFill>
              <a:blip r:embed="rId391"/>
              <a:stretch>
                <a:fillRect/>
              </a:stretch>
            </p:blipFill>
            <p:spPr>
              <a:xfrm>
                <a:off x="7893158" y="2162016"/>
                <a:ext cx="4716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392">
            <p14:nvContentPartPr>
              <p14:cNvPr id="189" name="Ink 188">
                <a:extLst>
                  <a:ext uri="{FF2B5EF4-FFF2-40B4-BE49-F238E27FC236}">
                    <a16:creationId xmlns:a16="http://schemas.microsoft.com/office/drawing/2014/main" id="{FF5115FA-04D8-34D5-CA1D-6A53D8932968}"/>
                  </a:ext>
                </a:extLst>
              </p14:cNvPr>
              <p14:cNvContentPartPr/>
              <p14:nvPr/>
            </p14:nvContentPartPr>
            <p14:xfrm>
              <a:off x="8093678" y="2036736"/>
              <a:ext cx="200520" cy="124920"/>
            </p14:xfrm>
          </p:contentPart>
        </mc:Choice>
        <mc:Fallback>
          <p:pic>
            <p:nvPicPr>
              <p:cNvPr id="189" name="Ink 188">
                <a:extLst>
                  <a:ext uri="{FF2B5EF4-FFF2-40B4-BE49-F238E27FC236}">
                    <a16:creationId xmlns:a16="http://schemas.microsoft.com/office/drawing/2014/main" id="{FF5115FA-04D8-34D5-CA1D-6A53D8932968}"/>
                  </a:ext>
                </a:extLst>
              </p:cNvPr>
              <p:cNvPicPr/>
              <p:nvPr/>
            </p:nvPicPr>
            <p:blipFill>
              <a:blip r:embed="rId393"/>
              <a:stretch>
                <a:fillRect/>
              </a:stretch>
            </p:blipFill>
            <p:spPr>
              <a:xfrm>
                <a:off x="8089358" y="2032416"/>
                <a:ext cx="20916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394">
            <p14:nvContentPartPr>
              <p14:cNvPr id="190" name="Ink 189">
                <a:extLst>
                  <a:ext uri="{FF2B5EF4-FFF2-40B4-BE49-F238E27FC236}">
                    <a16:creationId xmlns:a16="http://schemas.microsoft.com/office/drawing/2014/main" id="{1689B7CF-FF04-0AFC-42D0-3AE2EE45E777}"/>
                  </a:ext>
                </a:extLst>
              </p14:cNvPr>
              <p14:cNvContentPartPr/>
              <p14:nvPr/>
            </p14:nvContentPartPr>
            <p14:xfrm>
              <a:off x="8143718" y="2011176"/>
              <a:ext cx="122400" cy="209520"/>
            </p14:xfrm>
          </p:contentPart>
        </mc:Choice>
        <mc:Fallback>
          <p:pic>
            <p:nvPicPr>
              <p:cNvPr id="190" name="Ink 189">
                <a:extLst>
                  <a:ext uri="{FF2B5EF4-FFF2-40B4-BE49-F238E27FC236}">
                    <a16:creationId xmlns:a16="http://schemas.microsoft.com/office/drawing/2014/main" id="{1689B7CF-FF04-0AFC-42D0-3AE2EE45E777}"/>
                  </a:ext>
                </a:extLst>
              </p:cNvPr>
              <p:cNvPicPr/>
              <p:nvPr/>
            </p:nvPicPr>
            <p:blipFill>
              <a:blip r:embed="rId395"/>
              <a:stretch>
                <a:fillRect/>
              </a:stretch>
            </p:blipFill>
            <p:spPr>
              <a:xfrm>
                <a:off x="8139398" y="2006856"/>
                <a:ext cx="13104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396">
            <p14:nvContentPartPr>
              <p14:cNvPr id="191" name="Ink 190">
                <a:extLst>
                  <a:ext uri="{FF2B5EF4-FFF2-40B4-BE49-F238E27FC236}">
                    <a16:creationId xmlns:a16="http://schemas.microsoft.com/office/drawing/2014/main" id="{6343457F-AFB6-7818-40E1-5DB1BBED8DC4}"/>
                  </a:ext>
                </a:extLst>
              </p14:cNvPr>
              <p14:cNvContentPartPr/>
              <p14:nvPr/>
            </p14:nvContentPartPr>
            <p14:xfrm>
              <a:off x="8341718" y="2163456"/>
              <a:ext cx="26280" cy="82080"/>
            </p14:xfrm>
          </p:contentPart>
        </mc:Choice>
        <mc:Fallback>
          <p:pic>
            <p:nvPicPr>
              <p:cNvPr id="191" name="Ink 190">
                <a:extLst>
                  <a:ext uri="{FF2B5EF4-FFF2-40B4-BE49-F238E27FC236}">
                    <a16:creationId xmlns:a16="http://schemas.microsoft.com/office/drawing/2014/main" id="{6343457F-AFB6-7818-40E1-5DB1BBED8DC4}"/>
                  </a:ext>
                </a:extLst>
              </p:cNvPr>
              <p:cNvPicPr/>
              <p:nvPr/>
            </p:nvPicPr>
            <p:blipFill>
              <a:blip r:embed="rId397"/>
              <a:stretch>
                <a:fillRect/>
              </a:stretch>
            </p:blipFill>
            <p:spPr>
              <a:xfrm>
                <a:off x="8337398" y="2159136"/>
                <a:ext cx="3492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398">
            <p14:nvContentPartPr>
              <p14:cNvPr id="192" name="Ink 191">
                <a:extLst>
                  <a:ext uri="{FF2B5EF4-FFF2-40B4-BE49-F238E27FC236}">
                    <a16:creationId xmlns:a16="http://schemas.microsoft.com/office/drawing/2014/main" id="{7240E4B8-A166-BC0D-6247-DACD4FC53620}"/>
                  </a:ext>
                </a:extLst>
              </p14:cNvPr>
              <p14:cNvContentPartPr/>
              <p14:nvPr/>
            </p14:nvContentPartPr>
            <p14:xfrm>
              <a:off x="8379158" y="2171376"/>
              <a:ext cx="14040" cy="84600"/>
            </p14:xfrm>
          </p:contentPart>
        </mc:Choice>
        <mc:Fallback>
          <p:pic>
            <p:nvPicPr>
              <p:cNvPr id="192" name="Ink 191">
                <a:extLst>
                  <a:ext uri="{FF2B5EF4-FFF2-40B4-BE49-F238E27FC236}">
                    <a16:creationId xmlns:a16="http://schemas.microsoft.com/office/drawing/2014/main" id="{7240E4B8-A166-BC0D-6247-DACD4FC53620}"/>
                  </a:ext>
                </a:extLst>
              </p:cNvPr>
              <p:cNvPicPr/>
              <p:nvPr/>
            </p:nvPicPr>
            <p:blipFill>
              <a:blip r:embed="rId399"/>
              <a:stretch>
                <a:fillRect/>
              </a:stretch>
            </p:blipFill>
            <p:spPr>
              <a:xfrm>
                <a:off x="8374838" y="2167056"/>
                <a:ext cx="2268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400">
            <p14:nvContentPartPr>
              <p14:cNvPr id="193" name="Ink 192">
                <a:extLst>
                  <a:ext uri="{FF2B5EF4-FFF2-40B4-BE49-F238E27FC236}">
                    <a16:creationId xmlns:a16="http://schemas.microsoft.com/office/drawing/2014/main" id="{1CFF2948-A941-331C-89BD-BFA9DB9FB957}"/>
                  </a:ext>
                </a:extLst>
              </p14:cNvPr>
              <p14:cNvContentPartPr/>
              <p14:nvPr/>
            </p14:nvContentPartPr>
            <p14:xfrm>
              <a:off x="8315798" y="2110176"/>
              <a:ext cx="120240" cy="33120"/>
            </p14:xfrm>
          </p:contentPart>
        </mc:Choice>
        <mc:Fallback>
          <p:pic>
            <p:nvPicPr>
              <p:cNvPr id="193" name="Ink 192">
                <a:extLst>
                  <a:ext uri="{FF2B5EF4-FFF2-40B4-BE49-F238E27FC236}">
                    <a16:creationId xmlns:a16="http://schemas.microsoft.com/office/drawing/2014/main" id="{1CFF2948-A941-331C-89BD-BFA9DB9FB957}"/>
                  </a:ext>
                </a:extLst>
              </p:cNvPr>
              <p:cNvPicPr/>
              <p:nvPr/>
            </p:nvPicPr>
            <p:blipFill>
              <a:blip r:embed="rId401"/>
              <a:stretch>
                <a:fillRect/>
              </a:stretch>
            </p:blipFill>
            <p:spPr>
              <a:xfrm>
                <a:off x="8311478" y="2105856"/>
                <a:ext cx="12888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402">
            <p14:nvContentPartPr>
              <p14:cNvPr id="194" name="Ink 193">
                <a:extLst>
                  <a:ext uri="{FF2B5EF4-FFF2-40B4-BE49-F238E27FC236}">
                    <a16:creationId xmlns:a16="http://schemas.microsoft.com/office/drawing/2014/main" id="{D1319FCB-D9CE-B88F-582E-FDD17A722F34}"/>
                  </a:ext>
                </a:extLst>
              </p14:cNvPr>
              <p14:cNvContentPartPr/>
              <p14:nvPr/>
            </p14:nvContentPartPr>
            <p14:xfrm>
              <a:off x="8286638" y="2272536"/>
              <a:ext cx="148680" cy="36000"/>
            </p14:xfrm>
          </p:contentPart>
        </mc:Choice>
        <mc:Fallback>
          <p:pic>
            <p:nvPicPr>
              <p:cNvPr id="194" name="Ink 193">
                <a:extLst>
                  <a:ext uri="{FF2B5EF4-FFF2-40B4-BE49-F238E27FC236}">
                    <a16:creationId xmlns:a16="http://schemas.microsoft.com/office/drawing/2014/main" id="{D1319FCB-D9CE-B88F-582E-FDD17A722F34}"/>
                  </a:ext>
                </a:extLst>
              </p:cNvPr>
              <p:cNvPicPr/>
              <p:nvPr/>
            </p:nvPicPr>
            <p:blipFill>
              <a:blip r:embed="rId403"/>
              <a:stretch>
                <a:fillRect/>
              </a:stretch>
            </p:blipFill>
            <p:spPr>
              <a:xfrm>
                <a:off x="8282318" y="2268216"/>
                <a:ext cx="15732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404">
            <p14:nvContentPartPr>
              <p14:cNvPr id="195" name="Ink 194">
                <a:extLst>
                  <a:ext uri="{FF2B5EF4-FFF2-40B4-BE49-F238E27FC236}">
                    <a16:creationId xmlns:a16="http://schemas.microsoft.com/office/drawing/2014/main" id="{EDA86FD6-3CC1-5136-1CDC-35F1CCF73EF2}"/>
                  </a:ext>
                </a:extLst>
              </p14:cNvPr>
              <p14:cNvContentPartPr/>
              <p14:nvPr/>
            </p14:nvContentPartPr>
            <p14:xfrm>
              <a:off x="8548718" y="2102256"/>
              <a:ext cx="13320" cy="109080"/>
            </p14:xfrm>
          </p:contentPart>
        </mc:Choice>
        <mc:Fallback>
          <p:pic>
            <p:nvPicPr>
              <p:cNvPr id="195" name="Ink 194">
                <a:extLst>
                  <a:ext uri="{FF2B5EF4-FFF2-40B4-BE49-F238E27FC236}">
                    <a16:creationId xmlns:a16="http://schemas.microsoft.com/office/drawing/2014/main" id="{EDA86FD6-3CC1-5136-1CDC-35F1CCF73EF2}"/>
                  </a:ext>
                </a:extLst>
              </p:cNvPr>
              <p:cNvPicPr/>
              <p:nvPr/>
            </p:nvPicPr>
            <p:blipFill>
              <a:blip r:embed="rId405"/>
              <a:stretch>
                <a:fillRect/>
              </a:stretch>
            </p:blipFill>
            <p:spPr>
              <a:xfrm>
                <a:off x="8544398" y="2097936"/>
                <a:ext cx="2196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406">
            <p14:nvContentPartPr>
              <p14:cNvPr id="258" name="Ink 257">
                <a:extLst>
                  <a:ext uri="{FF2B5EF4-FFF2-40B4-BE49-F238E27FC236}">
                    <a16:creationId xmlns:a16="http://schemas.microsoft.com/office/drawing/2014/main" id="{FBA1C366-4C93-59A5-BE57-B1A05ACA170E}"/>
                  </a:ext>
                </a:extLst>
              </p14:cNvPr>
              <p14:cNvContentPartPr/>
              <p14:nvPr/>
            </p14:nvContentPartPr>
            <p14:xfrm>
              <a:off x="4790318" y="2553336"/>
              <a:ext cx="152640" cy="154440"/>
            </p14:xfrm>
          </p:contentPart>
        </mc:Choice>
        <mc:Fallback>
          <p:pic>
            <p:nvPicPr>
              <p:cNvPr id="258" name="Ink 257">
                <a:extLst>
                  <a:ext uri="{FF2B5EF4-FFF2-40B4-BE49-F238E27FC236}">
                    <a16:creationId xmlns:a16="http://schemas.microsoft.com/office/drawing/2014/main" id="{FBA1C366-4C93-59A5-BE57-B1A05ACA170E}"/>
                  </a:ext>
                </a:extLst>
              </p:cNvPr>
              <p:cNvPicPr/>
              <p:nvPr/>
            </p:nvPicPr>
            <p:blipFill>
              <a:blip r:embed="rId407"/>
              <a:stretch>
                <a:fillRect/>
              </a:stretch>
            </p:blipFill>
            <p:spPr>
              <a:xfrm>
                <a:off x="4785998" y="2549016"/>
                <a:ext cx="16128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408">
            <p14:nvContentPartPr>
              <p14:cNvPr id="259" name="Ink 258">
                <a:extLst>
                  <a:ext uri="{FF2B5EF4-FFF2-40B4-BE49-F238E27FC236}">
                    <a16:creationId xmlns:a16="http://schemas.microsoft.com/office/drawing/2014/main" id="{697C6CAB-F267-BDE9-E4C9-61250F6B75AF}"/>
                  </a:ext>
                </a:extLst>
              </p14:cNvPr>
              <p14:cNvContentPartPr/>
              <p14:nvPr/>
            </p14:nvContentPartPr>
            <p14:xfrm>
              <a:off x="4974278" y="2555856"/>
              <a:ext cx="120600" cy="104040"/>
            </p14:xfrm>
          </p:contentPart>
        </mc:Choice>
        <mc:Fallback>
          <p:pic>
            <p:nvPicPr>
              <p:cNvPr id="259" name="Ink 258">
                <a:extLst>
                  <a:ext uri="{FF2B5EF4-FFF2-40B4-BE49-F238E27FC236}">
                    <a16:creationId xmlns:a16="http://schemas.microsoft.com/office/drawing/2014/main" id="{697C6CAB-F267-BDE9-E4C9-61250F6B75AF}"/>
                  </a:ext>
                </a:extLst>
              </p:cNvPr>
              <p:cNvPicPr/>
              <p:nvPr/>
            </p:nvPicPr>
            <p:blipFill>
              <a:blip r:embed="rId409"/>
              <a:stretch>
                <a:fillRect/>
              </a:stretch>
            </p:blipFill>
            <p:spPr>
              <a:xfrm>
                <a:off x="4969958" y="2551536"/>
                <a:ext cx="12924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410">
            <p14:nvContentPartPr>
              <p14:cNvPr id="260" name="Ink 259">
                <a:extLst>
                  <a:ext uri="{FF2B5EF4-FFF2-40B4-BE49-F238E27FC236}">
                    <a16:creationId xmlns:a16="http://schemas.microsoft.com/office/drawing/2014/main" id="{57016A71-BC1A-6784-8432-A05C81CB2933}"/>
                  </a:ext>
                </a:extLst>
              </p14:cNvPr>
              <p14:cNvContentPartPr/>
              <p14:nvPr/>
            </p14:nvContentPartPr>
            <p14:xfrm>
              <a:off x="5081918" y="2532456"/>
              <a:ext cx="97560" cy="74520"/>
            </p14:xfrm>
          </p:contentPart>
        </mc:Choice>
        <mc:Fallback>
          <p:pic>
            <p:nvPicPr>
              <p:cNvPr id="260" name="Ink 259">
                <a:extLst>
                  <a:ext uri="{FF2B5EF4-FFF2-40B4-BE49-F238E27FC236}">
                    <a16:creationId xmlns:a16="http://schemas.microsoft.com/office/drawing/2014/main" id="{57016A71-BC1A-6784-8432-A05C81CB2933}"/>
                  </a:ext>
                </a:extLst>
              </p:cNvPr>
              <p:cNvPicPr/>
              <p:nvPr/>
            </p:nvPicPr>
            <p:blipFill>
              <a:blip r:embed="rId411"/>
              <a:stretch>
                <a:fillRect/>
              </a:stretch>
            </p:blipFill>
            <p:spPr>
              <a:xfrm>
                <a:off x="5077598" y="2528136"/>
                <a:ext cx="10620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412">
            <p14:nvContentPartPr>
              <p14:cNvPr id="261" name="Ink 260">
                <a:extLst>
                  <a:ext uri="{FF2B5EF4-FFF2-40B4-BE49-F238E27FC236}">
                    <a16:creationId xmlns:a16="http://schemas.microsoft.com/office/drawing/2014/main" id="{638B545B-0182-2A1C-4376-9D23E8DD81C9}"/>
                  </a:ext>
                </a:extLst>
              </p14:cNvPr>
              <p14:cNvContentPartPr/>
              <p14:nvPr/>
            </p14:nvContentPartPr>
            <p14:xfrm>
              <a:off x="5188478" y="2513736"/>
              <a:ext cx="142920" cy="59400"/>
            </p14:xfrm>
          </p:contentPart>
        </mc:Choice>
        <mc:Fallback>
          <p:pic>
            <p:nvPicPr>
              <p:cNvPr id="261" name="Ink 260">
                <a:extLst>
                  <a:ext uri="{FF2B5EF4-FFF2-40B4-BE49-F238E27FC236}">
                    <a16:creationId xmlns:a16="http://schemas.microsoft.com/office/drawing/2014/main" id="{638B545B-0182-2A1C-4376-9D23E8DD81C9}"/>
                  </a:ext>
                </a:extLst>
              </p:cNvPr>
              <p:cNvPicPr/>
              <p:nvPr/>
            </p:nvPicPr>
            <p:blipFill>
              <a:blip r:embed="rId413"/>
              <a:stretch>
                <a:fillRect/>
              </a:stretch>
            </p:blipFill>
            <p:spPr>
              <a:xfrm>
                <a:off x="5184158" y="2509416"/>
                <a:ext cx="151560" cy="68040"/>
              </a:xfrm>
              <a:prstGeom prst="rect">
                <a:avLst/>
              </a:prstGeom>
            </p:spPr>
          </p:pic>
        </mc:Fallback>
      </mc:AlternateContent>
      <mc:AlternateContent xmlns:mc="http://schemas.openxmlformats.org/markup-compatibility/2006">
        <mc:Choice xmlns:p14="http://schemas.microsoft.com/office/powerpoint/2010/main" Requires="p14">
          <p:contentPart p14:bwMode="auto" r:id="rId414">
            <p14:nvContentPartPr>
              <p14:cNvPr id="263" name="Ink 262">
                <a:extLst>
                  <a:ext uri="{FF2B5EF4-FFF2-40B4-BE49-F238E27FC236}">
                    <a16:creationId xmlns:a16="http://schemas.microsoft.com/office/drawing/2014/main" id="{827ABD94-6E67-DC7C-A870-C550C3325109}"/>
                  </a:ext>
                </a:extLst>
              </p14:cNvPr>
              <p14:cNvContentPartPr/>
              <p14:nvPr/>
            </p14:nvContentPartPr>
            <p14:xfrm>
              <a:off x="5891198" y="1766736"/>
              <a:ext cx="2154960" cy="545040"/>
            </p14:xfrm>
          </p:contentPart>
        </mc:Choice>
        <mc:Fallback>
          <p:pic>
            <p:nvPicPr>
              <p:cNvPr id="263" name="Ink 262">
                <a:extLst>
                  <a:ext uri="{FF2B5EF4-FFF2-40B4-BE49-F238E27FC236}">
                    <a16:creationId xmlns:a16="http://schemas.microsoft.com/office/drawing/2014/main" id="{827ABD94-6E67-DC7C-A870-C550C3325109}"/>
                  </a:ext>
                </a:extLst>
              </p:cNvPr>
              <p:cNvPicPr/>
              <p:nvPr/>
            </p:nvPicPr>
            <p:blipFill>
              <a:blip r:embed="rId415"/>
              <a:stretch>
                <a:fillRect/>
              </a:stretch>
            </p:blipFill>
            <p:spPr>
              <a:xfrm>
                <a:off x="5886878" y="1762416"/>
                <a:ext cx="2163600" cy="553680"/>
              </a:xfrm>
              <a:prstGeom prst="rect">
                <a:avLst/>
              </a:prstGeom>
            </p:spPr>
          </p:pic>
        </mc:Fallback>
      </mc:AlternateContent>
      <mc:AlternateContent xmlns:mc="http://schemas.openxmlformats.org/markup-compatibility/2006">
        <mc:Choice xmlns:p14="http://schemas.microsoft.com/office/powerpoint/2010/main" Requires="p14">
          <p:contentPart p14:bwMode="auto" r:id="rId416">
            <p14:nvContentPartPr>
              <p14:cNvPr id="264" name="Ink 263">
                <a:extLst>
                  <a:ext uri="{FF2B5EF4-FFF2-40B4-BE49-F238E27FC236}">
                    <a16:creationId xmlns:a16="http://schemas.microsoft.com/office/drawing/2014/main" id="{4E51F377-DB60-CA0C-9826-B34AF8EEBD06}"/>
                  </a:ext>
                </a:extLst>
              </p14:cNvPr>
              <p14:cNvContentPartPr/>
              <p14:nvPr/>
            </p14:nvContentPartPr>
            <p14:xfrm>
              <a:off x="6798038" y="2132496"/>
              <a:ext cx="8640" cy="131400"/>
            </p14:xfrm>
          </p:contentPart>
        </mc:Choice>
        <mc:Fallback>
          <p:pic>
            <p:nvPicPr>
              <p:cNvPr id="264" name="Ink 263">
                <a:extLst>
                  <a:ext uri="{FF2B5EF4-FFF2-40B4-BE49-F238E27FC236}">
                    <a16:creationId xmlns:a16="http://schemas.microsoft.com/office/drawing/2014/main" id="{4E51F377-DB60-CA0C-9826-B34AF8EEBD06}"/>
                  </a:ext>
                </a:extLst>
              </p:cNvPr>
              <p:cNvPicPr/>
              <p:nvPr/>
            </p:nvPicPr>
            <p:blipFill>
              <a:blip r:embed="rId417"/>
              <a:stretch>
                <a:fillRect/>
              </a:stretch>
            </p:blipFill>
            <p:spPr>
              <a:xfrm>
                <a:off x="6793718" y="2128176"/>
                <a:ext cx="1728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418">
            <p14:nvContentPartPr>
              <p14:cNvPr id="265" name="Ink 264">
                <a:extLst>
                  <a:ext uri="{FF2B5EF4-FFF2-40B4-BE49-F238E27FC236}">
                    <a16:creationId xmlns:a16="http://schemas.microsoft.com/office/drawing/2014/main" id="{99AF2480-7B6C-54F7-1A83-E7E4D754E225}"/>
                  </a:ext>
                </a:extLst>
              </p14:cNvPr>
              <p14:cNvContentPartPr/>
              <p14:nvPr/>
            </p14:nvContentPartPr>
            <p14:xfrm>
              <a:off x="6861758" y="2105496"/>
              <a:ext cx="102960" cy="93240"/>
            </p14:xfrm>
          </p:contentPart>
        </mc:Choice>
        <mc:Fallback>
          <p:pic>
            <p:nvPicPr>
              <p:cNvPr id="265" name="Ink 264">
                <a:extLst>
                  <a:ext uri="{FF2B5EF4-FFF2-40B4-BE49-F238E27FC236}">
                    <a16:creationId xmlns:a16="http://schemas.microsoft.com/office/drawing/2014/main" id="{99AF2480-7B6C-54F7-1A83-E7E4D754E225}"/>
                  </a:ext>
                </a:extLst>
              </p:cNvPr>
              <p:cNvPicPr/>
              <p:nvPr/>
            </p:nvPicPr>
            <p:blipFill>
              <a:blip r:embed="rId419"/>
              <a:stretch>
                <a:fillRect/>
              </a:stretch>
            </p:blipFill>
            <p:spPr>
              <a:xfrm>
                <a:off x="6857438" y="2101176"/>
                <a:ext cx="11160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420">
            <p14:nvContentPartPr>
              <p14:cNvPr id="267" name="Ink 266">
                <a:extLst>
                  <a:ext uri="{FF2B5EF4-FFF2-40B4-BE49-F238E27FC236}">
                    <a16:creationId xmlns:a16="http://schemas.microsoft.com/office/drawing/2014/main" id="{C7F7C805-70A3-6DDB-DB28-C6A13FCCC191}"/>
                  </a:ext>
                </a:extLst>
              </p14:cNvPr>
              <p14:cNvContentPartPr/>
              <p14:nvPr/>
            </p14:nvContentPartPr>
            <p14:xfrm>
              <a:off x="6963278" y="2067336"/>
              <a:ext cx="142920" cy="105480"/>
            </p14:xfrm>
          </p:contentPart>
        </mc:Choice>
        <mc:Fallback>
          <p:pic>
            <p:nvPicPr>
              <p:cNvPr id="267" name="Ink 266">
                <a:extLst>
                  <a:ext uri="{FF2B5EF4-FFF2-40B4-BE49-F238E27FC236}">
                    <a16:creationId xmlns:a16="http://schemas.microsoft.com/office/drawing/2014/main" id="{C7F7C805-70A3-6DDB-DB28-C6A13FCCC191}"/>
                  </a:ext>
                </a:extLst>
              </p:cNvPr>
              <p:cNvPicPr/>
              <p:nvPr/>
            </p:nvPicPr>
            <p:blipFill>
              <a:blip r:embed="rId421"/>
              <a:stretch>
                <a:fillRect/>
              </a:stretch>
            </p:blipFill>
            <p:spPr>
              <a:xfrm>
                <a:off x="6958958" y="2063016"/>
                <a:ext cx="15156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422">
            <p14:nvContentPartPr>
              <p14:cNvPr id="268" name="Ink 267">
                <a:extLst>
                  <a:ext uri="{FF2B5EF4-FFF2-40B4-BE49-F238E27FC236}">
                    <a16:creationId xmlns:a16="http://schemas.microsoft.com/office/drawing/2014/main" id="{427A88E0-E9C7-8421-01B1-D869728EF2C9}"/>
                  </a:ext>
                </a:extLst>
              </p14:cNvPr>
              <p14:cNvContentPartPr/>
              <p14:nvPr/>
            </p14:nvContentPartPr>
            <p14:xfrm>
              <a:off x="6133118" y="2408256"/>
              <a:ext cx="2045880" cy="604800"/>
            </p14:xfrm>
          </p:contentPart>
        </mc:Choice>
        <mc:Fallback>
          <p:pic>
            <p:nvPicPr>
              <p:cNvPr id="268" name="Ink 267">
                <a:extLst>
                  <a:ext uri="{FF2B5EF4-FFF2-40B4-BE49-F238E27FC236}">
                    <a16:creationId xmlns:a16="http://schemas.microsoft.com/office/drawing/2014/main" id="{427A88E0-E9C7-8421-01B1-D869728EF2C9}"/>
                  </a:ext>
                </a:extLst>
              </p:cNvPr>
              <p:cNvPicPr/>
              <p:nvPr/>
            </p:nvPicPr>
            <p:blipFill>
              <a:blip r:embed="rId423"/>
              <a:stretch>
                <a:fillRect/>
              </a:stretch>
            </p:blipFill>
            <p:spPr>
              <a:xfrm>
                <a:off x="6128798" y="2403936"/>
                <a:ext cx="2054520" cy="613440"/>
              </a:xfrm>
              <a:prstGeom prst="rect">
                <a:avLst/>
              </a:prstGeom>
            </p:spPr>
          </p:pic>
        </mc:Fallback>
      </mc:AlternateContent>
      <mc:AlternateContent xmlns:mc="http://schemas.openxmlformats.org/markup-compatibility/2006">
        <mc:Choice xmlns:p14="http://schemas.microsoft.com/office/powerpoint/2010/main" Requires="p14">
          <p:contentPart p14:bwMode="auto" r:id="rId424">
            <p14:nvContentPartPr>
              <p14:cNvPr id="269" name="Ink 268">
                <a:extLst>
                  <a:ext uri="{FF2B5EF4-FFF2-40B4-BE49-F238E27FC236}">
                    <a16:creationId xmlns:a16="http://schemas.microsoft.com/office/drawing/2014/main" id="{9768E769-5755-2E0C-C513-280C2EA639B0}"/>
                  </a:ext>
                </a:extLst>
              </p14:cNvPr>
              <p14:cNvContentPartPr/>
              <p14:nvPr/>
            </p14:nvContentPartPr>
            <p14:xfrm>
              <a:off x="7155158" y="2821896"/>
              <a:ext cx="2880" cy="204480"/>
            </p14:xfrm>
          </p:contentPart>
        </mc:Choice>
        <mc:Fallback>
          <p:pic>
            <p:nvPicPr>
              <p:cNvPr id="269" name="Ink 268">
                <a:extLst>
                  <a:ext uri="{FF2B5EF4-FFF2-40B4-BE49-F238E27FC236}">
                    <a16:creationId xmlns:a16="http://schemas.microsoft.com/office/drawing/2014/main" id="{9768E769-5755-2E0C-C513-280C2EA639B0}"/>
                  </a:ext>
                </a:extLst>
              </p:cNvPr>
              <p:cNvPicPr/>
              <p:nvPr/>
            </p:nvPicPr>
            <p:blipFill>
              <a:blip r:embed="rId425"/>
              <a:stretch>
                <a:fillRect/>
              </a:stretch>
            </p:blipFill>
            <p:spPr>
              <a:xfrm>
                <a:off x="7150838" y="2817576"/>
                <a:ext cx="1152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426">
            <p14:nvContentPartPr>
              <p14:cNvPr id="270" name="Ink 269">
                <a:extLst>
                  <a:ext uri="{FF2B5EF4-FFF2-40B4-BE49-F238E27FC236}">
                    <a16:creationId xmlns:a16="http://schemas.microsoft.com/office/drawing/2014/main" id="{04E004B6-88C7-158B-AB16-FE292ECFF1D5}"/>
                  </a:ext>
                </a:extLst>
              </p14:cNvPr>
              <p14:cNvContentPartPr/>
              <p14:nvPr/>
            </p14:nvContentPartPr>
            <p14:xfrm>
              <a:off x="7172798" y="2880576"/>
              <a:ext cx="133920" cy="109080"/>
            </p14:xfrm>
          </p:contentPart>
        </mc:Choice>
        <mc:Fallback>
          <p:pic>
            <p:nvPicPr>
              <p:cNvPr id="270" name="Ink 269">
                <a:extLst>
                  <a:ext uri="{FF2B5EF4-FFF2-40B4-BE49-F238E27FC236}">
                    <a16:creationId xmlns:a16="http://schemas.microsoft.com/office/drawing/2014/main" id="{04E004B6-88C7-158B-AB16-FE292ECFF1D5}"/>
                  </a:ext>
                </a:extLst>
              </p:cNvPr>
              <p:cNvPicPr/>
              <p:nvPr/>
            </p:nvPicPr>
            <p:blipFill>
              <a:blip r:embed="rId427"/>
              <a:stretch>
                <a:fillRect/>
              </a:stretch>
            </p:blipFill>
            <p:spPr>
              <a:xfrm>
                <a:off x="7168478" y="2876256"/>
                <a:ext cx="14256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428">
            <p14:nvContentPartPr>
              <p14:cNvPr id="271" name="Ink 270">
                <a:extLst>
                  <a:ext uri="{FF2B5EF4-FFF2-40B4-BE49-F238E27FC236}">
                    <a16:creationId xmlns:a16="http://schemas.microsoft.com/office/drawing/2014/main" id="{34A53E08-C975-F9DA-2C3A-A933CFEF73D6}"/>
                  </a:ext>
                </a:extLst>
              </p14:cNvPr>
              <p14:cNvContentPartPr/>
              <p14:nvPr/>
            </p14:nvContentPartPr>
            <p14:xfrm>
              <a:off x="7305638" y="2835216"/>
              <a:ext cx="176400" cy="105840"/>
            </p14:xfrm>
          </p:contentPart>
        </mc:Choice>
        <mc:Fallback>
          <p:pic>
            <p:nvPicPr>
              <p:cNvPr id="271" name="Ink 270">
                <a:extLst>
                  <a:ext uri="{FF2B5EF4-FFF2-40B4-BE49-F238E27FC236}">
                    <a16:creationId xmlns:a16="http://schemas.microsoft.com/office/drawing/2014/main" id="{34A53E08-C975-F9DA-2C3A-A933CFEF73D6}"/>
                  </a:ext>
                </a:extLst>
              </p:cNvPr>
              <p:cNvPicPr/>
              <p:nvPr/>
            </p:nvPicPr>
            <p:blipFill>
              <a:blip r:embed="rId429"/>
              <a:stretch>
                <a:fillRect/>
              </a:stretch>
            </p:blipFill>
            <p:spPr>
              <a:xfrm>
                <a:off x="7301318" y="2830896"/>
                <a:ext cx="18504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430">
            <p14:nvContentPartPr>
              <p14:cNvPr id="273" name="Ink 272">
                <a:extLst>
                  <a:ext uri="{FF2B5EF4-FFF2-40B4-BE49-F238E27FC236}">
                    <a16:creationId xmlns:a16="http://schemas.microsoft.com/office/drawing/2014/main" id="{2F2053DE-BC09-8589-1402-B1DB37BAB0AC}"/>
                  </a:ext>
                </a:extLst>
              </p14:cNvPr>
              <p14:cNvContentPartPr/>
              <p14:nvPr/>
            </p14:nvContentPartPr>
            <p14:xfrm>
              <a:off x="5067878" y="3222936"/>
              <a:ext cx="143280" cy="196560"/>
            </p14:xfrm>
          </p:contentPart>
        </mc:Choice>
        <mc:Fallback>
          <p:pic>
            <p:nvPicPr>
              <p:cNvPr id="273" name="Ink 272">
                <a:extLst>
                  <a:ext uri="{FF2B5EF4-FFF2-40B4-BE49-F238E27FC236}">
                    <a16:creationId xmlns:a16="http://schemas.microsoft.com/office/drawing/2014/main" id="{2F2053DE-BC09-8589-1402-B1DB37BAB0AC}"/>
                  </a:ext>
                </a:extLst>
              </p:cNvPr>
              <p:cNvPicPr/>
              <p:nvPr/>
            </p:nvPicPr>
            <p:blipFill>
              <a:blip r:embed="rId431"/>
              <a:stretch>
                <a:fillRect/>
              </a:stretch>
            </p:blipFill>
            <p:spPr>
              <a:xfrm>
                <a:off x="5063558" y="3218616"/>
                <a:ext cx="15192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432">
            <p14:nvContentPartPr>
              <p14:cNvPr id="274" name="Ink 273">
                <a:extLst>
                  <a:ext uri="{FF2B5EF4-FFF2-40B4-BE49-F238E27FC236}">
                    <a16:creationId xmlns:a16="http://schemas.microsoft.com/office/drawing/2014/main" id="{D2EADA95-41AC-9B19-6244-C472DD0318A7}"/>
                  </a:ext>
                </a:extLst>
              </p14:cNvPr>
              <p14:cNvContentPartPr/>
              <p14:nvPr/>
            </p14:nvContentPartPr>
            <p14:xfrm>
              <a:off x="5219438" y="3220416"/>
              <a:ext cx="150840" cy="90720"/>
            </p14:xfrm>
          </p:contentPart>
        </mc:Choice>
        <mc:Fallback>
          <p:pic>
            <p:nvPicPr>
              <p:cNvPr id="274" name="Ink 273">
                <a:extLst>
                  <a:ext uri="{FF2B5EF4-FFF2-40B4-BE49-F238E27FC236}">
                    <a16:creationId xmlns:a16="http://schemas.microsoft.com/office/drawing/2014/main" id="{D2EADA95-41AC-9B19-6244-C472DD0318A7}"/>
                  </a:ext>
                </a:extLst>
              </p:cNvPr>
              <p:cNvPicPr/>
              <p:nvPr/>
            </p:nvPicPr>
            <p:blipFill>
              <a:blip r:embed="rId433"/>
              <a:stretch>
                <a:fillRect/>
              </a:stretch>
            </p:blipFill>
            <p:spPr>
              <a:xfrm>
                <a:off x="5215118" y="3216096"/>
                <a:ext cx="159480" cy="99360"/>
              </a:xfrm>
              <a:prstGeom prst="rect">
                <a:avLst/>
              </a:prstGeom>
            </p:spPr>
          </p:pic>
        </mc:Fallback>
      </mc:AlternateContent>
      <mc:AlternateContent xmlns:mc="http://schemas.openxmlformats.org/markup-compatibility/2006">
        <mc:Choice xmlns:p14="http://schemas.microsoft.com/office/powerpoint/2010/main" Requires="p14">
          <p:contentPart p14:bwMode="auto" r:id="rId434">
            <p14:nvContentPartPr>
              <p14:cNvPr id="275" name="Ink 274">
                <a:extLst>
                  <a:ext uri="{FF2B5EF4-FFF2-40B4-BE49-F238E27FC236}">
                    <a16:creationId xmlns:a16="http://schemas.microsoft.com/office/drawing/2014/main" id="{0A872BA8-023A-096E-6CD7-7BF3E4080009}"/>
                  </a:ext>
                </a:extLst>
              </p14:cNvPr>
              <p14:cNvContentPartPr/>
              <p14:nvPr/>
            </p14:nvContentPartPr>
            <p14:xfrm>
              <a:off x="5322038" y="3191976"/>
              <a:ext cx="126360" cy="75960"/>
            </p14:xfrm>
          </p:contentPart>
        </mc:Choice>
        <mc:Fallback>
          <p:pic>
            <p:nvPicPr>
              <p:cNvPr id="275" name="Ink 274">
                <a:extLst>
                  <a:ext uri="{FF2B5EF4-FFF2-40B4-BE49-F238E27FC236}">
                    <a16:creationId xmlns:a16="http://schemas.microsoft.com/office/drawing/2014/main" id="{0A872BA8-023A-096E-6CD7-7BF3E4080009}"/>
                  </a:ext>
                </a:extLst>
              </p:cNvPr>
              <p:cNvPicPr/>
              <p:nvPr/>
            </p:nvPicPr>
            <p:blipFill>
              <a:blip r:embed="rId435"/>
              <a:stretch>
                <a:fillRect/>
              </a:stretch>
            </p:blipFill>
            <p:spPr>
              <a:xfrm>
                <a:off x="5317718" y="3187656"/>
                <a:ext cx="135000" cy="84600"/>
              </a:xfrm>
              <a:prstGeom prst="rect">
                <a:avLst/>
              </a:prstGeom>
            </p:spPr>
          </p:pic>
        </mc:Fallback>
      </mc:AlternateContent>
      <mc:AlternateContent xmlns:mc="http://schemas.openxmlformats.org/markup-compatibility/2006">
        <mc:Choice xmlns:p14="http://schemas.microsoft.com/office/powerpoint/2010/main" Requires="p14">
          <p:contentPart p14:bwMode="auto" r:id="rId436">
            <p14:nvContentPartPr>
              <p14:cNvPr id="276" name="Ink 275">
                <a:extLst>
                  <a:ext uri="{FF2B5EF4-FFF2-40B4-BE49-F238E27FC236}">
                    <a16:creationId xmlns:a16="http://schemas.microsoft.com/office/drawing/2014/main" id="{3ACD292A-329B-9DB0-2043-3B150CFF1A47}"/>
                  </a:ext>
                </a:extLst>
              </p14:cNvPr>
              <p14:cNvContentPartPr/>
              <p14:nvPr/>
            </p14:nvContentPartPr>
            <p14:xfrm>
              <a:off x="5457398" y="3141936"/>
              <a:ext cx="120600" cy="51120"/>
            </p14:xfrm>
          </p:contentPart>
        </mc:Choice>
        <mc:Fallback>
          <p:pic>
            <p:nvPicPr>
              <p:cNvPr id="276" name="Ink 275">
                <a:extLst>
                  <a:ext uri="{FF2B5EF4-FFF2-40B4-BE49-F238E27FC236}">
                    <a16:creationId xmlns:a16="http://schemas.microsoft.com/office/drawing/2014/main" id="{3ACD292A-329B-9DB0-2043-3B150CFF1A47}"/>
                  </a:ext>
                </a:extLst>
              </p:cNvPr>
              <p:cNvPicPr/>
              <p:nvPr/>
            </p:nvPicPr>
            <p:blipFill>
              <a:blip r:embed="rId437"/>
              <a:stretch>
                <a:fillRect/>
              </a:stretch>
            </p:blipFill>
            <p:spPr>
              <a:xfrm>
                <a:off x="5453078" y="3137616"/>
                <a:ext cx="12924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438">
            <p14:nvContentPartPr>
              <p14:cNvPr id="198" name="Ink 197">
                <a:extLst>
                  <a:ext uri="{FF2B5EF4-FFF2-40B4-BE49-F238E27FC236}">
                    <a16:creationId xmlns:a16="http://schemas.microsoft.com/office/drawing/2014/main" id="{B7171D41-697E-E9FA-AF12-4FD54EDA5C1C}"/>
                  </a:ext>
                </a:extLst>
              </p14:cNvPr>
              <p14:cNvContentPartPr/>
              <p14:nvPr/>
            </p14:nvContentPartPr>
            <p14:xfrm>
              <a:off x="5430758" y="3563496"/>
              <a:ext cx="360" cy="360"/>
            </p14:xfrm>
          </p:contentPart>
        </mc:Choice>
        <mc:Fallback>
          <p:pic>
            <p:nvPicPr>
              <p:cNvPr id="198" name="Ink 197">
                <a:extLst>
                  <a:ext uri="{FF2B5EF4-FFF2-40B4-BE49-F238E27FC236}">
                    <a16:creationId xmlns:a16="http://schemas.microsoft.com/office/drawing/2014/main" id="{B7171D41-697E-E9FA-AF12-4FD54EDA5C1C}"/>
                  </a:ext>
                </a:extLst>
              </p:cNvPr>
              <p:cNvPicPr/>
              <p:nvPr/>
            </p:nvPicPr>
            <p:blipFill>
              <a:blip r:embed="rId79"/>
              <a:stretch>
                <a:fillRect/>
              </a:stretch>
            </p:blipFill>
            <p:spPr>
              <a:xfrm>
                <a:off x="5426438" y="355917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439">
            <p14:nvContentPartPr>
              <p14:cNvPr id="199" name="Ink 198">
                <a:extLst>
                  <a:ext uri="{FF2B5EF4-FFF2-40B4-BE49-F238E27FC236}">
                    <a16:creationId xmlns:a16="http://schemas.microsoft.com/office/drawing/2014/main" id="{5FEDFF12-1109-BA4E-2D66-8726B8AB338E}"/>
                  </a:ext>
                </a:extLst>
              </p14:cNvPr>
              <p14:cNvContentPartPr/>
              <p14:nvPr/>
            </p14:nvContentPartPr>
            <p14:xfrm>
              <a:off x="5500958" y="3798936"/>
              <a:ext cx="360" cy="360"/>
            </p14:xfrm>
          </p:contentPart>
        </mc:Choice>
        <mc:Fallback>
          <p:pic>
            <p:nvPicPr>
              <p:cNvPr id="199" name="Ink 198">
                <a:extLst>
                  <a:ext uri="{FF2B5EF4-FFF2-40B4-BE49-F238E27FC236}">
                    <a16:creationId xmlns:a16="http://schemas.microsoft.com/office/drawing/2014/main" id="{5FEDFF12-1109-BA4E-2D66-8726B8AB338E}"/>
                  </a:ext>
                </a:extLst>
              </p:cNvPr>
              <p:cNvPicPr/>
              <p:nvPr/>
            </p:nvPicPr>
            <p:blipFill>
              <a:blip r:embed="rId79"/>
              <a:stretch>
                <a:fillRect/>
              </a:stretch>
            </p:blipFill>
            <p:spPr>
              <a:xfrm>
                <a:off x="5496638" y="379461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440">
            <p14:nvContentPartPr>
              <p14:cNvPr id="200" name="Ink 199">
                <a:extLst>
                  <a:ext uri="{FF2B5EF4-FFF2-40B4-BE49-F238E27FC236}">
                    <a16:creationId xmlns:a16="http://schemas.microsoft.com/office/drawing/2014/main" id="{ED2F37F3-CABA-8509-4850-14384B61DDAB}"/>
                  </a:ext>
                </a:extLst>
              </p14:cNvPr>
              <p14:cNvContentPartPr/>
              <p14:nvPr/>
            </p14:nvContentPartPr>
            <p14:xfrm>
              <a:off x="5598518" y="3941496"/>
              <a:ext cx="360" cy="360"/>
            </p14:xfrm>
          </p:contentPart>
        </mc:Choice>
        <mc:Fallback>
          <p:pic>
            <p:nvPicPr>
              <p:cNvPr id="200" name="Ink 199">
                <a:extLst>
                  <a:ext uri="{FF2B5EF4-FFF2-40B4-BE49-F238E27FC236}">
                    <a16:creationId xmlns:a16="http://schemas.microsoft.com/office/drawing/2014/main" id="{ED2F37F3-CABA-8509-4850-14384B61DDAB}"/>
                  </a:ext>
                </a:extLst>
              </p:cNvPr>
              <p:cNvPicPr/>
              <p:nvPr/>
            </p:nvPicPr>
            <p:blipFill>
              <a:blip r:embed="rId79"/>
              <a:stretch>
                <a:fillRect/>
              </a:stretch>
            </p:blipFill>
            <p:spPr>
              <a:xfrm>
                <a:off x="5594198" y="393717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441">
            <p14:nvContentPartPr>
              <p14:cNvPr id="201" name="Ink 200">
                <a:extLst>
                  <a:ext uri="{FF2B5EF4-FFF2-40B4-BE49-F238E27FC236}">
                    <a16:creationId xmlns:a16="http://schemas.microsoft.com/office/drawing/2014/main" id="{31419250-D9FB-D48A-ACE8-EB09604F4472}"/>
                  </a:ext>
                </a:extLst>
              </p14:cNvPr>
              <p14:cNvContentPartPr/>
              <p14:nvPr/>
            </p14:nvContentPartPr>
            <p14:xfrm>
              <a:off x="5258678" y="4112856"/>
              <a:ext cx="176400" cy="255960"/>
            </p14:xfrm>
          </p:contentPart>
        </mc:Choice>
        <mc:Fallback>
          <p:pic>
            <p:nvPicPr>
              <p:cNvPr id="201" name="Ink 200">
                <a:extLst>
                  <a:ext uri="{FF2B5EF4-FFF2-40B4-BE49-F238E27FC236}">
                    <a16:creationId xmlns:a16="http://schemas.microsoft.com/office/drawing/2014/main" id="{31419250-D9FB-D48A-ACE8-EB09604F4472}"/>
                  </a:ext>
                </a:extLst>
              </p:cNvPr>
              <p:cNvPicPr/>
              <p:nvPr/>
            </p:nvPicPr>
            <p:blipFill>
              <a:blip r:embed="rId442"/>
              <a:stretch>
                <a:fillRect/>
              </a:stretch>
            </p:blipFill>
            <p:spPr>
              <a:xfrm>
                <a:off x="5254358" y="4108536"/>
                <a:ext cx="185040" cy="264600"/>
              </a:xfrm>
              <a:prstGeom prst="rect">
                <a:avLst/>
              </a:prstGeom>
            </p:spPr>
          </p:pic>
        </mc:Fallback>
      </mc:AlternateContent>
      <mc:AlternateContent xmlns:mc="http://schemas.openxmlformats.org/markup-compatibility/2006">
        <mc:Choice xmlns:p14="http://schemas.microsoft.com/office/powerpoint/2010/main" Requires="p14">
          <p:contentPart p14:bwMode="auto" r:id="rId443">
            <p14:nvContentPartPr>
              <p14:cNvPr id="202" name="Ink 201">
                <a:extLst>
                  <a:ext uri="{FF2B5EF4-FFF2-40B4-BE49-F238E27FC236}">
                    <a16:creationId xmlns:a16="http://schemas.microsoft.com/office/drawing/2014/main" id="{4D75708B-5355-7B89-683B-9EBFE3ABE6D0}"/>
                  </a:ext>
                </a:extLst>
              </p14:cNvPr>
              <p14:cNvContentPartPr/>
              <p14:nvPr/>
            </p14:nvContentPartPr>
            <p14:xfrm>
              <a:off x="5419238" y="4195296"/>
              <a:ext cx="137880" cy="84240"/>
            </p14:xfrm>
          </p:contentPart>
        </mc:Choice>
        <mc:Fallback>
          <p:pic>
            <p:nvPicPr>
              <p:cNvPr id="202" name="Ink 201">
                <a:extLst>
                  <a:ext uri="{FF2B5EF4-FFF2-40B4-BE49-F238E27FC236}">
                    <a16:creationId xmlns:a16="http://schemas.microsoft.com/office/drawing/2014/main" id="{4D75708B-5355-7B89-683B-9EBFE3ABE6D0}"/>
                  </a:ext>
                </a:extLst>
              </p:cNvPr>
              <p:cNvPicPr/>
              <p:nvPr/>
            </p:nvPicPr>
            <p:blipFill>
              <a:blip r:embed="rId444"/>
              <a:stretch>
                <a:fillRect/>
              </a:stretch>
            </p:blipFill>
            <p:spPr>
              <a:xfrm>
                <a:off x="5414918" y="4190976"/>
                <a:ext cx="14652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445">
            <p14:nvContentPartPr>
              <p14:cNvPr id="205" name="Ink 204">
                <a:extLst>
                  <a:ext uri="{FF2B5EF4-FFF2-40B4-BE49-F238E27FC236}">
                    <a16:creationId xmlns:a16="http://schemas.microsoft.com/office/drawing/2014/main" id="{1F2AF1D4-EF96-02F8-F7E5-35A797E3CF5E}"/>
                  </a:ext>
                </a:extLst>
              </p14:cNvPr>
              <p14:cNvContentPartPr/>
              <p14:nvPr/>
            </p14:nvContentPartPr>
            <p14:xfrm>
              <a:off x="5553518" y="4108176"/>
              <a:ext cx="149400" cy="92160"/>
            </p14:xfrm>
          </p:contentPart>
        </mc:Choice>
        <mc:Fallback>
          <p:pic>
            <p:nvPicPr>
              <p:cNvPr id="205" name="Ink 204">
                <a:extLst>
                  <a:ext uri="{FF2B5EF4-FFF2-40B4-BE49-F238E27FC236}">
                    <a16:creationId xmlns:a16="http://schemas.microsoft.com/office/drawing/2014/main" id="{1F2AF1D4-EF96-02F8-F7E5-35A797E3CF5E}"/>
                  </a:ext>
                </a:extLst>
              </p:cNvPr>
              <p:cNvPicPr/>
              <p:nvPr/>
            </p:nvPicPr>
            <p:blipFill>
              <a:blip r:embed="rId446"/>
              <a:stretch>
                <a:fillRect/>
              </a:stretch>
            </p:blipFill>
            <p:spPr>
              <a:xfrm>
                <a:off x="5549198" y="4103856"/>
                <a:ext cx="15804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447">
            <p14:nvContentPartPr>
              <p14:cNvPr id="206" name="Ink 205">
                <a:extLst>
                  <a:ext uri="{FF2B5EF4-FFF2-40B4-BE49-F238E27FC236}">
                    <a16:creationId xmlns:a16="http://schemas.microsoft.com/office/drawing/2014/main" id="{E4A216C3-F521-0EBC-E2AE-6912432B5021}"/>
                  </a:ext>
                </a:extLst>
              </p14:cNvPr>
              <p14:cNvContentPartPr/>
              <p14:nvPr/>
            </p14:nvContentPartPr>
            <p14:xfrm>
              <a:off x="5694278" y="4026096"/>
              <a:ext cx="120600" cy="177120"/>
            </p14:xfrm>
          </p:contentPart>
        </mc:Choice>
        <mc:Fallback>
          <p:pic>
            <p:nvPicPr>
              <p:cNvPr id="206" name="Ink 205">
                <a:extLst>
                  <a:ext uri="{FF2B5EF4-FFF2-40B4-BE49-F238E27FC236}">
                    <a16:creationId xmlns:a16="http://schemas.microsoft.com/office/drawing/2014/main" id="{E4A216C3-F521-0EBC-E2AE-6912432B5021}"/>
                  </a:ext>
                </a:extLst>
              </p:cNvPr>
              <p:cNvPicPr/>
              <p:nvPr/>
            </p:nvPicPr>
            <p:blipFill>
              <a:blip r:embed="rId448"/>
              <a:stretch>
                <a:fillRect/>
              </a:stretch>
            </p:blipFill>
            <p:spPr>
              <a:xfrm>
                <a:off x="5689958" y="4021776"/>
                <a:ext cx="12924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449">
            <p14:nvContentPartPr>
              <p14:cNvPr id="207" name="Ink 206">
                <a:extLst>
                  <a:ext uri="{FF2B5EF4-FFF2-40B4-BE49-F238E27FC236}">
                    <a16:creationId xmlns:a16="http://schemas.microsoft.com/office/drawing/2014/main" id="{97C804BD-6428-F7D1-FDAC-121B19E8304B}"/>
                  </a:ext>
                </a:extLst>
              </p14:cNvPr>
              <p14:cNvContentPartPr/>
              <p14:nvPr/>
            </p14:nvContentPartPr>
            <p14:xfrm>
              <a:off x="5733518" y="3921696"/>
              <a:ext cx="98640" cy="115560"/>
            </p14:xfrm>
          </p:contentPart>
        </mc:Choice>
        <mc:Fallback>
          <p:pic>
            <p:nvPicPr>
              <p:cNvPr id="207" name="Ink 206">
                <a:extLst>
                  <a:ext uri="{FF2B5EF4-FFF2-40B4-BE49-F238E27FC236}">
                    <a16:creationId xmlns:a16="http://schemas.microsoft.com/office/drawing/2014/main" id="{97C804BD-6428-F7D1-FDAC-121B19E8304B}"/>
                  </a:ext>
                </a:extLst>
              </p:cNvPr>
              <p:cNvPicPr/>
              <p:nvPr/>
            </p:nvPicPr>
            <p:blipFill>
              <a:blip r:embed="rId450"/>
              <a:stretch>
                <a:fillRect/>
              </a:stretch>
            </p:blipFill>
            <p:spPr>
              <a:xfrm>
                <a:off x="5729198" y="3917376"/>
                <a:ext cx="107280" cy="124200"/>
              </a:xfrm>
              <a:prstGeom prst="rect">
                <a:avLst/>
              </a:prstGeom>
            </p:spPr>
          </p:pic>
        </mc:Fallback>
      </mc:AlternateContent>
      <mc:AlternateContent xmlns:mc="http://schemas.openxmlformats.org/markup-compatibility/2006">
        <mc:Choice xmlns:p14="http://schemas.microsoft.com/office/powerpoint/2010/main" Requires="p14">
          <p:contentPart p14:bwMode="auto" r:id="rId451">
            <p14:nvContentPartPr>
              <p14:cNvPr id="208" name="Ink 207">
                <a:extLst>
                  <a:ext uri="{FF2B5EF4-FFF2-40B4-BE49-F238E27FC236}">
                    <a16:creationId xmlns:a16="http://schemas.microsoft.com/office/drawing/2014/main" id="{F51871FE-4C17-7ACD-003A-F9CB88449154}"/>
                  </a:ext>
                </a:extLst>
              </p14:cNvPr>
              <p14:cNvContentPartPr/>
              <p14:nvPr/>
            </p14:nvContentPartPr>
            <p14:xfrm>
              <a:off x="5844038" y="3898296"/>
              <a:ext cx="108720" cy="112320"/>
            </p14:xfrm>
          </p:contentPart>
        </mc:Choice>
        <mc:Fallback>
          <p:pic>
            <p:nvPicPr>
              <p:cNvPr id="208" name="Ink 207">
                <a:extLst>
                  <a:ext uri="{FF2B5EF4-FFF2-40B4-BE49-F238E27FC236}">
                    <a16:creationId xmlns:a16="http://schemas.microsoft.com/office/drawing/2014/main" id="{F51871FE-4C17-7ACD-003A-F9CB88449154}"/>
                  </a:ext>
                </a:extLst>
              </p:cNvPr>
              <p:cNvPicPr/>
              <p:nvPr/>
            </p:nvPicPr>
            <p:blipFill>
              <a:blip r:embed="rId452"/>
              <a:stretch>
                <a:fillRect/>
              </a:stretch>
            </p:blipFill>
            <p:spPr>
              <a:xfrm>
                <a:off x="5839718" y="3893976"/>
                <a:ext cx="117360" cy="120960"/>
              </a:xfrm>
              <a:prstGeom prst="rect">
                <a:avLst/>
              </a:prstGeom>
            </p:spPr>
          </p:pic>
        </mc:Fallback>
      </mc:AlternateContent>
      <mc:AlternateContent xmlns:mc="http://schemas.openxmlformats.org/markup-compatibility/2006">
        <mc:Choice xmlns:p14="http://schemas.microsoft.com/office/powerpoint/2010/main" Requires="p14">
          <p:contentPart p14:bwMode="auto" r:id="rId453">
            <p14:nvContentPartPr>
              <p14:cNvPr id="209" name="Ink 208">
                <a:extLst>
                  <a:ext uri="{FF2B5EF4-FFF2-40B4-BE49-F238E27FC236}">
                    <a16:creationId xmlns:a16="http://schemas.microsoft.com/office/drawing/2014/main" id="{BE2A5693-42A3-5475-9769-FF39DA22F291}"/>
                  </a:ext>
                </a:extLst>
              </p14:cNvPr>
              <p14:cNvContentPartPr/>
              <p14:nvPr/>
            </p14:nvContentPartPr>
            <p14:xfrm>
              <a:off x="6045278" y="3734496"/>
              <a:ext cx="71640" cy="129240"/>
            </p14:xfrm>
          </p:contentPart>
        </mc:Choice>
        <mc:Fallback>
          <p:pic>
            <p:nvPicPr>
              <p:cNvPr id="209" name="Ink 208">
                <a:extLst>
                  <a:ext uri="{FF2B5EF4-FFF2-40B4-BE49-F238E27FC236}">
                    <a16:creationId xmlns:a16="http://schemas.microsoft.com/office/drawing/2014/main" id="{BE2A5693-42A3-5475-9769-FF39DA22F291}"/>
                  </a:ext>
                </a:extLst>
              </p:cNvPr>
              <p:cNvPicPr/>
              <p:nvPr/>
            </p:nvPicPr>
            <p:blipFill>
              <a:blip r:embed="rId454"/>
              <a:stretch>
                <a:fillRect/>
              </a:stretch>
            </p:blipFill>
            <p:spPr>
              <a:xfrm>
                <a:off x="6040958" y="3730176"/>
                <a:ext cx="8028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455">
            <p14:nvContentPartPr>
              <p14:cNvPr id="211" name="Ink 210">
                <a:extLst>
                  <a:ext uri="{FF2B5EF4-FFF2-40B4-BE49-F238E27FC236}">
                    <a16:creationId xmlns:a16="http://schemas.microsoft.com/office/drawing/2014/main" id="{88DF3990-CF3E-C99E-9DAE-166C3927F515}"/>
                  </a:ext>
                </a:extLst>
              </p14:cNvPr>
              <p14:cNvContentPartPr/>
              <p14:nvPr/>
            </p14:nvContentPartPr>
            <p14:xfrm>
              <a:off x="5957798" y="3751056"/>
              <a:ext cx="208440" cy="73440"/>
            </p14:xfrm>
          </p:contentPart>
        </mc:Choice>
        <mc:Fallback>
          <p:pic>
            <p:nvPicPr>
              <p:cNvPr id="211" name="Ink 210">
                <a:extLst>
                  <a:ext uri="{FF2B5EF4-FFF2-40B4-BE49-F238E27FC236}">
                    <a16:creationId xmlns:a16="http://schemas.microsoft.com/office/drawing/2014/main" id="{88DF3990-CF3E-C99E-9DAE-166C3927F515}"/>
                  </a:ext>
                </a:extLst>
              </p:cNvPr>
              <p:cNvPicPr/>
              <p:nvPr/>
            </p:nvPicPr>
            <p:blipFill>
              <a:blip r:embed="rId456"/>
              <a:stretch>
                <a:fillRect/>
              </a:stretch>
            </p:blipFill>
            <p:spPr>
              <a:xfrm>
                <a:off x="5953478" y="3746736"/>
                <a:ext cx="217080" cy="82080"/>
              </a:xfrm>
              <a:prstGeom prst="rect">
                <a:avLst/>
              </a:prstGeom>
            </p:spPr>
          </p:pic>
        </mc:Fallback>
      </mc:AlternateContent>
      <mc:AlternateContent xmlns:mc="http://schemas.openxmlformats.org/markup-compatibility/2006">
        <mc:Choice xmlns:p14="http://schemas.microsoft.com/office/powerpoint/2010/main" Requires="p14">
          <p:contentPart p14:bwMode="auto" r:id="rId457">
            <p14:nvContentPartPr>
              <p14:cNvPr id="212" name="Ink 211">
                <a:extLst>
                  <a:ext uri="{FF2B5EF4-FFF2-40B4-BE49-F238E27FC236}">
                    <a16:creationId xmlns:a16="http://schemas.microsoft.com/office/drawing/2014/main" id="{9A49ABC1-69CF-2CDE-F4EB-7BD3B5598D4D}"/>
                  </a:ext>
                </a:extLst>
              </p14:cNvPr>
              <p14:cNvContentPartPr/>
              <p14:nvPr/>
            </p14:nvContentPartPr>
            <p14:xfrm>
              <a:off x="6069758" y="3743496"/>
              <a:ext cx="46800" cy="176760"/>
            </p14:xfrm>
          </p:contentPart>
        </mc:Choice>
        <mc:Fallback>
          <p:pic>
            <p:nvPicPr>
              <p:cNvPr id="212" name="Ink 211">
                <a:extLst>
                  <a:ext uri="{FF2B5EF4-FFF2-40B4-BE49-F238E27FC236}">
                    <a16:creationId xmlns:a16="http://schemas.microsoft.com/office/drawing/2014/main" id="{9A49ABC1-69CF-2CDE-F4EB-7BD3B5598D4D}"/>
                  </a:ext>
                </a:extLst>
              </p:cNvPr>
              <p:cNvPicPr/>
              <p:nvPr/>
            </p:nvPicPr>
            <p:blipFill>
              <a:blip r:embed="rId458"/>
              <a:stretch>
                <a:fillRect/>
              </a:stretch>
            </p:blipFill>
            <p:spPr>
              <a:xfrm>
                <a:off x="6065438" y="3739176"/>
                <a:ext cx="5544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459">
            <p14:nvContentPartPr>
              <p14:cNvPr id="213" name="Ink 212">
                <a:extLst>
                  <a:ext uri="{FF2B5EF4-FFF2-40B4-BE49-F238E27FC236}">
                    <a16:creationId xmlns:a16="http://schemas.microsoft.com/office/drawing/2014/main" id="{0C2BB049-602B-DAEC-38F9-1651FC8B53B5}"/>
                  </a:ext>
                </a:extLst>
              </p14:cNvPr>
              <p14:cNvContentPartPr/>
              <p14:nvPr/>
            </p14:nvContentPartPr>
            <p14:xfrm>
              <a:off x="5887598" y="3618576"/>
              <a:ext cx="263520" cy="173160"/>
            </p14:xfrm>
          </p:contentPart>
        </mc:Choice>
        <mc:Fallback>
          <p:pic>
            <p:nvPicPr>
              <p:cNvPr id="213" name="Ink 212">
                <a:extLst>
                  <a:ext uri="{FF2B5EF4-FFF2-40B4-BE49-F238E27FC236}">
                    <a16:creationId xmlns:a16="http://schemas.microsoft.com/office/drawing/2014/main" id="{0C2BB049-602B-DAEC-38F9-1651FC8B53B5}"/>
                  </a:ext>
                </a:extLst>
              </p:cNvPr>
              <p:cNvPicPr/>
              <p:nvPr/>
            </p:nvPicPr>
            <p:blipFill>
              <a:blip r:embed="rId460"/>
              <a:stretch>
                <a:fillRect/>
              </a:stretch>
            </p:blipFill>
            <p:spPr>
              <a:xfrm>
                <a:off x="5883278" y="3614256"/>
                <a:ext cx="27216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461">
            <p14:nvContentPartPr>
              <p14:cNvPr id="214" name="Ink 213">
                <a:extLst>
                  <a:ext uri="{FF2B5EF4-FFF2-40B4-BE49-F238E27FC236}">
                    <a16:creationId xmlns:a16="http://schemas.microsoft.com/office/drawing/2014/main" id="{83740215-CE4B-DCA7-FAD0-DDB17154349A}"/>
                  </a:ext>
                </a:extLst>
              </p14:cNvPr>
              <p14:cNvContentPartPr/>
              <p14:nvPr/>
            </p14:nvContentPartPr>
            <p14:xfrm>
              <a:off x="6026918" y="3828456"/>
              <a:ext cx="220320" cy="147240"/>
            </p14:xfrm>
          </p:contentPart>
        </mc:Choice>
        <mc:Fallback>
          <p:pic>
            <p:nvPicPr>
              <p:cNvPr id="214" name="Ink 213">
                <a:extLst>
                  <a:ext uri="{FF2B5EF4-FFF2-40B4-BE49-F238E27FC236}">
                    <a16:creationId xmlns:a16="http://schemas.microsoft.com/office/drawing/2014/main" id="{83740215-CE4B-DCA7-FAD0-DDB17154349A}"/>
                  </a:ext>
                </a:extLst>
              </p:cNvPr>
              <p:cNvPicPr/>
              <p:nvPr/>
            </p:nvPicPr>
            <p:blipFill>
              <a:blip r:embed="rId462"/>
              <a:stretch>
                <a:fillRect/>
              </a:stretch>
            </p:blipFill>
            <p:spPr>
              <a:xfrm>
                <a:off x="6022598" y="3824136"/>
                <a:ext cx="22896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463">
            <p14:nvContentPartPr>
              <p14:cNvPr id="279" name="Ink 278">
                <a:extLst>
                  <a:ext uri="{FF2B5EF4-FFF2-40B4-BE49-F238E27FC236}">
                    <a16:creationId xmlns:a16="http://schemas.microsoft.com/office/drawing/2014/main" id="{BE49F6F4-C7FF-D189-5286-2479C63A8E6C}"/>
                  </a:ext>
                </a:extLst>
              </p14:cNvPr>
              <p14:cNvContentPartPr/>
              <p14:nvPr/>
            </p14:nvContentPartPr>
            <p14:xfrm>
              <a:off x="5460998" y="4339656"/>
              <a:ext cx="232920" cy="275400"/>
            </p14:xfrm>
          </p:contentPart>
        </mc:Choice>
        <mc:Fallback>
          <p:pic>
            <p:nvPicPr>
              <p:cNvPr id="279" name="Ink 278">
                <a:extLst>
                  <a:ext uri="{FF2B5EF4-FFF2-40B4-BE49-F238E27FC236}">
                    <a16:creationId xmlns:a16="http://schemas.microsoft.com/office/drawing/2014/main" id="{BE49F6F4-C7FF-D189-5286-2479C63A8E6C}"/>
                  </a:ext>
                </a:extLst>
              </p:cNvPr>
              <p:cNvPicPr/>
              <p:nvPr/>
            </p:nvPicPr>
            <p:blipFill>
              <a:blip r:embed="rId464"/>
              <a:stretch>
                <a:fillRect/>
              </a:stretch>
            </p:blipFill>
            <p:spPr>
              <a:xfrm>
                <a:off x="5456678" y="4335336"/>
                <a:ext cx="241560" cy="284040"/>
              </a:xfrm>
              <a:prstGeom prst="rect">
                <a:avLst/>
              </a:prstGeom>
            </p:spPr>
          </p:pic>
        </mc:Fallback>
      </mc:AlternateContent>
      <mc:AlternateContent xmlns:mc="http://schemas.openxmlformats.org/markup-compatibility/2006">
        <mc:Choice xmlns:p14="http://schemas.microsoft.com/office/powerpoint/2010/main" Requires="p14">
          <p:contentPart p14:bwMode="auto" r:id="rId465">
            <p14:nvContentPartPr>
              <p14:cNvPr id="280" name="Ink 279">
                <a:extLst>
                  <a:ext uri="{FF2B5EF4-FFF2-40B4-BE49-F238E27FC236}">
                    <a16:creationId xmlns:a16="http://schemas.microsoft.com/office/drawing/2014/main" id="{034BA245-87FD-1DFF-6270-2B261320E936}"/>
                  </a:ext>
                </a:extLst>
              </p14:cNvPr>
              <p14:cNvContentPartPr/>
              <p14:nvPr/>
            </p14:nvContentPartPr>
            <p14:xfrm>
              <a:off x="5678798" y="4320936"/>
              <a:ext cx="157680" cy="117360"/>
            </p14:xfrm>
          </p:contentPart>
        </mc:Choice>
        <mc:Fallback>
          <p:pic>
            <p:nvPicPr>
              <p:cNvPr id="280" name="Ink 279">
                <a:extLst>
                  <a:ext uri="{FF2B5EF4-FFF2-40B4-BE49-F238E27FC236}">
                    <a16:creationId xmlns:a16="http://schemas.microsoft.com/office/drawing/2014/main" id="{034BA245-87FD-1DFF-6270-2B261320E936}"/>
                  </a:ext>
                </a:extLst>
              </p:cNvPr>
              <p:cNvPicPr/>
              <p:nvPr/>
            </p:nvPicPr>
            <p:blipFill>
              <a:blip r:embed="rId466"/>
              <a:stretch>
                <a:fillRect/>
              </a:stretch>
            </p:blipFill>
            <p:spPr>
              <a:xfrm>
                <a:off x="5674478" y="4316616"/>
                <a:ext cx="16632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467">
            <p14:nvContentPartPr>
              <p14:cNvPr id="281" name="Ink 280">
                <a:extLst>
                  <a:ext uri="{FF2B5EF4-FFF2-40B4-BE49-F238E27FC236}">
                    <a16:creationId xmlns:a16="http://schemas.microsoft.com/office/drawing/2014/main" id="{4C8BBA0F-BF0B-5229-AC66-7FF34DFDE398}"/>
                  </a:ext>
                </a:extLst>
              </p14:cNvPr>
              <p14:cNvContentPartPr/>
              <p14:nvPr/>
            </p14:nvContentPartPr>
            <p14:xfrm>
              <a:off x="5785358" y="4265136"/>
              <a:ext cx="246960" cy="114840"/>
            </p14:xfrm>
          </p:contentPart>
        </mc:Choice>
        <mc:Fallback>
          <p:pic>
            <p:nvPicPr>
              <p:cNvPr id="281" name="Ink 280">
                <a:extLst>
                  <a:ext uri="{FF2B5EF4-FFF2-40B4-BE49-F238E27FC236}">
                    <a16:creationId xmlns:a16="http://schemas.microsoft.com/office/drawing/2014/main" id="{4C8BBA0F-BF0B-5229-AC66-7FF34DFDE398}"/>
                  </a:ext>
                </a:extLst>
              </p:cNvPr>
              <p:cNvPicPr/>
              <p:nvPr/>
            </p:nvPicPr>
            <p:blipFill>
              <a:blip r:embed="rId468"/>
              <a:stretch>
                <a:fillRect/>
              </a:stretch>
            </p:blipFill>
            <p:spPr>
              <a:xfrm>
                <a:off x="5781038" y="4260816"/>
                <a:ext cx="25560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469">
            <p14:nvContentPartPr>
              <p14:cNvPr id="283" name="Ink 282">
                <a:extLst>
                  <a:ext uri="{FF2B5EF4-FFF2-40B4-BE49-F238E27FC236}">
                    <a16:creationId xmlns:a16="http://schemas.microsoft.com/office/drawing/2014/main" id="{732F5CBB-52DE-FE1F-817C-122FDD589970}"/>
                  </a:ext>
                </a:extLst>
              </p14:cNvPr>
              <p14:cNvContentPartPr/>
              <p14:nvPr/>
            </p14:nvContentPartPr>
            <p14:xfrm>
              <a:off x="6550718" y="3527496"/>
              <a:ext cx="218880" cy="128520"/>
            </p14:xfrm>
          </p:contentPart>
        </mc:Choice>
        <mc:Fallback>
          <p:pic>
            <p:nvPicPr>
              <p:cNvPr id="283" name="Ink 282">
                <a:extLst>
                  <a:ext uri="{FF2B5EF4-FFF2-40B4-BE49-F238E27FC236}">
                    <a16:creationId xmlns:a16="http://schemas.microsoft.com/office/drawing/2014/main" id="{732F5CBB-52DE-FE1F-817C-122FDD589970}"/>
                  </a:ext>
                </a:extLst>
              </p:cNvPr>
              <p:cNvPicPr/>
              <p:nvPr/>
            </p:nvPicPr>
            <p:blipFill>
              <a:blip r:embed="rId470"/>
              <a:stretch>
                <a:fillRect/>
              </a:stretch>
            </p:blipFill>
            <p:spPr>
              <a:xfrm>
                <a:off x="6546398" y="3523176"/>
                <a:ext cx="22752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471">
            <p14:nvContentPartPr>
              <p14:cNvPr id="284" name="Ink 283">
                <a:extLst>
                  <a:ext uri="{FF2B5EF4-FFF2-40B4-BE49-F238E27FC236}">
                    <a16:creationId xmlns:a16="http://schemas.microsoft.com/office/drawing/2014/main" id="{D4108CDA-531F-865D-BE44-16EF7B7FF20A}"/>
                  </a:ext>
                </a:extLst>
              </p14:cNvPr>
              <p14:cNvContentPartPr/>
              <p14:nvPr/>
            </p14:nvContentPartPr>
            <p14:xfrm>
              <a:off x="6626318" y="3494736"/>
              <a:ext cx="75240" cy="228240"/>
            </p14:xfrm>
          </p:contentPart>
        </mc:Choice>
        <mc:Fallback>
          <p:pic>
            <p:nvPicPr>
              <p:cNvPr id="284" name="Ink 283">
                <a:extLst>
                  <a:ext uri="{FF2B5EF4-FFF2-40B4-BE49-F238E27FC236}">
                    <a16:creationId xmlns:a16="http://schemas.microsoft.com/office/drawing/2014/main" id="{D4108CDA-531F-865D-BE44-16EF7B7FF20A}"/>
                  </a:ext>
                </a:extLst>
              </p:cNvPr>
              <p:cNvPicPr/>
              <p:nvPr/>
            </p:nvPicPr>
            <p:blipFill>
              <a:blip r:embed="rId472"/>
              <a:stretch>
                <a:fillRect/>
              </a:stretch>
            </p:blipFill>
            <p:spPr>
              <a:xfrm>
                <a:off x="6621998" y="3490416"/>
                <a:ext cx="83880" cy="236880"/>
              </a:xfrm>
              <a:prstGeom prst="rect">
                <a:avLst/>
              </a:prstGeom>
            </p:spPr>
          </p:pic>
        </mc:Fallback>
      </mc:AlternateContent>
      <mc:AlternateContent xmlns:mc="http://schemas.openxmlformats.org/markup-compatibility/2006">
        <mc:Choice xmlns:p14="http://schemas.microsoft.com/office/powerpoint/2010/main" Requires="p14">
          <p:contentPart p14:bwMode="auto" r:id="rId473">
            <p14:nvContentPartPr>
              <p14:cNvPr id="286" name="Ink 285">
                <a:extLst>
                  <a:ext uri="{FF2B5EF4-FFF2-40B4-BE49-F238E27FC236}">
                    <a16:creationId xmlns:a16="http://schemas.microsoft.com/office/drawing/2014/main" id="{7701C676-A6A6-46EF-B9A8-668E7B7CC06A}"/>
                  </a:ext>
                </a:extLst>
              </p14:cNvPr>
              <p14:cNvContentPartPr/>
              <p14:nvPr/>
            </p14:nvContentPartPr>
            <p14:xfrm>
              <a:off x="6818558" y="3648456"/>
              <a:ext cx="95400" cy="61920"/>
            </p14:xfrm>
          </p:contentPart>
        </mc:Choice>
        <mc:Fallback>
          <p:pic>
            <p:nvPicPr>
              <p:cNvPr id="286" name="Ink 285">
                <a:extLst>
                  <a:ext uri="{FF2B5EF4-FFF2-40B4-BE49-F238E27FC236}">
                    <a16:creationId xmlns:a16="http://schemas.microsoft.com/office/drawing/2014/main" id="{7701C676-A6A6-46EF-B9A8-668E7B7CC06A}"/>
                  </a:ext>
                </a:extLst>
              </p:cNvPr>
              <p:cNvPicPr/>
              <p:nvPr/>
            </p:nvPicPr>
            <p:blipFill>
              <a:blip r:embed="rId474"/>
              <a:stretch>
                <a:fillRect/>
              </a:stretch>
            </p:blipFill>
            <p:spPr>
              <a:xfrm>
                <a:off x="6814238" y="3644136"/>
                <a:ext cx="104040" cy="70560"/>
              </a:xfrm>
              <a:prstGeom prst="rect">
                <a:avLst/>
              </a:prstGeom>
            </p:spPr>
          </p:pic>
        </mc:Fallback>
      </mc:AlternateContent>
      <mc:AlternateContent xmlns:mc="http://schemas.openxmlformats.org/markup-compatibility/2006">
        <mc:Choice xmlns:p14="http://schemas.microsoft.com/office/powerpoint/2010/main" Requires="p14">
          <p:contentPart p14:bwMode="auto" r:id="rId475">
            <p14:nvContentPartPr>
              <p14:cNvPr id="287" name="Ink 286">
                <a:extLst>
                  <a:ext uri="{FF2B5EF4-FFF2-40B4-BE49-F238E27FC236}">
                    <a16:creationId xmlns:a16="http://schemas.microsoft.com/office/drawing/2014/main" id="{3992A497-DF90-D3CA-6AA7-B533E57C7886}"/>
                  </a:ext>
                </a:extLst>
              </p14:cNvPr>
              <p14:cNvContentPartPr/>
              <p14:nvPr/>
            </p14:nvContentPartPr>
            <p14:xfrm>
              <a:off x="6848078" y="3632256"/>
              <a:ext cx="33120" cy="114480"/>
            </p14:xfrm>
          </p:contentPart>
        </mc:Choice>
        <mc:Fallback>
          <p:pic>
            <p:nvPicPr>
              <p:cNvPr id="287" name="Ink 286">
                <a:extLst>
                  <a:ext uri="{FF2B5EF4-FFF2-40B4-BE49-F238E27FC236}">
                    <a16:creationId xmlns:a16="http://schemas.microsoft.com/office/drawing/2014/main" id="{3992A497-DF90-D3CA-6AA7-B533E57C7886}"/>
                  </a:ext>
                </a:extLst>
              </p:cNvPr>
              <p:cNvPicPr/>
              <p:nvPr/>
            </p:nvPicPr>
            <p:blipFill>
              <a:blip r:embed="rId476"/>
              <a:stretch>
                <a:fillRect/>
              </a:stretch>
            </p:blipFill>
            <p:spPr>
              <a:xfrm>
                <a:off x="6843758" y="3627936"/>
                <a:ext cx="4176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477">
            <p14:nvContentPartPr>
              <p14:cNvPr id="289" name="Ink 288">
                <a:extLst>
                  <a:ext uri="{FF2B5EF4-FFF2-40B4-BE49-F238E27FC236}">
                    <a16:creationId xmlns:a16="http://schemas.microsoft.com/office/drawing/2014/main" id="{D2DBAC43-B6DA-3950-9955-101C6E01765F}"/>
                  </a:ext>
                </a:extLst>
              </p14:cNvPr>
              <p14:cNvContentPartPr/>
              <p14:nvPr/>
            </p14:nvContentPartPr>
            <p14:xfrm>
              <a:off x="6979478" y="3629736"/>
              <a:ext cx="35640" cy="78840"/>
            </p14:xfrm>
          </p:contentPart>
        </mc:Choice>
        <mc:Fallback>
          <p:pic>
            <p:nvPicPr>
              <p:cNvPr id="289" name="Ink 288">
                <a:extLst>
                  <a:ext uri="{FF2B5EF4-FFF2-40B4-BE49-F238E27FC236}">
                    <a16:creationId xmlns:a16="http://schemas.microsoft.com/office/drawing/2014/main" id="{D2DBAC43-B6DA-3950-9955-101C6E01765F}"/>
                  </a:ext>
                </a:extLst>
              </p:cNvPr>
              <p:cNvPicPr/>
              <p:nvPr/>
            </p:nvPicPr>
            <p:blipFill>
              <a:blip r:embed="rId478"/>
              <a:stretch>
                <a:fillRect/>
              </a:stretch>
            </p:blipFill>
            <p:spPr>
              <a:xfrm>
                <a:off x="6975158" y="3625416"/>
                <a:ext cx="4428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479">
            <p14:nvContentPartPr>
              <p14:cNvPr id="290" name="Ink 289">
                <a:extLst>
                  <a:ext uri="{FF2B5EF4-FFF2-40B4-BE49-F238E27FC236}">
                    <a16:creationId xmlns:a16="http://schemas.microsoft.com/office/drawing/2014/main" id="{6052511C-9819-B27F-828E-7C53C909B842}"/>
                  </a:ext>
                </a:extLst>
              </p14:cNvPr>
              <p14:cNvContentPartPr/>
              <p14:nvPr/>
            </p14:nvContentPartPr>
            <p14:xfrm>
              <a:off x="7073798" y="3512736"/>
              <a:ext cx="126720" cy="45000"/>
            </p14:xfrm>
          </p:contentPart>
        </mc:Choice>
        <mc:Fallback>
          <p:pic>
            <p:nvPicPr>
              <p:cNvPr id="290" name="Ink 289">
                <a:extLst>
                  <a:ext uri="{FF2B5EF4-FFF2-40B4-BE49-F238E27FC236}">
                    <a16:creationId xmlns:a16="http://schemas.microsoft.com/office/drawing/2014/main" id="{6052511C-9819-B27F-828E-7C53C909B842}"/>
                  </a:ext>
                </a:extLst>
              </p:cNvPr>
              <p:cNvPicPr/>
              <p:nvPr/>
            </p:nvPicPr>
            <p:blipFill>
              <a:blip r:embed="rId480"/>
              <a:stretch>
                <a:fillRect/>
              </a:stretch>
            </p:blipFill>
            <p:spPr>
              <a:xfrm>
                <a:off x="7069478" y="3508416"/>
                <a:ext cx="135360" cy="53640"/>
              </a:xfrm>
              <a:prstGeom prst="rect">
                <a:avLst/>
              </a:prstGeom>
            </p:spPr>
          </p:pic>
        </mc:Fallback>
      </mc:AlternateContent>
      <mc:AlternateContent xmlns:mc="http://schemas.openxmlformats.org/markup-compatibility/2006">
        <mc:Choice xmlns:p14="http://schemas.microsoft.com/office/powerpoint/2010/main" Requires="p14">
          <p:contentPart p14:bwMode="auto" r:id="rId481">
            <p14:nvContentPartPr>
              <p14:cNvPr id="291" name="Ink 290">
                <a:extLst>
                  <a:ext uri="{FF2B5EF4-FFF2-40B4-BE49-F238E27FC236}">
                    <a16:creationId xmlns:a16="http://schemas.microsoft.com/office/drawing/2014/main" id="{1188E4E2-8885-199B-236D-8736164C7BCA}"/>
                  </a:ext>
                </a:extLst>
              </p14:cNvPr>
              <p14:cNvContentPartPr/>
              <p14:nvPr/>
            </p14:nvContentPartPr>
            <p14:xfrm>
              <a:off x="7123118" y="3490056"/>
              <a:ext cx="18000" cy="118440"/>
            </p14:xfrm>
          </p:contentPart>
        </mc:Choice>
        <mc:Fallback>
          <p:pic>
            <p:nvPicPr>
              <p:cNvPr id="291" name="Ink 290">
                <a:extLst>
                  <a:ext uri="{FF2B5EF4-FFF2-40B4-BE49-F238E27FC236}">
                    <a16:creationId xmlns:a16="http://schemas.microsoft.com/office/drawing/2014/main" id="{1188E4E2-8885-199B-236D-8736164C7BCA}"/>
                  </a:ext>
                </a:extLst>
              </p:cNvPr>
              <p:cNvPicPr/>
              <p:nvPr/>
            </p:nvPicPr>
            <p:blipFill>
              <a:blip r:embed="rId482"/>
              <a:stretch>
                <a:fillRect/>
              </a:stretch>
            </p:blipFill>
            <p:spPr>
              <a:xfrm>
                <a:off x="7118798" y="3485736"/>
                <a:ext cx="2664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483">
            <p14:nvContentPartPr>
              <p14:cNvPr id="292" name="Ink 291">
                <a:extLst>
                  <a:ext uri="{FF2B5EF4-FFF2-40B4-BE49-F238E27FC236}">
                    <a16:creationId xmlns:a16="http://schemas.microsoft.com/office/drawing/2014/main" id="{CEF5F32D-7B77-726A-4D0E-DCDF2F709CA4}"/>
                  </a:ext>
                </a:extLst>
              </p14:cNvPr>
              <p14:cNvContentPartPr/>
              <p14:nvPr/>
            </p14:nvContentPartPr>
            <p14:xfrm>
              <a:off x="7223198" y="3405096"/>
              <a:ext cx="175320" cy="80280"/>
            </p14:xfrm>
          </p:contentPart>
        </mc:Choice>
        <mc:Fallback>
          <p:pic>
            <p:nvPicPr>
              <p:cNvPr id="292" name="Ink 291">
                <a:extLst>
                  <a:ext uri="{FF2B5EF4-FFF2-40B4-BE49-F238E27FC236}">
                    <a16:creationId xmlns:a16="http://schemas.microsoft.com/office/drawing/2014/main" id="{CEF5F32D-7B77-726A-4D0E-DCDF2F709CA4}"/>
                  </a:ext>
                </a:extLst>
              </p:cNvPr>
              <p:cNvPicPr/>
              <p:nvPr/>
            </p:nvPicPr>
            <p:blipFill>
              <a:blip r:embed="rId484"/>
              <a:stretch>
                <a:fillRect/>
              </a:stretch>
            </p:blipFill>
            <p:spPr>
              <a:xfrm>
                <a:off x="7218878" y="3400776"/>
                <a:ext cx="183960" cy="88920"/>
              </a:xfrm>
              <a:prstGeom prst="rect">
                <a:avLst/>
              </a:prstGeom>
            </p:spPr>
          </p:pic>
        </mc:Fallback>
      </mc:AlternateContent>
      <mc:AlternateContent xmlns:mc="http://schemas.openxmlformats.org/markup-compatibility/2006">
        <mc:Choice xmlns:p14="http://schemas.microsoft.com/office/powerpoint/2010/main" Requires="p14">
          <p:contentPart p14:bwMode="auto" r:id="rId485">
            <p14:nvContentPartPr>
              <p14:cNvPr id="293" name="Ink 292">
                <a:extLst>
                  <a:ext uri="{FF2B5EF4-FFF2-40B4-BE49-F238E27FC236}">
                    <a16:creationId xmlns:a16="http://schemas.microsoft.com/office/drawing/2014/main" id="{5E343A26-A07B-09AA-92C1-0E285F20C0A0}"/>
                  </a:ext>
                </a:extLst>
              </p14:cNvPr>
              <p14:cNvContentPartPr/>
              <p14:nvPr/>
            </p14:nvContentPartPr>
            <p14:xfrm>
              <a:off x="7302038" y="3382416"/>
              <a:ext cx="37440" cy="151560"/>
            </p14:xfrm>
          </p:contentPart>
        </mc:Choice>
        <mc:Fallback>
          <p:pic>
            <p:nvPicPr>
              <p:cNvPr id="293" name="Ink 292">
                <a:extLst>
                  <a:ext uri="{FF2B5EF4-FFF2-40B4-BE49-F238E27FC236}">
                    <a16:creationId xmlns:a16="http://schemas.microsoft.com/office/drawing/2014/main" id="{5E343A26-A07B-09AA-92C1-0E285F20C0A0}"/>
                  </a:ext>
                </a:extLst>
              </p:cNvPr>
              <p:cNvPicPr/>
              <p:nvPr/>
            </p:nvPicPr>
            <p:blipFill>
              <a:blip r:embed="rId486"/>
              <a:stretch>
                <a:fillRect/>
              </a:stretch>
            </p:blipFill>
            <p:spPr>
              <a:xfrm>
                <a:off x="7297718" y="3378096"/>
                <a:ext cx="4608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487">
            <p14:nvContentPartPr>
              <p14:cNvPr id="295" name="Ink 294">
                <a:extLst>
                  <a:ext uri="{FF2B5EF4-FFF2-40B4-BE49-F238E27FC236}">
                    <a16:creationId xmlns:a16="http://schemas.microsoft.com/office/drawing/2014/main" id="{43434397-9568-948C-B1CE-CBD7B4C597CC}"/>
                  </a:ext>
                </a:extLst>
              </p14:cNvPr>
              <p14:cNvContentPartPr/>
              <p14:nvPr/>
            </p14:nvContentPartPr>
            <p14:xfrm>
              <a:off x="7450718" y="3474936"/>
              <a:ext cx="95760" cy="87480"/>
            </p14:xfrm>
          </p:contentPart>
        </mc:Choice>
        <mc:Fallback>
          <p:pic>
            <p:nvPicPr>
              <p:cNvPr id="295" name="Ink 294">
                <a:extLst>
                  <a:ext uri="{FF2B5EF4-FFF2-40B4-BE49-F238E27FC236}">
                    <a16:creationId xmlns:a16="http://schemas.microsoft.com/office/drawing/2014/main" id="{43434397-9568-948C-B1CE-CBD7B4C597CC}"/>
                  </a:ext>
                </a:extLst>
              </p:cNvPr>
              <p:cNvPicPr/>
              <p:nvPr/>
            </p:nvPicPr>
            <p:blipFill>
              <a:blip r:embed="rId488"/>
              <a:stretch>
                <a:fillRect/>
              </a:stretch>
            </p:blipFill>
            <p:spPr>
              <a:xfrm>
                <a:off x="7446398" y="3470616"/>
                <a:ext cx="10440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489">
            <p14:nvContentPartPr>
              <p14:cNvPr id="296" name="Ink 295">
                <a:extLst>
                  <a:ext uri="{FF2B5EF4-FFF2-40B4-BE49-F238E27FC236}">
                    <a16:creationId xmlns:a16="http://schemas.microsoft.com/office/drawing/2014/main" id="{8620D71A-C11D-21FC-12A5-CBE837035EAB}"/>
                  </a:ext>
                </a:extLst>
              </p14:cNvPr>
              <p14:cNvContentPartPr/>
              <p14:nvPr/>
            </p14:nvContentPartPr>
            <p14:xfrm>
              <a:off x="7483838" y="3473856"/>
              <a:ext cx="36360" cy="109080"/>
            </p14:xfrm>
          </p:contentPart>
        </mc:Choice>
        <mc:Fallback>
          <p:pic>
            <p:nvPicPr>
              <p:cNvPr id="296" name="Ink 295">
                <a:extLst>
                  <a:ext uri="{FF2B5EF4-FFF2-40B4-BE49-F238E27FC236}">
                    <a16:creationId xmlns:a16="http://schemas.microsoft.com/office/drawing/2014/main" id="{8620D71A-C11D-21FC-12A5-CBE837035EAB}"/>
                  </a:ext>
                </a:extLst>
              </p:cNvPr>
              <p:cNvPicPr/>
              <p:nvPr/>
            </p:nvPicPr>
            <p:blipFill>
              <a:blip r:embed="rId490"/>
              <a:stretch>
                <a:fillRect/>
              </a:stretch>
            </p:blipFill>
            <p:spPr>
              <a:xfrm>
                <a:off x="7479518" y="3469536"/>
                <a:ext cx="4500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491">
            <p14:nvContentPartPr>
              <p14:cNvPr id="297" name="Ink 296">
                <a:extLst>
                  <a:ext uri="{FF2B5EF4-FFF2-40B4-BE49-F238E27FC236}">
                    <a16:creationId xmlns:a16="http://schemas.microsoft.com/office/drawing/2014/main" id="{F83F8006-D3D7-6116-C737-EE148619AECC}"/>
                  </a:ext>
                </a:extLst>
              </p14:cNvPr>
              <p14:cNvContentPartPr/>
              <p14:nvPr/>
            </p14:nvContentPartPr>
            <p14:xfrm>
              <a:off x="7586438" y="3485736"/>
              <a:ext cx="26640" cy="60480"/>
            </p14:xfrm>
          </p:contentPart>
        </mc:Choice>
        <mc:Fallback>
          <p:pic>
            <p:nvPicPr>
              <p:cNvPr id="297" name="Ink 296">
                <a:extLst>
                  <a:ext uri="{FF2B5EF4-FFF2-40B4-BE49-F238E27FC236}">
                    <a16:creationId xmlns:a16="http://schemas.microsoft.com/office/drawing/2014/main" id="{F83F8006-D3D7-6116-C737-EE148619AECC}"/>
                  </a:ext>
                </a:extLst>
              </p:cNvPr>
              <p:cNvPicPr/>
              <p:nvPr/>
            </p:nvPicPr>
            <p:blipFill>
              <a:blip r:embed="rId492"/>
              <a:stretch>
                <a:fillRect/>
              </a:stretch>
            </p:blipFill>
            <p:spPr>
              <a:xfrm>
                <a:off x="7582118" y="3481416"/>
                <a:ext cx="3528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493">
            <p14:nvContentPartPr>
              <p14:cNvPr id="299" name="Ink 298">
                <a:extLst>
                  <a:ext uri="{FF2B5EF4-FFF2-40B4-BE49-F238E27FC236}">
                    <a16:creationId xmlns:a16="http://schemas.microsoft.com/office/drawing/2014/main" id="{DEA1E2E8-DFA4-E600-F604-97F5DD1DAD45}"/>
                  </a:ext>
                </a:extLst>
              </p14:cNvPr>
              <p14:cNvContentPartPr/>
              <p14:nvPr/>
            </p14:nvContentPartPr>
            <p14:xfrm>
              <a:off x="7555838" y="3488976"/>
              <a:ext cx="138240" cy="104040"/>
            </p14:xfrm>
          </p:contentPart>
        </mc:Choice>
        <mc:Fallback>
          <p:pic>
            <p:nvPicPr>
              <p:cNvPr id="299" name="Ink 298">
                <a:extLst>
                  <a:ext uri="{FF2B5EF4-FFF2-40B4-BE49-F238E27FC236}">
                    <a16:creationId xmlns:a16="http://schemas.microsoft.com/office/drawing/2014/main" id="{DEA1E2E8-DFA4-E600-F604-97F5DD1DAD45}"/>
                  </a:ext>
                </a:extLst>
              </p:cNvPr>
              <p:cNvPicPr/>
              <p:nvPr/>
            </p:nvPicPr>
            <p:blipFill>
              <a:blip r:embed="rId494"/>
              <a:stretch>
                <a:fillRect/>
              </a:stretch>
            </p:blipFill>
            <p:spPr>
              <a:xfrm>
                <a:off x="7551518" y="3484656"/>
                <a:ext cx="14688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495">
            <p14:nvContentPartPr>
              <p14:cNvPr id="300" name="Ink 299">
                <a:extLst>
                  <a:ext uri="{FF2B5EF4-FFF2-40B4-BE49-F238E27FC236}">
                    <a16:creationId xmlns:a16="http://schemas.microsoft.com/office/drawing/2014/main" id="{3726DE7A-5F85-04D6-C0E8-AE81EC1E4D8A}"/>
                  </a:ext>
                </a:extLst>
              </p14:cNvPr>
              <p14:cNvContentPartPr/>
              <p14:nvPr/>
            </p14:nvContentPartPr>
            <p14:xfrm>
              <a:off x="7728278" y="3366576"/>
              <a:ext cx="124920" cy="46800"/>
            </p14:xfrm>
          </p:contentPart>
        </mc:Choice>
        <mc:Fallback>
          <p:pic>
            <p:nvPicPr>
              <p:cNvPr id="300" name="Ink 299">
                <a:extLst>
                  <a:ext uri="{FF2B5EF4-FFF2-40B4-BE49-F238E27FC236}">
                    <a16:creationId xmlns:a16="http://schemas.microsoft.com/office/drawing/2014/main" id="{3726DE7A-5F85-04D6-C0E8-AE81EC1E4D8A}"/>
                  </a:ext>
                </a:extLst>
              </p:cNvPr>
              <p:cNvPicPr/>
              <p:nvPr/>
            </p:nvPicPr>
            <p:blipFill>
              <a:blip r:embed="rId496"/>
              <a:stretch>
                <a:fillRect/>
              </a:stretch>
            </p:blipFill>
            <p:spPr>
              <a:xfrm>
                <a:off x="7723958" y="3362256"/>
                <a:ext cx="133560" cy="55440"/>
              </a:xfrm>
              <a:prstGeom prst="rect">
                <a:avLst/>
              </a:prstGeom>
            </p:spPr>
          </p:pic>
        </mc:Fallback>
      </mc:AlternateContent>
      <mc:AlternateContent xmlns:mc="http://schemas.openxmlformats.org/markup-compatibility/2006">
        <mc:Choice xmlns:p14="http://schemas.microsoft.com/office/powerpoint/2010/main" Requires="p14">
          <p:contentPart p14:bwMode="auto" r:id="rId497">
            <p14:nvContentPartPr>
              <p14:cNvPr id="301" name="Ink 300">
                <a:extLst>
                  <a:ext uri="{FF2B5EF4-FFF2-40B4-BE49-F238E27FC236}">
                    <a16:creationId xmlns:a16="http://schemas.microsoft.com/office/drawing/2014/main" id="{1F2F125A-860F-B1BA-09FF-8EBD61371285}"/>
                  </a:ext>
                </a:extLst>
              </p14:cNvPr>
              <p14:cNvContentPartPr/>
              <p14:nvPr/>
            </p14:nvContentPartPr>
            <p14:xfrm>
              <a:off x="7793078" y="3339216"/>
              <a:ext cx="53280" cy="104040"/>
            </p14:xfrm>
          </p:contentPart>
        </mc:Choice>
        <mc:Fallback>
          <p:pic>
            <p:nvPicPr>
              <p:cNvPr id="301" name="Ink 300">
                <a:extLst>
                  <a:ext uri="{FF2B5EF4-FFF2-40B4-BE49-F238E27FC236}">
                    <a16:creationId xmlns:a16="http://schemas.microsoft.com/office/drawing/2014/main" id="{1F2F125A-860F-B1BA-09FF-8EBD61371285}"/>
                  </a:ext>
                </a:extLst>
              </p:cNvPr>
              <p:cNvPicPr/>
              <p:nvPr/>
            </p:nvPicPr>
            <p:blipFill>
              <a:blip r:embed="rId498"/>
              <a:stretch>
                <a:fillRect/>
              </a:stretch>
            </p:blipFill>
            <p:spPr>
              <a:xfrm>
                <a:off x="7788758" y="3334896"/>
                <a:ext cx="6192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499">
            <p14:nvContentPartPr>
              <p14:cNvPr id="302" name="Ink 301">
                <a:extLst>
                  <a:ext uri="{FF2B5EF4-FFF2-40B4-BE49-F238E27FC236}">
                    <a16:creationId xmlns:a16="http://schemas.microsoft.com/office/drawing/2014/main" id="{D1304B79-E3C1-3D18-B20E-370E73945520}"/>
                  </a:ext>
                </a:extLst>
              </p14:cNvPr>
              <p14:cNvContentPartPr/>
              <p14:nvPr/>
            </p14:nvContentPartPr>
            <p14:xfrm>
              <a:off x="7945358" y="3359376"/>
              <a:ext cx="34200" cy="3240"/>
            </p14:xfrm>
          </p:contentPart>
        </mc:Choice>
        <mc:Fallback>
          <p:pic>
            <p:nvPicPr>
              <p:cNvPr id="302" name="Ink 301">
                <a:extLst>
                  <a:ext uri="{FF2B5EF4-FFF2-40B4-BE49-F238E27FC236}">
                    <a16:creationId xmlns:a16="http://schemas.microsoft.com/office/drawing/2014/main" id="{D1304B79-E3C1-3D18-B20E-370E73945520}"/>
                  </a:ext>
                </a:extLst>
              </p:cNvPr>
              <p:cNvPicPr/>
              <p:nvPr/>
            </p:nvPicPr>
            <p:blipFill>
              <a:blip r:embed="rId500"/>
              <a:stretch>
                <a:fillRect/>
              </a:stretch>
            </p:blipFill>
            <p:spPr>
              <a:xfrm>
                <a:off x="7941038" y="3355056"/>
                <a:ext cx="42840" cy="11880"/>
              </a:xfrm>
              <a:prstGeom prst="rect">
                <a:avLst/>
              </a:prstGeom>
            </p:spPr>
          </p:pic>
        </mc:Fallback>
      </mc:AlternateContent>
      <mc:AlternateContent xmlns:mc="http://schemas.openxmlformats.org/markup-compatibility/2006">
        <mc:Choice xmlns:p14="http://schemas.microsoft.com/office/powerpoint/2010/main" Requires="p14">
          <p:contentPart p14:bwMode="auto" r:id="rId501">
            <p14:nvContentPartPr>
              <p14:cNvPr id="303" name="Ink 302">
                <a:extLst>
                  <a:ext uri="{FF2B5EF4-FFF2-40B4-BE49-F238E27FC236}">
                    <a16:creationId xmlns:a16="http://schemas.microsoft.com/office/drawing/2014/main" id="{8FDA4CE6-25F6-0D16-1481-CA30EE512BEF}"/>
                  </a:ext>
                </a:extLst>
              </p14:cNvPr>
              <p14:cNvContentPartPr/>
              <p14:nvPr/>
            </p14:nvContentPartPr>
            <p14:xfrm>
              <a:off x="8087198" y="3317976"/>
              <a:ext cx="14760" cy="1800"/>
            </p14:xfrm>
          </p:contentPart>
        </mc:Choice>
        <mc:Fallback>
          <p:pic>
            <p:nvPicPr>
              <p:cNvPr id="303" name="Ink 302">
                <a:extLst>
                  <a:ext uri="{FF2B5EF4-FFF2-40B4-BE49-F238E27FC236}">
                    <a16:creationId xmlns:a16="http://schemas.microsoft.com/office/drawing/2014/main" id="{8FDA4CE6-25F6-0D16-1481-CA30EE512BEF}"/>
                  </a:ext>
                </a:extLst>
              </p:cNvPr>
              <p:cNvPicPr/>
              <p:nvPr/>
            </p:nvPicPr>
            <p:blipFill>
              <a:blip r:embed="rId502"/>
              <a:stretch>
                <a:fillRect/>
              </a:stretch>
            </p:blipFill>
            <p:spPr>
              <a:xfrm>
                <a:off x="8082878" y="3313656"/>
                <a:ext cx="23400" cy="10440"/>
              </a:xfrm>
              <a:prstGeom prst="rect">
                <a:avLst/>
              </a:prstGeom>
            </p:spPr>
          </p:pic>
        </mc:Fallback>
      </mc:AlternateContent>
      <mc:AlternateContent xmlns:mc="http://schemas.openxmlformats.org/markup-compatibility/2006">
        <mc:Choice xmlns:p14="http://schemas.microsoft.com/office/powerpoint/2010/main" Requires="p14">
          <p:contentPart p14:bwMode="auto" r:id="rId503">
            <p14:nvContentPartPr>
              <p14:cNvPr id="304" name="Ink 303">
                <a:extLst>
                  <a:ext uri="{FF2B5EF4-FFF2-40B4-BE49-F238E27FC236}">
                    <a16:creationId xmlns:a16="http://schemas.microsoft.com/office/drawing/2014/main" id="{7EF0A98B-3262-F3B4-273E-F243E142BB67}"/>
                  </a:ext>
                </a:extLst>
              </p14:cNvPr>
              <p14:cNvContentPartPr/>
              <p14:nvPr/>
            </p14:nvContentPartPr>
            <p14:xfrm>
              <a:off x="8236238" y="3284856"/>
              <a:ext cx="18000" cy="3960"/>
            </p14:xfrm>
          </p:contentPart>
        </mc:Choice>
        <mc:Fallback>
          <p:pic>
            <p:nvPicPr>
              <p:cNvPr id="304" name="Ink 303">
                <a:extLst>
                  <a:ext uri="{FF2B5EF4-FFF2-40B4-BE49-F238E27FC236}">
                    <a16:creationId xmlns:a16="http://schemas.microsoft.com/office/drawing/2014/main" id="{7EF0A98B-3262-F3B4-273E-F243E142BB67}"/>
                  </a:ext>
                </a:extLst>
              </p:cNvPr>
              <p:cNvPicPr/>
              <p:nvPr/>
            </p:nvPicPr>
            <p:blipFill>
              <a:blip r:embed="rId504"/>
              <a:stretch>
                <a:fillRect/>
              </a:stretch>
            </p:blipFill>
            <p:spPr>
              <a:xfrm>
                <a:off x="8231918" y="3280536"/>
                <a:ext cx="2664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05">
            <p14:nvContentPartPr>
              <p14:cNvPr id="305" name="Ink 304">
                <a:extLst>
                  <a:ext uri="{FF2B5EF4-FFF2-40B4-BE49-F238E27FC236}">
                    <a16:creationId xmlns:a16="http://schemas.microsoft.com/office/drawing/2014/main" id="{014F3F5F-575F-E12A-5DBD-386E03CBB7A7}"/>
                  </a:ext>
                </a:extLst>
              </p14:cNvPr>
              <p14:cNvContentPartPr/>
              <p14:nvPr/>
            </p14:nvContentPartPr>
            <p14:xfrm>
              <a:off x="8320478" y="3214656"/>
              <a:ext cx="172080" cy="69120"/>
            </p14:xfrm>
          </p:contentPart>
        </mc:Choice>
        <mc:Fallback>
          <p:pic>
            <p:nvPicPr>
              <p:cNvPr id="305" name="Ink 304">
                <a:extLst>
                  <a:ext uri="{FF2B5EF4-FFF2-40B4-BE49-F238E27FC236}">
                    <a16:creationId xmlns:a16="http://schemas.microsoft.com/office/drawing/2014/main" id="{014F3F5F-575F-E12A-5DBD-386E03CBB7A7}"/>
                  </a:ext>
                </a:extLst>
              </p:cNvPr>
              <p:cNvPicPr/>
              <p:nvPr/>
            </p:nvPicPr>
            <p:blipFill>
              <a:blip r:embed="rId506"/>
              <a:stretch>
                <a:fillRect/>
              </a:stretch>
            </p:blipFill>
            <p:spPr>
              <a:xfrm>
                <a:off x="8316158" y="3210336"/>
                <a:ext cx="180720" cy="77760"/>
              </a:xfrm>
              <a:prstGeom prst="rect">
                <a:avLst/>
              </a:prstGeom>
            </p:spPr>
          </p:pic>
        </mc:Fallback>
      </mc:AlternateContent>
      <mc:AlternateContent xmlns:mc="http://schemas.openxmlformats.org/markup-compatibility/2006">
        <mc:Choice xmlns:p14="http://schemas.microsoft.com/office/powerpoint/2010/main" Requires="p14">
          <p:contentPart p14:bwMode="auto" r:id="rId507">
            <p14:nvContentPartPr>
              <p14:cNvPr id="306" name="Ink 305">
                <a:extLst>
                  <a:ext uri="{FF2B5EF4-FFF2-40B4-BE49-F238E27FC236}">
                    <a16:creationId xmlns:a16="http://schemas.microsoft.com/office/drawing/2014/main" id="{23C6817A-1B8A-B93C-3EF6-A8E90D53E006}"/>
                  </a:ext>
                </a:extLst>
              </p14:cNvPr>
              <p14:cNvContentPartPr/>
              <p14:nvPr/>
            </p14:nvContentPartPr>
            <p14:xfrm>
              <a:off x="8402198" y="3183336"/>
              <a:ext cx="52200" cy="97920"/>
            </p14:xfrm>
          </p:contentPart>
        </mc:Choice>
        <mc:Fallback>
          <p:pic>
            <p:nvPicPr>
              <p:cNvPr id="306" name="Ink 305">
                <a:extLst>
                  <a:ext uri="{FF2B5EF4-FFF2-40B4-BE49-F238E27FC236}">
                    <a16:creationId xmlns:a16="http://schemas.microsoft.com/office/drawing/2014/main" id="{23C6817A-1B8A-B93C-3EF6-A8E90D53E006}"/>
                  </a:ext>
                </a:extLst>
              </p:cNvPr>
              <p:cNvPicPr/>
              <p:nvPr/>
            </p:nvPicPr>
            <p:blipFill>
              <a:blip r:embed="rId508"/>
              <a:stretch>
                <a:fillRect/>
              </a:stretch>
            </p:blipFill>
            <p:spPr>
              <a:xfrm>
                <a:off x="8397878" y="3179016"/>
                <a:ext cx="6084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509">
            <p14:nvContentPartPr>
              <p14:cNvPr id="307" name="Ink 306">
                <a:extLst>
                  <a:ext uri="{FF2B5EF4-FFF2-40B4-BE49-F238E27FC236}">
                    <a16:creationId xmlns:a16="http://schemas.microsoft.com/office/drawing/2014/main" id="{4D721429-2777-7EFE-161C-6CD77F62453A}"/>
                  </a:ext>
                </a:extLst>
              </p14:cNvPr>
              <p14:cNvContentPartPr/>
              <p14:nvPr/>
            </p14:nvContentPartPr>
            <p14:xfrm>
              <a:off x="8528198" y="3091176"/>
              <a:ext cx="189000" cy="156600"/>
            </p14:xfrm>
          </p:contentPart>
        </mc:Choice>
        <mc:Fallback>
          <p:pic>
            <p:nvPicPr>
              <p:cNvPr id="307" name="Ink 306">
                <a:extLst>
                  <a:ext uri="{FF2B5EF4-FFF2-40B4-BE49-F238E27FC236}">
                    <a16:creationId xmlns:a16="http://schemas.microsoft.com/office/drawing/2014/main" id="{4D721429-2777-7EFE-161C-6CD77F62453A}"/>
                  </a:ext>
                </a:extLst>
              </p:cNvPr>
              <p:cNvPicPr/>
              <p:nvPr/>
            </p:nvPicPr>
            <p:blipFill>
              <a:blip r:embed="rId510"/>
              <a:stretch>
                <a:fillRect/>
              </a:stretch>
            </p:blipFill>
            <p:spPr>
              <a:xfrm>
                <a:off x="8523878" y="3086856"/>
                <a:ext cx="197640" cy="165240"/>
              </a:xfrm>
              <a:prstGeom prst="rect">
                <a:avLst/>
              </a:prstGeom>
            </p:spPr>
          </p:pic>
        </mc:Fallback>
      </mc:AlternateContent>
      <mc:AlternateContent xmlns:mc="http://schemas.openxmlformats.org/markup-compatibility/2006">
        <mc:Choice xmlns:p14="http://schemas.microsoft.com/office/powerpoint/2010/main" Requires="p14">
          <p:contentPart p14:bwMode="auto" r:id="rId511">
            <p14:nvContentPartPr>
              <p14:cNvPr id="308" name="Ink 307">
                <a:extLst>
                  <a:ext uri="{FF2B5EF4-FFF2-40B4-BE49-F238E27FC236}">
                    <a16:creationId xmlns:a16="http://schemas.microsoft.com/office/drawing/2014/main" id="{95781AAB-267A-94F8-F169-8618E1003DFA}"/>
                  </a:ext>
                </a:extLst>
              </p14:cNvPr>
              <p14:cNvContentPartPr/>
              <p14:nvPr/>
            </p14:nvContentPartPr>
            <p14:xfrm>
              <a:off x="8584718" y="3082896"/>
              <a:ext cx="95760" cy="213120"/>
            </p14:xfrm>
          </p:contentPart>
        </mc:Choice>
        <mc:Fallback>
          <p:pic>
            <p:nvPicPr>
              <p:cNvPr id="308" name="Ink 307">
                <a:extLst>
                  <a:ext uri="{FF2B5EF4-FFF2-40B4-BE49-F238E27FC236}">
                    <a16:creationId xmlns:a16="http://schemas.microsoft.com/office/drawing/2014/main" id="{95781AAB-267A-94F8-F169-8618E1003DFA}"/>
                  </a:ext>
                </a:extLst>
              </p:cNvPr>
              <p:cNvPicPr/>
              <p:nvPr/>
            </p:nvPicPr>
            <p:blipFill>
              <a:blip r:embed="rId512"/>
              <a:stretch>
                <a:fillRect/>
              </a:stretch>
            </p:blipFill>
            <p:spPr>
              <a:xfrm>
                <a:off x="8580398" y="3078576"/>
                <a:ext cx="10440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513">
            <p14:nvContentPartPr>
              <p14:cNvPr id="310" name="Ink 309">
                <a:extLst>
                  <a:ext uri="{FF2B5EF4-FFF2-40B4-BE49-F238E27FC236}">
                    <a16:creationId xmlns:a16="http://schemas.microsoft.com/office/drawing/2014/main" id="{42C9947D-0BA2-5DB8-DD02-C838C1778F2E}"/>
                  </a:ext>
                </a:extLst>
              </p14:cNvPr>
              <p14:cNvContentPartPr/>
              <p14:nvPr/>
            </p14:nvContentPartPr>
            <p14:xfrm>
              <a:off x="8733038" y="3247416"/>
              <a:ext cx="123840" cy="85320"/>
            </p14:xfrm>
          </p:contentPart>
        </mc:Choice>
        <mc:Fallback>
          <p:pic>
            <p:nvPicPr>
              <p:cNvPr id="310" name="Ink 309">
                <a:extLst>
                  <a:ext uri="{FF2B5EF4-FFF2-40B4-BE49-F238E27FC236}">
                    <a16:creationId xmlns:a16="http://schemas.microsoft.com/office/drawing/2014/main" id="{42C9947D-0BA2-5DB8-DD02-C838C1778F2E}"/>
                  </a:ext>
                </a:extLst>
              </p:cNvPr>
              <p:cNvPicPr/>
              <p:nvPr/>
            </p:nvPicPr>
            <p:blipFill>
              <a:blip r:embed="rId514"/>
              <a:stretch>
                <a:fillRect/>
              </a:stretch>
            </p:blipFill>
            <p:spPr>
              <a:xfrm>
                <a:off x="8728718" y="3243096"/>
                <a:ext cx="13248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515">
            <p14:nvContentPartPr>
              <p14:cNvPr id="311" name="Ink 310">
                <a:extLst>
                  <a:ext uri="{FF2B5EF4-FFF2-40B4-BE49-F238E27FC236}">
                    <a16:creationId xmlns:a16="http://schemas.microsoft.com/office/drawing/2014/main" id="{A7A7D27A-D2CA-4C1F-3CA1-D7CD000379E0}"/>
                  </a:ext>
                </a:extLst>
              </p14:cNvPr>
              <p14:cNvContentPartPr/>
              <p14:nvPr/>
            </p14:nvContentPartPr>
            <p14:xfrm>
              <a:off x="8758598" y="3253176"/>
              <a:ext cx="69120" cy="112680"/>
            </p14:xfrm>
          </p:contentPart>
        </mc:Choice>
        <mc:Fallback>
          <p:pic>
            <p:nvPicPr>
              <p:cNvPr id="311" name="Ink 310">
                <a:extLst>
                  <a:ext uri="{FF2B5EF4-FFF2-40B4-BE49-F238E27FC236}">
                    <a16:creationId xmlns:a16="http://schemas.microsoft.com/office/drawing/2014/main" id="{A7A7D27A-D2CA-4C1F-3CA1-D7CD000379E0}"/>
                  </a:ext>
                </a:extLst>
              </p:cNvPr>
              <p:cNvPicPr/>
              <p:nvPr/>
            </p:nvPicPr>
            <p:blipFill>
              <a:blip r:embed="rId516"/>
              <a:stretch>
                <a:fillRect/>
              </a:stretch>
            </p:blipFill>
            <p:spPr>
              <a:xfrm>
                <a:off x="8754278" y="3248856"/>
                <a:ext cx="7776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517">
            <p14:nvContentPartPr>
              <p14:cNvPr id="313" name="Ink 312">
                <a:extLst>
                  <a:ext uri="{FF2B5EF4-FFF2-40B4-BE49-F238E27FC236}">
                    <a16:creationId xmlns:a16="http://schemas.microsoft.com/office/drawing/2014/main" id="{B11910CA-FC5D-2A0B-0B78-4970621369F5}"/>
                  </a:ext>
                </a:extLst>
              </p14:cNvPr>
              <p14:cNvContentPartPr/>
              <p14:nvPr/>
            </p14:nvContentPartPr>
            <p14:xfrm>
              <a:off x="8876678" y="3226176"/>
              <a:ext cx="24840" cy="116280"/>
            </p14:xfrm>
          </p:contentPart>
        </mc:Choice>
        <mc:Fallback>
          <p:pic>
            <p:nvPicPr>
              <p:cNvPr id="313" name="Ink 312">
                <a:extLst>
                  <a:ext uri="{FF2B5EF4-FFF2-40B4-BE49-F238E27FC236}">
                    <a16:creationId xmlns:a16="http://schemas.microsoft.com/office/drawing/2014/main" id="{B11910CA-FC5D-2A0B-0B78-4970621369F5}"/>
                  </a:ext>
                </a:extLst>
              </p:cNvPr>
              <p:cNvPicPr/>
              <p:nvPr/>
            </p:nvPicPr>
            <p:blipFill>
              <a:blip r:embed="rId518"/>
              <a:stretch>
                <a:fillRect/>
              </a:stretch>
            </p:blipFill>
            <p:spPr>
              <a:xfrm>
                <a:off x="8872358" y="3221856"/>
                <a:ext cx="3348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519">
            <p14:nvContentPartPr>
              <p14:cNvPr id="314" name="Ink 313">
                <a:extLst>
                  <a:ext uri="{FF2B5EF4-FFF2-40B4-BE49-F238E27FC236}">
                    <a16:creationId xmlns:a16="http://schemas.microsoft.com/office/drawing/2014/main" id="{0E54957D-7790-00AF-9550-8DD9CC862D1D}"/>
                  </a:ext>
                </a:extLst>
              </p14:cNvPr>
              <p14:cNvContentPartPr/>
              <p14:nvPr/>
            </p14:nvContentPartPr>
            <p14:xfrm>
              <a:off x="8933918" y="3246696"/>
              <a:ext cx="58680" cy="73080"/>
            </p14:xfrm>
          </p:contentPart>
        </mc:Choice>
        <mc:Fallback>
          <p:pic>
            <p:nvPicPr>
              <p:cNvPr id="314" name="Ink 313">
                <a:extLst>
                  <a:ext uri="{FF2B5EF4-FFF2-40B4-BE49-F238E27FC236}">
                    <a16:creationId xmlns:a16="http://schemas.microsoft.com/office/drawing/2014/main" id="{0E54957D-7790-00AF-9550-8DD9CC862D1D}"/>
                  </a:ext>
                </a:extLst>
              </p:cNvPr>
              <p:cNvPicPr/>
              <p:nvPr/>
            </p:nvPicPr>
            <p:blipFill>
              <a:blip r:embed="rId520"/>
              <a:stretch>
                <a:fillRect/>
              </a:stretch>
            </p:blipFill>
            <p:spPr>
              <a:xfrm>
                <a:off x="8929598" y="3242376"/>
                <a:ext cx="6732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521">
            <p14:nvContentPartPr>
              <p14:cNvPr id="315" name="Ink 314">
                <a:extLst>
                  <a:ext uri="{FF2B5EF4-FFF2-40B4-BE49-F238E27FC236}">
                    <a16:creationId xmlns:a16="http://schemas.microsoft.com/office/drawing/2014/main" id="{96424F2D-60C7-4076-DB41-4AF4AB48F375}"/>
                  </a:ext>
                </a:extLst>
              </p14:cNvPr>
              <p14:cNvContentPartPr/>
              <p14:nvPr/>
            </p14:nvContentPartPr>
            <p14:xfrm>
              <a:off x="8988278" y="3238776"/>
              <a:ext cx="128520" cy="55800"/>
            </p14:xfrm>
          </p:contentPart>
        </mc:Choice>
        <mc:Fallback>
          <p:pic>
            <p:nvPicPr>
              <p:cNvPr id="315" name="Ink 314">
                <a:extLst>
                  <a:ext uri="{FF2B5EF4-FFF2-40B4-BE49-F238E27FC236}">
                    <a16:creationId xmlns:a16="http://schemas.microsoft.com/office/drawing/2014/main" id="{96424F2D-60C7-4076-DB41-4AF4AB48F375}"/>
                  </a:ext>
                </a:extLst>
              </p:cNvPr>
              <p:cNvPicPr/>
              <p:nvPr/>
            </p:nvPicPr>
            <p:blipFill>
              <a:blip r:embed="rId522"/>
              <a:stretch>
                <a:fillRect/>
              </a:stretch>
            </p:blipFill>
            <p:spPr>
              <a:xfrm>
                <a:off x="8983958" y="3234456"/>
                <a:ext cx="13716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523">
            <p14:nvContentPartPr>
              <p14:cNvPr id="316" name="Ink 315">
                <a:extLst>
                  <a:ext uri="{FF2B5EF4-FFF2-40B4-BE49-F238E27FC236}">
                    <a16:creationId xmlns:a16="http://schemas.microsoft.com/office/drawing/2014/main" id="{7047AA5E-5981-D439-6799-FCD2A30D5421}"/>
                  </a:ext>
                </a:extLst>
              </p14:cNvPr>
              <p14:cNvContentPartPr/>
              <p14:nvPr/>
            </p14:nvContentPartPr>
            <p14:xfrm>
              <a:off x="6796238" y="3513816"/>
              <a:ext cx="1931040" cy="425520"/>
            </p14:xfrm>
          </p:contentPart>
        </mc:Choice>
        <mc:Fallback>
          <p:pic>
            <p:nvPicPr>
              <p:cNvPr id="316" name="Ink 315">
                <a:extLst>
                  <a:ext uri="{FF2B5EF4-FFF2-40B4-BE49-F238E27FC236}">
                    <a16:creationId xmlns:a16="http://schemas.microsoft.com/office/drawing/2014/main" id="{7047AA5E-5981-D439-6799-FCD2A30D5421}"/>
                  </a:ext>
                </a:extLst>
              </p:cNvPr>
              <p:cNvPicPr/>
              <p:nvPr/>
            </p:nvPicPr>
            <p:blipFill>
              <a:blip r:embed="rId524"/>
              <a:stretch>
                <a:fillRect/>
              </a:stretch>
            </p:blipFill>
            <p:spPr>
              <a:xfrm>
                <a:off x="6791918" y="3509496"/>
                <a:ext cx="1939680" cy="434160"/>
              </a:xfrm>
              <a:prstGeom prst="rect">
                <a:avLst/>
              </a:prstGeom>
            </p:spPr>
          </p:pic>
        </mc:Fallback>
      </mc:AlternateContent>
      <mc:AlternateContent xmlns:mc="http://schemas.openxmlformats.org/markup-compatibility/2006">
        <mc:Choice xmlns:p14="http://schemas.microsoft.com/office/powerpoint/2010/main" Requires="p14">
          <p:contentPart p14:bwMode="auto" r:id="rId525">
            <p14:nvContentPartPr>
              <p14:cNvPr id="317" name="Ink 316">
                <a:extLst>
                  <a:ext uri="{FF2B5EF4-FFF2-40B4-BE49-F238E27FC236}">
                    <a16:creationId xmlns:a16="http://schemas.microsoft.com/office/drawing/2014/main" id="{01191BEF-9AEE-F002-CE5B-D24EC754ADCB}"/>
                  </a:ext>
                </a:extLst>
              </p14:cNvPr>
              <p14:cNvContentPartPr/>
              <p14:nvPr/>
            </p14:nvContentPartPr>
            <p14:xfrm>
              <a:off x="7654118" y="3795336"/>
              <a:ext cx="14760" cy="187200"/>
            </p14:xfrm>
          </p:contentPart>
        </mc:Choice>
        <mc:Fallback>
          <p:pic>
            <p:nvPicPr>
              <p:cNvPr id="317" name="Ink 316">
                <a:extLst>
                  <a:ext uri="{FF2B5EF4-FFF2-40B4-BE49-F238E27FC236}">
                    <a16:creationId xmlns:a16="http://schemas.microsoft.com/office/drawing/2014/main" id="{01191BEF-9AEE-F002-CE5B-D24EC754ADCB}"/>
                  </a:ext>
                </a:extLst>
              </p:cNvPr>
              <p:cNvPicPr/>
              <p:nvPr/>
            </p:nvPicPr>
            <p:blipFill>
              <a:blip r:embed="rId526"/>
              <a:stretch>
                <a:fillRect/>
              </a:stretch>
            </p:blipFill>
            <p:spPr>
              <a:xfrm>
                <a:off x="7649798" y="3791016"/>
                <a:ext cx="2340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527">
            <p14:nvContentPartPr>
              <p14:cNvPr id="318" name="Ink 317">
                <a:extLst>
                  <a:ext uri="{FF2B5EF4-FFF2-40B4-BE49-F238E27FC236}">
                    <a16:creationId xmlns:a16="http://schemas.microsoft.com/office/drawing/2014/main" id="{80A4329A-C771-C1AB-E288-101C72346124}"/>
                  </a:ext>
                </a:extLst>
              </p14:cNvPr>
              <p14:cNvContentPartPr/>
              <p14:nvPr/>
            </p14:nvContentPartPr>
            <p14:xfrm>
              <a:off x="7728278" y="3856176"/>
              <a:ext cx="84600" cy="77760"/>
            </p14:xfrm>
          </p:contentPart>
        </mc:Choice>
        <mc:Fallback>
          <p:pic>
            <p:nvPicPr>
              <p:cNvPr id="318" name="Ink 317">
                <a:extLst>
                  <a:ext uri="{FF2B5EF4-FFF2-40B4-BE49-F238E27FC236}">
                    <a16:creationId xmlns:a16="http://schemas.microsoft.com/office/drawing/2014/main" id="{80A4329A-C771-C1AB-E288-101C72346124}"/>
                  </a:ext>
                </a:extLst>
              </p:cNvPr>
              <p:cNvPicPr/>
              <p:nvPr/>
            </p:nvPicPr>
            <p:blipFill>
              <a:blip r:embed="rId528"/>
              <a:stretch>
                <a:fillRect/>
              </a:stretch>
            </p:blipFill>
            <p:spPr>
              <a:xfrm>
                <a:off x="7723958" y="3851856"/>
                <a:ext cx="93240" cy="86400"/>
              </a:xfrm>
              <a:prstGeom prst="rect">
                <a:avLst/>
              </a:prstGeom>
            </p:spPr>
          </p:pic>
        </mc:Fallback>
      </mc:AlternateContent>
      <mc:AlternateContent xmlns:mc="http://schemas.openxmlformats.org/markup-compatibility/2006">
        <mc:Choice xmlns:p14="http://schemas.microsoft.com/office/powerpoint/2010/main" Requires="p14">
          <p:contentPart p14:bwMode="auto" r:id="rId529">
            <p14:nvContentPartPr>
              <p14:cNvPr id="319" name="Ink 318">
                <a:extLst>
                  <a:ext uri="{FF2B5EF4-FFF2-40B4-BE49-F238E27FC236}">
                    <a16:creationId xmlns:a16="http://schemas.microsoft.com/office/drawing/2014/main" id="{85799DBB-A45F-0882-0023-8BC70A7EF277}"/>
                  </a:ext>
                </a:extLst>
              </p14:cNvPr>
              <p14:cNvContentPartPr/>
              <p14:nvPr/>
            </p14:nvContentPartPr>
            <p14:xfrm>
              <a:off x="7870118" y="3815496"/>
              <a:ext cx="117360" cy="96480"/>
            </p14:xfrm>
          </p:contentPart>
        </mc:Choice>
        <mc:Fallback>
          <p:pic>
            <p:nvPicPr>
              <p:cNvPr id="319" name="Ink 318">
                <a:extLst>
                  <a:ext uri="{FF2B5EF4-FFF2-40B4-BE49-F238E27FC236}">
                    <a16:creationId xmlns:a16="http://schemas.microsoft.com/office/drawing/2014/main" id="{85799DBB-A45F-0882-0023-8BC70A7EF277}"/>
                  </a:ext>
                </a:extLst>
              </p:cNvPr>
              <p:cNvPicPr/>
              <p:nvPr/>
            </p:nvPicPr>
            <p:blipFill>
              <a:blip r:embed="rId530"/>
              <a:stretch>
                <a:fillRect/>
              </a:stretch>
            </p:blipFill>
            <p:spPr>
              <a:xfrm>
                <a:off x="7865798" y="3811176"/>
                <a:ext cx="126000" cy="105120"/>
              </a:xfrm>
              <a:prstGeom prst="rect">
                <a:avLst/>
              </a:prstGeom>
            </p:spPr>
          </p:pic>
        </mc:Fallback>
      </mc:AlternateContent>
      <mc:AlternateContent xmlns:mc="http://schemas.openxmlformats.org/markup-compatibility/2006">
        <mc:Choice xmlns:p14="http://schemas.microsoft.com/office/powerpoint/2010/main" Requires="p14">
          <p:contentPart p14:bwMode="auto" r:id="rId531">
            <p14:nvContentPartPr>
              <p14:cNvPr id="393" name="Ink 392">
                <a:extLst>
                  <a:ext uri="{FF2B5EF4-FFF2-40B4-BE49-F238E27FC236}">
                    <a16:creationId xmlns:a16="http://schemas.microsoft.com/office/drawing/2014/main" id="{267DBD7F-A03A-24C4-07CF-E73C4B05447E}"/>
                  </a:ext>
                </a:extLst>
              </p14:cNvPr>
              <p14:cNvContentPartPr/>
              <p14:nvPr/>
            </p14:nvContentPartPr>
            <p14:xfrm>
              <a:off x="8857958" y="1762056"/>
              <a:ext cx="128880" cy="223560"/>
            </p14:xfrm>
          </p:contentPart>
        </mc:Choice>
        <mc:Fallback>
          <p:pic>
            <p:nvPicPr>
              <p:cNvPr id="393" name="Ink 392">
                <a:extLst>
                  <a:ext uri="{FF2B5EF4-FFF2-40B4-BE49-F238E27FC236}">
                    <a16:creationId xmlns:a16="http://schemas.microsoft.com/office/drawing/2014/main" id="{267DBD7F-A03A-24C4-07CF-E73C4B05447E}"/>
                  </a:ext>
                </a:extLst>
              </p:cNvPr>
              <p:cNvPicPr/>
              <p:nvPr/>
            </p:nvPicPr>
            <p:blipFill>
              <a:blip r:embed="rId532"/>
              <a:stretch>
                <a:fillRect/>
              </a:stretch>
            </p:blipFill>
            <p:spPr>
              <a:xfrm>
                <a:off x="8853638" y="1757736"/>
                <a:ext cx="13752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533">
            <p14:nvContentPartPr>
              <p14:cNvPr id="395" name="Ink 394">
                <a:extLst>
                  <a:ext uri="{FF2B5EF4-FFF2-40B4-BE49-F238E27FC236}">
                    <a16:creationId xmlns:a16="http://schemas.microsoft.com/office/drawing/2014/main" id="{98DE0A62-42AB-8BA0-E6D6-0D463CA81BD7}"/>
                  </a:ext>
                </a:extLst>
              </p14:cNvPr>
              <p14:cNvContentPartPr/>
              <p14:nvPr/>
            </p14:nvContentPartPr>
            <p14:xfrm>
              <a:off x="8766518" y="2990376"/>
              <a:ext cx="360" cy="360"/>
            </p14:xfrm>
          </p:contentPart>
        </mc:Choice>
        <mc:Fallback>
          <p:pic>
            <p:nvPicPr>
              <p:cNvPr id="395" name="Ink 394">
                <a:extLst>
                  <a:ext uri="{FF2B5EF4-FFF2-40B4-BE49-F238E27FC236}">
                    <a16:creationId xmlns:a16="http://schemas.microsoft.com/office/drawing/2014/main" id="{98DE0A62-42AB-8BA0-E6D6-0D463CA81BD7}"/>
                  </a:ext>
                </a:extLst>
              </p:cNvPr>
              <p:cNvPicPr/>
              <p:nvPr/>
            </p:nvPicPr>
            <p:blipFill>
              <a:blip r:embed="rId79"/>
              <a:stretch>
                <a:fillRect/>
              </a:stretch>
            </p:blipFill>
            <p:spPr>
              <a:xfrm>
                <a:off x="8762198" y="298605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534">
            <p14:nvContentPartPr>
              <p14:cNvPr id="396" name="Ink 395">
                <a:extLst>
                  <a:ext uri="{FF2B5EF4-FFF2-40B4-BE49-F238E27FC236}">
                    <a16:creationId xmlns:a16="http://schemas.microsoft.com/office/drawing/2014/main" id="{4203F9CD-8993-6170-CC69-8B0E68070FF2}"/>
                  </a:ext>
                </a:extLst>
              </p14:cNvPr>
              <p14:cNvContentPartPr/>
              <p14:nvPr/>
            </p14:nvContentPartPr>
            <p14:xfrm>
              <a:off x="8716478" y="2950056"/>
              <a:ext cx="144000" cy="180000"/>
            </p14:xfrm>
          </p:contentPart>
        </mc:Choice>
        <mc:Fallback>
          <p:pic>
            <p:nvPicPr>
              <p:cNvPr id="396" name="Ink 395">
                <a:extLst>
                  <a:ext uri="{FF2B5EF4-FFF2-40B4-BE49-F238E27FC236}">
                    <a16:creationId xmlns:a16="http://schemas.microsoft.com/office/drawing/2014/main" id="{4203F9CD-8993-6170-CC69-8B0E68070FF2}"/>
                  </a:ext>
                </a:extLst>
              </p:cNvPr>
              <p:cNvPicPr/>
              <p:nvPr/>
            </p:nvPicPr>
            <p:blipFill>
              <a:blip r:embed="rId535"/>
              <a:stretch>
                <a:fillRect/>
              </a:stretch>
            </p:blipFill>
            <p:spPr>
              <a:xfrm>
                <a:off x="8712158" y="2945736"/>
                <a:ext cx="15264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536">
            <p14:nvContentPartPr>
              <p14:cNvPr id="397" name="Ink 396">
                <a:extLst>
                  <a:ext uri="{FF2B5EF4-FFF2-40B4-BE49-F238E27FC236}">
                    <a16:creationId xmlns:a16="http://schemas.microsoft.com/office/drawing/2014/main" id="{B41E8BB9-2977-616E-25EB-3E7B008CA48A}"/>
                  </a:ext>
                </a:extLst>
              </p14:cNvPr>
              <p14:cNvContentPartPr/>
              <p14:nvPr/>
            </p14:nvContentPartPr>
            <p14:xfrm>
              <a:off x="8911598" y="2943936"/>
              <a:ext cx="28440" cy="161280"/>
            </p14:xfrm>
          </p:contentPart>
        </mc:Choice>
        <mc:Fallback>
          <p:pic>
            <p:nvPicPr>
              <p:cNvPr id="397" name="Ink 396">
                <a:extLst>
                  <a:ext uri="{FF2B5EF4-FFF2-40B4-BE49-F238E27FC236}">
                    <a16:creationId xmlns:a16="http://schemas.microsoft.com/office/drawing/2014/main" id="{B41E8BB9-2977-616E-25EB-3E7B008CA48A}"/>
                  </a:ext>
                </a:extLst>
              </p:cNvPr>
              <p:cNvPicPr/>
              <p:nvPr/>
            </p:nvPicPr>
            <p:blipFill>
              <a:blip r:embed="rId537"/>
              <a:stretch>
                <a:fillRect/>
              </a:stretch>
            </p:blipFill>
            <p:spPr>
              <a:xfrm>
                <a:off x="8907278" y="2939616"/>
                <a:ext cx="3708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538">
            <p14:nvContentPartPr>
              <p14:cNvPr id="389" name="Ink 388">
                <a:extLst>
                  <a:ext uri="{FF2B5EF4-FFF2-40B4-BE49-F238E27FC236}">
                    <a16:creationId xmlns:a16="http://schemas.microsoft.com/office/drawing/2014/main" id="{F30FCC48-8DEA-EF98-00DF-15E4F4BFDA57}"/>
                  </a:ext>
                </a:extLst>
              </p14:cNvPr>
              <p14:cNvContentPartPr/>
              <p14:nvPr/>
            </p14:nvContentPartPr>
            <p14:xfrm>
              <a:off x="8801798" y="1382616"/>
              <a:ext cx="75240" cy="116640"/>
            </p14:xfrm>
          </p:contentPart>
        </mc:Choice>
        <mc:Fallback>
          <p:pic>
            <p:nvPicPr>
              <p:cNvPr id="389" name="Ink 388">
                <a:extLst>
                  <a:ext uri="{FF2B5EF4-FFF2-40B4-BE49-F238E27FC236}">
                    <a16:creationId xmlns:a16="http://schemas.microsoft.com/office/drawing/2014/main" id="{F30FCC48-8DEA-EF98-00DF-15E4F4BFDA57}"/>
                  </a:ext>
                </a:extLst>
              </p:cNvPr>
              <p:cNvPicPr/>
              <p:nvPr/>
            </p:nvPicPr>
            <p:blipFill>
              <a:blip r:embed="rId539"/>
              <a:stretch>
                <a:fillRect/>
              </a:stretch>
            </p:blipFill>
            <p:spPr>
              <a:xfrm>
                <a:off x="8797478" y="1378296"/>
                <a:ext cx="8388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540">
            <p14:nvContentPartPr>
              <p14:cNvPr id="390" name="Ink 389">
                <a:extLst>
                  <a:ext uri="{FF2B5EF4-FFF2-40B4-BE49-F238E27FC236}">
                    <a16:creationId xmlns:a16="http://schemas.microsoft.com/office/drawing/2014/main" id="{3B8E7710-3A3A-F8CA-6E07-FE79E301ADB5}"/>
                  </a:ext>
                </a:extLst>
              </p14:cNvPr>
              <p14:cNvContentPartPr/>
              <p14:nvPr/>
            </p14:nvContentPartPr>
            <p14:xfrm>
              <a:off x="8776598" y="1298016"/>
              <a:ext cx="132840" cy="117000"/>
            </p14:xfrm>
          </p:contentPart>
        </mc:Choice>
        <mc:Fallback>
          <p:pic>
            <p:nvPicPr>
              <p:cNvPr id="390" name="Ink 389">
                <a:extLst>
                  <a:ext uri="{FF2B5EF4-FFF2-40B4-BE49-F238E27FC236}">
                    <a16:creationId xmlns:a16="http://schemas.microsoft.com/office/drawing/2014/main" id="{3B8E7710-3A3A-F8CA-6E07-FE79E301ADB5}"/>
                  </a:ext>
                </a:extLst>
              </p:cNvPr>
              <p:cNvPicPr/>
              <p:nvPr/>
            </p:nvPicPr>
            <p:blipFill>
              <a:blip r:embed="rId541"/>
              <a:stretch>
                <a:fillRect/>
              </a:stretch>
            </p:blipFill>
            <p:spPr>
              <a:xfrm>
                <a:off x="8772278" y="1293696"/>
                <a:ext cx="14148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542">
            <p14:nvContentPartPr>
              <p14:cNvPr id="399" name="Ink 398">
                <a:extLst>
                  <a:ext uri="{FF2B5EF4-FFF2-40B4-BE49-F238E27FC236}">
                    <a16:creationId xmlns:a16="http://schemas.microsoft.com/office/drawing/2014/main" id="{B1E0E85A-621E-3E94-329B-6FB4D305FB0E}"/>
                  </a:ext>
                </a:extLst>
              </p14:cNvPr>
              <p14:cNvContentPartPr/>
              <p14:nvPr/>
            </p14:nvContentPartPr>
            <p14:xfrm>
              <a:off x="8650598" y="1387656"/>
              <a:ext cx="80280" cy="213120"/>
            </p14:xfrm>
          </p:contentPart>
        </mc:Choice>
        <mc:Fallback>
          <p:pic>
            <p:nvPicPr>
              <p:cNvPr id="399" name="Ink 398">
                <a:extLst>
                  <a:ext uri="{FF2B5EF4-FFF2-40B4-BE49-F238E27FC236}">
                    <a16:creationId xmlns:a16="http://schemas.microsoft.com/office/drawing/2014/main" id="{B1E0E85A-621E-3E94-329B-6FB4D305FB0E}"/>
                  </a:ext>
                </a:extLst>
              </p:cNvPr>
              <p:cNvPicPr/>
              <p:nvPr/>
            </p:nvPicPr>
            <p:blipFill>
              <a:blip r:embed="rId543"/>
              <a:stretch>
                <a:fillRect/>
              </a:stretch>
            </p:blipFill>
            <p:spPr>
              <a:xfrm>
                <a:off x="8646278" y="1383336"/>
                <a:ext cx="8892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544">
            <p14:nvContentPartPr>
              <p14:cNvPr id="401" name="Ink 400">
                <a:extLst>
                  <a:ext uri="{FF2B5EF4-FFF2-40B4-BE49-F238E27FC236}">
                    <a16:creationId xmlns:a16="http://schemas.microsoft.com/office/drawing/2014/main" id="{C1ED5FBD-F193-C8FC-C12E-3CCF356B8BF0}"/>
                  </a:ext>
                </a:extLst>
              </p14:cNvPr>
              <p14:cNvContentPartPr/>
              <p14:nvPr/>
            </p14:nvContentPartPr>
            <p14:xfrm>
              <a:off x="8730158" y="1909656"/>
              <a:ext cx="158400" cy="113040"/>
            </p14:xfrm>
          </p:contentPart>
        </mc:Choice>
        <mc:Fallback>
          <p:pic>
            <p:nvPicPr>
              <p:cNvPr id="401" name="Ink 400">
                <a:extLst>
                  <a:ext uri="{FF2B5EF4-FFF2-40B4-BE49-F238E27FC236}">
                    <a16:creationId xmlns:a16="http://schemas.microsoft.com/office/drawing/2014/main" id="{C1ED5FBD-F193-C8FC-C12E-3CCF356B8BF0}"/>
                  </a:ext>
                </a:extLst>
              </p:cNvPr>
              <p:cNvPicPr/>
              <p:nvPr/>
            </p:nvPicPr>
            <p:blipFill>
              <a:blip r:embed="rId545"/>
              <a:stretch>
                <a:fillRect/>
              </a:stretch>
            </p:blipFill>
            <p:spPr>
              <a:xfrm>
                <a:off x="8725838" y="1905336"/>
                <a:ext cx="167040" cy="121680"/>
              </a:xfrm>
              <a:prstGeom prst="rect">
                <a:avLst/>
              </a:prstGeom>
            </p:spPr>
          </p:pic>
        </mc:Fallback>
      </mc:AlternateContent>
      <mc:AlternateContent xmlns:mc="http://schemas.openxmlformats.org/markup-compatibility/2006">
        <mc:Choice xmlns:p14="http://schemas.microsoft.com/office/powerpoint/2010/main" Requires="p14">
          <p:contentPart p14:bwMode="auto" r:id="rId546">
            <p14:nvContentPartPr>
              <p14:cNvPr id="402" name="Ink 401">
                <a:extLst>
                  <a:ext uri="{FF2B5EF4-FFF2-40B4-BE49-F238E27FC236}">
                    <a16:creationId xmlns:a16="http://schemas.microsoft.com/office/drawing/2014/main" id="{0724E802-140F-340D-BC22-FDAF95D9B6E1}"/>
                  </a:ext>
                </a:extLst>
              </p14:cNvPr>
              <p14:cNvContentPartPr/>
              <p14:nvPr/>
            </p14:nvContentPartPr>
            <p14:xfrm>
              <a:off x="8792078" y="1911816"/>
              <a:ext cx="64080" cy="238680"/>
            </p14:xfrm>
          </p:contentPart>
        </mc:Choice>
        <mc:Fallback>
          <p:pic>
            <p:nvPicPr>
              <p:cNvPr id="402" name="Ink 401">
                <a:extLst>
                  <a:ext uri="{FF2B5EF4-FFF2-40B4-BE49-F238E27FC236}">
                    <a16:creationId xmlns:a16="http://schemas.microsoft.com/office/drawing/2014/main" id="{0724E802-140F-340D-BC22-FDAF95D9B6E1}"/>
                  </a:ext>
                </a:extLst>
              </p:cNvPr>
              <p:cNvPicPr/>
              <p:nvPr/>
            </p:nvPicPr>
            <p:blipFill>
              <a:blip r:embed="rId547"/>
              <a:stretch>
                <a:fillRect/>
              </a:stretch>
            </p:blipFill>
            <p:spPr>
              <a:xfrm>
                <a:off x="8787758" y="1907496"/>
                <a:ext cx="7272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548">
            <p14:nvContentPartPr>
              <p14:cNvPr id="404" name="Ink 403">
                <a:extLst>
                  <a:ext uri="{FF2B5EF4-FFF2-40B4-BE49-F238E27FC236}">
                    <a16:creationId xmlns:a16="http://schemas.microsoft.com/office/drawing/2014/main" id="{D2A68BDC-2DB8-A4CC-3B43-9B6067C2A851}"/>
                  </a:ext>
                </a:extLst>
              </p14:cNvPr>
              <p14:cNvContentPartPr/>
              <p14:nvPr/>
            </p14:nvContentPartPr>
            <p14:xfrm>
              <a:off x="8686598" y="2971296"/>
              <a:ext cx="226800" cy="194040"/>
            </p14:xfrm>
          </p:contentPart>
        </mc:Choice>
        <mc:Fallback>
          <p:pic>
            <p:nvPicPr>
              <p:cNvPr id="404" name="Ink 403">
                <a:extLst>
                  <a:ext uri="{FF2B5EF4-FFF2-40B4-BE49-F238E27FC236}">
                    <a16:creationId xmlns:a16="http://schemas.microsoft.com/office/drawing/2014/main" id="{D2A68BDC-2DB8-A4CC-3B43-9B6067C2A851}"/>
                  </a:ext>
                </a:extLst>
              </p:cNvPr>
              <p:cNvPicPr/>
              <p:nvPr/>
            </p:nvPicPr>
            <p:blipFill>
              <a:blip r:embed="rId549"/>
              <a:stretch>
                <a:fillRect/>
              </a:stretch>
            </p:blipFill>
            <p:spPr>
              <a:xfrm>
                <a:off x="8682278" y="2966976"/>
                <a:ext cx="235440" cy="202680"/>
              </a:xfrm>
              <a:prstGeom prst="rect">
                <a:avLst/>
              </a:prstGeom>
            </p:spPr>
          </p:pic>
        </mc:Fallback>
      </mc:AlternateContent>
      <mc:AlternateContent xmlns:mc="http://schemas.openxmlformats.org/markup-compatibility/2006">
        <mc:Choice xmlns:p14="http://schemas.microsoft.com/office/powerpoint/2010/main" Requires="p14">
          <p:contentPart p14:bwMode="auto" r:id="rId550">
            <p14:nvContentPartPr>
              <p14:cNvPr id="405" name="Ink 404">
                <a:extLst>
                  <a:ext uri="{FF2B5EF4-FFF2-40B4-BE49-F238E27FC236}">
                    <a16:creationId xmlns:a16="http://schemas.microsoft.com/office/drawing/2014/main" id="{6FFDCE16-E699-5EBE-AF48-4C2BDC9895AF}"/>
                  </a:ext>
                </a:extLst>
              </p14:cNvPr>
              <p14:cNvContentPartPr/>
              <p14:nvPr/>
            </p14:nvContentPartPr>
            <p14:xfrm>
              <a:off x="8786318" y="2982096"/>
              <a:ext cx="42480" cy="284040"/>
            </p14:xfrm>
          </p:contentPart>
        </mc:Choice>
        <mc:Fallback>
          <p:pic>
            <p:nvPicPr>
              <p:cNvPr id="405" name="Ink 404">
                <a:extLst>
                  <a:ext uri="{FF2B5EF4-FFF2-40B4-BE49-F238E27FC236}">
                    <a16:creationId xmlns:a16="http://schemas.microsoft.com/office/drawing/2014/main" id="{6FFDCE16-E699-5EBE-AF48-4C2BDC9895AF}"/>
                  </a:ext>
                </a:extLst>
              </p:cNvPr>
              <p:cNvPicPr/>
              <p:nvPr/>
            </p:nvPicPr>
            <p:blipFill>
              <a:blip r:embed="rId551"/>
              <a:stretch>
                <a:fillRect/>
              </a:stretch>
            </p:blipFill>
            <p:spPr>
              <a:xfrm>
                <a:off x="8781998" y="2977776"/>
                <a:ext cx="51120" cy="292680"/>
              </a:xfrm>
              <a:prstGeom prst="rect">
                <a:avLst/>
              </a:prstGeom>
            </p:spPr>
          </p:pic>
        </mc:Fallback>
      </mc:AlternateContent>
      <p:grpSp>
        <p:nvGrpSpPr>
          <p:cNvPr id="410" name="Group 409">
            <a:extLst>
              <a:ext uri="{FF2B5EF4-FFF2-40B4-BE49-F238E27FC236}">
                <a16:creationId xmlns:a16="http://schemas.microsoft.com/office/drawing/2014/main" id="{0BB9106D-6AD0-8E0F-2965-0FAADD94222C}"/>
              </a:ext>
            </a:extLst>
          </p:cNvPr>
          <p:cNvGrpSpPr/>
          <p:nvPr/>
        </p:nvGrpSpPr>
        <p:grpSpPr>
          <a:xfrm>
            <a:off x="5583398" y="5124456"/>
            <a:ext cx="575280" cy="363600"/>
            <a:chOff x="5583398" y="5124456"/>
            <a:chExt cx="575280" cy="363600"/>
          </a:xfrm>
        </p:grpSpPr>
        <mc:AlternateContent xmlns:mc="http://schemas.openxmlformats.org/markup-compatibility/2006">
          <mc:Choice xmlns:p14="http://schemas.microsoft.com/office/powerpoint/2010/main" Requires="p14">
            <p:contentPart p14:bwMode="auto" r:id="rId552">
              <p14:nvContentPartPr>
                <p14:cNvPr id="407" name="Ink 406">
                  <a:extLst>
                    <a:ext uri="{FF2B5EF4-FFF2-40B4-BE49-F238E27FC236}">
                      <a16:creationId xmlns:a16="http://schemas.microsoft.com/office/drawing/2014/main" id="{0380B981-9B09-E376-72E0-4569965B23CE}"/>
                    </a:ext>
                  </a:extLst>
                </p14:cNvPr>
                <p14:cNvContentPartPr/>
                <p14:nvPr/>
              </p14:nvContentPartPr>
              <p14:xfrm>
                <a:off x="5583398" y="5237136"/>
                <a:ext cx="163440" cy="250920"/>
              </p14:xfrm>
            </p:contentPart>
          </mc:Choice>
          <mc:Fallback>
            <p:pic>
              <p:nvPicPr>
                <p:cNvPr id="407" name="Ink 406">
                  <a:extLst>
                    <a:ext uri="{FF2B5EF4-FFF2-40B4-BE49-F238E27FC236}">
                      <a16:creationId xmlns:a16="http://schemas.microsoft.com/office/drawing/2014/main" id="{0380B981-9B09-E376-72E0-4569965B23CE}"/>
                    </a:ext>
                  </a:extLst>
                </p:cNvPr>
                <p:cNvPicPr/>
                <p:nvPr/>
              </p:nvPicPr>
              <p:blipFill>
                <a:blip r:embed="rId553"/>
                <a:stretch>
                  <a:fillRect/>
                </a:stretch>
              </p:blipFill>
              <p:spPr>
                <a:xfrm>
                  <a:off x="5579078" y="5232816"/>
                  <a:ext cx="172080" cy="259560"/>
                </a:xfrm>
                <a:prstGeom prst="rect">
                  <a:avLst/>
                </a:prstGeom>
              </p:spPr>
            </p:pic>
          </mc:Fallback>
        </mc:AlternateContent>
        <mc:AlternateContent xmlns:mc="http://schemas.openxmlformats.org/markup-compatibility/2006">
          <mc:Choice xmlns:p14="http://schemas.microsoft.com/office/powerpoint/2010/main" Requires="p14">
            <p:contentPart p14:bwMode="auto" r:id="rId554">
              <p14:nvContentPartPr>
                <p14:cNvPr id="408" name="Ink 407">
                  <a:extLst>
                    <a:ext uri="{FF2B5EF4-FFF2-40B4-BE49-F238E27FC236}">
                      <a16:creationId xmlns:a16="http://schemas.microsoft.com/office/drawing/2014/main" id="{A6DAF836-A8BC-188A-4A82-C78C964F95D5}"/>
                    </a:ext>
                  </a:extLst>
                </p14:cNvPr>
                <p14:cNvContentPartPr/>
                <p14:nvPr/>
              </p14:nvContentPartPr>
              <p14:xfrm>
                <a:off x="5769518" y="5306256"/>
                <a:ext cx="234000" cy="104760"/>
              </p14:xfrm>
            </p:contentPart>
          </mc:Choice>
          <mc:Fallback>
            <p:pic>
              <p:nvPicPr>
                <p:cNvPr id="408" name="Ink 407">
                  <a:extLst>
                    <a:ext uri="{FF2B5EF4-FFF2-40B4-BE49-F238E27FC236}">
                      <a16:creationId xmlns:a16="http://schemas.microsoft.com/office/drawing/2014/main" id="{A6DAF836-A8BC-188A-4A82-C78C964F95D5}"/>
                    </a:ext>
                  </a:extLst>
                </p:cNvPr>
                <p:cNvPicPr/>
                <p:nvPr/>
              </p:nvPicPr>
              <p:blipFill>
                <a:blip r:embed="rId555"/>
                <a:stretch>
                  <a:fillRect/>
                </a:stretch>
              </p:blipFill>
              <p:spPr>
                <a:xfrm>
                  <a:off x="5765198" y="5301936"/>
                  <a:ext cx="24264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556">
              <p14:nvContentPartPr>
                <p14:cNvPr id="409" name="Ink 408">
                  <a:extLst>
                    <a:ext uri="{FF2B5EF4-FFF2-40B4-BE49-F238E27FC236}">
                      <a16:creationId xmlns:a16="http://schemas.microsoft.com/office/drawing/2014/main" id="{A4EAC9D9-0D0D-E62B-BCEB-802322C7F3EB}"/>
                    </a:ext>
                  </a:extLst>
                </p14:cNvPr>
                <p14:cNvContentPartPr/>
                <p14:nvPr/>
              </p14:nvContentPartPr>
              <p14:xfrm>
                <a:off x="5975798" y="5124456"/>
                <a:ext cx="182880" cy="189720"/>
              </p14:xfrm>
            </p:contentPart>
          </mc:Choice>
          <mc:Fallback>
            <p:pic>
              <p:nvPicPr>
                <p:cNvPr id="409" name="Ink 408">
                  <a:extLst>
                    <a:ext uri="{FF2B5EF4-FFF2-40B4-BE49-F238E27FC236}">
                      <a16:creationId xmlns:a16="http://schemas.microsoft.com/office/drawing/2014/main" id="{A4EAC9D9-0D0D-E62B-BCEB-802322C7F3EB}"/>
                    </a:ext>
                  </a:extLst>
                </p:cNvPr>
                <p:cNvPicPr/>
                <p:nvPr/>
              </p:nvPicPr>
              <p:blipFill>
                <a:blip r:embed="rId557"/>
                <a:stretch>
                  <a:fillRect/>
                </a:stretch>
              </p:blipFill>
              <p:spPr>
                <a:xfrm>
                  <a:off x="5971478" y="5120136"/>
                  <a:ext cx="191520" cy="198360"/>
                </a:xfrm>
                <a:prstGeom prst="rect">
                  <a:avLst/>
                </a:prstGeom>
              </p:spPr>
            </p:pic>
          </mc:Fallback>
        </mc:AlternateContent>
      </p:grpSp>
      <p:grpSp>
        <p:nvGrpSpPr>
          <p:cNvPr id="439" name="Group 438">
            <a:extLst>
              <a:ext uri="{FF2B5EF4-FFF2-40B4-BE49-F238E27FC236}">
                <a16:creationId xmlns:a16="http://schemas.microsoft.com/office/drawing/2014/main" id="{A2D0B48F-5639-B44A-CAB2-0703C07ACC82}"/>
              </a:ext>
            </a:extLst>
          </p:cNvPr>
          <p:cNvGrpSpPr/>
          <p:nvPr/>
        </p:nvGrpSpPr>
        <p:grpSpPr>
          <a:xfrm>
            <a:off x="6403118" y="4463136"/>
            <a:ext cx="3929040" cy="2073240"/>
            <a:chOff x="6403118" y="4463136"/>
            <a:chExt cx="3929040" cy="2073240"/>
          </a:xfrm>
        </p:grpSpPr>
        <mc:AlternateContent xmlns:mc="http://schemas.openxmlformats.org/markup-compatibility/2006">
          <mc:Choice xmlns:p14="http://schemas.microsoft.com/office/powerpoint/2010/main" Requires="p14">
            <p:contentPart p14:bwMode="auto" r:id="rId558">
              <p14:nvContentPartPr>
                <p14:cNvPr id="362" name="Ink 361">
                  <a:extLst>
                    <a:ext uri="{FF2B5EF4-FFF2-40B4-BE49-F238E27FC236}">
                      <a16:creationId xmlns:a16="http://schemas.microsoft.com/office/drawing/2014/main" id="{FCBE0D28-1A80-218D-0DD5-F395E1C56E1F}"/>
                    </a:ext>
                  </a:extLst>
                </p14:cNvPr>
                <p14:cNvContentPartPr/>
                <p14:nvPr/>
              </p14:nvContentPartPr>
              <p14:xfrm>
                <a:off x="7010078" y="4831056"/>
                <a:ext cx="58680" cy="459000"/>
              </p14:xfrm>
            </p:contentPart>
          </mc:Choice>
          <mc:Fallback>
            <p:pic>
              <p:nvPicPr>
                <p:cNvPr id="362" name="Ink 361">
                  <a:extLst>
                    <a:ext uri="{FF2B5EF4-FFF2-40B4-BE49-F238E27FC236}">
                      <a16:creationId xmlns:a16="http://schemas.microsoft.com/office/drawing/2014/main" id="{FCBE0D28-1A80-218D-0DD5-F395E1C56E1F}"/>
                    </a:ext>
                  </a:extLst>
                </p:cNvPr>
                <p:cNvPicPr/>
                <p:nvPr/>
              </p:nvPicPr>
              <p:blipFill>
                <a:blip r:embed="rId559"/>
                <a:stretch>
                  <a:fillRect/>
                </a:stretch>
              </p:blipFill>
              <p:spPr>
                <a:xfrm>
                  <a:off x="7005758" y="4826736"/>
                  <a:ext cx="67320" cy="467640"/>
                </a:xfrm>
                <a:prstGeom prst="rect">
                  <a:avLst/>
                </a:prstGeom>
              </p:spPr>
            </p:pic>
          </mc:Fallback>
        </mc:AlternateContent>
        <mc:AlternateContent xmlns:mc="http://schemas.openxmlformats.org/markup-compatibility/2006">
          <mc:Choice xmlns:p14="http://schemas.microsoft.com/office/powerpoint/2010/main" Requires="p14">
            <p:contentPart p14:bwMode="auto" r:id="rId560">
              <p14:nvContentPartPr>
                <p14:cNvPr id="363" name="Ink 362">
                  <a:extLst>
                    <a:ext uri="{FF2B5EF4-FFF2-40B4-BE49-F238E27FC236}">
                      <a16:creationId xmlns:a16="http://schemas.microsoft.com/office/drawing/2014/main" id="{05D73849-BA69-03E7-D79C-6B985EA363EE}"/>
                    </a:ext>
                  </a:extLst>
                </p14:cNvPr>
                <p14:cNvContentPartPr/>
                <p14:nvPr/>
              </p14:nvContentPartPr>
              <p14:xfrm>
                <a:off x="7006118" y="4756536"/>
                <a:ext cx="695880" cy="417600"/>
              </p14:xfrm>
            </p:contentPart>
          </mc:Choice>
          <mc:Fallback>
            <p:pic>
              <p:nvPicPr>
                <p:cNvPr id="363" name="Ink 362">
                  <a:extLst>
                    <a:ext uri="{FF2B5EF4-FFF2-40B4-BE49-F238E27FC236}">
                      <a16:creationId xmlns:a16="http://schemas.microsoft.com/office/drawing/2014/main" id="{05D73849-BA69-03E7-D79C-6B985EA363EE}"/>
                    </a:ext>
                  </a:extLst>
                </p:cNvPr>
                <p:cNvPicPr/>
                <p:nvPr/>
              </p:nvPicPr>
              <p:blipFill>
                <a:blip r:embed="rId561"/>
                <a:stretch>
                  <a:fillRect/>
                </a:stretch>
              </p:blipFill>
              <p:spPr>
                <a:xfrm>
                  <a:off x="7001798" y="4752216"/>
                  <a:ext cx="704520" cy="426240"/>
                </a:xfrm>
                <a:prstGeom prst="rect">
                  <a:avLst/>
                </a:prstGeom>
              </p:spPr>
            </p:pic>
          </mc:Fallback>
        </mc:AlternateContent>
        <mc:AlternateContent xmlns:mc="http://schemas.openxmlformats.org/markup-compatibility/2006">
          <mc:Choice xmlns:p14="http://schemas.microsoft.com/office/powerpoint/2010/main" Requires="p14">
            <p:contentPart p14:bwMode="auto" r:id="rId562">
              <p14:nvContentPartPr>
                <p14:cNvPr id="365" name="Ink 364">
                  <a:extLst>
                    <a:ext uri="{FF2B5EF4-FFF2-40B4-BE49-F238E27FC236}">
                      <a16:creationId xmlns:a16="http://schemas.microsoft.com/office/drawing/2014/main" id="{7DED6E8D-4410-7F3E-2020-E067E03CDA32}"/>
                    </a:ext>
                  </a:extLst>
                </p14:cNvPr>
                <p14:cNvContentPartPr/>
                <p14:nvPr/>
              </p14:nvContentPartPr>
              <p14:xfrm>
                <a:off x="7014758" y="5176296"/>
                <a:ext cx="671400" cy="148680"/>
              </p14:xfrm>
            </p:contentPart>
          </mc:Choice>
          <mc:Fallback>
            <p:pic>
              <p:nvPicPr>
                <p:cNvPr id="365" name="Ink 364">
                  <a:extLst>
                    <a:ext uri="{FF2B5EF4-FFF2-40B4-BE49-F238E27FC236}">
                      <a16:creationId xmlns:a16="http://schemas.microsoft.com/office/drawing/2014/main" id="{7DED6E8D-4410-7F3E-2020-E067E03CDA32}"/>
                    </a:ext>
                  </a:extLst>
                </p:cNvPr>
                <p:cNvPicPr/>
                <p:nvPr/>
              </p:nvPicPr>
              <p:blipFill>
                <a:blip r:embed="rId563"/>
                <a:stretch>
                  <a:fillRect/>
                </a:stretch>
              </p:blipFill>
              <p:spPr>
                <a:xfrm>
                  <a:off x="7010438" y="5171976"/>
                  <a:ext cx="680040" cy="157320"/>
                </a:xfrm>
                <a:prstGeom prst="rect">
                  <a:avLst/>
                </a:prstGeom>
              </p:spPr>
            </p:pic>
          </mc:Fallback>
        </mc:AlternateContent>
        <mc:AlternateContent xmlns:mc="http://schemas.openxmlformats.org/markup-compatibility/2006">
          <mc:Choice xmlns:p14="http://schemas.microsoft.com/office/powerpoint/2010/main" Requires="p14">
            <p:contentPart p14:bwMode="auto" r:id="rId564">
              <p14:nvContentPartPr>
                <p14:cNvPr id="366" name="Ink 365">
                  <a:extLst>
                    <a:ext uri="{FF2B5EF4-FFF2-40B4-BE49-F238E27FC236}">
                      <a16:creationId xmlns:a16="http://schemas.microsoft.com/office/drawing/2014/main" id="{D9E37223-2A1B-8FF0-D0B6-79552CBDC2A2}"/>
                    </a:ext>
                  </a:extLst>
                </p14:cNvPr>
                <p14:cNvContentPartPr/>
                <p14:nvPr/>
              </p14:nvContentPartPr>
              <p14:xfrm>
                <a:off x="7004678" y="5072616"/>
                <a:ext cx="54720" cy="24840"/>
              </p14:xfrm>
            </p:contentPart>
          </mc:Choice>
          <mc:Fallback>
            <p:pic>
              <p:nvPicPr>
                <p:cNvPr id="366" name="Ink 365">
                  <a:extLst>
                    <a:ext uri="{FF2B5EF4-FFF2-40B4-BE49-F238E27FC236}">
                      <a16:creationId xmlns:a16="http://schemas.microsoft.com/office/drawing/2014/main" id="{D9E37223-2A1B-8FF0-D0B6-79552CBDC2A2}"/>
                    </a:ext>
                  </a:extLst>
                </p:cNvPr>
                <p:cNvPicPr/>
                <p:nvPr/>
              </p:nvPicPr>
              <p:blipFill>
                <a:blip r:embed="rId565"/>
                <a:stretch>
                  <a:fillRect/>
                </a:stretch>
              </p:blipFill>
              <p:spPr>
                <a:xfrm>
                  <a:off x="7000358" y="5068296"/>
                  <a:ext cx="6336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566">
              <p14:nvContentPartPr>
                <p14:cNvPr id="367" name="Ink 366">
                  <a:extLst>
                    <a:ext uri="{FF2B5EF4-FFF2-40B4-BE49-F238E27FC236}">
                      <a16:creationId xmlns:a16="http://schemas.microsoft.com/office/drawing/2014/main" id="{5F973A48-145E-DD3C-9F23-7075CA2A2A73}"/>
                    </a:ext>
                  </a:extLst>
                </p14:cNvPr>
                <p14:cNvContentPartPr/>
                <p14:nvPr/>
              </p14:nvContentPartPr>
              <p14:xfrm>
                <a:off x="7020158" y="4889016"/>
                <a:ext cx="691920" cy="128520"/>
              </p14:xfrm>
            </p:contentPart>
          </mc:Choice>
          <mc:Fallback>
            <p:pic>
              <p:nvPicPr>
                <p:cNvPr id="367" name="Ink 366">
                  <a:extLst>
                    <a:ext uri="{FF2B5EF4-FFF2-40B4-BE49-F238E27FC236}">
                      <a16:creationId xmlns:a16="http://schemas.microsoft.com/office/drawing/2014/main" id="{5F973A48-145E-DD3C-9F23-7075CA2A2A73}"/>
                    </a:ext>
                  </a:extLst>
                </p:cNvPr>
                <p:cNvPicPr/>
                <p:nvPr/>
              </p:nvPicPr>
              <p:blipFill>
                <a:blip r:embed="rId567"/>
                <a:stretch>
                  <a:fillRect/>
                </a:stretch>
              </p:blipFill>
              <p:spPr>
                <a:xfrm>
                  <a:off x="7015838" y="4884696"/>
                  <a:ext cx="70056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568">
              <p14:nvContentPartPr>
                <p14:cNvPr id="368" name="Ink 367">
                  <a:extLst>
                    <a:ext uri="{FF2B5EF4-FFF2-40B4-BE49-F238E27FC236}">
                      <a16:creationId xmlns:a16="http://schemas.microsoft.com/office/drawing/2014/main" id="{C933B59D-F121-0F8A-D797-1253107DC621}"/>
                    </a:ext>
                  </a:extLst>
                </p14:cNvPr>
                <p14:cNvContentPartPr/>
                <p14:nvPr/>
              </p14:nvContentPartPr>
              <p14:xfrm>
                <a:off x="7254158" y="4463136"/>
                <a:ext cx="50400" cy="445680"/>
              </p14:xfrm>
            </p:contentPart>
          </mc:Choice>
          <mc:Fallback>
            <p:pic>
              <p:nvPicPr>
                <p:cNvPr id="368" name="Ink 367">
                  <a:extLst>
                    <a:ext uri="{FF2B5EF4-FFF2-40B4-BE49-F238E27FC236}">
                      <a16:creationId xmlns:a16="http://schemas.microsoft.com/office/drawing/2014/main" id="{C933B59D-F121-0F8A-D797-1253107DC621}"/>
                    </a:ext>
                  </a:extLst>
                </p:cNvPr>
                <p:cNvPicPr/>
                <p:nvPr/>
              </p:nvPicPr>
              <p:blipFill>
                <a:blip r:embed="rId569"/>
                <a:stretch>
                  <a:fillRect/>
                </a:stretch>
              </p:blipFill>
              <p:spPr>
                <a:xfrm>
                  <a:off x="7249838" y="4458816"/>
                  <a:ext cx="59040" cy="454320"/>
                </a:xfrm>
                <a:prstGeom prst="rect">
                  <a:avLst/>
                </a:prstGeom>
              </p:spPr>
            </p:pic>
          </mc:Fallback>
        </mc:AlternateContent>
        <mc:AlternateContent xmlns:mc="http://schemas.openxmlformats.org/markup-compatibility/2006">
          <mc:Choice xmlns:p14="http://schemas.microsoft.com/office/powerpoint/2010/main" Requires="p14">
            <p:contentPart p14:bwMode="auto" r:id="rId570">
              <p14:nvContentPartPr>
                <p14:cNvPr id="369" name="Ink 368">
                  <a:extLst>
                    <a:ext uri="{FF2B5EF4-FFF2-40B4-BE49-F238E27FC236}">
                      <a16:creationId xmlns:a16="http://schemas.microsoft.com/office/drawing/2014/main" id="{16128AB4-E568-39E8-FF34-C4CAB40A4A22}"/>
                    </a:ext>
                  </a:extLst>
                </p14:cNvPr>
                <p14:cNvContentPartPr/>
                <p14:nvPr/>
              </p14:nvContentPartPr>
              <p14:xfrm>
                <a:off x="7315358" y="5260536"/>
                <a:ext cx="127080" cy="442800"/>
              </p14:xfrm>
            </p:contentPart>
          </mc:Choice>
          <mc:Fallback>
            <p:pic>
              <p:nvPicPr>
                <p:cNvPr id="369" name="Ink 368">
                  <a:extLst>
                    <a:ext uri="{FF2B5EF4-FFF2-40B4-BE49-F238E27FC236}">
                      <a16:creationId xmlns:a16="http://schemas.microsoft.com/office/drawing/2014/main" id="{16128AB4-E568-39E8-FF34-C4CAB40A4A22}"/>
                    </a:ext>
                  </a:extLst>
                </p:cNvPr>
                <p:cNvPicPr/>
                <p:nvPr/>
              </p:nvPicPr>
              <p:blipFill>
                <a:blip r:embed="rId571"/>
                <a:stretch>
                  <a:fillRect/>
                </a:stretch>
              </p:blipFill>
              <p:spPr>
                <a:xfrm>
                  <a:off x="7311038" y="5256216"/>
                  <a:ext cx="135720" cy="451440"/>
                </a:xfrm>
                <a:prstGeom prst="rect">
                  <a:avLst/>
                </a:prstGeom>
              </p:spPr>
            </p:pic>
          </mc:Fallback>
        </mc:AlternateContent>
        <mc:AlternateContent xmlns:mc="http://schemas.openxmlformats.org/markup-compatibility/2006">
          <mc:Choice xmlns:p14="http://schemas.microsoft.com/office/powerpoint/2010/main" Requires="p14">
            <p:contentPart p14:bwMode="auto" r:id="rId572">
              <p14:nvContentPartPr>
                <p14:cNvPr id="370" name="Ink 369">
                  <a:extLst>
                    <a:ext uri="{FF2B5EF4-FFF2-40B4-BE49-F238E27FC236}">
                      <a16:creationId xmlns:a16="http://schemas.microsoft.com/office/drawing/2014/main" id="{5C6E9176-0D19-53C0-4139-1C1A18C99779}"/>
                    </a:ext>
                  </a:extLst>
                </p14:cNvPr>
                <p14:cNvContentPartPr/>
                <p14:nvPr/>
              </p14:nvContentPartPr>
              <p14:xfrm>
                <a:off x="6403118" y="4552776"/>
                <a:ext cx="3169080" cy="1648800"/>
              </p14:xfrm>
            </p:contentPart>
          </mc:Choice>
          <mc:Fallback>
            <p:pic>
              <p:nvPicPr>
                <p:cNvPr id="370" name="Ink 369">
                  <a:extLst>
                    <a:ext uri="{FF2B5EF4-FFF2-40B4-BE49-F238E27FC236}">
                      <a16:creationId xmlns:a16="http://schemas.microsoft.com/office/drawing/2014/main" id="{5C6E9176-0D19-53C0-4139-1C1A18C99779}"/>
                    </a:ext>
                  </a:extLst>
                </p:cNvPr>
                <p:cNvPicPr/>
                <p:nvPr/>
              </p:nvPicPr>
              <p:blipFill>
                <a:blip r:embed="rId573"/>
                <a:stretch>
                  <a:fillRect/>
                </a:stretch>
              </p:blipFill>
              <p:spPr>
                <a:xfrm>
                  <a:off x="6398798" y="4548456"/>
                  <a:ext cx="3177720" cy="1657440"/>
                </a:xfrm>
                <a:prstGeom prst="rect">
                  <a:avLst/>
                </a:prstGeom>
              </p:spPr>
            </p:pic>
          </mc:Fallback>
        </mc:AlternateContent>
        <mc:AlternateContent xmlns:mc="http://schemas.openxmlformats.org/markup-compatibility/2006">
          <mc:Choice xmlns:p14="http://schemas.microsoft.com/office/powerpoint/2010/main" Requires="p14">
            <p:contentPart p14:bwMode="auto" r:id="rId574">
              <p14:nvContentPartPr>
                <p14:cNvPr id="371" name="Ink 370">
                  <a:extLst>
                    <a:ext uri="{FF2B5EF4-FFF2-40B4-BE49-F238E27FC236}">
                      <a16:creationId xmlns:a16="http://schemas.microsoft.com/office/drawing/2014/main" id="{B4559313-2287-DC86-800F-89BDB6D8474E}"/>
                    </a:ext>
                  </a:extLst>
                </p14:cNvPr>
                <p14:cNvContentPartPr/>
                <p14:nvPr/>
              </p14:nvContentPartPr>
              <p14:xfrm>
                <a:off x="7227518" y="6237936"/>
                <a:ext cx="27000" cy="295560"/>
              </p14:xfrm>
            </p:contentPart>
          </mc:Choice>
          <mc:Fallback>
            <p:pic>
              <p:nvPicPr>
                <p:cNvPr id="371" name="Ink 370">
                  <a:extLst>
                    <a:ext uri="{FF2B5EF4-FFF2-40B4-BE49-F238E27FC236}">
                      <a16:creationId xmlns:a16="http://schemas.microsoft.com/office/drawing/2014/main" id="{B4559313-2287-DC86-800F-89BDB6D8474E}"/>
                    </a:ext>
                  </a:extLst>
                </p:cNvPr>
                <p:cNvPicPr/>
                <p:nvPr/>
              </p:nvPicPr>
              <p:blipFill>
                <a:blip r:embed="rId575"/>
                <a:stretch>
                  <a:fillRect/>
                </a:stretch>
              </p:blipFill>
              <p:spPr>
                <a:xfrm>
                  <a:off x="7223198" y="6233616"/>
                  <a:ext cx="35640" cy="304200"/>
                </a:xfrm>
                <a:prstGeom prst="rect">
                  <a:avLst/>
                </a:prstGeom>
              </p:spPr>
            </p:pic>
          </mc:Fallback>
        </mc:AlternateContent>
        <mc:AlternateContent xmlns:mc="http://schemas.openxmlformats.org/markup-compatibility/2006">
          <mc:Choice xmlns:p14="http://schemas.microsoft.com/office/powerpoint/2010/main" Requires="p14">
            <p:contentPart p14:bwMode="auto" r:id="rId576">
              <p14:nvContentPartPr>
                <p14:cNvPr id="372" name="Ink 371">
                  <a:extLst>
                    <a:ext uri="{FF2B5EF4-FFF2-40B4-BE49-F238E27FC236}">
                      <a16:creationId xmlns:a16="http://schemas.microsoft.com/office/drawing/2014/main" id="{962C31ED-57C9-7229-2676-FED2A87C12FB}"/>
                    </a:ext>
                  </a:extLst>
                </p14:cNvPr>
                <p14:cNvContentPartPr/>
                <p14:nvPr/>
              </p14:nvContentPartPr>
              <p14:xfrm>
                <a:off x="7280438" y="6373296"/>
                <a:ext cx="149400" cy="135720"/>
              </p14:xfrm>
            </p:contentPart>
          </mc:Choice>
          <mc:Fallback>
            <p:pic>
              <p:nvPicPr>
                <p:cNvPr id="372" name="Ink 371">
                  <a:extLst>
                    <a:ext uri="{FF2B5EF4-FFF2-40B4-BE49-F238E27FC236}">
                      <a16:creationId xmlns:a16="http://schemas.microsoft.com/office/drawing/2014/main" id="{962C31ED-57C9-7229-2676-FED2A87C12FB}"/>
                    </a:ext>
                  </a:extLst>
                </p:cNvPr>
                <p:cNvPicPr/>
                <p:nvPr/>
              </p:nvPicPr>
              <p:blipFill>
                <a:blip r:embed="rId577"/>
                <a:stretch>
                  <a:fillRect/>
                </a:stretch>
              </p:blipFill>
              <p:spPr>
                <a:xfrm>
                  <a:off x="7276118" y="6368976"/>
                  <a:ext cx="15804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578">
              <p14:nvContentPartPr>
                <p14:cNvPr id="373" name="Ink 372">
                  <a:extLst>
                    <a:ext uri="{FF2B5EF4-FFF2-40B4-BE49-F238E27FC236}">
                      <a16:creationId xmlns:a16="http://schemas.microsoft.com/office/drawing/2014/main" id="{8E6767C6-8802-B6D5-1C5F-4317C3839251}"/>
                    </a:ext>
                  </a:extLst>
                </p14:cNvPr>
                <p14:cNvContentPartPr/>
                <p14:nvPr/>
              </p14:nvContentPartPr>
              <p14:xfrm>
                <a:off x="7446758" y="6335496"/>
                <a:ext cx="196560" cy="200880"/>
              </p14:xfrm>
            </p:contentPart>
          </mc:Choice>
          <mc:Fallback>
            <p:pic>
              <p:nvPicPr>
                <p:cNvPr id="373" name="Ink 372">
                  <a:extLst>
                    <a:ext uri="{FF2B5EF4-FFF2-40B4-BE49-F238E27FC236}">
                      <a16:creationId xmlns:a16="http://schemas.microsoft.com/office/drawing/2014/main" id="{8E6767C6-8802-B6D5-1C5F-4317C3839251}"/>
                    </a:ext>
                  </a:extLst>
                </p:cNvPr>
                <p:cNvPicPr/>
                <p:nvPr/>
              </p:nvPicPr>
              <p:blipFill>
                <a:blip r:embed="rId579"/>
                <a:stretch>
                  <a:fillRect/>
                </a:stretch>
              </p:blipFill>
              <p:spPr>
                <a:xfrm>
                  <a:off x="7442438" y="6331176"/>
                  <a:ext cx="20520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580">
              <p14:nvContentPartPr>
                <p14:cNvPr id="374" name="Ink 373">
                  <a:extLst>
                    <a:ext uri="{FF2B5EF4-FFF2-40B4-BE49-F238E27FC236}">
                      <a16:creationId xmlns:a16="http://schemas.microsoft.com/office/drawing/2014/main" id="{B3ABCF23-52B0-4875-8ABA-2357B1A6815A}"/>
                    </a:ext>
                  </a:extLst>
                </p14:cNvPr>
                <p14:cNvContentPartPr/>
                <p14:nvPr/>
              </p14:nvContentPartPr>
              <p14:xfrm>
                <a:off x="8798918" y="6224616"/>
                <a:ext cx="145800" cy="178560"/>
              </p14:xfrm>
            </p:contentPart>
          </mc:Choice>
          <mc:Fallback>
            <p:pic>
              <p:nvPicPr>
                <p:cNvPr id="374" name="Ink 373">
                  <a:extLst>
                    <a:ext uri="{FF2B5EF4-FFF2-40B4-BE49-F238E27FC236}">
                      <a16:creationId xmlns:a16="http://schemas.microsoft.com/office/drawing/2014/main" id="{B3ABCF23-52B0-4875-8ABA-2357B1A6815A}"/>
                    </a:ext>
                  </a:extLst>
                </p:cNvPr>
                <p:cNvPicPr/>
                <p:nvPr/>
              </p:nvPicPr>
              <p:blipFill>
                <a:blip r:embed="rId581"/>
                <a:stretch>
                  <a:fillRect/>
                </a:stretch>
              </p:blipFill>
              <p:spPr>
                <a:xfrm>
                  <a:off x="8794598" y="6220296"/>
                  <a:ext cx="15444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582">
              <p14:nvContentPartPr>
                <p14:cNvPr id="375" name="Ink 374">
                  <a:extLst>
                    <a:ext uri="{FF2B5EF4-FFF2-40B4-BE49-F238E27FC236}">
                      <a16:creationId xmlns:a16="http://schemas.microsoft.com/office/drawing/2014/main" id="{279CF217-834A-0257-155B-6C67EBE37703}"/>
                    </a:ext>
                  </a:extLst>
                </p14:cNvPr>
                <p14:cNvContentPartPr/>
                <p14:nvPr/>
              </p14:nvContentPartPr>
              <p14:xfrm>
                <a:off x="8946878" y="6303096"/>
                <a:ext cx="624600" cy="104760"/>
              </p14:xfrm>
            </p:contentPart>
          </mc:Choice>
          <mc:Fallback>
            <p:pic>
              <p:nvPicPr>
                <p:cNvPr id="375" name="Ink 374">
                  <a:extLst>
                    <a:ext uri="{FF2B5EF4-FFF2-40B4-BE49-F238E27FC236}">
                      <a16:creationId xmlns:a16="http://schemas.microsoft.com/office/drawing/2014/main" id="{279CF217-834A-0257-155B-6C67EBE37703}"/>
                    </a:ext>
                  </a:extLst>
                </p:cNvPr>
                <p:cNvPicPr/>
                <p:nvPr/>
              </p:nvPicPr>
              <p:blipFill>
                <a:blip r:embed="rId583"/>
                <a:stretch>
                  <a:fillRect/>
                </a:stretch>
              </p:blipFill>
              <p:spPr>
                <a:xfrm>
                  <a:off x="8942558" y="6298776"/>
                  <a:ext cx="63324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584">
              <p14:nvContentPartPr>
                <p14:cNvPr id="421" name="Ink 420">
                  <a:extLst>
                    <a:ext uri="{FF2B5EF4-FFF2-40B4-BE49-F238E27FC236}">
                      <a16:creationId xmlns:a16="http://schemas.microsoft.com/office/drawing/2014/main" id="{46D8161E-BF73-9EDA-F0D2-83DEDE2596DB}"/>
                    </a:ext>
                  </a:extLst>
                </p14:cNvPr>
                <p14:cNvContentPartPr/>
                <p14:nvPr/>
              </p14:nvContentPartPr>
              <p14:xfrm>
                <a:off x="7787318" y="5009616"/>
                <a:ext cx="124200" cy="333000"/>
              </p14:xfrm>
            </p:contentPart>
          </mc:Choice>
          <mc:Fallback>
            <p:pic>
              <p:nvPicPr>
                <p:cNvPr id="421" name="Ink 420">
                  <a:extLst>
                    <a:ext uri="{FF2B5EF4-FFF2-40B4-BE49-F238E27FC236}">
                      <a16:creationId xmlns:a16="http://schemas.microsoft.com/office/drawing/2014/main" id="{46D8161E-BF73-9EDA-F0D2-83DEDE2596DB}"/>
                    </a:ext>
                  </a:extLst>
                </p:cNvPr>
                <p:cNvPicPr/>
                <p:nvPr/>
              </p:nvPicPr>
              <p:blipFill>
                <a:blip r:embed="rId585"/>
                <a:stretch>
                  <a:fillRect/>
                </a:stretch>
              </p:blipFill>
              <p:spPr>
                <a:xfrm>
                  <a:off x="7782998" y="5005296"/>
                  <a:ext cx="132840" cy="341640"/>
                </a:xfrm>
                <a:prstGeom prst="rect">
                  <a:avLst/>
                </a:prstGeom>
              </p:spPr>
            </p:pic>
          </mc:Fallback>
        </mc:AlternateContent>
        <mc:AlternateContent xmlns:mc="http://schemas.openxmlformats.org/markup-compatibility/2006">
          <mc:Choice xmlns:p14="http://schemas.microsoft.com/office/powerpoint/2010/main" Requires="p14">
            <p:contentPart p14:bwMode="auto" r:id="rId586">
              <p14:nvContentPartPr>
                <p14:cNvPr id="423" name="Ink 422">
                  <a:extLst>
                    <a:ext uri="{FF2B5EF4-FFF2-40B4-BE49-F238E27FC236}">
                      <a16:creationId xmlns:a16="http://schemas.microsoft.com/office/drawing/2014/main" id="{927DFB62-BED1-EF70-220F-6EEAC762DC1F}"/>
                    </a:ext>
                  </a:extLst>
                </p14:cNvPr>
                <p14:cNvContentPartPr/>
                <p14:nvPr/>
              </p14:nvContentPartPr>
              <p14:xfrm>
                <a:off x="7924478" y="5098176"/>
                <a:ext cx="298080" cy="97560"/>
              </p14:xfrm>
            </p:contentPart>
          </mc:Choice>
          <mc:Fallback>
            <p:pic>
              <p:nvPicPr>
                <p:cNvPr id="423" name="Ink 422">
                  <a:extLst>
                    <a:ext uri="{FF2B5EF4-FFF2-40B4-BE49-F238E27FC236}">
                      <a16:creationId xmlns:a16="http://schemas.microsoft.com/office/drawing/2014/main" id="{927DFB62-BED1-EF70-220F-6EEAC762DC1F}"/>
                    </a:ext>
                  </a:extLst>
                </p:cNvPr>
                <p:cNvPicPr/>
                <p:nvPr/>
              </p:nvPicPr>
              <p:blipFill>
                <a:blip r:embed="rId587"/>
                <a:stretch>
                  <a:fillRect/>
                </a:stretch>
              </p:blipFill>
              <p:spPr>
                <a:xfrm>
                  <a:off x="7920158" y="5093856"/>
                  <a:ext cx="30672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588">
              <p14:nvContentPartPr>
                <p14:cNvPr id="424" name="Ink 423">
                  <a:extLst>
                    <a:ext uri="{FF2B5EF4-FFF2-40B4-BE49-F238E27FC236}">
                      <a16:creationId xmlns:a16="http://schemas.microsoft.com/office/drawing/2014/main" id="{F89060A1-D86C-E712-D83B-AB0788E6B777}"/>
                    </a:ext>
                  </a:extLst>
                </p14:cNvPr>
                <p14:cNvContentPartPr/>
                <p14:nvPr/>
              </p14:nvContentPartPr>
              <p14:xfrm>
                <a:off x="8232998" y="5060736"/>
                <a:ext cx="60480" cy="233280"/>
              </p14:xfrm>
            </p:contentPart>
          </mc:Choice>
          <mc:Fallback>
            <p:pic>
              <p:nvPicPr>
                <p:cNvPr id="424" name="Ink 423">
                  <a:extLst>
                    <a:ext uri="{FF2B5EF4-FFF2-40B4-BE49-F238E27FC236}">
                      <a16:creationId xmlns:a16="http://schemas.microsoft.com/office/drawing/2014/main" id="{F89060A1-D86C-E712-D83B-AB0788E6B777}"/>
                    </a:ext>
                  </a:extLst>
                </p:cNvPr>
                <p:cNvPicPr/>
                <p:nvPr/>
              </p:nvPicPr>
              <p:blipFill>
                <a:blip r:embed="rId589"/>
                <a:stretch>
                  <a:fillRect/>
                </a:stretch>
              </p:blipFill>
              <p:spPr>
                <a:xfrm>
                  <a:off x="8228678" y="5056416"/>
                  <a:ext cx="6912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590">
              <p14:nvContentPartPr>
                <p14:cNvPr id="411" name="Ink 410">
                  <a:extLst>
                    <a:ext uri="{FF2B5EF4-FFF2-40B4-BE49-F238E27FC236}">
                      <a16:creationId xmlns:a16="http://schemas.microsoft.com/office/drawing/2014/main" id="{1209B08D-88B4-D2AA-843B-35B671CDCFCB}"/>
                    </a:ext>
                  </a:extLst>
                </p14:cNvPr>
                <p14:cNvContentPartPr/>
                <p14:nvPr/>
              </p14:nvContentPartPr>
              <p14:xfrm>
                <a:off x="9687758" y="5106456"/>
                <a:ext cx="228960" cy="307080"/>
              </p14:xfrm>
            </p:contentPart>
          </mc:Choice>
          <mc:Fallback>
            <p:pic>
              <p:nvPicPr>
                <p:cNvPr id="411" name="Ink 410">
                  <a:extLst>
                    <a:ext uri="{FF2B5EF4-FFF2-40B4-BE49-F238E27FC236}">
                      <a16:creationId xmlns:a16="http://schemas.microsoft.com/office/drawing/2014/main" id="{1209B08D-88B4-D2AA-843B-35B671CDCFCB}"/>
                    </a:ext>
                  </a:extLst>
                </p:cNvPr>
                <p:cNvPicPr/>
                <p:nvPr/>
              </p:nvPicPr>
              <p:blipFill>
                <a:blip r:embed="rId591"/>
                <a:stretch>
                  <a:fillRect/>
                </a:stretch>
              </p:blipFill>
              <p:spPr>
                <a:xfrm>
                  <a:off x="9683438" y="5102136"/>
                  <a:ext cx="237600" cy="315720"/>
                </a:xfrm>
                <a:prstGeom prst="rect">
                  <a:avLst/>
                </a:prstGeom>
              </p:spPr>
            </p:pic>
          </mc:Fallback>
        </mc:AlternateContent>
        <mc:AlternateContent xmlns:mc="http://schemas.openxmlformats.org/markup-compatibility/2006">
          <mc:Choice xmlns:p14="http://schemas.microsoft.com/office/powerpoint/2010/main" Requires="p14">
            <p:contentPart p14:bwMode="auto" r:id="rId592">
              <p14:nvContentPartPr>
                <p14:cNvPr id="412" name="Ink 411">
                  <a:extLst>
                    <a:ext uri="{FF2B5EF4-FFF2-40B4-BE49-F238E27FC236}">
                      <a16:creationId xmlns:a16="http://schemas.microsoft.com/office/drawing/2014/main" id="{0B62A86F-1B11-F75F-65F4-03B9268B0BD9}"/>
                    </a:ext>
                  </a:extLst>
                </p14:cNvPr>
                <p14:cNvContentPartPr/>
                <p14:nvPr/>
              </p14:nvContentPartPr>
              <p14:xfrm>
                <a:off x="9922478" y="5216256"/>
                <a:ext cx="125640" cy="181440"/>
              </p14:xfrm>
            </p:contentPart>
          </mc:Choice>
          <mc:Fallback>
            <p:pic>
              <p:nvPicPr>
                <p:cNvPr id="412" name="Ink 411">
                  <a:extLst>
                    <a:ext uri="{FF2B5EF4-FFF2-40B4-BE49-F238E27FC236}">
                      <a16:creationId xmlns:a16="http://schemas.microsoft.com/office/drawing/2014/main" id="{0B62A86F-1B11-F75F-65F4-03B9268B0BD9}"/>
                    </a:ext>
                  </a:extLst>
                </p:cNvPr>
                <p:cNvPicPr/>
                <p:nvPr/>
              </p:nvPicPr>
              <p:blipFill>
                <a:blip r:embed="rId593"/>
                <a:stretch>
                  <a:fillRect/>
                </a:stretch>
              </p:blipFill>
              <p:spPr>
                <a:xfrm>
                  <a:off x="9918158" y="5211936"/>
                  <a:ext cx="134280" cy="190080"/>
                </a:xfrm>
                <a:prstGeom prst="rect">
                  <a:avLst/>
                </a:prstGeom>
              </p:spPr>
            </p:pic>
          </mc:Fallback>
        </mc:AlternateContent>
        <mc:AlternateContent xmlns:mc="http://schemas.openxmlformats.org/markup-compatibility/2006">
          <mc:Choice xmlns:p14="http://schemas.microsoft.com/office/powerpoint/2010/main" Requires="p14">
            <p:contentPart p14:bwMode="auto" r:id="rId594">
              <p14:nvContentPartPr>
                <p14:cNvPr id="413" name="Ink 412">
                  <a:extLst>
                    <a:ext uri="{FF2B5EF4-FFF2-40B4-BE49-F238E27FC236}">
                      <a16:creationId xmlns:a16="http://schemas.microsoft.com/office/drawing/2014/main" id="{655419B0-0711-30CF-873A-717D3CB52202}"/>
                    </a:ext>
                  </a:extLst>
                </p14:cNvPr>
                <p14:cNvContentPartPr/>
                <p14:nvPr/>
              </p14:nvContentPartPr>
              <p14:xfrm>
                <a:off x="10070438" y="5343696"/>
                <a:ext cx="23400" cy="70920"/>
              </p14:xfrm>
            </p:contentPart>
          </mc:Choice>
          <mc:Fallback>
            <p:pic>
              <p:nvPicPr>
                <p:cNvPr id="413" name="Ink 412">
                  <a:extLst>
                    <a:ext uri="{FF2B5EF4-FFF2-40B4-BE49-F238E27FC236}">
                      <a16:creationId xmlns:a16="http://schemas.microsoft.com/office/drawing/2014/main" id="{655419B0-0711-30CF-873A-717D3CB52202}"/>
                    </a:ext>
                  </a:extLst>
                </p:cNvPr>
                <p:cNvPicPr/>
                <p:nvPr/>
              </p:nvPicPr>
              <p:blipFill>
                <a:blip r:embed="rId595"/>
                <a:stretch>
                  <a:fillRect/>
                </a:stretch>
              </p:blipFill>
              <p:spPr>
                <a:xfrm>
                  <a:off x="10066118" y="5339376"/>
                  <a:ext cx="3204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596">
              <p14:nvContentPartPr>
                <p14:cNvPr id="414" name="Ink 413">
                  <a:extLst>
                    <a:ext uri="{FF2B5EF4-FFF2-40B4-BE49-F238E27FC236}">
                      <a16:creationId xmlns:a16="http://schemas.microsoft.com/office/drawing/2014/main" id="{6866D1EA-D75F-7EBE-2140-ABADE798D221}"/>
                    </a:ext>
                  </a:extLst>
                </p14:cNvPr>
                <p14:cNvContentPartPr/>
                <p14:nvPr/>
              </p14:nvContentPartPr>
              <p14:xfrm>
                <a:off x="10054598" y="5278896"/>
                <a:ext cx="6120" cy="2880"/>
              </p14:xfrm>
            </p:contentPart>
          </mc:Choice>
          <mc:Fallback>
            <p:pic>
              <p:nvPicPr>
                <p:cNvPr id="414" name="Ink 413">
                  <a:extLst>
                    <a:ext uri="{FF2B5EF4-FFF2-40B4-BE49-F238E27FC236}">
                      <a16:creationId xmlns:a16="http://schemas.microsoft.com/office/drawing/2014/main" id="{6866D1EA-D75F-7EBE-2140-ABADE798D221}"/>
                    </a:ext>
                  </a:extLst>
                </p:cNvPr>
                <p:cNvPicPr/>
                <p:nvPr/>
              </p:nvPicPr>
              <p:blipFill>
                <a:blip r:embed="rId277"/>
                <a:stretch>
                  <a:fillRect/>
                </a:stretch>
              </p:blipFill>
              <p:spPr>
                <a:xfrm>
                  <a:off x="10050278" y="5274576"/>
                  <a:ext cx="14760" cy="11520"/>
                </a:xfrm>
                <a:prstGeom prst="rect">
                  <a:avLst/>
                </a:prstGeom>
              </p:spPr>
            </p:pic>
          </mc:Fallback>
        </mc:AlternateContent>
        <mc:AlternateContent xmlns:mc="http://schemas.openxmlformats.org/markup-compatibility/2006">
          <mc:Choice xmlns:p14="http://schemas.microsoft.com/office/powerpoint/2010/main" Requires="p14">
            <p:contentPart p14:bwMode="auto" r:id="rId597">
              <p14:nvContentPartPr>
                <p14:cNvPr id="415" name="Ink 414">
                  <a:extLst>
                    <a:ext uri="{FF2B5EF4-FFF2-40B4-BE49-F238E27FC236}">
                      <a16:creationId xmlns:a16="http://schemas.microsoft.com/office/drawing/2014/main" id="{9AD31A6A-E3C9-F9DE-0E1A-CFD94DD38600}"/>
                    </a:ext>
                  </a:extLst>
                </p14:cNvPr>
                <p14:cNvContentPartPr/>
                <p14:nvPr/>
              </p14:nvContentPartPr>
              <p14:xfrm>
                <a:off x="10133798" y="5274576"/>
                <a:ext cx="97200" cy="103680"/>
              </p14:xfrm>
            </p:contentPart>
          </mc:Choice>
          <mc:Fallback>
            <p:pic>
              <p:nvPicPr>
                <p:cNvPr id="415" name="Ink 414">
                  <a:extLst>
                    <a:ext uri="{FF2B5EF4-FFF2-40B4-BE49-F238E27FC236}">
                      <a16:creationId xmlns:a16="http://schemas.microsoft.com/office/drawing/2014/main" id="{9AD31A6A-E3C9-F9DE-0E1A-CFD94DD38600}"/>
                    </a:ext>
                  </a:extLst>
                </p:cNvPr>
                <p:cNvPicPr/>
                <p:nvPr/>
              </p:nvPicPr>
              <p:blipFill>
                <a:blip r:embed="rId598"/>
                <a:stretch>
                  <a:fillRect/>
                </a:stretch>
              </p:blipFill>
              <p:spPr>
                <a:xfrm>
                  <a:off x="10129478" y="5270256"/>
                  <a:ext cx="10584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599">
              <p14:nvContentPartPr>
                <p14:cNvPr id="416" name="Ink 415">
                  <a:extLst>
                    <a:ext uri="{FF2B5EF4-FFF2-40B4-BE49-F238E27FC236}">
                      <a16:creationId xmlns:a16="http://schemas.microsoft.com/office/drawing/2014/main" id="{B0B49DD7-7FD7-8CBC-30D9-5DB8CD6880FB}"/>
                    </a:ext>
                  </a:extLst>
                </p14:cNvPr>
                <p14:cNvContentPartPr/>
                <p14:nvPr/>
              </p14:nvContentPartPr>
              <p14:xfrm>
                <a:off x="10331798" y="5327496"/>
                <a:ext cx="360" cy="360"/>
              </p14:xfrm>
            </p:contentPart>
          </mc:Choice>
          <mc:Fallback>
            <p:pic>
              <p:nvPicPr>
                <p:cNvPr id="416" name="Ink 415">
                  <a:extLst>
                    <a:ext uri="{FF2B5EF4-FFF2-40B4-BE49-F238E27FC236}">
                      <a16:creationId xmlns:a16="http://schemas.microsoft.com/office/drawing/2014/main" id="{B0B49DD7-7FD7-8CBC-30D9-5DB8CD6880FB}"/>
                    </a:ext>
                  </a:extLst>
                </p:cNvPr>
                <p:cNvPicPr/>
                <p:nvPr/>
              </p:nvPicPr>
              <p:blipFill>
                <a:blip r:embed="rId79"/>
                <a:stretch>
                  <a:fillRect/>
                </a:stretch>
              </p:blipFill>
              <p:spPr>
                <a:xfrm>
                  <a:off x="10327478" y="532317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600">
              <p14:nvContentPartPr>
                <p14:cNvPr id="377" name="Ink 376">
                  <a:extLst>
                    <a:ext uri="{FF2B5EF4-FFF2-40B4-BE49-F238E27FC236}">
                      <a16:creationId xmlns:a16="http://schemas.microsoft.com/office/drawing/2014/main" id="{E68FA861-D246-54F8-D83C-CC2F7ED7848F}"/>
                    </a:ext>
                  </a:extLst>
                </p14:cNvPr>
                <p14:cNvContentPartPr/>
                <p14:nvPr/>
              </p14:nvContentPartPr>
              <p14:xfrm>
                <a:off x="8929238" y="4737456"/>
                <a:ext cx="66240" cy="920160"/>
              </p14:xfrm>
            </p:contentPart>
          </mc:Choice>
          <mc:Fallback>
            <p:pic>
              <p:nvPicPr>
                <p:cNvPr id="377" name="Ink 376">
                  <a:extLst>
                    <a:ext uri="{FF2B5EF4-FFF2-40B4-BE49-F238E27FC236}">
                      <a16:creationId xmlns:a16="http://schemas.microsoft.com/office/drawing/2014/main" id="{E68FA861-D246-54F8-D83C-CC2F7ED7848F}"/>
                    </a:ext>
                  </a:extLst>
                </p:cNvPr>
                <p:cNvPicPr/>
                <p:nvPr/>
              </p:nvPicPr>
              <p:blipFill>
                <a:blip r:embed="rId601"/>
                <a:stretch>
                  <a:fillRect/>
                </a:stretch>
              </p:blipFill>
              <p:spPr>
                <a:xfrm>
                  <a:off x="8924918" y="4733136"/>
                  <a:ext cx="74880" cy="928800"/>
                </a:xfrm>
                <a:prstGeom prst="rect">
                  <a:avLst/>
                </a:prstGeom>
              </p:spPr>
            </p:pic>
          </mc:Fallback>
        </mc:AlternateContent>
        <mc:AlternateContent xmlns:mc="http://schemas.openxmlformats.org/markup-compatibility/2006">
          <mc:Choice xmlns:p14="http://schemas.microsoft.com/office/powerpoint/2010/main" Requires="p14">
            <p:contentPart p14:bwMode="auto" r:id="rId602">
              <p14:nvContentPartPr>
                <p14:cNvPr id="378" name="Ink 377">
                  <a:extLst>
                    <a:ext uri="{FF2B5EF4-FFF2-40B4-BE49-F238E27FC236}">
                      <a16:creationId xmlns:a16="http://schemas.microsoft.com/office/drawing/2014/main" id="{04268EA4-C1B0-40C1-F802-63108222E25B}"/>
                    </a:ext>
                  </a:extLst>
                </p14:cNvPr>
                <p14:cNvContentPartPr/>
                <p14:nvPr/>
              </p14:nvContentPartPr>
              <p14:xfrm>
                <a:off x="8927798" y="4677336"/>
                <a:ext cx="554400" cy="833760"/>
              </p14:xfrm>
            </p:contentPart>
          </mc:Choice>
          <mc:Fallback>
            <p:pic>
              <p:nvPicPr>
                <p:cNvPr id="378" name="Ink 377">
                  <a:extLst>
                    <a:ext uri="{FF2B5EF4-FFF2-40B4-BE49-F238E27FC236}">
                      <a16:creationId xmlns:a16="http://schemas.microsoft.com/office/drawing/2014/main" id="{04268EA4-C1B0-40C1-F802-63108222E25B}"/>
                    </a:ext>
                  </a:extLst>
                </p:cNvPr>
                <p:cNvPicPr/>
                <p:nvPr/>
              </p:nvPicPr>
              <p:blipFill>
                <a:blip r:embed="rId603"/>
                <a:stretch>
                  <a:fillRect/>
                </a:stretch>
              </p:blipFill>
              <p:spPr>
                <a:xfrm>
                  <a:off x="8923478" y="4673016"/>
                  <a:ext cx="563040" cy="842400"/>
                </a:xfrm>
                <a:prstGeom prst="rect">
                  <a:avLst/>
                </a:prstGeom>
              </p:spPr>
            </p:pic>
          </mc:Fallback>
        </mc:AlternateContent>
        <mc:AlternateContent xmlns:mc="http://schemas.openxmlformats.org/markup-compatibility/2006">
          <mc:Choice xmlns:p14="http://schemas.microsoft.com/office/powerpoint/2010/main" Requires="p14">
            <p:contentPart p14:bwMode="auto" r:id="rId604">
              <p14:nvContentPartPr>
                <p14:cNvPr id="379" name="Ink 378">
                  <a:extLst>
                    <a:ext uri="{FF2B5EF4-FFF2-40B4-BE49-F238E27FC236}">
                      <a16:creationId xmlns:a16="http://schemas.microsoft.com/office/drawing/2014/main" id="{D6122B3A-18DE-5986-1169-409F0F259523}"/>
                    </a:ext>
                  </a:extLst>
                </p14:cNvPr>
                <p14:cNvContentPartPr/>
                <p14:nvPr/>
              </p14:nvContentPartPr>
              <p14:xfrm>
                <a:off x="8980358" y="5561856"/>
                <a:ext cx="488520" cy="106920"/>
              </p14:xfrm>
            </p:contentPart>
          </mc:Choice>
          <mc:Fallback>
            <p:pic>
              <p:nvPicPr>
                <p:cNvPr id="379" name="Ink 378">
                  <a:extLst>
                    <a:ext uri="{FF2B5EF4-FFF2-40B4-BE49-F238E27FC236}">
                      <a16:creationId xmlns:a16="http://schemas.microsoft.com/office/drawing/2014/main" id="{D6122B3A-18DE-5986-1169-409F0F259523}"/>
                    </a:ext>
                  </a:extLst>
                </p:cNvPr>
                <p:cNvPicPr/>
                <p:nvPr/>
              </p:nvPicPr>
              <p:blipFill>
                <a:blip r:embed="rId605"/>
                <a:stretch>
                  <a:fillRect/>
                </a:stretch>
              </p:blipFill>
              <p:spPr>
                <a:xfrm>
                  <a:off x="8976038" y="5557536"/>
                  <a:ext cx="497160" cy="115560"/>
                </a:xfrm>
                <a:prstGeom prst="rect">
                  <a:avLst/>
                </a:prstGeom>
              </p:spPr>
            </p:pic>
          </mc:Fallback>
        </mc:AlternateContent>
        <mc:AlternateContent xmlns:mc="http://schemas.openxmlformats.org/markup-compatibility/2006">
          <mc:Choice xmlns:p14="http://schemas.microsoft.com/office/powerpoint/2010/main" Requires="p14">
            <p:contentPart p14:bwMode="auto" r:id="rId606">
              <p14:nvContentPartPr>
                <p14:cNvPr id="380" name="Ink 379">
                  <a:extLst>
                    <a:ext uri="{FF2B5EF4-FFF2-40B4-BE49-F238E27FC236}">
                      <a16:creationId xmlns:a16="http://schemas.microsoft.com/office/drawing/2014/main" id="{B5FA06F7-8C2C-AC2D-35D0-E1497538C63B}"/>
                    </a:ext>
                  </a:extLst>
                </p14:cNvPr>
                <p14:cNvContentPartPr/>
                <p14:nvPr/>
              </p14:nvContentPartPr>
              <p14:xfrm>
                <a:off x="9094118" y="4463856"/>
                <a:ext cx="56520" cy="278280"/>
              </p14:xfrm>
            </p:contentPart>
          </mc:Choice>
          <mc:Fallback>
            <p:pic>
              <p:nvPicPr>
                <p:cNvPr id="380" name="Ink 379">
                  <a:extLst>
                    <a:ext uri="{FF2B5EF4-FFF2-40B4-BE49-F238E27FC236}">
                      <a16:creationId xmlns:a16="http://schemas.microsoft.com/office/drawing/2014/main" id="{B5FA06F7-8C2C-AC2D-35D0-E1497538C63B}"/>
                    </a:ext>
                  </a:extLst>
                </p:cNvPr>
                <p:cNvPicPr/>
                <p:nvPr/>
              </p:nvPicPr>
              <p:blipFill>
                <a:blip r:embed="rId607"/>
                <a:stretch>
                  <a:fillRect/>
                </a:stretch>
              </p:blipFill>
              <p:spPr>
                <a:xfrm>
                  <a:off x="9089798" y="4459536"/>
                  <a:ext cx="6516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608">
              <p14:nvContentPartPr>
                <p14:cNvPr id="382" name="Ink 381">
                  <a:extLst>
                    <a:ext uri="{FF2B5EF4-FFF2-40B4-BE49-F238E27FC236}">
                      <a16:creationId xmlns:a16="http://schemas.microsoft.com/office/drawing/2014/main" id="{6ABADF55-E096-F790-9ACC-39893C1F6EE5}"/>
                    </a:ext>
                  </a:extLst>
                </p14:cNvPr>
                <p14:cNvContentPartPr/>
                <p14:nvPr/>
              </p14:nvContentPartPr>
              <p14:xfrm>
                <a:off x="9171158" y="5589216"/>
                <a:ext cx="53640" cy="272160"/>
              </p14:xfrm>
            </p:contentPart>
          </mc:Choice>
          <mc:Fallback>
            <p:pic>
              <p:nvPicPr>
                <p:cNvPr id="382" name="Ink 381">
                  <a:extLst>
                    <a:ext uri="{FF2B5EF4-FFF2-40B4-BE49-F238E27FC236}">
                      <a16:creationId xmlns:a16="http://schemas.microsoft.com/office/drawing/2014/main" id="{6ABADF55-E096-F790-9ACC-39893C1F6EE5}"/>
                    </a:ext>
                  </a:extLst>
                </p:cNvPr>
                <p:cNvPicPr/>
                <p:nvPr/>
              </p:nvPicPr>
              <p:blipFill>
                <a:blip r:embed="rId609"/>
                <a:stretch>
                  <a:fillRect/>
                </a:stretch>
              </p:blipFill>
              <p:spPr>
                <a:xfrm>
                  <a:off x="9166838" y="5584896"/>
                  <a:ext cx="62280" cy="280800"/>
                </a:xfrm>
                <a:prstGeom prst="rect">
                  <a:avLst/>
                </a:prstGeom>
              </p:spPr>
            </p:pic>
          </mc:Fallback>
        </mc:AlternateContent>
        <mc:AlternateContent xmlns:mc="http://schemas.openxmlformats.org/markup-compatibility/2006">
          <mc:Choice xmlns:p14="http://schemas.microsoft.com/office/powerpoint/2010/main" Requires="p14">
            <p:contentPart p14:bwMode="auto" r:id="rId610">
              <p14:nvContentPartPr>
                <p14:cNvPr id="383" name="Ink 382">
                  <a:extLst>
                    <a:ext uri="{FF2B5EF4-FFF2-40B4-BE49-F238E27FC236}">
                      <a16:creationId xmlns:a16="http://schemas.microsoft.com/office/drawing/2014/main" id="{3748DE1F-7C31-E61A-4F73-D3E08F527E62}"/>
                    </a:ext>
                  </a:extLst>
                </p14:cNvPr>
                <p14:cNvContentPartPr/>
                <p14:nvPr/>
              </p14:nvContentPartPr>
              <p14:xfrm>
                <a:off x="9163598" y="5926536"/>
                <a:ext cx="75600" cy="14040"/>
              </p14:xfrm>
            </p:contentPart>
          </mc:Choice>
          <mc:Fallback>
            <p:pic>
              <p:nvPicPr>
                <p:cNvPr id="383" name="Ink 382">
                  <a:extLst>
                    <a:ext uri="{FF2B5EF4-FFF2-40B4-BE49-F238E27FC236}">
                      <a16:creationId xmlns:a16="http://schemas.microsoft.com/office/drawing/2014/main" id="{3748DE1F-7C31-E61A-4F73-D3E08F527E62}"/>
                    </a:ext>
                  </a:extLst>
                </p:cNvPr>
                <p:cNvPicPr/>
                <p:nvPr/>
              </p:nvPicPr>
              <p:blipFill>
                <a:blip r:embed="rId611"/>
                <a:stretch>
                  <a:fillRect/>
                </a:stretch>
              </p:blipFill>
              <p:spPr>
                <a:xfrm>
                  <a:off x="9159278" y="5922216"/>
                  <a:ext cx="8424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612">
              <p14:nvContentPartPr>
                <p14:cNvPr id="426" name="Ink 425">
                  <a:extLst>
                    <a:ext uri="{FF2B5EF4-FFF2-40B4-BE49-F238E27FC236}">
                      <a16:creationId xmlns:a16="http://schemas.microsoft.com/office/drawing/2014/main" id="{49404959-E2D0-860D-682C-45D911ECDCB4}"/>
                    </a:ext>
                  </a:extLst>
                </p14:cNvPr>
                <p14:cNvContentPartPr/>
                <p14:nvPr/>
              </p14:nvContentPartPr>
              <p14:xfrm>
                <a:off x="8920958" y="5051736"/>
                <a:ext cx="535680" cy="95400"/>
              </p14:xfrm>
            </p:contentPart>
          </mc:Choice>
          <mc:Fallback>
            <p:pic>
              <p:nvPicPr>
                <p:cNvPr id="426" name="Ink 425">
                  <a:extLst>
                    <a:ext uri="{FF2B5EF4-FFF2-40B4-BE49-F238E27FC236}">
                      <a16:creationId xmlns:a16="http://schemas.microsoft.com/office/drawing/2014/main" id="{49404959-E2D0-860D-682C-45D911ECDCB4}"/>
                    </a:ext>
                  </a:extLst>
                </p:cNvPr>
                <p:cNvPicPr/>
                <p:nvPr/>
              </p:nvPicPr>
              <p:blipFill>
                <a:blip r:embed="rId613"/>
                <a:stretch>
                  <a:fillRect/>
                </a:stretch>
              </p:blipFill>
              <p:spPr>
                <a:xfrm>
                  <a:off x="8916638" y="5047416"/>
                  <a:ext cx="54432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614">
              <p14:nvContentPartPr>
                <p14:cNvPr id="427" name="Ink 426">
                  <a:extLst>
                    <a:ext uri="{FF2B5EF4-FFF2-40B4-BE49-F238E27FC236}">
                      <a16:creationId xmlns:a16="http://schemas.microsoft.com/office/drawing/2014/main" id="{FA1EE4FB-441F-75E2-239A-D8452D1530F2}"/>
                    </a:ext>
                  </a:extLst>
                </p14:cNvPr>
                <p14:cNvContentPartPr/>
                <p14:nvPr/>
              </p14:nvContentPartPr>
              <p14:xfrm>
                <a:off x="9475718" y="4980816"/>
                <a:ext cx="127440" cy="137880"/>
              </p14:xfrm>
            </p:contentPart>
          </mc:Choice>
          <mc:Fallback>
            <p:pic>
              <p:nvPicPr>
                <p:cNvPr id="427" name="Ink 426">
                  <a:extLst>
                    <a:ext uri="{FF2B5EF4-FFF2-40B4-BE49-F238E27FC236}">
                      <a16:creationId xmlns:a16="http://schemas.microsoft.com/office/drawing/2014/main" id="{FA1EE4FB-441F-75E2-239A-D8452D1530F2}"/>
                    </a:ext>
                  </a:extLst>
                </p:cNvPr>
                <p:cNvPicPr/>
                <p:nvPr/>
              </p:nvPicPr>
              <p:blipFill>
                <a:blip r:embed="rId615"/>
                <a:stretch>
                  <a:fillRect/>
                </a:stretch>
              </p:blipFill>
              <p:spPr>
                <a:xfrm>
                  <a:off x="9471398" y="4976496"/>
                  <a:ext cx="13608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616">
              <p14:nvContentPartPr>
                <p14:cNvPr id="428" name="Ink 427">
                  <a:extLst>
                    <a:ext uri="{FF2B5EF4-FFF2-40B4-BE49-F238E27FC236}">
                      <a16:creationId xmlns:a16="http://schemas.microsoft.com/office/drawing/2014/main" id="{0E72B280-E37D-B4E1-BED5-0853DFF5A42B}"/>
                    </a:ext>
                  </a:extLst>
                </p14:cNvPr>
                <p14:cNvContentPartPr/>
                <p14:nvPr/>
              </p14:nvContentPartPr>
              <p14:xfrm>
                <a:off x="9627278" y="4997016"/>
                <a:ext cx="114480" cy="61200"/>
              </p14:xfrm>
            </p:contentPart>
          </mc:Choice>
          <mc:Fallback>
            <p:pic>
              <p:nvPicPr>
                <p:cNvPr id="428" name="Ink 427">
                  <a:extLst>
                    <a:ext uri="{FF2B5EF4-FFF2-40B4-BE49-F238E27FC236}">
                      <a16:creationId xmlns:a16="http://schemas.microsoft.com/office/drawing/2014/main" id="{0E72B280-E37D-B4E1-BED5-0853DFF5A42B}"/>
                    </a:ext>
                  </a:extLst>
                </p:cNvPr>
                <p:cNvPicPr/>
                <p:nvPr/>
              </p:nvPicPr>
              <p:blipFill>
                <a:blip r:embed="rId617"/>
                <a:stretch>
                  <a:fillRect/>
                </a:stretch>
              </p:blipFill>
              <p:spPr>
                <a:xfrm>
                  <a:off x="9622958" y="4992696"/>
                  <a:ext cx="123120" cy="69840"/>
                </a:xfrm>
                <a:prstGeom prst="rect">
                  <a:avLst/>
                </a:prstGeom>
              </p:spPr>
            </p:pic>
          </mc:Fallback>
        </mc:AlternateContent>
        <mc:AlternateContent xmlns:mc="http://schemas.openxmlformats.org/markup-compatibility/2006">
          <mc:Choice xmlns:p14="http://schemas.microsoft.com/office/powerpoint/2010/main" Requires="p14">
            <p:contentPart p14:bwMode="auto" r:id="rId618">
              <p14:nvContentPartPr>
                <p14:cNvPr id="429" name="Ink 428">
                  <a:extLst>
                    <a:ext uri="{FF2B5EF4-FFF2-40B4-BE49-F238E27FC236}">
                      <a16:creationId xmlns:a16="http://schemas.microsoft.com/office/drawing/2014/main" id="{86BD67E5-0B93-3A5E-A181-FB4C520FA072}"/>
                    </a:ext>
                  </a:extLst>
                </p14:cNvPr>
                <p14:cNvContentPartPr/>
                <p14:nvPr/>
              </p14:nvContentPartPr>
              <p14:xfrm>
                <a:off x="9739958" y="4887216"/>
                <a:ext cx="143640" cy="160200"/>
              </p14:xfrm>
            </p:contentPart>
          </mc:Choice>
          <mc:Fallback>
            <p:pic>
              <p:nvPicPr>
                <p:cNvPr id="429" name="Ink 428">
                  <a:extLst>
                    <a:ext uri="{FF2B5EF4-FFF2-40B4-BE49-F238E27FC236}">
                      <a16:creationId xmlns:a16="http://schemas.microsoft.com/office/drawing/2014/main" id="{86BD67E5-0B93-3A5E-A181-FB4C520FA072}"/>
                    </a:ext>
                  </a:extLst>
                </p:cNvPr>
                <p:cNvPicPr/>
                <p:nvPr/>
              </p:nvPicPr>
              <p:blipFill>
                <a:blip r:embed="rId619"/>
                <a:stretch>
                  <a:fillRect/>
                </a:stretch>
              </p:blipFill>
              <p:spPr>
                <a:xfrm>
                  <a:off x="9735638" y="4882896"/>
                  <a:ext cx="15228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620">
              <p14:nvContentPartPr>
                <p14:cNvPr id="430" name="Ink 429">
                  <a:extLst>
                    <a:ext uri="{FF2B5EF4-FFF2-40B4-BE49-F238E27FC236}">
                      <a16:creationId xmlns:a16="http://schemas.microsoft.com/office/drawing/2014/main" id="{2C744A49-0692-8D0E-38F1-D33C6C30DEB5}"/>
                    </a:ext>
                  </a:extLst>
                </p14:cNvPr>
                <p14:cNvContentPartPr/>
                <p14:nvPr/>
              </p14:nvContentPartPr>
              <p14:xfrm>
                <a:off x="9860918" y="4919616"/>
                <a:ext cx="16560" cy="7200"/>
              </p14:xfrm>
            </p:contentPart>
          </mc:Choice>
          <mc:Fallback>
            <p:pic>
              <p:nvPicPr>
                <p:cNvPr id="430" name="Ink 429">
                  <a:extLst>
                    <a:ext uri="{FF2B5EF4-FFF2-40B4-BE49-F238E27FC236}">
                      <a16:creationId xmlns:a16="http://schemas.microsoft.com/office/drawing/2014/main" id="{2C744A49-0692-8D0E-38F1-D33C6C30DEB5}"/>
                    </a:ext>
                  </a:extLst>
                </p:cNvPr>
                <p:cNvPicPr/>
                <p:nvPr/>
              </p:nvPicPr>
              <p:blipFill>
                <a:blip r:embed="rId384"/>
                <a:stretch>
                  <a:fillRect/>
                </a:stretch>
              </p:blipFill>
              <p:spPr>
                <a:xfrm>
                  <a:off x="9856598" y="4915296"/>
                  <a:ext cx="2520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621">
              <p14:nvContentPartPr>
                <p14:cNvPr id="431" name="Ink 430">
                  <a:extLst>
                    <a:ext uri="{FF2B5EF4-FFF2-40B4-BE49-F238E27FC236}">
                      <a16:creationId xmlns:a16="http://schemas.microsoft.com/office/drawing/2014/main" id="{9C6375AD-E3F5-7619-1D31-FE6657DA7381}"/>
                    </a:ext>
                  </a:extLst>
                </p14:cNvPr>
                <p14:cNvContentPartPr/>
                <p14:nvPr/>
              </p14:nvContentPartPr>
              <p14:xfrm>
                <a:off x="9900158" y="4947336"/>
                <a:ext cx="100080" cy="70560"/>
              </p14:xfrm>
            </p:contentPart>
          </mc:Choice>
          <mc:Fallback>
            <p:pic>
              <p:nvPicPr>
                <p:cNvPr id="431" name="Ink 430">
                  <a:extLst>
                    <a:ext uri="{FF2B5EF4-FFF2-40B4-BE49-F238E27FC236}">
                      <a16:creationId xmlns:a16="http://schemas.microsoft.com/office/drawing/2014/main" id="{9C6375AD-E3F5-7619-1D31-FE6657DA7381}"/>
                    </a:ext>
                  </a:extLst>
                </p:cNvPr>
                <p:cNvPicPr/>
                <p:nvPr/>
              </p:nvPicPr>
              <p:blipFill>
                <a:blip r:embed="rId622"/>
                <a:stretch>
                  <a:fillRect/>
                </a:stretch>
              </p:blipFill>
              <p:spPr>
                <a:xfrm>
                  <a:off x="9895838" y="4943016"/>
                  <a:ext cx="10872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623">
              <p14:nvContentPartPr>
                <p14:cNvPr id="432" name="Ink 431">
                  <a:extLst>
                    <a:ext uri="{FF2B5EF4-FFF2-40B4-BE49-F238E27FC236}">
                      <a16:creationId xmlns:a16="http://schemas.microsoft.com/office/drawing/2014/main" id="{BF498EF1-5F64-76AB-18E6-A7AFE37DCED9}"/>
                    </a:ext>
                  </a:extLst>
                </p14:cNvPr>
                <p14:cNvContentPartPr/>
                <p14:nvPr/>
              </p14:nvContentPartPr>
              <p14:xfrm>
                <a:off x="10020398" y="4916736"/>
                <a:ext cx="128880" cy="89280"/>
              </p14:xfrm>
            </p:contentPart>
          </mc:Choice>
          <mc:Fallback>
            <p:pic>
              <p:nvPicPr>
                <p:cNvPr id="432" name="Ink 431">
                  <a:extLst>
                    <a:ext uri="{FF2B5EF4-FFF2-40B4-BE49-F238E27FC236}">
                      <a16:creationId xmlns:a16="http://schemas.microsoft.com/office/drawing/2014/main" id="{BF498EF1-5F64-76AB-18E6-A7AFE37DCED9}"/>
                    </a:ext>
                  </a:extLst>
                </p:cNvPr>
                <p:cNvPicPr/>
                <p:nvPr/>
              </p:nvPicPr>
              <p:blipFill>
                <a:blip r:embed="rId624"/>
                <a:stretch>
                  <a:fillRect/>
                </a:stretch>
              </p:blipFill>
              <p:spPr>
                <a:xfrm>
                  <a:off x="10016078" y="4912416"/>
                  <a:ext cx="137520" cy="97920"/>
                </a:xfrm>
                <a:prstGeom prst="rect">
                  <a:avLst/>
                </a:prstGeom>
              </p:spPr>
            </p:pic>
          </mc:Fallback>
        </mc:AlternateContent>
        <mc:AlternateContent xmlns:mc="http://schemas.openxmlformats.org/markup-compatibility/2006">
          <mc:Choice xmlns:p14="http://schemas.microsoft.com/office/powerpoint/2010/main" Requires="p14">
            <p:contentPart p14:bwMode="auto" r:id="rId625">
              <p14:nvContentPartPr>
                <p14:cNvPr id="434" name="Ink 433">
                  <a:extLst>
                    <a:ext uri="{FF2B5EF4-FFF2-40B4-BE49-F238E27FC236}">
                      <a16:creationId xmlns:a16="http://schemas.microsoft.com/office/drawing/2014/main" id="{6E82176E-20A6-F804-7FE5-DA52F681F176}"/>
                    </a:ext>
                  </a:extLst>
                </p14:cNvPr>
                <p14:cNvContentPartPr/>
                <p14:nvPr/>
              </p14:nvContentPartPr>
              <p14:xfrm>
                <a:off x="7720718" y="4821336"/>
                <a:ext cx="141120" cy="181080"/>
              </p14:xfrm>
            </p:contentPart>
          </mc:Choice>
          <mc:Fallback>
            <p:pic>
              <p:nvPicPr>
                <p:cNvPr id="434" name="Ink 433">
                  <a:extLst>
                    <a:ext uri="{FF2B5EF4-FFF2-40B4-BE49-F238E27FC236}">
                      <a16:creationId xmlns:a16="http://schemas.microsoft.com/office/drawing/2014/main" id="{6E82176E-20A6-F804-7FE5-DA52F681F176}"/>
                    </a:ext>
                  </a:extLst>
                </p:cNvPr>
                <p:cNvPicPr/>
                <p:nvPr/>
              </p:nvPicPr>
              <p:blipFill>
                <a:blip r:embed="rId626"/>
                <a:stretch>
                  <a:fillRect/>
                </a:stretch>
              </p:blipFill>
              <p:spPr>
                <a:xfrm>
                  <a:off x="7716398" y="4817016"/>
                  <a:ext cx="14976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627">
              <p14:nvContentPartPr>
                <p14:cNvPr id="435" name="Ink 434">
                  <a:extLst>
                    <a:ext uri="{FF2B5EF4-FFF2-40B4-BE49-F238E27FC236}">
                      <a16:creationId xmlns:a16="http://schemas.microsoft.com/office/drawing/2014/main" id="{E5CCBFD9-63BA-7C38-CF28-6D924BF84E93}"/>
                    </a:ext>
                  </a:extLst>
                </p14:cNvPr>
                <p14:cNvContentPartPr/>
                <p14:nvPr/>
              </p14:nvContentPartPr>
              <p14:xfrm>
                <a:off x="7900358" y="4876416"/>
                <a:ext cx="117000" cy="77760"/>
              </p14:xfrm>
            </p:contentPart>
          </mc:Choice>
          <mc:Fallback>
            <p:pic>
              <p:nvPicPr>
                <p:cNvPr id="435" name="Ink 434">
                  <a:extLst>
                    <a:ext uri="{FF2B5EF4-FFF2-40B4-BE49-F238E27FC236}">
                      <a16:creationId xmlns:a16="http://schemas.microsoft.com/office/drawing/2014/main" id="{E5CCBFD9-63BA-7C38-CF28-6D924BF84E93}"/>
                    </a:ext>
                  </a:extLst>
                </p:cNvPr>
                <p:cNvPicPr/>
                <p:nvPr/>
              </p:nvPicPr>
              <p:blipFill>
                <a:blip r:embed="rId628"/>
                <a:stretch>
                  <a:fillRect/>
                </a:stretch>
              </p:blipFill>
              <p:spPr>
                <a:xfrm>
                  <a:off x="7896038" y="4872096"/>
                  <a:ext cx="125640" cy="86400"/>
                </a:xfrm>
                <a:prstGeom prst="rect">
                  <a:avLst/>
                </a:prstGeom>
              </p:spPr>
            </p:pic>
          </mc:Fallback>
        </mc:AlternateContent>
        <mc:AlternateContent xmlns:mc="http://schemas.openxmlformats.org/markup-compatibility/2006">
          <mc:Choice xmlns:p14="http://schemas.microsoft.com/office/powerpoint/2010/main" Requires="p14">
            <p:contentPart p14:bwMode="auto" r:id="rId629">
              <p14:nvContentPartPr>
                <p14:cNvPr id="436" name="Ink 435">
                  <a:extLst>
                    <a:ext uri="{FF2B5EF4-FFF2-40B4-BE49-F238E27FC236}">
                      <a16:creationId xmlns:a16="http://schemas.microsoft.com/office/drawing/2014/main" id="{5D74797D-0175-703E-D914-84A915E7A480}"/>
                    </a:ext>
                  </a:extLst>
                </p14:cNvPr>
                <p14:cNvContentPartPr/>
                <p14:nvPr/>
              </p14:nvContentPartPr>
              <p14:xfrm>
                <a:off x="8015558" y="4823136"/>
                <a:ext cx="146160" cy="125640"/>
              </p14:xfrm>
            </p:contentPart>
          </mc:Choice>
          <mc:Fallback>
            <p:pic>
              <p:nvPicPr>
                <p:cNvPr id="436" name="Ink 435">
                  <a:extLst>
                    <a:ext uri="{FF2B5EF4-FFF2-40B4-BE49-F238E27FC236}">
                      <a16:creationId xmlns:a16="http://schemas.microsoft.com/office/drawing/2014/main" id="{5D74797D-0175-703E-D914-84A915E7A480}"/>
                    </a:ext>
                  </a:extLst>
                </p:cNvPr>
                <p:cNvPicPr/>
                <p:nvPr/>
              </p:nvPicPr>
              <p:blipFill>
                <a:blip r:embed="rId630"/>
                <a:stretch>
                  <a:fillRect/>
                </a:stretch>
              </p:blipFill>
              <p:spPr>
                <a:xfrm>
                  <a:off x="8011238" y="4818816"/>
                  <a:ext cx="15480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631">
              <p14:nvContentPartPr>
                <p14:cNvPr id="437" name="Ink 436">
                  <a:extLst>
                    <a:ext uri="{FF2B5EF4-FFF2-40B4-BE49-F238E27FC236}">
                      <a16:creationId xmlns:a16="http://schemas.microsoft.com/office/drawing/2014/main" id="{145BF922-7065-9AB4-2ABC-1AB637D247B8}"/>
                    </a:ext>
                  </a:extLst>
                </p14:cNvPr>
                <p14:cNvContentPartPr/>
                <p14:nvPr/>
              </p14:nvContentPartPr>
              <p14:xfrm>
                <a:off x="8113478" y="4835376"/>
                <a:ext cx="360" cy="360"/>
              </p14:xfrm>
            </p:contentPart>
          </mc:Choice>
          <mc:Fallback>
            <p:pic>
              <p:nvPicPr>
                <p:cNvPr id="437" name="Ink 436">
                  <a:extLst>
                    <a:ext uri="{FF2B5EF4-FFF2-40B4-BE49-F238E27FC236}">
                      <a16:creationId xmlns:a16="http://schemas.microsoft.com/office/drawing/2014/main" id="{145BF922-7065-9AB4-2ABC-1AB637D247B8}"/>
                    </a:ext>
                  </a:extLst>
                </p:cNvPr>
                <p:cNvPicPr/>
                <p:nvPr/>
              </p:nvPicPr>
              <p:blipFill>
                <a:blip r:embed="rId79"/>
                <a:stretch>
                  <a:fillRect/>
                </a:stretch>
              </p:blipFill>
              <p:spPr>
                <a:xfrm>
                  <a:off x="8109158" y="483105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632">
              <p14:nvContentPartPr>
                <p14:cNvPr id="438" name="Ink 437">
                  <a:extLst>
                    <a:ext uri="{FF2B5EF4-FFF2-40B4-BE49-F238E27FC236}">
                      <a16:creationId xmlns:a16="http://schemas.microsoft.com/office/drawing/2014/main" id="{7A558CEC-EA4C-E89F-3A5F-9B3DFD3AFAC0}"/>
                    </a:ext>
                  </a:extLst>
                </p14:cNvPr>
                <p14:cNvContentPartPr/>
                <p14:nvPr/>
              </p14:nvContentPartPr>
              <p14:xfrm>
                <a:off x="8173958" y="4875336"/>
                <a:ext cx="238680" cy="67680"/>
              </p14:xfrm>
            </p:contentPart>
          </mc:Choice>
          <mc:Fallback>
            <p:pic>
              <p:nvPicPr>
                <p:cNvPr id="438" name="Ink 437">
                  <a:extLst>
                    <a:ext uri="{FF2B5EF4-FFF2-40B4-BE49-F238E27FC236}">
                      <a16:creationId xmlns:a16="http://schemas.microsoft.com/office/drawing/2014/main" id="{7A558CEC-EA4C-E89F-3A5F-9B3DFD3AFAC0}"/>
                    </a:ext>
                  </a:extLst>
                </p:cNvPr>
                <p:cNvPicPr/>
                <p:nvPr/>
              </p:nvPicPr>
              <p:blipFill>
                <a:blip r:embed="rId633"/>
                <a:stretch>
                  <a:fillRect/>
                </a:stretch>
              </p:blipFill>
              <p:spPr>
                <a:xfrm>
                  <a:off x="8169638" y="4871016"/>
                  <a:ext cx="247320" cy="76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34">
            <p14:nvContentPartPr>
              <p14:cNvPr id="440" name="Ink 439">
                <a:extLst>
                  <a:ext uri="{FF2B5EF4-FFF2-40B4-BE49-F238E27FC236}">
                    <a16:creationId xmlns:a16="http://schemas.microsoft.com/office/drawing/2014/main" id="{3E962A4D-5AF2-3ED8-30EF-46EC95A5A2DF}"/>
                  </a:ext>
                </a:extLst>
              </p14:cNvPr>
              <p14:cNvContentPartPr/>
              <p14:nvPr/>
            </p14:nvContentPartPr>
            <p14:xfrm>
              <a:off x="5063558" y="1347696"/>
              <a:ext cx="20520" cy="9720"/>
            </p14:xfrm>
          </p:contentPart>
        </mc:Choice>
        <mc:Fallback>
          <p:pic>
            <p:nvPicPr>
              <p:cNvPr id="440" name="Ink 439">
                <a:extLst>
                  <a:ext uri="{FF2B5EF4-FFF2-40B4-BE49-F238E27FC236}">
                    <a16:creationId xmlns:a16="http://schemas.microsoft.com/office/drawing/2014/main" id="{3E962A4D-5AF2-3ED8-30EF-46EC95A5A2DF}"/>
                  </a:ext>
                </a:extLst>
              </p:cNvPr>
              <p:cNvPicPr/>
              <p:nvPr/>
            </p:nvPicPr>
            <p:blipFill>
              <a:blip r:embed="rId635"/>
              <a:stretch>
                <a:fillRect/>
              </a:stretch>
            </p:blipFill>
            <p:spPr>
              <a:xfrm>
                <a:off x="5059238" y="1343376"/>
                <a:ext cx="29160" cy="18360"/>
              </a:xfrm>
              <a:prstGeom prst="rect">
                <a:avLst/>
              </a:prstGeom>
            </p:spPr>
          </p:pic>
        </mc:Fallback>
      </mc:AlternateContent>
      <p:grpSp>
        <p:nvGrpSpPr>
          <p:cNvPr id="472" name="Group 471">
            <a:extLst>
              <a:ext uri="{FF2B5EF4-FFF2-40B4-BE49-F238E27FC236}">
                <a16:creationId xmlns:a16="http://schemas.microsoft.com/office/drawing/2014/main" id="{CD66CDAA-CF7C-CEEA-3F52-2EA02C9A22E8}"/>
              </a:ext>
            </a:extLst>
          </p:cNvPr>
          <p:cNvGrpSpPr/>
          <p:nvPr/>
        </p:nvGrpSpPr>
        <p:grpSpPr>
          <a:xfrm>
            <a:off x="7446758" y="153216"/>
            <a:ext cx="2228040" cy="672840"/>
            <a:chOff x="7446758" y="153216"/>
            <a:chExt cx="2228040" cy="672840"/>
          </a:xfrm>
        </p:grpSpPr>
        <mc:AlternateContent xmlns:mc="http://schemas.openxmlformats.org/markup-compatibility/2006">
          <mc:Choice xmlns:p14="http://schemas.microsoft.com/office/powerpoint/2010/main" Requires="p14">
            <p:contentPart p14:bwMode="auto" r:id="rId636">
              <p14:nvContentPartPr>
                <p14:cNvPr id="456" name="Ink 455">
                  <a:extLst>
                    <a:ext uri="{FF2B5EF4-FFF2-40B4-BE49-F238E27FC236}">
                      <a16:creationId xmlns:a16="http://schemas.microsoft.com/office/drawing/2014/main" id="{1A763341-D45A-4D62-1ED0-2830A2D33F23}"/>
                    </a:ext>
                  </a:extLst>
                </p14:cNvPr>
                <p14:cNvContentPartPr/>
                <p14:nvPr/>
              </p14:nvContentPartPr>
              <p14:xfrm>
                <a:off x="7486358" y="481176"/>
                <a:ext cx="237600" cy="180000"/>
              </p14:xfrm>
            </p:contentPart>
          </mc:Choice>
          <mc:Fallback>
            <p:pic>
              <p:nvPicPr>
                <p:cNvPr id="456" name="Ink 455">
                  <a:extLst>
                    <a:ext uri="{FF2B5EF4-FFF2-40B4-BE49-F238E27FC236}">
                      <a16:creationId xmlns:a16="http://schemas.microsoft.com/office/drawing/2014/main" id="{1A763341-D45A-4D62-1ED0-2830A2D33F23}"/>
                    </a:ext>
                  </a:extLst>
                </p:cNvPr>
                <p:cNvPicPr/>
                <p:nvPr/>
              </p:nvPicPr>
              <p:blipFill>
                <a:blip r:embed="rId637"/>
                <a:stretch>
                  <a:fillRect/>
                </a:stretch>
              </p:blipFill>
              <p:spPr>
                <a:xfrm>
                  <a:off x="7482038" y="476856"/>
                  <a:ext cx="24624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638">
              <p14:nvContentPartPr>
                <p14:cNvPr id="457" name="Ink 456">
                  <a:extLst>
                    <a:ext uri="{FF2B5EF4-FFF2-40B4-BE49-F238E27FC236}">
                      <a16:creationId xmlns:a16="http://schemas.microsoft.com/office/drawing/2014/main" id="{1A43EA08-45E5-E5E4-D667-228FB9EB8575}"/>
                    </a:ext>
                  </a:extLst>
                </p14:cNvPr>
                <p14:cNvContentPartPr/>
                <p14:nvPr/>
              </p14:nvContentPartPr>
              <p14:xfrm>
                <a:off x="7830518" y="534816"/>
                <a:ext cx="154080" cy="54720"/>
              </p14:xfrm>
            </p:contentPart>
          </mc:Choice>
          <mc:Fallback>
            <p:pic>
              <p:nvPicPr>
                <p:cNvPr id="457" name="Ink 456">
                  <a:extLst>
                    <a:ext uri="{FF2B5EF4-FFF2-40B4-BE49-F238E27FC236}">
                      <a16:creationId xmlns:a16="http://schemas.microsoft.com/office/drawing/2014/main" id="{1A43EA08-45E5-E5E4-D667-228FB9EB8575}"/>
                    </a:ext>
                  </a:extLst>
                </p:cNvPr>
                <p:cNvPicPr/>
                <p:nvPr/>
              </p:nvPicPr>
              <p:blipFill>
                <a:blip r:embed="rId639"/>
                <a:stretch>
                  <a:fillRect/>
                </a:stretch>
              </p:blipFill>
              <p:spPr>
                <a:xfrm>
                  <a:off x="7826198" y="530496"/>
                  <a:ext cx="16272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640">
              <p14:nvContentPartPr>
                <p14:cNvPr id="458" name="Ink 457">
                  <a:extLst>
                    <a:ext uri="{FF2B5EF4-FFF2-40B4-BE49-F238E27FC236}">
                      <a16:creationId xmlns:a16="http://schemas.microsoft.com/office/drawing/2014/main" id="{729D49C5-4D19-0138-4E84-3E35E0E2A876}"/>
                    </a:ext>
                  </a:extLst>
                </p14:cNvPr>
                <p14:cNvContentPartPr/>
                <p14:nvPr/>
              </p14:nvContentPartPr>
              <p14:xfrm>
                <a:off x="8101598" y="422496"/>
                <a:ext cx="149760" cy="205560"/>
              </p14:xfrm>
            </p:contentPart>
          </mc:Choice>
          <mc:Fallback>
            <p:pic>
              <p:nvPicPr>
                <p:cNvPr id="458" name="Ink 457">
                  <a:extLst>
                    <a:ext uri="{FF2B5EF4-FFF2-40B4-BE49-F238E27FC236}">
                      <a16:creationId xmlns:a16="http://schemas.microsoft.com/office/drawing/2014/main" id="{729D49C5-4D19-0138-4E84-3E35E0E2A876}"/>
                    </a:ext>
                  </a:extLst>
                </p:cNvPr>
                <p:cNvPicPr/>
                <p:nvPr/>
              </p:nvPicPr>
              <p:blipFill>
                <a:blip r:embed="rId641"/>
                <a:stretch>
                  <a:fillRect/>
                </a:stretch>
              </p:blipFill>
              <p:spPr>
                <a:xfrm>
                  <a:off x="8097278" y="418176"/>
                  <a:ext cx="15840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642">
              <p14:nvContentPartPr>
                <p14:cNvPr id="459" name="Ink 458">
                  <a:extLst>
                    <a:ext uri="{FF2B5EF4-FFF2-40B4-BE49-F238E27FC236}">
                      <a16:creationId xmlns:a16="http://schemas.microsoft.com/office/drawing/2014/main" id="{50EFFA1D-9B1E-F881-0887-9B4A7F067748}"/>
                    </a:ext>
                  </a:extLst>
                </p14:cNvPr>
                <p14:cNvContentPartPr/>
                <p14:nvPr/>
              </p14:nvContentPartPr>
              <p14:xfrm>
                <a:off x="8249198" y="516456"/>
                <a:ext cx="124200" cy="89280"/>
              </p14:xfrm>
            </p:contentPart>
          </mc:Choice>
          <mc:Fallback>
            <p:pic>
              <p:nvPicPr>
                <p:cNvPr id="459" name="Ink 458">
                  <a:extLst>
                    <a:ext uri="{FF2B5EF4-FFF2-40B4-BE49-F238E27FC236}">
                      <a16:creationId xmlns:a16="http://schemas.microsoft.com/office/drawing/2014/main" id="{50EFFA1D-9B1E-F881-0887-9B4A7F067748}"/>
                    </a:ext>
                  </a:extLst>
                </p:cNvPr>
                <p:cNvPicPr/>
                <p:nvPr/>
              </p:nvPicPr>
              <p:blipFill>
                <a:blip r:embed="rId643"/>
                <a:stretch>
                  <a:fillRect/>
                </a:stretch>
              </p:blipFill>
              <p:spPr>
                <a:xfrm>
                  <a:off x="8244878" y="512136"/>
                  <a:ext cx="132840" cy="97920"/>
                </a:xfrm>
                <a:prstGeom prst="rect">
                  <a:avLst/>
                </a:prstGeom>
              </p:spPr>
            </p:pic>
          </mc:Fallback>
        </mc:AlternateContent>
        <mc:AlternateContent xmlns:mc="http://schemas.openxmlformats.org/markup-compatibility/2006">
          <mc:Choice xmlns:p14="http://schemas.microsoft.com/office/powerpoint/2010/main" Requires="p14">
            <p:contentPart p14:bwMode="auto" r:id="rId644">
              <p14:nvContentPartPr>
                <p14:cNvPr id="460" name="Ink 459">
                  <a:extLst>
                    <a:ext uri="{FF2B5EF4-FFF2-40B4-BE49-F238E27FC236}">
                      <a16:creationId xmlns:a16="http://schemas.microsoft.com/office/drawing/2014/main" id="{ACB603B0-B36D-644E-55C0-BC743415603E}"/>
                    </a:ext>
                  </a:extLst>
                </p14:cNvPr>
                <p14:cNvContentPartPr/>
                <p14:nvPr/>
              </p14:nvContentPartPr>
              <p14:xfrm>
                <a:off x="8385638" y="539856"/>
                <a:ext cx="146880" cy="73080"/>
              </p14:xfrm>
            </p:contentPart>
          </mc:Choice>
          <mc:Fallback>
            <p:pic>
              <p:nvPicPr>
                <p:cNvPr id="460" name="Ink 459">
                  <a:extLst>
                    <a:ext uri="{FF2B5EF4-FFF2-40B4-BE49-F238E27FC236}">
                      <a16:creationId xmlns:a16="http://schemas.microsoft.com/office/drawing/2014/main" id="{ACB603B0-B36D-644E-55C0-BC743415603E}"/>
                    </a:ext>
                  </a:extLst>
                </p:cNvPr>
                <p:cNvPicPr/>
                <p:nvPr/>
              </p:nvPicPr>
              <p:blipFill>
                <a:blip r:embed="rId645"/>
                <a:stretch>
                  <a:fillRect/>
                </a:stretch>
              </p:blipFill>
              <p:spPr>
                <a:xfrm>
                  <a:off x="8381318" y="535536"/>
                  <a:ext cx="15552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646">
              <p14:nvContentPartPr>
                <p14:cNvPr id="461" name="Ink 460">
                  <a:extLst>
                    <a:ext uri="{FF2B5EF4-FFF2-40B4-BE49-F238E27FC236}">
                      <a16:creationId xmlns:a16="http://schemas.microsoft.com/office/drawing/2014/main" id="{969801C4-5578-1C41-37D8-FC09AB3890CC}"/>
                    </a:ext>
                  </a:extLst>
                </p14:cNvPr>
                <p14:cNvContentPartPr/>
                <p14:nvPr/>
              </p14:nvContentPartPr>
              <p14:xfrm>
                <a:off x="8537558" y="511416"/>
                <a:ext cx="77040" cy="177120"/>
              </p14:xfrm>
            </p:contentPart>
          </mc:Choice>
          <mc:Fallback>
            <p:pic>
              <p:nvPicPr>
                <p:cNvPr id="461" name="Ink 460">
                  <a:extLst>
                    <a:ext uri="{FF2B5EF4-FFF2-40B4-BE49-F238E27FC236}">
                      <a16:creationId xmlns:a16="http://schemas.microsoft.com/office/drawing/2014/main" id="{969801C4-5578-1C41-37D8-FC09AB3890CC}"/>
                    </a:ext>
                  </a:extLst>
                </p:cNvPr>
                <p:cNvPicPr/>
                <p:nvPr/>
              </p:nvPicPr>
              <p:blipFill>
                <a:blip r:embed="rId647"/>
                <a:stretch>
                  <a:fillRect/>
                </a:stretch>
              </p:blipFill>
              <p:spPr>
                <a:xfrm>
                  <a:off x="8533238" y="507096"/>
                  <a:ext cx="8568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648">
              <p14:nvContentPartPr>
                <p14:cNvPr id="462" name="Ink 461">
                  <a:extLst>
                    <a:ext uri="{FF2B5EF4-FFF2-40B4-BE49-F238E27FC236}">
                      <a16:creationId xmlns:a16="http://schemas.microsoft.com/office/drawing/2014/main" id="{5BD7FE36-8B7A-A121-CABA-6845FC3936CE}"/>
                    </a:ext>
                  </a:extLst>
                </p14:cNvPr>
                <p14:cNvContentPartPr/>
                <p14:nvPr/>
              </p14:nvContentPartPr>
              <p14:xfrm>
                <a:off x="8646998" y="441936"/>
                <a:ext cx="30960" cy="115200"/>
              </p14:xfrm>
            </p:contentPart>
          </mc:Choice>
          <mc:Fallback>
            <p:pic>
              <p:nvPicPr>
                <p:cNvPr id="462" name="Ink 461">
                  <a:extLst>
                    <a:ext uri="{FF2B5EF4-FFF2-40B4-BE49-F238E27FC236}">
                      <a16:creationId xmlns:a16="http://schemas.microsoft.com/office/drawing/2014/main" id="{5BD7FE36-8B7A-A121-CABA-6845FC3936CE}"/>
                    </a:ext>
                  </a:extLst>
                </p:cNvPr>
                <p:cNvPicPr/>
                <p:nvPr/>
              </p:nvPicPr>
              <p:blipFill>
                <a:blip r:embed="rId649"/>
                <a:stretch>
                  <a:fillRect/>
                </a:stretch>
              </p:blipFill>
              <p:spPr>
                <a:xfrm>
                  <a:off x="8642678" y="437616"/>
                  <a:ext cx="3960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650">
              <p14:nvContentPartPr>
                <p14:cNvPr id="463" name="Ink 462">
                  <a:extLst>
                    <a:ext uri="{FF2B5EF4-FFF2-40B4-BE49-F238E27FC236}">
                      <a16:creationId xmlns:a16="http://schemas.microsoft.com/office/drawing/2014/main" id="{C18FB671-0B9D-7BFC-A700-A38AA922376E}"/>
                    </a:ext>
                  </a:extLst>
                </p14:cNvPr>
                <p14:cNvContentPartPr/>
                <p14:nvPr/>
              </p14:nvContentPartPr>
              <p14:xfrm>
                <a:off x="8730518" y="489456"/>
                <a:ext cx="86040" cy="98640"/>
              </p14:xfrm>
            </p:contentPart>
          </mc:Choice>
          <mc:Fallback>
            <p:pic>
              <p:nvPicPr>
                <p:cNvPr id="463" name="Ink 462">
                  <a:extLst>
                    <a:ext uri="{FF2B5EF4-FFF2-40B4-BE49-F238E27FC236}">
                      <a16:creationId xmlns:a16="http://schemas.microsoft.com/office/drawing/2014/main" id="{C18FB671-0B9D-7BFC-A700-A38AA922376E}"/>
                    </a:ext>
                  </a:extLst>
                </p:cNvPr>
                <p:cNvPicPr/>
                <p:nvPr/>
              </p:nvPicPr>
              <p:blipFill>
                <a:blip r:embed="rId651"/>
                <a:stretch>
                  <a:fillRect/>
                </a:stretch>
              </p:blipFill>
              <p:spPr>
                <a:xfrm>
                  <a:off x="8726198" y="485136"/>
                  <a:ext cx="94680" cy="107280"/>
                </a:xfrm>
                <a:prstGeom prst="rect">
                  <a:avLst/>
                </a:prstGeom>
              </p:spPr>
            </p:pic>
          </mc:Fallback>
        </mc:AlternateContent>
        <mc:AlternateContent xmlns:mc="http://schemas.openxmlformats.org/markup-compatibility/2006">
          <mc:Choice xmlns:p14="http://schemas.microsoft.com/office/powerpoint/2010/main" Requires="p14">
            <p:contentPart p14:bwMode="auto" r:id="rId652">
              <p14:nvContentPartPr>
                <p14:cNvPr id="464" name="Ink 463">
                  <a:extLst>
                    <a:ext uri="{FF2B5EF4-FFF2-40B4-BE49-F238E27FC236}">
                      <a16:creationId xmlns:a16="http://schemas.microsoft.com/office/drawing/2014/main" id="{7012747D-B003-A5BA-EF12-5DA134B72159}"/>
                    </a:ext>
                  </a:extLst>
                </p14:cNvPr>
                <p14:cNvContentPartPr/>
                <p14:nvPr/>
              </p14:nvContentPartPr>
              <p14:xfrm>
                <a:off x="8990798" y="388296"/>
                <a:ext cx="203400" cy="187200"/>
              </p14:xfrm>
            </p:contentPart>
          </mc:Choice>
          <mc:Fallback>
            <p:pic>
              <p:nvPicPr>
                <p:cNvPr id="464" name="Ink 463">
                  <a:extLst>
                    <a:ext uri="{FF2B5EF4-FFF2-40B4-BE49-F238E27FC236}">
                      <a16:creationId xmlns:a16="http://schemas.microsoft.com/office/drawing/2014/main" id="{7012747D-B003-A5BA-EF12-5DA134B72159}"/>
                    </a:ext>
                  </a:extLst>
                </p:cNvPr>
                <p:cNvPicPr/>
                <p:nvPr/>
              </p:nvPicPr>
              <p:blipFill>
                <a:blip r:embed="rId653"/>
                <a:stretch>
                  <a:fillRect/>
                </a:stretch>
              </p:blipFill>
              <p:spPr>
                <a:xfrm>
                  <a:off x="8986478" y="383976"/>
                  <a:ext cx="21204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654">
              <p14:nvContentPartPr>
                <p14:cNvPr id="465" name="Ink 464">
                  <a:extLst>
                    <a:ext uri="{FF2B5EF4-FFF2-40B4-BE49-F238E27FC236}">
                      <a16:creationId xmlns:a16="http://schemas.microsoft.com/office/drawing/2014/main" id="{4067BF23-F7EE-FDE9-2792-94570DAC8A3D}"/>
                    </a:ext>
                  </a:extLst>
                </p14:cNvPr>
                <p14:cNvContentPartPr/>
                <p14:nvPr/>
              </p14:nvContentPartPr>
              <p14:xfrm>
                <a:off x="9149918" y="390096"/>
                <a:ext cx="15480" cy="16200"/>
              </p14:xfrm>
            </p:contentPart>
          </mc:Choice>
          <mc:Fallback>
            <p:pic>
              <p:nvPicPr>
                <p:cNvPr id="465" name="Ink 464">
                  <a:extLst>
                    <a:ext uri="{FF2B5EF4-FFF2-40B4-BE49-F238E27FC236}">
                      <a16:creationId xmlns:a16="http://schemas.microsoft.com/office/drawing/2014/main" id="{4067BF23-F7EE-FDE9-2792-94570DAC8A3D}"/>
                    </a:ext>
                  </a:extLst>
                </p:cNvPr>
                <p:cNvPicPr/>
                <p:nvPr/>
              </p:nvPicPr>
              <p:blipFill>
                <a:blip r:embed="rId655"/>
                <a:stretch>
                  <a:fillRect/>
                </a:stretch>
              </p:blipFill>
              <p:spPr>
                <a:xfrm>
                  <a:off x="9145598" y="385776"/>
                  <a:ext cx="2412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656">
              <p14:nvContentPartPr>
                <p14:cNvPr id="466" name="Ink 465">
                  <a:extLst>
                    <a:ext uri="{FF2B5EF4-FFF2-40B4-BE49-F238E27FC236}">
                      <a16:creationId xmlns:a16="http://schemas.microsoft.com/office/drawing/2014/main" id="{6B89A235-B3B2-5B7E-31F9-2BDA1CEC07E4}"/>
                    </a:ext>
                  </a:extLst>
                </p14:cNvPr>
                <p14:cNvContentPartPr/>
                <p14:nvPr/>
              </p14:nvContentPartPr>
              <p14:xfrm>
                <a:off x="9233078" y="450216"/>
                <a:ext cx="75960" cy="204480"/>
              </p14:xfrm>
            </p:contentPart>
          </mc:Choice>
          <mc:Fallback>
            <p:pic>
              <p:nvPicPr>
                <p:cNvPr id="466" name="Ink 465">
                  <a:extLst>
                    <a:ext uri="{FF2B5EF4-FFF2-40B4-BE49-F238E27FC236}">
                      <a16:creationId xmlns:a16="http://schemas.microsoft.com/office/drawing/2014/main" id="{6B89A235-B3B2-5B7E-31F9-2BDA1CEC07E4}"/>
                    </a:ext>
                  </a:extLst>
                </p:cNvPr>
                <p:cNvPicPr/>
                <p:nvPr/>
              </p:nvPicPr>
              <p:blipFill>
                <a:blip r:embed="rId657"/>
                <a:stretch>
                  <a:fillRect/>
                </a:stretch>
              </p:blipFill>
              <p:spPr>
                <a:xfrm>
                  <a:off x="9228758" y="445896"/>
                  <a:ext cx="8460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658">
              <p14:nvContentPartPr>
                <p14:cNvPr id="467" name="Ink 466">
                  <a:extLst>
                    <a:ext uri="{FF2B5EF4-FFF2-40B4-BE49-F238E27FC236}">
                      <a16:creationId xmlns:a16="http://schemas.microsoft.com/office/drawing/2014/main" id="{456D0BC3-B3D1-20AE-FBCF-B37C0623D761}"/>
                    </a:ext>
                  </a:extLst>
                </p14:cNvPr>
                <p14:cNvContentPartPr/>
                <p14:nvPr/>
              </p14:nvContentPartPr>
              <p14:xfrm>
                <a:off x="9345038" y="435456"/>
                <a:ext cx="149760" cy="101880"/>
              </p14:xfrm>
            </p:contentPart>
          </mc:Choice>
          <mc:Fallback>
            <p:pic>
              <p:nvPicPr>
                <p:cNvPr id="467" name="Ink 466">
                  <a:extLst>
                    <a:ext uri="{FF2B5EF4-FFF2-40B4-BE49-F238E27FC236}">
                      <a16:creationId xmlns:a16="http://schemas.microsoft.com/office/drawing/2014/main" id="{456D0BC3-B3D1-20AE-FBCF-B37C0623D761}"/>
                    </a:ext>
                  </a:extLst>
                </p:cNvPr>
                <p:cNvPicPr/>
                <p:nvPr/>
              </p:nvPicPr>
              <p:blipFill>
                <a:blip r:embed="rId659"/>
                <a:stretch>
                  <a:fillRect/>
                </a:stretch>
              </p:blipFill>
              <p:spPr>
                <a:xfrm>
                  <a:off x="9340718" y="431136"/>
                  <a:ext cx="158400" cy="110520"/>
                </a:xfrm>
                <a:prstGeom prst="rect">
                  <a:avLst/>
                </a:prstGeom>
              </p:spPr>
            </p:pic>
          </mc:Fallback>
        </mc:AlternateContent>
        <mc:AlternateContent xmlns:mc="http://schemas.openxmlformats.org/markup-compatibility/2006">
          <mc:Choice xmlns:p14="http://schemas.microsoft.com/office/powerpoint/2010/main" Requires="p14">
            <p:contentPart p14:bwMode="auto" r:id="rId660">
              <p14:nvContentPartPr>
                <p14:cNvPr id="470" name="Ink 469">
                  <a:extLst>
                    <a:ext uri="{FF2B5EF4-FFF2-40B4-BE49-F238E27FC236}">
                      <a16:creationId xmlns:a16="http://schemas.microsoft.com/office/drawing/2014/main" id="{58083902-CFCD-ADEB-0152-03100D6D4BFA}"/>
                    </a:ext>
                  </a:extLst>
                </p14:cNvPr>
                <p14:cNvContentPartPr/>
                <p14:nvPr/>
              </p14:nvContentPartPr>
              <p14:xfrm>
                <a:off x="7521638" y="637776"/>
                <a:ext cx="1776600" cy="188280"/>
              </p14:xfrm>
            </p:contentPart>
          </mc:Choice>
          <mc:Fallback>
            <p:pic>
              <p:nvPicPr>
                <p:cNvPr id="470" name="Ink 469">
                  <a:extLst>
                    <a:ext uri="{FF2B5EF4-FFF2-40B4-BE49-F238E27FC236}">
                      <a16:creationId xmlns:a16="http://schemas.microsoft.com/office/drawing/2014/main" id="{58083902-CFCD-ADEB-0152-03100D6D4BFA}"/>
                    </a:ext>
                  </a:extLst>
                </p:cNvPr>
                <p:cNvPicPr/>
                <p:nvPr/>
              </p:nvPicPr>
              <p:blipFill>
                <a:blip r:embed="rId661"/>
                <a:stretch>
                  <a:fillRect/>
                </a:stretch>
              </p:blipFill>
              <p:spPr>
                <a:xfrm>
                  <a:off x="7517318" y="633456"/>
                  <a:ext cx="178524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662">
              <p14:nvContentPartPr>
                <p14:cNvPr id="471" name="Ink 470">
                  <a:extLst>
                    <a:ext uri="{FF2B5EF4-FFF2-40B4-BE49-F238E27FC236}">
                      <a16:creationId xmlns:a16="http://schemas.microsoft.com/office/drawing/2014/main" id="{00E5ED6A-6012-FF00-1EBA-5A9F3A381B90}"/>
                    </a:ext>
                  </a:extLst>
                </p14:cNvPr>
                <p14:cNvContentPartPr/>
                <p14:nvPr/>
              </p14:nvContentPartPr>
              <p14:xfrm>
                <a:off x="7446758" y="153216"/>
                <a:ext cx="2228040" cy="475560"/>
              </p14:xfrm>
            </p:contentPart>
          </mc:Choice>
          <mc:Fallback>
            <p:pic>
              <p:nvPicPr>
                <p:cNvPr id="471" name="Ink 470">
                  <a:extLst>
                    <a:ext uri="{FF2B5EF4-FFF2-40B4-BE49-F238E27FC236}">
                      <a16:creationId xmlns:a16="http://schemas.microsoft.com/office/drawing/2014/main" id="{00E5ED6A-6012-FF00-1EBA-5A9F3A381B90}"/>
                    </a:ext>
                  </a:extLst>
                </p:cNvPr>
                <p:cNvPicPr/>
                <p:nvPr/>
              </p:nvPicPr>
              <p:blipFill>
                <a:blip r:embed="rId663"/>
                <a:stretch>
                  <a:fillRect/>
                </a:stretch>
              </p:blipFill>
              <p:spPr>
                <a:xfrm>
                  <a:off x="7442438" y="148896"/>
                  <a:ext cx="2236680" cy="484200"/>
                </a:xfrm>
                <a:prstGeom prst="rect">
                  <a:avLst/>
                </a:prstGeom>
              </p:spPr>
            </p:pic>
          </mc:Fallback>
        </mc:AlternateContent>
      </p:grpSp>
      <p:grpSp>
        <p:nvGrpSpPr>
          <p:cNvPr id="513" name="Group 512">
            <a:extLst>
              <a:ext uri="{FF2B5EF4-FFF2-40B4-BE49-F238E27FC236}">
                <a16:creationId xmlns:a16="http://schemas.microsoft.com/office/drawing/2014/main" id="{66F7E446-F2C2-F0B6-CCF5-999855D2E425}"/>
              </a:ext>
            </a:extLst>
          </p:cNvPr>
          <p:cNvGrpSpPr/>
          <p:nvPr/>
        </p:nvGrpSpPr>
        <p:grpSpPr>
          <a:xfrm>
            <a:off x="3891758" y="220896"/>
            <a:ext cx="3009240" cy="1495440"/>
            <a:chOff x="3891758" y="220896"/>
            <a:chExt cx="3009240" cy="1495440"/>
          </a:xfrm>
        </p:grpSpPr>
        <mc:AlternateContent xmlns:mc="http://schemas.openxmlformats.org/markup-compatibility/2006">
          <mc:Choice xmlns:p14="http://schemas.microsoft.com/office/powerpoint/2010/main" Requires="p14">
            <p:contentPart p14:bwMode="auto" r:id="rId664">
              <p14:nvContentPartPr>
                <p14:cNvPr id="353" name="Ink 352">
                  <a:extLst>
                    <a:ext uri="{FF2B5EF4-FFF2-40B4-BE49-F238E27FC236}">
                      <a16:creationId xmlns:a16="http://schemas.microsoft.com/office/drawing/2014/main" id="{04CC816F-95AE-9BDA-0EC1-0D941FF7CBBA}"/>
                    </a:ext>
                  </a:extLst>
                </p14:cNvPr>
                <p14:cNvContentPartPr/>
                <p14:nvPr/>
              </p14:nvContentPartPr>
              <p14:xfrm>
                <a:off x="5489078" y="1564056"/>
                <a:ext cx="77400" cy="152280"/>
              </p14:xfrm>
            </p:contentPart>
          </mc:Choice>
          <mc:Fallback>
            <p:pic>
              <p:nvPicPr>
                <p:cNvPr id="353" name="Ink 352">
                  <a:extLst>
                    <a:ext uri="{FF2B5EF4-FFF2-40B4-BE49-F238E27FC236}">
                      <a16:creationId xmlns:a16="http://schemas.microsoft.com/office/drawing/2014/main" id="{04CC816F-95AE-9BDA-0EC1-0D941FF7CBBA}"/>
                    </a:ext>
                  </a:extLst>
                </p:cNvPr>
                <p:cNvPicPr/>
                <p:nvPr/>
              </p:nvPicPr>
              <p:blipFill>
                <a:blip r:embed="rId665"/>
                <a:stretch>
                  <a:fillRect/>
                </a:stretch>
              </p:blipFill>
              <p:spPr>
                <a:xfrm>
                  <a:off x="5484758" y="1559736"/>
                  <a:ext cx="86040" cy="160920"/>
                </a:xfrm>
                <a:prstGeom prst="rect">
                  <a:avLst/>
                </a:prstGeom>
              </p:spPr>
            </p:pic>
          </mc:Fallback>
        </mc:AlternateContent>
        <mc:AlternateContent xmlns:mc="http://schemas.openxmlformats.org/markup-compatibility/2006">
          <mc:Choice xmlns:p14="http://schemas.microsoft.com/office/powerpoint/2010/main" Requires="p14">
            <p:contentPart p14:bwMode="auto" r:id="rId666">
              <p14:nvContentPartPr>
                <p14:cNvPr id="354" name="Ink 353">
                  <a:extLst>
                    <a:ext uri="{FF2B5EF4-FFF2-40B4-BE49-F238E27FC236}">
                      <a16:creationId xmlns:a16="http://schemas.microsoft.com/office/drawing/2014/main" id="{3A311C1F-A47D-0D48-5BA7-E3EAAA649064}"/>
                    </a:ext>
                  </a:extLst>
                </p14:cNvPr>
                <p14:cNvContentPartPr/>
                <p14:nvPr/>
              </p14:nvContentPartPr>
              <p14:xfrm>
                <a:off x="5484398" y="1560456"/>
                <a:ext cx="96120" cy="18360"/>
              </p14:xfrm>
            </p:contentPart>
          </mc:Choice>
          <mc:Fallback>
            <p:pic>
              <p:nvPicPr>
                <p:cNvPr id="354" name="Ink 353">
                  <a:extLst>
                    <a:ext uri="{FF2B5EF4-FFF2-40B4-BE49-F238E27FC236}">
                      <a16:creationId xmlns:a16="http://schemas.microsoft.com/office/drawing/2014/main" id="{3A311C1F-A47D-0D48-5BA7-E3EAAA649064}"/>
                    </a:ext>
                  </a:extLst>
                </p:cNvPr>
                <p:cNvPicPr/>
                <p:nvPr/>
              </p:nvPicPr>
              <p:blipFill>
                <a:blip r:embed="rId667"/>
                <a:stretch>
                  <a:fillRect/>
                </a:stretch>
              </p:blipFill>
              <p:spPr>
                <a:xfrm>
                  <a:off x="5480078" y="1556136"/>
                  <a:ext cx="10476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668">
              <p14:nvContentPartPr>
                <p14:cNvPr id="355" name="Ink 354">
                  <a:extLst>
                    <a:ext uri="{FF2B5EF4-FFF2-40B4-BE49-F238E27FC236}">
                      <a16:creationId xmlns:a16="http://schemas.microsoft.com/office/drawing/2014/main" id="{2745F907-4987-69CF-165A-7B048682D9B1}"/>
                    </a:ext>
                  </a:extLst>
                </p14:cNvPr>
                <p14:cNvContentPartPr/>
                <p14:nvPr/>
              </p14:nvContentPartPr>
              <p14:xfrm>
                <a:off x="5607878" y="1556136"/>
                <a:ext cx="93600" cy="103680"/>
              </p14:xfrm>
            </p:contentPart>
          </mc:Choice>
          <mc:Fallback>
            <p:pic>
              <p:nvPicPr>
                <p:cNvPr id="355" name="Ink 354">
                  <a:extLst>
                    <a:ext uri="{FF2B5EF4-FFF2-40B4-BE49-F238E27FC236}">
                      <a16:creationId xmlns:a16="http://schemas.microsoft.com/office/drawing/2014/main" id="{2745F907-4987-69CF-165A-7B048682D9B1}"/>
                    </a:ext>
                  </a:extLst>
                </p:cNvPr>
                <p:cNvPicPr/>
                <p:nvPr/>
              </p:nvPicPr>
              <p:blipFill>
                <a:blip r:embed="rId669"/>
                <a:stretch>
                  <a:fillRect/>
                </a:stretch>
              </p:blipFill>
              <p:spPr>
                <a:xfrm>
                  <a:off x="5603558" y="1551816"/>
                  <a:ext cx="10224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670">
              <p14:nvContentPartPr>
                <p14:cNvPr id="345" name="Ink 344">
                  <a:extLst>
                    <a:ext uri="{FF2B5EF4-FFF2-40B4-BE49-F238E27FC236}">
                      <a16:creationId xmlns:a16="http://schemas.microsoft.com/office/drawing/2014/main" id="{F7F84655-EC1F-7C88-6D08-D3F4D3F653D0}"/>
                    </a:ext>
                  </a:extLst>
                </p14:cNvPr>
                <p14:cNvContentPartPr/>
                <p14:nvPr/>
              </p14:nvContentPartPr>
              <p14:xfrm>
                <a:off x="6647198" y="1390536"/>
                <a:ext cx="115920" cy="106560"/>
              </p14:xfrm>
            </p:contentPart>
          </mc:Choice>
          <mc:Fallback>
            <p:pic>
              <p:nvPicPr>
                <p:cNvPr id="345" name="Ink 344">
                  <a:extLst>
                    <a:ext uri="{FF2B5EF4-FFF2-40B4-BE49-F238E27FC236}">
                      <a16:creationId xmlns:a16="http://schemas.microsoft.com/office/drawing/2014/main" id="{F7F84655-EC1F-7C88-6D08-D3F4D3F653D0}"/>
                    </a:ext>
                  </a:extLst>
                </p:cNvPr>
                <p:cNvPicPr/>
                <p:nvPr/>
              </p:nvPicPr>
              <p:blipFill>
                <a:blip r:embed="rId671"/>
                <a:stretch>
                  <a:fillRect/>
                </a:stretch>
              </p:blipFill>
              <p:spPr>
                <a:xfrm>
                  <a:off x="6642878" y="1386216"/>
                  <a:ext cx="12456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672">
              <p14:nvContentPartPr>
                <p14:cNvPr id="346" name="Ink 345">
                  <a:extLst>
                    <a:ext uri="{FF2B5EF4-FFF2-40B4-BE49-F238E27FC236}">
                      <a16:creationId xmlns:a16="http://schemas.microsoft.com/office/drawing/2014/main" id="{47FC6AE7-2901-D16B-38B5-3F54A5EEFE8E}"/>
                    </a:ext>
                  </a:extLst>
                </p14:cNvPr>
                <p14:cNvContentPartPr/>
                <p14:nvPr/>
              </p14:nvContentPartPr>
              <p14:xfrm>
                <a:off x="6647558" y="1365336"/>
                <a:ext cx="93960" cy="173160"/>
              </p14:xfrm>
            </p:contentPart>
          </mc:Choice>
          <mc:Fallback>
            <p:pic>
              <p:nvPicPr>
                <p:cNvPr id="346" name="Ink 345">
                  <a:extLst>
                    <a:ext uri="{FF2B5EF4-FFF2-40B4-BE49-F238E27FC236}">
                      <a16:creationId xmlns:a16="http://schemas.microsoft.com/office/drawing/2014/main" id="{47FC6AE7-2901-D16B-38B5-3F54A5EEFE8E}"/>
                    </a:ext>
                  </a:extLst>
                </p:cNvPr>
                <p:cNvPicPr/>
                <p:nvPr/>
              </p:nvPicPr>
              <p:blipFill>
                <a:blip r:embed="rId673"/>
                <a:stretch>
                  <a:fillRect/>
                </a:stretch>
              </p:blipFill>
              <p:spPr>
                <a:xfrm>
                  <a:off x="6643238" y="1361016"/>
                  <a:ext cx="10260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674">
              <p14:nvContentPartPr>
                <p14:cNvPr id="347" name="Ink 346">
                  <a:extLst>
                    <a:ext uri="{FF2B5EF4-FFF2-40B4-BE49-F238E27FC236}">
                      <a16:creationId xmlns:a16="http://schemas.microsoft.com/office/drawing/2014/main" id="{8C0BBEAF-726E-E488-774D-99A5A6DCE8D9}"/>
                    </a:ext>
                  </a:extLst>
                </p14:cNvPr>
                <p14:cNvContentPartPr/>
                <p14:nvPr/>
              </p14:nvContentPartPr>
              <p14:xfrm>
                <a:off x="6596078" y="1299456"/>
                <a:ext cx="154080" cy="37080"/>
              </p14:xfrm>
            </p:contentPart>
          </mc:Choice>
          <mc:Fallback>
            <p:pic>
              <p:nvPicPr>
                <p:cNvPr id="347" name="Ink 346">
                  <a:extLst>
                    <a:ext uri="{FF2B5EF4-FFF2-40B4-BE49-F238E27FC236}">
                      <a16:creationId xmlns:a16="http://schemas.microsoft.com/office/drawing/2014/main" id="{8C0BBEAF-726E-E488-774D-99A5A6DCE8D9}"/>
                    </a:ext>
                  </a:extLst>
                </p:cNvPr>
                <p:cNvPicPr/>
                <p:nvPr/>
              </p:nvPicPr>
              <p:blipFill>
                <a:blip r:embed="rId675"/>
                <a:stretch>
                  <a:fillRect/>
                </a:stretch>
              </p:blipFill>
              <p:spPr>
                <a:xfrm>
                  <a:off x="6591758" y="1295136"/>
                  <a:ext cx="16272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676">
              <p14:nvContentPartPr>
                <p14:cNvPr id="385" name="Ink 384">
                  <a:extLst>
                    <a:ext uri="{FF2B5EF4-FFF2-40B4-BE49-F238E27FC236}">
                      <a16:creationId xmlns:a16="http://schemas.microsoft.com/office/drawing/2014/main" id="{0AA15CDE-ED8E-88C0-0F50-42D493CBEED2}"/>
                    </a:ext>
                  </a:extLst>
                </p14:cNvPr>
                <p14:cNvContentPartPr/>
                <p14:nvPr/>
              </p14:nvContentPartPr>
              <p14:xfrm>
                <a:off x="6596438" y="1514016"/>
                <a:ext cx="233640" cy="87840"/>
              </p14:xfrm>
            </p:contentPart>
          </mc:Choice>
          <mc:Fallback>
            <p:pic>
              <p:nvPicPr>
                <p:cNvPr id="385" name="Ink 384">
                  <a:extLst>
                    <a:ext uri="{FF2B5EF4-FFF2-40B4-BE49-F238E27FC236}">
                      <a16:creationId xmlns:a16="http://schemas.microsoft.com/office/drawing/2014/main" id="{0AA15CDE-ED8E-88C0-0F50-42D493CBEED2}"/>
                    </a:ext>
                  </a:extLst>
                </p:cNvPr>
                <p:cNvPicPr/>
                <p:nvPr/>
              </p:nvPicPr>
              <p:blipFill>
                <a:blip r:embed="rId677"/>
                <a:stretch>
                  <a:fillRect/>
                </a:stretch>
              </p:blipFill>
              <p:spPr>
                <a:xfrm>
                  <a:off x="6592118" y="1509696"/>
                  <a:ext cx="24228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678">
              <p14:nvContentPartPr>
                <p14:cNvPr id="386" name="Ink 385">
                  <a:extLst>
                    <a:ext uri="{FF2B5EF4-FFF2-40B4-BE49-F238E27FC236}">
                      <a16:creationId xmlns:a16="http://schemas.microsoft.com/office/drawing/2014/main" id="{A1A34D21-C210-E07E-C5B0-4BE4AFB51883}"/>
                    </a:ext>
                  </a:extLst>
                </p14:cNvPr>
                <p14:cNvContentPartPr/>
                <p14:nvPr/>
              </p14:nvContentPartPr>
              <p14:xfrm>
                <a:off x="6627398" y="1553976"/>
                <a:ext cx="273600" cy="116280"/>
              </p14:xfrm>
            </p:contentPart>
          </mc:Choice>
          <mc:Fallback>
            <p:pic>
              <p:nvPicPr>
                <p:cNvPr id="386" name="Ink 385">
                  <a:extLst>
                    <a:ext uri="{FF2B5EF4-FFF2-40B4-BE49-F238E27FC236}">
                      <a16:creationId xmlns:a16="http://schemas.microsoft.com/office/drawing/2014/main" id="{A1A34D21-C210-E07E-C5B0-4BE4AFB51883}"/>
                    </a:ext>
                  </a:extLst>
                </p:cNvPr>
                <p:cNvPicPr/>
                <p:nvPr/>
              </p:nvPicPr>
              <p:blipFill>
                <a:blip r:embed="rId679"/>
                <a:stretch>
                  <a:fillRect/>
                </a:stretch>
              </p:blipFill>
              <p:spPr>
                <a:xfrm>
                  <a:off x="6623078" y="1549656"/>
                  <a:ext cx="28224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680">
              <p14:nvContentPartPr>
                <p14:cNvPr id="441" name="Ink 440">
                  <a:extLst>
                    <a:ext uri="{FF2B5EF4-FFF2-40B4-BE49-F238E27FC236}">
                      <a16:creationId xmlns:a16="http://schemas.microsoft.com/office/drawing/2014/main" id="{B7074CAE-4B2A-E93A-7FB3-02C748E614F9}"/>
                    </a:ext>
                  </a:extLst>
                </p14:cNvPr>
                <p14:cNvContentPartPr/>
                <p14:nvPr/>
              </p14:nvContentPartPr>
              <p14:xfrm>
                <a:off x="5089118" y="220896"/>
                <a:ext cx="1004040" cy="1132200"/>
              </p14:xfrm>
            </p:contentPart>
          </mc:Choice>
          <mc:Fallback>
            <p:pic>
              <p:nvPicPr>
                <p:cNvPr id="441" name="Ink 440">
                  <a:extLst>
                    <a:ext uri="{FF2B5EF4-FFF2-40B4-BE49-F238E27FC236}">
                      <a16:creationId xmlns:a16="http://schemas.microsoft.com/office/drawing/2014/main" id="{B7074CAE-4B2A-E93A-7FB3-02C748E614F9}"/>
                    </a:ext>
                  </a:extLst>
                </p:cNvPr>
                <p:cNvPicPr/>
                <p:nvPr/>
              </p:nvPicPr>
              <p:blipFill>
                <a:blip r:embed="rId681"/>
                <a:stretch>
                  <a:fillRect/>
                </a:stretch>
              </p:blipFill>
              <p:spPr>
                <a:xfrm>
                  <a:off x="5084798" y="216576"/>
                  <a:ext cx="1012680" cy="1140840"/>
                </a:xfrm>
                <a:prstGeom prst="rect">
                  <a:avLst/>
                </a:prstGeom>
              </p:spPr>
            </p:pic>
          </mc:Fallback>
        </mc:AlternateContent>
        <mc:AlternateContent xmlns:mc="http://schemas.openxmlformats.org/markup-compatibility/2006">
          <mc:Choice xmlns:p14="http://schemas.microsoft.com/office/powerpoint/2010/main" Requires="p14">
            <p:contentPart p14:bwMode="auto" r:id="rId682">
              <p14:nvContentPartPr>
                <p14:cNvPr id="442" name="Ink 441">
                  <a:extLst>
                    <a:ext uri="{FF2B5EF4-FFF2-40B4-BE49-F238E27FC236}">
                      <a16:creationId xmlns:a16="http://schemas.microsoft.com/office/drawing/2014/main" id="{500B0E3E-FF69-ADFF-B738-10031B8849EB}"/>
                    </a:ext>
                  </a:extLst>
                </p14:cNvPr>
                <p14:cNvContentPartPr/>
                <p14:nvPr/>
              </p14:nvContentPartPr>
              <p14:xfrm>
                <a:off x="6153998" y="485856"/>
                <a:ext cx="160920" cy="185040"/>
              </p14:xfrm>
            </p:contentPart>
          </mc:Choice>
          <mc:Fallback>
            <p:pic>
              <p:nvPicPr>
                <p:cNvPr id="442" name="Ink 441">
                  <a:extLst>
                    <a:ext uri="{FF2B5EF4-FFF2-40B4-BE49-F238E27FC236}">
                      <a16:creationId xmlns:a16="http://schemas.microsoft.com/office/drawing/2014/main" id="{500B0E3E-FF69-ADFF-B738-10031B8849EB}"/>
                    </a:ext>
                  </a:extLst>
                </p:cNvPr>
                <p:cNvPicPr/>
                <p:nvPr/>
              </p:nvPicPr>
              <p:blipFill>
                <a:blip r:embed="rId683"/>
                <a:stretch>
                  <a:fillRect/>
                </a:stretch>
              </p:blipFill>
              <p:spPr>
                <a:xfrm>
                  <a:off x="6149678" y="481536"/>
                  <a:ext cx="16956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684">
              <p14:nvContentPartPr>
                <p14:cNvPr id="443" name="Ink 442">
                  <a:extLst>
                    <a:ext uri="{FF2B5EF4-FFF2-40B4-BE49-F238E27FC236}">
                      <a16:creationId xmlns:a16="http://schemas.microsoft.com/office/drawing/2014/main" id="{2AADD745-94BC-7A77-6F1B-3648EDAF61FF}"/>
                    </a:ext>
                  </a:extLst>
                </p14:cNvPr>
                <p14:cNvContentPartPr/>
                <p14:nvPr/>
              </p14:nvContentPartPr>
              <p14:xfrm>
                <a:off x="6320678" y="377136"/>
                <a:ext cx="103320" cy="103320"/>
              </p14:xfrm>
            </p:contentPart>
          </mc:Choice>
          <mc:Fallback>
            <p:pic>
              <p:nvPicPr>
                <p:cNvPr id="443" name="Ink 442">
                  <a:extLst>
                    <a:ext uri="{FF2B5EF4-FFF2-40B4-BE49-F238E27FC236}">
                      <a16:creationId xmlns:a16="http://schemas.microsoft.com/office/drawing/2014/main" id="{2AADD745-94BC-7A77-6F1B-3648EDAF61FF}"/>
                    </a:ext>
                  </a:extLst>
                </p:cNvPr>
                <p:cNvPicPr/>
                <p:nvPr/>
              </p:nvPicPr>
              <p:blipFill>
                <a:blip r:embed="rId685"/>
                <a:stretch>
                  <a:fillRect/>
                </a:stretch>
              </p:blipFill>
              <p:spPr>
                <a:xfrm>
                  <a:off x="6316358" y="372816"/>
                  <a:ext cx="111960" cy="111960"/>
                </a:xfrm>
                <a:prstGeom prst="rect">
                  <a:avLst/>
                </a:prstGeom>
              </p:spPr>
            </p:pic>
          </mc:Fallback>
        </mc:AlternateContent>
        <mc:AlternateContent xmlns:mc="http://schemas.openxmlformats.org/markup-compatibility/2006">
          <mc:Choice xmlns:p14="http://schemas.microsoft.com/office/powerpoint/2010/main" Requires="p14">
            <p:contentPart p14:bwMode="auto" r:id="rId686">
              <p14:nvContentPartPr>
                <p14:cNvPr id="444" name="Ink 443">
                  <a:extLst>
                    <a:ext uri="{FF2B5EF4-FFF2-40B4-BE49-F238E27FC236}">
                      <a16:creationId xmlns:a16="http://schemas.microsoft.com/office/drawing/2014/main" id="{8B06D07C-CC01-FD03-29EA-60B418328095}"/>
                    </a:ext>
                  </a:extLst>
                </p14:cNvPr>
                <p14:cNvContentPartPr/>
                <p14:nvPr/>
              </p14:nvContentPartPr>
              <p14:xfrm>
                <a:off x="6157958" y="616176"/>
                <a:ext cx="351360" cy="169560"/>
              </p14:xfrm>
            </p:contentPart>
          </mc:Choice>
          <mc:Fallback>
            <p:pic>
              <p:nvPicPr>
                <p:cNvPr id="444" name="Ink 443">
                  <a:extLst>
                    <a:ext uri="{FF2B5EF4-FFF2-40B4-BE49-F238E27FC236}">
                      <a16:creationId xmlns:a16="http://schemas.microsoft.com/office/drawing/2014/main" id="{8B06D07C-CC01-FD03-29EA-60B418328095}"/>
                    </a:ext>
                  </a:extLst>
                </p:cNvPr>
                <p:cNvPicPr/>
                <p:nvPr/>
              </p:nvPicPr>
              <p:blipFill>
                <a:blip r:embed="rId687"/>
                <a:stretch>
                  <a:fillRect/>
                </a:stretch>
              </p:blipFill>
              <p:spPr>
                <a:xfrm>
                  <a:off x="6153638" y="611856"/>
                  <a:ext cx="36000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688">
              <p14:nvContentPartPr>
                <p14:cNvPr id="445" name="Ink 444">
                  <a:extLst>
                    <a:ext uri="{FF2B5EF4-FFF2-40B4-BE49-F238E27FC236}">
                      <a16:creationId xmlns:a16="http://schemas.microsoft.com/office/drawing/2014/main" id="{FDA54E13-7D83-23EF-4920-EA88CEBE4A74}"/>
                    </a:ext>
                  </a:extLst>
                </p14:cNvPr>
                <p14:cNvContentPartPr/>
                <p14:nvPr/>
              </p14:nvContentPartPr>
              <p14:xfrm>
                <a:off x="6253358" y="760176"/>
                <a:ext cx="134280" cy="137520"/>
              </p14:xfrm>
            </p:contentPart>
          </mc:Choice>
          <mc:Fallback>
            <p:pic>
              <p:nvPicPr>
                <p:cNvPr id="445" name="Ink 444">
                  <a:extLst>
                    <a:ext uri="{FF2B5EF4-FFF2-40B4-BE49-F238E27FC236}">
                      <a16:creationId xmlns:a16="http://schemas.microsoft.com/office/drawing/2014/main" id="{FDA54E13-7D83-23EF-4920-EA88CEBE4A74}"/>
                    </a:ext>
                  </a:extLst>
                </p:cNvPr>
                <p:cNvPicPr/>
                <p:nvPr/>
              </p:nvPicPr>
              <p:blipFill>
                <a:blip r:embed="rId689"/>
                <a:stretch>
                  <a:fillRect/>
                </a:stretch>
              </p:blipFill>
              <p:spPr>
                <a:xfrm>
                  <a:off x="6249038" y="755856"/>
                  <a:ext cx="14292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690">
              <p14:nvContentPartPr>
                <p14:cNvPr id="447" name="Ink 446">
                  <a:extLst>
                    <a:ext uri="{FF2B5EF4-FFF2-40B4-BE49-F238E27FC236}">
                      <a16:creationId xmlns:a16="http://schemas.microsoft.com/office/drawing/2014/main" id="{AD108F43-52C8-6636-DF76-16228A3B96FB}"/>
                    </a:ext>
                  </a:extLst>
                </p14:cNvPr>
                <p14:cNvContentPartPr/>
                <p14:nvPr/>
              </p14:nvContentPartPr>
              <p14:xfrm>
                <a:off x="6361718" y="733536"/>
                <a:ext cx="1440" cy="10440"/>
              </p14:xfrm>
            </p:contentPart>
          </mc:Choice>
          <mc:Fallback>
            <p:pic>
              <p:nvPicPr>
                <p:cNvPr id="447" name="Ink 446">
                  <a:extLst>
                    <a:ext uri="{FF2B5EF4-FFF2-40B4-BE49-F238E27FC236}">
                      <a16:creationId xmlns:a16="http://schemas.microsoft.com/office/drawing/2014/main" id="{AD108F43-52C8-6636-DF76-16228A3B96FB}"/>
                    </a:ext>
                  </a:extLst>
                </p:cNvPr>
                <p:cNvPicPr/>
                <p:nvPr/>
              </p:nvPicPr>
              <p:blipFill>
                <a:blip r:embed="rId273"/>
                <a:stretch>
                  <a:fillRect/>
                </a:stretch>
              </p:blipFill>
              <p:spPr>
                <a:xfrm>
                  <a:off x="6357398" y="729216"/>
                  <a:ext cx="1008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691">
              <p14:nvContentPartPr>
                <p14:cNvPr id="449" name="Ink 448">
                  <a:extLst>
                    <a:ext uri="{FF2B5EF4-FFF2-40B4-BE49-F238E27FC236}">
                      <a16:creationId xmlns:a16="http://schemas.microsoft.com/office/drawing/2014/main" id="{C9920D61-E767-7C7A-B524-043C5C57AB91}"/>
                    </a:ext>
                  </a:extLst>
                </p14:cNvPr>
                <p14:cNvContentPartPr/>
                <p14:nvPr/>
              </p14:nvContentPartPr>
              <p14:xfrm>
                <a:off x="6353078" y="756216"/>
                <a:ext cx="1080" cy="360"/>
              </p14:xfrm>
            </p:contentPart>
          </mc:Choice>
          <mc:Fallback>
            <p:pic>
              <p:nvPicPr>
                <p:cNvPr id="449" name="Ink 448">
                  <a:extLst>
                    <a:ext uri="{FF2B5EF4-FFF2-40B4-BE49-F238E27FC236}">
                      <a16:creationId xmlns:a16="http://schemas.microsoft.com/office/drawing/2014/main" id="{C9920D61-E767-7C7A-B524-043C5C57AB91}"/>
                    </a:ext>
                  </a:extLst>
                </p:cNvPr>
                <p:cNvPicPr/>
                <p:nvPr/>
              </p:nvPicPr>
              <p:blipFill>
                <a:blip r:embed="rId692"/>
                <a:stretch>
                  <a:fillRect/>
                </a:stretch>
              </p:blipFill>
              <p:spPr>
                <a:xfrm>
                  <a:off x="6348758" y="751896"/>
                  <a:ext cx="972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693">
              <p14:nvContentPartPr>
                <p14:cNvPr id="451" name="Ink 450">
                  <a:extLst>
                    <a:ext uri="{FF2B5EF4-FFF2-40B4-BE49-F238E27FC236}">
                      <a16:creationId xmlns:a16="http://schemas.microsoft.com/office/drawing/2014/main" id="{1EB08DA0-449F-4CB0-446A-9FA05E0D4841}"/>
                    </a:ext>
                  </a:extLst>
                </p14:cNvPr>
                <p14:cNvContentPartPr/>
                <p14:nvPr/>
              </p14:nvContentPartPr>
              <p14:xfrm>
                <a:off x="6350558" y="737856"/>
                <a:ext cx="34200" cy="98280"/>
              </p14:xfrm>
            </p:contentPart>
          </mc:Choice>
          <mc:Fallback>
            <p:pic>
              <p:nvPicPr>
                <p:cNvPr id="451" name="Ink 450">
                  <a:extLst>
                    <a:ext uri="{FF2B5EF4-FFF2-40B4-BE49-F238E27FC236}">
                      <a16:creationId xmlns:a16="http://schemas.microsoft.com/office/drawing/2014/main" id="{1EB08DA0-449F-4CB0-446A-9FA05E0D4841}"/>
                    </a:ext>
                  </a:extLst>
                </p:cNvPr>
                <p:cNvPicPr/>
                <p:nvPr/>
              </p:nvPicPr>
              <p:blipFill>
                <a:blip r:embed="rId694"/>
                <a:stretch>
                  <a:fillRect/>
                </a:stretch>
              </p:blipFill>
              <p:spPr>
                <a:xfrm>
                  <a:off x="6346238" y="733536"/>
                  <a:ext cx="4284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695">
              <p14:nvContentPartPr>
                <p14:cNvPr id="452" name="Ink 451">
                  <a:extLst>
                    <a:ext uri="{FF2B5EF4-FFF2-40B4-BE49-F238E27FC236}">
                      <a16:creationId xmlns:a16="http://schemas.microsoft.com/office/drawing/2014/main" id="{CF094AFA-DAE1-74F9-12A4-BB08C78428C5}"/>
                    </a:ext>
                  </a:extLst>
                </p14:cNvPr>
                <p14:cNvContentPartPr/>
                <p14:nvPr/>
              </p14:nvContentPartPr>
              <p14:xfrm>
                <a:off x="6361718" y="704376"/>
                <a:ext cx="126360" cy="144720"/>
              </p14:xfrm>
            </p:contentPart>
          </mc:Choice>
          <mc:Fallback>
            <p:pic>
              <p:nvPicPr>
                <p:cNvPr id="452" name="Ink 451">
                  <a:extLst>
                    <a:ext uri="{FF2B5EF4-FFF2-40B4-BE49-F238E27FC236}">
                      <a16:creationId xmlns:a16="http://schemas.microsoft.com/office/drawing/2014/main" id="{CF094AFA-DAE1-74F9-12A4-BB08C78428C5}"/>
                    </a:ext>
                  </a:extLst>
                </p:cNvPr>
                <p:cNvPicPr/>
                <p:nvPr/>
              </p:nvPicPr>
              <p:blipFill>
                <a:blip r:embed="rId696"/>
                <a:stretch>
                  <a:fillRect/>
                </a:stretch>
              </p:blipFill>
              <p:spPr>
                <a:xfrm>
                  <a:off x="6357398" y="700056"/>
                  <a:ext cx="13500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697">
              <p14:nvContentPartPr>
                <p14:cNvPr id="454" name="Ink 453">
                  <a:extLst>
                    <a:ext uri="{FF2B5EF4-FFF2-40B4-BE49-F238E27FC236}">
                      <a16:creationId xmlns:a16="http://schemas.microsoft.com/office/drawing/2014/main" id="{0E068587-348E-8E9C-91C2-5CA94A5669E3}"/>
                    </a:ext>
                  </a:extLst>
                </p14:cNvPr>
                <p14:cNvContentPartPr/>
                <p14:nvPr/>
              </p14:nvContentPartPr>
              <p14:xfrm>
                <a:off x="6244358" y="840456"/>
                <a:ext cx="3600" cy="1440"/>
              </p14:xfrm>
            </p:contentPart>
          </mc:Choice>
          <mc:Fallback>
            <p:pic>
              <p:nvPicPr>
                <p:cNvPr id="454" name="Ink 453">
                  <a:extLst>
                    <a:ext uri="{FF2B5EF4-FFF2-40B4-BE49-F238E27FC236}">
                      <a16:creationId xmlns:a16="http://schemas.microsoft.com/office/drawing/2014/main" id="{0E068587-348E-8E9C-91C2-5CA94A5669E3}"/>
                    </a:ext>
                  </a:extLst>
                </p:cNvPr>
                <p:cNvPicPr/>
                <p:nvPr/>
              </p:nvPicPr>
              <p:blipFill>
                <a:blip r:embed="rId277"/>
                <a:stretch>
                  <a:fillRect/>
                </a:stretch>
              </p:blipFill>
              <p:spPr>
                <a:xfrm>
                  <a:off x="6240038" y="836136"/>
                  <a:ext cx="12240" cy="10080"/>
                </a:xfrm>
                <a:prstGeom prst="rect">
                  <a:avLst/>
                </a:prstGeom>
              </p:spPr>
            </p:pic>
          </mc:Fallback>
        </mc:AlternateContent>
        <mc:AlternateContent xmlns:mc="http://schemas.openxmlformats.org/markup-compatibility/2006">
          <mc:Choice xmlns:p14="http://schemas.microsoft.com/office/powerpoint/2010/main" Requires="p14">
            <p:contentPart p14:bwMode="auto" r:id="rId698">
              <p14:nvContentPartPr>
                <p14:cNvPr id="473" name="Ink 472">
                  <a:extLst>
                    <a:ext uri="{FF2B5EF4-FFF2-40B4-BE49-F238E27FC236}">
                      <a16:creationId xmlns:a16="http://schemas.microsoft.com/office/drawing/2014/main" id="{2A7E2132-DDB5-7C7F-350C-37309690A25F}"/>
                    </a:ext>
                  </a:extLst>
                </p14:cNvPr>
                <p14:cNvContentPartPr/>
                <p14:nvPr/>
              </p14:nvContentPartPr>
              <p14:xfrm>
                <a:off x="3891758" y="905256"/>
                <a:ext cx="234720" cy="143280"/>
              </p14:xfrm>
            </p:contentPart>
          </mc:Choice>
          <mc:Fallback>
            <p:pic>
              <p:nvPicPr>
                <p:cNvPr id="473" name="Ink 472">
                  <a:extLst>
                    <a:ext uri="{FF2B5EF4-FFF2-40B4-BE49-F238E27FC236}">
                      <a16:creationId xmlns:a16="http://schemas.microsoft.com/office/drawing/2014/main" id="{2A7E2132-DDB5-7C7F-350C-37309690A25F}"/>
                    </a:ext>
                  </a:extLst>
                </p:cNvPr>
                <p:cNvPicPr/>
                <p:nvPr/>
              </p:nvPicPr>
              <p:blipFill>
                <a:blip r:embed="rId699"/>
                <a:stretch>
                  <a:fillRect/>
                </a:stretch>
              </p:blipFill>
              <p:spPr>
                <a:xfrm>
                  <a:off x="3887438" y="900936"/>
                  <a:ext cx="24336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700">
              <p14:nvContentPartPr>
                <p14:cNvPr id="474" name="Ink 473">
                  <a:extLst>
                    <a:ext uri="{FF2B5EF4-FFF2-40B4-BE49-F238E27FC236}">
                      <a16:creationId xmlns:a16="http://schemas.microsoft.com/office/drawing/2014/main" id="{BA45133D-C28A-D3A4-C2B6-1F8878518197}"/>
                    </a:ext>
                  </a:extLst>
                </p14:cNvPr>
                <p14:cNvContentPartPr/>
                <p14:nvPr/>
              </p14:nvContentPartPr>
              <p14:xfrm>
                <a:off x="4208918" y="902016"/>
                <a:ext cx="99000" cy="33840"/>
              </p14:xfrm>
            </p:contentPart>
          </mc:Choice>
          <mc:Fallback>
            <p:pic>
              <p:nvPicPr>
                <p:cNvPr id="474" name="Ink 473">
                  <a:extLst>
                    <a:ext uri="{FF2B5EF4-FFF2-40B4-BE49-F238E27FC236}">
                      <a16:creationId xmlns:a16="http://schemas.microsoft.com/office/drawing/2014/main" id="{BA45133D-C28A-D3A4-C2B6-1F8878518197}"/>
                    </a:ext>
                  </a:extLst>
                </p:cNvPr>
                <p:cNvPicPr/>
                <p:nvPr/>
              </p:nvPicPr>
              <p:blipFill>
                <a:blip r:embed="rId701"/>
                <a:stretch>
                  <a:fillRect/>
                </a:stretch>
              </p:blipFill>
              <p:spPr>
                <a:xfrm>
                  <a:off x="4204598" y="897696"/>
                  <a:ext cx="10764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702">
              <p14:nvContentPartPr>
                <p14:cNvPr id="475" name="Ink 474">
                  <a:extLst>
                    <a:ext uri="{FF2B5EF4-FFF2-40B4-BE49-F238E27FC236}">
                      <a16:creationId xmlns:a16="http://schemas.microsoft.com/office/drawing/2014/main" id="{8DD4EEA9-F553-A75A-72D3-DD8D9696DB86}"/>
                    </a:ext>
                  </a:extLst>
                </p14:cNvPr>
                <p14:cNvContentPartPr/>
                <p14:nvPr/>
              </p14:nvContentPartPr>
              <p14:xfrm>
                <a:off x="4243838" y="926856"/>
                <a:ext cx="118440" cy="28440"/>
              </p14:xfrm>
            </p:contentPart>
          </mc:Choice>
          <mc:Fallback>
            <p:pic>
              <p:nvPicPr>
                <p:cNvPr id="475" name="Ink 474">
                  <a:extLst>
                    <a:ext uri="{FF2B5EF4-FFF2-40B4-BE49-F238E27FC236}">
                      <a16:creationId xmlns:a16="http://schemas.microsoft.com/office/drawing/2014/main" id="{8DD4EEA9-F553-A75A-72D3-DD8D9696DB86}"/>
                    </a:ext>
                  </a:extLst>
                </p:cNvPr>
                <p:cNvPicPr/>
                <p:nvPr/>
              </p:nvPicPr>
              <p:blipFill>
                <a:blip r:embed="rId703"/>
                <a:stretch>
                  <a:fillRect/>
                </a:stretch>
              </p:blipFill>
              <p:spPr>
                <a:xfrm>
                  <a:off x="4239518" y="922536"/>
                  <a:ext cx="12708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704">
              <p14:nvContentPartPr>
                <p14:cNvPr id="476" name="Ink 475">
                  <a:extLst>
                    <a:ext uri="{FF2B5EF4-FFF2-40B4-BE49-F238E27FC236}">
                      <a16:creationId xmlns:a16="http://schemas.microsoft.com/office/drawing/2014/main" id="{EFE1D5CF-3E15-88C9-A24F-2BE3B0C0E887}"/>
                    </a:ext>
                  </a:extLst>
                </p14:cNvPr>
                <p14:cNvContentPartPr/>
                <p14:nvPr/>
              </p14:nvContentPartPr>
              <p14:xfrm>
                <a:off x="4468838" y="802656"/>
                <a:ext cx="23400" cy="159840"/>
              </p14:xfrm>
            </p:contentPart>
          </mc:Choice>
          <mc:Fallback>
            <p:pic>
              <p:nvPicPr>
                <p:cNvPr id="476" name="Ink 475">
                  <a:extLst>
                    <a:ext uri="{FF2B5EF4-FFF2-40B4-BE49-F238E27FC236}">
                      <a16:creationId xmlns:a16="http://schemas.microsoft.com/office/drawing/2014/main" id="{EFE1D5CF-3E15-88C9-A24F-2BE3B0C0E887}"/>
                    </a:ext>
                  </a:extLst>
                </p:cNvPr>
                <p:cNvPicPr/>
                <p:nvPr/>
              </p:nvPicPr>
              <p:blipFill>
                <a:blip r:embed="rId705"/>
                <a:stretch>
                  <a:fillRect/>
                </a:stretch>
              </p:blipFill>
              <p:spPr>
                <a:xfrm>
                  <a:off x="4464518" y="798336"/>
                  <a:ext cx="3204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706">
              <p14:nvContentPartPr>
                <p14:cNvPr id="478" name="Ink 477">
                  <a:extLst>
                    <a:ext uri="{FF2B5EF4-FFF2-40B4-BE49-F238E27FC236}">
                      <a16:creationId xmlns:a16="http://schemas.microsoft.com/office/drawing/2014/main" id="{DD7053BD-210C-E361-894B-3ED4BDF51C63}"/>
                    </a:ext>
                  </a:extLst>
                </p14:cNvPr>
                <p14:cNvContentPartPr/>
                <p14:nvPr/>
              </p14:nvContentPartPr>
              <p14:xfrm>
                <a:off x="4487918" y="930456"/>
                <a:ext cx="31680" cy="108720"/>
              </p14:xfrm>
            </p:contentPart>
          </mc:Choice>
          <mc:Fallback>
            <p:pic>
              <p:nvPicPr>
                <p:cNvPr id="478" name="Ink 477">
                  <a:extLst>
                    <a:ext uri="{FF2B5EF4-FFF2-40B4-BE49-F238E27FC236}">
                      <a16:creationId xmlns:a16="http://schemas.microsoft.com/office/drawing/2014/main" id="{DD7053BD-210C-E361-894B-3ED4BDF51C63}"/>
                    </a:ext>
                  </a:extLst>
                </p:cNvPr>
                <p:cNvPicPr/>
                <p:nvPr/>
              </p:nvPicPr>
              <p:blipFill>
                <a:blip r:embed="rId707"/>
                <a:stretch>
                  <a:fillRect/>
                </a:stretch>
              </p:blipFill>
              <p:spPr>
                <a:xfrm>
                  <a:off x="4483598" y="926136"/>
                  <a:ext cx="4032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708">
              <p14:nvContentPartPr>
                <p14:cNvPr id="479" name="Ink 478">
                  <a:extLst>
                    <a:ext uri="{FF2B5EF4-FFF2-40B4-BE49-F238E27FC236}">
                      <a16:creationId xmlns:a16="http://schemas.microsoft.com/office/drawing/2014/main" id="{44F60247-0B4D-B54E-D18B-8ADB9AA82191}"/>
                    </a:ext>
                  </a:extLst>
                </p14:cNvPr>
                <p14:cNvContentPartPr/>
                <p14:nvPr/>
              </p14:nvContentPartPr>
              <p14:xfrm>
                <a:off x="4531838" y="637776"/>
                <a:ext cx="124920" cy="125280"/>
              </p14:xfrm>
            </p:contentPart>
          </mc:Choice>
          <mc:Fallback>
            <p:pic>
              <p:nvPicPr>
                <p:cNvPr id="479" name="Ink 478">
                  <a:extLst>
                    <a:ext uri="{FF2B5EF4-FFF2-40B4-BE49-F238E27FC236}">
                      <a16:creationId xmlns:a16="http://schemas.microsoft.com/office/drawing/2014/main" id="{44F60247-0B4D-B54E-D18B-8ADB9AA82191}"/>
                    </a:ext>
                  </a:extLst>
                </p:cNvPr>
                <p:cNvPicPr/>
                <p:nvPr/>
              </p:nvPicPr>
              <p:blipFill>
                <a:blip r:embed="rId709"/>
                <a:stretch>
                  <a:fillRect/>
                </a:stretch>
              </p:blipFill>
              <p:spPr>
                <a:xfrm>
                  <a:off x="4527518" y="633456"/>
                  <a:ext cx="13356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710">
              <p14:nvContentPartPr>
                <p14:cNvPr id="480" name="Ink 479">
                  <a:extLst>
                    <a:ext uri="{FF2B5EF4-FFF2-40B4-BE49-F238E27FC236}">
                      <a16:creationId xmlns:a16="http://schemas.microsoft.com/office/drawing/2014/main" id="{39238D9E-7136-34FF-BF9D-FFE4E3FA8B20}"/>
                    </a:ext>
                  </a:extLst>
                </p14:cNvPr>
                <p14:cNvContentPartPr/>
                <p14:nvPr/>
              </p14:nvContentPartPr>
              <p14:xfrm>
                <a:off x="4628678" y="486576"/>
                <a:ext cx="135000" cy="106560"/>
              </p14:xfrm>
            </p:contentPart>
          </mc:Choice>
          <mc:Fallback>
            <p:pic>
              <p:nvPicPr>
                <p:cNvPr id="480" name="Ink 479">
                  <a:extLst>
                    <a:ext uri="{FF2B5EF4-FFF2-40B4-BE49-F238E27FC236}">
                      <a16:creationId xmlns:a16="http://schemas.microsoft.com/office/drawing/2014/main" id="{39238D9E-7136-34FF-BF9D-FFE4E3FA8B20}"/>
                    </a:ext>
                  </a:extLst>
                </p:cNvPr>
                <p:cNvPicPr/>
                <p:nvPr/>
              </p:nvPicPr>
              <p:blipFill>
                <a:blip r:embed="rId711"/>
                <a:stretch>
                  <a:fillRect/>
                </a:stretch>
              </p:blipFill>
              <p:spPr>
                <a:xfrm>
                  <a:off x="4624358" y="482256"/>
                  <a:ext cx="14364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712">
              <p14:nvContentPartPr>
                <p14:cNvPr id="481" name="Ink 480">
                  <a:extLst>
                    <a:ext uri="{FF2B5EF4-FFF2-40B4-BE49-F238E27FC236}">
                      <a16:creationId xmlns:a16="http://schemas.microsoft.com/office/drawing/2014/main" id="{40F31F76-DD66-70CC-80CA-284A488ECAD0}"/>
                    </a:ext>
                  </a:extLst>
                </p14:cNvPr>
                <p14:cNvContentPartPr/>
                <p14:nvPr/>
              </p14:nvContentPartPr>
              <p14:xfrm>
                <a:off x="4603838" y="758736"/>
                <a:ext cx="165240" cy="93240"/>
              </p14:xfrm>
            </p:contentPart>
          </mc:Choice>
          <mc:Fallback>
            <p:pic>
              <p:nvPicPr>
                <p:cNvPr id="481" name="Ink 480">
                  <a:extLst>
                    <a:ext uri="{FF2B5EF4-FFF2-40B4-BE49-F238E27FC236}">
                      <a16:creationId xmlns:a16="http://schemas.microsoft.com/office/drawing/2014/main" id="{40F31F76-DD66-70CC-80CA-284A488ECAD0}"/>
                    </a:ext>
                  </a:extLst>
                </p:cNvPr>
                <p:cNvPicPr/>
                <p:nvPr/>
              </p:nvPicPr>
              <p:blipFill>
                <a:blip r:embed="rId713"/>
                <a:stretch>
                  <a:fillRect/>
                </a:stretch>
              </p:blipFill>
              <p:spPr>
                <a:xfrm>
                  <a:off x="4599518" y="754416"/>
                  <a:ext cx="17388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714">
              <p14:nvContentPartPr>
                <p14:cNvPr id="483" name="Ink 482">
                  <a:extLst>
                    <a:ext uri="{FF2B5EF4-FFF2-40B4-BE49-F238E27FC236}">
                      <a16:creationId xmlns:a16="http://schemas.microsoft.com/office/drawing/2014/main" id="{CF761CB8-134B-72C5-AE4B-5887CE4437D9}"/>
                    </a:ext>
                  </a:extLst>
                </p14:cNvPr>
                <p14:cNvContentPartPr/>
                <p14:nvPr/>
              </p14:nvContentPartPr>
              <p14:xfrm>
                <a:off x="4650998" y="878616"/>
                <a:ext cx="135000" cy="114840"/>
              </p14:xfrm>
            </p:contentPart>
          </mc:Choice>
          <mc:Fallback>
            <p:pic>
              <p:nvPicPr>
                <p:cNvPr id="483" name="Ink 482">
                  <a:extLst>
                    <a:ext uri="{FF2B5EF4-FFF2-40B4-BE49-F238E27FC236}">
                      <a16:creationId xmlns:a16="http://schemas.microsoft.com/office/drawing/2014/main" id="{CF761CB8-134B-72C5-AE4B-5887CE4437D9}"/>
                    </a:ext>
                  </a:extLst>
                </p:cNvPr>
                <p:cNvPicPr/>
                <p:nvPr/>
              </p:nvPicPr>
              <p:blipFill>
                <a:blip r:embed="rId715"/>
                <a:stretch>
                  <a:fillRect/>
                </a:stretch>
              </p:blipFill>
              <p:spPr>
                <a:xfrm>
                  <a:off x="4646678" y="874296"/>
                  <a:ext cx="14364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716">
              <p14:nvContentPartPr>
                <p14:cNvPr id="484" name="Ink 483">
                  <a:extLst>
                    <a:ext uri="{FF2B5EF4-FFF2-40B4-BE49-F238E27FC236}">
                      <a16:creationId xmlns:a16="http://schemas.microsoft.com/office/drawing/2014/main" id="{E9B5AE14-7F62-2056-4B70-BBE766613AF6}"/>
                    </a:ext>
                  </a:extLst>
                </p14:cNvPr>
                <p14:cNvContentPartPr/>
                <p14:nvPr/>
              </p14:nvContentPartPr>
              <p14:xfrm>
                <a:off x="4861238" y="657936"/>
                <a:ext cx="62640" cy="29520"/>
              </p14:xfrm>
            </p:contentPart>
          </mc:Choice>
          <mc:Fallback>
            <p:pic>
              <p:nvPicPr>
                <p:cNvPr id="484" name="Ink 483">
                  <a:extLst>
                    <a:ext uri="{FF2B5EF4-FFF2-40B4-BE49-F238E27FC236}">
                      <a16:creationId xmlns:a16="http://schemas.microsoft.com/office/drawing/2014/main" id="{E9B5AE14-7F62-2056-4B70-BBE766613AF6}"/>
                    </a:ext>
                  </a:extLst>
                </p:cNvPr>
                <p:cNvPicPr/>
                <p:nvPr/>
              </p:nvPicPr>
              <p:blipFill>
                <a:blip r:embed="rId717"/>
                <a:stretch>
                  <a:fillRect/>
                </a:stretch>
              </p:blipFill>
              <p:spPr>
                <a:xfrm>
                  <a:off x="4856918" y="653616"/>
                  <a:ext cx="7128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718">
              <p14:nvContentPartPr>
                <p14:cNvPr id="485" name="Ink 484">
                  <a:extLst>
                    <a:ext uri="{FF2B5EF4-FFF2-40B4-BE49-F238E27FC236}">
                      <a16:creationId xmlns:a16="http://schemas.microsoft.com/office/drawing/2014/main" id="{8628EE6B-501F-9FC1-AD18-B0E26A052FB4}"/>
                    </a:ext>
                  </a:extLst>
                </p14:cNvPr>
                <p14:cNvContentPartPr/>
                <p14:nvPr/>
              </p14:nvContentPartPr>
              <p14:xfrm>
                <a:off x="4877078" y="691776"/>
                <a:ext cx="83160" cy="46800"/>
              </p14:xfrm>
            </p:contentPart>
          </mc:Choice>
          <mc:Fallback>
            <p:pic>
              <p:nvPicPr>
                <p:cNvPr id="485" name="Ink 484">
                  <a:extLst>
                    <a:ext uri="{FF2B5EF4-FFF2-40B4-BE49-F238E27FC236}">
                      <a16:creationId xmlns:a16="http://schemas.microsoft.com/office/drawing/2014/main" id="{8628EE6B-501F-9FC1-AD18-B0E26A052FB4}"/>
                    </a:ext>
                  </a:extLst>
                </p:cNvPr>
                <p:cNvPicPr/>
                <p:nvPr/>
              </p:nvPicPr>
              <p:blipFill>
                <a:blip r:embed="rId719"/>
                <a:stretch>
                  <a:fillRect/>
                </a:stretch>
              </p:blipFill>
              <p:spPr>
                <a:xfrm>
                  <a:off x="4872758" y="687456"/>
                  <a:ext cx="91800" cy="55440"/>
                </a:xfrm>
                <a:prstGeom prst="rect">
                  <a:avLst/>
                </a:prstGeom>
              </p:spPr>
            </p:pic>
          </mc:Fallback>
        </mc:AlternateContent>
        <mc:AlternateContent xmlns:mc="http://schemas.openxmlformats.org/markup-compatibility/2006">
          <mc:Choice xmlns:p14="http://schemas.microsoft.com/office/powerpoint/2010/main" Requires="p14">
            <p:contentPart p14:bwMode="auto" r:id="rId720">
              <p14:nvContentPartPr>
                <p14:cNvPr id="486" name="Ink 485">
                  <a:extLst>
                    <a:ext uri="{FF2B5EF4-FFF2-40B4-BE49-F238E27FC236}">
                      <a16:creationId xmlns:a16="http://schemas.microsoft.com/office/drawing/2014/main" id="{A680E2E2-0A6B-CCA1-4A9F-3BDEFCDBEF1F}"/>
                    </a:ext>
                  </a:extLst>
                </p14:cNvPr>
                <p14:cNvContentPartPr/>
                <p14:nvPr/>
              </p14:nvContentPartPr>
              <p14:xfrm>
                <a:off x="5049518" y="527256"/>
                <a:ext cx="39240" cy="140400"/>
              </p14:xfrm>
            </p:contentPart>
          </mc:Choice>
          <mc:Fallback>
            <p:pic>
              <p:nvPicPr>
                <p:cNvPr id="486" name="Ink 485">
                  <a:extLst>
                    <a:ext uri="{FF2B5EF4-FFF2-40B4-BE49-F238E27FC236}">
                      <a16:creationId xmlns:a16="http://schemas.microsoft.com/office/drawing/2014/main" id="{A680E2E2-0A6B-CCA1-4A9F-3BDEFCDBEF1F}"/>
                    </a:ext>
                  </a:extLst>
                </p:cNvPr>
                <p:cNvPicPr/>
                <p:nvPr/>
              </p:nvPicPr>
              <p:blipFill>
                <a:blip r:embed="rId721"/>
                <a:stretch>
                  <a:fillRect/>
                </a:stretch>
              </p:blipFill>
              <p:spPr>
                <a:xfrm>
                  <a:off x="5045198" y="522936"/>
                  <a:ext cx="4788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722">
              <p14:nvContentPartPr>
                <p14:cNvPr id="487" name="Ink 486">
                  <a:extLst>
                    <a:ext uri="{FF2B5EF4-FFF2-40B4-BE49-F238E27FC236}">
                      <a16:creationId xmlns:a16="http://schemas.microsoft.com/office/drawing/2014/main" id="{5BA7AFDE-E13A-1B98-9417-449DC0B582D5}"/>
                    </a:ext>
                  </a:extLst>
                </p14:cNvPr>
                <p14:cNvContentPartPr/>
                <p14:nvPr/>
              </p14:nvContentPartPr>
              <p14:xfrm>
                <a:off x="5104958" y="466776"/>
                <a:ext cx="119520" cy="212760"/>
              </p14:xfrm>
            </p:contentPart>
          </mc:Choice>
          <mc:Fallback>
            <p:pic>
              <p:nvPicPr>
                <p:cNvPr id="487" name="Ink 486">
                  <a:extLst>
                    <a:ext uri="{FF2B5EF4-FFF2-40B4-BE49-F238E27FC236}">
                      <a16:creationId xmlns:a16="http://schemas.microsoft.com/office/drawing/2014/main" id="{5BA7AFDE-E13A-1B98-9417-449DC0B582D5}"/>
                    </a:ext>
                  </a:extLst>
                </p:cNvPr>
                <p:cNvPicPr/>
                <p:nvPr/>
              </p:nvPicPr>
              <p:blipFill>
                <a:blip r:embed="rId723"/>
                <a:stretch>
                  <a:fillRect/>
                </a:stretch>
              </p:blipFill>
              <p:spPr>
                <a:xfrm>
                  <a:off x="5100638" y="462456"/>
                  <a:ext cx="12816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724">
              <p14:nvContentPartPr>
                <p14:cNvPr id="71" name="Ink 70">
                  <a:extLst>
                    <a:ext uri="{FF2B5EF4-FFF2-40B4-BE49-F238E27FC236}">
                      <a16:creationId xmlns:a16="http://schemas.microsoft.com/office/drawing/2014/main" id="{F9EB7103-E369-7FB8-726B-E1EB9D4C2F90}"/>
                    </a:ext>
                  </a:extLst>
                </p14:cNvPr>
                <p14:cNvContentPartPr/>
                <p14:nvPr/>
              </p14:nvContentPartPr>
              <p14:xfrm>
                <a:off x="4779878" y="1441296"/>
                <a:ext cx="2880" cy="1440"/>
              </p14:xfrm>
            </p:contentPart>
          </mc:Choice>
          <mc:Fallback>
            <p:pic>
              <p:nvPicPr>
                <p:cNvPr id="71" name="Ink 70">
                  <a:extLst>
                    <a:ext uri="{FF2B5EF4-FFF2-40B4-BE49-F238E27FC236}">
                      <a16:creationId xmlns:a16="http://schemas.microsoft.com/office/drawing/2014/main" id="{F9EB7103-E369-7FB8-726B-E1EB9D4C2F90}"/>
                    </a:ext>
                  </a:extLst>
                </p:cNvPr>
                <p:cNvPicPr/>
                <p:nvPr/>
              </p:nvPicPr>
              <p:blipFill>
                <a:blip r:embed="rId142"/>
                <a:stretch>
                  <a:fillRect/>
                </a:stretch>
              </p:blipFill>
              <p:spPr>
                <a:xfrm>
                  <a:off x="4775558" y="1436976"/>
                  <a:ext cx="11520" cy="10080"/>
                </a:xfrm>
                <a:prstGeom prst="rect">
                  <a:avLst/>
                </a:prstGeom>
              </p:spPr>
            </p:pic>
          </mc:Fallback>
        </mc:AlternateContent>
        <mc:AlternateContent xmlns:mc="http://schemas.openxmlformats.org/markup-compatibility/2006">
          <mc:Choice xmlns:p14="http://schemas.microsoft.com/office/powerpoint/2010/main" Requires="p14">
            <p:contentPart p14:bwMode="auto" r:id="rId725">
              <p14:nvContentPartPr>
                <p14:cNvPr id="72" name="Ink 71">
                  <a:extLst>
                    <a:ext uri="{FF2B5EF4-FFF2-40B4-BE49-F238E27FC236}">
                      <a16:creationId xmlns:a16="http://schemas.microsoft.com/office/drawing/2014/main" id="{5130DFA6-FD92-5791-F40E-F8445752481E}"/>
                    </a:ext>
                  </a:extLst>
                </p14:cNvPr>
                <p14:cNvContentPartPr/>
                <p14:nvPr/>
              </p14:nvContentPartPr>
              <p14:xfrm>
                <a:off x="4746398" y="1340496"/>
                <a:ext cx="1721880" cy="128160"/>
              </p14:xfrm>
            </p:contentPart>
          </mc:Choice>
          <mc:Fallback>
            <p:pic>
              <p:nvPicPr>
                <p:cNvPr id="72" name="Ink 71">
                  <a:extLst>
                    <a:ext uri="{FF2B5EF4-FFF2-40B4-BE49-F238E27FC236}">
                      <a16:creationId xmlns:a16="http://schemas.microsoft.com/office/drawing/2014/main" id="{5130DFA6-FD92-5791-F40E-F8445752481E}"/>
                    </a:ext>
                  </a:extLst>
                </p:cNvPr>
                <p:cNvPicPr/>
                <p:nvPr/>
              </p:nvPicPr>
              <p:blipFill>
                <a:blip r:embed="rId726"/>
                <a:stretch>
                  <a:fillRect/>
                </a:stretch>
              </p:blipFill>
              <p:spPr>
                <a:xfrm>
                  <a:off x="4742078" y="1336176"/>
                  <a:ext cx="1730520" cy="136800"/>
                </a:xfrm>
                <a:prstGeom prst="rect">
                  <a:avLst/>
                </a:prstGeom>
              </p:spPr>
            </p:pic>
          </mc:Fallback>
        </mc:AlternateContent>
        <mc:AlternateContent xmlns:mc="http://schemas.openxmlformats.org/markup-compatibility/2006">
          <mc:Choice xmlns:p14="http://schemas.microsoft.com/office/powerpoint/2010/main" Requires="p14">
            <p:contentPart p14:bwMode="auto" r:id="rId727">
              <p14:nvContentPartPr>
                <p14:cNvPr id="489" name="Ink 488">
                  <a:extLst>
                    <a:ext uri="{FF2B5EF4-FFF2-40B4-BE49-F238E27FC236}">
                      <a16:creationId xmlns:a16="http://schemas.microsoft.com/office/drawing/2014/main" id="{AAB9C44F-593A-D106-423B-DC029B37DE47}"/>
                    </a:ext>
                  </a:extLst>
                </p14:cNvPr>
                <p14:cNvContentPartPr/>
                <p14:nvPr/>
              </p14:nvContentPartPr>
              <p14:xfrm>
                <a:off x="3982478" y="1314216"/>
                <a:ext cx="221040" cy="127800"/>
              </p14:xfrm>
            </p:contentPart>
          </mc:Choice>
          <mc:Fallback>
            <p:pic>
              <p:nvPicPr>
                <p:cNvPr id="489" name="Ink 488">
                  <a:extLst>
                    <a:ext uri="{FF2B5EF4-FFF2-40B4-BE49-F238E27FC236}">
                      <a16:creationId xmlns:a16="http://schemas.microsoft.com/office/drawing/2014/main" id="{AAB9C44F-593A-D106-423B-DC029B37DE47}"/>
                    </a:ext>
                  </a:extLst>
                </p:cNvPr>
                <p:cNvPicPr/>
                <p:nvPr/>
              </p:nvPicPr>
              <p:blipFill>
                <a:blip r:embed="rId728"/>
                <a:stretch>
                  <a:fillRect/>
                </a:stretch>
              </p:blipFill>
              <p:spPr>
                <a:xfrm>
                  <a:off x="3978158" y="1309896"/>
                  <a:ext cx="22968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729">
              <p14:nvContentPartPr>
                <p14:cNvPr id="490" name="Ink 489">
                  <a:extLst>
                    <a:ext uri="{FF2B5EF4-FFF2-40B4-BE49-F238E27FC236}">
                      <a16:creationId xmlns:a16="http://schemas.microsoft.com/office/drawing/2014/main" id="{E39E8AF0-7A1E-1BC0-97C2-20DA5FE71B7D}"/>
                    </a:ext>
                  </a:extLst>
                </p14:cNvPr>
                <p14:cNvContentPartPr/>
                <p14:nvPr/>
              </p14:nvContentPartPr>
              <p14:xfrm>
                <a:off x="4298918" y="1275336"/>
                <a:ext cx="89640" cy="45360"/>
              </p14:xfrm>
            </p:contentPart>
          </mc:Choice>
          <mc:Fallback>
            <p:pic>
              <p:nvPicPr>
                <p:cNvPr id="490" name="Ink 489">
                  <a:extLst>
                    <a:ext uri="{FF2B5EF4-FFF2-40B4-BE49-F238E27FC236}">
                      <a16:creationId xmlns:a16="http://schemas.microsoft.com/office/drawing/2014/main" id="{E39E8AF0-7A1E-1BC0-97C2-20DA5FE71B7D}"/>
                    </a:ext>
                  </a:extLst>
                </p:cNvPr>
                <p:cNvPicPr/>
                <p:nvPr/>
              </p:nvPicPr>
              <p:blipFill>
                <a:blip r:embed="rId730"/>
                <a:stretch>
                  <a:fillRect/>
                </a:stretch>
              </p:blipFill>
              <p:spPr>
                <a:xfrm>
                  <a:off x="4294598" y="1271016"/>
                  <a:ext cx="9828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731">
              <p14:nvContentPartPr>
                <p14:cNvPr id="491" name="Ink 490">
                  <a:extLst>
                    <a:ext uri="{FF2B5EF4-FFF2-40B4-BE49-F238E27FC236}">
                      <a16:creationId xmlns:a16="http://schemas.microsoft.com/office/drawing/2014/main" id="{41AE4A2E-6345-BB3F-7DF0-EF5DD618DFAA}"/>
                    </a:ext>
                  </a:extLst>
                </p14:cNvPr>
                <p14:cNvContentPartPr/>
                <p14:nvPr/>
              </p14:nvContentPartPr>
              <p14:xfrm>
                <a:off x="4320158" y="1300536"/>
                <a:ext cx="94680" cy="60120"/>
              </p14:xfrm>
            </p:contentPart>
          </mc:Choice>
          <mc:Fallback>
            <p:pic>
              <p:nvPicPr>
                <p:cNvPr id="491" name="Ink 490">
                  <a:extLst>
                    <a:ext uri="{FF2B5EF4-FFF2-40B4-BE49-F238E27FC236}">
                      <a16:creationId xmlns:a16="http://schemas.microsoft.com/office/drawing/2014/main" id="{41AE4A2E-6345-BB3F-7DF0-EF5DD618DFAA}"/>
                    </a:ext>
                  </a:extLst>
                </p:cNvPr>
                <p:cNvPicPr/>
                <p:nvPr/>
              </p:nvPicPr>
              <p:blipFill>
                <a:blip r:embed="rId732"/>
                <a:stretch>
                  <a:fillRect/>
                </a:stretch>
              </p:blipFill>
              <p:spPr>
                <a:xfrm>
                  <a:off x="4315838" y="1296216"/>
                  <a:ext cx="10332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733">
              <p14:nvContentPartPr>
                <p14:cNvPr id="492" name="Ink 491">
                  <a:extLst>
                    <a:ext uri="{FF2B5EF4-FFF2-40B4-BE49-F238E27FC236}">
                      <a16:creationId xmlns:a16="http://schemas.microsoft.com/office/drawing/2014/main" id="{464A3641-669D-AE9B-EB46-0F0C0107BA60}"/>
                    </a:ext>
                  </a:extLst>
                </p14:cNvPr>
                <p14:cNvContentPartPr/>
                <p14:nvPr/>
              </p14:nvContentPartPr>
              <p14:xfrm>
                <a:off x="4477478" y="1184616"/>
                <a:ext cx="16560" cy="126720"/>
              </p14:xfrm>
            </p:contentPart>
          </mc:Choice>
          <mc:Fallback>
            <p:pic>
              <p:nvPicPr>
                <p:cNvPr id="492" name="Ink 491">
                  <a:extLst>
                    <a:ext uri="{FF2B5EF4-FFF2-40B4-BE49-F238E27FC236}">
                      <a16:creationId xmlns:a16="http://schemas.microsoft.com/office/drawing/2014/main" id="{464A3641-669D-AE9B-EB46-0F0C0107BA60}"/>
                    </a:ext>
                  </a:extLst>
                </p:cNvPr>
                <p:cNvPicPr/>
                <p:nvPr/>
              </p:nvPicPr>
              <p:blipFill>
                <a:blip r:embed="rId734"/>
                <a:stretch>
                  <a:fillRect/>
                </a:stretch>
              </p:blipFill>
              <p:spPr>
                <a:xfrm>
                  <a:off x="4473158" y="1180296"/>
                  <a:ext cx="2520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735">
              <p14:nvContentPartPr>
                <p14:cNvPr id="493" name="Ink 492">
                  <a:extLst>
                    <a:ext uri="{FF2B5EF4-FFF2-40B4-BE49-F238E27FC236}">
                      <a16:creationId xmlns:a16="http://schemas.microsoft.com/office/drawing/2014/main" id="{2C8DD3A6-1421-7BFC-5FE7-A2076B1EF796}"/>
                    </a:ext>
                  </a:extLst>
                </p14:cNvPr>
                <p14:cNvContentPartPr/>
                <p14:nvPr/>
              </p14:nvContentPartPr>
              <p14:xfrm>
                <a:off x="4518878" y="1211616"/>
                <a:ext cx="70200" cy="81720"/>
              </p14:xfrm>
            </p:contentPart>
          </mc:Choice>
          <mc:Fallback>
            <p:pic>
              <p:nvPicPr>
                <p:cNvPr id="493" name="Ink 492">
                  <a:extLst>
                    <a:ext uri="{FF2B5EF4-FFF2-40B4-BE49-F238E27FC236}">
                      <a16:creationId xmlns:a16="http://schemas.microsoft.com/office/drawing/2014/main" id="{2C8DD3A6-1421-7BFC-5FE7-A2076B1EF796}"/>
                    </a:ext>
                  </a:extLst>
                </p:cNvPr>
                <p:cNvPicPr/>
                <p:nvPr/>
              </p:nvPicPr>
              <p:blipFill>
                <a:blip r:embed="rId736"/>
                <a:stretch>
                  <a:fillRect/>
                </a:stretch>
              </p:blipFill>
              <p:spPr>
                <a:xfrm>
                  <a:off x="4514558" y="1207296"/>
                  <a:ext cx="78840" cy="90360"/>
                </a:xfrm>
                <a:prstGeom prst="rect">
                  <a:avLst/>
                </a:prstGeom>
              </p:spPr>
            </p:pic>
          </mc:Fallback>
        </mc:AlternateContent>
        <mc:AlternateContent xmlns:mc="http://schemas.openxmlformats.org/markup-compatibility/2006">
          <mc:Choice xmlns:p14="http://schemas.microsoft.com/office/powerpoint/2010/main" Requires="p14">
            <p:contentPart p14:bwMode="auto" r:id="rId737">
              <p14:nvContentPartPr>
                <p14:cNvPr id="494" name="Ink 493">
                  <a:extLst>
                    <a:ext uri="{FF2B5EF4-FFF2-40B4-BE49-F238E27FC236}">
                      <a16:creationId xmlns:a16="http://schemas.microsoft.com/office/drawing/2014/main" id="{AAB33D9C-6C10-4439-B845-62D1D9F23D33}"/>
                    </a:ext>
                  </a:extLst>
                </p14:cNvPr>
                <p14:cNvContentPartPr/>
                <p14:nvPr/>
              </p14:nvContentPartPr>
              <p14:xfrm>
                <a:off x="4617878" y="1181376"/>
                <a:ext cx="76680" cy="72000"/>
              </p14:xfrm>
            </p:contentPart>
          </mc:Choice>
          <mc:Fallback>
            <p:pic>
              <p:nvPicPr>
                <p:cNvPr id="494" name="Ink 493">
                  <a:extLst>
                    <a:ext uri="{FF2B5EF4-FFF2-40B4-BE49-F238E27FC236}">
                      <a16:creationId xmlns:a16="http://schemas.microsoft.com/office/drawing/2014/main" id="{AAB33D9C-6C10-4439-B845-62D1D9F23D33}"/>
                    </a:ext>
                  </a:extLst>
                </p:cNvPr>
                <p:cNvPicPr/>
                <p:nvPr/>
              </p:nvPicPr>
              <p:blipFill>
                <a:blip r:embed="rId738"/>
                <a:stretch>
                  <a:fillRect/>
                </a:stretch>
              </p:blipFill>
              <p:spPr>
                <a:xfrm>
                  <a:off x="4613558" y="1177056"/>
                  <a:ext cx="85320" cy="80640"/>
                </a:xfrm>
                <a:prstGeom prst="rect">
                  <a:avLst/>
                </a:prstGeom>
              </p:spPr>
            </p:pic>
          </mc:Fallback>
        </mc:AlternateContent>
        <mc:AlternateContent xmlns:mc="http://schemas.openxmlformats.org/markup-compatibility/2006">
          <mc:Choice xmlns:p14="http://schemas.microsoft.com/office/powerpoint/2010/main" Requires="p14">
            <p:contentPart p14:bwMode="auto" r:id="rId739">
              <p14:nvContentPartPr>
                <p14:cNvPr id="496" name="Ink 495">
                  <a:extLst>
                    <a:ext uri="{FF2B5EF4-FFF2-40B4-BE49-F238E27FC236}">
                      <a16:creationId xmlns:a16="http://schemas.microsoft.com/office/drawing/2014/main" id="{209727D8-4C9D-2D9A-5D16-CC51AACBBF2B}"/>
                    </a:ext>
                  </a:extLst>
                </p14:cNvPr>
                <p14:cNvContentPartPr/>
                <p14:nvPr/>
              </p14:nvContentPartPr>
              <p14:xfrm>
                <a:off x="4771598" y="941616"/>
                <a:ext cx="176400" cy="163440"/>
              </p14:xfrm>
            </p:contentPart>
          </mc:Choice>
          <mc:Fallback>
            <p:pic>
              <p:nvPicPr>
                <p:cNvPr id="496" name="Ink 495">
                  <a:extLst>
                    <a:ext uri="{FF2B5EF4-FFF2-40B4-BE49-F238E27FC236}">
                      <a16:creationId xmlns:a16="http://schemas.microsoft.com/office/drawing/2014/main" id="{209727D8-4C9D-2D9A-5D16-CC51AACBBF2B}"/>
                    </a:ext>
                  </a:extLst>
                </p:cNvPr>
                <p:cNvPicPr/>
                <p:nvPr/>
              </p:nvPicPr>
              <p:blipFill>
                <a:blip r:embed="rId740"/>
                <a:stretch>
                  <a:fillRect/>
                </a:stretch>
              </p:blipFill>
              <p:spPr>
                <a:xfrm>
                  <a:off x="4767278" y="937296"/>
                  <a:ext cx="18504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741">
              <p14:nvContentPartPr>
                <p14:cNvPr id="497" name="Ink 496">
                  <a:extLst>
                    <a:ext uri="{FF2B5EF4-FFF2-40B4-BE49-F238E27FC236}">
                      <a16:creationId xmlns:a16="http://schemas.microsoft.com/office/drawing/2014/main" id="{2EC20AC8-D8B6-9445-D65A-90A7082917C1}"/>
                    </a:ext>
                  </a:extLst>
                </p14:cNvPr>
                <p14:cNvContentPartPr/>
                <p14:nvPr/>
              </p14:nvContentPartPr>
              <p14:xfrm>
                <a:off x="4947278" y="830016"/>
                <a:ext cx="102600" cy="86400"/>
              </p14:xfrm>
            </p:contentPart>
          </mc:Choice>
          <mc:Fallback>
            <p:pic>
              <p:nvPicPr>
                <p:cNvPr id="497" name="Ink 496">
                  <a:extLst>
                    <a:ext uri="{FF2B5EF4-FFF2-40B4-BE49-F238E27FC236}">
                      <a16:creationId xmlns:a16="http://schemas.microsoft.com/office/drawing/2014/main" id="{2EC20AC8-D8B6-9445-D65A-90A7082917C1}"/>
                    </a:ext>
                  </a:extLst>
                </p:cNvPr>
                <p:cNvPicPr/>
                <p:nvPr/>
              </p:nvPicPr>
              <p:blipFill>
                <a:blip r:embed="rId742"/>
                <a:stretch>
                  <a:fillRect/>
                </a:stretch>
              </p:blipFill>
              <p:spPr>
                <a:xfrm>
                  <a:off x="4942958" y="825696"/>
                  <a:ext cx="11124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743">
              <p14:nvContentPartPr>
                <p14:cNvPr id="498" name="Ink 497">
                  <a:extLst>
                    <a:ext uri="{FF2B5EF4-FFF2-40B4-BE49-F238E27FC236}">
                      <a16:creationId xmlns:a16="http://schemas.microsoft.com/office/drawing/2014/main" id="{05B1EF98-A108-3FD9-4A15-9253156434C8}"/>
                    </a:ext>
                  </a:extLst>
                </p14:cNvPr>
                <p14:cNvContentPartPr/>
                <p14:nvPr/>
              </p14:nvContentPartPr>
              <p14:xfrm>
                <a:off x="4830998" y="1053216"/>
                <a:ext cx="185760" cy="116640"/>
              </p14:xfrm>
            </p:contentPart>
          </mc:Choice>
          <mc:Fallback>
            <p:pic>
              <p:nvPicPr>
                <p:cNvPr id="498" name="Ink 497">
                  <a:extLst>
                    <a:ext uri="{FF2B5EF4-FFF2-40B4-BE49-F238E27FC236}">
                      <a16:creationId xmlns:a16="http://schemas.microsoft.com/office/drawing/2014/main" id="{05B1EF98-A108-3FD9-4A15-9253156434C8}"/>
                    </a:ext>
                  </a:extLst>
                </p:cNvPr>
                <p:cNvPicPr/>
                <p:nvPr/>
              </p:nvPicPr>
              <p:blipFill>
                <a:blip r:embed="rId744"/>
                <a:stretch>
                  <a:fillRect/>
                </a:stretch>
              </p:blipFill>
              <p:spPr>
                <a:xfrm>
                  <a:off x="4826678" y="1048896"/>
                  <a:ext cx="19440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745">
              <p14:nvContentPartPr>
                <p14:cNvPr id="499" name="Ink 498">
                  <a:extLst>
                    <a:ext uri="{FF2B5EF4-FFF2-40B4-BE49-F238E27FC236}">
                      <a16:creationId xmlns:a16="http://schemas.microsoft.com/office/drawing/2014/main" id="{CF456029-DE27-ABB1-9EE6-DD16C257A424}"/>
                    </a:ext>
                  </a:extLst>
                </p14:cNvPr>
                <p14:cNvContentPartPr/>
                <p14:nvPr/>
              </p14:nvContentPartPr>
              <p14:xfrm>
                <a:off x="4847198" y="1211256"/>
                <a:ext cx="34200" cy="106200"/>
              </p14:xfrm>
            </p:contentPart>
          </mc:Choice>
          <mc:Fallback>
            <p:pic>
              <p:nvPicPr>
                <p:cNvPr id="499" name="Ink 498">
                  <a:extLst>
                    <a:ext uri="{FF2B5EF4-FFF2-40B4-BE49-F238E27FC236}">
                      <a16:creationId xmlns:a16="http://schemas.microsoft.com/office/drawing/2014/main" id="{CF456029-DE27-ABB1-9EE6-DD16C257A424}"/>
                    </a:ext>
                  </a:extLst>
                </p:cNvPr>
                <p:cNvPicPr/>
                <p:nvPr/>
              </p:nvPicPr>
              <p:blipFill>
                <a:blip r:embed="rId746"/>
                <a:stretch>
                  <a:fillRect/>
                </a:stretch>
              </p:blipFill>
              <p:spPr>
                <a:xfrm>
                  <a:off x="4842878" y="1206936"/>
                  <a:ext cx="4284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747">
              <p14:nvContentPartPr>
                <p14:cNvPr id="500" name="Ink 499">
                  <a:extLst>
                    <a:ext uri="{FF2B5EF4-FFF2-40B4-BE49-F238E27FC236}">
                      <a16:creationId xmlns:a16="http://schemas.microsoft.com/office/drawing/2014/main" id="{26F660CC-7258-9E2C-2794-CFF08C0670E4}"/>
                    </a:ext>
                  </a:extLst>
                </p14:cNvPr>
                <p14:cNvContentPartPr/>
                <p14:nvPr/>
              </p14:nvContentPartPr>
              <p14:xfrm>
                <a:off x="4902638" y="1173816"/>
                <a:ext cx="75960" cy="72000"/>
              </p14:xfrm>
            </p:contentPart>
          </mc:Choice>
          <mc:Fallback>
            <p:pic>
              <p:nvPicPr>
                <p:cNvPr id="500" name="Ink 499">
                  <a:extLst>
                    <a:ext uri="{FF2B5EF4-FFF2-40B4-BE49-F238E27FC236}">
                      <a16:creationId xmlns:a16="http://schemas.microsoft.com/office/drawing/2014/main" id="{26F660CC-7258-9E2C-2794-CFF08C0670E4}"/>
                    </a:ext>
                  </a:extLst>
                </p:cNvPr>
                <p:cNvPicPr/>
                <p:nvPr/>
              </p:nvPicPr>
              <p:blipFill>
                <a:blip r:embed="rId748"/>
                <a:stretch>
                  <a:fillRect/>
                </a:stretch>
              </p:blipFill>
              <p:spPr>
                <a:xfrm>
                  <a:off x="4898318" y="1169496"/>
                  <a:ext cx="84600" cy="80640"/>
                </a:xfrm>
                <a:prstGeom prst="rect">
                  <a:avLst/>
                </a:prstGeom>
              </p:spPr>
            </p:pic>
          </mc:Fallback>
        </mc:AlternateContent>
        <mc:AlternateContent xmlns:mc="http://schemas.openxmlformats.org/markup-compatibility/2006">
          <mc:Choice xmlns:p14="http://schemas.microsoft.com/office/powerpoint/2010/main" Requires="p14">
            <p:contentPart p14:bwMode="auto" r:id="rId749">
              <p14:nvContentPartPr>
                <p14:cNvPr id="501" name="Ink 500">
                  <a:extLst>
                    <a:ext uri="{FF2B5EF4-FFF2-40B4-BE49-F238E27FC236}">
                      <a16:creationId xmlns:a16="http://schemas.microsoft.com/office/drawing/2014/main" id="{689B223C-A874-1121-D838-8F42809DE0DA}"/>
                    </a:ext>
                  </a:extLst>
                </p14:cNvPr>
                <p14:cNvContentPartPr/>
                <p14:nvPr/>
              </p14:nvContentPartPr>
              <p14:xfrm>
                <a:off x="4979678" y="1126296"/>
                <a:ext cx="88560" cy="78120"/>
              </p14:xfrm>
            </p:contentPart>
          </mc:Choice>
          <mc:Fallback>
            <p:pic>
              <p:nvPicPr>
                <p:cNvPr id="501" name="Ink 500">
                  <a:extLst>
                    <a:ext uri="{FF2B5EF4-FFF2-40B4-BE49-F238E27FC236}">
                      <a16:creationId xmlns:a16="http://schemas.microsoft.com/office/drawing/2014/main" id="{689B223C-A874-1121-D838-8F42809DE0DA}"/>
                    </a:ext>
                  </a:extLst>
                </p:cNvPr>
                <p:cNvPicPr/>
                <p:nvPr/>
              </p:nvPicPr>
              <p:blipFill>
                <a:blip r:embed="rId750"/>
                <a:stretch>
                  <a:fillRect/>
                </a:stretch>
              </p:blipFill>
              <p:spPr>
                <a:xfrm>
                  <a:off x="4975358" y="1121976"/>
                  <a:ext cx="97200" cy="86760"/>
                </a:xfrm>
                <a:prstGeom prst="rect">
                  <a:avLst/>
                </a:prstGeom>
              </p:spPr>
            </p:pic>
          </mc:Fallback>
        </mc:AlternateContent>
        <mc:AlternateContent xmlns:mc="http://schemas.openxmlformats.org/markup-compatibility/2006">
          <mc:Choice xmlns:p14="http://schemas.microsoft.com/office/powerpoint/2010/main" Requires="p14">
            <p:contentPart p14:bwMode="auto" r:id="rId751">
              <p14:nvContentPartPr>
                <p14:cNvPr id="503" name="Ink 502">
                  <a:extLst>
                    <a:ext uri="{FF2B5EF4-FFF2-40B4-BE49-F238E27FC236}">
                      <a16:creationId xmlns:a16="http://schemas.microsoft.com/office/drawing/2014/main" id="{2F1EB97D-8CFD-8F43-3DCD-FA2F4FB320D1}"/>
                    </a:ext>
                  </a:extLst>
                </p14:cNvPr>
                <p14:cNvContentPartPr/>
                <p14:nvPr/>
              </p14:nvContentPartPr>
              <p14:xfrm>
                <a:off x="5120078" y="825696"/>
                <a:ext cx="81360" cy="102960"/>
              </p14:xfrm>
            </p:contentPart>
          </mc:Choice>
          <mc:Fallback>
            <p:pic>
              <p:nvPicPr>
                <p:cNvPr id="503" name="Ink 502">
                  <a:extLst>
                    <a:ext uri="{FF2B5EF4-FFF2-40B4-BE49-F238E27FC236}">
                      <a16:creationId xmlns:a16="http://schemas.microsoft.com/office/drawing/2014/main" id="{2F1EB97D-8CFD-8F43-3DCD-FA2F4FB320D1}"/>
                    </a:ext>
                  </a:extLst>
                </p:cNvPr>
                <p:cNvPicPr/>
                <p:nvPr/>
              </p:nvPicPr>
              <p:blipFill>
                <a:blip r:embed="rId752"/>
                <a:stretch>
                  <a:fillRect/>
                </a:stretch>
              </p:blipFill>
              <p:spPr>
                <a:xfrm>
                  <a:off x="5115758" y="821376"/>
                  <a:ext cx="90000" cy="111600"/>
                </a:xfrm>
                <a:prstGeom prst="rect">
                  <a:avLst/>
                </a:prstGeom>
              </p:spPr>
            </p:pic>
          </mc:Fallback>
        </mc:AlternateContent>
        <mc:AlternateContent xmlns:mc="http://schemas.openxmlformats.org/markup-compatibility/2006">
          <mc:Choice xmlns:p14="http://schemas.microsoft.com/office/powerpoint/2010/main" Requires="p14">
            <p:contentPart p14:bwMode="auto" r:id="rId753">
              <p14:nvContentPartPr>
                <p14:cNvPr id="504" name="Ink 503">
                  <a:extLst>
                    <a:ext uri="{FF2B5EF4-FFF2-40B4-BE49-F238E27FC236}">
                      <a16:creationId xmlns:a16="http://schemas.microsoft.com/office/drawing/2014/main" id="{DF3DC301-AB15-0F88-A804-8AF2C3620FA9}"/>
                    </a:ext>
                  </a:extLst>
                </p14:cNvPr>
                <p14:cNvContentPartPr/>
                <p14:nvPr/>
              </p14:nvContentPartPr>
              <p14:xfrm>
                <a:off x="5229518" y="841176"/>
                <a:ext cx="5760" cy="1080"/>
              </p14:xfrm>
            </p:contentPart>
          </mc:Choice>
          <mc:Fallback>
            <p:pic>
              <p:nvPicPr>
                <p:cNvPr id="504" name="Ink 503">
                  <a:extLst>
                    <a:ext uri="{FF2B5EF4-FFF2-40B4-BE49-F238E27FC236}">
                      <a16:creationId xmlns:a16="http://schemas.microsoft.com/office/drawing/2014/main" id="{DF3DC301-AB15-0F88-A804-8AF2C3620FA9}"/>
                    </a:ext>
                  </a:extLst>
                </p:cNvPr>
                <p:cNvPicPr/>
                <p:nvPr/>
              </p:nvPicPr>
              <p:blipFill>
                <a:blip r:embed="rId754"/>
                <a:stretch>
                  <a:fillRect/>
                </a:stretch>
              </p:blipFill>
              <p:spPr>
                <a:xfrm>
                  <a:off x="5225198" y="836856"/>
                  <a:ext cx="14400" cy="9720"/>
                </a:xfrm>
                <a:prstGeom prst="rect">
                  <a:avLst/>
                </a:prstGeom>
              </p:spPr>
            </p:pic>
          </mc:Fallback>
        </mc:AlternateContent>
        <mc:AlternateContent xmlns:mc="http://schemas.openxmlformats.org/markup-compatibility/2006">
          <mc:Choice xmlns:p14="http://schemas.microsoft.com/office/powerpoint/2010/main" Requires="p14">
            <p:contentPart p14:bwMode="auto" r:id="rId755">
              <p14:nvContentPartPr>
                <p14:cNvPr id="505" name="Ink 504">
                  <a:extLst>
                    <a:ext uri="{FF2B5EF4-FFF2-40B4-BE49-F238E27FC236}">
                      <a16:creationId xmlns:a16="http://schemas.microsoft.com/office/drawing/2014/main" id="{9262A10C-7756-06E7-4F50-4D3B96166571}"/>
                    </a:ext>
                  </a:extLst>
                </p14:cNvPr>
                <p14:cNvContentPartPr/>
                <p14:nvPr/>
              </p14:nvContentPartPr>
              <p14:xfrm>
                <a:off x="5239598" y="736056"/>
                <a:ext cx="34200" cy="82080"/>
              </p14:xfrm>
            </p:contentPart>
          </mc:Choice>
          <mc:Fallback>
            <p:pic>
              <p:nvPicPr>
                <p:cNvPr id="505" name="Ink 504">
                  <a:extLst>
                    <a:ext uri="{FF2B5EF4-FFF2-40B4-BE49-F238E27FC236}">
                      <a16:creationId xmlns:a16="http://schemas.microsoft.com/office/drawing/2014/main" id="{9262A10C-7756-06E7-4F50-4D3B96166571}"/>
                    </a:ext>
                  </a:extLst>
                </p:cNvPr>
                <p:cNvPicPr/>
                <p:nvPr/>
              </p:nvPicPr>
              <p:blipFill>
                <a:blip r:embed="rId756"/>
                <a:stretch>
                  <a:fillRect/>
                </a:stretch>
              </p:blipFill>
              <p:spPr>
                <a:xfrm>
                  <a:off x="5235278" y="731736"/>
                  <a:ext cx="4284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757">
              <p14:nvContentPartPr>
                <p14:cNvPr id="506" name="Ink 505">
                  <a:extLst>
                    <a:ext uri="{FF2B5EF4-FFF2-40B4-BE49-F238E27FC236}">
                      <a16:creationId xmlns:a16="http://schemas.microsoft.com/office/drawing/2014/main" id="{0EC65988-1BB4-2B9F-FE93-969893DEB7BD}"/>
                    </a:ext>
                  </a:extLst>
                </p14:cNvPr>
                <p14:cNvContentPartPr/>
                <p14:nvPr/>
              </p14:nvContentPartPr>
              <p14:xfrm>
                <a:off x="5271638" y="661176"/>
                <a:ext cx="88560" cy="133200"/>
              </p14:xfrm>
            </p:contentPart>
          </mc:Choice>
          <mc:Fallback>
            <p:pic>
              <p:nvPicPr>
                <p:cNvPr id="506" name="Ink 505">
                  <a:extLst>
                    <a:ext uri="{FF2B5EF4-FFF2-40B4-BE49-F238E27FC236}">
                      <a16:creationId xmlns:a16="http://schemas.microsoft.com/office/drawing/2014/main" id="{0EC65988-1BB4-2B9F-FE93-969893DEB7BD}"/>
                    </a:ext>
                  </a:extLst>
                </p:cNvPr>
                <p:cNvPicPr/>
                <p:nvPr/>
              </p:nvPicPr>
              <p:blipFill>
                <a:blip r:embed="rId758"/>
                <a:stretch>
                  <a:fillRect/>
                </a:stretch>
              </p:blipFill>
              <p:spPr>
                <a:xfrm>
                  <a:off x="5267318" y="656856"/>
                  <a:ext cx="9720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759">
              <p14:nvContentPartPr>
                <p14:cNvPr id="508" name="Ink 507">
                  <a:extLst>
                    <a:ext uri="{FF2B5EF4-FFF2-40B4-BE49-F238E27FC236}">
                      <a16:creationId xmlns:a16="http://schemas.microsoft.com/office/drawing/2014/main" id="{1AF10ECD-43C1-2375-887F-AD53F00ABA7A}"/>
                    </a:ext>
                  </a:extLst>
                </p14:cNvPr>
                <p14:cNvContentPartPr/>
                <p14:nvPr/>
              </p14:nvContentPartPr>
              <p14:xfrm>
                <a:off x="5391518" y="877896"/>
                <a:ext cx="92880" cy="76320"/>
              </p14:xfrm>
            </p:contentPart>
          </mc:Choice>
          <mc:Fallback>
            <p:pic>
              <p:nvPicPr>
                <p:cNvPr id="508" name="Ink 507">
                  <a:extLst>
                    <a:ext uri="{FF2B5EF4-FFF2-40B4-BE49-F238E27FC236}">
                      <a16:creationId xmlns:a16="http://schemas.microsoft.com/office/drawing/2014/main" id="{1AF10ECD-43C1-2375-887F-AD53F00ABA7A}"/>
                    </a:ext>
                  </a:extLst>
                </p:cNvPr>
                <p:cNvPicPr/>
                <p:nvPr/>
              </p:nvPicPr>
              <p:blipFill>
                <a:blip r:embed="rId760"/>
                <a:stretch>
                  <a:fillRect/>
                </a:stretch>
              </p:blipFill>
              <p:spPr>
                <a:xfrm>
                  <a:off x="5387198" y="873576"/>
                  <a:ext cx="10152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761">
              <p14:nvContentPartPr>
                <p14:cNvPr id="509" name="Ink 508">
                  <a:extLst>
                    <a:ext uri="{FF2B5EF4-FFF2-40B4-BE49-F238E27FC236}">
                      <a16:creationId xmlns:a16="http://schemas.microsoft.com/office/drawing/2014/main" id="{7BD64BEF-9394-ABBF-0BEC-661CE8AA8620}"/>
                    </a:ext>
                  </a:extLst>
                </p14:cNvPr>
                <p14:cNvContentPartPr/>
                <p14:nvPr/>
              </p14:nvContentPartPr>
              <p14:xfrm>
                <a:off x="5440838" y="913176"/>
                <a:ext cx="232200" cy="11160"/>
              </p14:xfrm>
            </p:contentPart>
          </mc:Choice>
          <mc:Fallback>
            <p:pic>
              <p:nvPicPr>
                <p:cNvPr id="509" name="Ink 508">
                  <a:extLst>
                    <a:ext uri="{FF2B5EF4-FFF2-40B4-BE49-F238E27FC236}">
                      <a16:creationId xmlns:a16="http://schemas.microsoft.com/office/drawing/2014/main" id="{7BD64BEF-9394-ABBF-0BEC-661CE8AA8620}"/>
                    </a:ext>
                  </a:extLst>
                </p:cNvPr>
                <p:cNvPicPr/>
                <p:nvPr/>
              </p:nvPicPr>
              <p:blipFill>
                <a:blip r:embed="rId762"/>
                <a:stretch>
                  <a:fillRect/>
                </a:stretch>
              </p:blipFill>
              <p:spPr>
                <a:xfrm>
                  <a:off x="5436518" y="908856"/>
                  <a:ext cx="24084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763">
              <p14:nvContentPartPr>
                <p14:cNvPr id="510" name="Ink 509">
                  <a:extLst>
                    <a:ext uri="{FF2B5EF4-FFF2-40B4-BE49-F238E27FC236}">
                      <a16:creationId xmlns:a16="http://schemas.microsoft.com/office/drawing/2014/main" id="{1950F6D6-A711-4EF5-607D-1727E84D1C3E}"/>
                    </a:ext>
                  </a:extLst>
                </p14:cNvPr>
                <p14:cNvContentPartPr/>
                <p14:nvPr/>
              </p14:nvContentPartPr>
              <p14:xfrm>
                <a:off x="5616878" y="862416"/>
                <a:ext cx="93600" cy="124560"/>
              </p14:xfrm>
            </p:contentPart>
          </mc:Choice>
          <mc:Fallback>
            <p:pic>
              <p:nvPicPr>
                <p:cNvPr id="510" name="Ink 509">
                  <a:extLst>
                    <a:ext uri="{FF2B5EF4-FFF2-40B4-BE49-F238E27FC236}">
                      <a16:creationId xmlns:a16="http://schemas.microsoft.com/office/drawing/2014/main" id="{1950F6D6-A711-4EF5-607D-1727E84D1C3E}"/>
                    </a:ext>
                  </a:extLst>
                </p:cNvPr>
                <p:cNvPicPr/>
                <p:nvPr/>
              </p:nvPicPr>
              <p:blipFill>
                <a:blip r:embed="rId764"/>
                <a:stretch>
                  <a:fillRect/>
                </a:stretch>
              </p:blipFill>
              <p:spPr>
                <a:xfrm>
                  <a:off x="5612558" y="858096"/>
                  <a:ext cx="10224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765">
              <p14:nvContentPartPr>
                <p14:cNvPr id="511" name="Ink 510">
                  <a:extLst>
                    <a:ext uri="{FF2B5EF4-FFF2-40B4-BE49-F238E27FC236}">
                      <a16:creationId xmlns:a16="http://schemas.microsoft.com/office/drawing/2014/main" id="{19439996-AE33-C387-95D4-792A0E31FFBD}"/>
                    </a:ext>
                  </a:extLst>
                </p14:cNvPr>
                <p14:cNvContentPartPr/>
                <p14:nvPr/>
              </p14:nvContentPartPr>
              <p14:xfrm>
                <a:off x="5425718" y="1062936"/>
                <a:ext cx="170280" cy="115920"/>
              </p14:xfrm>
            </p:contentPart>
          </mc:Choice>
          <mc:Fallback>
            <p:pic>
              <p:nvPicPr>
                <p:cNvPr id="511" name="Ink 510">
                  <a:extLst>
                    <a:ext uri="{FF2B5EF4-FFF2-40B4-BE49-F238E27FC236}">
                      <a16:creationId xmlns:a16="http://schemas.microsoft.com/office/drawing/2014/main" id="{19439996-AE33-C387-95D4-792A0E31FFBD}"/>
                    </a:ext>
                  </a:extLst>
                </p:cNvPr>
                <p:cNvPicPr/>
                <p:nvPr/>
              </p:nvPicPr>
              <p:blipFill>
                <a:blip r:embed="rId766"/>
                <a:stretch>
                  <a:fillRect/>
                </a:stretch>
              </p:blipFill>
              <p:spPr>
                <a:xfrm>
                  <a:off x="5421398" y="1058616"/>
                  <a:ext cx="178920" cy="124560"/>
                </a:xfrm>
                <a:prstGeom prst="rect">
                  <a:avLst/>
                </a:prstGeom>
              </p:spPr>
            </p:pic>
          </mc:Fallback>
        </mc:AlternateContent>
        <mc:AlternateContent xmlns:mc="http://schemas.openxmlformats.org/markup-compatibility/2006">
          <mc:Choice xmlns:p14="http://schemas.microsoft.com/office/powerpoint/2010/main" Requires="p14">
            <p:contentPart p14:bwMode="auto" r:id="rId767">
              <p14:nvContentPartPr>
                <p14:cNvPr id="512" name="Ink 511">
                  <a:extLst>
                    <a:ext uri="{FF2B5EF4-FFF2-40B4-BE49-F238E27FC236}">
                      <a16:creationId xmlns:a16="http://schemas.microsoft.com/office/drawing/2014/main" id="{33ED2FF2-EBB0-CE6F-EEC4-2B919D731D34}"/>
                    </a:ext>
                  </a:extLst>
                </p14:cNvPr>
                <p14:cNvContentPartPr/>
                <p14:nvPr/>
              </p14:nvContentPartPr>
              <p14:xfrm>
                <a:off x="5578718" y="998136"/>
                <a:ext cx="100800" cy="80640"/>
              </p14:xfrm>
            </p:contentPart>
          </mc:Choice>
          <mc:Fallback>
            <p:pic>
              <p:nvPicPr>
                <p:cNvPr id="512" name="Ink 511">
                  <a:extLst>
                    <a:ext uri="{FF2B5EF4-FFF2-40B4-BE49-F238E27FC236}">
                      <a16:creationId xmlns:a16="http://schemas.microsoft.com/office/drawing/2014/main" id="{33ED2FF2-EBB0-CE6F-EEC4-2B919D731D34}"/>
                    </a:ext>
                  </a:extLst>
                </p:cNvPr>
                <p:cNvPicPr/>
                <p:nvPr/>
              </p:nvPicPr>
              <p:blipFill>
                <a:blip r:embed="rId768"/>
                <a:stretch>
                  <a:fillRect/>
                </a:stretch>
              </p:blipFill>
              <p:spPr>
                <a:xfrm>
                  <a:off x="5574398" y="993816"/>
                  <a:ext cx="109440" cy="89280"/>
                </a:xfrm>
                <a:prstGeom prst="rect">
                  <a:avLst/>
                </a:prstGeom>
              </p:spPr>
            </p:pic>
          </mc:Fallback>
        </mc:AlternateContent>
      </p:grpSp>
      <p:grpSp>
        <p:nvGrpSpPr>
          <p:cNvPr id="534" name="Group 533">
            <a:extLst>
              <a:ext uri="{FF2B5EF4-FFF2-40B4-BE49-F238E27FC236}">
                <a16:creationId xmlns:a16="http://schemas.microsoft.com/office/drawing/2014/main" id="{E1446926-5735-DE36-0200-DBF21C64010C}"/>
              </a:ext>
            </a:extLst>
          </p:cNvPr>
          <p:cNvGrpSpPr/>
          <p:nvPr/>
        </p:nvGrpSpPr>
        <p:grpSpPr>
          <a:xfrm>
            <a:off x="10225958" y="279216"/>
            <a:ext cx="1330920" cy="349920"/>
            <a:chOff x="10225958" y="279216"/>
            <a:chExt cx="1330920" cy="349920"/>
          </a:xfrm>
        </p:grpSpPr>
        <mc:AlternateContent xmlns:mc="http://schemas.openxmlformats.org/markup-compatibility/2006">
          <mc:Choice xmlns:p14="http://schemas.microsoft.com/office/powerpoint/2010/main" Requires="p14">
            <p:contentPart p14:bwMode="auto" r:id="rId769">
              <p14:nvContentPartPr>
                <p14:cNvPr id="514" name="Ink 513">
                  <a:extLst>
                    <a:ext uri="{FF2B5EF4-FFF2-40B4-BE49-F238E27FC236}">
                      <a16:creationId xmlns:a16="http://schemas.microsoft.com/office/drawing/2014/main" id="{9C56E563-D219-0F14-D71E-D45A58D31406}"/>
                    </a:ext>
                  </a:extLst>
                </p14:cNvPr>
                <p14:cNvContentPartPr/>
                <p14:nvPr/>
              </p14:nvContentPartPr>
              <p14:xfrm>
                <a:off x="10225958" y="279216"/>
                <a:ext cx="179640" cy="349920"/>
              </p14:xfrm>
            </p:contentPart>
          </mc:Choice>
          <mc:Fallback>
            <p:pic>
              <p:nvPicPr>
                <p:cNvPr id="514" name="Ink 513">
                  <a:extLst>
                    <a:ext uri="{FF2B5EF4-FFF2-40B4-BE49-F238E27FC236}">
                      <a16:creationId xmlns:a16="http://schemas.microsoft.com/office/drawing/2014/main" id="{9C56E563-D219-0F14-D71E-D45A58D31406}"/>
                    </a:ext>
                  </a:extLst>
                </p:cNvPr>
                <p:cNvPicPr/>
                <p:nvPr/>
              </p:nvPicPr>
              <p:blipFill>
                <a:blip r:embed="rId770"/>
                <a:stretch>
                  <a:fillRect/>
                </a:stretch>
              </p:blipFill>
              <p:spPr>
                <a:xfrm>
                  <a:off x="10221638" y="274896"/>
                  <a:ext cx="188280" cy="358560"/>
                </a:xfrm>
                <a:prstGeom prst="rect">
                  <a:avLst/>
                </a:prstGeom>
              </p:spPr>
            </p:pic>
          </mc:Fallback>
        </mc:AlternateContent>
        <mc:AlternateContent xmlns:mc="http://schemas.openxmlformats.org/markup-compatibility/2006">
          <mc:Choice xmlns:p14="http://schemas.microsoft.com/office/powerpoint/2010/main" Requires="p14">
            <p:contentPart p14:bwMode="auto" r:id="rId771">
              <p14:nvContentPartPr>
                <p14:cNvPr id="515" name="Ink 514">
                  <a:extLst>
                    <a:ext uri="{FF2B5EF4-FFF2-40B4-BE49-F238E27FC236}">
                      <a16:creationId xmlns:a16="http://schemas.microsoft.com/office/drawing/2014/main" id="{2592BB43-90B2-248E-AA2D-4A0F42A7EB70}"/>
                    </a:ext>
                  </a:extLst>
                </p14:cNvPr>
                <p14:cNvContentPartPr/>
                <p14:nvPr/>
              </p14:nvContentPartPr>
              <p14:xfrm>
                <a:off x="10436918" y="476496"/>
                <a:ext cx="144000" cy="93600"/>
              </p14:xfrm>
            </p:contentPart>
          </mc:Choice>
          <mc:Fallback>
            <p:pic>
              <p:nvPicPr>
                <p:cNvPr id="515" name="Ink 514">
                  <a:extLst>
                    <a:ext uri="{FF2B5EF4-FFF2-40B4-BE49-F238E27FC236}">
                      <a16:creationId xmlns:a16="http://schemas.microsoft.com/office/drawing/2014/main" id="{2592BB43-90B2-248E-AA2D-4A0F42A7EB70}"/>
                    </a:ext>
                  </a:extLst>
                </p:cNvPr>
                <p:cNvPicPr/>
                <p:nvPr/>
              </p:nvPicPr>
              <p:blipFill>
                <a:blip r:embed="rId772"/>
                <a:stretch>
                  <a:fillRect/>
                </a:stretch>
              </p:blipFill>
              <p:spPr>
                <a:xfrm>
                  <a:off x="10432598" y="472176"/>
                  <a:ext cx="15264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773">
              <p14:nvContentPartPr>
                <p14:cNvPr id="516" name="Ink 515">
                  <a:extLst>
                    <a:ext uri="{FF2B5EF4-FFF2-40B4-BE49-F238E27FC236}">
                      <a16:creationId xmlns:a16="http://schemas.microsoft.com/office/drawing/2014/main" id="{4301085F-AC5C-3730-5DB8-75D2A1611721}"/>
                    </a:ext>
                  </a:extLst>
                </p14:cNvPr>
                <p14:cNvContentPartPr/>
                <p14:nvPr/>
              </p14:nvContentPartPr>
              <p14:xfrm>
                <a:off x="10634558" y="491256"/>
                <a:ext cx="13680" cy="93960"/>
              </p14:xfrm>
            </p:contentPart>
          </mc:Choice>
          <mc:Fallback>
            <p:pic>
              <p:nvPicPr>
                <p:cNvPr id="516" name="Ink 515">
                  <a:extLst>
                    <a:ext uri="{FF2B5EF4-FFF2-40B4-BE49-F238E27FC236}">
                      <a16:creationId xmlns:a16="http://schemas.microsoft.com/office/drawing/2014/main" id="{4301085F-AC5C-3730-5DB8-75D2A1611721}"/>
                    </a:ext>
                  </a:extLst>
                </p:cNvPr>
                <p:cNvPicPr/>
                <p:nvPr/>
              </p:nvPicPr>
              <p:blipFill>
                <a:blip r:embed="rId774"/>
                <a:stretch>
                  <a:fillRect/>
                </a:stretch>
              </p:blipFill>
              <p:spPr>
                <a:xfrm>
                  <a:off x="10630238" y="486936"/>
                  <a:ext cx="2232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775">
              <p14:nvContentPartPr>
                <p14:cNvPr id="517" name="Ink 516">
                  <a:extLst>
                    <a:ext uri="{FF2B5EF4-FFF2-40B4-BE49-F238E27FC236}">
                      <a16:creationId xmlns:a16="http://schemas.microsoft.com/office/drawing/2014/main" id="{CB515CFC-DA22-C696-22D6-B1F48CB2F402}"/>
                    </a:ext>
                  </a:extLst>
                </p14:cNvPr>
                <p14:cNvContentPartPr/>
                <p14:nvPr/>
              </p14:nvContentPartPr>
              <p14:xfrm>
                <a:off x="10608278" y="412776"/>
                <a:ext cx="21960" cy="22680"/>
              </p14:xfrm>
            </p:contentPart>
          </mc:Choice>
          <mc:Fallback>
            <p:pic>
              <p:nvPicPr>
                <p:cNvPr id="517" name="Ink 516">
                  <a:extLst>
                    <a:ext uri="{FF2B5EF4-FFF2-40B4-BE49-F238E27FC236}">
                      <a16:creationId xmlns:a16="http://schemas.microsoft.com/office/drawing/2014/main" id="{CB515CFC-DA22-C696-22D6-B1F48CB2F402}"/>
                    </a:ext>
                  </a:extLst>
                </p:cNvPr>
                <p:cNvPicPr/>
                <p:nvPr/>
              </p:nvPicPr>
              <p:blipFill>
                <a:blip r:embed="rId776"/>
                <a:stretch>
                  <a:fillRect/>
                </a:stretch>
              </p:blipFill>
              <p:spPr>
                <a:xfrm>
                  <a:off x="10603958" y="408456"/>
                  <a:ext cx="3060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777">
              <p14:nvContentPartPr>
                <p14:cNvPr id="518" name="Ink 517">
                  <a:extLst>
                    <a:ext uri="{FF2B5EF4-FFF2-40B4-BE49-F238E27FC236}">
                      <a16:creationId xmlns:a16="http://schemas.microsoft.com/office/drawing/2014/main" id="{24CD68F8-E33F-7758-9360-9B162F58BB0E}"/>
                    </a:ext>
                  </a:extLst>
                </p14:cNvPr>
                <p14:cNvContentPartPr/>
                <p14:nvPr/>
              </p14:nvContentPartPr>
              <p14:xfrm>
                <a:off x="10688198" y="436896"/>
                <a:ext cx="135360" cy="124560"/>
              </p14:xfrm>
            </p:contentPart>
          </mc:Choice>
          <mc:Fallback>
            <p:pic>
              <p:nvPicPr>
                <p:cNvPr id="518" name="Ink 517">
                  <a:extLst>
                    <a:ext uri="{FF2B5EF4-FFF2-40B4-BE49-F238E27FC236}">
                      <a16:creationId xmlns:a16="http://schemas.microsoft.com/office/drawing/2014/main" id="{24CD68F8-E33F-7758-9360-9B162F58BB0E}"/>
                    </a:ext>
                  </a:extLst>
                </p:cNvPr>
                <p:cNvPicPr/>
                <p:nvPr/>
              </p:nvPicPr>
              <p:blipFill>
                <a:blip r:embed="rId778"/>
                <a:stretch>
                  <a:fillRect/>
                </a:stretch>
              </p:blipFill>
              <p:spPr>
                <a:xfrm>
                  <a:off x="10683878" y="432576"/>
                  <a:ext cx="14400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779">
              <p14:nvContentPartPr>
                <p14:cNvPr id="519" name="Ink 518">
                  <a:extLst>
                    <a:ext uri="{FF2B5EF4-FFF2-40B4-BE49-F238E27FC236}">
                      <a16:creationId xmlns:a16="http://schemas.microsoft.com/office/drawing/2014/main" id="{ECE9207F-F9BE-4945-4550-CDD520DF2ECD}"/>
                    </a:ext>
                  </a:extLst>
                </p14:cNvPr>
                <p14:cNvContentPartPr/>
                <p14:nvPr/>
              </p14:nvContentPartPr>
              <p14:xfrm>
                <a:off x="10855598" y="441576"/>
                <a:ext cx="89640" cy="91440"/>
              </p14:xfrm>
            </p:contentPart>
          </mc:Choice>
          <mc:Fallback>
            <p:pic>
              <p:nvPicPr>
                <p:cNvPr id="519" name="Ink 518">
                  <a:extLst>
                    <a:ext uri="{FF2B5EF4-FFF2-40B4-BE49-F238E27FC236}">
                      <a16:creationId xmlns:a16="http://schemas.microsoft.com/office/drawing/2014/main" id="{ECE9207F-F9BE-4945-4550-CDD520DF2ECD}"/>
                    </a:ext>
                  </a:extLst>
                </p:cNvPr>
                <p:cNvPicPr/>
                <p:nvPr/>
              </p:nvPicPr>
              <p:blipFill>
                <a:blip r:embed="rId780"/>
                <a:stretch>
                  <a:fillRect/>
                </a:stretch>
              </p:blipFill>
              <p:spPr>
                <a:xfrm>
                  <a:off x="10851278" y="437256"/>
                  <a:ext cx="9828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781">
              <p14:nvContentPartPr>
                <p14:cNvPr id="520" name="Ink 519">
                  <a:extLst>
                    <a:ext uri="{FF2B5EF4-FFF2-40B4-BE49-F238E27FC236}">
                      <a16:creationId xmlns:a16="http://schemas.microsoft.com/office/drawing/2014/main" id="{872696DC-1E37-640F-C9BA-9E1AAE398C3B}"/>
                    </a:ext>
                  </a:extLst>
                </p14:cNvPr>
                <p14:cNvContentPartPr/>
                <p14:nvPr/>
              </p14:nvContentPartPr>
              <p14:xfrm>
                <a:off x="10985558" y="455616"/>
                <a:ext cx="94680" cy="83520"/>
              </p14:xfrm>
            </p:contentPart>
          </mc:Choice>
          <mc:Fallback>
            <p:pic>
              <p:nvPicPr>
                <p:cNvPr id="520" name="Ink 519">
                  <a:extLst>
                    <a:ext uri="{FF2B5EF4-FFF2-40B4-BE49-F238E27FC236}">
                      <a16:creationId xmlns:a16="http://schemas.microsoft.com/office/drawing/2014/main" id="{872696DC-1E37-640F-C9BA-9E1AAE398C3B}"/>
                    </a:ext>
                  </a:extLst>
                </p:cNvPr>
                <p:cNvPicPr/>
                <p:nvPr/>
              </p:nvPicPr>
              <p:blipFill>
                <a:blip r:embed="rId782"/>
                <a:stretch>
                  <a:fillRect/>
                </a:stretch>
              </p:blipFill>
              <p:spPr>
                <a:xfrm>
                  <a:off x="10981238" y="451296"/>
                  <a:ext cx="10332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783">
              <p14:nvContentPartPr>
                <p14:cNvPr id="521" name="Ink 520">
                  <a:extLst>
                    <a:ext uri="{FF2B5EF4-FFF2-40B4-BE49-F238E27FC236}">
                      <a16:creationId xmlns:a16="http://schemas.microsoft.com/office/drawing/2014/main" id="{77920266-9001-0C6C-5DE9-FB1B4FD00099}"/>
                    </a:ext>
                  </a:extLst>
                </p14:cNvPr>
                <p14:cNvContentPartPr/>
                <p14:nvPr/>
              </p14:nvContentPartPr>
              <p14:xfrm>
                <a:off x="11061518" y="421056"/>
                <a:ext cx="8640" cy="15840"/>
              </p14:xfrm>
            </p:contentPart>
          </mc:Choice>
          <mc:Fallback>
            <p:pic>
              <p:nvPicPr>
                <p:cNvPr id="521" name="Ink 520">
                  <a:extLst>
                    <a:ext uri="{FF2B5EF4-FFF2-40B4-BE49-F238E27FC236}">
                      <a16:creationId xmlns:a16="http://schemas.microsoft.com/office/drawing/2014/main" id="{77920266-9001-0C6C-5DE9-FB1B4FD00099}"/>
                    </a:ext>
                  </a:extLst>
                </p:cNvPr>
                <p:cNvPicPr/>
                <p:nvPr/>
              </p:nvPicPr>
              <p:blipFill>
                <a:blip r:embed="rId784"/>
                <a:stretch>
                  <a:fillRect/>
                </a:stretch>
              </p:blipFill>
              <p:spPr>
                <a:xfrm>
                  <a:off x="11057198" y="416736"/>
                  <a:ext cx="1728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785">
              <p14:nvContentPartPr>
                <p14:cNvPr id="522" name="Ink 521">
                  <a:extLst>
                    <a:ext uri="{FF2B5EF4-FFF2-40B4-BE49-F238E27FC236}">
                      <a16:creationId xmlns:a16="http://schemas.microsoft.com/office/drawing/2014/main" id="{87CC7CCF-FCC5-8A46-F7AE-3CEA9386310D}"/>
                    </a:ext>
                  </a:extLst>
                </p14:cNvPr>
                <p14:cNvContentPartPr/>
                <p14:nvPr/>
              </p14:nvContentPartPr>
              <p14:xfrm>
                <a:off x="11190398" y="439416"/>
                <a:ext cx="134640" cy="63360"/>
              </p14:xfrm>
            </p:contentPart>
          </mc:Choice>
          <mc:Fallback>
            <p:pic>
              <p:nvPicPr>
                <p:cNvPr id="522" name="Ink 521">
                  <a:extLst>
                    <a:ext uri="{FF2B5EF4-FFF2-40B4-BE49-F238E27FC236}">
                      <a16:creationId xmlns:a16="http://schemas.microsoft.com/office/drawing/2014/main" id="{87CC7CCF-FCC5-8A46-F7AE-3CEA9386310D}"/>
                    </a:ext>
                  </a:extLst>
                </p:cNvPr>
                <p:cNvPicPr/>
                <p:nvPr/>
              </p:nvPicPr>
              <p:blipFill>
                <a:blip r:embed="rId786"/>
                <a:stretch>
                  <a:fillRect/>
                </a:stretch>
              </p:blipFill>
              <p:spPr>
                <a:xfrm>
                  <a:off x="11186078" y="435096"/>
                  <a:ext cx="14328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787">
              <p14:nvContentPartPr>
                <p14:cNvPr id="523" name="Ink 522">
                  <a:extLst>
                    <a:ext uri="{FF2B5EF4-FFF2-40B4-BE49-F238E27FC236}">
                      <a16:creationId xmlns:a16="http://schemas.microsoft.com/office/drawing/2014/main" id="{F087853F-13BA-268C-E55C-181EF559017F}"/>
                    </a:ext>
                  </a:extLst>
                </p14:cNvPr>
                <p14:cNvContentPartPr/>
                <p14:nvPr/>
              </p14:nvContentPartPr>
              <p14:xfrm>
                <a:off x="11370038" y="351936"/>
                <a:ext cx="38520" cy="154800"/>
              </p14:xfrm>
            </p:contentPart>
          </mc:Choice>
          <mc:Fallback>
            <p:pic>
              <p:nvPicPr>
                <p:cNvPr id="523" name="Ink 522">
                  <a:extLst>
                    <a:ext uri="{FF2B5EF4-FFF2-40B4-BE49-F238E27FC236}">
                      <a16:creationId xmlns:a16="http://schemas.microsoft.com/office/drawing/2014/main" id="{F087853F-13BA-268C-E55C-181EF559017F}"/>
                    </a:ext>
                  </a:extLst>
                </p:cNvPr>
                <p:cNvPicPr/>
                <p:nvPr/>
              </p:nvPicPr>
              <p:blipFill>
                <a:blip r:embed="rId788"/>
                <a:stretch>
                  <a:fillRect/>
                </a:stretch>
              </p:blipFill>
              <p:spPr>
                <a:xfrm>
                  <a:off x="11365718" y="347616"/>
                  <a:ext cx="4716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789">
              <p14:nvContentPartPr>
                <p14:cNvPr id="524" name="Ink 523">
                  <a:extLst>
                    <a:ext uri="{FF2B5EF4-FFF2-40B4-BE49-F238E27FC236}">
                      <a16:creationId xmlns:a16="http://schemas.microsoft.com/office/drawing/2014/main" id="{2CE18960-5A7B-C05C-A23A-BAFC0B4493EC}"/>
                    </a:ext>
                  </a:extLst>
                </p14:cNvPr>
                <p14:cNvContentPartPr/>
                <p14:nvPr/>
              </p14:nvContentPartPr>
              <p14:xfrm>
                <a:off x="11376158" y="431856"/>
                <a:ext cx="180720" cy="87480"/>
              </p14:xfrm>
            </p:contentPart>
          </mc:Choice>
          <mc:Fallback>
            <p:pic>
              <p:nvPicPr>
                <p:cNvPr id="524" name="Ink 523">
                  <a:extLst>
                    <a:ext uri="{FF2B5EF4-FFF2-40B4-BE49-F238E27FC236}">
                      <a16:creationId xmlns:a16="http://schemas.microsoft.com/office/drawing/2014/main" id="{2CE18960-5A7B-C05C-A23A-BAFC0B4493EC}"/>
                    </a:ext>
                  </a:extLst>
                </p:cNvPr>
                <p:cNvPicPr/>
                <p:nvPr/>
              </p:nvPicPr>
              <p:blipFill>
                <a:blip r:embed="rId790"/>
                <a:stretch>
                  <a:fillRect/>
                </a:stretch>
              </p:blipFill>
              <p:spPr>
                <a:xfrm>
                  <a:off x="11371838" y="427536"/>
                  <a:ext cx="189360" cy="96120"/>
                </a:xfrm>
                <a:prstGeom prst="rect">
                  <a:avLst/>
                </a:prstGeom>
              </p:spPr>
            </p:pic>
          </mc:Fallback>
        </mc:AlternateContent>
      </p:grpSp>
      <p:grpSp>
        <p:nvGrpSpPr>
          <p:cNvPr id="577" name="Group 576">
            <a:extLst>
              <a:ext uri="{FF2B5EF4-FFF2-40B4-BE49-F238E27FC236}">
                <a16:creationId xmlns:a16="http://schemas.microsoft.com/office/drawing/2014/main" id="{E9B81AF1-12C1-CE4F-5B3F-CDB7DAB27CB1}"/>
              </a:ext>
            </a:extLst>
          </p:cNvPr>
          <p:cNvGrpSpPr/>
          <p:nvPr/>
        </p:nvGrpSpPr>
        <p:grpSpPr>
          <a:xfrm>
            <a:off x="9617558" y="742176"/>
            <a:ext cx="2494080" cy="1673280"/>
            <a:chOff x="9617558" y="742176"/>
            <a:chExt cx="2494080" cy="1673280"/>
          </a:xfrm>
        </p:grpSpPr>
        <mc:AlternateContent xmlns:mc="http://schemas.openxmlformats.org/markup-compatibility/2006">
          <mc:Choice xmlns:p14="http://schemas.microsoft.com/office/powerpoint/2010/main" Requires="p14">
            <p:contentPart p14:bwMode="auto" r:id="rId791">
              <p14:nvContentPartPr>
                <p14:cNvPr id="217" name="Ink 216">
                  <a:extLst>
                    <a:ext uri="{FF2B5EF4-FFF2-40B4-BE49-F238E27FC236}">
                      <a16:creationId xmlns:a16="http://schemas.microsoft.com/office/drawing/2014/main" id="{A4B737B7-0F2E-F9F1-AFD8-3451D6720603}"/>
                    </a:ext>
                  </a:extLst>
                </p14:cNvPr>
                <p14:cNvContentPartPr/>
                <p14:nvPr/>
              </p14:nvContentPartPr>
              <p14:xfrm>
                <a:off x="9617558" y="1586016"/>
                <a:ext cx="165240" cy="259560"/>
              </p14:xfrm>
            </p:contentPart>
          </mc:Choice>
          <mc:Fallback>
            <p:pic>
              <p:nvPicPr>
                <p:cNvPr id="217" name="Ink 216">
                  <a:extLst>
                    <a:ext uri="{FF2B5EF4-FFF2-40B4-BE49-F238E27FC236}">
                      <a16:creationId xmlns:a16="http://schemas.microsoft.com/office/drawing/2014/main" id="{A4B737B7-0F2E-F9F1-AFD8-3451D6720603}"/>
                    </a:ext>
                  </a:extLst>
                </p:cNvPr>
                <p:cNvPicPr/>
                <p:nvPr/>
              </p:nvPicPr>
              <p:blipFill>
                <a:blip r:embed="rId792"/>
                <a:stretch>
                  <a:fillRect/>
                </a:stretch>
              </p:blipFill>
              <p:spPr>
                <a:xfrm>
                  <a:off x="9613238" y="1581696"/>
                  <a:ext cx="173880" cy="268200"/>
                </a:xfrm>
                <a:prstGeom prst="rect">
                  <a:avLst/>
                </a:prstGeom>
              </p:spPr>
            </p:pic>
          </mc:Fallback>
        </mc:AlternateContent>
        <mc:AlternateContent xmlns:mc="http://schemas.openxmlformats.org/markup-compatibility/2006">
          <mc:Choice xmlns:p14="http://schemas.microsoft.com/office/powerpoint/2010/main" Requires="p14">
            <p:contentPart p14:bwMode="auto" r:id="rId793">
              <p14:nvContentPartPr>
                <p14:cNvPr id="218" name="Ink 217">
                  <a:extLst>
                    <a:ext uri="{FF2B5EF4-FFF2-40B4-BE49-F238E27FC236}">
                      <a16:creationId xmlns:a16="http://schemas.microsoft.com/office/drawing/2014/main" id="{E2CAC5C5-9058-4414-5F1A-C141A13AD78F}"/>
                    </a:ext>
                  </a:extLst>
                </p14:cNvPr>
                <p14:cNvContentPartPr/>
                <p14:nvPr/>
              </p14:nvContentPartPr>
              <p14:xfrm>
                <a:off x="9816998" y="1681776"/>
                <a:ext cx="136440" cy="92880"/>
              </p14:xfrm>
            </p:contentPart>
          </mc:Choice>
          <mc:Fallback>
            <p:pic>
              <p:nvPicPr>
                <p:cNvPr id="218" name="Ink 217">
                  <a:extLst>
                    <a:ext uri="{FF2B5EF4-FFF2-40B4-BE49-F238E27FC236}">
                      <a16:creationId xmlns:a16="http://schemas.microsoft.com/office/drawing/2014/main" id="{E2CAC5C5-9058-4414-5F1A-C141A13AD78F}"/>
                    </a:ext>
                  </a:extLst>
                </p:cNvPr>
                <p:cNvPicPr/>
                <p:nvPr/>
              </p:nvPicPr>
              <p:blipFill>
                <a:blip r:embed="rId794"/>
                <a:stretch>
                  <a:fillRect/>
                </a:stretch>
              </p:blipFill>
              <p:spPr>
                <a:xfrm>
                  <a:off x="9812678" y="1677456"/>
                  <a:ext cx="14508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795">
              <p14:nvContentPartPr>
                <p14:cNvPr id="219" name="Ink 218">
                  <a:extLst>
                    <a:ext uri="{FF2B5EF4-FFF2-40B4-BE49-F238E27FC236}">
                      <a16:creationId xmlns:a16="http://schemas.microsoft.com/office/drawing/2014/main" id="{31FAF91D-C6FE-ED2B-5527-E352A0493C8F}"/>
                    </a:ext>
                  </a:extLst>
                </p14:cNvPr>
                <p14:cNvContentPartPr/>
                <p14:nvPr/>
              </p14:nvContentPartPr>
              <p14:xfrm>
                <a:off x="9953438" y="1727136"/>
                <a:ext cx="147240" cy="57240"/>
              </p14:xfrm>
            </p:contentPart>
          </mc:Choice>
          <mc:Fallback>
            <p:pic>
              <p:nvPicPr>
                <p:cNvPr id="219" name="Ink 218">
                  <a:extLst>
                    <a:ext uri="{FF2B5EF4-FFF2-40B4-BE49-F238E27FC236}">
                      <a16:creationId xmlns:a16="http://schemas.microsoft.com/office/drawing/2014/main" id="{31FAF91D-C6FE-ED2B-5527-E352A0493C8F}"/>
                    </a:ext>
                  </a:extLst>
                </p:cNvPr>
                <p:cNvPicPr/>
                <p:nvPr/>
              </p:nvPicPr>
              <p:blipFill>
                <a:blip r:embed="rId796"/>
                <a:stretch>
                  <a:fillRect/>
                </a:stretch>
              </p:blipFill>
              <p:spPr>
                <a:xfrm>
                  <a:off x="9949118" y="1722816"/>
                  <a:ext cx="155880" cy="65880"/>
                </a:xfrm>
                <a:prstGeom prst="rect">
                  <a:avLst/>
                </a:prstGeom>
              </p:spPr>
            </p:pic>
          </mc:Fallback>
        </mc:AlternateContent>
        <mc:AlternateContent xmlns:mc="http://schemas.openxmlformats.org/markup-compatibility/2006">
          <mc:Choice xmlns:p14="http://schemas.microsoft.com/office/powerpoint/2010/main" Requires="p14">
            <p:contentPart p14:bwMode="auto" r:id="rId797">
              <p14:nvContentPartPr>
                <p14:cNvPr id="220" name="Ink 219">
                  <a:extLst>
                    <a:ext uri="{FF2B5EF4-FFF2-40B4-BE49-F238E27FC236}">
                      <a16:creationId xmlns:a16="http://schemas.microsoft.com/office/drawing/2014/main" id="{4C6112F5-E6C3-BA70-0B0F-66EEA65F38F5}"/>
                    </a:ext>
                  </a:extLst>
                </p14:cNvPr>
                <p14:cNvContentPartPr/>
                <p14:nvPr/>
              </p14:nvContentPartPr>
              <p14:xfrm>
                <a:off x="10105358" y="1710576"/>
                <a:ext cx="92160" cy="212400"/>
              </p14:xfrm>
            </p:contentPart>
          </mc:Choice>
          <mc:Fallback>
            <p:pic>
              <p:nvPicPr>
                <p:cNvPr id="220" name="Ink 219">
                  <a:extLst>
                    <a:ext uri="{FF2B5EF4-FFF2-40B4-BE49-F238E27FC236}">
                      <a16:creationId xmlns:a16="http://schemas.microsoft.com/office/drawing/2014/main" id="{4C6112F5-E6C3-BA70-0B0F-66EEA65F38F5}"/>
                    </a:ext>
                  </a:extLst>
                </p:cNvPr>
                <p:cNvPicPr/>
                <p:nvPr/>
              </p:nvPicPr>
              <p:blipFill>
                <a:blip r:embed="rId798"/>
                <a:stretch>
                  <a:fillRect/>
                </a:stretch>
              </p:blipFill>
              <p:spPr>
                <a:xfrm>
                  <a:off x="10101038" y="1706256"/>
                  <a:ext cx="10080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799">
              <p14:nvContentPartPr>
                <p14:cNvPr id="221" name="Ink 220">
                  <a:extLst>
                    <a:ext uri="{FF2B5EF4-FFF2-40B4-BE49-F238E27FC236}">
                      <a16:creationId xmlns:a16="http://schemas.microsoft.com/office/drawing/2014/main" id="{A42C26D9-7E90-524B-2A3C-D428BE8CE5F0}"/>
                    </a:ext>
                  </a:extLst>
                </p14:cNvPr>
                <p14:cNvContentPartPr/>
                <p14:nvPr/>
              </p14:nvContentPartPr>
              <p14:xfrm>
                <a:off x="10230638" y="1627416"/>
                <a:ext cx="48960" cy="145800"/>
              </p14:xfrm>
            </p:contentPart>
          </mc:Choice>
          <mc:Fallback>
            <p:pic>
              <p:nvPicPr>
                <p:cNvPr id="221" name="Ink 220">
                  <a:extLst>
                    <a:ext uri="{FF2B5EF4-FFF2-40B4-BE49-F238E27FC236}">
                      <a16:creationId xmlns:a16="http://schemas.microsoft.com/office/drawing/2014/main" id="{A42C26D9-7E90-524B-2A3C-D428BE8CE5F0}"/>
                    </a:ext>
                  </a:extLst>
                </p:cNvPr>
                <p:cNvPicPr/>
                <p:nvPr/>
              </p:nvPicPr>
              <p:blipFill>
                <a:blip r:embed="rId800"/>
                <a:stretch>
                  <a:fillRect/>
                </a:stretch>
              </p:blipFill>
              <p:spPr>
                <a:xfrm>
                  <a:off x="10226318" y="1623096"/>
                  <a:ext cx="5760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801">
              <p14:nvContentPartPr>
                <p14:cNvPr id="222" name="Ink 221">
                  <a:extLst>
                    <a:ext uri="{FF2B5EF4-FFF2-40B4-BE49-F238E27FC236}">
                      <a16:creationId xmlns:a16="http://schemas.microsoft.com/office/drawing/2014/main" id="{779D033D-5F9C-B2CF-D9B6-AA37855AA290}"/>
                    </a:ext>
                  </a:extLst>
                </p14:cNvPr>
                <p14:cNvContentPartPr/>
                <p14:nvPr/>
              </p14:nvContentPartPr>
              <p14:xfrm>
                <a:off x="10299398" y="1683936"/>
                <a:ext cx="194400" cy="93240"/>
              </p14:xfrm>
            </p:contentPart>
          </mc:Choice>
          <mc:Fallback>
            <p:pic>
              <p:nvPicPr>
                <p:cNvPr id="222" name="Ink 221">
                  <a:extLst>
                    <a:ext uri="{FF2B5EF4-FFF2-40B4-BE49-F238E27FC236}">
                      <a16:creationId xmlns:a16="http://schemas.microsoft.com/office/drawing/2014/main" id="{779D033D-5F9C-B2CF-D9B6-AA37855AA290}"/>
                    </a:ext>
                  </a:extLst>
                </p:cNvPr>
                <p:cNvPicPr/>
                <p:nvPr/>
              </p:nvPicPr>
              <p:blipFill>
                <a:blip r:embed="rId802"/>
                <a:stretch>
                  <a:fillRect/>
                </a:stretch>
              </p:blipFill>
              <p:spPr>
                <a:xfrm>
                  <a:off x="10295078" y="1679616"/>
                  <a:ext cx="20304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803">
              <p14:nvContentPartPr>
                <p14:cNvPr id="223" name="Ink 222">
                  <a:extLst>
                    <a:ext uri="{FF2B5EF4-FFF2-40B4-BE49-F238E27FC236}">
                      <a16:creationId xmlns:a16="http://schemas.microsoft.com/office/drawing/2014/main" id="{60B4DE9B-4D9C-4E1B-469F-5C21AB54F74C}"/>
                    </a:ext>
                  </a:extLst>
                </p14:cNvPr>
                <p14:cNvContentPartPr/>
                <p14:nvPr/>
              </p14:nvContentPartPr>
              <p14:xfrm>
                <a:off x="10603238" y="1652976"/>
                <a:ext cx="180360" cy="101160"/>
              </p14:xfrm>
            </p:contentPart>
          </mc:Choice>
          <mc:Fallback>
            <p:pic>
              <p:nvPicPr>
                <p:cNvPr id="223" name="Ink 222">
                  <a:extLst>
                    <a:ext uri="{FF2B5EF4-FFF2-40B4-BE49-F238E27FC236}">
                      <a16:creationId xmlns:a16="http://schemas.microsoft.com/office/drawing/2014/main" id="{60B4DE9B-4D9C-4E1B-469F-5C21AB54F74C}"/>
                    </a:ext>
                  </a:extLst>
                </p:cNvPr>
                <p:cNvPicPr/>
                <p:nvPr/>
              </p:nvPicPr>
              <p:blipFill>
                <a:blip r:embed="rId804"/>
                <a:stretch>
                  <a:fillRect/>
                </a:stretch>
              </p:blipFill>
              <p:spPr>
                <a:xfrm>
                  <a:off x="10598918" y="1648656"/>
                  <a:ext cx="189000" cy="109800"/>
                </a:xfrm>
                <a:prstGeom prst="rect">
                  <a:avLst/>
                </a:prstGeom>
              </p:spPr>
            </p:pic>
          </mc:Fallback>
        </mc:AlternateContent>
        <mc:AlternateContent xmlns:mc="http://schemas.openxmlformats.org/markup-compatibility/2006">
          <mc:Choice xmlns:p14="http://schemas.microsoft.com/office/powerpoint/2010/main" Requires="p14">
            <p:contentPart p14:bwMode="auto" r:id="rId805">
              <p14:nvContentPartPr>
                <p14:cNvPr id="224" name="Ink 223">
                  <a:extLst>
                    <a:ext uri="{FF2B5EF4-FFF2-40B4-BE49-F238E27FC236}">
                      <a16:creationId xmlns:a16="http://schemas.microsoft.com/office/drawing/2014/main" id="{2FC35F6C-983B-284D-24D2-5C007B9F7F99}"/>
                    </a:ext>
                  </a:extLst>
                </p14:cNvPr>
                <p14:cNvContentPartPr/>
                <p14:nvPr/>
              </p14:nvContentPartPr>
              <p14:xfrm>
                <a:off x="10815998" y="1644336"/>
                <a:ext cx="109080" cy="94680"/>
              </p14:xfrm>
            </p:contentPart>
          </mc:Choice>
          <mc:Fallback>
            <p:pic>
              <p:nvPicPr>
                <p:cNvPr id="224" name="Ink 223">
                  <a:extLst>
                    <a:ext uri="{FF2B5EF4-FFF2-40B4-BE49-F238E27FC236}">
                      <a16:creationId xmlns:a16="http://schemas.microsoft.com/office/drawing/2014/main" id="{2FC35F6C-983B-284D-24D2-5C007B9F7F99}"/>
                    </a:ext>
                  </a:extLst>
                </p:cNvPr>
                <p:cNvPicPr/>
                <p:nvPr/>
              </p:nvPicPr>
              <p:blipFill>
                <a:blip r:embed="rId806"/>
                <a:stretch>
                  <a:fillRect/>
                </a:stretch>
              </p:blipFill>
              <p:spPr>
                <a:xfrm>
                  <a:off x="10811678" y="1640016"/>
                  <a:ext cx="11772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807">
              <p14:nvContentPartPr>
                <p14:cNvPr id="225" name="Ink 224">
                  <a:extLst>
                    <a:ext uri="{FF2B5EF4-FFF2-40B4-BE49-F238E27FC236}">
                      <a16:creationId xmlns:a16="http://schemas.microsoft.com/office/drawing/2014/main" id="{93A6CE3F-A2E2-8547-311F-1A526EB75A85}"/>
                    </a:ext>
                  </a:extLst>
                </p14:cNvPr>
                <p14:cNvContentPartPr/>
                <p14:nvPr/>
              </p14:nvContentPartPr>
              <p14:xfrm>
                <a:off x="10923998" y="1661256"/>
                <a:ext cx="156240" cy="72720"/>
              </p14:xfrm>
            </p:contentPart>
          </mc:Choice>
          <mc:Fallback>
            <p:pic>
              <p:nvPicPr>
                <p:cNvPr id="225" name="Ink 224">
                  <a:extLst>
                    <a:ext uri="{FF2B5EF4-FFF2-40B4-BE49-F238E27FC236}">
                      <a16:creationId xmlns:a16="http://schemas.microsoft.com/office/drawing/2014/main" id="{93A6CE3F-A2E2-8547-311F-1A526EB75A85}"/>
                    </a:ext>
                  </a:extLst>
                </p:cNvPr>
                <p:cNvPicPr/>
                <p:nvPr/>
              </p:nvPicPr>
              <p:blipFill>
                <a:blip r:embed="rId808"/>
                <a:stretch>
                  <a:fillRect/>
                </a:stretch>
              </p:blipFill>
              <p:spPr>
                <a:xfrm>
                  <a:off x="10919678" y="1656936"/>
                  <a:ext cx="164880" cy="81360"/>
                </a:xfrm>
                <a:prstGeom prst="rect">
                  <a:avLst/>
                </a:prstGeom>
              </p:spPr>
            </p:pic>
          </mc:Fallback>
        </mc:AlternateContent>
        <mc:AlternateContent xmlns:mc="http://schemas.openxmlformats.org/markup-compatibility/2006">
          <mc:Choice xmlns:p14="http://schemas.microsoft.com/office/powerpoint/2010/main" Requires="p14">
            <p:contentPart p14:bwMode="auto" r:id="rId809">
              <p14:nvContentPartPr>
                <p14:cNvPr id="226" name="Ink 225">
                  <a:extLst>
                    <a:ext uri="{FF2B5EF4-FFF2-40B4-BE49-F238E27FC236}">
                      <a16:creationId xmlns:a16="http://schemas.microsoft.com/office/drawing/2014/main" id="{0F9621A9-9914-C8F5-46B6-A73B5BACAC6E}"/>
                    </a:ext>
                  </a:extLst>
                </p14:cNvPr>
                <p14:cNvContentPartPr/>
                <p14:nvPr/>
              </p14:nvContentPartPr>
              <p14:xfrm>
                <a:off x="11106878" y="1651176"/>
                <a:ext cx="93960" cy="82080"/>
              </p14:xfrm>
            </p:contentPart>
          </mc:Choice>
          <mc:Fallback>
            <p:pic>
              <p:nvPicPr>
                <p:cNvPr id="226" name="Ink 225">
                  <a:extLst>
                    <a:ext uri="{FF2B5EF4-FFF2-40B4-BE49-F238E27FC236}">
                      <a16:creationId xmlns:a16="http://schemas.microsoft.com/office/drawing/2014/main" id="{0F9621A9-9914-C8F5-46B6-A73B5BACAC6E}"/>
                    </a:ext>
                  </a:extLst>
                </p:cNvPr>
                <p:cNvPicPr/>
                <p:nvPr/>
              </p:nvPicPr>
              <p:blipFill>
                <a:blip r:embed="rId810"/>
                <a:stretch>
                  <a:fillRect/>
                </a:stretch>
              </p:blipFill>
              <p:spPr>
                <a:xfrm>
                  <a:off x="11102558" y="1646856"/>
                  <a:ext cx="10260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811">
              <p14:nvContentPartPr>
                <p14:cNvPr id="227" name="Ink 226">
                  <a:extLst>
                    <a:ext uri="{FF2B5EF4-FFF2-40B4-BE49-F238E27FC236}">
                      <a16:creationId xmlns:a16="http://schemas.microsoft.com/office/drawing/2014/main" id="{368348EF-D9F8-E14A-D508-1761E8D38653}"/>
                    </a:ext>
                  </a:extLst>
                </p14:cNvPr>
                <p14:cNvContentPartPr/>
                <p14:nvPr/>
              </p14:nvContentPartPr>
              <p14:xfrm>
                <a:off x="9708278" y="2086776"/>
                <a:ext cx="168480" cy="221040"/>
              </p14:xfrm>
            </p:contentPart>
          </mc:Choice>
          <mc:Fallback>
            <p:pic>
              <p:nvPicPr>
                <p:cNvPr id="227" name="Ink 226">
                  <a:extLst>
                    <a:ext uri="{FF2B5EF4-FFF2-40B4-BE49-F238E27FC236}">
                      <a16:creationId xmlns:a16="http://schemas.microsoft.com/office/drawing/2014/main" id="{368348EF-D9F8-E14A-D508-1761E8D38653}"/>
                    </a:ext>
                  </a:extLst>
                </p:cNvPr>
                <p:cNvPicPr/>
                <p:nvPr/>
              </p:nvPicPr>
              <p:blipFill>
                <a:blip r:embed="rId812"/>
                <a:stretch>
                  <a:fillRect/>
                </a:stretch>
              </p:blipFill>
              <p:spPr>
                <a:xfrm>
                  <a:off x="9703958" y="2082456"/>
                  <a:ext cx="17712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813">
              <p14:nvContentPartPr>
                <p14:cNvPr id="228" name="Ink 227">
                  <a:extLst>
                    <a:ext uri="{FF2B5EF4-FFF2-40B4-BE49-F238E27FC236}">
                      <a16:creationId xmlns:a16="http://schemas.microsoft.com/office/drawing/2014/main" id="{D8B282F7-DD21-5B65-6847-0386AD5E5D03}"/>
                    </a:ext>
                  </a:extLst>
                </p14:cNvPr>
                <p14:cNvContentPartPr/>
                <p14:nvPr/>
              </p14:nvContentPartPr>
              <p14:xfrm>
                <a:off x="9700718" y="2120976"/>
                <a:ext cx="171360" cy="222120"/>
              </p14:xfrm>
            </p:contentPart>
          </mc:Choice>
          <mc:Fallback>
            <p:pic>
              <p:nvPicPr>
                <p:cNvPr id="228" name="Ink 227">
                  <a:extLst>
                    <a:ext uri="{FF2B5EF4-FFF2-40B4-BE49-F238E27FC236}">
                      <a16:creationId xmlns:a16="http://schemas.microsoft.com/office/drawing/2014/main" id="{D8B282F7-DD21-5B65-6847-0386AD5E5D03}"/>
                    </a:ext>
                  </a:extLst>
                </p:cNvPr>
                <p:cNvPicPr/>
                <p:nvPr/>
              </p:nvPicPr>
              <p:blipFill>
                <a:blip r:embed="rId814"/>
                <a:stretch>
                  <a:fillRect/>
                </a:stretch>
              </p:blipFill>
              <p:spPr>
                <a:xfrm>
                  <a:off x="9696398" y="2116656"/>
                  <a:ext cx="18000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815">
              <p14:nvContentPartPr>
                <p14:cNvPr id="229" name="Ink 228">
                  <a:extLst>
                    <a:ext uri="{FF2B5EF4-FFF2-40B4-BE49-F238E27FC236}">
                      <a16:creationId xmlns:a16="http://schemas.microsoft.com/office/drawing/2014/main" id="{BC2B50FB-6247-A9D5-BF05-C74E14837FA1}"/>
                    </a:ext>
                  </a:extLst>
                </p14:cNvPr>
                <p14:cNvContentPartPr/>
                <p14:nvPr/>
              </p14:nvContentPartPr>
              <p14:xfrm>
                <a:off x="9959918" y="2276856"/>
                <a:ext cx="17640" cy="102600"/>
              </p14:xfrm>
            </p:contentPart>
          </mc:Choice>
          <mc:Fallback>
            <p:pic>
              <p:nvPicPr>
                <p:cNvPr id="229" name="Ink 228">
                  <a:extLst>
                    <a:ext uri="{FF2B5EF4-FFF2-40B4-BE49-F238E27FC236}">
                      <a16:creationId xmlns:a16="http://schemas.microsoft.com/office/drawing/2014/main" id="{BC2B50FB-6247-A9D5-BF05-C74E14837FA1}"/>
                    </a:ext>
                  </a:extLst>
                </p:cNvPr>
                <p:cNvPicPr/>
                <p:nvPr/>
              </p:nvPicPr>
              <p:blipFill>
                <a:blip r:embed="rId816"/>
                <a:stretch>
                  <a:fillRect/>
                </a:stretch>
              </p:blipFill>
              <p:spPr>
                <a:xfrm>
                  <a:off x="9955598" y="2272536"/>
                  <a:ext cx="2628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817">
              <p14:nvContentPartPr>
                <p14:cNvPr id="230" name="Ink 229">
                  <a:extLst>
                    <a:ext uri="{FF2B5EF4-FFF2-40B4-BE49-F238E27FC236}">
                      <a16:creationId xmlns:a16="http://schemas.microsoft.com/office/drawing/2014/main" id="{7ACC3139-D534-9212-7CC9-8950D71B288C}"/>
                    </a:ext>
                  </a:extLst>
                </p14:cNvPr>
                <p14:cNvContentPartPr/>
                <p14:nvPr/>
              </p14:nvContentPartPr>
              <p14:xfrm>
                <a:off x="9903758" y="2262456"/>
                <a:ext cx="153000" cy="41040"/>
              </p14:xfrm>
            </p:contentPart>
          </mc:Choice>
          <mc:Fallback>
            <p:pic>
              <p:nvPicPr>
                <p:cNvPr id="230" name="Ink 229">
                  <a:extLst>
                    <a:ext uri="{FF2B5EF4-FFF2-40B4-BE49-F238E27FC236}">
                      <a16:creationId xmlns:a16="http://schemas.microsoft.com/office/drawing/2014/main" id="{7ACC3139-D534-9212-7CC9-8950D71B288C}"/>
                    </a:ext>
                  </a:extLst>
                </p:cNvPr>
                <p:cNvPicPr/>
                <p:nvPr/>
              </p:nvPicPr>
              <p:blipFill>
                <a:blip r:embed="rId818"/>
                <a:stretch>
                  <a:fillRect/>
                </a:stretch>
              </p:blipFill>
              <p:spPr>
                <a:xfrm>
                  <a:off x="9899438" y="2258136"/>
                  <a:ext cx="16164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819">
              <p14:nvContentPartPr>
                <p14:cNvPr id="231" name="Ink 230">
                  <a:extLst>
                    <a:ext uri="{FF2B5EF4-FFF2-40B4-BE49-F238E27FC236}">
                      <a16:creationId xmlns:a16="http://schemas.microsoft.com/office/drawing/2014/main" id="{F430E895-8941-DF38-6506-0715FBB67E50}"/>
                    </a:ext>
                  </a:extLst>
                </p14:cNvPr>
                <p14:cNvContentPartPr/>
                <p14:nvPr/>
              </p14:nvContentPartPr>
              <p14:xfrm>
                <a:off x="9907358" y="2377656"/>
                <a:ext cx="160920" cy="37800"/>
              </p14:xfrm>
            </p:contentPart>
          </mc:Choice>
          <mc:Fallback>
            <p:pic>
              <p:nvPicPr>
                <p:cNvPr id="231" name="Ink 230">
                  <a:extLst>
                    <a:ext uri="{FF2B5EF4-FFF2-40B4-BE49-F238E27FC236}">
                      <a16:creationId xmlns:a16="http://schemas.microsoft.com/office/drawing/2014/main" id="{F430E895-8941-DF38-6506-0715FBB67E50}"/>
                    </a:ext>
                  </a:extLst>
                </p:cNvPr>
                <p:cNvPicPr/>
                <p:nvPr/>
              </p:nvPicPr>
              <p:blipFill>
                <a:blip r:embed="rId820"/>
                <a:stretch>
                  <a:fillRect/>
                </a:stretch>
              </p:blipFill>
              <p:spPr>
                <a:xfrm>
                  <a:off x="9903038" y="2373336"/>
                  <a:ext cx="16956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821">
              <p14:nvContentPartPr>
                <p14:cNvPr id="232" name="Ink 231">
                  <a:extLst>
                    <a:ext uri="{FF2B5EF4-FFF2-40B4-BE49-F238E27FC236}">
                      <a16:creationId xmlns:a16="http://schemas.microsoft.com/office/drawing/2014/main" id="{B41C95C4-FE65-41EE-29D5-2394995E1F8F}"/>
                    </a:ext>
                  </a:extLst>
                </p14:cNvPr>
                <p14:cNvContentPartPr/>
                <p14:nvPr/>
              </p14:nvContentPartPr>
              <p14:xfrm>
                <a:off x="9620438" y="1950336"/>
                <a:ext cx="298800" cy="54000"/>
              </p14:xfrm>
            </p:contentPart>
          </mc:Choice>
          <mc:Fallback>
            <p:pic>
              <p:nvPicPr>
                <p:cNvPr id="232" name="Ink 231">
                  <a:extLst>
                    <a:ext uri="{FF2B5EF4-FFF2-40B4-BE49-F238E27FC236}">
                      <a16:creationId xmlns:a16="http://schemas.microsoft.com/office/drawing/2014/main" id="{B41C95C4-FE65-41EE-29D5-2394995E1F8F}"/>
                    </a:ext>
                  </a:extLst>
                </p:cNvPr>
                <p:cNvPicPr/>
                <p:nvPr/>
              </p:nvPicPr>
              <p:blipFill>
                <a:blip r:embed="rId822"/>
                <a:stretch>
                  <a:fillRect/>
                </a:stretch>
              </p:blipFill>
              <p:spPr>
                <a:xfrm>
                  <a:off x="9616118" y="1946016"/>
                  <a:ext cx="307440" cy="62640"/>
                </a:xfrm>
                <a:prstGeom prst="rect">
                  <a:avLst/>
                </a:prstGeom>
              </p:spPr>
            </p:pic>
          </mc:Fallback>
        </mc:AlternateContent>
        <mc:AlternateContent xmlns:mc="http://schemas.openxmlformats.org/markup-compatibility/2006">
          <mc:Choice xmlns:p14="http://schemas.microsoft.com/office/powerpoint/2010/main" Requires="p14">
            <p:contentPart p14:bwMode="auto" r:id="rId823">
              <p14:nvContentPartPr>
                <p14:cNvPr id="525" name="Ink 524">
                  <a:extLst>
                    <a:ext uri="{FF2B5EF4-FFF2-40B4-BE49-F238E27FC236}">
                      <a16:creationId xmlns:a16="http://schemas.microsoft.com/office/drawing/2014/main" id="{56DD756D-9612-E949-AF52-849392613841}"/>
                    </a:ext>
                  </a:extLst>
                </p14:cNvPr>
                <p14:cNvContentPartPr/>
                <p14:nvPr/>
              </p14:nvContentPartPr>
              <p14:xfrm>
                <a:off x="10362038" y="765216"/>
                <a:ext cx="10080" cy="172800"/>
              </p14:xfrm>
            </p:contentPart>
          </mc:Choice>
          <mc:Fallback>
            <p:pic>
              <p:nvPicPr>
                <p:cNvPr id="525" name="Ink 524">
                  <a:extLst>
                    <a:ext uri="{FF2B5EF4-FFF2-40B4-BE49-F238E27FC236}">
                      <a16:creationId xmlns:a16="http://schemas.microsoft.com/office/drawing/2014/main" id="{56DD756D-9612-E949-AF52-849392613841}"/>
                    </a:ext>
                  </a:extLst>
                </p:cNvPr>
                <p:cNvPicPr/>
                <p:nvPr/>
              </p:nvPicPr>
              <p:blipFill>
                <a:blip r:embed="rId824"/>
                <a:stretch>
                  <a:fillRect/>
                </a:stretch>
              </p:blipFill>
              <p:spPr>
                <a:xfrm>
                  <a:off x="10357718" y="760896"/>
                  <a:ext cx="1872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825">
              <p14:nvContentPartPr>
                <p14:cNvPr id="526" name="Ink 525">
                  <a:extLst>
                    <a:ext uri="{FF2B5EF4-FFF2-40B4-BE49-F238E27FC236}">
                      <a16:creationId xmlns:a16="http://schemas.microsoft.com/office/drawing/2014/main" id="{74C28B36-0243-BF73-F968-64FBFC2642AC}"/>
                    </a:ext>
                  </a:extLst>
                </p14:cNvPr>
                <p14:cNvContentPartPr/>
                <p14:nvPr/>
              </p14:nvContentPartPr>
              <p14:xfrm>
                <a:off x="10315958" y="746496"/>
                <a:ext cx="241920" cy="199080"/>
              </p14:xfrm>
            </p:contentPart>
          </mc:Choice>
          <mc:Fallback>
            <p:pic>
              <p:nvPicPr>
                <p:cNvPr id="526" name="Ink 525">
                  <a:extLst>
                    <a:ext uri="{FF2B5EF4-FFF2-40B4-BE49-F238E27FC236}">
                      <a16:creationId xmlns:a16="http://schemas.microsoft.com/office/drawing/2014/main" id="{74C28B36-0243-BF73-F968-64FBFC2642AC}"/>
                    </a:ext>
                  </a:extLst>
                </p:cNvPr>
                <p:cNvPicPr/>
                <p:nvPr/>
              </p:nvPicPr>
              <p:blipFill>
                <a:blip r:embed="rId826"/>
                <a:stretch>
                  <a:fillRect/>
                </a:stretch>
              </p:blipFill>
              <p:spPr>
                <a:xfrm>
                  <a:off x="10311638" y="742176"/>
                  <a:ext cx="25056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827">
              <p14:nvContentPartPr>
                <p14:cNvPr id="527" name="Ink 526">
                  <a:extLst>
                    <a:ext uri="{FF2B5EF4-FFF2-40B4-BE49-F238E27FC236}">
                      <a16:creationId xmlns:a16="http://schemas.microsoft.com/office/drawing/2014/main" id="{1FA4C8A0-DFA9-B354-A519-EBF9135AF8B9}"/>
                    </a:ext>
                  </a:extLst>
                </p14:cNvPr>
                <p14:cNvContentPartPr/>
                <p14:nvPr/>
              </p14:nvContentPartPr>
              <p14:xfrm>
                <a:off x="10535918" y="797976"/>
                <a:ext cx="37080" cy="17280"/>
              </p14:xfrm>
            </p:contentPart>
          </mc:Choice>
          <mc:Fallback>
            <p:pic>
              <p:nvPicPr>
                <p:cNvPr id="527" name="Ink 526">
                  <a:extLst>
                    <a:ext uri="{FF2B5EF4-FFF2-40B4-BE49-F238E27FC236}">
                      <a16:creationId xmlns:a16="http://schemas.microsoft.com/office/drawing/2014/main" id="{1FA4C8A0-DFA9-B354-A519-EBF9135AF8B9}"/>
                    </a:ext>
                  </a:extLst>
                </p:cNvPr>
                <p:cNvPicPr/>
                <p:nvPr/>
              </p:nvPicPr>
              <p:blipFill>
                <a:blip r:embed="rId828"/>
                <a:stretch>
                  <a:fillRect/>
                </a:stretch>
              </p:blipFill>
              <p:spPr>
                <a:xfrm>
                  <a:off x="10531598" y="793656"/>
                  <a:ext cx="4572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829">
              <p14:nvContentPartPr>
                <p14:cNvPr id="528" name="Ink 527">
                  <a:extLst>
                    <a:ext uri="{FF2B5EF4-FFF2-40B4-BE49-F238E27FC236}">
                      <a16:creationId xmlns:a16="http://schemas.microsoft.com/office/drawing/2014/main" id="{2ECEFCAB-EB3A-931F-EE20-2E9CD5711949}"/>
                    </a:ext>
                  </a:extLst>
                </p14:cNvPr>
                <p14:cNvContentPartPr/>
                <p14:nvPr/>
              </p14:nvContentPartPr>
              <p14:xfrm>
                <a:off x="10608998" y="832896"/>
                <a:ext cx="81360" cy="105480"/>
              </p14:xfrm>
            </p:contentPart>
          </mc:Choice>
          <mc:Fallback>
            <p:pic>
              <p:nvPicPr>
                <p:cNvPr id="528" name="Ink 527">
                  <a:extLst>
                    <a:ext uri="{FF2B5EF4-FFF2-40B4-BE49-F238E27FC236}">
                      <a16:creationId xmlns:a16="http://schemas.microsoft.com/office/drawing/2014/main" id="{2ECEFCAB-EB3A-931F-EE20-2E9CD5711949}"/>
                    </a:ext>
                  </a:extLst>
                </p:cNvPr>
                <p:cNvPicPr/>
                <p:nvPr/>
              </p:nvPicPr>
              <p:blipFill>
                <a:blip r:embed="rId830"/>
                <a:stretch>
                  <a:fillRect/>
                </a:stretch>
              </p:blipFill>
              <p:spPr>
                <a:xfrm>
                  <a:off x="10604678" y="828576"/>
                  <a:ext cx="9000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831">
              <p14:nvContentPartPr>
                <p14:cNvPr id="529" name="Ink 528">
                  <a:extLst>
                    <a:ext uri="{FF2B5EF4-FFF2-40B4-BE49-F238E27FC236}">
                      <a16:creationId xmlns:a16="http://schemas.microsoft.com/office/drawing/2014/main" id="{09AD8663-F344-BB42-D384-E88EE9109B3B}"/>
                    </a:ext>
                  </a:extLst>
                </p14:cNvPr>
                <p14:cNvContentPartPr/>
                <p14:nvPr/>
              </p14:nvContentPartPr>
              <p14:xfrm>
                <a:off x="10759118" y="757296"/>
                <a:ext cx="32760" cy="171360"/>
              </p14:xfrm>
            </p:contentPart>
          </mc:Choice>
          <mc:Fallback>
            <p:pic>
              <p:nvPicPr>
                <p:cNvPr id="529" name="Ink 528">
                  <a:extLst>
                    <a:ext uri="{FF2B5EF4-FFF2-40B4-BE49-F238E27FC236}">
                      <a16:creationId xmlns:a16="http://schemas.microsoft.com/office/drawing/2014/main" id="{09AD8663-F344-BB42-D384-E88EE9109B3B}"/>
                    </a:ext>
                  </a:extLst>
                </p:cNvPr>
                <p:cNvPicPr/>
                <p:nvPr/>
              </p:nvPicPr>
              <p:blipFill>
                <a:blip r:embed="rId832"/>
                <a:stretch>
                  <a:fillRect/>
                </a:stretch>
              </p:blipFill>
              <p:spPr>
                <a:xfrm>
                  <a:off x="10754798" y="752976"/>
                  <a:ext cx="4140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833">
              <p14:nvContentPartPr>
                <p14:cNvPr id="530" name="Ink 529">
                  <a:extLst>
                    <a:ext uri="{FF2B5EF4-FFF2-40B4-BE49-F238E27FC236}">
                      <a16:creationId xmlns:a16="http://schemas.microsoft.com/office/drawing/2014/main" id="{75E42FB2-6524-ECF8-4DF2-0B755BDFA6D4}"/>
                    </a:ext>
                  </a:extLst>
                </p14:cNvPr>
                <p14:cNvContentPartPr/>
                <p14:nvPr/>
              </p14:nvContentPartPr>
              <p14:xfrm>
                <a:off x="10732838" y="817776"/>
                <a:ext cx="153720" cy="64440"/>
              </p14:xfrm>
            </p:contentPart>
          </mc:Choice>
          <mc:Fallback>
            <p:pic>
              <p:nvPicPr>
                <p:cNvPr id="530" name="Ink 529">
                  <a:extLst>
                    <a:ext uri="{FF2B5EF4-FFF2-40B4-BE49-F238E27FC236}">
                      <a16:creationId xmlns:a16="http://schemas.microsoft.com/office/drawing/2014/main" id="{75E42FB2-6524-ECF8-4DF2-0B755BDFA6D4}"/>
                    </a:ext>
                  </a:extLst>
                </p:cNvPr>
                <p:cNvPicPr/>
                <p:nvPr/>
              </p:nvPicPr>
              <p:blipFill>
                <a:blip r:embed="rId834"/>
                <a:stretch>
                  <a:fillRect/>
                </a:stretch>
              </p:blipFill>
              <p:spPr>
                <a:xfrm>
                  <a:off x="10728518" y="813456"/>
                  <a:ext cx="162360" cy="73080"/>
                </a:xfrm>
                <a:prstGeom prst="rect">
                  <a:avLst/>
                </a:prstGeom>
              </p:spPr>
            </p:pic>
          </mc:Fallback>
        </mc:AlternateContent>
        <mc:AlternateContent xmlns:mc="http://schemas.openxmlformats.org/markup-compatibility/2006">
          <mc:Choice xmlns:p14="http://schemas.microsoft.com/office/powerpoint/2010/main" Requires="p14">
            <p:contentPart p14:bwMode="auto" r:id="rId835">
              <p14:nvContentPartPr>
                <p14:cNvPr id="531" name="Ink 530">
                  <a:extLst>
                    <a:ext uri="{FF2B5EF4-FFF2-40B4-BE49-F238E27FC236}">
                      <a16:creationId xmlns:a16="http://schemas.microsoft.com/office/drawing/2014/main" id="{68644EB8-39BC-D2BE-7081-C5D5CEEE6C97}"/>
                    </a:ext>
                  </a:extLst>
                </p14:cNvPr>
                <p14:cNvContentPartPr/>
                <p14:nvPr/>
              </p14:nvContentPartPr>
              <p14:xfrm>
                <a:off x="10874318" y="742176"/>
                <a:ext cx="95760" cy="93240"/>
              </p14:xfrm>
            </p:contentPart>
          </mc:Choice>
          <mc:Fallback>
            <p:pic>
              <p:nvPicPr>
                <p:cNvPr id="531" name="Ink 530">
                  <a:extLst>
                    <a:ext uri="{FF2B5EF4-FFF2-40B4-BE49-F238E27FC236}">
                      <a16:creationId xmlns:a16="http://schemas.microsoft.com/office/drawing/2014/main" id="{68644EB8-39BC-D2BE-7081-C5D5CEEE6C97}"/>
                    </a:ext>
                  </a:extLst>
                </p:cNvPr>
                <p:cNvPicPr/>
                <p:nvPr/>
              </p:nvPicPr>
              <p:blipFill>
                <a:blip r:embed="rId836"/>
                <a:stretch>
                  <a:fillRect/>
                </a:stretch>
              </p:blipFill>
              <p:spPr>
                <a:xfrm>
                  <a:off x="10869998" y="737856"/>
                  <a:ext cx="10440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837">
              <p14:nvContentPartPr>
                <p14:cNvPr id="532" name="Ink 531">
                  <a:extLst>
                    <a:ext uri="{FF2B5EF4-FFF2-40B4-BE49-F238E27FC236}">
                      <a16:creationId xmlns:a16="http://schemas.microsoft.com/office/drawing/2014/main" id="{197DD275-25F6-2A4A-CB30-E7F85349B926}"/>
                    </a:ext>
                  </a:extLst>
                </p14:cNvPr>
                <p14:cNvContentPartPr/>
                <p14:nvPr/>
              </p14:nvContentPartPr>
              <p14:xfrm>
                <a:off x="11053958" y="882216"/>
                <a:ext cx="360" cy="360"/>
              </p14:xfrm>
            </p:contentPart>
          </mc:Choice>
          <mc:Fallback>
            <p:pic>
              <p:nvPicPr>
                <p:cNvPr id="532" name="Ink 531">
                  <a:extLst>
                    <a:ext uri="{FF2B5EF4-FFF2-40B4-BE49-F238E27FC236}">
                      <a16:creationId xmlns:a16="http://schemas.microsoft.com/office/drawing/2014/main" id="{197DD275-25F6-2A4A-CB30-E7F85349B926}"/>
                    </a:ext>
                  </a:extLst>
                </p:cNvPr>
                <p:cNvPicPr/>
                <p:nvPr/>
              </p:nvPicPr>
              <p:blipFill>
                <a:blip r:embed="rId79"/>
                <a:stretch>
                  <a:fillRect/>
                </a:stretch>
              </p:blipFill>
              <p:spPr>
                <a:xfrm>
                  <a:off x="11049638" y="87789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838">
              <p14:nvContentPartPr>
                <p14:cNvPr id="535" name="Ink 534">
                  <a:extLst>
                    <a:ext uri="{FF2B5EF4-FFF2-40B4-BE49-F238E27FC236}">
                      <a16:creationId xmlns:a16="http://schemas.microsoft.com/office/drawing/2014/main" id="{B3CB5959-0AF1-E601-D0E3-2A0C4DC75127}"/>
                    </a:ext>
                  </a:extLst>
                </p14:cNvPr>
                <p14:cNvContentPartPr/>
                <p14:nvPr/>
              </p14:nvContentPartPr>
              <p14:xfrm>
                <a:off x="10130918" y="1112256"/>
                <a:ext cx="5040" cy="25560"/>
              </p14:xfrm>
            </p:contentPart>
          </mc:Choice>
          <mc:Fallback>
            <p:pic>
              <p:nvPicPr>
                <p:cNvPr id="535" name="Ink 534">
                  <a:extLst>
                    <a:ext uri="{FF2B5EF4-FFF2-40B4-BE49-F238E27FC236}">
                      <a16:creationId xmlns:a16="http://schemas.microsoft.com/office/drawing/2014/main" id="{B3CB5959-0AF1-E601-D0E3-2A0C4DC75127}"/>
                    </a:ext>
                  </a:extLst>
                </p:cNvPr>
                <p:cNvPicPr/>
                <p:nvPr/>
              </p:nvPicPr>
              <p:blipFill>
                <a:blip r:embed="rId839"/>
                <a:stretch>
                  <a:fillRect/>
                </a:stretch>
              </p:blipFill>
              <p:spPr>
                <a:xfrm>
                  <a:off x="10126598" y="1107936"/>
                  <a:ext cx="1368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840">
              <p14:nvContentPartPr>
                <p14:cNvPr id="536" name="Ink 535">
                  <a:extLst>
                    <a:ext uri="{FF2B5EF4-FFF2-40B4-BE49-F238E27FC236}">
                      <a16:creationId xmlns:a16="http://schemas.microsoft.com/office/drawing/2014/main" id="{E2ABDE35-C029-E967-4D0E-E025D747A887}"/>
                    </a:ext>
                  </a:extLst>
                </p14:cNvPr>
                <p14:cNvContentPartPr/>
                <p14:nvPr/>
              </p14:nvContentPartPr>
              <p14:xfrm>
                <a:off x="10135598" y="1112256"/>
                <a:ext cx="21240" cy="246960"/>
              </p14:xfrm>
            </p:contentPart>
          </mc:Choice>
          <mc:Fallback>
            <p:pic>
              <p:nvPicPr>
                <p:cNvPr id="536" name="Ink 535">
                  <a:extLst>
                    <a:ext uri="{FF2B5EF4-FFF2-40B4-BE49-F238E27FC236}">
                      <a16:creationId xmlns:a16="http://schemas.microsoft.com/office/drawing/2014/main" id="{E2ABDE35-C029-E967-4D0E-E025D747A887}"/>
                    </a:ext>
                  </a:extLst>
                </p:cNvPr>
                <p:cNvPicPr/>
                <p:nvPr/>
              </p:nvPicPr>
              <p:blipFill>
                <a:blip r:embed="rId841"/>
                <a:stretch>
                  <a:fillRect/>
                </a:stretch>
              </p:blipFill>
              <p:spPr>
                <a:xfrm>
                  <a:off x="10131278" y="1107936"/>
                  <a:ext cx="2988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842">
              <p14:nvContentPartPr>
                <p14:cNvPr id="537" name="Ink 536">
                  <a:extLst>
                    <a:ext uri="{FF2B5EF4-FFF2-40B4-BE49-F238E27FC236}">
                      <a16:creationId xmlns:a16="http://schemas.microsoft.com/office/drawing/2014/main" id="{71548218-E272-10AE-4A08-DF96F2D82609}"/>
                    </a:ext>
                  </a:extLst>
                </p14:cNvPr>
                <p14:cNvContentPartPr/>
                <p14:nvPr/>
              </p14:nvContentPartPr>
              <p14:xfrm>
                <a:off x="10111478" y="1106496"/>
                <a:ext cx="158760" cy="277200"/>
              </p14:xfrm>
            </p:contentPart>
          </mc:Choice>
          <mc:Fallback>
            <p:pic>
              <p:nvPicPr>
                <p:cNvPr id="537" name="Ink 536">
                  <a:extLst>
                    <a:ext uri="{FF2B5EF4-FFF2-40B4-BE49-F238E27FC236}">
                      <a16:creationId xmlns:a16="http://schemas.microsoft.com/office/drawing/2014/main" id="{71548218-E272-10AE-4A08-DF96F2D82609}"/>
                    </a:ext>
                  </a:extLst>
                </p:cNvPr>
                <p:cNvPicPr/>
                <p:nvPr/>
              </p:nvPicPr>
              <p:blipFill>
                <a:blip r:embed="rId843"/>
                <a:stretch>
                  <a:fillRect/>
                </a:stretch>
              </p:blipFill>
              <p:spPr>
                <a:xfrm>
                  <a:off x="10107158" y="1102176"/>
                  <a:ext cx="167400" cy="285840"/>
                </a:xfrm>
                <a:prstGeom prst="rect">
                  <a:avLst/>
                </a:prstGeom>
              </p:spPr>
            </p:pic>
          </mc:Fallback>
        </mc:AlternateContent>
        <mc:AlternateContent xmlns:mc="http://schemas.openxmlformats.org/markup-compatibility/2006">
          <mc:Choice xmlns:p14="http://schemas.microsoft.com/office/powerpoint/2010/main" Requires="p14">
            <p:contentPart p14:bwMode="auto" r:id="rId844">
              <p14:nvContentPartPr>
                <p14:cNvPr id="538" name="Ink 537">
                  <a:extLst>
                    <a:ext uri="{FF2B5EF4-FFF2-40B4-BE49-F238E27FC236}">
                      <a16:creationId xmlns:a16="http://schemas.microsoft.com/office/drawing/2014/main" id="{AAC9CD9A-F901-8C72-6E2C-E0F09C2A3247}"/>
                    </a:ext>
                  </a:extLst>
                </p14:cNvPr>
                <p14:cNvContentPartPr/>
                <p14:nvPr/>
              </p14:nvContentPartPr>
              <p14:xfrm>
                <a:off x="10335758" y="1242216"/>
                <a:ext cx="26280" cy="84960"/>
              </p14:xfrm>
            </p:contentPart>
          </mc:Choice>
          <mc:Fallback>
            <p:pic>
              <p:nvPicPr>
                <p:cNvPr id="538" name="Ink 537">
                  <a:extLst>
                    <a:ext uri="{FF2B5EF4-FFF2-40B4-BE49-F238E27FC236}">
                      <a16:creationId xmlns:a16="http://schemas.microsoft.com/office/drawing/2014/main" id="{AAC9CD9A-F901-8C72-6E2C-E0F09C2A3247}"/>
                    </a:ext>
                  </a:extLst>
                </p:cNvPr>
                <p:cNvPicPr/>
                <p:nvPr/>
              </p:nvPicPr>
              <p:blipFill>
                <a:blip r:embed="rId845"/>
                <a:stretch>
                  <a:fillRect/>
                </a:stretch>
              </p:blipFill>
              <p:spPr>
                <a:xfrm>
                  <a:off x="10331438" y="1237896"/>
                  <a:ext cx="34920" cy="93600"/>
                </a:xfrm>
                <a:prstGeom prst="rect">
                  <a:avLst/>
                </a:prstGeom>
              </p:spPr>
            </p:pic>
          </mc:Fallback>
        </mc:AlternateContent>
        <mc:AlternateContent xmlns:mc="http://schemas.openxmlformats.org/markup-compatibility/2006">
          <mc:Choice xmlns:p14="http://schemas.microsoft.com/office/powerpoint/2010/main" Requires="p14">
            <p:contentPart p14:bwMode="auto" r:id="rId846">
              <p14:nvContentPartPr>
                <p14:cNvPr id="539" name="Ink 538">
                  <a:extLst>
                    <a:ext uri="{FF2B5EF4-FFF2-40B4-BE49-F238E27FC236}">
                      <a16:creationId xmlns:a16="http://schemas.microsoft.com/office/drawing/2014/main" id="{0B4206C4-B722-E310-DB6D-B7A940776D4B}"/>
                    </a:ext>
                  </a:extLst>
                </p14:cNvPr>
                <p14:cNvContentPartPr/>
                <p14:nvPr/>
              </p14:nvContentPartPr>
              <p14:xfrm>
                <a:off x="10335758" y="1147176"/>
                <a:ext cx="12240" cy="15840"/>
              </p14:xfrm>
            </p:contentPart>
          </mc:Choice>
          <mc:Fallback>
            <p:pic>
              <p:nvPicPr>
                <p:cNvPr id="539" name="Ink 538">
                  <a:extLst>
                    <a:ext uri="{FF2B5EF4-FFF2-40B4-BE49-F238E27FC236}">
                      <a16:creationId xmlns:a16="http://schemas.microsoft.com/office/drawing/2014/main" id="{0B4206C4-B722-E310-DB6D-B7A940776D4B}"/>
                    </a:ext>
                  </a:extLst>
                </p:cNvPr>
                <p:cNvPicPr/>
                <p:nvPr/>
              </p:nvPicPr>
              <p:blipFill>
                <a:blip r:embed="rId847"/>
                <a:stretch>
                  <a:fillRect/>
                </a:stretch>
              </p:blipFill>
              <p:spPr>
                <a:xfrm>
                  <a:off x="10331438" y="1142856"/>
                  <a:ext cx="2088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848">
              <p14:nvContentPartPr>
                <p14:cNvPr id="540" name="Ink 539">
                  <a:extLst>
                    <a:ext uri="{FF2B5EF4-FFF2-40B4-BE49-F238E27FC236}">
                      <a16:creationId xmlns:a16="http://schemas.microsoft.com/office/drawing/2014/main" id="{1F7A71D7-E25F-D6AC-659E-A5B7B643D32B}"/>
                    </a:ext>
                  </a:extLst>
                </p14:cNvPr>
                <p14:cNvContentPartPr/>
                <p14:nvPr/>
              </p14:nvContentPartPr>
              <p14:xfrm>
                <a:off x="10395878" y="1196856"/>
                <a:ext cx="123840" cy="119520"/>
              </p14:xfrm>
            </p:contentPart>
          </mc:Choice>
          <mc:Fallback>
            <p:pic>
              <p:nvPicPr>
                <p:cNvPr id="540" name="Ink 539">
                  <a:extLst>
                    <a:ext uri="{FF2B5EF4-FFF2-40B4-BE49-F238E27FC236}">
                      <a16:creationId xmlns:a16="http://schemas.microsoft.com/office/drawing/2014/main" id="{1F7A71D7-E25F-D6AC-659E-A5B7B643D32B}"/>
                    </a:ext>
                  </a:extLst>
                </p:cNvPr>
                <p:cNvPicPr/>
                <p:nvPr/>
              </p:nvPicPr>
              <p:blipFill>
                <a:blip r:embed="rId849"/>
                <a:stretch>
                  <a:fillRect/>
                </a:stretch>
              </p:blipFill>
              <p:spPr>
                <a:xfrm>
                  <a:off x="10391558" y="1192536"/>
                  <a:ext cx="13248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850">
              <p14:nvContentPartPr>
                <p14:cNvPr id="542" name="Ink 541">
                  <a:extLst>
                    <a:ext uri="{FF2B5EF4-FFF2-40B4-BE49-F238E27FC236}">
                      <a16:creationId xmlns:a16="http://schemas.microsoft.com/office/drawing/2014/main" id="{BFAD22B0-9651-ADDA-853B-303B80C26135}"/>
                    </a:ext>
                  </a:extLst>
                </p14:cNvPr>
                <p14:cNvContentPartPr/>
                <p14:nvPr/>
              </p14:nvContentPartPr>
              <p14:xfrm>
                <a:off x="10553558" y="1209816"/>
                <a:ext cx="312840" cy="80640"/>
              </p14:xfrm>
            </p:contentPart>
          </mc:Choice>
          <mc:Fallback>
            <p:pic>
              <p:nvPicPr>
                <p:cNvPr id="542" name="Ink 541">
                  <a:extLst>
                    <a:ext uri="{FF2B5EF4-FFF2-40B4-BE49-F238E27FC236}">
                      <a16:creationId xmlns:a16="http://schemas.microsoft.com/office/drawing/2014/main" id="{BFAD22B0-9651-ADDA-853B-303B80C26135}"/>
                    </a:ext>
                  </a:extLst>
                </p:cNvPr>
                <p:cNvPicPr/>
                <p:nvPr/>
              </p:nvPicPr>
              <p:blipFill>
                <a:blip r:embed="rId851"/>
                <a:stretch>
                  <a:fillRect/>
                </a:stretch>
              </p:blipFill>
              <p:spPr>
                <a:xfrm>
                  <a:off x="10549238" y="1205496"/>
                  <a:ext cx="321480" cy="89280"/>
                </a:xfrm>
                <a:prstGeom prst="rect">
                  <a:avLst/>
                </a:prstGeom>
              </p:spPr>
            </p:pic>
          </mc:Fallback>
        </mc:AlternateContent>
        <mc:AlternateContent xmlns:mc="http://schemas.openxmlformats.org/markup-compatibility/2006">
          <mc:Choice xmlns:p14="http://schemas.microsoft.com/office/powerpoint/2010/main" Requires="p14">
            <p:contentPart p14:bwMode="auto" r:id="rId852">
              <p14:nvContentPartPr>
                <p14:cNvPr id="543" name="Ink 542">
                  <a:extLst>
                    <a:ext uri="{FF2B5EF4-FFF2-40B4-BE49-F238E27FC236}">
                      <a16:creationId xmlns:a16="http://schemas.microsoft.com/office/drawing/2014/main" id="{75D6E62D-1C16-2B7D-9A39-53DE0907327B}"/>
                    </a:ext>
                  </a:extLst>
                </p14:cNvPr>
                <p14:cNvContentPartPr/>
                <p14:nvPr/>
              </p14:nvContentPartPr>
              <p14:xfrm>
                <a:off x="10839038" y="1174896"/>
                <a:ext cx="360" cy="360"/>
              </p14:xfrm>
            </p:contentPart>
          </mc:Choice>
          <mc:Fallback>
            <p:pic>
              <p:nvPicPr>
                <p:cNvPr id="543" name="Ink 542">
                  <a:extLst>
                    <a:ext uri="{FF2B5EF4-FFF2-40B4-BE49-F238E27FC236}">
                      <a16:creationId xmlns:a16="http://schemas.microsoft.com/office/drawing/2014/main" id="{75D6E62D-1C16-2B7D-9A39-53DE0907327B}"/>
                    </a:ext>
                  </a:extLst>
                </p:cNvPr>
                <p:cNvPicPr/>
                <p:nvPr/>
              </p:nvPicPr>
              <p:blipFill>
                <a:blip r:embed="rId79"/>
                <a:stretch>
                  <a:fillRect/>
                </a:stretch>
              </p:blipFill>
              <p:spPr>
                <a:xfrm>
                  <a:off x="10834718" y="117057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853">
              <p14:nvContentPartPr>
                <p14:cNvPr id="544" name="Ink 543">
                  <a:extLst>
                    <a:ext uri="{FF2B5EF4-FFF2-40B4-BE49-F238E27FC236}">
                      <a16:creationId xmlns:a16="http://schemas.microsoft.com/office/drawing/2014/main" id="{45D8D5EA-9D19-0C5B-B907-504E5398CFB5}"/>
                    </a:ext>
                  </a:extLst>
                </p14:cNvPr>
                <p14:cNvContentPartPr/>
                <p14:nvPr/>
              </p14:nvContentPartPr>
              <p14:xfrm>
                <a:off x="10925078" y="1210176"/>
                <a:ext cx="111600" cy="68400"/>
              </p14:xfrm>
            </p:contentPart>
          </mc:Choice>
          <mc:Fallback>
            <p:pic>
              <p:nvPicPr>
                <p:cNvPr id="544" name="Ink 543">
                  <a:extLst>
                    <a:ext uri="{FF2B5EF4-FFF2-40B4-BE49-F238E27FC236}">
                      <a16:creationId xmlns:a16="http://schemas.microsoft.com/office/drawing/2014/main" id="{45D8D5EA-9D19-0C5B-B907-504E5398CFB5}"/>
                    </a:ext>
                  </a:extLst>
                </p:cNvPr>
                <p:cNvPicPr/>
                <p:nvPr/>
              </p:nvPicPr>
              <p:blipFill>
                <a:blip r:embed="rId854"/>
                <a:stretch>
                  <a:fillRect/>
                </a:stretch>
              </p:blipFill>
              <p:spPr>
                <a:xfrm>
                  <a:off x="10920758" y="1205856"/>
                  <a:ext cx="12024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855">
              <p14:nvContentPartPr>
                <p14:cNvPr id="545" name="Ink 544">
                  <a:extLst>
                    <a:ext uri="{FF2B5EF4-FFF2-40B4-BE49-F238E27FC236}">
                      <a16:creationId xmlns:a16="http://schemas.microsoft.com/office/drawing/2014/main" id="{BCBEF491-0071-8059-9706-77E1318741B0}"/>
                    </a:ext>
                  </a:extLst>
                </p14:cNvPr>
                <p14:cNvContentPartPr/>
                <p14:nvPr/>
              </p14:nvContentPartPr>
              <p14:xfrm>
                <a:off x="11085638" y="1102176"/>
                <a:ext cx="20160" cy="162360"/>
              </p14:xfrm>
            </p:contentPart>
          </mc:Choice>
          <mc:Fallback>
            <p:pic>
              <p:nvPicPr>
                <p:cNvPr id="545" name="Ink 544">
                  <a:extLst>
                    <a:ext uri="{FF2B5EF4-FFF2-40B4-BE49-F238E27FC236}">
                      <a16:creationId xmlns:a16="http://schemas.microsoft.com/office/drawing/2014/main" id="{BCBEF491-0071-8059-9706-77E1318741B0}"/>
                    </a:ext>
                  </a:extLst>
                </p:cNvPr>
                <p:cNvPicPr/>
                <p:nvPr/>
              </p:nvPicPr>
              <p:blipFill>
                <a:blip r:embed="rId856"/>
                <a:stretch>
                  <a:fillRect/>
                </a:stretch>
              </p:blipFill>
              <p:spPr>
                <a:xfrm>
                  <a:off x="11081318" y="1097856"/>
                  <a:ext cx="2880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857">
              <p14:nvContentPartPr>
                <p14:cNvPr id="546" name="Ink 545">
                  <a:extLst>
                    <a:ext uri="{FF2B5EF4-FFF2-40B4-BE49-F238E27FC236}">
                      <a16:creationId xmlns:a16="http://schemas.microsoft.com/office/drawing/2014/main" id="{CFA908C3-FBDA-1DAD-5D5D-7B117C44C7A9}"/>
                    </a:ext>
                  </a:extLst>
                </p14:cNvPr>
                <p14:cNvContentPartPr/>
                <p14:nvPr/>
              </p14:nvContentPartPr>
              <p14:xfrm>
                <a:off x="11075198" y="1186776"/>
                <a:ext cx="152280" cy="87120"/>
              </p14:xfrm>
            </p:contentPart>
          </mc:Choice>
          <mc:Fallback>
            <p:pic>
              <p:nvPicPr>
                <p:cNvPr id="546" name="Ink 545">
                  <a:extLst>
                    <a:ext uri="{FF2B5EF4-FFF2-40B4-BE49-F238E27FC236}">
                      <a16:creationId xmlns:a16="http://schemas.microsoft.com/office/drawing/2014/main" id="{CFA908C3-FBDA-1DAD-5D5D-7B117C44C7A9}"/>
                    </a:ext>
                  </a:extLst>
                </p:cNvPr>
                <p:cNvPicPr/>
                <p:nvPr/>
              </p:nvPicPr>
              <p:blipFill>
                <a:blip r:embed="rId858"/>
                <a:stretch>
                  <a:fillRect/>
                </a:stretch>
              </p:blipFill>
              <p:spPr>
                <a:xfrm>
                  <a:off x="11070878" y="1182456"/>
                  <a:ext cx="160920" cy="95760"/>
                </a:xfrm>
                <a:prstGeom prst="rect">
                  <a:avLst/>
                </a:prstGeom>
              </p:spPr>
            </p:pic>
          </mc:Fallback>
        </mc:AlternateContent>
        <mc:AlternateContent xmlns:mc="http://schemas.openxmlformats.org/markup-compatibility/2006">
          <mc:Choice xmlns:p14="http://schemas.microsoft.com/office/powerpoint/2010/main" Requires="p14">
            <p:contentPart p14:bwMode="auto" r:id="rId859">
              <p14:nvContentPartPr>
                <p14:cNvPr id="547" name="Ink 546">
                  <a:extLst>
                    <a:ext uri="{FF2B5EF4-FFF2-40B4-BE49-F238E27FC236}">
                      <a16:creationId xmlns:a16="http://schemas.microsoft.com/office/drawing/2014/main" id="{8E564137-5FDB-7120-B664-071717FBC6B2}"/>
                    </a:ext>
                  </a:extLst>
                </p14:cNvPr>
                <p14:cNvContentPartPr/>
                <p14:nvPr/>
              </p14:nvContentPartPr>
              <p14:xfrm>
                <a:off x="11512598" y="1109376"/>
                <a:ext cx="7200" cy="154080"/>
              </p14:xfrm>
            </p:contentPart>
          </mc:Choice>
          <mc:Fallback>
            <p:pic>
              <p:nvPicPr>
                <p:cNvPr id="547" name="Ink 546">
                  <a:extLst>
                    <a:ext uri="{FF2B5EF4-FFF2-40B4-BE49-F238E27FC236}">
                      <a16:creationId xmlns:a16="http://schemas.microsoft.com/office/drawing/2014/main" id="{8E564137-5FDB-7120-B664-071717FBC6B2}"/>
                    </a:ext>
                  </a:extLst>
                </p:cNvPr>
                <p:cNvPicPr/>
                <p:nvPr/>
              </p:nvPicPr>
              <p:blipFill>
                <a:blip r:embed="rId860"/>
                <a:stretch>
                  <a:fillRect/>
                </a:stretch>
              </p:blipFill>
              <p:spPr>
                <a:xfrm>
                  <a:off x="11508278" y="1105056"/>
                  <a:ext cx="1584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861">
              <p14:nvContentPartPr>
                <p14:cNvPr id="548" name="Ink 547">
                  <a:extLst>
                    <a:ext uri="{FF2B5EF4-FFF2-40B4-BE49-F238E27FC236}">
                      <a16:creationId xmlns:a16="http://schemas.microsoft.com/office/drawing/2014/main" id="{3AC5D463-5FB9-7881-1F4E-BE7986EE7012}"/>
                    </a:ext>
                  </a:extLst>
                </p14:cNvPr>
                <p14:cNvContentPartPr/>
                <p14:nvPr/>
              </p14:nvContentPartPr>
              <p14:xfrm>
                <a:off x="11451398" y="1089216"/>
                <a:ext cx="211680" cy="192240"/>
              </p14:xfrm>
            </p:contentPart>
          </mc:Choice>
          <mc:Fallback>
            <p:pic>
              <p:nvPicPr>
                <p:cNvPr id="548" name="Ink 547">
                  <a:extLst>
                    <a:ext uri="{FF2B5EF4-FFF2-40B4-BE49-F238E27FC236}">
                      <a16:creationId xmlns:a16="http://schemas.microsoft.com/office/drawing/2014/main" id="{3AC5D463-5FB9-7881-1F4E-BE7986EE7012}"/>
                    </a:ext>
                  </a:extLst>
                </p:cNvPr>
                <p:cNvPicPr/>
                <p:nvPr/>
              </p:nvPicPr>
              <p:blipFill>
                <a:blip r:embed="rId862"/>
                <a:stretch>
                  <a:fillRect/>
                </a:stretch>
              </p:blipFill>
              <p:spPr>
                <a:xfrm>
                  <a:off x="11447078" y="1084896"/>
                  <a:ext cx="22032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863">
              <p14:nvContentPartPr>
                <p14:cNvPr id="549" name="Ink 548">
                  <a:extLst>
                    <a:ext uri="{FF2B5EF4-FFF2-40B4-BE49-F238E27FC236}">
                      <a16:creationId xmlns:a16="http://schemas.microsoft.com/office/drawing/2014/main" id="{CF8B99FF-18FA-73DD-3D96-0A837F860FFD}"/>
                    </a:ext>
                  </a:extLst>
                </p14:cNvPr>
                <p14:cNvContentPartPr/>
                <p14:nvPr/>
              </p14:nvContentPartPr>
              <p14:xfrm>
                <a:off x="11629598" y="1130976"/>
                <a:ext cx="69120" cy="17280"/>
              </p14:xfrm>
            </p:contentPart>
          </mc:Choice>
          <mc:Fallback>
            <p:pic>
              <p:nvPicPr>
                <p:cNvPr id="549" name="Ink 548">
                  <a:extLst>
                    <a:ext uri="{FF2B5EF4-FFF2-40B4-BE49-F238E27FC236}">
                      <a16:creationId xmlns:a16="http://schemas.microsoft.com/office/drawing/2014/main" id="{CF8B99FF-18FA-73DD-3D96-0A837F860FFD}"/>
                    </a:ext>
                  </a:extLst>
                </p:cNvPr>
                <p:cNvPicPr/>
                <p:nvPr/>
              </p:nvPicPr>
              <p:blipFill>
                <a:blip r:embed="rId864"/>
                <a:stretch>
                  <a:fillRect/>
                </a:stretch>
              </p:blipFill>
              <p:spPr>
                <a:xfrm>
                  <a:off x="11625278" y="1126656"/>
                  <a:ext cx="7776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865">
              <p14:nvContentPartPr>
                <p14:cNvPr id="550" name="Ink 549">
                  <a:extLst>
                    <a:ext uri="{FF2B5EF4-FFF2-40B4-BE49-F238E27FC236}">
                      <a16:creationId xmlns:a16="http://schemas.microsoft.com/office/drawing/2014/main" id="{6B747C86-C276-444C-E9BC-A9490AC9CB19}"/>
                    </a:ext>
                  </a:extLst>
                </p14:cNvPr>
                <p14:cNvContentPartPr/>
                <p14:nvPr/>
              </p14:nvContentPartPr>
              <p14:xfrm>
                <a:off x="11692598" y="1173816"/>
                <a:ext cx="96120" cy="98280"/>
              </p14:xfrm>
            </p:contentPart>
          </mc:Choice>
          <mc:Fallback>
            <p:pic>
              <p:nvPicPr>
                <p:cNvPr id="550" name="Ink 549">
                  <a:extLst>
                    <a:ext uri="{FF2B5EF4-FFF2-40B4-BE49-F238E27FC236}">
                      <a16:creationId xmlns:a16="http://schemas.microsoft.com/office/drawing/2014/main" id="{6B747C86-C276-444C-E9BC-A9490AC9CB19}"/>
                    </a:ext>
                  </a:extLst>
                </p:cNvPr>
                <p:cNvPicPr/>
                <p:nvPr/>
              </p:nvPicPr>
              <p:blipFill>
                <a:blip r:embed="rId866"/>
                <a:stretch>
                  <a:fillRect/>
                </a:stretch>
              </p:blipFill>
              <p:spPr>
                <a:xfrm>
                  <a:off x="11688278" y="1169496"/>
                  <a:ext cx="10476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867">
              <p14:nvContentPartPr>
                <p14:cNvPr id="551" name="Ink 550">
                  <a:extLst>
                    <a:ext uri="{FF2B5EF4-FFF2-40B4-BE49-F238E27FC236}">
                      <a16:creationId xmlns:a16="http://schemas.microsoft.com/office/drawing/2014/main" id="{D8B25B7C-F0F0-3103-1E34-C75E8C2C7265}"/>
                    </a:ext>
                  </a:extLst>
                </p14:cNvPr>
                <p14:cNvContentPartPr/>
                <p14:nvPr/>
              </p14:nvContentPartPr>
              <p14:xfrm>
                <a:off x="11827598" y="1094616"/>
                <a:ext cx="29160" cy="170280"/>
              </p14:xfrm>
            </p:contentPart>
          </mc:Choice>
          <mc:Fallback>
            <p:pic>
              <p:nvPicPr>
                <p:cNvPr id="551" name="Ink 550">
                  <a:extLst>
                    <a:ext uri="{FF2B5EF4-FFF2-40B4-BE49-F238E27FC236}">
                      <a16:creationId xmlns:a16="http://schemas.microsoft.com/office/drawing/2014/main" id="{D8B25B7C-F0F0-3103-1E34-C75E8C2C7265}"/>
                    </a:ext>
                  </a:extLst>
                </p:cNvPr>
                <p:cNvPicPr/>
                <p:nvPr/>
              </p:nvPicPr>
              <p:blipFill>
                <a:blip r:embed="rId868"/>
                <a:stretch>
                  <a:fillRect/>
                </a:stretch>
              </p:blipFill>
              <p:spPr>
                <a:xfrm>
                  <a:off x="11823278" y="1090296"/>
                  <a:ext cx="37800" cy="178920"/>
                </a:xfrm>
                <a:prstGeom prst="rect">
                  <a:avLst/>
                </a:prstGeom>
              </p:spPr>
            </p:pic>
          </mc:Fallback>
        </mc:AlternateContent>
        <mc:AlternateContent xmlns:mc="http://schemas.openxmlformats.org/markup-compatibility/2006">
          <mc:Choice xmlns:p14="http://schemas.microsoft.com/office/powerpoint/2010/main" Requires="p14">
            <p:contentPart p14:bwMode="auto" r:id="rId869">
              <p14:nvContentPartPr>
                <p14:cNvPr id="552" name="Ink 551">
                  <a:extLst>
                    <a:ext uri="{FF2B5EF4-FFF2-40B4-BE49-F238E27FC236}">
                      <a16:creationId xmlns:a16="http://schemas.microsoft.com/office/drawing/2014/main" id="{9C24EB1E-4639-DC27-C510-22B494DC136C}"/>
                    </a:ext>
                  </a:extLst>
                </p14:cNvPr>
                <p14:cNvContentPartPr/>
                <p14:nvPr/>
              </p14:nvContentPartPr>
              <p14:xfrm>
                <a:off x="11779718" y="1187496"/>
                <a:ext cx="96480" cy="21600"/>
              </p14:xfrm>
            </p:contentPart>
          </mc:Choice>
          <mc:Fallback>
            <p:pic>
              <p:nvPicPr>
                <p:cNvPr id="552" name="Ink 551">
                  <a:extLst>
                    <a:ext uri="{FF2B5EF4-FFF2-40B4-BE49-F238E27FC236}">
                      <a16:creationId xmlns:a16="http://schemas.microsoft.com/office/drawing/2014/main" id="{9C24EB1E-4639-DC27-C510-22B494DC136C}"/>
                    </a:ext>
                  </a:extLst>
                </p:cNvPr>
                <p:cNvPicPr/>
                <p:nvPr/>
              </p:nvPicPr>
              <p:blipFill>
                <a:blip r:embed="rId870"/>
                <a:stretch>
                  <a:fillRect/>
                </a:stretch>
              </p:blipFill>
              <p:spPr>
                <a:xfrm>
                  <a:off x="11775398" y="1183176"/>
                  <a:ext cx="10512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871">
              <p14:nvContentPartPr>
                <p14:cNvPr id="553" name="Ink 552">
                  <a:extLst>
                    <a:ext uri="{FF2B5EF4-FFF2-40B4-BE49-F238E27FC236}">
                      <a16:creationId xmlns:a16="http://schemas.microsoft.com/office/drawing/2014/main" id="{02D1A81E-CB32-7475-3410-92D2B332B93A}"/>
                    </a:ext>
                  </a:extLst>
                </p14:cNvPr>
                <p14:cNvContentPartPr/>
                <p14:nvPr/>
              </p14:nvContentPartPr>
              <p14:xfrm>
                <a:off x="11906078" y="1174536"/>
                <a:ext cx="88200" cy="100800"/>
              </p14:xfrm>
            </p:contentPart>
          </mc:Choice>
          <mc:Fallback>
            <p:pic>
              <p:nvPicPr>
                <p:cNvPr id="553" name="Ink 552">
                  <a:extLst>
                    <a:ext uri="{FF2B5EF4-FFF2-40B4-BE49-F238E27FC236}">
                      <a16:creationId xmlns:a16="http://schemas.microsoft.com/office/drawing/2014/main" id="{02D1A81E-CB32-7475-3410-92D2B332B93A}"/>
                    </a:ext>
                  </a:extLst>
                </p:cNvPr>
                <p:cNvPicPr/>
                <p:nvPr/>
              </p:nvPicPr>
              <p:blipFill>
                <a:blip r:embed="rId872"/>
                <a:stretch>
                  <a:fillRect/>
                </a:stretch>
              </p:blipFill>
              <p:spPr>
                <a:xfrm>
                  <a:off x="11901758" y="1170216"/>
                  <a:ext cx="9684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873">
              <p14:nvContentPartPr>
                <p14:cNvPr id="554" name="Ink 553">
                  <a:extLst>
                    <a:ext uri="{FF2B5EF4-FFF2-40B4-BE49-F238E27FC236}">
                      <a16:creationId xmlns:a16="http://schemas.microsoft.com/office/drawing/2014/main" id="{353EF14F-9EF2-303F-064C-BEFF020F1C39}"/>
                    </a:ext>
                  </a:extLst>
                </p14:cNvPr>
                <p14:cNvContentPartPr/>
                <p14:nvPr/>
              </p14:nvContentPartPr>
              <p14:xfrm>
                <a:off x="12065198" y="1256976"/>
                <a:ext cx="360" cy="360"/>
              </p14:xfrm>
            </p:contentPart>
          </mc:Choice>
          <mc:Fallback>
            <p:pic>
              <p:nvPicPr>
                <p:cNvPr id="554" name="Ink 553">
                  <a:extLst>
                    <a:ext uri="{FF2B5EF4-FFF2-40B4-BE49-F238E27FC236}">
                      <a16:creationId xmlns:a16="http://schemas.microsoft.com/office/drawing/2014/main" id="{353EF14F-9EF2-303F-064C-BEFF020F1C39}"/>
                    </a:ext>
                  </a:extLst>
                </p:cNvPr>
                <p:cNvPicPr/>
                <p:nvPr/>
              </p:nvPicPr>
              <p:blipFill>
                <a:blip r:embed="rId79"/>
                <a:stretch>
                  <a:fillRect/>
                </a:stretch>
              </p:blipFill>
              <p:spPr>
                <a:xfrm>
                  <a:off x="12060878" y="125265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874">
              <p14:nvContentPartPr>
                <p14:cNvPr id="558" name="Ink 557">
                  <a:extLst>
                    <a:ext uri="{FF2B5EF4-FFF2-40B4-BE49-F238E27FC236}">
                      <a16:creationId xmlns:a16="http://schemas.microsoft.com/office/drawing/2014/main" id="{CE76A872-6D8D-8EF0-0CFA-16E4663FE3BC}"/>
                    </a:ext>
                  </a:extLst>
                </p14:cNvPr>
                <p14:cNvContentPartPr/>
                <p14:nvPr/>
              </p14:nvContentPartPr>
              <p14:xfrm>
                <a:off x="11401718" y="1945656"/>
                <a:ext cx="175680" cy="140760"/>
              </p14:xfrm>
            </p:contentPart>
          </mc:Choice>
          <mc:Fallback>
            <p:pic>
              <p:nvPicPr>
                <p:cNvPr id="558" name="Ink 557">
                  <a:extLst>
                    <a:ext uri="{FF2B5EF4-FFF2-40B4-BE49-F238E27FC236}">
                      <a16:creationId xmlns:a16="http://schemas.microsoft.com/office/drawing/2014/main" id="{CE76A872-6D8D-8EF0-0CFA-16E4663FE3BC}"/>
                    </a:ext>
                  </a:extLst>
                </p:cNvPr>
                <p:cNvPicPr/>
                <p:nvPr/>
              </p:nvPicPr>
              <p:blipFill>
                <a:blip r:embed="rId875"/>
                <a:stretch>
                  <a:fillRect/>
                </a:stretch>
              </p:blipFill>
              <p:spPr>
                <a:xfrm>
                  <a:off x="11397398" y="1941336"/>
                  <a:ext cx="18432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876">
              <p14:nvContentPartPr>
                <p14:cNvPr id="559" name="Ink 558">
                  <a:extLst>
                    <a:ext uri="{FF2B5EF4-FFF2-40B4-BE49-F238E27FC236}">
                      <a16:creationId xmlns:a16="http://schemas.microsoft.com/office/drawing/2014/main" id="{DE95B0C4-209B-DB58-E592-D232C178AE9D}"/>
                    </a:ext>
                  </a:extLst>
                </p14:cNvPr>
                <p14:cNvContentPartPr/>
                <p14:nvPr/>
              </p14:nvContentPartPr>
              <p14:xfrm>
                <a:off x="11443838" y="1931976"/>
                <a:ext cx="113040" cy="176400"/>
              </p14:xfrm>
            </p:contentPart>
          </mc:Choice>
          <mc:Fallback>
            <p:pic>
              <p:nvPicPr>
                <p:cNvPr id="559" name="Ink 558">
                  <a:extLst>
                    <a:ext uri="{FF2B5EF4-FFF2-40B4-BE49-F238E27FC236}">
                      <a16:creationId xmlns:a16="http://schemas.microsoft.com/office/drawing/2014/main" id="{DE95B0C4-209B-DB58-E592-D232C178AE9D}"/>
                    </a:ext>
                  </a:extLst>
                </p:cNvPr>
                <p:cNvPicPr/>
                <p:nvPr/>
              </p:nvPicPr>
              <p:blipFill>
                <a:blip r:embed="rId877"/>
                <a:stretch>
                  <a:fillRect/>
                </a:stretch>
              </p:blipFill>
              <p:spPr>
                <a:xfrm>
                  <a:off x="11439518" y="1927656"/>
                  <a:ext cx="12168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878">
              <p14:nvContentPartPr>
                <p14:cNvPr id="560" name="Ink 559">
                  <a:extLst>
                    <a:ext uri="{FF2B5EF4-FFF2-40B4-BE49-F238E27FC236}">
                      <a16:creationId xmlns:a16="http://schemas.microsoft.com/office/drawing/2014/main" id="{08C77C14-2CB4-BF18-39A4-9DF2452E83FB}"/>
                    </a:ext>
                  </a:extLst>
                </p14:cNvPr>
                <p14:cNvContentPartPr/>
                <p14:nvPr/>
              </p14:nvContentPartPr>
              <p14:xfrm>
                <a:off x="11612318" y="2054016"/>
                <a:ext cx="117720" cy="105120"/>
              </p14:xfrm>
            </p:contentPart>
          </mc:Choice>
          <mc:Fallback>
            <p:pic>
              <p:nvPicPr>
                <p:cNvPr id="560" name="Ink 559">
                  <a:extLst>
                    <a:ext uri="{FF2B5EF4-FFF2-40B4-BE49-F238E27FC236}">
                      <a16:creationId xmlns:a16="http://schemas.microsoft.com/office/drawing/2014/main" id="{08C77C14-2CB4-BF18-39A4-9DF2452E83FB}"/>
                    </a:ext>
                  </a:extLst>
                </p:cNvPr>
                <p:cNvPicPr/>
                <p:nvPr/>
              </p:nvPicPr>
              <p:blipFill>
                <a:blip r:embed="rId879"/>
                <a:stretch>
                  <a:fillRect/>
                </a:stretch>
              </p:blipFill>
              <p:spPr>
                <a:xfrm>
                  <a:off x="11607998" y="2049696"/>
                  <a:ext cx="12636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880">
              <p14:nvContentPartPr>
                <p14:cNvPr id="555" name="Ink 554">
                  <a:extLst>
                    <a:ext uri="{FF2B5EF4-FFF2-40B4-BE49-F238E27FC236}">
                      <a16:creationId xmlns:a16="http://schemas.microsoft.com/office/drawing/2014/main" id="{4A3A3B04-AEF9-B458-9CF8-1FA450EC28B3}"/>
                    </a:ext>
                  </a:extLst>
                </p14:cNvPr>
                <p14:cNvContentPartPr/>
                <p14:nvPr/>
              </p14:nvContentPartPr>
              <p14:xfrm>
                <a:off x="11439518" y="1510776"/>
                <a:ext cx="163080" cy="125280"/>
              </p14:xfrm>
            </p:contentPart>
          </mc:Choice>
          <mc:Fallback>
            <p:pic>
              <p:nvPicPr>
                <p:cNvPr id="555" name="Ink 554">
                  <a:extLst>
                    <a:ext uri="{FF2B5EF4-FFF2-40B4-BE49-F238E27FC236}">
                      <a16:creationId xmlns:a16="http://schemas.microsoft.com/office/drawing/2014/main" id="{4A3A3B04-AEF9-B458-9CF8-1FA450EC28B3}"/>
                    </a:ext>
                  </a:extLst>
                </p:cNvPr>
                <p:cNvPicPr/>
                <p:nvPr/>
              </p:nvPicPr>
              <p:blipFill>
                <a:blip r:embed="rId881"/>
                <a:stretch>
                  <a:fillRect/>
                </a:stretch>
              </p:blipFill>
              <p:spPr>
                <a:xfrm>
                  <a:off x="11435198" y="1506456"/>
                  <a:ext cx="17172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882">
              <p14:nvContentPartPr>
                <p14:cNvPr id="556" name="Ink 555">
                  <a:extLst>
                    <a:ext uri="{FF2B5EF4-FFF2-40B4-BE49-F238E27FC236}">
                      <a16:creationId xmlns:a16="http://schemas.microsoft.com/office/drawing/2014/main" id="{18401906-3D5B-B35B-CCF1-2A10B8931D41}"/>
                    </a:ext>
                  </a:extLst>
                </p14:cNvPr>
                <p14:cNvContentPartPr/>
                <p14:nvPr/>
              </p14:nvContentPartPr>
              <p14:xfrm>
                <a:off x="11508998" y="1493496"/>
                <a:ext cx="78120" cy="169560"/>
              </p14:xfrm>
            </p:contentPart>
          </mc:Choice>
          <mc:Fallback>
            <p:pic>
              <p:nvPicPr>
                <p:cNvPr id="556" name="Ink 555">
                  <a:extLst>
                    <a:ext uri="{FF2B5EF4-FFF2-40B4-BE49-F238E27FC236}">
                      <a16:creationId xmlns:a16="http://schemas.microsoft.com/office/drawing/2014/main" id="{18401906-3D5B-B35B-CCF1-2A10B8931D41}"/>
                    </a:ext>
                  </a:extLst>
                </p:cNvPr>
                <p:cNvPicPr/>
                <p:nvPr/>
              </p:nvPicPr>
              <p:blipFill>
                <a:blip r:embed="rId883"/>
                <a:stretch>
                  <a:fillRect/>
                </a:stretch>
              </p:blipFill>
              <p:spPr>
                <a:xfrm>
                  <a:off x="11504678" y="1489176"/>
                  <a:ext cx="8676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884">
              <p14:nvContentPartPr>
                <p14:cNvPr id="557" name="Ink 556">
                  <a:extLst>
                    <a:ext uri="{FF2B5EF4-FFF2-40B4-BE49-F238E27FC236}">
                      <a16:creationId xmlns:a16="http://schemas.microsoft.com/office/drawing/2014/main" id="{444DEE18-1DA1-AEB9-C5AB-8B0092851D1D}"/>
                    </a:ext>
                  </a:extLst>
                </p14:cNvPr>
                <p14:cNvContentPartPr/>
                <p14:nvPr/>
              </p14:nvContentPartPr>
              <p14:xfrm>
                <a:off x="11665598" y="1599696"/>
                <a:ext cx="7920" cy="88560"/>
              </p14:xfrm>
            </p:contentPart>
          </mc:Choice>
          <mc:Fallback>
            <p:pic>
              <p:nvPicPr>
                <p:cNvPr id="557" name="Ink 556">
                  <a:extLst>
                    <a:ext uri="{FF2B5EF4-FFF2-40B4-BE49-F238E27FC236}">
                      <a16:creationId xmlns:a16="http://schemas.microsoft.com/office/drawing/2014/main" id="{444DEE18-1DA1-AEB9-C5AB-8B0092851D1D}"/>
                    </a:ext>
                  </a:extLst>
                </p:cNvPr>
                <p:cNvPicPr/>
                <p:nvPr/>
              </p:nvPicPr>
              <p:blipFill>
                <a:blip r:embed="rId885"/>
                <a:stretch>
                  <a:fillRect/>
                </a:stretch>
              </p:blipFill>
              <p:spPr>
                <a:xfrm>
                  <a:off x="11661278" y="1595376"/>
                  <a:ext cx="1656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886">
              <p14:nvContentPartPr>
                <p14:cNvPr id="565" name="Ink 564">
                  <a:extLst>
                    <a:ext uri="{FF2B5EF4-FFF2-40B4-BE49-F238E27FC236}">
                      <a16:creationId xmlns:a16="http://schemas.microsoft.com/office/drawing/2014/main" id="{4690F31C-2EA4-346A-5B72-DE29679944BA}"/>
                    </a:ext>
                  </a:extLst>
                </p14:cNvPr>
                <p14:cNvContentPartPr/>
                <p14:nvPr/>
              </p14:nvContentPartPr>
              <p14:xfrm>
                <a:off x="11758838" y="1506096"/>
                <a:ext cx="173160" cy="59040"/>
              </p14:xfrm>
            </p:contentPart>
          </mc:Choice>
          <mc:Fallback>
            <p:pic>
              <p:nvPicPr>
                <p:cNvPr id="565" name="Ink 564">
                  <a:extLst>
                    <a:ext uri="{FF2B5EF4-FFF2-40B4-BE49-F238E27FC236}">
                      <a16:creationId xmlns:a16="http://schemas.microsoft.com/office/drawing/2014/main" id="{4690F31C-2EA4-346A-5B72-DE29679944BA}"/>
                    </a:ext>
                  </a:extLst>
                </p:cNvPr>
                <p:cNvPicPr/>
                <p:nvPr/>
              </p:nvPicPr>
              <p:blipFill>
                <a:blip r:embed="rId887"/>
                <a:stretch>
                  <a:fillRect/>
                </a:stretch>
              </p:blipFill>
              <p:spPr>
                <a:xfrm>
                  <a:off x="11754518" y="1501776"/>
                  <a:ext cx="18180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888">
              <p14:nvContentPartPr>
                <p14:cNvPr id="566" name="Ink 565">
                  <a:extLst>
                    <a:ext uri="{FF2B5EF4-FFF2-40B4-BE49-F238E27FC236}">
                      <a16:creationId xmlns:a16="http://schemas.microsoft.com/office/drawing/2014/main" id="{A1ACD806-8339-5135-2F08-891C5EBDF03F}"/>
                    </a:ext>
                  </a:extLst>
                </p14:cNvPr>
                <p14:cNvContentPartPr/>
                <p14:nvPr/>
              </p14:nvContentPartPr>
              <p14:xfrm>
                <a:off x="11953958" y="1465416"/>
                <a:ext cx="122400" cy="97560"/>
              </p14:xfrm>
            </p:contentPart>
          </mc:Choice>
          <mc:Fallback>
            <p:pic>
              <p:nvPicPr>
                <p:cNvPr id="566" name="Ink 565">
                  <a:extLst>
                    <a:ext uri="{FF2B5EF4-FFF2-40B4-BE49-F238E27FC236}">
                      <a16:creationId xmlns:a16="http://schemas.microsoft.com/office/drawing/2014/main" id="{A1ACD806-8339-5135-2F08-891C5EBDF03F}"/>
                    </a:ext>
                  </a:extLst>
                </p:cNvPr>
                <p:cNvPicPr/>
                <p:nvPr/>
              </p:nvPicPr>
              <p:blipFill>
                <a:blip r:embed="rId889"/>
                <a:stretch>
                  <a:fillRect/>
                </a:stretch>
              </p:blipFill>
              <p:spPr>
                <a:xfrm>
                  <a:off x="11949638" y="1461096"/>
                  <a:ext cx="13104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890">
              <p14:nvContentPartPr>
                <p14:cNvPr id="567" name="Ink 566">
                  <a:extLst>
                    <a:ext uri="{FF2B5EF4-FFF2-40B4-BE49-F238E27FC236}">
                      <a16:creationId xmlns:a16="http://schemas.microsoft.com/office/drawing/2014/main" id="{596F9818-901E-3DAD-098F-98CB2AB24619}"/>
                    </a:ext>
                  </a:extLst>
                </p14:cNvPr>
                <p14:cNvContentPartPr/>
                <p14:nvPr/>
              </p14:nvContentPartPr>
              <p14:xfrm>
                <a:off x="11757398" y="1816776"/>
                <a:ext cx="190080" cy="84960"/>
              </p14:xfrm>
            </p:contentPart>
          </mc:Choice>
          <mc:Fallback>
            <p:pic>
              <p:nvPicPr>
                <p:cNvPr id="567" name="Ink 566">
                  <a:extLst>
                    <a:ext uri="{FF2B5EF4-FFF2-40B4-BE49-F238E27FC236}">
                      <a16:creationId xmlns:a16="http://schemas.microsoft.com/office/drawing/2014/main" id="{596F9818-901E-3DAD-098F-98CB2AB24619}"/>
                    </a:ext>
                  </a:extLst>
                </p:cNvPr>
                <p:cNvPicPr/>
                <p:nvPr/>
              </p:nvPicPr>
              <p:blipFill>
                <a:blip r:embed="rId891"/>
                <a:stretch>
                  <a:fillRect/>
                </a:stretch>
              </p:blipFill>
              <p:spPr>
                <a:xfrm>
                  <a:off x="11753078" y="1812456"/>
                  <a:ext cx="198720" cy="93600"/>
                </a:xfrm>
                <a:prstGeom prst="rect">
                  <a:avLst/>
                </a:prstGeom>
              </p:spPr>
            </p:pic>
          </mc:Fallback>
        </mc:AlternateContent>
        <mc:AlternateContent xmlns:mc="http://schemas.openxmlformats.org/markup-compatibility/2006">
          <mc:Choice xmlns:p14="http://schemas.microsoft.com/office/powerpoint/2010/main" Requires="p14">
            <p:contentPart p14:bwMode="auto" r:id="rId892">
              <p14:nvContentPartPr>
                <p14:cNvPr id="568" name="Ink 567">
                  <a:extLst>
                    <a:ext uri="{FF2B5EF4-FFF2-40B4-BE49-F238E27FC236}">
                      <a16:creationId xmlns:a16="http://schemas.microsoft.com/office/drawing/2014/main" id="{34C55644-B932-0339-401A-4E49A0D4E653}"/>
                    </a:ext>
                  </a:extLst>
                </p14:cNvPr>
                <p14:cNvContentPartPr/>
                <p14:nvPr/>
              </p14:nvContentPartPr>
              <p14:xfrm>
                <a:off x="11991038" y="1785096"/>
                <a:ext cx="120600" cy="139320"/>
              </p14:xfrm>
            </p:contentPart>
          </mc:Choice>
          <mc:Fallback>
            <p:pic>
              <p:nvPicPr>
                <p:cNvPr id="568" name="Ink 567">
                  <a:extLst>
                    <a:ext uri="{FF2B5EF4-FFF2-40B4-BE49-F238E27FC236}">
                      <a16:creationId xmlns:a16="http://schemas.microsoft.com/office/drawing/2014/main" id="{34C55644-B932-0339-401A-4E49A0D4E653}"/>
                    </a:ext>
                  </a:extLst>
                </p:cNvPr>
                <p:cNvPicPr/>
                <p:nvPr/>
              </p:nvPicPr>
              <p:blipFill>
                <a:blip r:embed="rId893"/>
                <a:stretch>
                  <a:fillRect/>
                </a:stretch>
              </p:blipFill>
              <p:spPr>
                <a:xfrm>
                  <a:off x="11986718" y="1780776"/>
                  <a:ext cx="12924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894">
              <p14:nvContentPartPr>
                <p14:cNvPr id="571" name="Ink 570">
                  <a:extLst>
                    <a:ext uri="{FF2B5EF4-FFF2-40B4-BE49-F238E27FC236}">
                      <a16:creationId xmlns:a16="http://schemas.microsoft.com/office/drawing/2014/main" id="{A86CC4EB-154B-A592-B3A2-9B5EAF610799}"/>
                    </a:ext>
                  </a:extLst>
                </p14:cNvPr>
                <p14:cNvContentPartPr/>
                <p14:nvPr/>
              </p14:nvContentPartPr>
              <p14:xfrm>
                <a:off x="11184998" y="853056"/>
                <a:ext cx="113400" cy="160920"/>
              </p14:xfrm>
            </p:contentPart>
          </mc:Choice>
          <mc:Fallback>
            <p:pic>
              <p:nvPicPr>
                <p:cNvPr id="571" name="Ink 570">
                  <a:extLst>
                    <a:ext uri="{FF2B5EF4-FFF2-40B4-BE49-F238E27FC236}">
                      <a16:creationId xmlns:a16="http://schemas.microsoft.com/office/drawing/2014/main" id="{A86CC4EB-154B-A592-B3A2-9B5EAF610799}"/>
                    </a:ext>
                  </a:extLst>
                </p:cNvPr>
                <p:cNvPicPr/>
                <p:nvPr/>
              </p:nvPicPr>
              <p:blipFill>
                <a:blip r:embed="rId895"/>
                <a:stretch>
                  <a:fillRect/>
                </a:stretch>
              </p:blipFill>
              <p:spPr>
                <a:xfrm>
                  <a:off x="11180678" y="848736"/>
                  <a:ext cx="12204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896">
              <p14:nvContentPartPr>
                <p14:cNvPr id="572" name="Ink 571">
                  <a:extLst>
                    <a:ext uri="{FF2B5EF4-FFF2-40B4-BE49-F238E27FC236}">
                      <a16:creationId xmlns:a16="http://schemas.microsoft.com/office/drawing/2014/main" id="{4CD2DAB0-0C39-E28F-0CEB-F4D692F00393}"/>
                    </a:ext>
                  </a:extLst>
                </p14:cNvPr>
                <p14:cNvContentPartPr/>
                <p14:nvPr/>
              </p14:nvContentPartPr>
              <p14:xfrm>
                <a:off x="11331158" y="920016"/>
                <a:ext cx="62640" cy="57600"/>
              </p14:xfrm>
            </p:contentPart>
          </mc:Choice>
          <mc:Fallback>
            <p:pic>
              <p:nvPicPr>
                <p:cNvPr id="572" name="Ink 571">
                  <a:extLst>
                    <a:ext uri="{FF2B5EF4-FFF2-40B4-BE49-F238E27FC236}">
                      <a16:creationId xmlns:a16="http://schemas.microsoft.com/office/drawing/2014/main" id="{4CD2DAB0-0C39-E28F-0CEB-F4D692F00393}"/>
                    </a:ext>
                  </a:extLst>
                </p:cNvPr>
                <p:cNvPicPr/>
                <p:nvPr/>
              </p:nvPicPr>
              <p:blipFill>
                <a:blip r:embed="rId897"/>
                <a:stretch>
                  <a:fillRect/>
                </a:stretch>
              </p:blipFill>
              <p:spPr>
                <a:xfrm>
                  <a:off x="11326838" y="915696"/>
                  <a:ext cx="7128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898">
              <p14:nvContentPartPr>
                <p14:cNvPr id="573" name="Ink 572">
                  <a:extLst>
                    <a:ext uri="{FF2B5EF4-FFF2-40B4-BE49-F238E27FC236}">
                      <a16:creationId xmlns:a16="http://schemas.microsoft.com/office/drawing/2014/main" id="{AB161333-DC9E-4BCE-6B87-16D339B42135}"/>
                    </a:ext>
                  </a:extLst>
                </p14:cNvPr>
                <p14:cNvContentPartPr/>
                <p14:nvPr/>
              </p14:nvContentPartPr>
              <p14:xfrm>
                <a:off x="11393078" y="924696"/>
                <a:ext cx="66240" cy="49320"/>
              </p14:xfrm>
            </p:contentPart>
          </mc:Choice>
          <mc:Fallback>
            <p:pic>
              <p:nvPicPr>
                <p:cNvPr id="573" name="Ink 572">
                  <a:extLst>
                    <a:ext uri="{FF2B5EF4-FFF2-40B4-BE49-F238E27FC236}">
                      <a16:creationId xmlns:a16="http://schemas.microsoft.com/office/drawing/2014/main" id="{AB161333-DC9E-4BCE-6B87-16D339B42135}"/>
                    </a:ext>
                  </a:extLst>
                </p:cNvPr>
                <p:cNvPicPr/>
                <p:nvPr/>
              </p:nvPicPr>
              <p:blipFill>
                <a:blip r:embed="rId899"/>
                <a:stretch>
                  <a:fillRect/>
                </a:stretch>
              </p:blipFill>
              <p:spPr>
                <a:xfrm>
                  <a:off x="11388758" y="920376"/>
                  <a:ext cx="7488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900">
              <p14:nvContentPartPr>
                <p14:cNvPr id="574" name="Ink 573">
                  <a:extLst>
                    <a:ext uri="{FF2B5EF4-FFF2-40B4-BE49-F238E27FC236}">
                      <a16:creationId xmlns:a16="http://schemas.microsoft.com/office/drawing/2014/main" id="{E8BD9F09-21FC-B32E-983A-7F21404022D8}"/>
                    </a:ext>
                  </a:extLst>
                </p14:cNvPr>
                <p14:cNvContentPartPr/>
                <p14:nvPr/>
              </p14:nvContentPartPr>
              <p14:xfrm>
                <a:off x="11475878" y="925776"/>
                <a:ext cx="130680" cy="61920"/>
              </p14:xfrm>
            </p:contentPart>
          </mc:Choice>
          <mc:Fallback>
            <p:pic>
              <p:nvPicPr>
                <p:cNvPr id="574" name="Ink 573">
                  <a:extLst>
                    <a:ext uri="{FF2B5EF4-FFF2-40B4-BE49-F238E27FC236}">
                      <a16:creationId xmlns:a16="http://schemas.microsoft.com/office/drawing/2014/main" id="{E8BD9F09-21FC-B32E-983A-7F21404022D8}"/>
                    </a:ext>
                  </a:extLst>
                </p:cNvPr>
                <p:cNvPicPr/>
                <p:nvPr/>
              </p:nvPicPr>
              <p:blipFill>
                <a:blip r:embed="rId901"/>
                <a:stretch>
                  <a:fillRect/>
                </a:stretch>
              </p:blipFill>
              <p:spPr>
                <a:xfrm>
                  <a:off x="11471558" y="921456"/>
                  <a:ext cx="139320" cy="70560"/>
                </a:xfrm>
                <a:prstGeom prst="rect">
                  <a:avLst/>
                </a:prstGeom>
              </p:spPr>
            </p:pic>
          </mc:Fallback>
        </mc:AlternateContent>
        <mc:AlternateContent xmlns:mc="http://schemas.openxmlformats.org/markup-compatibility/2006">
          <mc:Choice xmlns:p14="http://schemas.microsoft.com/office/powerpoint/2010/main" Requires="p14">
            <p:contentPart p14:bwMode="auto" r:id="rId902">
              <p14:nvContentPartPr>
                <p14:cNvPr id="575" name="Ink 574">
                  <a:extLst>
                    <a:ext uri="{FF2B5EF4-FFF2-40B4-BE49-F238E27FC236}">
                      <a16:creationId xmlns:a16="http://schemas.microsoft.com/office/drawing/2014/main" id="{59A66B87-2DE2-52A0-B47D-FAD5B2B4A3BF}"/>
                    </a:ext>
                  </a:extLst>
                </p14:cNvPr>
                <p14:cNvContentPartPr/>
                <p14:nvPr/>
              </p14:nvContentPartPr>
              <p14:xfrm>
                <a:off x="11641838" y="816696"/>
                <a:ext cx="212760" cy="168480"/>
              </p14:xfrm>
            </p:contentPart>
          </mc:Choice>
          <mc:Fallback>
            <p:pic>
              <p:nvPicPr>
                <p:cNvPr id="575" name="Ink 574">
                  <a:extLst>
                    <a:ext uri="{FF2B5EF4-FFF2-40B4-BE49-F238E27FC236}">
                      <a16:creationId xmlns:a16="http://schemas.microsoft.com/office/drawing/2014/main" id="{59A66B87-2DE2-52A0-B47D-FAD5B2B4A3BF}"/>
                    </a:ext>
                  </a:extLst>
                </p:cNvPr>
                <p:cNvPicPr/>
                <p:nvPr/>
              </p:nvPicPr>
              <p:blipFill>
                <a:blip r:embed="rId903"/>
                <a:stretch>
                  <a:fillRect/>
                </a:stretch>
              </p:blipFill>
              <p:spPr>
                <a:xfrm>
                  <a:off x="11637518" y="812376"/>
                  <a:ext cx="221400" cy="177120"/>
                </a:xfrm>
                <a:prstGeom prst="rect">
                  <a:avLst/>
                </a:prstGeom>
              </p:spPr>
            </p:pic>
          </mc:Fallback>
        </mc:AlternateContent>
        <mc:AlternateContent xmlns:mc="http://schemas.openxmlformats.org/markup-compatibility/2006">
          <mc:Choice xmlns:p14="http://schemas.microsoft.com/office/powerpoint/2010/main" Requires="p14">
            <p:contentPart p14:bwMode="auto" r:id="rId904">
              <p14:nvContentPartPr>
                <p14:cNvPr id="576" name="Ink 575">
                  <a:extLst>
                    <a:ext uri="{FF2B5EF4-FFF2-40B4-BE49-F238E27FC236}">
                      <a16:creationId xmlns:a16="http://schemas.microsoft.com/office/drawing/2014/main" id="{4045AB4B-5909-EC48-700A-D3F79CE7090B}"/>
                    </a:ext>
                  </a:extLst>
                </p14:cNvPr>
                <p14:cNvContentPartPr/>
                <p14:nvPr/>
              </p14:nvContentPartPr>
              <p14:xfrm>
                <a:off x="11309918" y="1303776"/>
                <a:ext cx="117000" cy="110160"/>
              </p14:xfrm>
            </p:contentPart>
          </mc:Choice>
          <mc:Fallback>
            <p:pic>
              <p:nvPicPr>
                <p:cNvPr id="576" name="Ink 575">
                  <a:extLst>
                    <a:ext uri="{FF2B5EF4-FFF2-40B4-BE49-F238E27FC236}">
                      <a16:creationId xmlns:a16="http://schemas.microsoft.com/office/drawing/2014/main" id="{4045AB4B-5909-EC48-700A-D3F79CE7090B}"/>
                    </a:ext>
                  </a:extLst>
                </p:cNvPr>
                <p:cNvPicPr/>
                <p:nvPr/>
              </p:nvPicPr>
              <p:blipFill>
                <a:blip r:embed="rId905"/>
                <a:stretch>
                  <a:fillRect/>
                </a:stretch>
              </p:blipFill>
              <p:spPr>
                <a:xfrm>
                  <a:off x="11305598" y="1299456"/>
                  <a:ext cx="125640" cy="118800"/>
                </a:xfrm>
                <a:prstGeom prst="rect">
                  <a:avLst/>
                </a:prstGeom>
              </p:spPr>
            </p:pic>
          </mc:Fallback>
        </mc:AlternateContent>
      </p:grpSp>
    </p:spTree>
    <p:extLst>
      <p:ext uri="{BB962C8B-B14F-4D97-AF65-F5344CB8AC3E}">
        <p14:creationId xmlns:p14="http://schemas.microsoft.com/office/powerpoint/2010/main" val="28328950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CDB19BA-52B0-A8A5-C92B-9E46F4DFDFF8}"/>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AA1E34B0-11FE-70FF-DD39-25F164A285ED}"/>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effectLst/>
                <a:latin typeface="Arial" pitchFamily="34" charset="0"/>
                <a:cs typeface="Arial" pitchFamily="34" charset="0"/>
              </a:rPr>
              <a:t>Applications of </a:t>
            </a:r>
            <a:r>
              <a:rPr lang="en-US" sz="3600" dirty="0" err="1">
                <a:solidFill>
                  <a:srgbClr val="0070C0"/>
                </a:solidFill>
                <a:effectLst/>
                <a:latin typeface="Arial" pitchFamily="34" charset="0"/>
                <a:cs typeface="Arial" pitchFamily="34" charset="0"/>
              </a:rPr>
              <a:t>Mahalanobis</a:t>
            </a:r>
            <a:r>
              <a:rPr lang="en-US" sz="3600" dirty="0">
                <a:solidFill>
                  <a:srgbClr val="0070C0"/>
                </a:solidFill>
                <a:latin typeface="Arial" pitchFamily="34" charset="0"/>
                <a:cs typeface="Arial" pitchFamily="34" charset="0"/>
              </a:rPr>
              <a:t> Distance</a:t>
            </a:r>
            <a:endParaRPr lang="en-IN" sz="3600" dirty="0">
              <a:solidFill>
                <a:srgbClr val="0070C0"/>
              </a:solidFill>
              <a:latin typeface="Arial" pitchFamily="34" charset="0"/>
              <a:cs typeface="Arial" pitchFamily="34" charset="0"/>
            </a:endParaRPr>
          </a:p>
        </p:txBody>
      </p:sp>
      <p:sp>
        <p:nvSpPr>
          <p:cNvPr id="6" name="TextBox 5">
            <a:extLst>
              <a:ext uri="{FF2B5EF4-FFF2-40B4-BE49-F238E27FC236}">
                <a16:creationId xmlns:a16="http://schemas.microsoft.com/office/drawing/2014/main" id="{DE276F59-0500-B351-7175-97992E3326CD}"/>
              </a:ext>
            </a:extLst>
          </p:cNvPr>
          <p:cNvSpPr txBox="1"/>
          <p:nvPr/>
        </p:nvSpPr>
        <p:spPr>
          <a:xfrm>
            <a:off x="310432" y="803020"/>
            <a:ext cx="11571136" cy="5262979"/>
          </a:xfrm>
          <a:prstGeom prst="rect">
            <a:avLst/>
          </a:prstGeom>
          <a:noFill/>
        </p:spPr>
        <p:txBody>
          <a:bodyPr wrap="square" rtlCol="0">
            <a:spAutoFit/>
          </a:bodyPr>
          <a:lstStyle/>
          <a:p>
            <a:pPr algn="just">
              <a:lnSpc>
                <a:spcPct val="200000"/>
              </a:lnSpc>
              <a:buClr>
                <a:srgbClr val="0000FF"/>
              </a:buClr>
            </a:pPr>
            <a:r>
              <a:rPr lang="en-US" sz="2400" dirty="0" err="1">
                <a:solidFill>
                  <a:schemeClr val="bg1"/>
                </a:solidFill>
                <a:latin typeface="Arial" panose="020B0604020202020204" pitchFamily="34" charset="0"/>
                <a:cs typeface="Arial" panose="020B0604020202020204" pitchFamily="34" charset="0"/>
              </a:rPr>
              <a:t>Mahalanobis</a:t>
            </a:r>
            <a:r>
              <a:rPr lang="en-US" sz="2400" dirty="0">
                <a:solidFill>
                  <a:schemeClr val="bg1"/>
                </a:solidFill>
                <a:latin typeface="Arial" panose="020B0604020202020204" pitchFamily="34" charset="0"/>
                <a:cs typeface="Arial" panose="020B0604020202020204" pitchFamily="34" charset="0"/>
              </a:rPr>
              <a:t> distance plays a very important role in multivariate statistics and has several multivariate data applications such as  </a:t>
            </a:r>
          </a:p>
          <a:p>
            <a:pPr algn="just">
              <a:lnSpc>
                <a:spcPct val="200000"/>
              </a:lnSpc>
              <a:buClr>
                <a:srgbClr val="0000FF"/>
              </a:buClr>
            </a:pPr>
            <a:r>
              <a:rPr lang="en-US" sz="2400" dirty="0">
                <a:solidFill>
                  <a:schemeClr val="bg1"/>
                </a:solidFill>
                <a:latin typeface="Arial" panose="020B0604020202020204" pitchFamily="34" charset="0"/>
                <a:cs typeface="Arial" panose="020B0604020202020204" pitchFamily="34" charset="0"/>
              </a:rPr>
              <a:t>(</a:t>
            </a:r>
            <a:r>
              <a:rPr lang="en-US" sz="2400" dirty="0" err="1">
                <a:solidFill>
                  <a:schemeClr val="bg1"/>
                </a:solidFill>
                <a:latin typeface="Arial" panose="020B0604020202020204" pitchFamily="34" charset="0"/>
                <a:cs typeface="Arial" panose="020B0604020202020204" pitchFamily="34" charset="0"/>
              </a:rPr>
              <a:t>i</a:t>
            </a:r>
            <a:r>
              <a:rPr lang="en-US" sz="2400" dirty="0">
                <a:solidFill>
                  <a:schemeClr val="bg1"/>
                </a:solidFill>
                <a:latin typeface="Arial" panose="020B0604020202020204" pitchFamily="34" charset="0"/>
                <a:cs typeface="Arial" panose="020B0604020202020204" pitchFamily="34" charset="0"/>
              </a:rPr>
              <a:t>) detection of multivariate outliers, </a:t>
            </a:r>
          </a:p>
          <a:p>
            <a:pPr algn="just">
              <a:lnSpc>
                <a:spcPct val="200000"/>
              </a:lnSpc>
              <a:buClr>
                <a:srgbClr val="0000FF"/>
              </a:buClr>
            </a:pPr>
            <a:r>
              <a:rPr lang="en-US" sz="2400" dirty="0">
                <a:solidFill>
                  <a:schemeClr val="bg1"/>
                </a:solidFill>
                <a:latin typeface="Arial" panose="020B0604020202020204" pitchFamily="34" charset="0"/>
                <a:cs typeface="Arial" panose="020B0604020202020204" pitchFamily="34" charset="0"/>
              </a:rPr>
              <a:t>(ii) quality control, </a:t>
            </a:r>
          </a:p>
          <a:p>
            <a:pPr algn="just">
              <a:lnSpc>
                <a:spcPct val="200000"/>
              </a:lnSpc>
              <a:buClr>
                <a:srgbClr val="0000FF"/>
              </a:buClr>
            </a:pPr>
            <a:r>
              <a:rPr lang="en-US" sz="2400" dirty="0">
                <a:solidFill>
                  <a:schemeClr val="bg1"/>
                </a:solidFill>
                <a:latin typeface="Arial" panose="020B0604020202020204" pitchFamily="34" charset="0"/>
                <a:cs typeface="Arial" panose="020B0604020202020204" pitchFamily="34" charset="0"/>
              </a:rPr>
              <a:t>(iii) choice of calibration samples for a large set of measurements, </a:t>
            </a:r>
          </a:p>
          <a:p>
            <a:pPr algn="just">
              <a:lnSpc>
                <a:spcPct val="200000"/>
              </a:lnSpc>
              <a:buClr>
                <a:srgbClr val="0000FF"/>
              </a:buClr>
            </a:pPr>
            <a:r>
              <a:rPr lang="en-US" sz="2400" dirty="0">
                <a:solidFill>
                  <a:schemeClr val="bg1"/>
                </a:solidFill>
                <a:latin typeface="Arial" panose="020B0604020202020204" pitchFamily="34" charset="0"/>
                <a:cs typeface="Arial" panose="020B0604020202020204" pitchFamily="34" charset="0"/>
              </a:rPr>
              <a:t>(iv) clustering based pattern recognition, </a:t>
            </a:r>
          </a:p>
          <a:p>
            <a:pPr algn="just">
              <a:lnSpc>
                <a:spcPct val="200000"/>
              </a:lnSpc>
              <a:buClr>
                <a:srgbClr val="0000FF"/>
              </a:buClr>
            </a:pPr>
            <a:r>
              <a:rPr lang="en-US" sz="2400" dirty="0">
                <a:solidFill>
                  <a:schemeClr val="bg1"/>
                </a:solidFill>
                <a:latin typeface="Arial" panose="020B0604020202020204" pitchFamily="34" charset="0"/>
                <a:cs typeface="Arial" panose="020B0604020202020204" pitchFamily="34" charset="0"/>
              </a:rPr>
              <a:t>(v) Detection of faults </a:t>
            </a:r>
          </a:p>
        </p:txBody>
      </p:sp>
      <mc:AlternateContent xmlns:mc="http://schemas.openxmlformats.org/markup-compatibility/2006">
        <mc:Choice xmlns:p14="http://schemas.microsoft.com/office/powerpoint/2010/main" Requires="p14">
          <p:contentPart p14:bwMode="auto" r:id="rId3">
            <p14:nvContentPartPr>
              <p14:cNvPr id="13335" name="Ink 13334">
                <a:extLst>
                  <a:ext uri="{FF2B5EF4-FFF2-40B4-BE49-F238E27FC236}">
                    <a16:creationId xmlns:a16="http://schemas.microsoft.com/office/drawing/2014/main" id="{61F24924-3530-F58B-BC7F-72EF423F739D}"/>
                  </a:ext>
                </a:extLst>
              </p14:cNvPr>
              <p14:cNvContentPartPr/>
              <p14:nvPr/>
            </p14:nvContentPartPr>
            <p14:xfrm>
              <a:off x="5148878" y="2792736"/>
              <a:ext cx="360" cy="360"/>
            </p14:xfrm>
          </p:contentPart>
        </mc:Choice>
        <mc:Fallback>
          <p:pic>
            <p:nvPicPr>
              <p:cNvPr id="13335" name="Ink 13334">
                <a:extLst>
                  <a:ext uri="{FF2B5EF4-FFF2-40B4-BE49-F238E27FC236}">
                    <a16:creationId xmlns:a16="http://schemas.microsoft.com/office/drawing/2014/main" id="{61F24924-3530-F58B-BC7F-72EF423F739D}"/>
                  </a:ext>
                </a:extLst>
              </p:cNvPr>
              <p:cNvPicPr/>
              <p:nvPr/>
            </p:nvPicPr>
            <p:blipFill>
              <a:blip r:embed="rId4"/>
              <a:stretch>
                <a:fillRect/>
              </a:stretch>
            </p:blipFill>
            <p:spPr>
              <a:xfrm>
                <a:off x="5144558" y="278841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3336" name="Ink 13335">
                <a:extLst>
                  <a:ext uri="{FF2B5EF4-FFF2-40B4-BE49-F238E27FC236}">
                    <a16:creationId xmlns:a16="http://schemas.microsoft.com/office/drawing/2014/main" id="{75A8202F-70AB-04BB-5B66-69190A306935}"/>
                  </a:ext>
                </a:extLst>
              </p14:cNvPr>
              <p14:cNvContentPartPr/>
              <p14:nvPr/>
            </p14:nvContentPartPr>
            <p14:xfrm>
              <a:off x="10499198" y="2723976"/>
              <a:ext cx="5760" cy="86760"/>
            </p14:xfrm>
          </p:contentPart>
        </mc:Choice>
        <mc:Fallback>
          <p:pic>
            <p:nvPicPr>
              <p:cNvPr id="13336" name="Ink 13335">
                <a:extLst>
                  <a:ext uri="{FF2B5EF4-FFF2-40B4-BE49-F238E27FC236}">
                    <a16:creationId xmlns:a16="http://schemas.microsoft.com/office/drawing/2014/main" id="{75A8202F-70AB-04BB-5B66-69190A306935}"/>
                  </a:ext>
                </a:extLst>
              </p:cNvPr>
              <p:cNvPicPr/>
              <p:nvPr/>
            </p:nvPicPr>
            <p:blipFill>
              <a:blip r:embed="rId6"/>
              <a:stretch>
                <a:fillRect/>
              </a:stretch>
            </p:blipFill>
            <p:spPr>
              <a:xfrm>
                <a:off x="10494878" y="2719656"/>
                <a:ext cx="14400" cy="95400"/>
              </a:xfrm>
              <a:prstGeom prst="rect">
                <a:avLst/>
              </a:prstGeom>
            </p:spPr>
          </p:pic>
        </mc:Fallback>
      </mc:AlternateContent>
      <p:grpSp>
        <p:nvGrpSpPr>
          <p:cNvPr id="13339" name="Group 13338">
            <a:extLst>
              <a:ext uri="{FF2B5EF4-FFF2-40B4-BE49-F238E27FC236}">
                <a16:creationId xmlns:a16="http://schemas.microsoft.com/office/drawing/2014/main" id="{6BF45896-51D4-0822-8C9D-17CE3A2EC89B}"/>
              </a:ext>
            </a:extLst>
          </p:cNvPr>
          <p:cNvGrpSpPr/>
          <p:nvPr/>
        </p:nvGrpSpPr>
        <p:grpSpPr>
          <a:xfrm>
            <a:off x="8348198" y="2093616"/>
            <a:ext cx="3156840" cy="2243520"/>
            <a:chOff x="8348198" y="2093616"/>
            <a:chExt cx="3156840" cy="2243520"/>
          </a:xfrm>
        </p:grpSpPr>
        <mc:AlternateContent xmlns:mc="http://schemas.openxmlformats.org/markup-compatibility/2006">
          <mc:Choice xmlns:p14="http://schemas.microsoft.com/office/powerpoint/2010/main" Requires="p14">
            <p:contentPart p14:bwMode="auto" r:id="rId7">
              <p14:nvContentPartPr>
                <p14:cNvPr id="2" name="Ink 1">
                  <a:extLst>
                    <a:ext uri="{FF2B5EF4-FFF2-40B4-BE49-F238E27FC236}">
                      <a16:creationId xmlns:a16="http://schemas.microsoft.com/office/drawing/2014/main" id="{0F452603-40DD-CD68-0B23-9B066F2DDC17}"/>
                    </a:ext>
                  </a:extLst>
                </p14:cNvPr>
                <p14:cNvContentPartPr/>
                <p14:nvPr/>
              </p14:nvContentPartPr>
              <p14:xfrm>
                <a:off x="9620078" y="2384496"/>
                <a:ext cx="28800" cy="1458720"/>
              </p14:xfrm>
            </p:contentPart>
          </mc:Choice>
          <mc:Fallback>
            <p:pic>
              <p:nvPicPr>
                <p:cNvPr id="2" name="Ink 1">
                  <a:extLst>
                    <a:ext uri="{FF2B5EF4-FFF2-40B4-BE49-F238E27FC236}">
                      <a16:creationId xmlns:a16="http://schemas.microsoft.com/office/drawing/2014/main" id="{0F452603-40DD-CD68-0B23-9B066F2DDC17}"/>
                    </a:ext>
                  </a:extLst>
                </p:cNvPr>
                <p:cNvPicPr/>
                <p:nvPr/>
              </p:nvPicPr>
              <p:blipFill>
                <a:blip r:embed="rId8"/>
                <a:stretch>
                  <a:fillRect/>
                </a:stretch>
              </p:blipFill>
              <p:spPr>
                <a:xfrm>
                  <a:off x="9615758" y="2380176"/>
                  <a:ext cx="37440" cy="14673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3" name="Ink 2">
                  <a:extLst>
                    <a:ext uri="{FF2B5EF4-FFF2-40B4-BE49-F238E27FC236}">
                      <a16:creationId xmlns:a16="http://schemas.microsoft.com/office/drawing/2014/main" id="{70FFDEAD-194E-4947-F65C-48199104C3C7}"/>
                    </a:ext>
                  </a:extLst>
                </p14:cNvPr>
                <p14:cNvContentPartPr/>
                <p14:nvPr/>
              </p14:nvContentPartPr>
              <p14:xfrm>
                <a:off x="8493998" y="3362256"/>
                <a:ext cx="2878200" cy="45720"/>
              </p14:xfrm>
            </p:contentPart>
          </mc:Choice>
          <mc:Fallback>
            <p:pic>
              <p:nvPicPr>
                <p:cNvPr id="3" name="Ink 2">
                  <a:extLst>
                    <a:ext uri="{FF2B5EF4-FFF2-40B4-BE49-F238E27FC236}">
                      <a16:creationId xmlns:a16="http://schemas.microsoft.com/office/drawing/2014/main" id="{70FFDEAD-194E-4947-F65C-48199104C3C7}"/>
                    </a:ext>
                  </a:extLst>
                </p:cNvPr>
                <p:cNvPicPr/>
                <p:nvPr/>
              </p:nvPicPr>
              <p:blipFill>
                <a:blip r:embed="rId10"/>
                <a:stretch>
                  <a:fillRect/>
                </a:stretch>
              </p:blipFill>
              <p:spPr>
                <a:xfrm>
                  <a:off x="8489678" y="3357936"/>
                  <a:ext cx="2886840" cy="543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5" name="Ink 4">
                  <a:extLst>
                    <a:ext uri="{FF2B5EF4-FFF2-40B4-BE49-F238E27FC236}">
                      <a16:creationId xmlns:a16="http://schemas.microsoft.com/office/drawing/2014/main" id="{7D9EFDB5-3AD7-8F95-5A5F-D3608BE92019}"/>
                    </a:ext>
                  </a:extLst>
                </p14:cNvPr>
                <p14:cNvContentPartPr/>
                <p14:nvPr/>
              </p14:nvContentPartPr>
              <p14:xfrm>
                <a:off x="9603518" y="3866976"/>
                <a:ext cx="31680" cy="470160"/>
              </p14:xfrm>
            </p:contentPart>
          </mc:Choice>
          <mc:Fallback>
            <p:pic>
              <p:nvPicPr>
                <p:cNvPr id="5" name="Ink 4">
                  <a:extLst>
                    <a:ext uri="{FF2B5EF4-FFF2-40B4-BE49-F238E27FC236}">
                      <a16:creationId xmlns:a16="http://schemas.microsoft.com/office/drawing/2014/main" id="{7D9EFDB5-3AD7-8F95-5A5F-D3608BE92019}"/>
                    </a:ext>
                  </a:extLst>
                </p:cNvPr>
                <p:cNvPicPr/>
                <p:nvPr/>
              </p:nvPicPr>
              <p:blipFill>
                <a:blip r:embed="rId12"/>
                <a:stretch>
                  <a:fillRect/>
                </a:stretch>
              </p:blipFill>
              <p:spPr>
                <a:xfrm>
                  <a:off x="9599198" y="3862656"/>
                  <a:ext cx="40320" cy="4788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23BB970B-32C3-2593-F269-A3AAF57D28FC}"/>
                    </a:ext>
                  </a:extLst>
                </p14:cNvPr>
                <p14:cNvContentPartPr/>
                <p14:nvPr/>
              </p14:nvContentPartPr>
              <p14:xfrm>
                <a:off x="9047678" y="2594016"/>
                <a:ext cx="62640" cy="67320"/>
              </p14:xfrm>
            </p:contentPart>
          </mc:Choice>
          <mc:Fallback>
            <p:pic>
              <p:nvPicPr>
                <p:cNvPr id="11" name="Ink 10">
                  <a:extLst>
                    <a:ext uri="{FF2B5EF4-FFF2-40B4-BE49-F238E27FC236}">
                      <a16:creationId xmlns:a16="http://schemas.microsoft.com/office/drawing/2014/main" id="{23BB970B-32C3-2593-F269-A3AAF57D28FC}"/>
                    </a:ext>
                  </a:extLst>
                </p:cNvPr>
                <p:cNvPicPr/>
                <p:nvPr/>
              </p:nvPicPr>
              <p:blipFill>
                <a:blip r:embed="rId14"/>
                <a:stretch>
                  <a:fillRect/>
                </a:stretch>
              </p:blipFill>
              <p:spPr>
                <a:xfrm>
                  <a:off x="9043358" y="2589696"/>
                  <a:ext cx="71280" cy="759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7C496040-0F63-AFDA-0528-7AA1D78A2050}"/>
                    </a:ext>
                  </a:extLst>
                </p14:cNvPr>
                <p14:cNvContentPartPr/>
                <p14:nvPr/>
              </p14:nvContentPartPr>
              <p14:xfrm>
                <a:off x="8798558" y="2916936"/>
                <a:ext cx="78120" cy="65880"/>
              </p14:xfrm>
            </p:contentPart>
          </mc:Choice>
          <mc:Fallback>
            <p:pic>
              <p:nvPicPr>
                <p:cNvPr id="12" name="Ink 11">
                  <a:extLst>
                    <a:ext uri="{FF2B5EF4-FFF2-40B4-BE49-F238E27FC236}">
                      <a16:creationId xmlns:a16="http://schemas.microsoft.com/office/drawing/2014/main" id="{7C496040-0F63-AFDA-0528-7AA1D78A2050}"/>
                    </a:ext>
                  </a:extLst>
                </p:cNvPr>
                <p:cNvPicPr/>
                <p:nvPr/>
              </p:nvPicPr>
              <p:blipFill>
                <a:blip r:embed="rId16"/>
                <a:stretch>
                  <a:fillRect/>
                </a:stretch>
              </p:blipFill>
              <p:spPr>
                <a:xfrm>
                  <a:off x="8794238" y="2912616"/>
                  <a:ext cx="86760" cy="745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3" name="Ink 12">
                  <a:extLst>
                    <a:ext uri="{FF2B5EF4-FFF2-40B4-BE49-F238E27FC236}">
                      <a16:creationId xmlns:a16="http://schemas.microsoft.com/office/drawing/2014/main" id="{7FB8C386-EF94-DA30-3E02-2BAF847B129D}"/>
                    </a:ext>
                  </a:extLst>
                </p14:cNvPr>
                <p14:cNvContentPartPr/>
                <p14:nvPr/>
              </p14:nvContentPartPr>
              <p14:xfrm>
                <a:off x="9146678" y="2829816"/>
                <a:ext cx="57960" cy="43560"/>
              </p14:xfrm>
            </p:contentPart>
          </mc:Choice>
          <mc:Fallback>
            <p:pic>
              <p:nvPicPr>
                <p:cNvPr id="13" name="Ink 12">
                  <a:extLst>
                    <a:ext uri="{FF2B5EF4-FFF2-40B4-BE49-F238E27FC236}">
                      <a16:creationId xmlns:a16="http://schemas.microsoft.com/office/drawing/2014/main" id="{7FB8C386-EF94-DA30-3E02-2BAF847B129D}"/>
                    </a:ext>
                  </a:extLst>
                </p:cNvPr>
                <p:cNvPicPr/>
                <p:nvPr/>
              </p:nvPicPr>
              <p:blipFill>
                <a:blip r:embed="rId18"/>
                <a:stretch>
                  <a:fillRect/>
                </a:stretch>
              </p:blipFill>
              <p:spPr>
                <a:xfrm>
                  <a:off x="9142358" y="2825496"/>
                  <a:ext cx="66600" cy="522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4" name="Ink 13">
                  <a:extLst>
                    <a:ext uri="{FF2B5EF4-FFF2-40B4-BE49-F238E27FC236}">
                      <a16:creationId xmlns:a16="http://schemas.microsoft.com/office/drawing/2014/main" id="{B0E9E483-0041-820D-B064-571BC801C982}"/>
                    </a:ext>
                  </a:extLst>
                </p14:cNvPr>
                <p14:cNvContentPartPr/>
                <p14:nvPr/>
              </p14:nvContentPartPr>
              <p14:xfrm>
                <a:off x="9295718" y="2919096"/>
                <a:ext cx="71280" cy="74880"/>
              </p14:xfrm>
            </p:contentPart>
          </mc:Choice>
          <mc:Fallback>
            <p:pic>
              <p:nvPicPr>
                <p:cNvPr id="14" name="Ink 13">
                  <a:extLst>
                    <a:ext uri="{FF2B5EF4-FFF2-40B4-BE49-F238E27FC236}">
                      <a16:creationId xmlns:a16="http://schemas.microsoft.com/office/drawing/2014/main" id="{B0E9E483-0041-820D-B064-571BC801C982}"/>
                    </a:ext>
                  </a:extLst>
                </p:cNvPr>
                <p:cNvPicPr/>
                <p:nvPr/>
              </p:nvPicPr>
              <p:blipFill>
                <a:blip r:embed="rId20"/>
                <a:stretch>
                  <a:fillRect/>
                </a:stretch>
              </p:blipFill>
              <p:spPr>
                <a:xfrm>
                  <a:off x="9291398" y="2914776"/>
                  <a:ext cx="79920" cy="835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5" name="Ink 14">
                  <a:extLst>
                    <a:ext uri="{FF2B5EF4-FFF2-40B4-BE49-F238E27FC236}">
                      <a16:creationId xmlns:a16="http://schemas.microsoft.com/office/drawing/2014/main" id="{A697C3F4-5C66-C623-6AA0-CE50588E781A}"/>
                    </a:ext>
                  </a:extLst>
                </p14:cNvPr>
                <p14:cNvContentPartPr/>
                <p14:nvPr/>
              </p14:nvContentPartPr>
              <p14:xfrm>
                <a:off x="9392198" y="2595096"/>
                <a:ext cx="76320" cy="82080"/>
              </p14:xfrm>
            </p:contentPart>
          </mc:Choice>
          <mc:Fallback>
            <p:pic>
              <p:nvPicPr>
                <p:cNvPr id="15" name="Ink 14">
                  <a:extLst>
                    <a:ext uri="{FF2B5EF4-FFF2-40B4-BE49-F238E27FC236}">
                      <a16:creationId xmlns:a16="http://schemas.microsoft.com/office/drawing/2014/main" id="{A697C3F4-5C66-C623-6AA0-CE50588E781A}"/>
                    </a:ext>
                  </a:extLst>
                </p:cNvPr>
                <p:cNvPicPr/>
                <p:nvPr/>
              </p:nvPicPr>
              <p:blipFill>
                <a:blip r:embed="rId22"/>
                <a:stretch>
                  <a:fillRect/>
                </a:stretch>
              </p:blipFill>
              <p:spPr>
                <a:xfrm>
                  <a:off x="9387878" y="2590776"/>
                  <a:ext cx="8496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6" name="Ink 15">
                  <a:extLst>
                    <a:ext uri="{FF2B5EF4-FFF2-40B4-BE49-F238E27FC236}">
                      <a16:creationId xmlns:a16="http://schemas.microsoft.com/office/drawing/2014/main" id="{A0BF99EF-105F-B04B-7CDD-6D578069EED5}"/>
                    </a:ext>
                  </a:extLst>
                </p14:cNvPr>
                <p14:cNvContentPartPr/>
                <p14:nvPr/>
              </p14:nvContentPartPr>
              <p14:xfrm>
                <a:off x="9757958" y="2618496"/>
                <a:ext cx="42480" cy="66240"/>
              </p14:xfrm>
            </p:contentPart>
          </mc:Choice>
          <mc:Fallback>
            <p:pic>
              <p:nvPicPr>
                <p:cNvPr id="16" name="Ink 15">
                  <a:extLst>
                    <a:ext uri="{FF2B5EF4-FFF2-40B4-BE49-F238E27FC236}">
                      <a16:creationId xmlns:a16="http://schemas.microsoft.com/office/drawing/2014/main" id="{A0BF99EF-105F-B04B-7CDD-6D578069EED5}"/>
                    </a:ext>
                  </a:extLst>
                </p:cNvPr>
                <p:cNvPicPr/>
                <p:nvPr/>
              </p:nvPicPr>
              <p:blipFill>
                <a:blip r:embed="rId24"/>
                <a:stretch>
                  <a:fillRect/>
                </a:stretch>
              </p:blipFill>
              <p:spPr>
                <a:xfrm>
                  <a:off x="9753638" y="2614176"/>
                  <a:ext cx="51120" cy="748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7" name="Ink 16">
                  <a:extLst>
                    <a:ext uri="{FF2B5EF4-FFF2-40B4-BE49-F238E27FC236}">
                      <a16:creationId xmlns:a16="http://schemas.microsoft.com/office/drawing/2014/main" id="{E7916A3E-35E7-5017-AC88-D2F4666B7191}"/>
                    </a:ext>
                  </a:extLst>
                </p14:cNvPr>
                <p14:cNvContentPartPr/>
                <p14:nvPr/>
              </p14:nvContentPartPr>
              <p14:xfrm>
                <a:off x="9902678" y="2802096"/>
                <a:ext cx="92520" cy="59040"/>
              </p14:xfrm>
            </p:contentPart>
          </mc:Choice>
          <mc:Fallback>
            <p:pic>
              <p:nvPicPr>
                <p:cNvPr id="17" name="Ink 16">
                  <a:extLst>
                    <a:ext uri="{FF2B5EF4-FFF2-40B4-BE49-F238E27FC236}">
                      <a16:creationId xmlns:a16="http://schemas.microsoft.com/office/drawing/2014/main" id="{E7916A3E-35E7-5017-AC88-D2F4666B7191}"/>
                    </a:ext>
                  </a:extLst>
                </p:cNvPr>
                <p:cNvPicPr/>
                <p:nvPr/>
              </p:nvPicPr>
              <p:blipFill>
                <a:blip r:embed="rId26"/>
                <a:stretch>
                  <a:fillRect/>
                </a:stretch>
              </p:blipFill>
              <p:spPr>
                <a:xfrm>
                  <a:off x="9898358" y="2797776"/>
                  <a:ext cx="10116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8" name="Ink 17">
                  <a:extLst>
                    <a:ext uri="{FF2B5EF4-FFF2-40B4-BE49-F238E27FC236}">
                      <a16:creationId xmlns:a16="http://schemas.microsoft.com/office/drawing/2014/main" id="{BCF2813D-2CE7-67AC-58B7-7F45BC127D9A}"/>
                    </a:ext>
                  </a:extLst>
                </p14:cNvPr>
                <p14:cNvContentPartPr/>
                <p14:nvPr/>
              </p14:nvContentPartPr>
              <p14:xfrm>
                <a:off x="9970718" y="3060576"/>
                <a:ext cx="69120" cy="68400"/>
              </p14:xfrm>
            </p:contentPart>
          </mc:Choice>
          <mc:Fallback>
            <p:pic>
              <p:nvPicPr>
                <p:cNvPr id="18" name="Ink 17">
                  <a:extLst>
                    <a:ext uri="{FF2B5EF4-FFF2-40B4-BE49-F238E27FC236}">
                      <a16:creationId xmlns:a16="http://schemas.microsoft.com/office/drawing/2014/main" id="{BCF2813D-2CE7-67AC-58B7-7F45BC127D9A}"/>
                    </a:ext>
                  </a:extLst>
                </p:cNvPr>
                <p:cNvPicPr/>
                <p:nvPr/>
              </p:nvPicPr>
              <p:blipFill>
                <a:blip r:embed="rId28"/>
                <a:stretch>
                  <a:fillRect/>
                </a:stretch>
              </p:blipFill>
              <p:spPr>
                <a:xfrm>
                  <a:off x="9966398" y="3056256"/>
                  <a:ext cx="7776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9" name="Ink 18">
                  <a:extLst>
                    <a:ext uri="{FF2B5EF4-FFF2-40B4-BE49-F238E27FC236}">
                      <a16:creationId xmlns:a16="http://schemas.microsoft.com/office/drawing/2014/main" id="{01D5BD50-C1AC-5585-CF3C-9032F4434D28}"/>
                    </a:ext>
                  </a:extLst>
                </p14:cNvPr>
                <p14:cNvContentPartPr/>
                <p14:nvPr/>
              </p14:nvContentPartPr>
              <p14:xfrm>
                <a:off x="9242798" y="3180456"/>
                <a:ext cx="99000" cy="101880"/>
              </p14:xfrm>
            </p:contentPart>
          </mc:Choice>
          <mc:Fallback>
            <p:pic>
              <p:nvPicPr>
                <p:cNvPr id="19" name="Ink 18">
                  <a:extLst>
                    <a:ext uri="{FF2B5EF4-FFF2-40B4-BE49-F238E27FC236}">
                      <a16:creationId xmlns:a16="http://schemas.microsoft.com/office/drawing/2014/main" id="{01D5BD50-C1AC-5585-CF3C-9032F4434D28}"/>
                    </a:ext>
                  </a:extLst>
                </p:cNvPr>
                <p:cNvPicPr/>
                <p:nvPr/>
              </p:nvPicPr>
              <p:blipFill>
                <a:blip r:embed="rId30"/>
                <a:stretch>
                  <a:fillRect/>
                </a:stretch>
              </p:blipFill>
              <p:spPr>
                <a:xfrm>
                  <a:off x="9238478" y="3176136"/>
                  <a:ext cx="107640" cy="11052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0" name="Ink 19">
                  <a:extLst>
                    <a:ext uri="{FF2B5EF4-FFF2-40B4-BE49-F238E27FC236}">
                      <a16:creationId xmlns:a16="http://schemas.microsoft.com/office/drawing/2014/main" id="{9FCADDCC-DF4C-C633-495F-DA573BF654B6}"/>
                    </a:ext>
                  </a:extLst>
                </p14:cNvPr>
                <p14:cNvContentPartPr/>
                <p14:nvPr/>
              </p14:nvContentPartPr>
              <p14:xfrm>
                <a:off x="9727358" y="3264336"/>
                <a:ext cx="48960" cy="67680"/>
              </p14:xfrm>
            </p:contentPart>
          </mc:Choice>
          <mc:Fallback>
            <p:pic>
              <p:nvPicPr>
                <p:cNvPr id="20" name="Ink 19">
                  <a:extLst>
                    <a:ext uri="{FF2B5EF4-FFF2-40B4-BE49-F238E27FC236}">
                      <a16:creationId xmlns:a16="http://schemas.microsoft.com/office/drawing/2014/main" id="{9FCADDCC-DF4C-C633-495F-DA573BF654B6}"/>
                    </a:ext>
                  </a:extLst>
                </p:cNvPr>
                <p:cNvPicPr/>
                <p:nvPr/>
              </p:nvPicPr>
              <p:blipFill>
                <a:blip r:embed="rId32"/>
                <a:stretch>
                  <a:fillRect/>
                </a:stretch>
              </p:blipFill>
              <p:spPr>
                <a:xfrm>
                  <a:off x="9723038" y="3260016"/>
                  <a:ext cx="5760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1" name="Ink 20">
                  <a:extLst>
                    <a:ext uri="{FF2B5EF4-FFF2-40B4-BE49-F238E27FC236}">
                      <a16:creationId xmlns:a16="http://schemas.microsoft.com/office/drawing/2014/main" id="{B4F2119E-5599-18A5-95F8-798AFC7683CE}"/>
                    </a:ext>
                  </a:extLst>
                </p14:cNvPr>
                <p14:cNvContentPartPr/>
                <p14:nvPr/>
              </p14:nvContentPartPr>
              <p14:xfrm>
                <a:off x="9039758" y="3652776"/>
                <a:ext cx="146520" cy="61560"/>
              </p14:xfrm>
            </p:contentPart>
          </mc:Choice>
          <mc:Fallback>
            <p:pic>
              <p:nvPicPr>
                <p:cNvPr id="21" name="Ink 20">
                  <a:extLst>
                    <a:ext uri="{FF2B5EF4-FFF2-40B4-BE49-F238E27FC236}">
                      <a16:creationId xmlns:a16="http://schemas.microsoft.com/office/drawing/2014/main" id="{B4F2119E-5599-18A5-95F8-798AFC7683CE}"/>
                    </a:ext>
                  </a:extLst>
                </p:cNvPr>
                <p:cNvPicPr/>
                <p:nvPr/>
              </p:nvPicPr>
              <p:blipFill>
                <a:blip r:embed="rId34"/>
                <a:stretch>
                  <a:fillRect/>
                </a:stretch>
              </p:blipFill>
              <p:spPr>
                <a:xfrm>
                  <a:off x="9035438" y="3648456"/>
                  <a:ext cx="15516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2" name="Ink 21">
                  <a:extLst>
                    <a:ext uri="{FF2B5EF4-FFF2-40B4-BE49-F238E27FC236}">
                      <a16:creationId xmlns:a16="http://schemas.microsoft.com/office/drawing/2014/main" id="{54BE1902-3D19-AF5F-B53C-F81C62D8E41C}"/>
                    </a:ext>
                  </a:extLst>
                </p14:cNvPr>
                <p14:cNvContentPartPr/>
                <p14:nvPr/>
              </p14:nvContentPartPr>
              <p14:xfrm>
                <a:off x="8886038" y="3504456"/>
                <a:ext cx="89280" cy="69120"/>
              </p14:xfrm>
            </p:contentPart>
          </mc:Choice>
          <mc:Fallback>
            <p:pic>
              <p:nvPicPr>
                <p:cNvPr id="22" name="Ink 21">
                  <a:extLst>
                    <a:ext uri="{FF2B5EF4-FFF2-40B4-BE49-F238E27FC236}">
                      <a16:creationId xmlns:a16="http://schemas.microsoft.com/office/drawing/2014/main" id="{54BE1902-3D19-AF5F-B53C-F81C62D8E41C}"/>
                    </a:ext>
                  </a:extLst>
                </p:cNvPr>
                <p:cNvPicPr/>
                <p:nvPr/>
              </p:nvPicPr>
              <p:blipFill>
                <a:blip r:embed="rId36"/>
                <a:stretch>
                  <a:fillRect/>
                </a:stretch>
              </p:blipFill>
              <p:spPr>
                <a:xfrm>
                  <a:off x="8881718" y="3500136"/>
                  <a:ext cx="97920" cy="7776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3" name="Ink 22">
                  <a:extLst>
                    <a:ext uri="{FF2B5EF4-FFF2-40B4-BE49-F238E27FC236}">
                      <a16:creationId xmlns:a16="http://schemas.microsoft.com/office/drawing/2014/main" id="{FDF98A76-C09B-5A53-4B11-30CED7D40182}"/>
                    </a:ext>
                  </a:extLst>
                </p14:cNvPr>
                <p14:cNvContentPartPr/>
                <p14:nvPr/>
              </p14:nvContentPartPr>
              <p14:xfrm>
                <a:off x="9476078" y="3388176"/>
                <a:ext cx="142200" cy="135360"/>
              </p14:xfrm>
            </p:contentPart>
          </mc:Choice>
          <mc:Fallback>
            <p:pic>
              <p:nvPicPr>
                <p:cNvPr id="23" name="Ink 22">
                  <a:extLst>
                    <a:ext uri="{FF2B5EF4-FFF2-40B4-BE49-F238E27FC236}">
                      <a16:creationId xmlns:a16="http://schemas.microsoft.com/office/drawing/2014/main" id="{FDF98A76-C09B-5A53-4B11-30CED7D40182}"/>
                    </a:ext>
                  </a:extLst>
                </p:cNvPr>
                <p:cNvPicPr/>
                <p:nvPr/>
              </p:nvPicPr>
              <p:blipFill>
                <a:blip r:embed="rId38"/>
                <a:stretch>
                  <a:fillRect/>
                </a:stretch>
              </p:blipFill>
              <p:spPr>
                <a:xfrm>
                  <a:off x="9471758" y="3383856"/>
                  <a:ext cx="15084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4" name="Ink 23">
                  <a:extLst>
                    <a:ext uri="{FF2B5EF4-FFF2-40B4-BE49-F238E27FC236}">
                      <a16:creationId xmlns:a16="http://schemas.microsoft.com/office/drawing/2014/main" id="{253BF2F0-A21D-EBF6-7DF4-9442EBFD4A8F}"/>
                    </a:ext>
                  </a:extLst>
                </p14:cNvPr>
                <p14:cNvContentPartPr/>
                <p14:nvPr/>
              </p14:nvContentPartPr>
              <p14:xfrm>
                <a:off x="9979358" y="3524256"/>
                <a:ext cx="91440" cy="96840"/>
              </p14:xfrm>
            </p:contentPart>
          </mc:Choice>
          <mc:Fallback>
            <p:pic>
              <p:nvPicPr>
                <p:cNvPr id="24" name="Ink 23">
                  <a:extLst>
                    <a:ext uri="{FF2B5EF4-FFF2-40B4-BE49-F238E27FC236}">
                      <a16:creationId xmlns:a16="http://schemas.microsoft.com/office/drawing/2014/main" id="{253BF2F0-A21D-EBF6-7DF4-9442EBFD4A8F}"/>
                    </a:ext>
                  </a:extLst>
                </p:cNvPr>
                <p:cNvPicPr/>
                <p:nvPr/>
              </p:nvPicPr>
              <p:blipFill>
                <a:blip r:embed="rId40"/>
                <a:stretch>
                  <a:fillRect/>
                </a:stretch>
              </p:blipFill>
              <p:spPr>
                <a:xfrm>
                  <a:off x="9975038" y="3519936"/>
                  <a:ext cx="10008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5" name="Ink 24">
                  <a:extLst>
                    <a:ext uri="{FF2B5EF4-FFF2-40B4-BE49-F238E27FC236}">
                      <a16:creationId xmlns:a16="http://schemas.microsoft.com/office/drawing/2014/main" id="{2EEF6F05-0574-C36C-5C1A-8774DDF8819C}"/>
                    </a:ext>
                  </a:extLst>
                </p14:cNvPr>
                <p14:cNvContentPartPr/>
                <p14:nvPr/>
              </p14:nvContentPartPr>
              <p14:xfrm>
                <a:off x="10257278" y="3589416"/>
                <a:ext cx="98640" cy="75960"/>
              </p14:xfrm>
            </p:contentPart>
          </mc:Choice>
          <mc:Fallback>
            <p:pic>
              <p:nvPicPr>
                <p:cNvPr id="25" name="Ink 24">
                  <a:extLst>
                    <a:ext uri="{FF2B5EF4-FFF2-40B4-BE49-F238E27FC236}">
                      <a16:creationId xmlns:a16="http://schemas.microsoft.com/office/drawing/2014/main" id="{2EEF6F05-0574-C36C-5C1A-8774DDF8819C}"/>
                    </a:ext>
                  </a:extLst>
                </p:cNvPr>
                <p:cNvPicPr/>
                <p:nvPr/>
              </p:nvPicPr>
              <p:blipFill>
                <a:blip r:embed="rId42"/>
                <a:stretch>
                  <a:fillRect/>
                </a:stretch>
              </p:blipFill>
              <p:spPr>
                <a:xfrm>
                  <a:off x="10252958" y="3585096"/>
                  <a:ext cx="107280" cy="846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6" name="Ink 25">
                  <a:extLst>
                    <a:ext uri="{FF2B5EF4-FFF2-40B4-BE49-F238E27FC236}">
                      <a16:creationId xmlns:a16="http://schemas.microsoft.com/office/drawing/2014/main" id="{23E13578-DA4E-F388-BE16-E97C75397139}"/>
                    </a:ext>
                  </a:extLst>
                </p14:cNvPr>
                <p14:cNvContentPartPr/>
                <p14:nvPr/>
              </p14:nvContentPartPr>
              <p14:xfrm>
                <a:off x="10308038" y="3166056"/>
                <a:ext cx="79920" cy="115920"/>
              </p14:xfrm>
            </p:contentPart>
          </mc:Choice>
          <mc:Fallback>
            <p:pic>
              <p:nvPicPr>
                <p:cNvPr id="26" name="Ink 25">
                  <a:extLst>
                    <a:ext uri="{FF2B5EF4-FFF2-40B4-BE49-F238E27FC236}">
                      <a16:creationId xmlns:a16="http://schemas.microsoft.com/office/drawing/2014/main" id="{23E13578-DA4E-F388-BE16-E97C75397139}"/>
                    </a:ext>
                  </a:extLst>
                </p:cNvPr>
                <p:cNvPicPr/>
                <p:nvPr/>
              </p:nvPicPr>
              <p:blipFill>
                <a:blip r:embed="rId44"/>
                <a:stretch>
                  <a:fillRect/>
                </a:stretch>
              </p:blipFill>
              <p:spPr>
                <a:xfrm>
                  <a:off x="10303718" y="3161736"/>
                  <a:ext cx="88560" cy="12456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9" name="Ink 28">
                  <a:extLst>
                    <a:ext uri="{FF2B5EF4-FFF2-40B4-BE49-F238E27FC236}">
                      <a16:creationId xmlns:a16="http://schemas.microsoft.com/office/drawing/2014/main" id="{7A55EA33-B95B-2E87-8605-810E82749960}"/>
                    </a:ext>
                  </a:extLst>
                </p14:cNvPr>
                <p14:cNvContentPartPr/>
                <p14:nvPr/>
              </p14:nvContentPartPr>
              <p14:xfrm>
                <a:off x="10265918" y="2586096"/>
                <a:ext cx="57600" cy="107280"/>
              </p14:xfrm>
            </p:contentPart>
          </mc:Choice>
          <mc:Fallback>
            <p:pic>
              <p:nvPicPr>
                <p:cNvPr id="29" name="Ink 28">
                  <a:extLst>
                    <a:ext uri="{FF2B5EF4-FFF2-40B4-BE49-F238E27FC236}">
                      <a16:creationId xmlns:a16="http://schemas.microsoft.com/office/drawing/2014/main" id="{7A55EA33-B95B-2E87-8605-810E82749960}"/>
                    </a:ext>
                  </a:extLst>
                </p:cNvPr>
                <p:cNvPicPr/>
                <p:nvPr/>
              </p:nvPicPr>
              <p:blipFill>
                <a:blip r:embed="rId46"/>
                <a:stretch>
                  <a:fillRect/>
                </a:stretch>
              </p:blipFill>
              <p:spPr>
                <a:xfrm>
                  <a:off x="10261598" y="2581776"/>
                  <a:ext cx="66240" cy="11592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0" name="Ink 29">
                  <a:extLst>
                    <a:ext uri="{FF2B5EF4-FFF2-40B4-BE49-F238E27FC236}">
                      <a16:creationId xmlns:a16="http://schemas.microsoft.com/office/drawing/2014/main" id="{1D517F26-E944-3AA6-FD28-B1829F210577}"/>
                    </a:ext>
                  </a:extLst>
                </p14:cNvPr>
                <p14:cNvContentPartPr/>
                <p14:nvPr/>
              </p14:nvContentPartPr>
              <p14:xfrm>
                <a:off x="10042358" y="2478816"/>
                <a:ext cx="50760" cy="91440"/>
              </p14:xfrm>
            </p:contentPart>
          </mc:Choice>
          <mc:Fallback>
            <p:pic>
              <p:nvPicPr>
                <p:cNvPr id="30" name="Ink 29">
                  <a:extLst>
                    <a:ext uri="{FF2B5EF4-FFF2-40B4-BE49-F238E27FC236}">
                      <a16:creationId xmlns:a16="http://schemas.microsoft.com/office/drawing/2014/main" id="{1D517F26-E944-3AA6-FD28-B1829F210577}"/>
                    </a:ext>
                  </a:extLst>
                </p:cNvPr>
                <p:cNvPicPr/>
                <p:nvPr/>
              </p:nvPicPr>
              <p:blipFill>
                <a:blip r:embed="rId48"/>
                <a:stretch>
                  <a:fillRect/>
                </a:stretch>
              </p:blipFill>
              <p:spPr>
                <a:xfrm>
                  <a:off x="10038038" y="2474496"/>
                  <a:ext cx="5940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1" name="Ink 30">
                  <a:extLst>
                    <a:ext uri="{FF2B5EF4-FFF2-40B4-BE49-F238E27FC236}">
                      <a16:creationId xmlns:a16="http://schemas.microsoft.com/office/drawing/2014/main" id="{E175EF31-4532-AE8A-971D-E7DCB30934CC}"/>
                    </a:ext>
                  </a:extLst>
                </p14:cNvPr>
                <p14:cNvContentPartPr/>
                <p14:nvPr/>
              </p14:nvContentPartPr>
              <p14:xfrm>
                <a:off x="9687038" y="3689856"/>
                <a:ext cx="101880" cy="97560"/>
              </p14:xfrm>
            </p:contentPart>
          </mc:Choice>
          <mc:Fallback>
            <p:pic>
              <p:nvPicPr>
                <p:cNvPr id="31" name="Ink 30">
                  <a:extLst>
                    <a:ext uri="{FF2B5EF4-FFF2-40B4-BE49-F238E27FC236}">
                      <a16:creationId xmlns:a16="http://schemas.microsoft.com/office/drawing/2014/main" id="{E175EF31-4532-AE8A-971D-E7DCB30934CC}"/>
                    </a:ext>
                  </a:extLst>
                </p:cNvPr>
                <p:cNvPicPr/>
                <p:nvPr/>
              </p:nvPicPr>
              <p:blipFill>
                <a:blip r:embed="rId50"/>
                <a:stretch>
                  <a:fillRect/>
                </a:stretch>
              </p:blipFill>
              <p:spPr>
                <a:xfrm>
                  <a:off x="9682718" y="3685536"/>
                  <a:ext cx="11052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2" name="Ink 31">
                  <a:extLst>
                    <a:ext uri="{FF2B5EF4-FFF2-40B4-BE49-F238E27FC236}">
                      <a16:creationId xmlns:a16="http://schemas.microsoft.com/office/drawing/2014/main" id="{E76C2893-8B40-E3C8-863C-7BEEFD4FC877}"/>
                    </a:ext>
                  </a:extLst>
                </p14:cNvPr>
                <p14:cNvContentPartPr/>
                <p14:nvPr/>
              </p14:nvContentPartPr>
              <p14:xfrm>
                <a:off x="9322718" y="3874536"/>
                <a:ext cx="64080" cy="70560"/>
              </p14:xfrm>
            </p:contentPart>
          </mc:Choice>
          <mc:Fallback>
            <p:pic>
              <p:nvPicPr>
                <p:cNvPr id="32" name="Ink 31">
                  <a:extLst>
                    <a:ext uri="{FF2B5EF4-FFF2-40B4-BE49-F238E27FC236}">
                      <a16:creationId xmlns:a16="http://schemas.microsoft.com/office/drawing/2014/main" id="{E76C2893-8B40-E3C8-863C-7BEEFD4FC877}"/>
                    </a:ext>
                  </a:extLst>
                </p:cNvPr>
                <p:cNvPicPr/>
                <p:nvPr/>
              </p:nvPicPr>
              <p:blipFill>
                <a:blip r:embed="rId52"/>
                <a:stretch>
                  <a:fillRect/>
                </a:stretch>
              </p:blipFill>
              <p:spPr>
                <a:xfrm>
                  <a:off x="9318398" y="3870216"/>
                  <a:ext cx="7272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3" name="Ink 32">
                  <a:extLst>
                    <a:ext uri="{FF2B5EF4-FFF2-40B4-BE49-F238E27FC236}">
                      <a16:creationId xmlns:a16="http://schemas.microsoft.com/office/drawing/2014/main" id="{466AF0BD-6D18-A139-7505-CDE38B473C4B}"/>
                    </a:ext>
                  </a:extLst>
                </p14:cNvPr>
                <p14:cNvContentPartPr/>
                <p14:nvPr/>
              </p14:nvContentPartPr>
              <p14:xfrm>
                <a:off x="9896198" y="3756456"/>
                <a:ext cx="160200" cy="105120"/>
              </p14:xfrm>
            </p:contentPart>
          </mc:Choice>
          <mc:Fallback>
            <p:pic>
              <p:nvPicPr>
                <p:cNvPr id="33" name="Ink 32">
                  <a:extLst>
                    <a:ext uri="{FF2B5EF4-FFF2-40B4-BE49-F238E27FC236}">
                      <a16:creationId xmlns:a16="http://schemas.microsoft.com/office/drawing/2014/main" id="{466AF0BD-6D18-A139-7505-CDE38B473C4B}"/>
                    </a:ext>
                  </a:extLst>
                </p:cNvPr>
                <p:cNvPicPr/>
                <p:nvPr/>
              </p:nvPicPr>
              <p:blipFill>
                <a:blip r:embed="rId54"/>
                <a:stretch>
                  <a:fillRect/>
                </a:stretch>
              </p:blipFill>
              <p:spPr>
                <a:xfrm>
                  <a:off x="9891878" y="3752136"/>
                  <a:ext cx="16884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4" name="Ink 33">
                  <a:extLst>
                    <a:ext uri="{FF2B5EF4-FFF2-40B4-BE49-F238E27FC236}">
                      <a16:creationId xmlns:a16="http://schemas.microsoft.com/office/drawing/2014/main" id="{D44BD280-492D-B9AE-D38D-B3B819CE489C}"/>
                    </a:ext>
                  </a:extLst>
                </p14:cNvPr>
                <p14:cNvContentPartPr/>
                <p14:nvPr/>
              </p14:nvContentPartPr>
              <p14:xfrm>
                <a:off x="10180238" y="3865536"/>
                <a:ext cx="91080" cy="73080"/>
              </p14:xfrm>
            </p:contentPart>
          </mc:Choice>
          <mc:Fallback>
            <p:pic>
              <p:nvPicPr>
                <p:cNvPr id="34" name="Ink 33">
                  <a:extLst>
                    <a:ext uri="{FF2B5EF4-FFF2-40B4-BE49-F238E27FC236}">
                      <a16:creationId xmlns:a16="http://schemas.microsoft.com/office/drawing/2014/main" id="{D44BD280-492D-B9AE-D38D-B3B819CE489C}"/>
                    </a:ext>
                  </a:extLst>
                </p:cNvPr>
                <p:cNvPicPr/>
                <p:nvPr/>
              </p:nvPicPr>
              <p:blipFill>
                <a:blip r:embed="rId56"/>
                <a:stretch>
                  <a:fillRect/>
                </a:stretch>
              </p:blipFill>
              <p:spPr>
                <a:xfrm>
                  <a:off x="10175918" y="3861216"/>
                  <a:ext cx="9972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5" name="Ink 34">
                  <a:extLst>
                    <a:ext uri="{FF2B5EF4-FFF2-40B4-BE49-F238E27FC236}">
                      <a16:creationId xmlns:a16="http://schemas.microsoft.com/office/drawing/2014/main" id="{CC87A522-1D2D-B260-8E03-F8B6FFD4E098}"/>
                    </a:ext>
                  </a:extLst>
                </p14:cNvPr>
                <p14:cNvContentPartPr/>
                <p14:nvPr/>
              </p14:nvContentPartPr>
              <p14:xfrm>
                <a:off x="10458878" y="3786336"/>
                <a:ext cx="110160" cy="88560"/>
              </p14:xfrm>
            </p:contentPart>
          </mc:Choice>
          <mc:Fallback>
            <p:pic>
              <p:nvPicPr>
                <p:cNvPr id="35" name="Ink 34">
                  <a:extLst>
                    <a:ext uri="{FF2B5EF4-FFF2-40B4-BE49-F238E27FC236}">
                      <a16:creationId xmlns:a16="http://schemas.microsoft.com/office/drawing/2014/main" id="{CC87A522-1D2D-B260-8E03-F8B6FFD4E098}"/>
                    </a:ext>
                  </a:extLst>
                </p:cNvPr>
                <p:cNvPicPr/>
                <p:nvPr/>
              </p:nvPicPr>
              <p:blipFill>
                <a:blip r:embed="rId58"/>
                <a:stretch>
                  <a:fillRect/>
                </a:stretch>
              </p:blipFill>
              <p:spPr>
                <a:xfrm>
                  <a:off x="10454558" y="3782016"/>
                  <a:ext cx="11880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6" name="Ink 35">
                  <a:extLst>
                    <a:ext uri="{FF2B5EF4-FFF2-40B4-BE49-F238E27FC236}">
                      <a16:creationId xmlns:a16="http://schemas.microsoft.com/office/drawing/2014/main" id="{8E0E33F6-6E63-E463-585E-47E6D059FDD0}"/>
                    </a:ext>
                  </a:extLst>
                </p14:cNvPr>
                <p14:cNvContentPartPr/>
                <p14:nvPr/>
              </p14:nvContentPartPr>
              <p14:xfrm>
                <a:off x="8712518" y="3598056"/>
                <a:ext cx="109440" cy="258120"/>
              </p14:xfrm>
            </p:contentPart>
          </mc:Choice>
          <mc:Fallback>
            <p:pic>
              <p:nvPicPr>
                <p:cNvPr id="36" name="Ink 35">
                  <a:extLst>
                    <a:ext uri="{FF2B5EF4-FFF2-40B4-BE49-F238E27FC236}">
                      <a16:creationId xmlns:a16="http://schemas.microsoft.com/office/drawing/2014/main" id="{8E0E33F6-6E63-E463-585E-47E6D059FDD0}"/>
                    </a:ext>
                  </a:extLst>
                </p:cNvPr>
                <p:cNvPicPr/>
                <p:nvPr/>
              </p:nvPicPr>
              <p:blipFill>
                <a:blip r:embed="rId60"/>
                <a:stretch>
                  <a:fillRect/>
                </a:stretch>
              </p:blipFill>
              <p:spPr>
                <a:xfrm>
                  <a:off x="8708198" y="3593736"/>
                  <a:ext cx="118080" cy="26676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7" name="Ink 36">
                  <a:extLst>
                    <a:ext uri="{FF2B5EF4-FFF2-40B4-BE49-F238E27FC236}">
                      <a16:creationId xmlns:a16="http://schemas.microsoft.com/office/drawing/2014/main" id="{62441802-A0AE-F9CA-8EEB-BBD834125866}"/>
                    </a:ext>
                  </a:extLst>
                </p14:cNvPr>
                <p14:cNvContentPartPr/>
                <p14:nvPr/>
              </p14:nvContentPartPr>
              <p14:xfrm>
                <a:off x="8781278" y="3191976"/>
                <a:ext cx="125280" cy="118080"/>
              </p14:xfrm>
            </p:contentPart>
          </mc:Choice>
          <mc:Fallback>
            <p:pic>
              <p:nvPicPr>
                <p:cNvPr id="37" name="Ink 36">
                  <a:extLst>
                    <a:ext uri="{FF2B5EF4-FFF2-40B4-BE49-F238E27FC236}">
                      <a16:creationId xmlns:a16="http://schemas.microsoft.com/office/drawing/2014/main" id="{62441802-A0AE-F9CA-8EEB-BBD834125866}"/>
                    </a:ext>
                  </a:extLst>
                </p:cNvPr>
                <p:cNvPicPr/>
                <p:nvPr/>
              </p:nvPicPr>
              <p:blipFill>
                <a:blip r:embed="rId62"/>
                <a:stretch>
                  <a:fillRect/>
                </a:stretch>
              </p:blipFill>
              <p:spPr>
                <a:xfrm>
                  <a:off x="8776958" y="3187656"/>
                  <a:ext cx="13392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38" name="Ink 37">
                  <a:extLst>
                    <a:ext uri="{FF2B5EF4-FFF2-40B4-BE49-F238E27FC236}">
                      <a16:creationId xmlns:a16="http://schemas.microsoft.com/office/drawing/2014/main" id="{73DE4027-442B-7E7D-2AAD-6CE0214E5B82}"/>
                    </a:ext>
                  </a:extLst>
                </p14:cNvPr>
                <p14:cNvContentPartPr/>
                <p14:nvPr/>
              </p14:nvContentPartPr>
              <p14:xfrm>
                <a:off x="9049118" y="3110256"/>
                <a:ext cx="69840" cy="60480"/>
              </p14:xfrm>
            </p:contentPart>
          </mc:Choice>
          <mc:Fallback>
            <p:pic>
              <p:nvPicPr>
                <p:cNvPr id="38" name="Ink 37">
                  <a:extLst>
                    <a:ext uri="{FF2B5EF4-FFF2-40B4-BE49-F238E27FC236}">
                      <a16:creationId xmlns:a16="http://schemas.microsoft.com/office/drawing/2014/main" id="{73DE4027-442B-7E7D-2AAD-6CE0214E5B82}"/>
                    </a:ext>
                  </a:extLst>
                </p:cNvPr>
                <p:cNvPicPr/>
                <p:nvPr/>
              </p:nvPicPr>
              <p:blipFill>
                <a:blip r:embed="rId64"/>
                <a:stretch>
                  <a:fillRect/>
                </a:stretch>
              </p:blipFill>
              <p:spPr>
                <a:xfrm>
                  <a:off x="9044798" y="3105936"/>
                  <a:ext cx="7848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1" name="Ink 40">
                  <a:extLst>
                    <a:ext uri="{FF2B5EF4-FFF2-40B4-BE49-F238E27FC236}">
                      <a16:creationId xmlns:a16="http://schemas.microsoft.com/office/drawing/2014/main" id="{6837B20A-7E6D-1808-94B0-F0E3B3A12C2E}"/>
                    </a:ext>
                  </a:extLst>
                </p14:cNvPr>
                <p14:cNvContentPartPr/>
                <p14:nvPr/>
              </p14:nvContentPartPr>
              <p14:xfrm>
                <a:off x="9404078" y="3479976"/>
                <a:ext cx="117720" cy="213840"/>
              </p14:xfrm>
            </p:contentPart>
          </mc:Choice>
          <mc:Fallback>
            <p:pic>
              <p:nvPicPr>
                <p:cNvPr id="41" name="Ink 40">
                  <a:extLst>
                    <a:ext uri="{FF2B5EF4-FFF2-40B4-BE49-F238E27FC236}">
                      <a16:creationId xmlns:a16="http://schemas.microsoft.com/office/drawing/2014/main" id="{6837B20A-7E6D-1808-94B0-F0E3B3A12C2E}"/>
                    </a:ext>
                  </a:extLst>
                </p:cNvPr>
                <p:cNvPicPr/>
                <p:nvPr/>
              </p:nvPicPr>
              <p:blipFill>
                <a:blip r:embed="rId66"/>
                <a:stretch>
                  <a:fillRect/>
                </a:stretch>
              </p:blipFill>
              <p:spPr>
                <a:xfrm>
                  <a:off x="9399758" y="3475656"/>
                  <a:ext cx="12636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2" name="Ink 41">
                  <a:extLst>
                    <a:ext uri="{FF2B5EF4-FFF2-40B4-BE49-F238E27FC236}">
                      <a16:creationId xmlns:a16="http://schemas.microsoft.com/office/drawing/2014/main" id="{5999CC6A-4477-5C8E-359A-1617EF8280C2}"/>
                    </a:ext>
                  </a:extLst>
                </p14:cNvPr>
                <p14:cNvContentPartPr/>
                <p14:nvPr/>
              </p14:nvContentPartPr>
              <p14:xfrm>
                <a:off x="9530438" y="3591216"/>
                <a:ext cx="7560" cy="69840"/>
              </p14:xfrm>
            </p:contentPart>
          </mc:Choice>
          <mc:Fallback>
            <p:pic>
              <p:nvPicPr>
                <p:cNvPr id="42" name="Ink 41">
                  <a:extLst>
                    <a:ext uri="{FF2B5EF4-FFF2-40B4-BE49-F238E27FC236}">
                      <a16:creationId xmlns:a16="http://schemas.microsoft.com/office/drawing/2014/main" id="{5999CC6A-4477-5C8E-359A-1617EF8280C2}"/>
                    </a:ext>
                  </a:extLst>
                </p:cNvPr>
                <p:cNvPicPr/>
                <p:nvPr/>
              </p:nvPicPr>
              <p:blipFill>
                <a:blip r:embed="rId68"/>
                <a:stretch>
                  <a:fillRect/>
                </a:stretch>
              </p:blipFill>
              <p:spPr>
                <a:xfrm>
                  <a:off x="9526118" y="3586896"/>
                  <a:ext cx="1620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3" name="Ink 42">
                  <a:extLst>
                    <a:ext uri="{FF2B5EF4-FFF2-40B4-BE49-F238E27FC236}">
                      <a16:creationId xmlns:a16="http://schemas.microsoft.com/office/drawing/2014/main" id="{07425E07-5CF5-A383-5E9F-7F9D10CB21D0}"/>
                    </a:ext>
                  </a:extLst>
                </p14:cNvPr>
                <p14:cNvContentPartPr/>
                <p14:nvPr/>
              </p14:nvContentPartPr>
              <p14:xfrm>
                <a:off x="9582278" y="3499056"/>
                <a:ext cx="105840" cy="157680"/>
              </p14:xfrm>
            </p:contentPart>
          </mc:Choice>
          <mc:Fallback>
            <p:pic>
              <p:nvPicPr>
                <p:cNvPr id="43" name="Ink 42">
                  <a:extLst>
                    <a:ext uri="{FF2B5EF4-FFF2-40B4-BE49-F238E27FC236}">
                      <a16:creationId xmlns:a16="http://schemas.microsoft.com/office/drawing/2014/main" id="{07425E07-5CF5-A383-5E9F-7F9D10CB21D0}"/>
                    </a:ext>
                  </a:extLst>
                </p:cNvPr>
                <p:cNvPicPr/>
                <p:nvPr/>
              </p:nvPicPr>
              <p:blipFill>
                <a:blip r:embed="rId70"/>
                <a:stretch>
                  <a:fillRect/>
                </a:stretch>
              </p:blipFill>
              <p:spPr>
                <a:xfrm>
                  <a:off x="9577958" y="3494736"/>
                  <a:ext cx="11448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4" name="Ink 43">
                  <a:extLst>
                    <a:ext uri="{FF2B5EF4-FFF2-40B4-BE49-F238E27FC236}">
                      <a16:creationId xmlns:a16="http://schemas.microsoft.com/office/drawing/2014/main" id="{4760104D-8E69-B1EA-5551-F3D904717A9A}"/>
                    </a:ext>
                  </a:extLst>
                </p14:cNvPr>
                <p14:cNvContentPartPr/>
                <p14:nvPr/>
              </p14:nvContentPartPr>
              <p14:xfrm>
                <a:off x="9702878" y="3567096"/>
                <a:ext cx="104040" cy="80640"/>
              </p14:xfrm>
            </p:contentPart>
          </mc:Choice>
          <mc:Fallback>
            <p:pic>
              <p:nvPicPr>
                <p:cNvPr id="44" name="Ink 43">
                  <a:extLst>
                    <a:ext uri="{FF2B5EF4-FFF2-40B4-BE49-F238E27FC236}">
                      <a16:creationId xmlns:a16="http://schemas.microsoft.com/office/drawing/2014/main" id="{4760104D-8E69-B1EA-5551-F3D904717A9A}"/>
                    </a:ext>
                  </a:extLst>
                </p:cNvPr>
                <p:cNvPicPr/>
                <p:nvPr/>
              </p:nvPicPr>
              <p:blipFill>
                <a:blip r:embed="rId72"/>
                <a:stretch>
                  <a:fillRect/>
                </a:stretch>
              </p:blipFill>
              <p:spPr>
                <a:xfrm>
                  <a:off x="9698558" y="3562776"/>
                  <a:ext cx="112680" cy="8928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5" name="Ink 44">
                  <a:extLst>
                    <a:ext uri="{FF2B5EF4-FFF2-40B4-BE49-F238E27FC236}">
                      <a16:creationId xmlns:a16="http://schemas.microsoft.com/office/drawing/2014/main" id="{391BA946-87FC-25D6-8854-69462660E122}"/>
                    </a:ext>
                  </a:extLst>
                </p14:cNvPr>
                <p14:cNvContentPartPr/>
                <p14:nvPr/>
              </p14:nvContentPartPr>
              <p14:xfrm>
                <a:off x="9780638" y="3478896"/>
                <a:ext cx="45720" cy="201960"/>
              </p14:xfrm>
            </p:contentPart>
          </mc:Choice>
          <mc:Fallback>
            <p:pic>
              <p:nvPicPr>
                <p:cNvPr id="45" name="Ink 44">
                  <a:extLst>
                    <a:ext uri="{FF2B5EF4-FFF2-40B4-BE49-F238E27FC236}">
                      <a16:creationId xmlns:a16="http://schemas.microsoft.com/office/drawing/2014/main" id="{391BA946-87FC-25D6-8854-69462660E122}"/>
                    </a:ext>
                  </a:extLst>
                </p:cNvPr>
                <p:cNvPicPr/>
                <p:nvPr/>
              </p:nvPicPr>
              <p:blipFill>
                <a:blip r:embed="rId74"/>
                <a:stretch>
                  <a:fillRect/>
                </a:stretch>
              </p:blipFill>
              <p:spPr>
                <a:xfrm>
                  <a:off x="9776318" y="3474576"/>
                  <a:ext cx="54360"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6" name="Ink 45">
                  <a:extLst>
                    <a:ext uri="{FF2B5EF4-FFF2-40B4-BE49-F238E27FC236}">
                      <a16:creationId xmlns:a16="http://schemas.microsoft.com/office/drawing/2014/main" id="{A5B0D39E-D5A6-0262-C70B-9ABBEC864284}"/>
                    </a:ext>
                  </a:extLst>
                </p14:cNvPr>
                <p14:cNvContentPartPr/>
                <p14:nvPr/>
              </p14:nvContentPartPr>
              <p14:xfrm>
                <a:off x="9307958" y="3463056"/>
                <a:ext cx="167040" cy="293760"/>
              </p14:xfrm>
            </p:contentPart>
          </mc:Choice>
          <mc:Fallback>
            <p:pic>
              <p:nvPicPr>
                <p:cNvPr id="46" name="Ink 45">
                  <a:extLst>
                    <a:ext uri="{FF2B5EF4-FFF2-40B4-BE49-F238E27FC236}">
                      <a16:creationId xmlns:a16="http://schemas.microsoft.com/office/drawing/2014/main" id="{A5B0D39E-D5A6-0262-C70B-9ABBEC864284}"/>
                    </a:ext>
                  </a:extLst>
                </p:cNvPr>
                <p:cNvPicPr/>
                <p:nvPr/>
              </p:nvPicPr>
              <p:blipFill>
                <a:blip r:embed="rId76"/>
                <a:stretch>
                  <a:fillRect/>
                </a:stretch>
              </p:blipFill>
              <p:spPr>
                <a:xfrm>
                  <a:off x="9303638" y="3458736"/>
                  <a:ext cx="175680" cy="30240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27" name="Ink 26">
                  <a:extLst>
                    <a:ext uri="{FF2B5EF4-FFF2-40B4-BE49-F238E27FC236}">
                      <a16:creationId xmlns:a16="http://schemas.microsoft.com/office/drawing/2014/main" id="{43AC6471-D2A7-FF00-83EF-DCF8C04C2394}"/>
                    </a:ext>
                  </a:extLst>
                </p14:cNvPr>
                <p14:cNvContentPartPr/>
                <p14:nvPr/>
              </p14:nvContentPartPr>
              <p14:xfrm>
                <a:off x="10293998" y="2960136"/>
                <a:ext cx="84240" cy="71280"/>
              </p14:xfrm>
            </p:contentPart>
          </mc:Choice>
          <mc:Fallback>
            <p:pic>
              <p:nvPicPr>
                <p:cNvPr id="27" name="Ink 26">
                  <a:extLst>
                    <a:ext uri="{FF2B5EF4-FFF2-40B4-BE49-F238E27FC236}">
                      <a16:creationId xmlns:a16="http://schemas.microsoft.com/office/drawing/2014/main" id="{43AC6471-D2A7-FF00-83EF-DCF8C04C2394}"/>
                    </a:ext>
                  </a:extLst>
                </p:cNvPr>
                <p:cNvPicPr/>
                <p:nvPr/>
              </p:nvPicPr>
              <p:blipFill>
                <a:blip r:embed="rId78"/>
                <a:stretch>
                  <a:fillRect/>
                </a:stretch>
              </p:blipFill>
              <p:spPr>
                <a:xfrm>
                  <a:off x="10289678" y="2955816"/>
                  <a:ext cx="9288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28" name="Ink 27">
                  <a:extLst>
                    <a:ext uri="{FF2B5EF4-FFF2-40B4-BE49-F238E27FC236}">
                      <a16:creationId xmlns:a16="http://schemas.microsoft.com/office/drawing/2014/main" id="{D98DCB44-92D2-2EBA-4DB5-0DB9190B7868}"/>
                    </a:ext>
                  </a:extLst>
                </p14:cNvPr>
                <p14:cNvContentPartPr/>
                <p14:nvPr/>
              </p14:nvContentPartPr>
              <p14:xfrm>
                <a:off x="10347638" y="2795976"/>
                <a:ext cx="56160" cy="57600"/>
              </p14:xfrm>
            </p:contentPart>
          </mc:Choice>
          <mc:Fallback>
            <p:pic>
              <p:nvPicPr>
                <p:cNvPr id="28" name="Ink 27">
                  <a:extLst>
                    <a:ext uri="{FF2B5EF4-FFF2-40B4-BE49-F238E27FC236}">
                      <a16:creationId xmlns:a16="http://schemas.microsoft.com/office/drawing/2014/main" id="{D98DCB44-92D2-2EBA-4DB5-0DB9190B7868}"/>
                    </a:ext>
                  </a:extLst>
                </p:cNvPr>
                <p:cNvPicPr/>
                <p:nvPr/>
              </p:nvPicPr>
              <p:blipFill>
                <a:blip r:embed="rId80"/>
                <a:stretch>
                  <a:fillRect/>
                </a:stretch>
              </p:blipFill>
              <p:spPr>
                <a:xfrm>
                  <a:off x="10343318" y="2791656"/>
                  <a:ext cx="6480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48" name="Ink 47">
                  <a:extLst>
                    <a:ext uri="{FF2B5EF4-FFF2-40B4-BE49-F238E27FC236}">
                      <a16:creationId xmlns:a16="http://schemas.microsoft.com/office/drawing/2014/main" id="{2BCFB0F2-3509-5E08-1B7D-B77213243B83}"/>
                    </a:ext>
                  </a:extLst>
                </p14:cNvPr>
                <p14:cNvContentPartPr/>
                <p14:nvPr/>
              </p14:nvContentPartPr>
              <p14:xfrm>
                <a:off x="10464638" y="2857176"/>
                <a:ext cx="9360" cy="3960"/>
              </p14:xfrm>
            </p:contentPart>
          </mc:Choice>
          <mc:Fallback>
            <p:pic>
              <p:nvPicPr>
                <p:cNvPr id="48" name="Ink 47">
                  <a:extLst>
                    <a:ext uri="{FF2B5EF4-FFF2-40B4-BE49-F238E27FC236}">
                      <a16:creationId xmlns:a16="http://schemas.microsoft.com/office/drawing/2014/main" id="{2BCFB0F2-3509-5E08-1B7D-B77213243B83}"/>
                    </a:ext>
                  </a:extLst>
                </p:cNvPr>
                <p:cNvPicPr/>
                <p:nvPr/>
              </p:nvPicPr>
              <p:blipFill>
                <a:blip r:embed="rId82"/>
                <a:stretch>
                  <a:fillRect/>
                </a:stretch>
              </p:blipFill>
              <p:spPr>
                <a:xfrm>
                  <a:off x="10460318" y="2852856"/>
                  <a:ext cx="180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49" name="Ink 48">
                  <a:extLst>
                    <a:ext uri="{FF2B5EF4-FFF2-40B4-BE49-F238E27FC236}">
                      <a16:creationId xmlns:a16="http://schemas.microsoft.com/office/drawing/2014/main" id="{0772B779-FEB6-A2A6-849F-7EDDBFA9EBA8}"/>
                    </a:ext>
                  </a:extLst>
                </p14:cNvPr>
                <p14:cNvContentPartPr/>
                <p14:nvPr/>
              </p14:nvContentPartPr>
              <p14:xfrm>
                <a:off x="10432238" y="2851416"/>
                <a:ext cx="360" cy="360"/>
              </p14:xfrm>
            </p:contentPart>
          </mc:Choice>
          <mc:Fallback>
            <p:pic>
              <p:nvPicPr>
                <p:cNvPr id="49" name="Ink 48">
                  <a:extLst>
                    <a:ext uri="{FF2B5EF4-FFF2-40B4-BE49-F238E27FC236}">
                      <a16:creationId xmlns:a16="http://schemas.microsoft.com/office/drawing/2014/main" id="{0772B779-FEB6-A2A6-849F-7EDDBFA9EBA8}"/>
                    </a:ext>
                  </a:extLst>
                </p:cNvPr>
                <p:cNvPicPr/>
                <p:nvPr/>
              </p:nvPicPr>
              <p:blipFill>
                <a:blip r:embed="rId4"/>
                <a:stretch>
                  <a:fillRect/>
                </a:stretch>
              </p:blipFill>
              <p:spPr>
                <a:xfrm>
                  <a:off x="10427918" y="284709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0" name="Ink 49">
                  <a:extLst>
                    <a:ext uri="{FF2B5EF4-FFF2-40B4-BE49-F238E27FC236}">
                      <a16:creationId xmlns:a16="http://schemas.microsoft.com/office/drawing/2014/main" id="{68B482DF-004F-CE67-6408-3304D847D3A6}"/>
                    </a:ext>
                  </a:extLst>
                </p14:cNvPr>
                <p14:cNvContentPartPr/>
                <p14:nvPr/>
              </p14:nvContentPartPr>
              <p14:xfrm>
                <a:off x="10458878" y="2849616"/>
                <a:ext cx="8640" cy="2520"/>
              </p14:xfrm>
            </p:contentPart>
          </mc:Choice>
          <mc:Fallback>
            <p:pic>
              <p:nvPicPr>
                <p:cNvPr id="50" name="Ink 49">
                  <a:extLst>
                    <a:ext uri="{FF2B5EF4-FFF2-40B4-BE49-F238E27FC236}">
                      <a16:creationId xmlns:a16="http://schemas.microsoft.com/office/drawing/2014/main" id="{68B482DF-004F-CE67-6408-3304D847D3A6}"/>
                    </a:ext>
                  </a:extLst>
                </p:cNvPr>
                <p:cNvPicPr/>
                <p:nvPr/>
              </p:nvPicPr>
              <p:blipFill>
                <a:blip r:embed="rId85"/>
                <a:stretch>
                  <a:fillRect/>
                </a:stretch>
              </p:blipFill>
              <p:spPr>
                <a:xfrm>
                  <a:off x="10454558" y="2845296"/>
                  <a:ext cx="17280" cy="111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2" name="Ink 51">
                  <a:extLst>
                    <a:ext uri="{FF2B5EF4-FFF2-40B4-BE49-F238E27FC236}">
                      <a16:creationId xmlns:a16="http://schemas.microsoft.com/office/drawing/2014/main" id="{6AE4A928-1E92-B6D8-7901-F0D825883B48}"/>
                    </a:ext>
                  </a:extLst>
                </p14:cNvPr>
                <p14:cNvContentPartPr/>
                <p14:nvPr/>
              </p14:nvContentPartPr>
              <p14:xfrm>
                <a:off x="8530358" y="3062016"/>
                <a:ext cx="141840" cy="71280"/>
              </p14:xfrm>
            </p:contentPart>
          </mc:Choice>
          <mc:Fallback>
            <p:pic>
              <p:nvPicPr>
                <p:cNvPr id="52" name="Ink 51">
                  <a:extLst>
                    <a:ext uri="{FF2B5EF4-FFF2-40B4-BE49-F238E27FC236}">
                      <a16:creationId xmlns:a16="http://schemas.microsoft.com/office/drawing/2014/main" id="{6AE4A928-1E92-B6D8-7901-F0D825883B48}"/>
                    </a:ext>
                  </a:extLst>
                </p:cNvPr>
                <p:cNvPicPr/>
                <p:nvPr/>
              </p:nvPicPr>
              <p:blipFill>
                <a:blip r:embed="rId87"/>
                <a:stretch>
                  <a:fillRect/>
                </a:stretch>
              </p:blipFill>
              <p:spPr>
                <a:xfrm>
                  <a:off x="8526038" y="3057696"/>
                  <a:ext cx="15048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3" name="Ink 52">
                  <a:extLst>
                    <a:ext uri="{FF2B5EF4-FFF2-40B4-BE49-F238E27FC236}">
                      <a16:creationId xmlns:a16="http://schemas.microsoft.com/office/drawing/2014/main" id="{22B336F0-618F-D3DE-A4D9-C479DBCEAA29}"/>
                    </a:ext>
                  </a:extLst>
                </p14:cNvPr>
                <p14:cNvContentPartPr/>
                <p14:nvPr/>
              </p14:nvContentPartPr>
              <p14:xfrm>
                <a:off x="8578958" y="3051216"/>
                <a:ext cx="59040" cy="162360"/>
              </p14:xfrm>
            </p:contentPart>
          </mc:Choice>
          <mc:Fallback>
            <p:pic>
              <p:nvPicPr>
                <p:cNvPr id="53" name="Ink 52">
                  <a:extLst>
                    <a:ext uri="{FF2B5EF4-FFF2-40B4-BE49-F238E27FC236}">
                      <a16:creationId xmlns:a16="http://schemas.microsoft.com/office/drawing/2014/main" id="{22B336F0-618F-D3DE-A4D9-C479DBCEAA29}"/>
                    </a:ext>
                  </a:extLst>
                </p:cNvPr>
                <p:cNvPicPr/>
                <p:nvPr/>
              </p:nvPicPr>
              <p:blipFill>
                <a:blip r:embed="rId89"/>
                <a:stretch>
                  <a:fillRect/>
                </a:stretch>
              </p:blipFill>
              <p:spPr>
                <a:xfrm>
                  <a:off x="8574638" y="3046896"/>
                  <a:ext cx="6768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4" name="Ink 53">
                  <a:extLst>
                    <a:ext uri="{FF2B5EF4-FFF2-40B4-BE49-F238E27FC236}">
                      <a16:creationId xmlns:a16="http://schemas.microsoft.com/office/drawing/2014/main" id="{EC1EC765-76ED-3409-ACCD-CCDDCA4A25FB}"/>
                    </a:ext>
                  </a:extLst>
                </p14:cNvPr>
                <p14:cNvContentPartPr/>
                <p14:nvPr/>
              </p14:nvContentPartPr>
              <p14:xfrm>
                <a:off x="8355038" y="3532536"/>
                <a:ext cx="179280" cy="30960"/>
              </p14:xfrm>
            </p:contentPart>
          </mc:Choice>
          <mc:Fallback>
            <p:pic>
              <p:nvPicPr>
                <p:cNvPr id="54" name="Ink 53">
                  <a:extLst>
                    <a:ext uri="{FF2B5EF4-FFF2-40B4-BE49-F238E27FC236}">
                      <a16:creationId xmlns:a16="http://schemas.microsoft.com/office/drawing/2014/main" id="{EC1EC765-76ED-3409-ACCD-CCDDCA4A25FB}"/>
                    </a:ext>
                  </a:extLst>
                </p:cNvPr>
                <p:cNvPicPr/>
                <p:nvPr/>
              </p:nvPicPr>
              <p:blipFill>
                <a:blip r:embed="rId91"/>
                <a:stretch>
                  <a:fillRect/>
                </a:stretch>
              </p:blipFill>
              <p:spPr>
                <a:xfrm>
                  <a:off x="8350718" y="3528216"/>
                  <a:ext cx="18792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5" name="Ink 54">
                  <a:extLst>
                    <a:ext uri="{FF2B5EF4-FFF2-40B4-BE49-F238E27FC236}">
                      <a16:creationId xmlns:a16="http://schemas.microsoft.com/office/drawing/2014/main" id="{225870EC-4646-C313-9FC2-F843E78D877D}"/>
                    </a:ext>
                  </a:extLst>
                </p14:cNvPr>
                <p14:cNvContentPartPr/>
                <p14:nvPr/>
              </p14:nvContentPartPr>
              <p14:xfrm>
                <a:off x="8385638" y="3495096"/>
                <a:ext cx="140400" cy="177840"/>
              </p14:xfrm>
            </p:contentPart>
          </mc:Choice>
          <mc:Fallback>
            <p:pic>
              <p:nvPicPr>
                <p:cNvPr id="55" name="Ink 54">
                  <a:extLst>
                    <a:ext uri="{FF2B5EF4-FFF2-40B4-BE49-F238E27FC236}">
                      <a16:creationId xmlns:a16="http://schemas.microsoft.com/office/drawing/2014/main" id="{225870EC-4646-C313-9FC2-F843E78D877D}"/>
                    </a:ext>
                  </a:extLst>
                </p:cNvPr>
                <p:cNvPicPr/>
                <p:nvPr/>
              </p:nvPicPr>
              <p:blipFill>
                <a:blip r:embed="rId93"/>
                <a:stretch>
                  <a:fillRect/>
                </a:stretch>
              </p:blipFill>
              <p:spPr>
                <a:xfrm>
                  <a:off x="8381318" y="3490776"/>
                  <a:ext cx="14904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6" name="Ink 55">
                  <a:extLst>
                    <a:ext uri="{FF2B5EF4-FFF2-40B4-BE49-F238E27FC236}">
                      <a16:creationId xmlns:a16="http://schemas.microsoft.com/office/drawing/2014/main" id="{046A07CC-C35B-DDF6-67ED-0BA3EC62BF83}"/>
                    </a:ext>
                  </a:extLst>
                </p14:cNvPr>
                <p14:cNvContentPartPr/>
                <p14:nvPr/>
              </p14:nvContentPartPr>
              <p14:xfrm>
                <a:off x="8348198" y="3704976"/>
                <a:ext cx="142200" cy="19800"/>
              </p14:xfrm>
            </p:contentPart>
          </mc:Choice>
          <mc:Fallback>
            <p:pic>
              <p:nvPicPr>
                <p:cNvPr id="56" name="Ink 55">
                  <a:extLst>
                    <a:ext uri="{FF2B5EF4-FFF2-40B4-BE49-F238E27FC236}">
                      <a16:creationId xmlns:a16="http://schemas.microsoft.com/office/drawing/2014/main" id="{046A07CC-C35B-DDF6-67ED-0BA3EC62BF83}"/>
                    </a:ext>
                  </a:extLst>
                </p:cNvPr>
                <p:cNvPicPr/>
                <p:nvPr/>
              </p:nvPicPr>
              <p:blipFill>
                <a:blip r:embed="rId95"/>
                <a:stretch>
                  <a:fillRect/>
                </a:stretch>
              </p:blipFill>
              <p:spPr>
                <a:xfrm>
                  <a:off x="8343878" y="3700656"/>
                  <a:ext cx="15084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7" name="Ink 56">
                  <a:extLst>
                    <a:ext uri="{FF2B5EF4-FFF2-40B4-BE49-F238E27FC236}">
                      <a16:creationId xmlns:a16="http://schemas.microsoft.com/office/drawing/2014/main" id="{90B6699D-2A42-3329-475D-D7E997A686A3}"/>
                    </a:ext>
                  </a:extLst>
                </p14:cNvPr>
                <p14:cNvContentPartPr/>
                <p14:nvPr/>
              </p14:nvContentPartPr>
              <p14:xfrm>
                <a:off x="8396798" y="3675096"/>
                <a:ext cx="51480" cy="139320"/>
              </p14:xfrm>
            </p:contentPart>
          </mc:Choice>
          <mc:Fallback>
            <p:pic>
              <p:nvPicPr>
                <p:cNvPr id="57" name="Ink 56">
                  <a:extLst>
                    <a:ext uri="{FF2B5EF4-FFF2-40B4-BE49-F238E27FC236}">
                      <a16:creationId xmlns:a16="http://schemas.microsoft.com/office/drawing/2014/main" id="{90B6699D-2A42-3329-475D-D7E997A686A3}"/>
                    </a:ext>
                  </a:extLst>
                </p:cNvPr>
                <p:cNvPicPr/>
                <p:nvPr/>
              </p:nvPicPr>
              <p:blipFill>
                <a:blip r:embed="rId97"/>
                <a:stretch>
                  <a:fillRect/>
                </a:stretch>
              </p:blipFill>
              <p:spPr>
                <a:xfrm>
                  <a:off x="8392478" y="3670776"/>
                  <a:ext cx="6012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8" name="Ink 57">
                  <a:extLst>
                    <a:ext uri="{FF2B5EF4-FFF2-40B4-BE49-F238E27FC236}">
                      <a16:creationId xmlns:a16="http://schemas.microsoft.com/office/drawing/2014/main" id="{C3BA3A49-5879-6B26-07E0-1FA8CB3B928A}"/>
                    </a:ext>
                  </a:extLst>
                </p14:cNvPr>
                <p14:cNvContentPartPr/>
                <p14:nvPr/>
              </p14:nvContentPartPr>
              <p14:xfrm>
                <a:off x="8544038" y="3604896"/>
                <a:ext cx="70920" cy="166320"/>
              </p14:xfrm>
            </p:contentPart>
          </mc:Choice>
          <mc:Fallback>
            <p:pic>
              <p:nvPicPr>
                <p:cNvPr id="58" name="Ink 57">
                  <a:extLst>
                    <a:ext uri="{FF2B5EF4-FFF2-40B4-BE49-F238E27FC236}">
                      <a16:creationId xmlns:a16="http://schemas.microsoft.com/office/drawing/2014/main" id="{C3BA3A49-5879-6B26-07E0-1FA8CB3B928A}"/>
                    </a:ext>
                  </a:extLst>
                </p:cNvPr>
                <p:cNvPicPr/>
                <p:nvPr/>
              </p:nvPicPr>
              <p:blipFill>
                <a:blip r:embed="rId99"/>
                <a:stretch>
                  <a:fillRect/>
                </a:stretch>
              </p:blipFill>
              <p:spPr>
                <a:xfrm>
                  <a:off x="8539718" y="3600576"/>
                  <a:ext cx="7956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9" name="Ink 58">
                  <a:extLst>
                    <a:ext uri="{FF2B5EF4-FFF2-40B4-BE49-F238E27FC236}">
                      <a16:creationId xmlns:a16="http://schemas.microsoft.com/office/drawing/2014/main" id="{C6CC266D-5170-9D23-EED7-D68B40DEE5D3}"/>
                    </a:ext>
                  </a:extLst>
                </p14:cNvPr>
                <p14:cNvContentPartPr/>
                <p14:nvPr/>
              </p14:nvContentPartPr>
              <p14:xfrm>
                <a:off x="10543838" y="3495456"/>
                <a:ext cx="106200" cy="124920"/>
              </p14:xfrm>
            </p:contentPart>
          </mc:Choice>
          <mc:Fallback>
            <p:pic>
              <p:nvPicPr>
                <p:cNvPr id="59" name="Ink 58">
                  <a:extLst>
                    <a:ext uri="{FF2B5EF4-FFF2-40B4-BE49-F238E27FC236}">
                      <a16:creationId xmlns:a16="http://schemas.microsoft.com/office/drawing/2014/main" id="{C6CC266D-5170-9D23-EED7-D68B40DEE5D3}"/>
                    </a:ext>
                  </a:extLst>
                </p:cNvPr>
                <p:cNvPicPr/>
                <p:nvPr/>
              </p:nvPicPr>
              <p:blipFill>
                <a:blip r:embed="rId101"/>
                <a:stretch>
                  <a:fillRect/>
                </a:stretch>
              </p:blipFill>
              <p:spPr>
                <a:xfrm>
                  <a:off x="10539518" y="3491136"/>
                  <a:ext cx="11484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0" name="Ink 59">
                  <a:extLst>
                    <a:ext uri="{FF2B5EF4-FFF2-40B4-BE49-F238E27FC236}">
                      <a16:creationId xmlns:a16="http://schemas.microsoft.com/office/drawing/2014/main" id="{44451270-B5AD-7E54-C14B-4EB2B112899D}"/>
                    </a:ext>
                  </a:extLst>
                </p14:cNvPr>
                <p14:cNvContentPartPr/>
                <p14:nvPr/>
              </p14:nvContentPartPr>
              <p14:xfrm>
                <a:off x="10773878" y="3244896"/>
                <a:ext cx="68400" cy="68040"/>
              </p14:xfrm>
            </p:contentPart>
          </mc:Choice>
          <mc:Fallback>
            <p:pic>
              <p:nvPicPr>
                <p:cNvPr id="60" name="Ink 59">
                  <a:extLst>
                    <a:ext uri="{FF2B5EF4-FFF2-40B4-BE49-F238E27FC236}">
                      <a16:creationId xmlns:a16="http://schemas.microsoft.com/office/drawing/2014/main" id="{44451270-B5AD-7E54-C14B-4EB2B112899D}"/>
                    </a:ext>
                  </a:extLst>
                </p:cNvPr>
                <p:cNvPicPr/>
                <p:nvPr/>
              </p:nvPicPr>
              <p:blipFill>
                <a:blip r:embed="rId103"/>
                <a:stretch>
                  <a:fillRect/>
                </a:stretch>
              </p:blipFill>
              <p:spPr>
                <a:xfrm>
                  <a:off x="10769558" y="3240576"/>
                  <a:ext cx="77040" cy="7668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1" name="Ink 60">
                  <a:extLst>
                    <a:ext uri="{FF2B5EF4-FFF2-40B4-BE49-F238E27FC236}">
                      <a16:creationId xmlns:a16="http://schemas.microsoft.com/office/drawing/2014/main" id="{FC309323-3ED3-3388-4990-02ED62CF96B7}"/>
                    </a:ext>
                  </a:extLst>
                </p14:cNvPr>
                <p14:cNvContentPartPr/>
                <p14:nvPr/>
              </p14:nvContentPartPr>
              <p14:xfrm>
                <a:off x="10746158" y="3012696"/>
                <a:ext cx="131040" cy="70920"/>
              </p14:xfrm>
            </p:contentPart>
          </mc:Choice>
          <mc:Fallback>
            <p:pic>
              <p:nvPicPr>
                <p:cNvPr id="61" name="Ink 60">
                  <a:extLst>
                    <a:ext uri="{FF2B5EF4-FFF2-40B4-BE49-F238E27FC236}">
                      <a16:creationId xmlns:a16="http://schemas.microsoft.com/office/drawing/2014/main" id="{FC309323-3ED3-3388-4990-02ED62CF96B7}"/>
                    </a:ext>
                  </a:extLst>
                </p:cNvPr>
                <p:cNvPicPr/>
                <p:nvPr/>
              </p:nvPicPr>
              <p:blipFill>
                <a:blip r:embed="rId105"/>
                <a:stretch>
                  <a:fillRect/>
                </a:stretch>
              </p:blipFill>
              <p:spPr>
                <a:xfrm>
                  <a:off x="10741838" y="3008376"/>
                  <a:ext cx="13968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2" name="Ink 61">
                  <a:extLst>
                    <a:ext uri="{FF2B5EF4-FFF2-40B4-BE49-F238E27FC236}">
                      <a16:creationId xmlns:a16="http://schemas.microsoft.com/office/drawing/2014/main" id="{E5B1AFA2-A345-19DF-6493-AD5F082E3A45}"/>
                    </a:ext>
                  </a:extLst>
                </p14:cNvPr>
                <p14:cNvContentPartPr/>
                <p14:nvPr/>
              </p14:nvContentPartPr>
              <p14:xfrm>
                <a:off x="10601078" y="2821536"/>
                <a:ext cx="82800" cy="62640"/>
              </p14:xfrm>
            </p:contentPart>
          </mc:Choice>
          <mc:Fallback>
            <p:pic>
              <p:nvPicPr>
                <p:cNvPr id="62" name="Ink 61">
                  <a:extLst>
                    <a:ext uri="{FF2B5EF4-FFF2-40B4-BE49-F238E27FC236}">
                      <a16:creationId xmlns:a16="http://schemas.microsoft.com/office/drawing/2014/main" id="{E5B1AFA2-A345-19DF-6493-AD5F082E3A45}"/>
                    </a:ext>
                  </a:extLst>
                </p:cNvPr>
                <p:cNvPicPr/>
                <p:nvPr/>
              </p:nvPicPr>
              <p:blipFill>
                <a:blip r:embed="rId107"/>
                <a:stretch>
                  <a:fillRect/>
                </a:stretch>
              </p:blipFill>
              <p:spPr>
                <a:xfrm>
                  <a:off x="10596758" y="2817216"/>
                  <a:ext cx="91440" cy="712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3" name="Ink 62">
                  <a:extLst>
                    <a:ext uri="{FF2B5EF4-FFF2-40B4-BE49-F238E27FC236}">
                      <a16:creationId xmlns:a16="http://schemas.microsoft.com/office/drawing/2014/main" id="{013198CA-581F-D61A-E224-3569847AA222}"/>
                    </a:ext>
                  </a:extLst>
                </p14:cNvPr>
                <p14:cNvContentPartPr/>
                <p14:nvPr/>
              </p14:nvContentPartPr>
              <p14:xfrm>
                <a:off x="10888358" y="2759976"/>
                <a:ext cx="73080" cy="61560"/>
              </p14:xfrm>
            </p:contentPart>
          </mc:Choice>
          <mc:Fallback>
            <p:pic>
              <p:nvPicPr>
                <p:cNvPr id="63" name="Ink 62">
                  <a:extLst>
                    <a:ext uri="{FF2B5EF4-FFF2-40B4-BE49-F238E27FC236}">
                      <a16:creationId xmlns:a16="http://schemas.microsoft.com/office/drawing/2014/main" id="{013198CA-581F-D61A-E224-3569847AA222}"/>
                    </a:ext>
                  </a:extLst>
                </p:cNvPr>
                <p:cNvPicPr/>
                <p:nvPr/>
              </p:nvPicPr>
              <p:blipFill>
                <a:blip r:embed="rId109"/>
                <a:stretch>
                  <a:fillRect/>
                </a:stretch>
              </p:blipFill>
              <p:spPr>
                <a:xfrm>
                  <a:off x="10884038" y="2755656"/>
                  <a:ext cx="8172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13312" name="Ink 13311">
                  <a:extLst>
                    <a:ext uri="{FF2B5EF4-FFF2-40B4-BE49-F238E27FC236}">
                      <a16:creationId xmlns:a16="http://schemas.microsoft.com/office/drawing/2014/main" id="{971B6727-8F6A-D30B-1683-743DEAA02A05}"/>
                    </a:ext>
                  </a:extLst>
                </p14:cNvPr>
                <p14:cNvContentPartPr/>
                <p14:nvPr/>
              </p14:nvContentPartPr>
              <p14:xfrm>
                <a:off x="11076278" y="3028536"/>
                <a:ext cx="65160" cy="65520"/>
              </p14:xfrm>
            </p:contentPart>
          </mc:Choice>
          <mc:Fallback>
            <p:pic>
              <p:nvPicPr>
                <p:cNvPr id="13312" name="Ink 13311">
                  <a:extLst>
                    <a:ext uri="{FF2B5EF4-FFF2-40B4-BE49-F238E27FC236}">
                      <a16:creationId xmlns:a16="http://schemas.microsoft.com/office/drawing/2014/main" id="{971B6727-8F6A-D30B-1683-743DEAA02A05}"/>
                    </a:ext>
                  </a:extLst>
                </p:cNvPr>
                <p:cNvPicPr/>
                <p:nvPr/>
              </p:nvPicPr>
              <p:blipFill>
                <a:blip r:embed="rId111"/>
                <a:stretch>
                  <a:fillRect/>
                </a:stretch>
              </p:blipFill>
              <p:spPr>
                <a:xfrm>
                  <a:off x="11071958" y="3024216"/>
                  <a:ext cx="7380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3313" name="Ink 13312">
                  <a:extLst>
                    <a:ext uri="{FF2B5EF4-FFF2-40B4-BE49-F238E27FC236}">
                      <a16:creationId xmlns:a16="http://schemas.microsoft.com/office/drawing/2014/main" id="{7E33B2E9-587E-13A9-B65F-EA6870374718}"/>
                    </a:ext>
                  </a:extLst>
                </p14:cNvPr>
                <p14:cNvContentPartPr/>
                <p14:nvPr/>
              </p14:nvContentPartPr>
              <p14:xfrm>
                <a:off x="11115878" y="3175056"/>
                <a:ext cx="99000" cy="55800"/>
              </p14:xfrm>
            </p:contentPart>
          </mc:Choice>
          <mc:Fallback>
            <p:pic>
              <p:nvPicPr>
                <p:cNvPr id="13313" name="Ink 13312">
                  <a:extLst>
                    <a:ext uri="{FF2B5EF4-FFF2-40B4-BE49-F238E27FC236}">
                      <a16:creationId xmlns:a16="http://schemas.microsoft.com/office/drawing/2014/main" id="{7E33B2E9-587E-13A9-B65F-EA6870374718}"/>
                    </a:ext>
                  </a:extLst>
                </p:cNvPr>
                <p:cNvPicPr/>
                <p:nvPr/>
              </p:nvPicPr>
              <p:blipFill>
                <a:blip r:embed="rId113"/>
                <a:stretch>
                  <a:fillRect/>
                </a:stretch>
              </p:blipFill>
              <p:spPr>
                <a:xfrm>
                  <a:off x="11111558" y="3170736"/>
                  <a:ext cx="10764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13315" name="Ink 13314">
                  <a:extLst>
                    <a:ext uri="{FF2B5EF4-FFF2-40B4-BE49-F238E27FC236}">
                      <a16:creationId xmlns:a16="http://schemas.microsoft.com/office/drawing/2014/main" id="{D6426EDC-7F2F-3094-998F-5FCEF8911E13}"/>
                    </a:ext>
                  </a:extLst>
                </p14:cNvPr>
                <p14:cNvContentPartPr/>
                <p14:nvPr/>
              </p14:nvContentPartPr>
              <p14:xfrm>
                <a:off x="10758038" y="2658816"/>
                <a:ext cx="72360" cy="79920"/>
              </p14:xfrm>
            </p:contentPart>
          </mc:Choice>
          <mc:Fallback>
            <p:pic>
              <p:nvPicPr>
                <p:cNvPr id="13315" name="Ink 13314">
                  <a:extLst>
                    <a:ext uri="{FF2B5EF4-FFF2-40B4-BE49-F238E27FC236}">
                      <a16:creationId xmlns:a16="http://schemas.microsoft.com/office/drawing/2014/main" id="{D6426EDC-7F2F-3094-998F-5FCEF8911E13}"/>
                    </a:ext>
                  </a:extLst>
                </p:cNvPr>
                <p:cNvPicPr/>
                <p:nvPr/>
              </p:nvPicPr>
              <p:blipFill>
                <a:blip r:embed="rId115"/>
                <a:stretch>
                  <a:fillRect/>
                </a:stretch>
              </p:blipFill>
              <p:spPr>
                <a:xfrm>
                  <a:off x="10753718" y="2654496"/>
                  <a:ext cx="8100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13316" name="Ink 13315">
                  <a:extLst>
                    <a:ext uri="{FF2B5EF4-FFF2-40B4-BE49-F238E27FC236}">
                      <a16:creationId xmlns:a16="http://schemas.microsoft.com/office/drawing/2014/main" id="{235382E2-CB24-4D46-AB70-DE7F790095A2}"/>
                    </a:ext>
                  </a:extLst>
                </p14:cNvPr>
                <p14:cNvContentPartPr/>
                <p14:nvPr/>
              </p14:nvContentPartPr>
              <p14:xfrm>
                <a:off x="10539878" y="2566296"/>
                <a:ext cx="19440" cy="18360"/>
              </p14:xfrm>
            </p:contentPart>
          </mc:Choice>
          <mc:Fallback>
            <p:pic>
              <p:nvPicPr>
                <p:cNvPr id="13316" name="Ink 13315">
                  <a:extLst>
                    <a:ext uri="{FF2B5EF4-FFF2-40B4-BE49-F238E27FC236}">
                      <a16:creationId xmlns:a16="http://schemas.microsoft.com/office/drawing/2014/main" id="{235382E2-CB24-4D46-AB70-DE7F790095A2}"/>
                    </a:ext>
                  </a:extLst>
                </p:cNvPr>
                <p:cNvPicPr/>
                <p:nvPr/>
              </p:nvPicPr>
              <p:blipFill>
                <a:blip r:embed="rId117"/>
                <a:stretch>
                  <a:fillRect/>
                </a:stretch>
              </p:blipFill>
              <p:spPr>
                <a:xfrm>
                  <a:off x="10535558" y="2561976"/>
                  <a:ext cx="2808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3317" name="Ink 13316">
                  <a:extLst>
                    <a:ext uri="{FF2B5EF4-FFF2-40B4-BE49-F238E27FC236}">
                      <a16:creationId xmlns:a16="http://schemas.microsoft.com/office/drawing/2014/main" id="{4DFAF201-14DB-FAC5-BE87-A69734F47AEE}"/>
                    </a:ext>
                  </a:extLst>
                </p14:cNvPr>
                <p14:cNvContentPartPr/>
                <p14:nvPr/>
              </p14:nvContentPartPr>
              <p14:xfrm>
                <a:off x="10534838" y="2550096"/>
                <a:ext cx="67320" cy="68400"/>
              </p14:xfrm>
            </p:contentPart>
          </mc:Choice>
          <mc:Fallback>
            <p:pic>
              <p:nvPicPr>
                <p:cNvPr id="13317" name="Ink 13316">
                  <a:extLst>
                    <a:ext uri="{FF2B5EF4-FFF2-40B4-BE49-F238E27FC236}">
                      <a16:creationId xmlns:a16="http://schemas.microsoft.com/office/drawing/2014/main" id="{4DFAF201-14DB-FAC5-BE87-A69734F47AEE}"/>
                    </a:ext>
                  </a:extLst>
                </p:cNvPr>
                <p:cNvPicPr/>
                <p:nvPr/>
              </p:nvPicPr>
              <p:blipFill>
                <a:blip r:embed="rId119"/>
                <a:stretch>
                  <a:fillRect/>
                </a:stretch>
              </p:blipFill>
              <p:spPr>
                <a:xfrm>
                  <a:off x="10530518" y="2545776"/>
                  <a:ext cx="7596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3319" name="Ink 13318">
                  <a:extLst>
                    <a:ext uri="{FF2B5EF4-FFF2-40B4-BE49-F238E27FC236}">
                      <a16:creationId xmlns:a16="http://schemas.microsoft.com/office/drawing/2014/main" id="{308C5E4F-DBFD-E13C-C751-B936647A275C}"/>
                    </a:ext>
                  </a:extLst>
                </p14:cNvPr>
                <p14:cNvContentPartPr/>
                <p14:nvPr/>
              </p14:nvContentPartPr>
              <p14:xfrm>
                <a:off x="8588318" y="2722896"/>
                <a:ext cx="2307600" cy="1135080"/>
              </p14:xfrm>
            </p:contentPart>
          </mc:Choice>
          <mc:Fallback>
            <p:pic>
              <p:nvPicPr>
                <p:cNvPr id="13319" name="Ink 13318">
                  <a:extLst>
                    <a:ext uri="{FF2B5EF4-FFF2-40B4-BE49-F238E27FC236}">
                      <a16:creationId xmlns:a16="http://schemas.microsoft.com/office/drawing/2014/main" id="{308C5E4F-DBFD-E13C-C751-B936647A275C}"/>
                    </a:ext>
                  </a:extLst>
                </p:cNvPr>
                <p:cNvPicPr/>
                <p:nvPr/>
              </p:nvPicPr>
              <p:blipFill>
                <a:blip r:embed="rId121"/>
                <a:stretch>
                  <a:fillRect/>
                </a:stretch>
              </p:blipFill>
              <p:spPr>
                <a:xfrm>
                  <a:off x="8583998" y="2718576"/>
                  <a:ext cx="2316240" cy="11437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13321" name="Ink 13320">
                  <a:extLst>
                    <a:ext uri="{FF2B5EF4-FFF2-40B4-BE49-F238E27FC236}">
                      <a16:creationId xmlns:a16="http://schemas.microsoft.com/office/drawing/2014/main" id="{0FBACC34-886C-0E1F-9058-24161FF06CA2}"/>
                    </a:ext>
                  </a:extLst>
                </p14:cNvPr>
                <p14:cNvContentPartPr/>
                <p14:nvPr/>
              </p14:nvContentPartPr>
              <p14:xfrm>
                <a:off x="9648518" y="3193776"/>
                <a:ext cx="213120" cy="203400"/>
              </p14:xfrm>
            </p:contentPart>
          </mc:Choice>
          <mc:Fallback>
            <p:pic>
              <p:nvPicPr>
                <p:cNvPr id="13321" name="Ink 13320">
                  <a:extLst>
                    <a:ext uri="{FF2B5EF4-FFF2-40B4-BE49-F238E27FC236}">
                      <a16:creationId xmlns:a16="http://schemas.microsoft.com/office/drawing/2014/main" id="{0FBACC34-886C-0E1F-9058-24161FF06CA2}"/>
                    </a:ext>
                  </a:extLst>
                </p:cNvPr>
                <p:cNvPicPr/>
                <p:nvPr/>
              </p:nvPicPr>
              <p:blipFill>
                <a:blip r:embed="rId123"/>
                <a:stretch>
                  <a:fillRect/>
                </a:stretch>
              </p:blipFill>
              <p:spPr>
                <a:xfrm>
                  <a:off x="9644198" y="3189456"/>
                  <a:ext cx="221760" cy="2120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3323" name="Ink 13322">
                  <a:extLst>
                    <a:ext uri="{FF2B5EF4-FFF2-40B4-BE49-F238E27FC236}">
                      <a16:creationId xmlns:a16="http://schemas.microsoft.com/office/drawing/2014/main" id="{C783EB3C-BD2F-7C99-37AF-ADC03438B059}"/>
                    </a:ext>
                  </a:extLst>
                </p14:cNvPr>
                <p14:cNvContentPartPr/>
                <p14:nvPr/>
              </p14:nvContentPartPr>
              <p14:xfrm>
                <a:off x="10296518" y="2727576"/>
                <a:ext cx="162000" cy="183960"/>
              </p14:xfrm>
            </p:contentPart>
          </mc:Choice>
          <mc:Fallback>
            <p:pic>
              <p:nvPicPr>
                <p:cNvPr id="13323" name="Ink 13322">
                  <a:extLst>
                    <a:ext uri="{FF2B5EF4-FFF2-40B4-BE49-F238E27FC236}">
                      <a16:creationId xmlns:a16="http://schemas.microsoft.com/office/drawing/2014/main" id="{C783EB3C-BD2F-7C99-37AF-ADC03438B059}"/>
                    </a:ext>
                  </a:extLst>
                </p:cNvPr>
                <p:cNvPicPr/>
                <p:nvPr/>
              </p:nvPicPr>
              <p:blipFill>
                <a:blip r:embed="rId125"/>
                <a:stretch>
                  <a:fillRect/>
                </a:stretch>
              </p:blipFill>
              <p:spPr>
                <a:xfrm>
                  <a:off x="10292198" y="2723256"/>
                  <a:ext cx="170640" cy="1926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3325" name="Ink 13324">
                  <a:extLst>
                    <a:ext uri="{FF2B5EF4-FFF2-40B4-BE49-F238E27FC236}">
                      <a16:creationId xmlns:a16="http://schemas.microsoft.com/office/drawing/2014/main" id="{6B8AD287-9008-3866-2678-D37FEB68DE99}"/>
                    </a:ext>
                  </a:extLst>
                </p14:cNvPr>
                <p14:cNvContentPartPr/>
                <p14:nvPr/>
              </p14:nvContentPartPr>
              <p14:xfrm>
                <a:off x="10453118" y="2884896"/>
                <a:ext cx="4320" cy="14400"/>
              </p14:xfrm>
            </p:contentPart>
          </mc:Choice>
          <mc:Fallback>
            <p:pic>
              <p:nvPicPr>
                <p:cNvPr id="13325" name="Ink 13324">
                  <a:extLst>
                    <a:ext uri="{FF2B5EF4-FFF2-40B4-BE49-F238E27FC236}">
                      <a16:creationId xmlns:a16="http://schemas.microsoft.com/office/drawing/2014/main" id="{6B8AD287-9008-3866-2678-D37FEB68DE99}"/>
                    </a:ext>
                  </a:extLst>
                </p:cNvPr>
                <p:cNvPicPr/>
                <p:nvPr/>
              </p:nvPicPr>
              <p:blipFill>
                <a:blip r:embed="rId127"/>
                <a:stretch>
                  <a:fillRect/>
                </a:stretch>
              </p:blipFill>
              <p:spPr>
                <a:xfrm>
                  <a:off x="10448798" y="2880576"/>
                  <a:ext cx="1296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3326" name="Ink 13325">
                  <a:extLst>
                    <a:ext uri="{FF2B5EF4-FFF2-40B4-BE49-F238E27FC236}">
                      <a16:creationId xmlns:a16="http://schemas.microsoft.com/office/drawing/2014/main" id="{88669C8E-5B81-7071-7903-13FA19204FD2}"/>
                    </a:ext>
                  </a:extLst>
                </p14:cNvPr>
                <p14:cNvContentPartPr/>
                <p14:nvPr/>
              </p14:nvContentPartPr>
              <p14:xfrm>
                <a:off x="10210838" y="2430216"/>
                <a:ext cx="206640" cy="284400"/>
              </p14:xfrm>
            </p:contentPart>
          </mc:Choice>
          <mc:Fallback>
            <p:pic>
              <p:nvPicPr>
                <p:cNvPr id="13326" name="Ink 13325">
                  <a:extLst>
                    <a:ext uri="{FF2B5EF4-FFF2-40B4-BE49-F238E27FC236}">
                      <a16:creationId xmlns:a16="http://schemas.microsoft.com/office/drawing/2014/main" id="{88669C8E-5B81-7071-7903-13FA19204FD2}"/>
                    </a:ext>
                  </a:extLst>
                </p:cNvPr>
                <p:cNvPicPr/>
                <p:nvPr/>
              </p:nvPicPr>
              <p:blipFill>
                <a:blip r:embed="rId129"/>
                <a:stretch>
                  <a:fillRect/>
                </a:stretch>
              </p:blipFill>
              <p:spPr>
                <a:xfrm>
                  <a:off x="10206518" y="2425896"/>
                  <a:ext cx="215280" cy="2930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3328" name="Ink 13327">
                  <a:extLst>
                    <a:ext uri="{FF2B5EF4-FFF2-40B4-BE49-F238E27FC236}">
                      <a16:creationId xmlns:a16="http://schemas.microsoft.com/office/drawing/2014/main" id="{311D354B-A9D5-527C-5DAB-2A4350A94E91}"/>
                    </a:ext>
                  </a:extLst>
                </p14:cNvPr>
                <p14:cNvContentPartPr/>
                <p14:nvPr/>
              </p14:nvContentPartPr>
              <p14:xfrm>
                <a:off x="11160158" y="2206656"/>
                <a:ext cx="45000" cy="196560"/>
              </p14:xfrm>
            </p:contentPart>
          </mc:Choice>
          <mc:Fallback>
            <p:pic>
              <p:nvPicPr>
                <p:cNvPr id="13328" name="Ink 13327">
                  <a:extLst>
                    <a:ext uri="{FF2B5EF4-FFF2-40B4-BE49-F238E27FC236}">
                      <a16:creationId xmlns:a16="http://schemas.microsoft.com/office/drawing/2014/main" id="{311D354B-A9D5-527C-5DAB-2A4350A94E91}"/>
                    </a:ext>
                  </a:extLst>
                </p:cNvPr>
                <p:cNvPicPr/>
                <p:nvPr/>
              </p:nvPicPr>
              <p:blipFill>
                <a:blip r:embed="rId131"/>
                <a:stretch>
                  <a:fillRect/>
                </a:stretch>
              </p:blipFill>
              <p:spPr>
                <a:xfrm>
                  <a:off x="11155838" y="2202336"/>
                  <a:ext cx="5364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3329" name="Ink 13328">
                  <a:extLst>
                    <a:ext uri="{FF2B5EF4-FFF2-40B4-BE49-F238E27FC236}">
                      <a16:creationId xmlns:a16="http://schemas.microsoft.com/office/drawing/2014/main" id="{D1110FF6-E070-03C3-EE37-D3FA3FB11A4A}"/>
                    </a:ext>
                  </a:extLst>
                </p14:cNvPr>
                <p14:cNvContentPartPr/>
                <p14:nvPr/>
              </p14:nvContentPartPr>
              <p14:xfrm>
                <a:off x="11251238" y="2169216"/>
                <a:ext cx="253800" cy="183240"/>
              </p14:xfrm>
            </p:contentPart>
          </mc:Choice>
          <mc:Fallback>
            <p:pic>
              <p:nvPicPr>
                <p:cNvPr id="13329" name="Ink 13328">
                  <a:extLst>
                    <a:ext uri="{FF2B5EF4-FFF2-40B4-BE49-F238E27FC236}">
                      <a16:creationId xmlns:a16="http://schemas.microsoft.com/office/drawing/2014/main" id="{D1110FF6-E070-03C3-EE37-D3FA3FB11A4A}"/>
                    </a:ext>
                  </a:extLst>
                </p:cNvPr>
                <p:cNvPicPr/>
                <p:nvPr/>
              </p:nvPicPr>
              <p:blipFill>
                <a:blip r:embed="rId133"/>
                <a:stretch>
                  <a:fillRect/>
                </a:stretch>
              </p:blipFill>
              <p:spPr>
                <a:xfrm>
                  <a:off x="11246918" y="2164896"/>
                  <a:ext cx="262440" cy="19188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13331" name="Ink 13330">
                  <a:extLst>
                    <a:ext uri="{FF2B5EF4-FFF2-40B4-BE49-F238E27FC236}">
                      <a16:creationId xmlns:a16="http://schemas.microsoft.com/office/drawing/2014/main" id="{5DB79866-65EF-13F5-6648-57BD054955D8}"/>
                    </a:ext>
                  </a:extLst>
                </p14:cNvPr>
                <p14:cNvContentPartPr/>
                <p14:nvPr/>
              </p14:nvContentPartPr>
              <p14:xfrm>
                <a:off x="9963878" y="3137256"/>
                <a:ext cx="139680" cy="248040"/>
              </p14:xfrm>
            </p:contentPart>
          </mc:Choice>
          <mc:Fallback>
            <p:pic>
              <p:nvPicPr>
                <p:cNvPr id="13331" name="Ink 13330">
                  <a:extLst>
                    <a:ext uri="{FF2B5EF4-FFF2-40B4-BE49-F238E27FC236}">
                      <a16:creationId xmlns:a16="http://schemas.microsoft.com/office/drawing/2014/main" id="{5DB79866-65EF-13F5-6648-57BD054955D8}"/>
                    </a:ext>
                  </a:extLst>
                </p:cNvPr>
                <p:cNvPicPr/>
                <p:nvPr/>
              </p:nvPicPr>
              <p:blipFill>
                <a:blip r:embed="rId135"/>
                <a:stretch>
                  <a:fillRect/>
                </a:stretch>
              </p:blipFill>
              <p:spPr>
                <a:xfrm>
                  <a:off x="9959558" y="3132936"/>
                  <a:ext cx="148320" cy="25668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3332" name="Ink 13331">
                  <a:extLst>
                    <a:ext uri="{FF2B5EF4-FFF2-40B4-BE49-F238E27FC236}">
                      <a16:creationId xmlns:a16="http://schemas.microsoft.com/office/drawing/2014/main" id="{4279BB1E-AF4A-71D9-00B7-F42D3D300CC9}"/>
                    </a:ext>
                  </a:extLst>
                </p14:cNvPr>
                <p14:cNvContentPartPr/>
                <p14:nvPr/>
              </p14:nvContentPartPr>
              <p14:xfrm>
                <a:off x="10136318" y="3060576"/>
                <a:ext cx="145080" cy="284760"/>
              </p14:xfrm>
            </p:contentPart>
          </mc:Choice>
          <mc:Fallback>
            <p:pic>
              <p:nvPicPr>
                <p:cNvPr id="13332" name="Ink 13331">
                  <a:extLst>
                    <a:ext uri="{FF2B5EF4-FFF2-40B4-BE49-F238E27FC236}">
                      <a16:creationId xmlns:a16="http://schemas.microsoft.com/office/drawing/2014/main" id="{4279BB1E-AF4A-71D9-00B7-F42D3D300CC9}"/>
                    </a:ext>
                  </a:extLst>
                </p:cNvPr>
                <p:cNvPicPr/>
                <p:nvPr/>
              </p:nvPicPr>
              <p:blipFill>
                <a:blip r:embed="rId137"/>
                <a:stretch>
                  <a:fillRect/>
                </a:stretch>
              </p:blipFill>
              <p:spPr>
                <a:xfrm>
                  <a:off x="10131998" y="3056256"/>
                  <a:ext cx="153720" cy="29340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3334" name="Ink 13333">
                  <a:extLst>
                    <a:ext uri="{FF2B5EF4-FFF2-40B4-BE49-F238E27FC236}">
                      <a16:creationId xmlns:a16="http://schemas.microsoft.com/office/drawing/2014/main" id="{0E20ABCA-64F6-E077-63B1-5EFDE8774D39}"/>
                    </a:ext>
                  </a:extLst>
                </p14:cNvPr>
                <p14:cNvContentPartPr/>
                <p14:nvPr/>
              </p14:nvContentPartPr>
              <p14:xfrm>
                <a:off x="10028678" y="2093616"/>
                <a:ext cx="173160" cy="315360"/>
              </p14:xfrm>
            </p:contentPart>
          </mc:Choice>
          <mc:Fallback>
            <p:pic>
              <p:nvPicPr>
                <p:cNvPr id="13334" name="Ink 13333">
                  <a:extLst>
                    <a:ext uri="{FF2B5EF4-FFF2-40B4-BE49-F238E27FC236}">
                      <a16:creationId xmlns:a16="http://schemas.microsoft.com/office/drawing/2014/main" id="{0E20ABCA-64F6-E077-63B1-5EFDE8774D39}"/>
                    </a:ext>
                  </a:extLst>
                </p:cNvPr>
                <p:cNvPicPr/>
                <p:nvPr/>
              </p:nvPicPr>
              <p:blipFill>
                <a:blip r:embed="rId139"/>
                <a:stretch>
                  <a:fillRect/>
                </a:stretch>
              </p:blipFill>
              <p:spPr>
                <a:xfrm>
                  <a:off x="10024358" y="2089296"/>
                  <a:ext cx="181800" cy="32400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3338" name="Ink 13337">
                  <a:extLst>
                    <a:ext uri="{FF2B5EF4-FFF2-40B4-BE49-F238E27FC236}">
                      <a16:creationId xmlns:a16="http://schemas.microsoft.com/office/drawing/2014/main" id="{3B872349-55F5-B43F-08C8-23084D9B7CAC}"/>
                    </a:ext>
                  </a:extLst>
                </p14:cNvPr>
                <p14:cNvContentPartPr/>
                <p14:nvPr/>
              </p14:nvContentPartPr>
              <p14:xfrm>
                <a:off x="8757158" y="2421216"/>
                <a:ext cx="825480" cy="615240"/>
              </p14:xfrm>
            </p:contentPart>
          </mc:Choice>
          <mc:Fallback>
            <p:pic>
              <p:nvPicPr>
                <p:cNvPr id="13338" name="Ink 13337">
                  <a:extLst>
                    <a:ext uri="{FF2B5EF4-FFF2-40B4-BE49-F238E27FC236}">
                      <a16:creationId xmlns:a16="http://schemas.microsoft.com/office/drawing/2014/main" id="{3B872349-55F5-B43F-08C8-23084D9B7CAC}"/>
                    </a:ext>
                  </a:extLst>
                </p:cNvPr>
                <p:cNvPicPr/>
                <p:nvPr/>
              </p:nvPicPr>
              <p:blipFill>
                <a:blip r:embed="rId141"/>
                <a:stretch>
                  <a:fillRect/>
                </a:stretch>
              </p:blipFill>
              <p:spPr>
                <a:xfrm>
                  <a:off x="8752838" y="2416896"/>
                  <a:ext cx="834120" cy="623880"/>
                </a:xfrm>
                <a:prstGeom prst="rect">
                  <a:avLst/>
                </a:prstGeom>
              </p:spPr>
            </p:pic>
          </mc:Fallback>
        </mc:AlternateContent>
      </p:grpSp>
    </p:spTree>
    <p:extLst>
      <p:ext uri="{BB962C8B-B14F-4D97-AF65-F5344CB8AC3E}">
        <p14:creationId xmlns:p14="http://schemas.microsoft.com/office/powerpoint/2010/main" val="36137565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035E6-077F-2EF8-B607-BD69E12E5B57}"/>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4304D3CA-42C3-7A5A-330F-8FBECD97A817}"/>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effectLst/>
                <a:latin typeface="Arial" pitchFamily="34" charset="0"/>
                <a:cs typeface="Arial" pitchFamily="34" charset="0"/>
              </a:rPr>
              <a:t>Applications of </a:t>
            </a:r>
            <a:r>
              <a:rPr lang="en-US" sz="3600" dirty="0" err="1">
                <a:solidFill>
                  <a:srgbClr val="0070C0"/>
                </a:solidFill>
                <a:effectLst/>
                <a:latin typeface="Arial" pitchFamily="34" charset="0"/>
                <a:cs typeface="Arial" pitchFamily="34" charset="0"/>
              </a:rPr>
              <a:t>Mahalanobis</a:t>
            </a:r>
            <a:r>
              <a:rPr lang="en-US" sz="3600" dirty="0">
                <a:solidFill>
                  <a:srgbClr val="0070C0"/>
                </a:solidFill>
                <a:latin typeface="Arial" pitchFamily="34" charset="0"/>
                <a:cs typeface="Arial" pitchFamily="34" charset="0"/>
              </a:rPr>
              <a:t> Distance</a:t>
            </a:r>
            <a:endParaRPr lang="en-IN" sz="3600" dirty="0">
              <a:solidFill>
                <a:srgbClr val="0070C0"/>
              </a:solidFill>
              <a:latin typeface="Arial" pitchFamily="34" charset="0"/>
              <a:cs typeface="Arial" pitchFamily="34" charset="0"/>
            </a:endParaRPr>
          </a:p>
        </p:txBody>
      </p:sp>
      <p:sp>
        <p:nvSpPr>
          <p:cNvPr id="6" name="TextBox 5">
            <a:extLst>
              <a:ext uri="{FF2B5EF4-FFF2-40B4-BE49-F238E27FC236}">
                <a16:creationId xmlns:a16="http://schemas.microsoft.com/office/drawing/2014/main" id="{A0C22087-017E-8262-2933-7C7357BE3844}"/>
              </a:ext>
            </a:extLst>
          </p:cNvPr>
          <p:cNvSpPr txBox="1"/>
          <p:nvPr/>
        </p:nvSpPr>
        <p:spPr>
          <a:xfrm>
            <a:off x="745786" y="1026757"/>
            <a:ext cx="10700427" cy="4409669"/>
          </a:xfrm>
          <a:prstGeom prst="rect">
            <a:avLst/>
          </a:prstGeom>
          <a:noFill/>
        </p:spPr>
        <p:txBody>
          <a:bodyPr wrap="square" rtlCol="0">
            <a:spAutoFit/>
          </a:bodyPr>
          <a:lstStyle/>
          <a:p>
            <a:pPr marL="342900" indent="-34290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The selection of calibration samples from a large set of measurements and </a:t>
            </a:r>
          </a:p>
          <a:p>
            <a:pPr marL="342900" indent="-34290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for investigating the representativity between two data sets. </a:t>
            </a:r>
          </a:p>
          <a:p>
            <a:pPr marL="342900" indent="-34290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In pattern recognition, the MD is applied in clustering techniques such as the k-Nearest </a:t>
            </a:r>
            <a:r>
              <a:rPr lang="en-US" sz="2400" dirty="0" err="1">
                <a:solidFill>
                  <a:schemeClr val="bg1"/>
                </a:solidFill>
                <a:latin typeface="Arial" panose="020B0604020202020204" pitchFamily="34" charset="0"/>
                <a:cs typeface="Arial" panose="020B0604020202020204" pitchFamily="34" charset="0"/>
              </a:rPr>
              <a:t>Neighbour</a:t>
            </a:r>
            <a:r>
              <a:rPr lang="en-US" sz="2400" dirty="0">
                <a:solidFill>
                  <a:schemeClr val="bg1"/>
                </a:solidFill>
                <a:latin typeface="Arial" panose="020B0604020202020204" pitchFamily="34" charset="0"/>
                <a:cs typeface="Arial" panose="020B0604020202020204" pitchFamily="34" charset="0"/>
              </a:rPr>
              <a:t> method, </a:t>
            </a:r>
          </a:p>
          <a:p>
            <a:pPr marL="342900" indent="-34290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In discrimination techniques such as linear, quadratic and regularized discriminant analysis DA, </a:t>
            </a:r>
          </a:p>
        </p:txBody>
      </p:sp>
      <p:grpSp>
        <p:nvGrpSpPr>
          <p:cNvPr id="4" name="Group 3">
            <a:extLst>
              <a:ext uri="{FF2B5EF4-FFF2-40B4-BE49-F238E27FC236}">
                <a16:creationId xmlns:a16="http://schemas.microsoft.com/office/drawing/2014/main" id="{5F749DCE-F8FE-DFD7-1967-4600AD8C994F}"/>
              </a:ext>
            </a:extLst>
          </p:cNvPr>
          <p:cNvGrpSpPr/>
          <p:nvPr/>
        </p:nvGrpSpPr>
        <p:grpSpPr>
          <a:xfrm>
            <a:off x="4843598" y="3185856"/>
            <a:ext cx="514800" cy="138600"/>
            <a:chOff x="4843598" y="3185856"/>
            <a:chExt cx="514800" cy="138600"/>
          </a:xfrm>
        </p:grpSpPr>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3B5BAB7E-6509-A717-823B-3263C1FF2476}"/>
                    </a:ext>
                  </a:extLst>
                </p14:cNvPr>
                <p14:cNvContentPartPr/>
                <p14:nvPr/>
              </p14:nvContentPartPr>
              <p14:xfrm>
                <a:off x="4892918" y="3185856"/>
                <a:ext cx="465480" cy="36360"/>
              </p14:xfrm>
            </p:contentPart>
          </mc:Choice>
          <mc:Fallback>
            <p:pic>
              <p:nvPicPr>
                <p:cNvPr id="2" name="Ink 1">
                  <a:extLst>
                    <a:ext uri="{FF2B5EF4-FFF2-40B4-BE49-F238E27FC236}">
                      <a16:creationId xmlns:a16="http://schemas.microsoft.com/office/drawing/2014/main" id="{3B5BAB7E-6509-A717-823B-3263C1FF2476}"/>
                    </a:ext>
                  </a:extLst>
                </p:cNvPr>
                <p:cNvPicPr/>
                <p:nvPr/>
              </p:nvPicPr>
              <p:blipFill>
                <a:blip r:embed="rId4"/>
                <a:stretch>
                  <a:fillRect/>
                </a:stretch>
              </p:blipFill>
              <p:spPr>
                <a:xfrm>
                  <a:off x="4888598" y="3181536"/>
                  <a:ext cx="47412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C856F9B1-D020-BFC4-7243-031C010E628D}"/>
                    </a:ext>
                  </a:extLst>
                </p14:cNvPr>
                <p14:cNvContentPartPr/>
                <p14:nvPr/>
              </p14:nvContentPartPr>
              <p14:xfrm>
                <a:off x="4843598" y="3274056"/>
                <a:ext cx="502560" cy="50400"/>
              </p14:xfrm>
            </p:contentPart>
          </mc:Choice>
          <mc:Fallback>
            <p:pic>
              <p:nvPicPr>
                <p:cNvPr id="3" name="Ink 2">
                  <a:extLst>
                    <a:ext uri="{FF2B5EF4-FFF2-40B4-BE49-F238E27FC236}">
                      <a16:creationId xmlns:a16="http://schemas.microsoft.com/office/drawing/2014/main" id="{C856F9B1-D020-BFC4-7243-031C010E628D}"/>
                    </a:ext>
                  </a:extLst>
                </p:cNvPr>
                <p:cNvPicPr/>
                <p:nvPr/>
              </p:nvPicPr>
              <p:blipFill>
                <a:blip r:embed="rId6"/>
                <a:stretch>
                  <a:fillRect/>
                </a:stretch>
              </p:blipFill>
              <p:spPr>
                <a:xfrm>
                  <a:off x="4839278" y="3269736"/>
                  <a:ext cx="511200" cy="590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3715D1DF-E3B4-9D91-8A8C-45126363A649}"/>
                  </a:ext>
                </a:extLst>
              </p14:cNvPr>
              <p14:cNvContentPartPr/>
              <p14:nvPr/>
            </p14:nvContentPartPr>
            <p14:xfrm>
              <a:off x="1176638" y="5323536"/>
              <a:ext cx="2464920" cy="231120"/>
            </p14:xfrm>
          </p:contentPart>
        </mc:Choice>
        <mc:Fallback>
          <p:pic>
            <p:nvPicPr>
              <p:cNvPr id="5" name="Ink 4">
                <a:extLst>
                  <a:ext uri="{FF2B5EF4-FFF2-40B4-BE49-F238E27FC236}">
                    <a16:creationId xmlns:a16="http://schemas.microsoft.com/office/drawing/2014/main" id="{3715D1DF-E3B4-9D91-8A8C-45126363A649}"/>
                  </a:ext>
                </a:extLst>
              </p:cNvPr>
              <p:cNvPicPr/>
              <p:nvPr/>
            </p:nvPicPr>
            <p:blipFill>
              <a:blip r:embed="rId8"/>
              <a:stretch>
                <a:fillRect/>
              </a:stretch>
            </p:blipFill>
            <p:spPr>
              <a:xfrm>
                <a:off x="1172318" y="5319216"/>
                <a:ext cx="2473560" cy="239760"/>
              </a:xfrm>
              <a:prstGeom prst="rect">
                <a:avLst/>
              </a:prstGeom>
            </p:spPr>
          </p:pic>
        </mc:Fallback>
      </mc:AlternateContent>
    </p:spTree>
    <p:extLst>
      <p:ext uri="{BB962C8B-B14F-4D97-AF65-F5344CB8AC3E}">
        <p14:creationId xmlns:p14="http://schemas.microsoft.com/office/powerpoint/2010/main" val="27827100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51439" y="1388713"/>
            <a:ext cx="10565394" cy="3671005"/>
          </a:xfrm>
          <a:prstGeom prst="rect">
            <a:avLst/>
          </a:prstGeom>
          <a:noFill/>
        </p:spPr>
        <p:txBody>
          <a:bodyPr wrap="square" rtlCol="0">
            <a:spAutoFit/>
          </a:bodyPr>
          <a:lstStyle/>
          <a:p>
            <a:pPr marL="342900" indent="-34290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Consider the observation </a:t>
            </a:r>
            <a:r>
              <a:rPr lang="en-US" sz="2400" b="1" dirty="0">
                <a:solidFill>
                  <a:schemeClr val="bg1"/>
                </a:solidFill>
                <a:latin typeface="Arial" panose="020B0604020202020204" pitchFamily="34" charset="0"/>
                <a:cs typeface="Arial" panose="020B0604020202020204" pitchFamily="34" charset="0"/>
              </a:rPr>
              <a:t>x</a:t>
            </a:r>
            <a:r>
              <a:rPr lang="en-US" sz="2400" dirty="0">
                <a:solidFill>
                  <a:schemeClr val="bg1"/>
                </a:solidFill>
                <a:latin typeface="Arial" panose="020B0604020202020204" pitchFamily="34" charset="0"/>
                <a:cs typeface="Arial" panose="020B0604020202020204" pitchFamily="34" charset="0"/>
              </a:rPr>
              <a:t> = [x</a:t>
            </a:r>
            <a:r>
              <a:rPr lang="en-US" sz="2400" baseline="-25000" dirty="0">
                <a:solidFill>
                  <a:schemeClr val="bg1"/>
                </a:solidFill>
                <a:latin typeface="Arial" panose="020B0604020202020204" pitchFamily="34" charset="0"/>
                <a:cs typeface="Arial" panose="020B0604020202020204" pitchFamily="34" charset="0"/>
              </a:rPr>
              <a:t>1</a:t>
            </a:r>
            <a:r>
              <a:rPr lang="en-US" sz="2400" dirty="0">
                <a:solidFill>
                  <a:schemeClr val="bg1"/>
                </a:solidFill>
                <a:latin typeface="Arial" panose="020B0604020202020204" pitchFamily="34" charset="0"/>
                <a:cs typeface="Arial" panose="020B0604020202020204" pitchFamily="34" charset="0"/>
              </a:rPr>
              <a:t>, x</a:t>
            </a:r>
            <a:r>
              <a:rPr lang="en-US" sz="2400" baseline="-25000" dirty="0">
                <a:solidFill>
                  <a:schemeClr val="bg1"/>
                </a:solidFill>
                <a:latin typeface="Arial" panose="020B0604020202020204" pitchFamily="34" charset="0"/>
                <a:cs typeface="Arial" panose="020B0604020202020204" pitchFamily="34" charset="0"/>
              </a:rPr>
              <a:t>2</a:t>
            </a:r>
            <a:r>
              <a:rPr lang="en-US" sz="2400" dirty="0">
                <a:solidFill>
                  <a:schemeClr val="bg1"/>
                </a:solidFill>
                <a:latin typeface="Arial" panose="020B0604020202020204" pitchFamily="34" charset="0"/>
                <a:cs typeface="Arial" panose="020B0604020202020204" pitchFamily="34" charset="0"/>
              </a:rPr>
              <a:t>]</a:t>
            </a:r>
            <a:r>
              <a:rPr lang="en-US" sz="2400" baseline="30000" dirty="0">
                <a:solidFill>
                  <a:schemeClr val="bg1"/>
                </a:solidFill>
                <a:latin typeface="Arial" panose="020B0604020202020204" pitchFamily="34" charset="0"/>
                <a:cs typeface="Arial" panose="020B0604020202020204" pitchFamily="34" charset="0"/>
              </a:rPr>
              <a:t>T</a:t>
            </a:r>
            <a:r>
              <a:rPr lang="en-US" sz="2400" dirty="0">
                <a:solidFill>
                  <a:schemeClr val="bg1"/>
                </a:solidFill>
                <a:latin typeface="Arial" panose="020B0604020202020204" pitchFamily="34" charset="0"/>
                <a:cs typeface="Arial" panose="020B0604020202020204" pitchFamily="34" charset="0"/>
              </a:rPr>
              <a:t>, denoted as P(x</a:t>
            </a:r>
            <a:r>
              <a:rPr lang="en-US" sz="2400" baseline="-25000" dirty="0">
                <a:solidFill>
                  <a:schemeClr val="bg1"/>
                </a:solidFill>
                <a:latin typeface="Arial" panose="020B0604020202020204" pitchFamily="34" charset="0"/>
                <a:cs typeface="Arial" panose="020B0604020202020204" pitchFamily="34" charset="0"/>
              </a:rPr>
              <a:t>1</a:t>
            </a:r>
            <a:r>
              <a:rPr lang="en-US" sz="2400" dirty="0">
                <a:solidFill>
                  <a:schemeClr val="bg1"/>
                </a:solidFill>
                <a:latin typeface="Arial" panose="020B0604020202020204" pitchFamily="34" charset="0"/>
                <a:cs typeface="Arial" panose="020B0604020202020204" pitchFamily="34" charset="0"/>
              </a:rPr>
              <a:t>, x</a:t>
            </a:r>
            <a:r>
              <a:rPr lang="en-US" sz="2400" baseline="-25000" dirty="0">
                <a:solidFill>
                  <a:schemeClr val="bg1"/>
                </a:solidFill>
                <a:latin typeface="Arial" panose="020B0604020202020204" pitchFamily="34" charset="0"/>
                <a:cs typeface="Arial" panose="020B0604020202020204" pitchFamily="34" charset="0"/>
              </a:rPr>
              <a:t>2</a:t>
            </a:r>
            <a:r>
              <a:rPr lang="en-US" sz="2400" dirty="0">
                <a:solidFill>
                  <a:schemeClr val="bg1"/>
                </a:solidFill>
                <a:latin typeface="Arial" panose="020B0604020202020204" pitchFamily="34" charset="0"/>
                <a:cs typeface="Arial" panose="020B0604020202020204" pitchFamily="34" charset="0"/>
              </a:rPr>
              <a:t>). </a:t>
            </a:r>
          </a:p>
          <a:p>
            <a:pPr marL="342900" indent="-342900" algn="just">
              <a:lnSpc>
                <a:spcPct val="200000"/>
              </a:lnSpc>
              <a:buClr>
                <a:srgbClr val="0000FF"/>
              </a:buClr>
              <a:buFont typeface="Wingdings" panose="05000000000000000000" pitchFamily="2" charset="2"/>
              <a:buChar char="v"/>
            </a:pPr>
            <a:r>
              <a:rPr lang="en-US" sz="2400" dirty="0">
                <a:solidFill>
                  <a:schemeClr val="accent6">
                    <a:lumMod val="50000"/>
                  </a:schemeClr>
                </a:solidFill>
                <a:latin typeface="Arial" panose="020B0604020202020204" pitchFamily="34" charset="0"/>
                <a:cs typeface="Arial" panose="020B0604020202020204" pitchFamily="34" charset="0"/>
              </a:rPr>
              <a:t>In all the three applications shown below I, II, and III, the Euclidean distance d(OP) is same</a:t>
            </a:r>
            <a:r>
              <a:rPr lang="en-US" sz="2400" dirty="0">
                <a:solidFill>
                  <a:schemeClr val="bg1"/>
                </a:solidFill>
                <a:latin typeface="Arial" panose="020B0604020202020204" pitchFamily="34" charset="0"/>
                <a:cs typeface="Arial" panose="020B0604020202020204" pitchFamily="34" charset="0"/>
              </a:rPr>
              <a:t>, </a:t>
            </a:r>
          </a:p>
          <a:p>
            <a:pPr marL="342900" indent="-34290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We ask whether the observation P(x</a:t>
            </a:r>
            <a:r>
              <a:rPr lang="en-US" sz="2400" baseline="-25000" dirty="0">
                <a:solidFill>
                  <a:schemeClr val="bg1"/>
                </a:solidFill>
                <a:latin typeface="Arial" panose="020B0604020202020204" pitchFamily="34" charset="0"/>
                <a:cs typeface="Arial" panose="020B0604020202020204" pitchFamily="34" charset="0"/>
              </a:rPr>
              <a:t>1</a:t>
            </a:r>
            <a:r>
              <a:rPr lang="en-US" sz="2400" dirty="0">
                <a:solidFill>
                  <a:schemeClr val="bg1"/>
                </a:solidFill>
                <a:latin typeface="Arial" panose="020B0604020202020204" pitchFamily="34" charset="0"/>
                <a:cs typeface="Arial" panose="020B0604020202020204" pitchFamily="34" charset="0"/>
              </a:rPr>
              <a:t>, x</a:t>
            </a:r>
            <a:r>
              <a:rPr lang="en-US" sz="2400" baseline="-25000" dirty="0">
                <a:solidFill>
                  <a:schemeClr val="bg1"/>
                </a:solidFill>
                <a:latin typeface="Arial" panose="020B0604020202020204" pitchFamily="34" charset="0"/>
                <a:cs typeface="Arial" panose="020B0604020202020204" pitchFamily="34" charset="0"/>
              </a:rPr>
              <a:t>2</a:t>
            </a:r>
            <a:r>
              <a:rPr lang="en-US" sz="2400" dirty="0">
                <a:solidFill>
                  <a:schemeClr val="bg1"/>
                </a:solidFill>
                <a:latin typeface="Arial" panose="020B0604020202020204" pitchFamily="34" charset="0"/>
                <a:cs typeface="Arial" panose="020B0604020202020204" pitchFamily="34" charset="0"/>
              </a:rPr>
              <a:t>) represents the same relevance for all the three applications? </a:t>
            </a:r>
          </a:p>
        </p:txBody>
      </p:sp>
      <p:sp>
        <p:nvSpPr>
          <p:cNvPr id="6" name="TextBox 5"/>
          <p:cNvSpPr txBox="1"/>
          <p:nvPr/>
        </p:nvSpPr>
        <p:spPr>
          <a:xfrm>
            <a:off x="2989295" y="403762"/>
            <a:ext cx="6581955" cy="584775"/>
          </a:xfrm>
          <a:prstGeom prst="rect">
            <a:avLst/>
          </a:prstGeom>
          <a:noFill/>
        </p:spPr>
        <p:txBody>
          <a:bodyPr wrap="square" rtlCol="0">
            <a:spAutoFit/>
          </a:bodyPr>
          <a:lstStyle/>
          <a:p>
            <a:pPr algn="ctr"/>
            <a:r>
              <a:rPr lang="en-IN" sz="3200" b="1" dirty="0">
                <a:solidFill>
                  <a:srgbClr val="7030A0"/>
                </a:solidFill>
                <a:latin typeface="Arial" panose="020B0604020202020204" pitchFamily="34" charset="0"/>
                <a:cs typeface="Arial" panose="020B0604020202020204" pitchFamily="34" charset="0"/>
              </a:rPr>
              <a:t>Need for Statistical Distance</a:t>
            </a:r>
          </a:p>
        </p:txBody>
      </p:sp>
      <p:grpSp>
        <p:nvGrpSpPr>
          <p:cNvPr id="4" name="Group 3">
            <a:extLst>
              <a:ext uri="{FF2B5EF4-FFF2-40B4-BE49-F238E27FC236}">
                <a16:creationId xmlns:a16="http://schemas.microsoft.com/office/drawing/2014/main" id="{93AA9ADD-F56A-0E7A-C3C5-F0772CBCE3B8}"/>
              </a:ext>
            </a:extLst>
          </p:cNvPr>
          <p:cNvGrpSpPr/>
          <p:nvPr/>
        </p:nvGrpSpPr>
        <p:grpSpPr>
          <a:xfrm>
            <a:off x="7854638" y="2086416"/>
            <a:ext cx="232920" cy="118800"/>
            <a:chOff x="7854638" y="2086416"/>
            <a:chExt cx="232920" cy="11880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DB71F93E-9F78-A0BB-B25C-8F3518741934}"/>
                    </a:ext>
                  </a:extLst>
                </p14:cNvPr>
                <p14:cNvContentPartPr/>
                <p14:nvPr/>
              </p14:nvContentPartPr>
              <p14:xfrm>
                <a:off x="7854638" y="2086416"/>
                <a:ext cx="217080" cy="78480"/>
              </p14:xfrm>
            </p:contentPart>
          </mc:Choice>
          <mc:Fallback>
            <p:pic>
              <p:nvPicPr>
                <p:cNvPr id="2" name="Ink 1">
                  <a:extLst>
                    <a:ext uri="{FF2B5EF4-FFF2-40B4-BE49-F238E27FC236}">
                      <a16:creationId xmlns:a16="http://schemas.microsoft.com/office/drawing/2014/main" id="{DB71F93E-9F78-A0BB-B25C-8F3518741934}"/>
                    </a:ext>
                  </a:extLst>
                </p:cNvPr>
                <p:cNvPicPr/>
                <p:nvPr/>
              </p:nvPicPr>
              <p:blipFill>
                <a:blip r:embed="rId3"/>
                <a:stretch>
                  <a:fillRect/>
                </a:stretch>
              </p:blipFill>
              <p:spPr>
                <a:xfrm>
                  <a:off x="7850318" y="2082096"/>
                  <a:ext cx="22572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F9268E34-9A74-43DD-0DB2-F2B686BA30FA}"/>
                    </a:ext>
                  </a:extLst>
                </p14:cNvPr>
                <p14:cNvContentPartPr/>
                <p14:nvPr/>
              </p14:nvContentPartPr>
              <p14:xfrm>
                <a:off x="7881278" y="2151936"/>
                <a:ext cx="206280" cy="53280"/>
              </p14:xfrm>
            </p:contentPart>
          </mc:Choice>
          <mc:Fallback>
            <p:pic>
              <p:nvPicPr>
                <p:cNvPr id="3" name="Ink 2">
                  <a:extLst>
                    <a:ext uri="{FF2B5EF4-FFF2-40B4-BE49-F238E27FC236}">
                      <a16:creationId xmlns:a16="http://schemas.microsoft.com/office/drawing/2014/main" id="{F9268E34-9A74-43DD-0DB2-F2B686BA30FA}"/>
                    </a:ext>
                  </a:extLst>
                </p:cNvPr>
                <p:cNvPicPr/>
                <p:nvPr/>
              </p:nvPicPr>
              <p:blipFill>
                <a:blip r:embed="rId5"/>
                <a:stretch>
                  <a:fillRect/>
                </a:stretch>
              </p:blipFill>
              <p:spPr>
                <a:xfrm>
                  <a:off x="7876958" y="2147616"/>
                  <a:ext cx="214920" cy="61920"/>
                </a:xfrm>
                <a:prstGeom prst="rect">
                  <a:avLst/>
                </a:prstGeom>
              </p:spPr>
            </p:pic>
          </mc:Fallback>
        </mc:AlternateContent>
      </p:grpSp>
      <p:grpSp>
        <p:nvGrpSpPr>
          <p:cNvPr id="21" name="Group 20">
            <a:extLst>
              <a:ext uri="{FF2B5EF4-FFF2-40B4-BE49-F238E27FC236}">
                <a16:creationId xmlns:a16="http://schemas.microsoft.com/office/drawing/2014/main" id="{368EA0FC-C512-7A2F-A5CC-18C732E9173B}"/>
              </a:ext>
            </a:extLst>
          </p:cNvPr>
          <p:cNvGrpSpPr/>
          <p:nvPr/>
        </p:nvGrpSpPr>
        <p:grpSpPr>
          <a:xfrm>
            <a:off x="8461598" y="4606776"/>
            <a:ext cx="861120" cy="409680"/>
            <a:chOff x="8461598" y="4606776"/>
            <a:chExt cx="861120" cy="409680"/>
          </a:xfrm>
        </p:grpSpPr>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C7F081E8-6796-BF5C-7FFF-12AAE1C0E3D4}"/>
                    </a:ext>
                  </a:extLst>
                </p14:cNvPr>
                <p14:cNvContentPartPr/>
                <p14:nvPr/>
              </p14:nvContentPartPr>
              <p14:xfrm>
                <a:off x="8461598" y="4606776"/>
                <a:ext cx="292320" cy="409680"/>
              </p14:xfrm>
            </p:contentPart>
          </mc:Choice>
          <mc:Fallback>
            <p:pic>
              <p:nvPicPr>
                <p:cNvPr id="7" name="Ink 6">
                  <a:extLst>
                    <a:ext uri="{FF2B5EF4-FFF2-40B4-BE49-F238E27FC236}">
                      <a16:creationId xmlns:a16="http://schemas.microsoft.com/office/drawing/2014/main" id="{C7F081E8-6796-BF5C-7FFF-12AAE1C0E3D4}"/>
                    </a:ext>
                  </a:extLst>
                </p:cNvPr>
                <p:cNvPicPr/>
                <p:nvPr/>
              </p:nvPicPr>
              <p:blipFill>
                <a:blip r:embed="rId7"/>
                <a:stretch>
                  <a:fillRect/>
                </a:stretch>
              </p:blipFill>
              <p:spPr>
                <a:xfrm>
                  <a:off x="8457278" y="4602456"/>
                  <a:ext cx="300960" cy="4183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21A171E3-E389-C648-FB90-1454CE9D4A01}"/>
                    </a:ext>
                  </a:extLst>
                </p14:cNvPr>
                <p14:cNvContentPartPr/>
                <p14:nvPr/>
              </p14:nvContentPartPr>
              <p14:xfrm>
                <a:off x="8821238" y="4710456"/>
                <a:ext cx="127800" cy="301680"/>
              </p14:xfrm>
            </p:contentPart>
          </mc:Choice>
          <mc:Fallback>
            <p:pic>
              <p:nvPicPr>
                <p:cNvPr id="8" name="Ink 7">
                  <a:extLst>
                    <a:ext uri="{FF2B5EF4-FFF2-40B4-BE49-F238E27FC236}">
                      <a16:creationId xmlns:a16="http://schemas.microsoft.com/office/drawing/2014/main" id="{21A171E3-E389-C648-FB90-1454CE9D4A01}"/>
                    </a:ext>
                  </a:extLst>
                </p:cNvPr>
                <p:cNvPicPr/>
                <p:nvPr/>
              </p:nvPicPr>
              <p:blipFill>
                <a:blip r:embed="rId9"/>
                <a:stretch>
                  <a:fillRect/>
                </a:stretch>
              </p:blipFill>
              <p:spPr>
                <a:xfrm>
                  <a:off x="8816918" y="4706136"/>
                  <a:ext cx="136440" cy="3103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DFC94DC5-1F80-02CC-6225-EC176C7EE8B9}"/>
                    </a:ext>
                  </a:extLst>
                </p14:cNvPr>
                <p14:cNvContentPartPr/>
                <p14:nvPr/>
              </p14:nvContentPartPr>
              <p14:xfrm>
                <a:off x="8935718" y="4806216"/>
                <a:ext cx="360" cy="360"/>
              </p14:xfrm>
            </p:contentPart>
          </mc:Choice>
          <mc:Fallback>
            <p:pic>
              <p:nvPicPr>
                <p:cNvPr id="9" name="Ink 8">
                  <a:extLst>
                    <a:ext uri="{FF2B5EF4-FFF2-40B4-BE49-F238E27FC236}">
                      <a16:creationId xmlns:a16="http://schemas.microsoft.com/office/drawing/2014/main" id="{DFC94DC5-1F80-02CC-6225-EC176C7EE8B9}"/>
                    </a:ext>
                  </a:extLst>
                </p:cNvPr>
                <p:cNvPicPr/>
                <p:nvPr/>
              </p:nvPicPr>
              <p:blipFill>
                <a:blip r:embed="rId11"/>
                <a:stretch>
                  <a:fillRect/>
                </a:stretch>
              </p:blipFill>
              <p:spPr>
                <a:xfrm>
                  <a:off x="8931398" y="480189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02337EE9-5DBE-6894-95D3-1C09AF03DD3D}"/>
                    </a:ext>
                  </a:extLst>
                </p14:cNvPr>
                <p14:cNvContentPartPr/>
                <p14:nvPr/>
              </p14:nvContentPartPr>
              <p14:xfrm>
                <a:off x="9000158" y="4857336"/>
                <a:ext cx="322560" cy="148320"/>
              </p14:xfrm>
            </p:contentPart>
          </mc:Choice>
          <mc:Fallback>
            <p:pic>
              <p:nvPicPr>
                <p:cNvPr id="11" name="Ink 10">
                  <a:extLst>
                    <a:ext uri="{FF2B5EF4-FFF2-40B4-BE49-F238E27FC236}">
                      <a16:creationId xmlns:a16="http://schemas.microsoft.com/office/drawing/2014/main" id="{02337EE9-5DBE-6894-95D3-1C09AF03DD3D}"/>
                    </a:ext>
                  </a:extLst>
                </p:cNvPr>
                <p:cNvPicPr/>
                <p:nvPr/>
              </p:nvPicPr>
              <p:blipFill>
                <a:blip r:embed="rId13"/>
                <a:stretch>
                  <a:fillRect/>
                </a:stretch>
              </p:blipFill>
              <p:spPr>
                <a:xfrm>
                  <a:off x="8995838" y="4853016"/>
                  <a:ext cx="331200" cy="156960"/>
                </a:xfrm>
                <a:prstGeom prst="rect">
                  <a:avLst/>
                </a:prstGeom>
              </p:spPr>
            </p:pic>
          </mc:Fallback>
        </mc:AlternateContent>
      </p:grpSp>
      <p:grpSp>
        <p:nvGrpSpPr>
          <p:cNvPr id="20" name="Group 19">
            <a:extLst>
              <a:ext uri="{FF2B5EF4-FFF2-40B4-BE49-F238E27FC236}">
                <a16:creationId xmlns:a16="http://schemas.microsoft.com/office/drawing/2014/main" id="{A5690732-AD9E-9214-0FE3-256BA5B0B358}"/>
              </a:ext>
            </a:extLst>
          </p:cNvPr>
          <p:cNvGrpSpPr/>
          <p:nvPr/>
        </p:nvGrpSpPr>
        <p:grpSpPr>
          <a:xfrm>
            <a:off x="8422718" y="5384016"/>
            <a:ext cx="1094400" cy="325800"/>
            <a:chOff x="8422718" y="5384016"/>
            <a:chExt cx="1094400" cy="325800"/>
          </a:xfrm>
        </p:grpSpPr>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8AA9DB39-FE7D-9E2E-B7E6-4A147DD76FF6}"/>
                    </a:ext>
                  </a:extLst>
                </p14:cNvPr>
                <p14:cNvContentPartPr/>
                <p14:nvPr/>
              </p14:nvContentPartPr>
              <p14:xfrm>
                <a:off x="8422718" y="5422896"/>
                <a:ext cx="389880" cy="286920"/>
              </p14:xfrm>
            </p:contentPart>
          </mc:Choice>
          <mc:Fallback>
            <p:pic>
              <p:nvPicPr>
                <p:cNvPr id="12" name="Ink 11">
                  <a:extLst>
                    <a:ext uri="{FF2B5EF4-FFF2-40B4-BE49-F238E27FC236}">
                      <a16:creationId xmlns:a16="http://schemas.microsoft.com/office/drawing/2014/main" id="{8AA9DB39-FE7D-9E2E-B7E6-4A147DD76FF6}"/>
                    </a:ext>
                  </a:extLst>
                </p:cNvPr>
                <p:cNvPicPr/>
                <p:nvPr/>
              </p:nvPicPr>
              <p:blipFill>
                <a:blip r:embed="rId15"/>
                <a:stretch>
                  <a:fillRect/>
                </a:stretch>
              </p:blipFill>
              <p:spPr>
                <a:xfrm>
                  <a:off x="8418398" y="5418576"/>
                  <a:ext cx="398520" cy="2955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3" name="Ink 12">
                  <a:extLst>
                    <a:ext uri="{FF2B5EF4-FFF2-40B4-BE49-F238E27FC236}">
                      <a16:creationId xmlns:a16="http://schemas.microsoft.com/office/drawing/2014/main" id="{319134F8-0FF6-8300-589B-F6E221C54333}"/>
                    </a:ext>
                  </a:extLst>
                </p14:cNvPr>
                <p14:cNvContentPartPr/>
                <p14:nvPr/>
              </p14:nvContentPartPr>
              <p14:xfrm>
                <a:off x="8834198" y="5399856"/>
                <a:ext cx="46080" cy="264960"/>
              </p14:xfrm>
            </p:contentPart>
          </mc:Choice>
          <mc:Fallback>
            <p:pic>
              <p:nvPicPr>
                <p:cNvPr id="13" name="Ink 12">
                  <a:extLst>
                    <a:ext uri="{FF2B5EF4-FFF2-40B4-BE49-F238E27FC236}">
                      <a16:creationId xmlns:a16="http://schemas.microsoft.com/office/drawing/2014/main" id="{319134F8-0FF6-8300-589B-F6E221C54333}"/>
                    </a:ext>
                  </a:extLst>
                </p:cNvPr>
                <p:cNvPicPr/>
                <p:nvPr/>
              </p:nvPicPr>
              <p:blipFill>
                <a:blip r:embed="rId17"/>
                <a:stretch>
                  <a:fillRect/>
                </a:stretch>
              </p:blipFill>
              <p:spPr>
                <a:xfrm>
                  <a:off x="8829878" y="5395536"/>
                  <a:ext cx="54720" cy="2736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4" name="Ink 13">
                  <a:extLst>
                    <a:ext uri="{FF2B5EF4-FFF2-40B4-BE49-F238E27FC236}">
                      <a16:creationId xmlns:a16="http://schemas.microsoft.com/office/drawing/2014/main" id="{ABD03E38-B85F-6CDD-A302-4E7BF4DCCB97}"/>
                    </a:ext>
                  </a:extLst>
                </p14:cNvPr>
                <p14:cNvContentPartPr/>
                <p14:nvPr/>
              </p14:nvContentPartPr>
              <p14:xfrm>
                <a:off x="8826638" y="5521176"/>
                <a:ext cx="90000" cy="68040"/>
              </p14:xfrm>
            </p:contentPart>
          </mc:Choice>
          <mc:Fallback>
            <p:pic>
              <p:nvPicPr>
                <p:cNvPr id="14" name="Ink 13">
                  <a:extLst>
                    <a:ext uri="{FF2B5EF4-FFF2-40B4-BE49-F238E27FC236}">
                      <a16:creationId xmlns:a16="http://schemas.microsoft.com/office/drawing/2014/main" id="{ABD03E38-B85F-6CDD-A302-4E7BF4DCCB97}"/>
                    </a:ext>
                  </a:extLst>
                </p:cNvPr>
                <p:cNvPicPr/>
                <p:nvPr/>
              </p:nvPicPr>
              <p:blipFill>
                <a:blip r:embed="rId19"/>
                <a:stretch>
                  <a:fillRect/>
                </a:stretch>
              </p:blipFill>
              <p:spPr>
                <a:xfrm>
                  <a:off x="8822318" y="5516856"/>
                  <a:ext cx="98640" cy="766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5" name="Ink 14">
                  <a:extLst>
                    <a:ext uri="{FF2B5EF4-FFF2-40B4-BE49-F238E27FC236}">
                      <a16:creationId xmlns:a16="http://schemas.microsoft.com/office/drawing/2014/main" id="{58275828-7E23-C521-DC79-AA836072DDFE}"/>
                    </a:ext>
                  </a:extLst>
                </p14:cNvPr>
                <p14:cNvContentPartPr/>
                <p14:nvPr/>
              </p14:nvContentPartPr>
              <p14:xfrm>
                <a:off x="8984318" y="5384016"/>
                <a:ext cx="29520" cy="248400"/>
              </p14:xfrm>
            </p:contentPart>
          </mc:Choice>
          <mc:Fallback>
            <p:pic>
              <p:nvPicPr>
                <p:cNvPr id="15" name="Ink 14">
                  <a:extLst>
                    <a:ext uri="{FF2B5EF4-FFF2-40B4-BE49-F238E27FC236}">
                      <a16:creationId xmlns:a16="http://schemas.microsoft.com/office/drawing/2014/main" id="{58275828-7E23-C521-DC79-AA836072DDFE}"/>
                    </a:ext>
                  </a:extLst>
                </p:cNvPr>
                <p:cNvPicPr/>
                <p:nvPr/>
              </p:nvPicPr>
              <p:blipFill>
                <a:blip r:embed="rId21"/>
                <a:stretch>
                  <a:fillRect/>
                </a:stretch>
              </p:blipFill>
              <p:spPr>
                <a:xfrm>
                  <a:off x="8979998" y="5379696"/>
                  <a:ext cx="38160" cy="2570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6" name="Ink 15">
                  <a:extLst>
                    <a:ext uri="{FF2B5EF4-FFF2-40B4-BE49-F238E27FC236}">
                      <a16:creationId xmlns:a16="http://schemas.microsoft.com/office/drawing/2014/main" id="{3FC4CF58-FAD2-A609-B9E8-0BF8A37CDCC1}"/>
                    </a:ext>
                  </a:extLst>
                </p14:cNvPr>
                <p14:cNvContentPartPr/>
                <p14:nvPr/>
              </p14:nvContentPartPr>
              <p14:xfrm>
                <a:off x="9085478" y="5513976"/>
                <a:ext cx="10080" cy="137520"/>
              </p14:xfrm>
            </p:contentPart>
          </mc:Choice>
          <mc:Fallback>
            <p:pic>
              <p:nvPicPr>
                <p:cNvPr id="16" name="Ink 15">
                  <a:extLst>
                    <a:ext uri="{FF2B5EF4-FFF2-40B4-BE49-F238E27FC236}">
                      <a16:creationId xmlns:a16="http://schemas.microsoft.com/office/drawing/2014/main" id="{3FC4CF58-FAD2-A609-B9E8-0BF8A37CDCC1}"/>
                    </a:ext>
                  </a:extLst>
                </p:cNvPr>
                <p:cNvPicPr/>
                <p:nvPr/>
              </p:nvPicPr>
              <p:blipFill>
                <a:blip r:embed="rId23"/>
                <a:stretch>
                  <a:fillRect/>
                </a:stretch>
              </p:blipFill>
              <p:spPr>
                <a:xfrm>
                  <a:off x="9081158" y="5509656"/>
                  <a:ext cx="1872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7" name="Ink 16">
                  <a:extLst>
                    <a:ext uri="{FF2B5EF4-FFF2-40B4-BE49-F238E27FC236}">
                      <a16:creationId xmlns:a16="http://schemas.microsoft.com/office/drawing/2014/main" id="{5C06BE95-3B29-CBEE-C6A6-8B950B88959A}"/>
                    </a:ext>
                  </a:extLst>
                </p14:cNvPr>
                <p14:cNvContentPartPr/>
                <p14:nvPr/>
              </p14:nvContentPartPr>
              <p14:xfrm>
                <a:off x="9098798" y="5446656"/>
                <a:ext cx="360" cy="360"/>
              </p14:xfrm>
            </p:contentPart>
          </mc:Choice>
          <mc:Fallback>
            <p:pic>
              <p:nvPicPr>
                <p:cNvPr id="17" name="Ink 16">
                  <a:extLst>
                    <a:ext uri="{FF2B5EF4-FFF2-40B4-BE49-F238E27FC236}">
                      <a16:creationId xmlns:a16="http://schemas.microsoft.com/office/drawing/2014/main" id="{5C06BE95-3B29-CBEE-C6A6-8B950B88959A}"/>
                    </a:ext>
                  </a:extLst>
                </p:cNvPr>
                <p:cNvPicPr/>
                <p:nvPr/>
              </p:nvPicPr>
              <p:blipFill>
                <a:blip r:embed="rId11"/>
                <a:stretch>
                  <a:fillRect/>
                </a:stretch>
              </p:blipFill>
              <p:spPr>
                <a:xfrm>
                  <a:off x="9094478" y="544233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8" name="Ink 17">
                  <a:extLst>
                    <a:ext uri="{FF2B5EF4-FFF2-40B4-BE49-F238E27FC236}">
                      <a16:creationId xmlns:a16="http://schemas.microsoft.com/office/drawing/2014/main" id="{54D43078-BBB8-D8EF-1D84-88FC3EBC9A8A}"/>
                    </a:ext>
                  </a:extLst>
                </p14:cNvPr>
                <p14:cNvContentPartPr/>
                <p14:nvPr/>
              </p14:nvContentPartPr>
              <p14:xfrm>
                <a:off x="9179798" y="5510736"/>
                <a:ext cx="337320" cy="135360"/>
              </p14:xfrm>
            </p:contentPart>
          </mc:Choice>
          <mc:Fallback>
            <p:pic>
              <p:nvPicPr>
                <p:cNvPr id="18" name="Ink 17">
                  <a:extLst>
                    <a:ext uri="{FF2B5EF4-FFF2-40B4-BE49-F238E27FC236}">
                      <a16:creationId xmlns:a16="http://schemas.microsoft.com/office/drawing/2014/main" id="{54D43078-BBB8-D8EF-1D84-88FC3EBC9A8A}"/>
                    </a:ext>
                  </a:extLst>
                </p:cNvPr>
                <p:cNvPicPr/>
                <p:nvPr/>
              </p:nvPicPr>
              <p:blipFill>
                <a:blip r:embed="rId26"/>
                <a:stretch>
                  <a:fillRect/>
                </a:stretch>
              </p:blipFill>
              <p:spPr>
                <a:xfrm>
                  <a:off x="9175478" y="5506416"/>
                  <a:ext cx="34596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9" name="Ink 18">
                  <a:extLst>
                    <a:ext uri="{FF2B5EF4-FFF2-40B4-BE49-F238E27FC236}">
                      <a16:creationId xmlns:a16="http://schemas.microsoft.com/office/drawing/2014/main" id="{D300BA8C-FC58-991B-7430-D156DC4F3336}"/>
                    </a:ext>
                  </a:extLst>
                </p14:cNvPr>
                <p14:cNvContentPartPr/>
                <p14:nvPr/>
              </p14:nvContentPartPr>
              <p14:xfrm>
                <a:off x="9069638" y="5425776"/>
                <a:ext cx="23400" cy="39240"/>
              </p14:xfrm>
            </p:contentPart>
          </mc:Choice>
          <mc:Fallback>
            <p:pic>
              <p:nvPicPr>
                <p:cNvPr id="19" name="Ink 18">
                  <a:extLst>
                    <a:ext uri="{FF2B5EF4-FFF2-40B4-BE49-F238E27FC236}">
                      <a16:creationId xmlns:a16="http://schemas.microsoft.com/office/drawing/2014/main" id="{D300BA8C-FC58-991B-7430-D156DC4F3336}"/>
                    </a:ext>
                  </a:extLst>
                </p:cNvPr>
                <p:cNvPicPr/>
                <p:nvPr/>
              </p:nvPicPr>
              <p:blipFill>
                <a:blip r:embed="rId28"/>
                <a:stretch>
                  <a:fillRect/>
                </a:stretch>
              </p:blipFill>
              <p:spPr>
                <a:xfrm>
                  <a:off x="9065318" y="5421456"/>
                  <a:ext cx="32040" cy="47880"/>
                </a:xfrm>
                <a:prstGeom prst="rect">
                  <a:avLst/>
                </a:prstGeom>
              </p:spPr>
            </p:pic>
          </mc:Fallback>
        </mc:AlternateContent>
      </p:grpSp>
    </p:spTree>
    <p:extLst>
      <p:ext uri="{BB962C8B-B14F-4D97-AF65-F5344CB8AC3E}">
        <p14:creationId xmlns:p14="http://schemas.microsoft.com/office/powerpoint/2010/main" val="20268690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27590" y="584488"/>
                <a:ext cx="5209386" cy="6273512"/>
              </a:xfrm>
              <a:prstGeom prst="rect">
                <a:avLst/>
              </a:prstGeom>
              <a:noFill/>
            </p:spPr>
            <p:txBody>
              <a:bodyPr wrap="square" rtlCol="0">
                <a:spAutoFit/>
              </a:bodyPr>
              <a:lstStyle/>
              <a:p>
                <a:pPr marL="342900" indent="-342900" algn="just">
                  <a:lnSpc>
                    <a:spcPct val="150000"/>
                  </a:lnSpc>
                  <a:buClr>
                    <a:srgbClr val="0000FF"/>
                  </a:buClr>
                  <a:buFont typeface="Wingdings" panose="05000000000000000000" pitchFamily="2" charset="2"/>
                  <a:buChar char="v"/>
                </a:pPr>
                <a:r>
                  <a:rPr lang="en-US" dirty="0">
                    <a:solidFill>
                      <a:schemeClr val="bg1"/>
                    </a:solidFill>
                    <a:latin typeface="Arial" panose="020B0604020202020204" pitchFamily="34" charset="0"/>
                    <a:cs typeface="Arial" panose="020B0604020202020204" pitchFamily="34" charset="0"/>
                  </a:rPr>
                  <a:t>For the first and second case on RHS, the observations </a:t>
                </a:r>
                <a:r>
                  <a:rPr lang="en-US" b="1" dirty="0">
                    <a:solidFill>
                      <a:srgbClr val="C00000"/>
                    </a:solidFill>
                    <a:latin typeface="Arial" panose="020B0604020202020204" pitchFamily="34" charset="0"/>
                    <a:cs typeface="Arial" panose="020B0604020202020204" pitchFamily="34" charset="0"/>
                  </a:rPr>
                  <a:t>P</a:t>
                </a:r>
                <a:r>
                  <a:rPr lang="en-US" dirty="0">
                    <a:solidFill>
                      <a:schemeClr val="bg1"/>
                    </a:solidFill>
                    <a:latin typeface="Arial" panose="020B0604020202020204" pitchFamily="34" charset="0"/>
                    <a:cs typeface="Arial" panose="020B0604020202020204" pitchFamily="34" charset="0"/>
                  </a:rPr>
                  <a:t>(x</a:t>
                </a:r>
                <a:r>
                  <a:rPr lang="en-US" baseline="-25000" dirty="0">
                    <a:solidFill>
                      <a:schemeClr val="bg1"/>
                    </a:solidFill>
                    <a:latin typeface="Arial" panose="020B0604020202020204" pitchFamily="34" charset="0"/>
                    <a:cs typeface="Arial" panose="020B0604020202020204" pitchFamily="34" charset="0"/>
                  </a:rPr>
                  <a:t>1</a:t>
                </a:r>
                <a:r>
                  <a:rPr lang="en-US" dirty="0">
                    <a:solidFill>
                      <a:schemeClr val="bg1"/>
                    </a:solidFill>
                    <a:latin typeface="Arial" panose="020B0604020202020204" pitchFamily="34" charset="0"/>
                    <a:cs typeface="Arial" panose="020B0604020202020204" pitchFamily="34" charset="0"/>
                  </a:rPr>
                  <a:t>, x</a:t>
                </a:r>
                <a:r>
                  <a:rPr lang="en-US" baseline="-25000" dirty="0">
                    <a:solidFill>
                      <a:schemeClr val="bg1"/>
                    </a:solidFill>
                    <a:latin typeface="Arial" panose="020B0604020202020204" pitchFamily="34" charset="0"/>
                    <a:cs typeface="Arial" panose="020B0604020202020204" pitchFamily="34" charset="0"/>
                  </a:rPr>
                  <a:t>2</a:t>
                </a:r>
                <a:r>
                  <a:rPr lang="en-US" dirty="0">
                    <a:solidFill>
                      <a:schemeClr val="bg1"/>
                    </a:solidFill>
                    <a:latin typeface="Arial" panose="020B0604020202020204" pitchFamily="34" charset="0"/>
                    <a:cs typeface="Arial" panose="020B0604020202020204" pitchFamily="34" charset="0"/>
                  </a:rPr>
                  <a:t>), both </a:t>
                </a:r>
                <a:r>
                  <a:rPr lang="en-US" dirty="0" err="1">
                    <a:solidFill>
                      <a:schemeClr val="bg1"/>
                    </a:solidFill>
                    <a:latin typeface="Arial" panose="020B0604020202020204" pitchFamily="34" charset="0"/>
                    <a:cs typeface="Arial" panose="020B0604020202020204" pitchFamily="34" charset="0"/>
                  </a:rPr>
                  <a:t>equi</a:t>
                </a:r>
                <a:r>
                  <a:rPr lang="en-US" dirty="0">
                    <a:solidFill>
                      <a:schemeClr val="bg1"/>
                    </a:solidFill>
                    <a:latin typeface="Arial" panose="020B0604020202020204" pitchFamily="34" charset="0"/>
                    <a:cs typeface="Arial" panose="020B0604020202020204" pitchFamily="34" charset="0"/>
                  </a:rPr>
                  <a:t>-distant from the origin are just on the boundary and you need to check if they are outliers are not</a:t>
                </a:r>
              </a:p>
              <a:p>
                <a:pPr marL="342900" indent="-342900" algn="just">
                  <a:lnSpc>
                    <a:spcPct val="150000"/>
                  </a:lnSpc>
                  <a:buClr>
                    <a:srgbClr val="0000FF"/>
                  </a:buClr>
                  <a:buFont typeface="Wingdings" panose="05000000000000000000" pitchFamily="2" charset="2"/>
                  <a:buChar char="v"/>
                </a:pPr>
                <a:r>
                  <a:rPr lang="en-US" dirty="0">
                    <a:solidFill>
                      <a:schemeClr val="bg1"/>
                    </a:solidFill>
                    <a:latin typeface="Arial" panose="020B0604020202020204" pitchFamily="34" charset="0"/>
                    <a:cs typeface="Arial" panose="020B0604020202020204" pitchFamily="34" charset="0"/>
                  </a:rPr>
                  <a:t>Had the pink circle applied, </a:t>
                </a:r>
                <a:r>
                  <a:rPr lang="en-US" b="1" dirty="0">
                    <a:solidFill>
                      <a:srgbClr val="C00000"/>
                    </a:solidFill>
                    <a:latin typeface="Arial" panose="020B0604020202020204" pitchFamily="34" charset="0"/>
                    <a:cs typeface="Arial" panose="020B0604020202020204" pitchFamily="34" charset="0"/>
                  </a:rPr>
                  <a:t>P</a:t>
                </a:r>
                <a:r>
                  <a:rPr lang="en-US" dirty="0">
                    <a:solidFill>
                      <a:schemeClr val="bg1"/>
                    </a:solidFill>
                    <a:latin typeface="Arial" panose="020B0604020202020204" pitchFamily="34" charset="0"/>
                    <a:cs typeface="Arial" panose="020B0604020202020204" pitchFamily="34" charset="0"/>
                  </a:rPr>
                  <a:t> would be an outlier</a:t>
                </a:r>
              </a:p>
              <a:p>
                <a:pPr marL="342900" indent="-342900" algn="just">
                  <a:lnSpc>
                    <a:spcPct val="150000"/>
                  </a:lnSpc>
                  <a:buClr>
                    <a:srgbClr val="0000FF"/>
                  </a:buClr>
                  <a:buFont typeface="Wingdings" panose="05000000000000000000" pitchFamily="2" charset="2"/>
                  <a:buChar char="v"/>
                </a:pPr>
                <a:r>
                  <a:rPr lang="en-US" dirty="0">
                    <a:solidFill>
                      <a:schemeClr val="bg1"/>
                    </a:solidFill>
                    <a:latin typeface="Arial" panose="020B0604020202020204" pitchFamily="34" charset="0"/>
                    <a:cs typeface="Arial" panose="020B0604020202020204" pitchFamily="34" charset="0"/>
                  </a:rPr>
                  <a:t>However, in the third case, the point </a:t>
                </a:r>
                <a:r>
                  <a:rPr lang="en-US" b="1" dirty="0">
                    <a:solidFill>
                      <a:srgbClr val="C00000"/>
                    </a:solidFill>
                    <a:latin typeface="Arial" panose="020B0604020202020204" pitchFamily="34" charset="0"/>
                    <a:cs typeface="Arial" panose="020B0604020202020204" pitchFamily="34" charset="0"/>
                  </a:rPr>
                  <a:t>P</a:t>
                </a:r>
                <a:r>
                  <a:rPr lang="en-US" dirty="0">
                    <a:solidFill>
                      <a:schemeClr val="bg1"/>
                    </a:solidFill>
                    <a:latin typeface="Arial" panose="020B0604020202020204" pitchFamily="34" charset="0"/>
                    <a:cs typeface="Arial" panose="020B0604020202020204" pitchFamily="34" charset="0"/>
                  </a:rPr>
                  <a:t> though equidistant from the origin is within the crowd and is NOT an outlier</a:t>
                </a:r>
              </a:p>
              <a:p>
                <a:pPr marL="342900" indent="-342900" algn="just">
                  <a:lnSpc>
                    <a:spcPct val="150000"/>
                  </a:lnSpc>
                  <a:buClr>
                    <a:srgbClr val="0000FF"/>
                  </a:buClr>
                  <a:buFont typeface="Wingdings" panose="05000000000000000000" pitchFamily="2" charset="2"/>
                  <a:buChar char="v"/>
                </a:pPr>
                <a:r>
                  <a:rPr lang="en-US" dirty="0">
                    <a:solidFill>
                      <a:schemeClr val="bg1"/>
                    </a:solidFill>
                    <a:latin typeface="Arial" panose="020B0604020202020204" pitchFamily="34" charset="0"/>
                    <a:cs typeface="Arial" panose="020B0604020202020204" pitchFamily="34" charset="0"/>
                  </a:rPr>
                  <a:t>Hence, the location of the point within or out of the crowd depends not only on the Euclidean distance, but </a:t>
                </a:r>
                <a:r>
                  <a:rPr lang="en-US" dirty="0">
                    <a:solidFill>
                      <a:srgbClr val="CC00FF"/>
                    </a:solidFill>
                    <a:latin typeface="Arial" panose="020B0604020202020204" pitchFamily="34" charset="0"/>
                    <a:cs typeface="Arial" panose="020B0604020202020204" pitchFamily="34" charset="0"/>
                  </a:rPr>
                  <a:t>also on the shape of the curve (ellipse or circle) and the inclination all of which are decided by the variance-covariance matrix </a:t>
                </a:r>
                <a14:m>
                  <m:oMath xmlns:m="http://schemas.openxmlformats.org/officeDocument/2006/math">
                    <m:r>
                      <m:rPr>
                        <m:nor/>
                      </m:rPr>
                      <a:rPr lang="en-US" b="1" dirty="0">
                        <a:solidFill>
                          <a:srgbClr val="CC00FF"/>
                        </a:solidFill>
                        <a:latin typeface="Arial" panose="020B0604020202020204" pitchFamily="34" charset="0"/>
                        <a:cs typeface="Arial" panose="020B0604020202020204" pitchFamily="34" charset="0"/>
                        <a:sym typeface="Symbol" panose="05050102010706020507" pitchFamily="18" charset="2"/>
                      </a:rPr>
                      <m:t></m:t>
                    </m:r>
                  </m:oMath>
                </a14:m>
                <a:r>
                  <a:rPr lang="en-IN" dirty="0">
                    <a:solidFill>
                      <a:srgbClr val="CC00FF"/>
                    </a:solidFill>
                    <a:latin typeface="Arial" panose="020B0604020202020204" pitchFamily="34" charset="0"/>
                    <a:cs typeface="Arial" panose="020B0604020202020204" pitchFamily="34" charset="0"/>
                  </a:rPr>
                  <a:t> or </a:t>
                </a:r>
                <a:r>
                  <a:rPr lang="en-IN" b="1" dirty="0">
                    <a:solidFill>
                      <a:srgbClr val="CC00FF"/>
                    </a:solidFill>
                    <a:latin typeface="Arial" panose="020B0604020202020204" pitchFamily="34" charset="0"/>
                    <a:cs typeface="Arial" panose="020B0604020202020204" pitchFamily="34" charset="0"/>
                  </a:rPr>
                  <a:t>S</a:t>
                </a:r>
                <a:r>
                  <a:rPr lang="en-IN" dirty="0">
                    <a:solidFill>
                      <a:schemeClr val="bg1"/>
                    </a:solidFill>
                    <a:latin typeface="Arial" panose="020B0604020202020204" pitchFamily="34" charset="0"/>
                    <a:cs typeface="Arial" panose="020B0604020202020204" pitchFamily="34" charset="0"/>
                  </a:rPr>
                  <a:t>.</a:t>
                </a:r>
              </a:p>
            </p:txBody>
          </p:sp>
        </mc:Choice>
        <mc:Fallback xmlns="">
          <p:sp>
            <p:nvSpPr>
              <p:cNvPr id="5" name="TextBox 4"/>
              <p:cNvSpPr txBox="1">
                <a:spLocks noRot="1" noChangeAspect="1" noMove="1" noResize="1" noEditPoints="1" noAdjustHandles="1" noChangeArrowheads="1" noChangeShapeType="1" noTextEdit="1"/>
              </p:cNvSpPr>
              <p:nvPr/>
            </p:nvSpPr>
            <p:spPr>
              <a:xfrm>
                <a:off x="27590" y="584488"/>
                <a:ext cx="5209386" cy="6273512"/>
              </a:xfrm>
              <a:prstGeom prst="rect">
                <a:avLst/>
              </a:prstGeom>
              <a:blipFill>
                <a:blip r:embed="rId2"/>
                <a:stretch>
                  <a:fillRect l="-820" r="-937" b="-680"/>
                </a:stretch>
              </a:blipFill>
            </p:spPr>
            <p:txBody>
              <a:bodyPr/>
              <a:lstStyle/>
              <a:p>
                <a:r>
                  <a:rPr lang="en-IN">
                    <a:noFill/>
                  </a:rPr>
                  <a:t> </a:t>
                </a:r>
              </a:p>
            </p:txBody>
          </p:sp>
        </mc:Fallback>
      </mc:AlternateContent>
      <p:sp>
        <p:nvSpPr>
          <p:cNvPr id="6" name="TextBox 5"/>
          <p:cNvSpPr txBox="1"/>
          <p:nvPr/>
        </p:nvSpPr>
        <p:spPr>
          <a:xfrm>
            <a:off x="454324" y="195532"/>
            <a:ext cx="6581955" cy="523220"/>
          </a:xfrm>
          <a:prstGeom prst="rect">
            <a:avLst/>
          </a:prstGeom>
          <a:noFill/>
        </p:spPr>
        <p:txBody>
          <a:bodyPr wrap="square" rtlCol="0">
            <a:spAutoFit/>
          </a:bodyPr>
          <a:lstStyle/>
          <a:p>
            <a:pPr algn="ctr"/>
            <a:r>
              <a:rPr lang="en-IN" sz="2800" b="1" dirty="0">
                <a:solidFill>
                  <a:srgbClr val="7030A0"/>
                </a:solidFill>
                <a:latin typeface="Arial" panose="020B0604020202020204" pitchFamily="34" charset="0"/>
                <a:cs typeface="Arial" panose="020B0604020202020204" pitchFamily="34" charset="0"/>
              </a:rPr>
              <a:t>Need for Statistical Distance</a:t>
            </a:r>
          </a:p>
        </p:txBody>
      </p:sp>
      <p:grpSp>
        <p:nvGrpSpPr>
          <p:cNvPr id="33" name="Group 32"/>
          <p:cNvGrpSpPr/>
          <p:nvPr/>
        </p:nvGrpSpPr>
        <p:grpSpPr>
          <a:xfrm>
            <a:off x="5445179" y="898837"/>
            <a:ext cx="5994421" cy="5959163"/>
            <a:chOff x="5445179" y="898837"/>
            <a:chExt cx="5994421" cy="5959163"/>
          </a:xfrm>
        </p:grpSpPr>
        <p:grpSp>
          <p:nvGrpSpPr>
            <p:cNvPr id="7" name="Group 6"/>
            <p:cNvGrpSpPr/>
            <p:nvPr/>
          </p:nvGrpSpPr>
          <p:grpSpPr>
            <a:xfrm>
              <a:off x="5445179" y="1076986"/>
              <a:ext cx="2557701" cy="2658252"/>
              <a:chOff x="7009402" y="805659"/>
              <a:chExt cx="4801083" cy="4853269"/>
            </a:xfrm>
          </p:grpSpPr>
          <p:pic>
            <p:nvPicPr>
              <p:cNvPr id="8" name="Picture 7"/>
              <p:cNvPicPr>
                <a:picLocks noChangeAspect="1"/>
              </p:cNvPicPr>
              <p:nvPr/>
            </p:nvPicPr>
            <p:blipFill>
              <a:blip r:embed="rId3"/>
              <a:stretch>
                <a:fillRect/>
              </a:stretch>
            </p:blipFill>
            <p:spPr>
              <a:xfrm>
                <a:off x="7009402" y="805659"/>
                <a:ext cx="4801083" cy="4853269"/>
              </a:xfrm>
              <a:prstGeom prst="rect">
                <a:avLst/>
              </a:prstGeom>
            </p:spPr>
          </p:pic>
          <p:sp>
            <p:nvSpPr>
              <p:cNvPr id="9" name="Oval 8"/>
              <p:cNvSpPr/>
              <p:nvPr/>
            </p:nvSpPr>
            <p:spPr>
              <a:xfrm>
                <a:off x="7957995" y="1733910"/>
                <a:ext cx="2888055" cy="2964839"/>
              </a:xfrm>
              <a:prstGeom prst="ellipse">
                <a:avLst/>
              </a:prstGeom>
              <a:solidFill>
                <a:srgbClr val="00B0F0">
                  <a:alpha val="3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0" name="Group 9"/>
            <p:cNvGrpSpPr/>
            <p:nvPr/>
          </p:nvGrpSpPr>
          <p:grpSpPr>
            <a:xfrm>
              <a:off x="8771050" y="898837"/>
              <a:ext cx="2668550" cy="3014551"/>
              <a:chOff x="7305531" y="917036"/>
              <a:chExt cx="4363059" cy="4544059"/>
            </a:xfrm>
          </p:grpSpPr>
          <p:pic>
            <p:nvPicPr>
              <p:cNvPr id="11" name="Picture 10"/>
              <p:cNvPicPr>
                <a:picLocks noChangeAspect="1"/>
              </p:cNvPicPr>
              <p:nvPr/>
            </p:nvPicPr>
            <p:blipFill>
              <a:blip r:embed="rId4"/>
              <a:stretch>
                <a:fillRect/>
              </a:stretch>
            </p:blipFill>
            <p:spPr>
              <a:xfrm>
                <a:off x="7305531" y="917036"/>
                <a:ext cx="4363059" cy="4544059"/>
              </a:xfrm>
              <a:prstGeom prst="rect">
                <a:avLst/>
              </a:prstGeom>
            </p:spPr>
          </p:pic>
          <p:sp>
            <p:nvSpPr>
              <p:cNvPr id="12" name="Oval 11"/>
              <p:cNvSpPr/>
              <p:nvPr/>
            </p:nvSpPr>
            <p:spPr>
              <a:xfrm>
                <a:off x="7876514" y="2562129"/>
                <a:ext cx="3431264" cy="1376126"/>
              </a:xfrm>
              <a:prstGeom prst="ellipse">
                <a:avLst/>
              </a:prstGeom>
              <a:solidFill>
                <a:schemeClr val="accent6">
                  <a:lumMod val="75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3" name="Group 12"/>
            <p:cNvGrpSpPr/>
            <p:nvPr/>
          </p:nvGrpSpPr>
          <p:grpSpPr>
            <a:xfrm>
              <a:off x="7148628" y="3913388"/>
              <a:ext cx="2476675" cy="2609777"/>
              <a:chOff x="6881746" y="589235"/>
              <a:chExt cx="5001323" cy="5353797"/>
            </a:xfrm>
          </p:grpSpPr>
          <p:pic>
            <p:nvPicPr>
              <p:cNvPr id="14" name="Picture 13"/>
              <p:cNvPicPr>
                <a:picLocks noChangeAspect="1"/>
              </p:cNvPicPr>
              <p:nvPr/>
            </p:nvPicPr>
            <p:blipFill>
              <a:blip r:embed="rId5"/>
              <a:stretch>
                <a:fillRect/>
              </a:stretch>
            </p:blipFill>
            <p:spPr>
              <a:xfrm>
                <a:off x="6881746" y="589235"/>
                <a:ext cx="5001323" cy="5353797"/>
              </a:xfrm>
              <a:prstGeom prst="rect">
                <a:avLst/>
              </a:prstGeom>
            </p:spPr>
          </p:pic>
          <p:sp>
            <p:nvSpPr>
              <p:cNvPr id="15" name="Oval 14"/>
              <p:cNvSpPr/>
              <p:nvPr/>
            </p:nvSpPr>
            <p:spPr>
              <a:xfrm rot="18968559">
                <a:off x="7673484" y="2703974"/>
                <a:ext cx="3777569" cy="1330859"/>
              </a:xfrm>
              <a:prstGeom prst="ellipse">
                <a:avLst/>
              </a:prstGeom>
              <a:solidFill>
                <a:srgbClr val="00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3" name="Straight Arrow Connector 2"/>
            <p:cNvCxnSpPr/>
            <p:nvPr/>
          </p:nvCxnSpPr>
          <p:spPr>
            <a:xfrm flipV="1">
              <a:off x="6719810" y="1836718"/>
              <a:ext cx="606775" cy="609947"/>
            </a:xfrm>
            <a:prstGeom prst="straightConnector1">
              <a:avLst/>
            </a:prstGeom>
            <a:ln w="25400">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364096" y="2362631"/>
              <a:ext cx="672183" cy="378798"/>
            </a:xfrm>
            <a:prstGeom prst="rect">
              <a:avLst/>
            </a:prstGeom>
            <a:noFill/>
          </p:spPr>
          <p:txBody>
            <a:bodyPr wrap="square" rtlCol="0">
              <a:spAutoFit/>
            </a:bodyPr>
            <a:lstStyle/>
            <a:p>
              <a:pPr algn="ctr"/>
              <a:r>
                <a:rPr lang="en-IN" b="1" dirty="0">
                  <a:solidFill>
                    <a:srgbClr val="C00000"/>
                  </a:solidFill>
                  <a:latin typeface="Arial" panose="020B0604020202020204" pitchFamily="34" charset="0"/>
                  <a:cs typeface="Arial" panose="020B0604020202020204" pitchFamily="34" charset="0"/>
                </a:rPr>
                <a:t>C</a:t>
              </a:r>
            </a:p>
          </p:txBody>
        </p:sp>
        <p:sp>
          <p:nvSpPr>
            <p:cNvPr id="17" name="TextBox 16"/>
            <p:cNvSpPr txBox="1"/>
            <p:nvPr/>
          </p:nvSpPr>
          <p:spPr>
            <a:xfrm>
              <a:off x="6812536" y="1692102"/>
              <a:ext cx="672183" cy="378798"/>
            </a:xfrm>
            <a:prstGeom prst="rect">
              <a:avLst/>
            </a:prstGeom>
            <a:noFill/>
          </p:spPr>
          <p:txBody>
            <a:bodyPr wrap="square" rtlCol="0">
              <a:spAutoFit/>
            </a:bodyPr>
            <a:lstStyle/>
            <a:p>
              <a:pPr algn="ctr"/>
              <a:r>
                <a:rPr lang="en-IN" b="1" dirty="0">
                  <a:solidFill>
                    <a:srgbClr val="C00000"/>
                  </a:solidFill>
                  <a:latin typeface="Arial" panose="020B0604020202020204" pitchFamily="34" charset="0"/>
                  <a:cs typeface="Arial" panose="020B0604020202020204" pitchFamily="34" charset="0"/>
                </a:rPr>
                <a:t>P</a:t>
              </a:r>
            </a:p>
          </p:txBody>
        </p:sp>
        <p:cxnSp>
          <p:nvCxnSpPr>
            <p:cNvPr id="21" name="Straight Arrow Connector 20"/>
            <p:cNvCxnSpPr/>
            <p:nvPr/>
          </p:nvCxnSpPr>
          <p:spPr>
            <a:xfrm flipV="1">
              <a:off x="10183462" y="1990200"/>
              <a:ext cx="417299" cy="456465"/>
            </a:xfrm>
            <a:prstGeom prst="straightConnector1">
              <a:avLst/>
            </a:prstGeom>
            <a:ln w="25400">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9847370" y="2374008"/>
              <a:ext cx="672183" cy="378798"/>
            </a:xfrm>
            <a:prstGeom prst="rect">
              <a:avLst/>
            </a:prstGeom>
            <a:noFill/>
          </p:spPr>
          <p:txBody>
            <a:bodyPr wrap="square" rtlCol="0">
              <a:spAutoFit/>
            </a:bodyPr>
            <a:lstStyle/>
            <a:p>
              <a:pPr algn="ctr"/>
              <a:r>
                <a:rPr lang="en-IN" b="1" dirty="0">
                  <a:solidFill>
                    <a:srgbClr val="C00000"/>
                  </a:solidFill>
                  <a:latin typeface="Arial" panose="020B0604020202020204" pitchFamily="34" charset="0"/>
                  <a:cs typeface="Arial" panose="020B0604020202020204" pitchFamily="34" charset="0"/>
                </a:rPr>
                <a:t>C</a:t>
              </a:r>
            </a:p>
          </p:txBody>
        </p:sp>
        <p:sp>
          <p:nvSpPr>
            <p:cNvPr id="23" name="TextBox 22"/>
            <p:cNvSpPr txBox="1"/>
            <p:nvPr/>
          </p:nvSpPr>
          <p:spPr>
            <a:xfrm>
              <a:off x="10320985" y="1684059"/>
              <a:ext cx="672183" cy="378798"/>
            </a:xfrm>
            <a:prstGeom prst="rect">
              <a:avLst/>
            </a:prstGeom>
            <a:noFill/>
          </p:spPr>
          <p:txBody>
            <a:bodyPr wrap="square" rtlCol="0">
              <a:spAutoFit/>
            </a:bodyPr>
            <a:lstStyle/>
            <a:p>
              <a:pPr algn="ctr"/>
              <a:r>
                <a:rPr lang="en-IN" b="1" dirty="0">
                  <a:solidFill>
                    <a:srgbClr val="C00000"/>
                  </a:solidFill>
                  <a:latin typeface="Arial" panose="020B0604020202020204" pitchFamily="34" charset="0"/>
                  <a:cs typeface="Arial" panose="020B0604020202020204" pitchFamily="34" charset="0"/>
                </a:rPr>
                <a:t>P</a:t>
              </a:r>
            </a:p>
          </p:txBody>
        </p:sp>
        <p:cxnSp>
          <p:nvCxnSpPr>
            <p:cNvPr id="24" name="Straight Arrow Connector 23"/>
            <p:cNvCxnSpPr/>
            <p:nvPr/>
          </p:nvCxnSpPr>
          <p:spPr>
            <a:xfrm flipV="1">
              <a:off x="8475884" y="4807390"/>
              <a:ext cx="487047" cy="461227"/>
            </a:xfrm>
            <a:prstGeom prst="straightConnector1">
              <a:avLst/>
            </a:prstGeom>
            <a:ln w="25400">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8025224" y="5114308"/>
              <a:ext cx="672183" cy="378798"/>
            </a:xfrm>
            <a:prstGeom prst="rect">
              <a:avLst/>
            </a:prstGeom>
            <a:noFill/>
          </p:spPr>
          <p:txBody>
            <a:bodyPr wrap="square" rtlCol="0">
              <a:spAutoFit/>
            </a:bodyPr>
            <a:lstStyle/>
            <a:p>
              <a:pPr algn="ctr"/>
              <a:r>
                <a:rPr lang="en-IN" b="1" dirty="0">
                  <a:solidFill>
                    <a:srgbClr val="C00000"/>
                  </a:solidFill>
                  <a:latin typeface="Arial" panose="020B0604020202020204" pitchFamily="34" charset="0"/>
                  <a:cs typeface="Arial" panose="020B0604020202020204" pitchFamily="34" charset="0"/>
                </a:rPr>
                <a:t>C</a:t>
              </a:r>
            </a:p>
          </p:txBody>
        </p:sp>
        <p:sp>
          <p:nvSpPr>
            <p:cNvPr id="27" name="TextBox 26"/>
            <p:cNvSpPr txBox="1"/>
            <p:nvPr/>
          </p:nvSpPr>
          <p:spPr>
            <a:xfrm>
              <a:off x="8626839" y="4498873"/>
              <a:ext cx="672183" cy="378798"/>
            </a:xfrm>
            <a:prstGeom prst="rect">
              <a:avLst/>
            </a:prstGeom>
            <a:noFill/>
          </p:spPr>
          <p:txBody>
            <a:bodyPr wrap="square" rtlCol="0">
              <a:spAutoFit/>
            </a:bodyPr>
            <a:lstStyle/>
            <a:p>
              <a:pPr algn="ctr"/>
              <a:r>
                <a:rPr lang="en-IN" b="1" dirty="0">
                  <a:solidFill>
                    <a:srgbClr val="C00000"/>
                  </a:solidFill>
                  <a:latin typeface="Arial" panose="020B0604020202020204" pitchFamily="34" charset="0"/>
                  <a:cs typeface="Arial" panose="020B0604020202020204" pitchFamily="34" charset="0"/>
                </a:rPr>
                <a:t>P</a:t>
              </a:r>
            </a:p>
          </p:txBody>
        </p:sp>
        <p:sp>
          <p:nvSpPr>
            <p:cNvPr id="28" name="TextBox 27"/>
            <p:cNvSpPr txBox="1"/>
            <p:nvPr/>
          </p:nvSpPr>
          <p:spPr>
            <a:xfrm>
              <a:off x="6428452" y="3768466"/>
              <a:ext cx="672183" cy="378798"/>
            </a:xfrm>
            <a:prstGeom prst="rect">
              <a:avLst/>
            </a:prstGeom>
            <a:noFill/>
          </p:spPr>
          <p:txBody>
            <a:bodyPr wrap="square" rtlCol="0">
              <a:spAutoFit/>
            </a:bodyPr>
            <a:lstStyle/>
            <a:p>
              <a:pPr algn="ctr"/>
              <a:r>
                <a:rPr lang="en-IN" b="1" dirty="0">
                  <a:solidFill>
                    <a:schemeClr val="accent6">
                      <a:lumMod val="50000"/>
                    </a:schemeClr>
                  </a:solidFill>
                  <a:latin typeface="Arial" panose="020B0604020202020204" pitchFamily="34" charset="0"/>
                  <a:cs typeface="Arial" panose="020B0604020202020204" pitchFamily="34" charset="0"/>
                </a:rPr>
                <a:t>I</a:t>
              </a:r>
            </a:p>
          </p:txBody>
        </p:sp>
        <p:sp>
          <p:nvSpPr>
            <p:cNvPr id="29" name="TextBox 28"/>
            <p:cNvSpPr txBox="1"/>
            <p:nvPr/>
          </p:nvSpPr>
          <p:spPr>
            <a:xfrm>
              <a:off x="9833506" y="3893024"/>
              <a:ext cx="672183" cy="378798"/>
            </a:xfrm>
            <a:prstGeom prst="rect">
              <a:avLst/>
            </a:prstGeom>
            <a:noFill/>
          </p:spPr>
          <p:txBody>
            <a:bodyPr wrap="square" rtlCol="0">
              <a:spAutoFit/>
            </a:bodyPr>
            <a:lstStyle/>
            <a:p>
              <a:pPr algn="ctr"/>
              <a:r>
                <a:rPr lang="en-IN" b="1" dirty="0">
                  <a:solidFill>
                    <a:schemeClr val="accent6">
                      <a:lumMod val="50000"/>
                    </a:schemeClr>
                  </a:solidFill>
                  <a:latin typeface="Arial" panose="020B0604020202020204" pitchFamily="34" charset="0"/>
                  <a:cs typeface="Arial" panose="020B0604020202020204" pitchFamily="34" charset="0"/>
                </a:rPr>
                <a:t>II</a:t>
              </a:r>
            </a:p>
          </p:txBody>
        </p:sp>
        <p:sp>
          <p:nvSpPr>
            <p:cNvPr id="30" name="TextBox 29"/>
            <p:cNvSpPr txBox="1"/>
            <p:nvPr/>
          </p:nvSpPr>
          <p:spPr>
            <a:xfrm>
              <a:off x="8139792" y="6479202"/>
              <a:ext cx="672183" cy="378798"/>
            </a:xfrm>
            <a:prstGeom prst="rect">
              <a:avLst/>
            </a:prstGeom>
            <a:noFill/>
          </p:spPr>
          <p:txBody>
            <a:bodyPr wrap="square" rtlCol="0">
              <a:spAutoFit/>
            </a:bodyPr>
            <a:lstStyle/>
            <a:p>
              <a:pPr algn="ctr"/>
              <a:r>
                <a:rPr lang="en-IN" b="1" dirty="0">
                  <a:solidFill>
                    <a:schemeClr val="accent6">
                      <a:lumMod val="50000"/>
                    </a:schemeClr>
                  </a:solidFill>
                  <a:latin typeface="Arial" panose="020B0604020202020204" pitchFamily="34" charset="0"/>
                  <a:cs typeface="Arial" panose="020B0604020202020204" pitchFamily="34" charset="0"/>
                </a:rPr>
                <a:t>III</a:t>
              </a:r>
            </a:p>
          </p:txBody>
        </p:sp>
      </p:grpSp>
      <p:sp>
        <p:nvSpPr>
          <p:cNvPr id="2" name="Oval 1">
            <a:extLst>
              <a:ext uri="{FF2B5EF4-FFF2-40B4-BE49-F238E27FC236}">
                <a16:creationId xmlns:a16="http://schemas.microsoft.com/office/drawing/2014/main" id="{E53AB605-0F4E-184E-1517-D2CABC04C264}"/>
              </a:ext>
            </a:extLst>
          </p:cNvPr>
          <p:cNvSpPr/>
          <p:nvPr/>
        </p:nvSpPr>
        <p:spPr>
          <a:xfrm>
            <a:off x="6356587" y="2072265"/>
            <a:ext cx="736539" cy="736658"/>
          </a:xfrm>
          <a:prstGeom prst="ellipse">
            <a:avLst/>
          </a:prstGeom>
          <a:solidFill>
            <a:schemeClr val="accent1">
              <a:alpha val="44000"/>
            </a:schemeClr>
          </a:solidFill>
          <a:ln>
            <a:solidFill>
              <a:srgbClr val="FF00FF"/>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mc:Choice xmlns:p14="http://schemas.microsoft.com/office/powerpoint/2010/main" Requires="p14">
          <p:contentPart p14:bwMode="auto" r:id="rId6">
            <p14:nvContentPartPr>
              <p14:cNvPr id="47" name="Ink 46">
                <a:extLst>
                  <a:ext uri="{FF2B5EF4-FFF2-40B4-BE49-F238E27FC236}">
                    <a16:creationId xmlns:a16="http://schemas.microsoft.com/office/drawing/2014/main" id="{5AAB7708-E9ED-4CC7-54AF-CBC0F6AC3365}"/>
                  </a:ext>
                </a:extLst>
              </p14:cNvPr>
              <p14:cNvContentPartPr/>
              <p14:nvPr/>
            </p14:nvContentPartPr>
            <p14:xfrm>
              <a:off x="10869638" y="5443877"/>
              <a:ext cx="121680" cy="134280"/>
            </p14:xfrm>
          </p:contentPart>
        </mc:Choice>
        <mc:Fallback>
          <p:pic>
            <p:nvPicPr>
              <p:cNvPr id="47" name="Ink 46">
                <a:extLst>
                  <a:ext uri="{FF2B5EF4-FFF2-40B4-BE49-F238E27FC236}">
                    <a16:creationId xmlns:a16="http://schemas.microsoft.com/office/drawing/2014/main" id="{5AAB7708-E9ED-4CC7-54AF-CBC0F6AC3365}"/>
                  </a:ext>
                </a:extLst>
              </p:cNvPr>
              <p:cNvPicPr/>
              <p:nvPr/>
            </p:nvPicPr>
            <p:blipFill>
              <a:blip r:embed="rId7"/>
              <a:stretch>
                <a:fillRect/>
              </a:stretch>
            </p:blipFill>
            <p:spPr>
              <a:xfrm>
                <a:off x="10865318" y="5439557"/>
                <a:ext cx="13032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78580884-2492-71AB-8022-7580B62849AB}"/>
                  </a:ext>
                </a:extLst>
              </p14:cNvPr>
              <p14:cNvContentPartPr/>
              <p14:nvPr/>
            </p14:nvContentPartPr>
            <p14:xfrm>
              <a:off x="10388678" y="4395197"/>
              <a:ext cx="127080" cy="1296000"/>
            </p14:xfrm>
          </p:contentPart>
        </mc:Choice>
        <mc:Fallback>
          <p:pic>
            <p:nvPicPr>
              <p:cNvPr id="4" name="Ink 3">
                <a:extLst>
                  <a:ext uri="{FF2B5EF4-FFF2-40B4-BE49-F238E27FC236}">
                    <a16:creationId xmlns:a16="http://schemas.microsoft.com/office/drawing/2014/main" id="{78580884-2492-71AB-8022-7580B62849AB}"/>
                  </a:ext>
                </a:extLst>
              </p:cNvPr>
              <p:cNvPicPr/>
              <p:nvPr/>
            </p:nvPicPr>
            <p:blipFill>
              <a:blip r:embed="rId9"/>
              <a:stretch>
                <a:fillRect/>
              </a:stretch>
            </p:blipFill>
            <p:spPr>
              <a:xfrm>
                <a:off x="10384358" y="4390877"/>
                <a:ext cx="135720" cy="13046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8" name="Ink 17">
                <a:extLst>
                  <a:ext uri="{FF2B5EF4-FFF2-40B4-BE49-F238E27FC236}">
                    <a16:creationId xmlns:a16="http://schemas.microsoft.com/office/drawing/2014/main" id="{EE029589-A8D2-D92A-6432-89F33A29FE59}"/>
                  </a:ext>
                </a:extLst>
              </p14:cNvPr>
              <p14:cNvContentPartPr/>
              <p14:nvPr/>
            </p14:nvContentPartPr>
            <p14:xfrm>
              <a:off x="10480118" y="4367477"/>
              <a:ext cx="1389960" cy="1416600"/>
            </p14:xfrm>
          </p:contentPart>
        </mc:Choice>
        <mc:Fallback>
          <p:pic>
            <p:nvPicPr>
              <p:cNvPr id="18" name="Ink 17">
                <a:extLst>
                  <a:ext uri="{FF2B5EF4-FFF2-40B4-BE49-F238E27FC236}">
                    <a16:creationId xmlns:a16="http://schemas.microsoft.com/office/drawing/2014/main" id="{EE029589-A8D2-D92A-6432-89F33A29FE59}"/>
                  </a:ext>
                </a:extLst>
              </p:cNvPr>
              <p:cNvPicPr/>
              <p:nvPr/>
            </p:nvPicPr>
            <p:blipFill>
              <a:blip r:embed="rId11"/>
              <a:stretch>
                <a:fillRect/>
              </a:stretch>
            </p:blipFill>
            <p:spPr>
              <a:xfrm>
                <a:off x="10475798" y="4363157"/>
                <a:ext cx="1398600" cy="14252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9" name="Ink 18">
                <a:extLst>
                  <a:ext uri="{FF2B5EF4-FFF2-40B4-BE49-F238E27FC236}">
                    <a16:creationId xmlns:a16="http://schemas.microsoft.com/office/drawing/2014/main" id="{ACE2DEE2-02EB-C933-A594-F0340B4C0917}"/>
                  </a:ext>
                </a:extLst>
              </p14:cNvPr>
              <p14:cNvContentPartPr/>
              <p14:nvPr/>
            </p14:nvContentPartPr>
            <p14:xfrm>
              <a:off x="10380398" y="5528117"/>
              <a:ext cx="1441800" cy="653040"/>
            </p14:xfrm>
          </p:contentPart>
        </mc:Choice>
        <mc:Fallback>
          <p:pic>
            <p:nvPicPr>
              <p:cNvPr id="19" name="Ink 18">
                <a:extLst>
                  <a:ext uri="{FF2B5EF4-FFF2-40B4-BE49-F238E27FC236}">
                    <a16:creationId xmlns:a16="http://schemas.microsoft.com/office/drawing/2014/main" id="{ACE2DEE2-02EB-C933-A594-F0340B4C0917}"/>
                  </a:ext>
                </a:extLst>
              </p:cNvPr>
              <p:cNvPicPr/>
              <p:nvPr/>
            </p:nvPicPr>
            <p:blipFill>
              <a:blip r:embed="rId13"/>
              <a:stretch>
                <a:fillRect/>
              </a:stretch>
            </p:blipFill>
            <p:spPr>
              <a:xfrm>
                <a:off x="10376078" y="5523797"/>
                <a:ext cx="1450440" cy="6616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5" name="Ink 24">
                <a:extLst>
                  <a:ext uri="{FF2B5EF4-FFF2-40B4-BE49-F238E27FC236}">
                    <a16:creationId xmlns:a16="http://schemas.microsoft.com/office/drawing/2014/main" id="{EE622739-D26A-D4EC-B888-5E88516EF669}"/>
                  </a:ext>
                </a:extLst>
              </p14:cNvPr>
              <p14:cNvContentPartPr/>
              <p14:nvPr/>
            </p14:nvContentPartPr>
            <p14:xfrm>
              <a:off x="10647878" y="4772477"/>
              <a:ext cx="798480" cy="1117080"/>
            </p14:xfrm>
          </p:contentPart>
        </mc:Choice>
        <mc:Fallback>
          <p:pic>
            <p:nvPicPr>
              <p:cNvPr id="25" name="Ink 24">
                <a:extLst>
                  <a:ext uri="{FF2B5EF4-FFF2-40B4-BE49-F238E27FC236}">
                    <a16:creationId xmlns:a16="http://schemas.microsoft.com/office/drawing/2014/main" id="{EE622739-D26A-D4EC-B888-5E88516EF669}"/>
                  </a:ext>
                </a:extLst>
              </p:cNvPr>
              <p:cNvPicPr/>
              <p:nvPr/>
            </p:nvPicPr>
            <p:blipFill>
              <a:blip r:embed="rId15"/>
              <a:stretch>
                <a:fillRect/>
              </a:stretch>
            </p:blipFill>
            <p:spPr>
              <a:xfrm>
                <a:off x="10643558" y="4768157"/>
                <a:ext cx="807120" cy="11257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1" name="Ink 30">
                <a:extLst>
                  <a:ext uri="{FF2B5EF4-FFF2-40B4-BE49-F238E27FC236}">
                    <a16:creationId xmlns:a16="http://schemas.microsoft.com/office/drawing/2014/main" id="{B42845DC-F025-CD2A-98D7-664902847C36}"/>
                  </a:ext>
                </a:extLst>
              </p14:cNvPr>
              <p14:cNvContentPartPr/>
              <p14:nvPr/>
            </p14:nvContentPartPr>
            <p14:xfrm>
              <a:off x="11563718" y="4666997"/>
              <a:ext cx="16920" cy="173160"/>
            </p14:xfrm>
          </p:contentPart>
        </mc:Choice>
        <mc:Fallback>
          <p:pic>
            <p:nvPicPr>
              <p:cNvPr id="31" name="Ink 30">
                <a:extLst>
                  <a:ext uri="{FF2B5EF4-FFF2-40B4-BE49-F238E27FC236}">
                    <a16:creationId xmlns:a16="http://schemas.microsoft.com/office/drawing/2014/main" id="{B42845DC-F025-CD2A-98D7-664902847C36}"/>
                  </a:ext>
                </a:extLst>
              </p:cNvPr>
              <p:cNvPicPr/>
              <p:nvPr/>
            </p:nvPicPr>
            <p:blipFill>
              <a:blip r:embed="rId17"/>
              <a:stretch>
                <a:fillRect/>
              </a:stretch>
            </p:blipFill>
            <p:spPr>
              <a:xfrm>
                <a:off x="11559398" y="4662677"/>
                <a:ext cx="2556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32" name="Ink 31">
                <a:extLst>
                  <a:ext uri="{FF2B5EF4-FFF2-40B4-BE49-F238E27FC236}">
                    <a16:creationId xmlns:a16="http://schemas.microsoft.com/office/drawing/2014/main" id="{ACE00B66-2A65-62AC-6C88-9307BCFE608E}"/>
                  </a:ext>
                </a:extLst>
              </p14:cNvPr>
              <p14:cNvContentPartPr/>
              <p14:nvPr/>
            </p14:nvContentPartPr>
            <p14:xfrm>
              <a:off x="11524118" y="4660877"/>
              <a:ext cx="104040" cy="133200"/>
            </p14:xfrm>
          </p:contentPart>
        </mc:Choice>
        <mc:Fallback>
          <p:pic>
            <p:nvPicPr>
              <p:cNvPr id="32" name="Ink 31">
                <a:extLst>
                  <a:ext uri="{FF2B5EF4-FFF2-40B4-BE49-F238E27FC236}">
                    <a16:creationId xmlns:a16="http://schemas.microsoft.com/office/drawing/2014/main" id="{ACE00B66-2A65-62AC-6C88-9307BCFE608E}"/>
                  </a:ext>
                </a:extLst>
              </p:cNvPr>
              <p:cNvPicPr/>
              <p:nvPr/>
            </p:nvPicPr>
            <p:blipFill>
              <a:blip r:embed="rId19"/>
              <a:stretch>
                <a:fillRect/>
              </a:stretch>
            </p:blipFill>
            <p:spPr>
              <a:xfrm>
                <a:off x="11519798" y="4656557"/>
                <a:ext cx="11268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34" name="Ink 33">
                <a:extLst>
                  <a:ext uri="{FF2B5EF4-FFF2-40B4-BE49-F238E27FC236}">
                    <a16:creationId xmlns:a16="http://schemas.microsoft.com/office/drawing/2014/main" id="{F4BB882C-542F-A8F7-930B-AD2990936142}"/>
                  </a:ext>
                </a:extLst>
              </p14:cNvPr>
              <p14:cNvContentPartPr/>
              <p14:nvPr/>
            </p14:nvContentPartPr>
            <p14:xfrm>
              <a:off x="10995638" y="5345597"/>
              <a:ext cx="100440" cy="65520"/>
            </p14:xfrm>
          </p:contentPart>
        </mc:Choice>
        <mc:Fallback>
          <p:pic>
            <p:nvPicPr>
              <p:cNvPr id="34" name="Ink 33">
                <a:extLst>
                  <a:ext uri="{FF2B5EF4-FFF2-40B4-BE49-F238E27FC236}">
                    <a16:creationId xmlns:a16="http://schemas.microsoft.com/office/drawing/2014/main" id="{F4BB882C-542F-A8F7-930B-AD2990936142}"/>
                  </a:ext>
                </a:extLst>
              </p:cNvPr>
              <p:cNvPicPr/>
              <p:nvPr/>
            </p:nvPicPr>
            <p:blipFill>
              <a:blip r:embed="rId21"/>
              <a:stretch>
                <a:fillRect/>
              </a:stretch>
            </p:blipFill>
            <p:spPr>
              <a:xfrm>
                <a:off x="10991318" y="5341277"/>
                <a:ext cx="10908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35" name="Ink 34">
                <a:extLst>
                  <a:ext uri="{FF2B5EF4-FFF2-40B4-BE49-F238E27FC236}">
                    <a16:creationId xmlns:a16="http://schemas.microsoft.com/office/drawing/2014/main" id="{5D363070-A51E-1DB4-035A-43EDF3C1603F}"/>
                  </a:ext>
                </a:extLst>
              </p14:cNvPr>
              <p14:cNvContentPartPr/>
              <p14:nvPr/>
            </p14:nvContentPartPr>
            <p14:xfrm>
              <a:off x="11033438" y="5338037"/>
              <a:ext cx="57960" cy="110880"/>
            </p14:xfrm>
          </p:contentPart>
        </mc:Choice>
        <mc:Fallback>
          <p:pic>
            <p:nvPicPr>
              <p:cNvPr id="35" name="Ink 34">
                <a:extLst>
                  <a:ext uri="{FF2B5EF4-FFF2-40B4-BE49-F238E27FC236}">
                    <a16:creationId xmlns:a16="http://schemas.microsoft.com/office/drawing/2014/main" id="{5D363070-A51E-1DB4-035A-43EDF3C1603F}"/>
                  </a:ext>
                </a:extLst>
              </p:cNvPr>
              <p:cNvPicPr/>
              <p:nvPr/>
            </p:nvPicPr>
            <p:blipFill>
              <a:blip r:embed="rId23"/>
              <a:stretch>
                <a:fillRect/>
              </a:stretch>
            </p:blipFill>
            <p:spPr>
              <a:xfrm>
                <a:off x="11029118" y="5333717"/>
                <a:ext cx="6660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6" name="Ink 35">
                <a:extLst>
                  <a:ext uri="{FF2B5EF4-FFF2-40B4-BE49-F238E27FC236}">
                    <a16:creationId xmlns:a16="http://schemas.microsoft.com/office/drawing/2014/main" id="{0956D9F9-72D4-F448-5807-8398FF298AEA}"/>
                  </a:ext>
                </a:extLst>
              </p14:cNvPr>
              <p14:cNvContentPartPr/>
              <p14:nvPr/>
            </p14:nvContentPartPr>
            <p14:xfrm>
              <a:off x="11044598" y="4789397"/>
              <a:ext cx="518400" cy="607320"/>
            </p14:xfrm>
          </p:contentPart>
        </mc:Choice>
        <mc:Fallback>
          <p:pic>
            <p:nvPicPr>
              <p:cNvPr id="36" name="Ink 35">
                <a:extLst>
                  <a:ext uri="{FF2B5EF4-FFF2-40B4-BE49-F238E27FC236}">
                    <a16:creationId xmlns:a16="http://schemas.microsoft.com/office/drawing/2014/main" id="{0956D9F9-72D4-F448-5807-8398FF298AEA}"/>
                  </a:ext>
                </a:extLst>
              </p:cNvPr>
              <p:cNvPicPr/>
              <p:nvPr/>
            </p:nvPicPr>
            <p:blipFill>
              <a:blip r:embed="rId25"/>
              <a:stretch>
                <a:fillRect/>
              </a:stretch>
            </p:blipFill>
            <p:spPr>
              <a:xfrm>
                <a:off x="11040278" y="4785077"/>
                <a:ext cx="527040" cy="6159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8" name="Ink 37">
                <a:extLst>
                  <a:ext uri="{FF2B5EF4-FFF2-40B4-BE49-F238E27FC236}">
                    <a16:creationId xmlns:a16="http://schemas.microsoft.com/office/drawing/2014/main" id="{3E99D73F-D073-EAAC-932F-9D7B86F75A68}"/>
                  </a:ext>
                </a:extLst>
              </p14:cNvPr>
              <p14:cNvContentPartPr/>
              <p14:nvPr/>
            </p14:nvContentPartPr>
            <p14:xfrm>
              <a:off x="11255198" y="4827917"/>
              <a:ext cx="89280" cy="43200"/>
            </p14:xfrm>
          </p:contentPart>
        </mc:Choice>
        <mc:Fallback>
          <p:pic>
            <p:nvPicPr>
              <p:cNvPr id="38" name="Ink 37">
                <a:extLst>
                  <a:ext uri="{FF2B5EF4-FFF2-40B4-BE49-F238E27FC236}">
                    <a16:creationId xmlns:a16="http://schemas.microsoft.com/office/drawing/2014/main" id="{3E99D73F-D073-EAAC-932F-9D7B86F75A68}"/>
                  </a:ext>
                </a:extLst>
              </p:cNvPr>
              <p:cNvPicPr/>
              <p:nvPr/>
            </p:nvPicPr>
            <p:blipFill>
              <a:blip r:embed="rId27"/>
              <a:stretch>
                <a:fillRect/>
              </a:stretch>
            </p:blipFill>
            <p:spPr>
              <a:xfrm>
                <a:off x="11250878" y="4823597"/>
                <a:ext cx="9792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40" name="Ink 39">
                <a:extLst>
                  <a:ext uri="{FF2B5EF4-FFF2-40B4-BE49-F238E27FC236}">
                    <a16:creationId xmlns:a16="http://schemas.microsoft.com/office/drawing/2014/main" id="{808B8275-F957-B06F-6843-DA8AEF282BE0}"/>
                  </a:ext>
                </a:extLst>
              </p14:cNvPr>
              <p14:cNvContentPartPr/>
              <p14:nvPr/>
            </p14:nvContentPartPr>
            <p14:xfrm>
              <a:off x="11327198" y="4520837"/>
              <a:ext cx="220320" cy="90360"/>
            </p14:xfrm>
          </p:contentPart>
        </mc:Choice>
        <mc:Fallback>
          <p:pic>
            <p:nvPicPr>
              <p:cNvPr id="40" name="Ink 39">
                <a:extLst>
                  <a:ext uri="{FF2B5EF4-FFF2-40B4-BE49-F238E27FC236}">
                    <a16:creationId xmlns:a16="http://schemas.microsoft.com/office/drawing/2014/main" id="{808B8275-F957-B06F-6843-DA8AEF282BE0}"/>
                  </a:ext>
                </a:extLst>
              </p:cNvPr>
              <p:cNvPicPr/>
              <p:nvPr/>
            </p:nvPicPr>
            <p:blipFill>
              <a:blip r:embed="rId29"/>
              <a:stretch>
                <a:fillRect/>
              </a:stretch>
            </p:blipFill>
            <p:spPr>
              <a:xfrm>
                <a:off x="11322878" y="4516517"/>
                <a:ext cx="228960" cy="990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41" name="Ink 40">
                <a:extLst>
                  <a:ext uri="{FF2B5EF4-FFF2-40B4-BE49-F238E27FC236}">
                    <a16:creationId xmlns:a16="http://schemas.microsoft.com/office/drawing/2014/main" id="{925C11CC-246A-A9E8-173F-87FF4D7BEDD5}"/>
                  </a:ext>
                </a:extLst>
              </p14:cNvPr>
              <p14:cNvContentPartPr/>
              <p14:nvPr/>
            </p14:nvContentPartPr>
            <p14:xfrm>
              <a:off x="11553998" y="4486637"/>
              <a:ext cx="31320" cy="96840"/>
            </p14:xfrm>
          </p:contentPart>
        </mc:Choice>
        <mc:Fallback>
          <p:pic>
            <p:nvPicPr>
              <p:cNvPr id="41" name="Ink 40">
                <a:extLst>
                  <a:ext uri="{FF2B5EF4-FFF2-40B4-BE49-F238E27FC236}">
                    <a16:creationId xmlns:a16="http://schemas.microsoft.com/office/drawing/2014/main" id="{925C11CC-246A-A9E8-173F-87FF4D7BEDD5}"/>
                  </a:ext>
                </a:extLst>
              </p:cNvPr>
              <p:cNvPicPr/>
              <p:nvPr/>
            </p:nvPicPr>
            <p:blipFill>
              <a:blip r:embed="rId31"/>
              <a:stretch>
                <a:fillRect/>
              </a:stretch>
            </p:blipFill>
            <p:spPr>
              <a:xfrm>
                <a:off x="11549678" y="4482317"/>
                <a:ext cx="3996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42" name="Ink 41">
                <a:extLst>
                  <a:ext uri="{FF2B5EF4-FFF2-40B4-BE49-F238E27FC236}">
                    <a16:creationId xmlns:a16="http://schemas.microsoft.com/office/drawing/2014/main" id="{7AF68C11-982B-6B4A-7B4E-0FF3E1061BDF}"/>
                  </a:ext>
                </a:extLst>
              </p14:cNvPr>
              <p14:cNvContentPartPr/>
              <p14:nvPr/>
            </p14:nvContentPartPr>
            <p14:xfrm>
              <a:off x="11555438" y="4520117"/>
              <a:ext cx="56880" cy="33480"/>
            </p14:xfrm>
          </p:contentPart>
        </mc:Choice>
        <mc:Fallback>
          <p:pic>
            <p:nvPicPr>
              <p:cNvPr id="42" name="Ink 41">
                <a:extLst>
                  <a:ext uri="{FF2B5EF4-FFF2-40B4-BE49-F238E27FC236}">
                    <a16:creationId xmlns:a16="http://schemas.microsoft.com/office/drawing/2014/main" id="{7AF68C11-982B-6B4A-7B4E-0FF3E1061BDF}"/>
                  </a:ext>
                </a:extLst>
              </p:cNvPr>
              <p:cNvPicPr/>
              <p:nvPr/>
            </p:nvPicPr>
            <p:blipFill>
              <a:blip r:embed="rId33"/>
              <a:stretch>
                <a:fillRect/>
              </a:stretch>
            </p:blipFill>
            <p:spPr>
              <a:xfrm>
                <a:off x="11551118" y="4515797"/>
                <a:ext cx="6552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43" name="Ink 42">
                <a:extLst>
                  <a:ext uri="{FF2B5EF4-FFF2-40B4-BE49-F238E27FC236}">
                    <a16:creationId xmlns:a16="http://schemas.microsoft.com/office/drawing/2014/main" id="{26C8711B-163C-25D2-3F52-54FBBEBD1BDA}"/>
                  </a:ext>
                </a:extLst>
              </p14:cNvPr>
              <p14:cNvContentPartPr/>
              <p14:nvPr/>
            </p14:nvContentPartPr>
            <p14:xfrm>
              <a:off x="11635358" y="4459997"/>
              <a:ext cx="107280" cy="92520"/>
            </p14:xfrm>
          </p:contentPart>
        </mc:Choice>
        <mc:Fallback>
          <p:pic>
            <p:nvPicPr>
              <p:cNvPr id="43" name="Ink 42">
                <a:extLst>
                  <a:ext uri="{FF2B5EF4-FFF2-40B4-BE49-F238E27FC236}">
                    <a16:creationId xmlns:a16="http://schemas.microsoft.com/office/drawing/2014/main" id="{26C8711B-163C-25D2-3F52-54FBBEBD1BDA}"/>
                  </a:ext>
                </a:extLst>
              </p:cNvPr>
              <p:cNvPicPr/>
              <p:nvPr/>
            </p:nvPicPr>
            <p:blipFill>
              <a:blip r:embed="rId35"/>
              <a:stretch>
                <a:fillRect/>
              </a:stretch>
            </p:blipFill>
            <p:spPr>
              <a:xfrm>
                <a:off x="11631038" y="4455677"/>
                <a:ext cx="11592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44" name="Ink 43">
                <a:extLst>
                  <a:ext uri="{FF2B5EF4-FFF2-40B4-BE49-F238E27FC236}">
                    <a16:creationId xmlns:a16="http://schemas.microsoft.com/office/drawing/2014/main" id="{DAAAE000-B115-4B0A-EA90-ABE01369F29F}"/>
                  </a:ext>
                </a:extLst>
              </p14:cNvPr>
              <p14:cNvContentPartPr/>
              <p14:nvPr/>
            </p14:nvContentPartPr>
            <p14:xfrm>
              <a:off x="11700878" y="4465757"/>
              <a:ext cx="360" cy="360"/>
            </p14:xfrm>
          </p:contentPart>
        </mc:Choice>
        <mc:Fallback>
          <p:pic>
            <p:nvPicPr>
              <p:cNvPr id="44" name="Ink 43">
                <a:extLst>
                  <a:ext uri="{FF2B5EF4-FFF2-40B4-BE49-F238E27FC236}">
                    <a16:creationId xmlns:a16="http://schemas.microsoft.com/office/drawing/2014/main" id="{DAAAE000-B115-4B0A-EA90-ABE01369F29F}"/>
                  </a:ext>
                </a:extLst>
              </p:cNvPr>
              <p:cNvPicPr/>
              <p:nvPr/>
            </p:nvPicPr>
            <p:blipFill>
              <a:blip r:embed="rId37"/>
              <a:stretch>
                <a:fillRect/>
              </a:stretch>
            </p:blipFill>
            <p:spPr>
              <a:xfrm>
                <a:off x="11696558" y="4461437"/>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45" name="Ink 44">
                <a:extLst>
                  <a:ext uri="{FF2B5EF4-FFF2-40B4-BE49-F238E27FC236}">
                    <a16:creationId xmlns:a16="http://schemas.microsoft.com/office/drawing/2014/main" id="{3301BB24-6688-256F-2A78-564027E8DC70}"/>
                  </a:ext>
                </a:extLst>
              </p14:cNvPr>
              <p14:cNvContentPartPr/>
              <p14:nvPr/>
            </p14:nvContentPartPr>
            <p14:xfrm>
              <a:off x="11746598" y="4462157"/>
              <a:ext cx="156600" cy="48240"/>
            </p14:xfrm>
          </p:contentPart>
        </mc:Choice>
        <mc:Fallback>
          <p:pic>
            <p:nvPicPr>
              <p:cNvPr id="45" name="Ink 44">
                <a:extLst>
                  <a:ext uri="{FF2B5EF4-FFF2-40B4-BE49-F238E27FC236}">
                    <a16:creationId xmlns:a16="http://schemas.microsoft.com/office/drawing/2014/main" id="{3301BB24-6688-256F-2A78-564027E8DC70}"/>
                  </a:ext>
                </a:extLst>
              </p:cNvPr>
              <p:cNvPicPr/>
              <p:nvPr/>
            </p:nvPicPr>
            <p:blipFill>
              <a:blip r:embed="rId39"/>
              <a:stretch>
                <a:fillRect/>
              </a:stretch>
            </p:blipFill>
            <p:spPr>
              <a:xfrm>
                <a:off x="11742278" y="4457837"/>
                <a:ext cx="165240" cy="56880"/>
              </a:xfrm>
              <a:prstGeom prst="rect">
                <a:avLst/>
              </a:prstGeom>
            </p:spPr>
          </p:pic>
        </mc:Fallback>
      </mc:AlternateContent>
    </p:spTree>
    <p:extLst>
      <p:ext uri="{BB962C8B-B14F-4D97-AF65-F5344CB8AC3E}">
        <p14:creationId xmlns:p14="http://schemas.microsoft.com/office/powerpoint/2010/main" val="26494966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40588" y="195532"/>
            <a:ext cx="6581955" cy="523220"/>
          </a:xfrm>
          <a:prstGeom prst="rect">
            <a:avLst/>
          </a:prstGeom>
          <a:noFill/>
        </p:spPr>
        <p:txBody>
          <a:bodyPr wrap="square" rtlCol="0">
            <a:spAutoFit/>
          </a:bodyPr>
          <a:lstStyle/>
          <a:p>
            <a:pPr algn="ctr"/>
            <a:r>
              <a:rPr lang="en-IN" sz="2800" b="1" dirty="0">
                <a:solidFill>
                  <a:srgbClr val="7030A0"/>
                </a:solidFill>
                <a:latin typeface="Arial" panose="020B0604020202020204" pitchFamily="34" charset="0"/>
                <a:cs typeface="Arial" panose="020B0604020202020204" pitchFamily="34" charset="0"/>
              </a:rPr>
              <a:t>Application I Analysis</a:t>
            </a:r>
          </a:p>
        </p:txBody>
      </p:sp>
      <p:pic>
        <p:nvPicPr>
          <p:cNvPr id="5" name="Picture 4"/>
          <p:cNvPicPr>
            <a:picLocks noChangeAspect="1"/>
          </p:cNvPicPr>
          <p:nvPr/>
        </p:nvPicPr>
        <p:blipFill>
          <a:blip r:embed="rId2"/>
          <a:stretch>
            <a:fillRect/>
          </a:stretch>
        </p:blipFill>
        <p:spPr>
          <a:xfrm>
            <a:off x="7722303" y="858368"/>
            <a:ext cx="3636115" cy="3976182"/>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08963AB-CCCD-0E97-621A-A38E38B0EB7F}"/>
                  </a:ext>
                </a:extLst>
              </p:cNvPr>
              <p:cNvSpPr txBox="1"/>
              <p:nvPr/>
            </p:nvSpPr>
            <p:spPr>
              <a:xfrm>
                <a:off x="1095991" y="718752"/>
                <a:ext cx="5809111" cy="1917320"/>
              </a:xfrm>
              <a:prstGeom prst="rect">
                <a:avLst/>
              </a:prstGeom>
              <a:noFill/>
            </p:spPr>
            <p:txBody>
              <a:bodyPr wrap="square">
                <a:spAutoFit/>
              </a:bodyPr>
              <a:lstStyle/>
              <a:p>
                <a:pPr algn="ctr">
                  <a:lnSpc>
                    <a:spcPct val="150000"/>
                  </a:lnSpc>
                  <a:buClr>
                    <a:srgbClr val="0000FF"/>
                  </a:buClr>
                </a:pPr>
                <a14:m>
                  <m:oMathPara xmlns:m="http://schemas.openxmlformats.org/officeDocument/2006/math">
                    <m:oMathParaPr>
                      <m:jc m:val="centerGroup"/>
                    </m:oMathParaPr>
                    <m:oMath xmlns:m="http://schemas.openxmlformats.org/officeDocument/2006/math">
                      <m:f>
                        <m:fPr>
                          <m:ctrlPr>
                            <a:rPr lang="en-IN" sz="2500" b="0" i="1" smtClean="0">
                              <a:solidFill>
                                <a:srgbClr val="C00000"/>
                              </a:solidFill>
                              <a:latin typeface="Cambria Math" panose="02040503050406030204" pitchFamily="18" charset="0"/>
                              <a:cs typeface="Arial" panose="020B0604020202020204" pitchFamily="34" charset="0"/>
                            </a:rPr>
                          </m:ctrlPr>
                        </m:fPr>
                        <m:num>
                          <m:sSubSup>
                            <m:sSubSupPr>
                              <m:ctrlPr>
                                <a:rPr lang="en-IN" sz="2500" b="0" i="1" smtClean="0">
                                  <a:solidFill>
                                    <a:srgbClr val="C00000"/>
                                  </a:solidFill>
                                  <a:latin typeface="Cambria Math" panose="02040503050406030204" pitchFamily="18" charset="0"/>
                                  <a:cs typeface="Arial" panose="020B0604020202020204" pitchFamily="34" charset="0"/>
                                </a:rPr>
                              </m:ctrlPr>
                            </m:sSubSupPr>
                            <m:e>
                              <m:r>
                                <m:rPr>
                                  <m:sty m:val="p"/>
                                </m:rPr>
                                <a:rPr lang="en-IN" sz="2500" b="0" i="0" smtClean="0">
                                  <a:solidFill>
                                    <a:srgbClr val="C00000"/>
                                  </a:solidFill>
                                  <a:latin typeface="Cambria Math" panose="02040503050406030204" pitchFamily="18" charset="0"/>
                                  <a:cs typeface="Arial" panose="020B0604020202020204" pitchFamily="34" charset="0"/>
                                </a:rPr>
                                <m:t>x</m:t>
                              </m:r>
                            </m:e>
                            <m:sub>
                              <m:r>
                                <a:rPr lang="en-IN" sz="2500" b="0" i="0" smtClean="0">
                                  <a:solidFill>
                                    <a:srgbClr val="C00000"/>
                                  </a:solidFill>
                                  <a:latin typeface="Cambria Math" panose="02040503050406030204" pitchFamily="18" charset="0"/>
                                  <a:cs typeface="Arial" panose="020B0604020202020204" pitchFamily="34" charset="0"/>
                                </a:rPr>
                                <m:t>1</m:t>
                              </m:r>
                            </m:sub>
                            <m:sup>
                              <m:r>
                                <a:rPr lang="en-IN" sz="2500" b="0" i="0" smtClean="0">
                                  <a:solidFill>
                                    <a:srgbClr val="C00000"/>
                                  </a:solidFill>
                                  <a:latin typeface="Cambria Math" panose="02040503050406030204" pitchFamily="18" charset="0"/>
                                  <a:cs typeface="Arial" panose="020B0604020202020204" pitchFamily="34" charset="0"/>
                                </a:rPr>
                                <m:t>2</m:t>
                              </m:r>
                            </m:sup>
                          </m:sSubSup>
                        </m:num>
                        <m:den>
                          <m:sSub>
                            <m:sSubPr>
                              <m:ctrlPr>
                                <a:rPr lang="en-IN" sz="2500"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2500" i="0">
                                  <a:solidFill>
                                    <a:srgbClr val="C00000"/>
                                  </a:solidFill>
                                  <a:latin typeface="Cambria Math" panose="02040503050406030204" pitchFamily="18" charset="0"/>
                                  <a:ea typeface="Cambria Math" panose="02040503050406030204" pitchFamily="18" charset="0"/>
                                  <a:cs typeface="Arial" panose="020B0604020202020204" pitchFamily="34" charset="0"/>
                                </a:rPr>
                                <m:t>σ</m:t>
                              </m:r>
                            </m:e>
                            <m:sub>
                              <m:r>
                                <a:rPr lang="en-IN" sz="2500" i="0">
                                  <a:solidFill>
                                    <a:srgbClr val="C00000"/>
                                  </a:solidFill>
                                  <a:latin typeface="Cambria Math" panose="02040503050406030204" pitchFamily="18" charset="0"/>
                                  <a:ea typeface="Cambria Math" panose="02040503050406030204" pitchFamily="18" charset="0"/>
                                  <a:cs typeface="Arial" panose="020B0604020202020204" pitchFamily="34" charset="0"/>
                                </a:rPr>
                                <m:t>11</m:t>
                              </m:r>
                            </m:sub>
                          </m:sSub>
                        </m:den>
                      </m:f>
                      <m:r>
                        <a:rPr lang="en-IN" sz="2500" b="0" i="0" smtClean="0">
                          <a:solidFill>
                            <a:srgbClr val="C00000"/>
                          </a:solidFill>
                          <a:latin typeface="Cambria Math" panose="02040503050406030204" pitchFamily="18" charset="0"/>
                          <a:cs typeface="Arial" panose="020B0604020202020204" pitchFamily="34" charset="0"/>
                        </a:rPr>
                        <m:t>+</m:t>
                      </m:r>
                      <m:f>
                        <m:fPr>
                          <m:ctrlPr>
                            <a:rPr lang="en-IN" sz="2500" i="1">
                              <a:solidFill>
                                <a:srgbClr val="C00000"/>
                              </a:solidFill>
                              <a:latin typeface="Cambria Math" panose="02040503050406030204" pitchFamily="18" charset="0"/>
                              <a:cs typeface="Arial" panose="020B0604020202020204" pitchFamily="34" charset="0"/>
                            </a:rPr>
                          </m:ctrlPr>
                        </m:fPr>
                        <m:num>
                          <m:sSubSup>
                            <m:sSubSupPr>
                              <m:ctrlPr>
                                <a:rPr lang="en-IN" sz="2500" i="1">
                                  <a:solidFill>
                                    <a:srgbClr val="C00000"/>
                                  </a:solidFill>
                                  <a:latin typeface="Cambria Math" panose="02040503050406030204" pitchFamily="18" charset="0"/>
                                  <a:cs typeface="Arial" panose="020B0604020202020204" pitchFamily="34" charset="0"/>
                                </a:rPr>
                              </m:ctrlPr>
                            </m:sSubSupPr>
                            <m:e>
                              <m:r>
                                <m:rPr>
                                  <m:sty m:val="p"/>
                                </m:rPr>
                                <a:rPr lang="en-IN" sz="2500" i="0">
                                  <a:solidFill>
                                    <a:srgbClr val="C00000"/>
                                  </a:solidFill>
                                  <a:latin typeface="Cambria Math" panose="02040503050406030204" pitchFamily="18" charset="0"/>
                                  <a:cs typeface="Arial" panose="020B0604020202020204" pitchFamily="34" charset="0"/>
                                </a:rPr>
                                <m:t>x</m:t>
                              </m:r>
                            </m:e>
                            <m:sub>
                              <m:r>
                                <a:rPr lang="en-IN" sz="2500" b="0" i="0" smtClean="0">
                                  <a:solidFill>
                                    <a:srgbClr val="C00000"/>
                                  </a:solidFill>
                                  <a:latin typeface="Cambria Math" panose="02040503050406030204" pitchFamily="18" charset="0"/>
                                  <a:cs typeface="Arial" panose="020B0604020202020204" pitchFamily="34" charset="0"/>
                                </a:rPr>
                                <m:t>2</m:t>
                              </m:r>
                            </m:sub>
                            <m:sup>
                              <m:r>
                                <a:rPr lang="en-IN" sz="2500" i="0">
                                  <a:solidFill>
                                    <a:srgbClr val="C00000"/>
                                  </a:solidFill>
                                  <a:latin typeface="Cambria Math" panose="02040503050406030204" pitchFamily="18" charset="0"/>
                                  <a:cs typeface="Arial" panose="020B0604020202020204" pitchFamily="34" charset="0"/>
                                </a:rPr>
                                <m:t>2</m:t>
                              </m:r>
                            </m:sup>
                          </m:sSubSup>
                        </m:num>
                        <m:den>
                          <m:sSub>
                            <m:sSubPr>
                              <m:ctrlPr>
                                <a:rPr lang="en-IN" sz="2500" i="1">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2500" i="0">
                                  <a:solidFill>
                                    <a:srgbClr val="C00000"/>
                                  </a:solidFill>
                                  <a:latin typeface="Cambria Math" panose="02040503050406030204" pitchFamily="18" charset="0"/>
                                  <a:ea typeface="Cambria Math" panose="02040503050406030204" pitchFamily="18" charset="0"/>
                                  <a:cs typeface="Arial" panose="020B0604020202020204" pitchFamily="34" charset="0"/>
                                </a:rPr>
                                <m:t>σ</m:t>
                              </m:r>
                            </m:e>
                            <m:sub>
                              <m:r>
                                <a:rPr lang="en-IN" sz="2500" b="0"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22</m:t>
                              </m:r>
                            </m:sub>
                          </m:sSub>
                        </m:den>
                      </m:f>
                      <m:r>
                        <a:rPr lang="en-IN" sz="2500" b="0"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2500" b="0"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IN" sz="2500" b="0"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d</m:t>
                          </m:r>
                        </m:e>
                        <m:sup>
                          <m:r>
                            <a:rPr lang="en-IN" sz="2500" b="0"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2</m:t>
                          </m:r>
                        </m:sup>
                      </m:sSup>
                    </m:oMath>
                  </m:oMathPara>
                </a14:m>
                <a:endParaRPr lang="en-US" sz="2500" dirty="0">
                  <a:solidFill>
                    <a:srgbClr val="C00000"/>
                  </a:solidFill>
                  <a:latin typeface="Arial" panose="020B0604020202020204" pitchFamily="34" charset="0"/>
                  <a:cs typeface="Arial" panose="020B0604020202020204" pitchFamily="34" charset="0"/>
                </a:endParaRPr>
              </a:p>
              <a:p>
                <a:pPr algn="ctr">
                  <a:lnSpc>
                    <a:spcPct val="150000"/>
                  </a:lnSpc>
                  <a:buClr>
                    <a:srgbClr val="0000FF"/>
                  </a:buClr>
                </a:pPr>
                <a14:m>
                  <m:oMath xmlns:m="http://schemas.openxmlformats.org/officeDocument/2006/math">
                    <m:sSup>
                      <m:sSupPr>
                        <m:ctrlPr>
                          <a:rPr lang="en-IN" sz="2500" b="0" i="1" smtClean="0">
                            <a:solidFill>
                              <a:srgbClr val="C00000"/>
                            </a:solidFill>
                            <a:latin typeface="Cambria Math" panose="02040503050406030204" pitchFamily="18" charset="0"/>
                            <a:cs typeface="Arial" panose="020B0604020202020204" pitchFamily="34" charset="0"/>
                          </a:rPr>
                        </m:ctrlPr>
                      </m:sSupPr>
                      <m:e>
                        <m:sSubSup>
                          <m:sSubSupPr>
                            <m:ctrlPr>
                              <a:rPr lang="en-IN" sz="2500" b="0" i="1" smtClean="0">
                                <a:solidFill>
                                  <a:srgbClr val="C00000"/>
                                </a:solidFill>
                                <a:latin typeface="Cambria Math" panose="02040503050406030204" pitchFamily="18" charset="0"/>
                                <a:cs typeface="Arial" panose="020B0604020202020204" pitchFamily="34" charset="0"/>
                              </a:rPr>
                            </m:ctrlPr>
                          </m:sSubSupPr>
                          <m:e>
                            <m:r>
                              <m:rPr>
                                <m:sty m:val="p"/>
                              </m:rPr>
                              <a:rPr lang="en-IN" sz="2500" b="0" i="0" smtClean="0">
                                <a:solidFill>
                                  <a:srgbClr val="C00000"/>
                                </a:solidFill>
                                <a:latin typeface="Cambria Math" panose="02040503050406030204" pitchFamily="18" charset="0"/>
                                <a:cs typeface="Arial" panose="020B0604020202020204" pitchFamily="34" charset="0"/>
                              </a:rPr>
                              <m:t>x</m:t>
                            </m:r>
                          </m:e>
                          <m:sub>
                            <m:r>
                              <a:rPr lang="en-IN" sz="2500" b="0" i="0" smtClean="0">
                                <a:solidFill>
                                  <a:srgbClr val="C00000"/>
                                </a:solidFill>
                                <a:latin typeface="Cambria Math" panose="02040503050406030204" pitchFamily="18" charset="0"/>
                                <a:cs typeface="Arial" panose="020B0604020202020204" pitchFamily="34" charset="0"/>
                              </a:rPr>
                              <m:t>1</m:t>
                            </m:r>
                          </m:sub>
                          <m:sup>
                            <m:r>
                              <a:rPr lang="en-IN" sz="2500" b="0" i="0" smtClean="0">
                                <a:solidFill>
                                  <a:srgbClr val="C00000"/>
                                </a:solidFill>
                                <a:latin typeface="Cambria Math" panose="02040503050406030204" pitchFamily="18" charset="0"/>
                                <a:cs typeface="Arial" panose="020B0604020202020204" pitchFamily="34" charset="0"/>
                              </a:rPr>
                              <m:t>∗</m:t>
                            </m:r>
                          </m:sup>
                        </m:sSubSup>
                      </m:e>
                      <m:sup>
                        <m:r>
                          <a:rPr lang="en-IN" sz="2500" b="0" i="0" smtClean="0">
                            <a:solidFill>
                              <a:srgbClr val="C00000"/>
                            </a:solidFill>
                            <a:latin typeface="Cambria Math" panose="02040503050406030204" pitchFamily="18" charset="0"/>
                            <a:cs typeface="Arial" panose="020B0604020202020204" pitchFamily="34" charset="0"/>
                          </a:rPr>
                          <m:t>2</m:t>
                        </m:r>
                      </m:sup>
                    </m:sSup>
                    <m:r>
                      <a:rPr lang="en-IN" sz="2500" b="0" i="0" smtClean="0">
                        <a:solidFill>
                          <a:srgbClr val="C00000"/>
                        </a:solidFill>
                        <a:latin typeface="Cambria Math" panose="02040503050406030204" pitchFamily="18" charset="0"/>
                        <a:cs typeface="Arial" panose="020B0604020202020204" pitchFamily="34" charset="0"/>
                      </a:rPr>
                      <m:t>+</m:t>
                    </m:r>
                    <m:sSup>
                      <m:sSupPr>
                        <m:ctrlPr>
                          <a:rPr lang="en-IN" sz="2500" b="0" i="1" smtClean="0">
                            <a:solidFill>
                              <a:srgbClr val="C00000"/>
                            </a:solidFill>
                            <a:latin typeface="Cambria Math" panose="02040503050406030204" pitchFamily="18" charset="0"/>
                            <a:cs typeface="Arial" panose="020B0604020202020204" pitchFamily="34" charset="0"/>
                          </a:rPr>
                        </m:ctrlPr>
                      </m:sSupPr>
                      <m:e>
                        <m:sSubSup>
                          <m:sSubSupPr>
                            <m:ctrlPr>
                              <a:rPr lang="en-IN" sz="2500" b="0" i="1" smtClean="0">
                                <a:solidFill>
                                  <a:srgbClr val="C00000"/>
                                </a:solidFill>
                                <a:latin typeface="Cambria Math" panose="02040503050406030204" pitchFamily="18" charset="0"/>
                                <a:cs typeface="Arial" panose="020B0604020202020204" pitchFamily="34" charset="0"/>
                              </a:rPr>
                            </m:ctrlPr>
                          </m:sSubSupPr>
                          <m:e>
                            <m:r>
                              <m:rPr>
                                <m:sty m:val="p"/>
                              </m:rPr>
                              <a:rPr lang="en-IN" sz="2500" b="0" i="0" smtClean="0">
                                <a:solidFill>
                                  <a:srgbClr val="C00000"/>
                                </a:solidFill>
                                <a:latin typeface="Cambria Math" panose="02040503050406030204" pitchFamily="18" charset="0"/>
                                <a:cs typeface="Arial" panose="020B0604020202020204" pitchFamily="34" charset="0"/>
                              </a:rPr>
                              <m:t>x</m:t>
                            </m:r>
                          </m:e>
                          <m:sub>
                            <m:r>
                              <a:rPr lang="en-IN" sz="2500" b="0" i="0" smtClean="0">
                                <a:solidFill>
                                  <a:srgbClr val="C00000"/>
                                </a:solidFill>
                                <a:latin typeface="Cambria Math" panose="02040503050406030204" pitchFamily="18" charset="0"/>
                                <a:cs typeface="Arial" panose="020B0604020202020204" pitchFamily="34" charset="0"/>
                              </a:rPr>
                              <m:t>2</m:t>
                            </m:r>
                          </m:sub>
                          <m:sup>
                            <m:r>
                              <a:rPr lang="en-IN" sz="2500" b="0" i="0" smtClean="0">
                                <a:solidFill>
                                  <a:srgbClr val="C00000"/>
                                </a:solidFill>
                                <a:latin typeface="Cambria Math" panose="02040503050406030204" pitchFamily="18" charset="0"/>
                                <a:cs typeface="Arial" panose="020B0604020202020204" pitchFamily="34" charset="0"/>
                              </a:rPr>
                              <m:t>∗</m:t>
                            </m:r>
                          </m:sup>
                        </m:sSubSup>
                      </m:e>
                      <m:sup>
                        <m:r>
                          <a:rPr lang="en-IN" sz="2500" b="0" i="0" smtClean="0">
                            <a:solidFill>
                              <a:srgbClr val="C00000"/>
                            </a:solidFill>
                            <a:latin typeface="Cambria Math" panose="02040503050406030204" pitchFamily="18" charset="0"/>
                            <a:cs typeface="Arial" panose="020B0604020202020204" pitchFamily="34" charset="0"/>
                          </a:rPr>
                          <m:t>2</m:t>
                        </m:r>
                      </m:sup>
                    </m:sSup>
                    <m:r>
                      <a:rPr lang="en-IN" sz="2500" b="0"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2500" b="0" i="1" smtClean="0">
                            <a:solidFill>
                              <a:srgbClr val="C00000"/>
                            </a:solidFill>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IN" sz="2500" b="0"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d</m:t>
                        </m:r>
                      </m:e>
                      <m:sup>
                        <m:r>
                          <a:rPr lang="en-IN" sz="2500" b="0" i="0" smtClean="0">
                            <a:solidFill>
                              <a:srgbClr val="C00000"/>
                            </a:solidFill>
                            <a:latin typeface="Cambria Math" panose="02040503050406030204" pitchFamily="18" charset="0"/>
                            <a:ea typeface="Cambria Math" panose="02040503050406030204" pitchFamily="18" charset="0"/>
                            <a:cs typeface="Arial" panose="020B0604020202020204" pitchFamily="34" charset="0"/>
                          </a:rPr>
                          <m:t>2</m:t>
                        </m:r>
                      </m:sup>
                    </m:sSup>
                  </m:oMath>
                </a14:m>
                <a:r>
                  <a:rPr lang="en-IN" sz="2500" dirty="0">
                    <a:solidFill>
                      <a:srgbClr val="C00000"/>
                    </a:solidFill>
                  </a:rPr>
                  <a:t> </a:t>
                </a:r>
              </a:p>
            </p:txBody>
          </p:sp>
        </mc:Choice>
        <mc:Fallback xmlns="">
          <p:sp>
            <p:nvSpPr>
              <p:cNvPr id="12" name="TextBox 11">
                <a:extLst>
                  <a:ext uri="{FF2B5EF4-FFF2-40B4-BE49-F238E27FC236}">
                    <a16:creationId xmlns:a16="http://schemas.microsoft.com/office/drawing/2014/main" id="{E08963AB-CCCD-0E97-621A-A38E38B0EB7F}"/>
                  </a:ext>
                </a:extLst>
              </p:cNvPr>
              <p:cNvSpPr txBox="1">
                <a:spLocks noRot="1" noChangeAspect="1" noMove="1" noResize="1" noEditPoints="1" noAdjustHandles="1" noChangeArrowheads="1" noChangeShapeType="1" noTextEdit="1"/>
              </p:cNvSpPr>
              <p:nvPr/>
            </p:nvSpPr>
            <p:spPr>
              <a:xfrm>
                <a:off x="1095991" y="718752"/>
                <a:ext cx="5809111" cy="191732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833582" y="2846459"/>
                <a:ext cx="6569916" cy="3783215"/>
              </a:xfrm>
              <a:prstGeom prst="rect">
                <a:avLst/>
              </a:prstGeom>
              <a:noFill/>
            </p:spPr>
            <p:txBody>
              <a:bodyPr wrap="square" rtlCol="0">
                <a:spAutoFit/>
              </a:bodyPr>
              <a:lstStyle/>
              <a:p>
                <a:pPr algn="just">
                  <a:lnSpc>
                    <a:spcPct val="150000"/>
                  </a:lnSpc>
                </a:pPr>
                <a:r>
                  <a:rPr lang="en-IN" dirty="0">
                    <a:solidFill>
                      <a:schemeClr val="bg1"/>
                    </a:solidFill>
                    <a:latin typeface="Arial" panose="020B0604020202020204" pitchFamily="34" charset="0"/>
                    <a:cs typeface="Arial" panose="020B0604020202020204" pitchFamily="34" charset="0"/>
                  </a:rPr>
                  <a:t>For the special case, where both variances </a:t>
                </a:r>
                <a14:m>
                  <m:oMath xmlns:m="http://schemas.openxmlformats.org/officeDocument/2006/math">
                    <m:sSub>
                      <m:sSubPr>
                        <m:ctrlPr>
                          <a:rPr lang="en-IN"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a:solidFill>
                              <a:schemeClr val="bg1"/>
                            </a:solidFill>
                            <a:latin typeface="Cambria Math" panose="02040503050406030204" pitchFamily="18" charset="0"/>
                            <a:ea typeface="Cambria Math" panose="02040503050406030204" pitchFamily="18" charset="0"/>
                            <a:cs typeface="Arial" panose="020B0604020202020204" pitchFamily="34" charset="0"/>
                          </a:rPr>
                          <m:t>σ</m:t>
                        </m:r>
                      </m:e>
                      <m:sub>
                        <m:r>
                          <a:rPr lang="en-IN">
                            <a:solidFill>
                              <a:schemeClr val="bg1"/>
                            </a:solidFill>
                            <a:latin typeface="Cambria Math" panose="02040503050406030204" pitchFamily="18" charset="0"/>
                            <a:ea typeface="Cambria Math" panose="02040503050406030204" pitchFamily="18" charset="0"/>
                            <a:cs typeface="Arial" panose="020B0604020202020204" pitchFamily="34" charset="0"/>
                          </a:rPr>
                          <m:t>11</m:t>
                        </m:r>
                      </m:sub>
                    </m:sSub>
                  </m:oMath>
                </a14:m>
                <a:r>
                  <a:rPr lang="en-IN" dirty="0">
                    <a:solidFill>
                      <a:schemeClr val="bg1"/>
                    </a:solidFill>
                    <a:latin typeface="Arial" panose="020B0604020202020204" pitchFamily="34" charset="0"/>
                    <a:cs typeface="Arial" panose="020B0604020202020204" pitchFamily="34" charset="0"/>
                  </a:rPr>
                  <a:t> and </a:t>
                </a:r>
                <a14:m>
                  <m:oMath xmlns:m="http://schemas.openxmlformats.org/officeDocument/2006/math">
                    <m:sSub>
                      <m:sSubPr>
                        <m:ctrlPr>
                          <a:rPr lang="en-IN"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a:solidFill>
                              <a:schemeClr val="bg1"/>
                            </a:solidFill>
                            <a:latin typeface="Cambria Math" panose="02040503050406030204" pitchFamily="18" charset="0"/>
                            <a:ea typeface="Cambria Math" panose="02040503050406030204" pitchFamily="18" charset="0"/>
                            <a:cs typeface="Arial" panose="020B0604020202020204" pitchFamily="34" charset="0"/>
                          </a:rPr>
                          <m:t>σ</m:t>
                        </m:r>
                      </m:e>
                      <m:sub>
                        <m:r>
                          <a:rPr lang="en-IN"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22</m:t>
                        </m:r>
                      </m:sub>
                    </m:sSub>
                  </m:oMath>
                </a14:m>
                <a:r>
                  <a:rPr lang="en-IN" dirty="0">
                    <a:solidFill>
                      <a:schemeClr val="bg1"/>
                    </a:solidFill>
                    <a:latin typeface="Arial" panose="020B0604020202020204" pitchFamily="34" charset="0"/>
                    <a:cs typeface="Arial" panose="020B0604020202020204" pitchFamily="34" charset="0"/>
                  </a:rPr>
                  <a:t> are unity and the correlation does not exist we have </a:t>
                </a:r>
                <a:endParaRPr lang="en-IN" baseline="-25000" dirty="0">
                  <a:solidFill>
                    <a:schemeClr val="bg1"/>
                  </a:solidFill>
                  <a:latin typeface="Arial" panose="020B0604020202020204" pitchFamily="34" charset="0"/>
                  <a:cs typeface="Arial" panose="020B0604020202020204" pitchFamily="34" charset="0"/>
                </a:endParaRPr>
              </a:p>
              <a:p>
                <a:pPr algn="just">
                  <a:lnSpc>
                    <a:spcPct val="150000"/>
                  </a:lnSpc>
                </a:pPr>
                <a14:m>
                  <m:oMathPara xmlns:m="http://schemas.openxmlformats.org/officeDocument/2006/math">
                    <m:oMathParaPr>
                      <m:jc m:val="centerGroup"/>
                    </m:oMathParaPr>
                    <m:oMath xmlns:m="http://schemas.openxmlformats.org/officeDocument/2006/math">
                      <m:f>
                        <m:fPr>
                          <m:ctrlPr>
                            <a:rPr lang="en-IN" sz="2000" i="1">
                              <a:solidFill>
                                <a:schemeClr val="bg1"/>
                              </a:solidFill>
                              <a:latin typeface="Cambria Math" panose="02040503050406030204" pitchFamily="18" charset="0"/>
                              <a:cs typeface="Arial" panose="020B0604020202020204" pitchFamily="34" charset="0"/>
                            </a:rPr>
                          </m:ctrlPr>
                        </m:fPr>
                        <m:num>
                          <m:sSubSup>
                            <m:sSubSupPr>
                              <m:ctrlPr>
                                <a:rPr lang="en-IN" sz="2000" i="1">
                                  <a:solidFill>
                                    <a:schemeClr val="bg1"/>
                                  </a:solidFill>
                                  <a:latin typeface="Cambria Math" panose="02040503050406030204" pitchFamily="18" charset="0"/>
                                  <a:cs typeface="Arial" panose="020B0604020202020204" pitchFamily="34" charset="0"/>
                                </a:rPr>
                              </m:ctrlPr>
                            </m:sSubSupPr>
                            <m:e>
                              <m:r>
                                <m:rPr>
                                  <m:sty m:val="p"/>
                                </m:rPr>
                                <a:rPr lang="en-IN" sz="2000" i="0">
                                  <a:solidFill>
                                    <a:schemeClr val="bg1"/>
                                  </a:solidFill>
                                  <a:latin typeface="Cambria Math" panose="02040503050406030204" pitchFamily="18" charset="0"/>
                                  <a:cs typeface="Arial" panose="020B0604020202020204" pitchFamily="34" charset="0"/>
                                </a:rPr>
                                <m:t>x</m:t>
                              </m:r>
                            </m:e>
                            <m:sub>
                              <m:r>
                                <a:rPr lang="en-IN" sz="2000" i="0">
                                  <a:solidFill>
                                    <a:schemeClr val="bg1"/>
                                  </a:solidFill>
                                  <a:latin typeface="Cambria Math" panose="02040503050406030204" pitchFamily="18" charset="0"/>
                                  <a:cs typeface="Arial" panose="020B0604020202020204" pitchFamily="34" charset="0"/>
                                </a:rPr>
                                <m:t>1</m:t>
                              </m:r>
                            </m:sub>
                            <m:sup>
                              <m:r>
                                <a:rPr lang="en-IN" sz="2000" i="0">
                                  <a:solidFill>
                                    <a:schemeClr val="bg1"/>
                                  </a:solidFill>
                                  <a:latin typeface="Cambria Math" panose="02040503050406030204" pitchFamily="18" charset="0"/>
                                  <a:cs typeface="Arial" panose="020B0604020202020204" pitchFamily="34" charset="0"/>
                                </a:rPr>
                                <m:t>2</m:t>
                              </m:r>
                            </m:sup>
                          </m:sSubSup>
                        </m:num>
                        <m:den>
                          <m:sSup>
                            <m:sSupPr>
                              <m:ctrlPr>
                                <a:rPr lang="en-IN" sz="2000" b="0" i="1" smtClean="0">
                                  <a:solidFill>
                                    <a:schemeClr val="bg1"/>
                                  </a:solidFill>
                                  <a:latin typeface="Cambria Math" panose="02040503050406030204" pitchFamily="18" charset="0"/>
                                  <a:cs typeface="Arial" panose="020B0604020202020204" pitchFamily="34" charset="0"/>
                                </a:rPr>
                              </m:ctrlPr>
                            </m:sSupPr>
                            <m:e>
                              <m:d>
                                <m:dPr>
                                  <m:ctrlPr>
                                    <a:rPr lang="en-IN" sz="2000" b="0" i="1" smtClean="0">
                                      <a:solidFill>
                                        <a:schemeClr val="bg1"/>
                                      </a:solidFill>
                                      <a:latin typeface="Cambria Math" panose="02040503050406030204" pitchFamily="18" charset="0"/>
                                      <a:cs typeface="Arial" panose="020B0604020202020204" pitchFamily="34" charset="0"/>
                                    </a:rPr>
                                  </m:ctrlPr>
                                </m:dPr>
                                <m:e>
                                  <m:rad>
                                    <m:radPr>
                                      <m:degHide m:val="on"/>
                                      <m:ctrlPr>
                                        <a:rPr lang="en-IN" sz="2000" i="1" smtClean="0">
                                          <a:solidFill>
                                            <a:schemeClr val="bg1"/>
                                          </a:solidFill>
                                          <a:latin typeface="Cambria Math" panose="02040503050406030204" pitchFamily="18" charset="0"/>
                                          <a:cs typeface="Arial" panose="020B0604020202020204" pitchFamily="34" charset="0"/>
                                        </a:rPr>
                                      </m:ctrlPr>
                                    </m:radPr>
                                    <m:deg/>
                                    <m:e>
                                      <m:r>
                                        <a:rPr lang="en-IN"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1</m:t>
                                      </m:r>
                                    </m:e>
                                  </m:rad>
                                </m:e>
                              </m:d>
                            </m:e>
                            <m:sup>
                              <m:r>
                                <a:rPr lang="en-IN" sz="2000" b="0" i="0" smtClean="0">
                                  <a:solidFill>
                                    <a:schemeClr val="bg1"/>
                                  </a:solidFill>
                                  <a:latin typeface="Cambria Math" panose="02040503050406030204" pitchFamily="18" charset="0"/>
                                  <a:cs typeface="Arial" panose="020B0604020202020204" pitchFamily="34" charset="0"/>
                                </a:rPr>
                                <m:t>2</m:t>
                              </m:r>
                            </m:sup>
                          </m:sSup>
                        </m:den>
                      </m:f>
                      <m:r>
                        <a:rPr lang="en-IN" sz="2000" i="0">
                          <a:solidFill>
                            <a:schemeClr val="bg1"/>
                          </a:solidFill>
                          <a:latin typeface="Cambria Math" panose="02040503050406030204" pitchFamily="18" charset="0"/>
                          <a:cs typeface="Arial" panose="020B0604020202020204" pitchFamily="34" charset="0"/>
                        </a:rPr>
                        <m:t>+</m:t>
                      </m:r>
                      <m:f>
                        <m:fPr>
                          <m:ctrlPr>
                            <a:rPr lang="en-IN" sz="2000" i="1">
                              <a:solidFill>
                                <a:schemeClr val="bg1"/>
                              </a:solidFill>
                              <a:latin typeface="Cambria Math" panose="02040503050406030204" pitchFamily="18" charset="0"/>
                              <a:cs typeface="Arial" panose="020B0604020202020204" pitchFamily="34" charset="0"/>
                            </a:rPr>
                          </m:ctrlPr>
                        </m:fPr>
                        <m:num>
                          <m:sSubSup>
                            <m:sSubSupPr>
                              <m:ctrlPr>
                                <a:rPr lang="en-IN" sz="2000" i="1">
                                  <a:solidFill>
                                    <a:schemeClr val="bg1"/>
                                  </a:solidFill>
                                  <a:latin typeface="Cambria Math" panose="02040503050406030204" pitchFamily="18" charset="0"/>
                                  <a:cs typeface="Arial" panose="020B0604020202020204" pitchFamily="34" charset="0"/>
                                </a:rPr>
                              </m:ctrlPr>
                            </m:sSubSupPr>
                            <m:e>
                              <m:r>
                                <m:rPr>
                                  <m:sty m:val="p"/>
                                </m:rPr>
                                <a:rPr lang="en-IN" sz="2000" i="0">
                                  <a:solidFill>
                                    <a:schemeClr val="bg1"/>
                                  </a:solidFill>
                                  <a:latin typeface="Cambria Math" panose="02040503050406030204" pitchFamily="18" charset="0"/>
                                  <a:cs typeface="Arial" panose="020B0604020202020204" pitchFamily="34" charset="0"/>
                                </a:rPr>
                                <m:t>x</m:t>
                              </m:r>
                            </m:e>
                            <m:sub>
                              <m:r>
                                <a:rPr lang="en-IN" sz="2000" i="0">
                                  <a:solidFill>
                                    <a:schemeClr val="bg1"/>
                                  </a:solidFill>
                                  <a:latin typeface="Cambria Math" panose="02040503050406030204" pitchFamily="18" charset="0"/>
                                  <a:cs typeface="Arial" panose="020B0604020202020204" pitchFamily="34" charset="0"/>
                                </a:rPr>
                                <m:t>2</m:t>
                              </m:r>
                            </m:sub>
                            <m:sup>
                              <m:r>
                                <a:rPr lang="en-IN" sz="2000" i="0">
                                  <a:solidFill>
                                    <a:schemeClr val="bg1"/>
                                  </a:solidFill>
                                  <a:latin typeface="Cambria Math" panose="02040503050406030204" pitchFamily="18" charset="0"/>
                                  <a:cs typeface="Arial" panose="020B0604020202020204" pitchFamily="34" charset="0"/>
                                </a:rPr>
                                <m:t>2</m:t>
                              </m:r>
                            </m:sup>
                          </m:sSubSup>
                        </m:num>
                        <m:den>
                          <m:sSup>
                            <m:sSupPr>
                              <m:ctrlPr>
                                <a:rPr lang="en-IN" sz="2000" i="1">
                                  <a:solidFill>
                                    <a:schemeClr val="bg1"/>
                                  </a:solidFill>
                                  <a:latin typeface="Cambria Math" panose="02040503050406030204" pitchFamily="18" charset="0"/>
                                  <a:cs typeface="Arial" panose="020B0604020202020204" pitchFamily="34" charset="0"/>
                                </a:rPr>
                              </m:ctrlPr>
                            </m:sSupPr>
                            <m:e>
                              <m:d>
                                <m:dPr>
                                  <m:ctrlPr>
                                    <a:rPr lang="en-IN" sz="2000" i="1">
                                      <a:solidFill>
                                        <a:schemeClr val="bg1"/>
                                      </a:solidFill>
                                      <a:latin typeface="Cambria Math" panose="02040503050406030204" pitchFamily="18" charset="0"/>
                                      <a:cs typeface="Arial" panose="020B0604020202020204" pitchFamily="34" charset="0"/>
                                    </a:rPr>
                                  </m:ctrlPr>
                                </m:dPr>
                                <m:e>
                                  <m:rad>
                                    <m:radPr>
                                      <m:degHide m:val="on"/>
                                      <m:ctrlPr>
                                        <a:rPr lang="en-IN" sz="2000" i="1">
                                          <a:solidFill>
                                            <a:schemeClr val="bg1"/>
                                          </a:solidFill>
                                          <a:latin typeface="Cambria Math" panose="02040503050406030204" pitchFamily="18" charset="0"/>
                                          <a:cs typeface="Arial" panose="020B0604020202020204" pitchFamily="34" charset="0"/>
                                        </a:rPr>
                                      </m:ctrlPr>
                                    </m:radPr>
                                    <m:deg/>
                                    <m:e>
                                      <m:r>
                                        <a:rPr lang="en-IN" sz="200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1</m:t>
                                      </m:r>
                                    </m:e>
                                  </m:rad>
                                </m:e>
                              </m:d>
                            </m:e>
                            <m:sup>
                              <m:r>
                                <a:rPr lang="en-IN" sz="2000" i="0">
                                  <a:solidFill>
                                    <a:schemeClr val="bg1"/>
                                  </a:solidFill>
                                  <a:latin typeface="Cambria Math" panose="02040503050406030204" pitchFamily="18" charset="0"/>
                                  <a:cs typeface="Arial" panose="020B0604020202020204" pitchFamily="34" charset="0"/>
                                </a:rPr>
                                <m:t>2</m:t>
                              </m:r>
                            </m:sup>
                          </m:sSup>
                        </m:den>
                      </m:f>
                      <m:r>
                        <a:rPr lang="en-IN" sz="2000" i="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2000" b="0" i="1" smtClean="0">
                              <a:solidFill>
                                <a:schemeClr val="bg1"/>
                              </a:solidFill>
                              <a:latin typeface="Cambria Math" panose="02040503050406030204" pitchFamily="18" charset="0"/>
                              <a:cs typeface="Arial" panose="020B0604020202020204" pitchFamily="34" charset="0"/>
                            </a:rPr>
                          </m:ctrlPr>
                        </m:sSupPr>
                        <m:e>
                          <m:r>
                            <m:rPr>
                              <m:sty m:val="p"/>
                            </m:rPr>
                            <a:rPr lang="en-IN" sz="2000" i="0">
                              <a:solidFill>
                                <a:schemeClr val="bg1"/>
                              </a:solidFill>
                              <a:latin typeface="Cambria Math" panose="02040503050406030204" pitchFamily="18" charset="0"/>
                              <a:cs typeface="Arial" panose="020B0604020202020204" pitchFamily="34" charset="0"/>
                            </a:rPr>
                            <m:t>d</m:t>
                          </m:r>
                        </m:e>
                        <m:sup>
                          <m:r>
                            <a:rPr lang="en-IN" sz="2000" b="0" i="0" smtClean="0">
                              <a:solidFill>
                                <a:schemeClr val="bg1"/>
                              </a:solidFill>
                              <a:latin typeface="Cambria Math" panose="02040503050406030204" pitchFamily="18" charset="0"/>
                              <a:cs typeface="Arial" panose="020B0604020202020204" pitchFamily="34" charset="0"/>
                            </a:rPr>
                            <m:t>2</m:t>
                          </m:r>
                        </m:sup>
                      </m:sSup>
                    </m:oMath>
                  </m:oMathPara>
                </a14:m>
                <a:endParaRPr lang="en-IN" sz="2000" dirty="0">
                  <a:solidFill>
                    <a:schemeClr val="bg1"/>
                  </a:solidFill>
                  <a:latin typeface="Arial" panose="020B0604020202020204" pitchFamily="34" charset="0"/>
                  <a:cs typeface="Arial" panose="020B0604020202020204" pitchFamily="34" charset="0"/>
                </a:endParaRPr>
              </a:p>
              <a:p>
                <a:pPr algn="just">
                  <a:lnSpc>
                    <a:spcPct val="150000"/>
                  </a:lnSpc>
                </a:pPr>
                <a:endParaRPr lang="en-IN" sz="2000" dirty="0">
                  <a:solidFill>
                    <a:schemeClr val="bg1"/>
                  </a:solidFill>
                  <a:latin typeface="Arial" panose="020B0604020202020204" pitchFamily="34" charset="0"/>
                  <a:cs typeface="Arial" panose="020B0604020202020204" pitchFamily="34" charset="0"/>
                </a:endParaRPr>
              </a:p>
              <a:p>
                <a:pPr algn="just">
                  <a:lnSpc>
                    <a:spcPct val="150000"/>
                  </a:lnSpc>
                </a:pPr>
                <a:r>
                  <a:rPr lang="en-IN" dirty="0">
                    <a:solidFill>
                      <a:schemeClr val="bg1"/>
                    </a:solidFill>
                    <a:latin typeface="Arial" panose="020B0604020202020204" pitchFamily="34" charset="0"/>
                    <a:cs typeface="Arial" panose="020B0604020202020204" pitchFamily="34" charset="0"/>
                  </a:rPr>
                  <a:t>Locus of points governed by the equation results in </a:t>
                </a:r>
                <a:r>
                  <a:rPr lang="en-IN" b="1" dirty="0">
                    <a:solidFill>
                      <a:schemeClr val="bg1"/>
                    </a:solidFill>
                    <a:latin typeface="Arial" panose="020B0604020202020204" pitchFamily="34" charset="0"/>
                    <a:cs typeface="Arial" panose="020B0604020202020204" pitchFamily="34" charset="0"/>
                  </a:rPr>
                  <a:t>CIRCLE</a:t>
                </a:r>
                <a:r>
                  <a:rPr lang="en-IN" dirty="0">
                    <a:solidFill>
                      <a:schemeClr val="bg1"/>
                    </a:solidFill>
                    <a:latin typeface="Arial" panose="020B0604020202020204" pitchFamily="34" charset="0"/>
                    <a:cs typeface="Arial" panose="020B0604020202020204" pitchFamily="34" charset="0"/>
                  </a:rPr>
                  <a:t> centred at the origin and statistical distance reduces to Euclidean Distance</a:t>
                </a:r>
                <a:endParaRPr lang="en-IN" baseline="-25000" dirty="0">
                  <a:solidFill>
                    <a:schemeClr val="bg1"/>
                  </a:solidFill>
                  <a:latin typeface="Arial" panose="020B0604020202020204" pitchFamily="34" charset="0"/>
                  <a:cs typeface="Arial" panose="020B0604020202020204" pitchFamily="34" charset="0"/>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833582" y="2846459"/>
                <a:ext cx="6569916" cy="3783215"/>
              </a:xfrm>
              <a:prstGeom prst="rect">
                <a:avLst/>
              </a:prstGeom>
              <a:blipFill>
                <a:blip r:embed="rId4"/>
                <a:stretch>
                  <a:fillRect l="-836" r="-836" b="-1610"/>
                </a:stretch>
              </a:blipFill>
            </p:spPr>
            <p:txBody>
              <a:bodyPr/>
              <a:lstStyle/>
              <a:p>
                <a:r>
                  <a:rPr lang="en-IN">
                    <a:noFill/>
                  </a:rPr>
                  <a:t> </a:t>
                </a:r>
              </a:p>
            </p:txBody>
          </p:sp>
        </mc:Fallback>
      </mc:AlternateContent>
      <p:grpSp>
        <p:nvGrpSpPr>
          <p:cNvPr id="31" name="Group 30">
            <a:extLst>
              <a:ext uri="{FF2B5EF4-FFF2-40B4-BE49-F238E27FC236}">
                <a16:creationId xmlns:a16="http://schemas.microsoft.com/office/drawing/2014/main" id="{908BC184-A3D0-BE4D-F8B8-49B3A3591F52}"/>
              </a:ext>
            </a:extLst>
          </p:cNvPr>
          <p:cNvGrpSpPr/>
          <p:nvPr/>
        </p:nvGrpSpPr>
        <p:grpSpPr>
          <a:xfrm>
            <a:off x="8700278" y="4887216"/>
            <a:ext cx="3628080" cy="1015560"/>
            <a:chOff x="8700278" y="4887216"/>
            <a:chExt cx="3628080" cy="1015560"/>
          </a:xfrm>
        </p:grpSpPr>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0AFCC94A-0924-AA2B-5111-D821A4A2F8B3}"/>
                    </a:ext>
                  </a:extLst>
                </p14:cNvPr>
                <p14:cNvContentPartPr/>
                <p14:nvPr/>
              </p14:nvContentPartPr>
              <p14:xfrm>
                <a:off x="8904758" y="5094576"/>
                <a:ext cx="301320" cy="172440"/>
              </p14:xfrm>
            </p:contentPart>
          </mc:Choice>
          <mc:Fallback>
            <p:pic>
              <p:nvPicPr>
                <p:cNvPr id="2" name="Ink 1">
                  <a:extLst>
                    <a:ext uri="{FF2B5EF4-FFF2-40B4-BE49-F238E27FC236}">
                      <a16:creationId xmlns:a16="http://schemas.microsoft.com/office/drawing/2014/main" id="{0AFCC94A-0924-AA2B-5111-D821A4A2F8B3}"/>
                    </a:ext>
                  </a:extLst>
                </p:cNvPr>
                <p:cNvPicPr/>
                <p:nvPr/>
              </p:nvPicPr>
              <p:blipFill>
                <a:blip r:embed="rId6"/>
                <a:stretch>
                  <a:fillRect/>
                </a:stretch>
              </p:blipFill>
              <p:spPr>
                <a:xfrm>
                  <a:off x="8900438" y="5090256"/>
                  <a:ext cx="30996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40211DF3-6E04-18BD-0B50-87DF0C6F8E72}"/>
                    </a:ext>
                  </a:extLst>
                </p14:cNvPr>
                <p14:cNvContentPartPr/>
                <p14:nvPr/>
              </p14:nvContentPartPr>
              <p14:xfrm>
                <a:off x="9121478" y="5282856"/>
                <a:ext cx="19440" cy="127080"/>
              </p14:xfrm>
            </p:contentPart>
          </mc:Choice>
          <mc:Fallback>
            <p:pic>
              <p:nvPicPr>
                <p:cNvPr id="3" name="Ink 2">
                  <a:extLst>
                    <a:ext uri="{FF2B5EF4-FFF2-40B4-BE49-F238E27FC236}">
                      <a16:creationId xmlns:a16="http://schemas.microsoft.com/office/drawing/2014/main" id="{40211DF3-6E04-18BD-0B50-87DF0C6F8E72}"/>
                    </a:ext>
                  </a:extLst>
                </p:cNvPr>
                <p:cNvPicPr/>
                <p:nvPr/>
              </p:nvPicPr>
              <p:blipFill>
                <a:blip r:embed="rId8"/>
                <a:stretch>
                  <a:fillRect/>
                </a:stretch>
              </p:blipFill>
              <p:spPr>
                <a:xfrm>
                  <a:off x="9117158" y="5278536"/>
                  <a:ext cx="2808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4" name="Ink 3">
                  <a:extLst>
                    <a:ext uri="{FF2B5EF4-FFF2-40B4-BE49-F238E27FC236}">
                      <a16:creationId xmlns:a16="http://schemas.microsoft.com/office/drawing/2014/main" id="{8E09616D-C36D-AEEE-C826-979FFD0173E5}"/>
                    </a:ext>
                  </a:extLst>
                </p14:cNvPr>
                <p14:cNvContentPartPr/>
                <p14:nvPr/>
              </p14:nvContentPartPr>
              <p14:xfrm>
                <a:off x="9215078" y="5285016"/>
                <a:ext cx="27000" cy="134280"/>
              </p14:xfrm>
            </p:contentPart>
          </mc:Choice>
          <mc:Fallback>
            <p:pic>
              <p:nvPicPr>
                <p:cNvPr id="4" name="Ink 3">
                  <a:extLst>
                    <a:ext uri="{FF2B5EF4-FFF2-40B4-BE49-F238E27FC236}">
                      <a16:creationId xmlns:a16="http://schemas.microsoft.com/office/drawing/2014/main" id="{8E09616D-C36D-AEEE-C826-979FFD0173E5}"/>
                    </a:ext>
                  </a:extLst>
                </p:cNvPr>
                <p:cNvPicPr/>
                <p:nvPr/>
              </p:nvPicPr>
              <p:blipFill>
                <a:blip r:embed="rId10"/>
                <a:stretch>
                  <a:fillRect/>
                </a:stretch>
              </p:blipFill>
              <p:spPr>
                <a:xfrm>
                  <a:off x="9210758" y="5280696"/>
                  <a:ext cx="3564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C8E6CBAE-0C6E-BF92-43D0-D20C4CD5A7B8}"/>
                    </a:ext>
                  </a:extLst>
                </p14:cNvPr>
                <p14:cNvContentPartPr/>
                <p14:nvPr/>
              </p14:nvContentPartPr>
              <p14:xfrm>
                <a:off x="9503438" y="5180616"/>
                <a:ext cx="105480" cy="2520"/>
              </p14:xfrm>
            </p:contentPart>
          </mc:Choice>
          <mc:Fallback>
            <p:pic>
              <p:nvPicPr>
                <p:cNvPr id="7" name="Ink 6">
                  <a:extLst>
                    <a:ext uri="{FF2B5EF4-FFF2-40B4-BE49-F238E27FC236}">
                      <a16:creationId xmlns:a16="http://schemas.microsoft.com/office/drawing/2014/main" id="{C8E6CBAE-0C6E-BF92-43D0-D20C4CD5A7B8}"/>
                    </a:ext>
                  </a:extLst>
                </p:cNvPr>
                <p:cNvPicPr/>
                <p:nvPr/>
              </p:nvPicPr>
              <p:blipFill>
                <a:blip r:embed="rId12"/>
                <a:stretch>
                  <a:fillRect/>
                </a:stretch>
              </p:blipFill>
              <p:spPr>
                <a:xfrm>
                  <a:off x="9499118" y="5176296"/>
                  <a:ext cx="114120" cy="111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8" name="Ink 7">
                  <a:extLst>
                    <a:ext uri="{FF2B5EF4-FFF2-40B4-BE49-F238E27FC236}">
                      <a16:creationId xmlns:a16="http://schemas.microsoft.com/office/drawing/2014/main" id="{9ECF9C50-EBD9-08E4-5F57-E0E891302EB8}"/>
                    </a:ext>
                  </a:extLst>
                </p14:cNvPr>
                <p14:cNvContentPartPr/>
                <p14:nvPr/>
              </p14:nvContentPartPr>
              <p14:xfrm>
                <a:off x="9503798" y="5243616"/>
                <a:ext cx="113760" cy="8640"/>
              </p14:xfrm>
            </p:contentPart>
          </mc:Choice>
          <mc:Fallback>
            <p:pic>
              <p:nvPicPr>
                <p:cNvPr id="8" name="Ink 7">
                  <a:extLst>
                    <a:ext uri="{FF2B5EF4-FFF2-40B4-BE49-F238E27FC236}">
                      <a16:creationId xmlns:a16="http://schemas.microsoft.com/office/drawing/2014/main" id="{9ECF9C50-EBD9-08E4-5F57-E0E891302EB8}"/>
                    </a:ext>
                  </a:extLst>
                </p:cNvPr>
                <p:cNvPicPr/>
                <p:nvPr/>
              </p:nvPicPr>
              <p:blipFill>
                <a:blip r:embed="rId14"/>
                <a:stretch>
                  <a:fillRect/>
                </a:stretch>
              </p:blipFill>
              <p:spPr>
                <a:xfrm>
                  <a:off x="9499478" y="5239296"/>
                  <a:ext cx="122400" cy="172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54CC9AF4-196F-9103-1EDF-76764ACAD56A}"/>
                    </a:ext>
                  </a:extLst>
                </p14:cNvPr>
                <p14:cNvContentPartPr/>
                <p14:nvPr/>
              </p14:nvContentPartPr>
              <p14:xfrm>
                <a:off x="9829598" y="5087376"/>
                <a:ext cx="303840" cy="177840"/>
              </p14:xfrm>
            </p:contentPart>
          </mc:Choice>
          <mc:Fallback>
            <p:pic>
              <p:nvPicPr>
                <p:cNvPr id="11" name="Ink 10">
                  <a:extLst>
                    <a:ext uri="{FF2B5EF4-FFF2-40B4-BE49-F238E27FC236}">
                      <a16:creationId xmlns:a16="http://schemas.microsoft.com/office/drawing/2014/main" id="{54CC9AF4-196F-9103-1EDF-76764ACAD56A}"/>
                    </a:ext>
                  </a:extLst>
                </p:cNvPr>
                <p:cNvPicPr/>
                <p:nvPr/>
              </p:nvPicPr>
              <p:blipFill>
                <a:blip r:embed="rId16"/>
                <a:stretch>
                  <a:fillRect/>
                </a:stretch>
              </p:blipFill>
              <p:spPr>
                <a:xfrm>
                  <a:off x="9825278" y="5083056"/>
                  <a:ext cx="31248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4" name="Ink 13">
                  <a:extLst>
                    <a:ext uri="{FF2B5EF4-FFF2-40B4-BE49-F238E27FC236}">
                      <a16:creationId xmlns:a16="http://schemas.microsoft.com/office/drawing/2014/main" id="{6BC9232E-957B-EBDC-2E32-BFA4979C5863}"/>
                    </a:ext>
                  </a:extLst>
                </p14:cNvPr>
                <p14:cNvContentPartPr/>
                <p14:nvPr/>
              </p14:nvContentPartPr>
              <p14:xfrm>
                <a:off x="10043798" y="5281776"/>
                <a:ext cx="141120" cy="92160"/>
              </p14:xfrm>
            </p:contentPart>
          </mc:Choice>
          <mc:Fallback>
            <p:pic>
              <p:nvPicPr>
                <p:cNvPr id="14" name="Ink 13">
                  <a:extLst>
                    <a:ext uri="{FF2B5EF4-FFF2-40B4-BE49-F238E27FC236}">
                      <a16:creationId xmlns:a16="http://schemas.microsoft.com/office/drawing/2014/main" id="{6BC9232E-957B-EBDC-2E32-BFA4979C5863}"/>
                    </a:ext>
                  </a:extLst>
                </p:cNvPr>
                <p:cNvPicPr/>
                <p:nvPr/>
              </p:nvPicPr>
              <p:blipFill>
                <a:blip r:embed="rId18"/>
                <a:stretch>
                  <a:fillRect/>
                </a:stretch>
              </p:blipFill>
              <p:spPr>
                <a:xfrm>
                  <a:off x="10039478" y="5277456"/>
                  <a:ext cx="14976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5" name="Ink 14">
                  <a:extLst>
                    <a:ext uri="{FF2B5EF4-FFF2-40B4-BE49-F238E27FC236}">
                      <a16:creationId xmlns:a16="http://schemas.microsoft.com/office/drawing/2014/main" id="{DD801001-DE99-D6F7-4904-83012B93A415}"/>
                    </a:ext>
                  </a:extLst>
                </p14:cNvPr>
                <p14:cNvContentPartPr/>
                <p14:nvPr/>
              </p14:nvContentPartPr>
              <p14:xfrm>
                <a:off x="10214438" y="5278896"/>
                <a:ext cx="147960" cy="82800"/>
              </p14:xfrm>
            </p:contentPart>
          </mc:Choice>
          <mc:Fallback>
            <p:pic>
              <p:nvPicPr>
                <p:cNvPr id="15" name="Ink 14">
                  <a:extLst>
                    <a:ext uri="{FF2B5EF4-FFF2-40B4-BE49-F238E27FC236}">
                      <a16:creationId xmlns:a16="http://schemas.microsoft.com/office/drawing/2014/main" id="{DD801001-DE99-D6F7-4904-83012B93A415}"/>
                    </a:ext>
                  </a:extLst>
                </p:cNvPr>
                <p:cNvPicPr/>
                <p:nvPr/>
              </p:nvPicPr>
              <p:blipFill>
                <a:blip r:embed="rId20"/>
                <a:stretch>
                  <a:fillRect/>
                </a:stretch>
              </p:blipFill>
              <p:spPr>
                <a:xfrm>
                  <a:off x="10210118" y="5274576"/>
                  <a:ext cx="15660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7" name="Ink 16">
                  <a:extLst>
                    <a:ext uri="{FF2B5EF4-FFF2-40B4-BE49-F238E27FC236}">
                      <a16:creationId xmlns:a16="http://schemas.microsoft.com/office/drawing/2014/main" id="{220082AF-249E-C911-174F-EF8B47DC39B9}"/>
                    </a:ext>
                  </a:extLst>
                </p14:cNvPr>
                <p14:cNvContentPartPr/>
                <p14:nvPr/>
              </p14:nvContentPartPr>
              <p14:xfrm>
                <a:off x="10763438" y="5044896"/>
                <a:ext cx="188640" cy="220320"/>
              </p14:xfrm>
            </p:contentPart>
          </mc:Choice>
          <mc:Fallback>
            <p:pic>
              <p:nvPicPr>
                <p:cNvPr id="17" name="Ink 16">
                  <a:extLst>
                    <a:ext uri="{FF2B5EF4-FFF2-40B4-BE49-F238E27FC236}">
                      <a16:creationId xmlns:a16="http://schemas.microsoft.com/office/drawing/2014/main" id="{220082AF-249E-C911-174F-EF8B47DC39B9}"/>
                    </a:ext>
                  </a:extLst>
                </p:cNvPr>
                <p:cNvPicPr/>
                <p:nvPr/>
              </p:nvPicPr>
              <p:blipFill>
                <a:blip r:embed="rId22"/>
                <a:stretch>
                  <a:fillRect/>
                </a:stretch>
              </p:blipFill>
              <p:spPr>
                <a:xfrm>
                  <a:off x="10759118" y="5040576"/>
                  <a:ext cx="19728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8" name="Ink 17">
                  <a:extLst>
                    <a:ext uri="{FF2B5EF4-FFF2-40B4-BE49-F238E27FC236}">
                      <a16:creationId xmlns:a16="http://schemas.microsoft.com/office/drawing/2014/main" id="{912EA294-36C3-D76B-FE19-3DC921C7378C}"/>
                    </a:ext>
                  </a:extLst>
                </p14:cNvPr>
                <p14:cNvContentPartPr/>
                <p14:nvPr/>
              </p14:nvContentPartPr>
              <p14:xfrm>
                <a:off x="10998518" y="5121576"/>
                <a:ext cx="102960" cy="105120"/>
              </p14:xfrm>
            </p:contentPart>
          </mc:Choice>
          <mc:Fallback>
            <p:pic>
              <p:nvPicPr>
                <p:cNvPr id="18" name="Ink 17">
                  <a:extLst>
                    <a:ext uri="{FF2B5EF4-FFF2-40B4-BE49-F238E27FC236}">
                      <a16:creationId xmlns:a16="http://schemas.microsoft.com/office/drawing/2014/main" id="{912EA294-36C3-D76B-FE19-3DC921C7378C}"/>
                    </a:ext>
                  </a:extLst>
                </p:cNvPr>
                <p:cNvPicPr/>
                <p:nvPr/>
              </p:nvPicPr>
              <p:blipFill>
                <a:blip r:embed="rId24"/>
                <a:stretch>
                  <a:fillRect/>
                </a:stretch>
              </p:blipFill>
              <p:spPr>
                <a:xfrm>
                  <a:off x="10994198" y="5117256"/>
                  <a:ext cx="11160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9" name="Ink 18">
                  <a:extLst>
                    <a:ext uri="{FF2B5EF4-FFF2-40B4-BE49-F238E27FC236}">
                      <a16:creationId xmlns:a16="http://schemas.microsoft.com/office/drawing/2014/main" id="{D53DB2ED-57E3-F4F8-C165-5F0BCBB41EA8}"/>
                    </a:ext>
                  </a:extLst>
                </p14:cNvPr>
                <p14:cNvContentPartPr/>
                <p14:nvPr/>
              </p14:nvContentPartPr>
              <p14:xfrm>
                <a:off x="11263478" y="5003496"/>
                <a:ext cx="127440" cy="192600"/>
              </p14:xfrm>
            </p:contentPart>
          </mc:Choice>
          <mc:Fallback>
            <p:pic>
              <p:nvPicPr>
                <p:cNvPr id="19" name="Ink 18">
                  <a:extLst>
                    <a:ext uri="{FF2B5EF4-FFF2-40B4-BE49-F238E27FC236}">
                      <a16:creationId xmlns:a16="http://schemas.microsoft.com/office/drawing/2014/main" id="{D53DB2ED-57E3-F4F8-C165-5F0BCBB41EA8}"/>
                    </a:ext>
                  </a:extLst>
                </p:cNvPr>
                <p:cNvPicPr/>
                <p:nvPr/>
              </p:nvPicPr>
              <p:blipFill>
                <a:blip r:embed="rId26"/>
                <a:stretch>
                  <a:fillRect/>
                </a:stretch>
              </p:blipFill>
              <p:spPr>
                <a:xfrm>
                  <a:off x="11259158" y="4999176"/>
                  <a:ext cx="13608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0" name="Ink 19">
                  <a:extLst>
                    <a:ext uri="{FF2B5EF4-FFF2-40B4-BE49-F238E27FC236}">
                      <a16:creationId xmlns:a16="http://schemas.microsoft.com/office/drawing/2014/main" id="{B5B9DA8D-4F83-79BC-0373-4CFF52C68765}"/>
                    </a:ext>
                  </a:extLst>
                </p14:cNvPr>
                <p14:cNvContentPartPr/>
                <p14:nvPr/>
              </p14:nvContentPartPr>
              <p14:xfrm>
                <a:off x="11388398" y="5115816"/>
                <a:ext cx="81720" cy="91080"/>
              </p14:xfrm>
            </p:contentPart>
          </mc:Choice>
          <mc:Fallback>
            <p:pic>
              <p:nvPicPr>
                <p:cNvPr id="20" name="Ink 19">
                  <a:extLst>
                    <a:ext uri="{FF2B5EF4-FFF2-40B4-BE49-F238E27FC236}">
                      <a16:creationId xmlns:a16="http://schemas.microsoft.com/office/drawing/2014/main" id="{B5B9DA8D-4F83-79BC-0373-4CFF52C68765}"/>
                    </a:ext>
                  </a:extLst>
                </p:cNvPr>
                <p:cNvPicPr/>
                <p:nvPr/>
              </p:nvPicPr>
              <p:blipFill>
                <a:blip r:embed="rId28"/>
                <a:stretch>
                  <a:fillRect/>
                </a:stretch>
              </p:blipFill>
              <p:spPr>
                <a:xfrm>
                  <a:off x="11384078" y="5111496"/>
                  <a:ext cx="90360" cy="997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1" name="Ink 20">
                  <a:extLst>
                    <a:ext uri="{FF2B5EF4-FFF2-40B4-BE49-F238E27FC236}">
                      <a16:creationId xmlns:a16="http://schemas.microsoft.com/office/drawing/2014/main" id="{072C512E-422A-DC26-4B56-7868E9C59242}"/>
                    </a:ext>
                  </a:extLst>
                </p14:cNvPr>
                <p14:cNvContentPartPr/>
                <p14:nvPr/>
              </p14:nvContentPartPr>
              <p14:xfrm>
                <a:off x="11507198" y="5111496"/>
                <a:ext cx="102240" cy="95760"/>
              </p14:xfrm>
            </p:contentPart>
          </mc:Choice>
          <mc:Fallback>
            <p:pic>
              <p:nvPicPr>
                <p:cNvPr id="21" name="Ink 20">
                  <a:extLst>
                    <a:ext uri="{FF2B5EF4-FFF2-40B4-BE49-F238E27FC236}">
                      <a16:creationId xmlns:a16="http://schemas.microsoft.com/office/drawing/2014/main" id="{072C512E-422A-DC26-4B56-7868E9C59242}"/>
                    </a:ext>
                  </a:extLst>
                </p:cNvPr>
                <p:cNvPicPr/>
                <p:nvPr/>
              </p:nvPicPr>
              <p:blipFill>
                <a:blip r:embed="rId30"/>
                <a:stretch>
                  <a:fillRect/>
                </a:stretch>
              </p:blipFill>
              <p:spPr>
                <a:xfrm>
                  <a:off x="11502878" y="5107176"/>
                  <a:ext cx="11088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2" name="Ink 21">
                  <a:extLst>
                    <a:ext uri="{FF2B5EF4-FFF2-40B4-BE49-F238E27FC236}">
                      <a16:creationId xmlns:a16="http://schemas.microsoft.com/office/drawing/2014/main" id="{50F83E1B-D598-60CF-DCB3-78AEBBC034FE}"/>
                    </a:ext>
                  </a:extLst>
                </p14:cNvPr>
                <p14:cNvContentPartPr/>
                <p14:nvPr/>
              </p14:nvContentPartPr>
              <p14:xfrm>
                <a:off x="11653358" y="5138136"/>
                <a:ext cx="99000" cy="45000"/>
              </p14:xfrm>
            </p:contentPart>
          </mc:Choice>
          <mc:Fallback>
            <p:pic>
              <p:nvPicPr>
                <p:cNvPr id="22" name="Ink 21">
                  <a:extLst>
                    <a:ext uri="{FF2B5EF4-FFF2-40B4-BE49-F238E27FC236}">
                      <a16:creationId xmlns:a16="http://schemas.microsoft.com/office/drawing/2014/main" id="{50F83E1B-D598-60CF-DCB3-78AEBBC034FE}"/>
                    </a:ext>
                  </a:extLst>
                </p:cNvPr>
                <p:cNvPicPr/>
                <p:nvPr/>
              </p:nvPicPr>
              <p:blipFill>
                <a:blip r:embed="rId32"/>
                <a:stretch>
                  <a:fillRect/>
                </a:stretch>
              </p:blipFill>
              <p:spPr>
                <a:xfrm>
                  <a:off x="11649038" y="5133816"/>
                  <a:ext cx="107640" cy="5364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3" name="Ink 22">
                  <a:extLst>
                    <a:ext uri="{FF2B5EF4-FFF2-40B4-BE49-F238E27FC236}">
                      <a16:creationId xmlns:a16="http://schemas.microsoft.com/office/drawing/2014/main" id="{AB511CA1-1457-BC8F-3C28-03F9E85B92EE}"/>
                    </a:ext>
                  </a:extLst>
                </p14:cNvPr>
                <p14:cNvContentPartPr/>
                <p14:nvPr/>
              </p14:nvContentPartPr>
              <p14:xfrm>
                <a:off x="11781158" y="5153976"/>
                <a:ext cx="98640" cy="59760"/>
              </p14:xfrm>
            </p:contentPart>
          </mc:Choice>
          <mc:Fallback>
            <p:pic>
              <p:nvPicPr>
                <p:cNvPr id="23" name="Ink 22">
                  <a:extLst>
                    <a:ext uri="{FF2B5EF4-FFF2-40B4-BE49-F238E27FC236}">
                      <a16:creationId xmlns:a16="http://schemas.microsoft.com/office/drawing/2014/main" id="{AB511CA1-1457-BC8F-3C28-03F9E85B92EE}"/>
                    </a:ext>
                  </a:extLst>
                </p:cNvPr>
                <p:cNvPicPr/>
                <p:nvPr/>
              </p:nvPicPr>
              <p:blipFill>
                <a:blip r:embed="rId34"/>
                <a:stretch>
                  <a:fillRect/>
                </a:stretch>
              </p:blipFill>
              <p:spPr>
                <a:xfrm>
                  <a:off x="11776838" y="5149656"/>
                  <a:ext cx="107280" cy="684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4" name="Ink 23">
                  <a:extLst>
                    <a:ext uri="{FF2B5EF4-FFF2-40B4-BE49-F238E27FC236}">
                      <a16:creationId xmlns:a16="http://schemas.microsoft.com/office/drawing/2014/main" id="{17BEEB09-4860-E795-E44E-ECAC00F83150}"/>
                    </a:ext>
                  </a:extLst>
                </p14:cNvPr>
                <p14:cNvContentPartPr/>
                <p14:nvPr/>
              </p14:nvContentPartPr>
              <p14:xfrm>
                <a:off x="11856398" y="5112576"/>
                <a:ext cx="31320" cy="20880"/>
              </p14:xfrm>
            </p:contentPart>
          </mc:Choice>
          <mc:Fallback>
            <p:pic>
              <p:nvPicPr>
                <p:cNvPr id="24" name="Ink 23">
                  <a:extLst>
                    <a:ext uri="{FF2B5EF4-FFF2-40B4-BE49-F238E27FC236}">
                      <a16:creationId xmlns:a16="http://schemas.microsoft.com/office/drawing/2014/main" id="{17BEEB09-4860-E795-E44E-ECAC00F83150}"/>
                    </a:ext>
                  </a:extLst>
                </p:cNvPr>
                <p:cNvPicPr/>
                <p:nvPr/>
              </p:nvPicPr>
              <p:blipFill>
                <a:blip r:embed="rId36"/>
                <a:stretch>
                  <a:fillRect/>
                </a:stretch>
              </p:blipFill>
              <p:spPr>
                <a:xfrm>
                  <a:off x="11852078" y="5108256"/>
                  <a:ext cx="3996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5" name="Ink 24">
                  <a:extLst>
                    <a:ext uri="{FF2B5EF4-FFF2-40B4-BE49-F238E27FC236}">
                      <a16:creationId xmlns:a16="http://schemas.microsoft.com/office/drawing/2014/main" id="{30AD84F4-1417-9381-62DF-74DFBE2B3F49}"/>
                    </a:ext>
                  </a:extLst>
                </p14:cNvPr>
                <p14:cNvContentPartPr/>
                <p14:nvPr/>
              </p14:nvContentPartPr>
              <p14:xfrm>
                <a:off x="11931998" y="5174856"/>
                <a:ext cx="61920" cy="48240"/>
              </p14:xfrm>
            </p:contentPart>
          </mc:Choice>
          <mc:Fallback>
            <p:pic>
              <p:nvPicPr>
                <p:cNvPr id="25" name="Ink 24">
                  <a:extLst>
                    <a:ext uri="{FF2B5EF4-FFF2-40B4-BE49-F238E27FC236}">
                      <a16:creationId xmlns:a16="http://schemas.microsoft.com/office/drawing/2014/main" id="{30AD84F4-1417-9381-62DF-74DFBE2B3F49}"/>
                    </a:ext>
                  </a:extLst>
                </p:cNvPr>
                <p:cNvPicPr/>
                <p:nvPr/>
              </p:nvPicPr>
              <p:blipFill>
                <a:blip r:embed="rId38"/>
                <a:stretch>
                  <a:fillRect/>
                </a:stretch>
              </p:blipFill>
              <p:spPr>
                <a:xfrm>
                  <a:off x="11927678" y="5170536"/>
                  <a:ext cx="7056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6" name="Ink 25">
                  <a:extLst>
                    <a:ext uri="{FF2B5EF4-FFF2-40B4-BE49-F238E27FC236}">
                      <a16:creationId xmlns:a16="http://schemas.microsoft.com/office/drawing/2014/main" id="{F4266090-30ED-F0A5-D908-1B7723CA9559}"/>
                    </a:ext>
                  </a:extLst>
                </p14:cNvPr>
                <p14:cNvContentPartPr/>
                <p14:nvPr/>
              </p14:nvContentPartPr>
              <p14:xfrm>
                <a:off x="12020918" y="5191056"/>
                <a:ext cx="43920" cy="43200"/>
              </p14:xfrm>
            </p:contentPart>
          </mc:Choice>
          <mc:Fallback>
            <p:pic>
              <p:nvPicPr>
                <p:cNvPr id="26" name="Ink 25">
                  <a:extLst>
                    <a:ext uri="{FF2B5EF4-FFF2-40B4-BE49-F238E27FC236}">
                      <a16:creationId xmlns:a16="http://schemas.microsoft.com/office/drawing/2014/main" id="{F4266090-30ED-F0A5-D908-1B7723CA9559}"/>
                    </a:ext>
                  </a:extLst>
                </p:cNvPr>
                <p:cNvPicPr/>
                <p:nvPr/>
              </p:nvPicPr>
              <p:blipFill>
                <a:blip r:embed="rId40"/>
                <a:stretch>
                  <a:fillRect/>
                </a:stretch>
              </p:blipFill>
              <p:spPr>
                <a:xfrm>
                  <a:off x="12016598" y="5186736"/>
                  <a:ext cx="5256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7" name="Ink 26">
                  <a:extLst>
                    <a:ext uri="{FF2B5EF4-FFF2-40B4-BE49-F238E27FC236}">
                      <a16:creationId xmlns:a16="http://schemas.microsoft.com/office/drawing/2014/main" id="{A366ACEC-41EE-7F5C-316F-9B366FF436AE}"/>
                    </a:ext>
                  </a:extLst>
                </p14:cNvPr>
                <p14:cNvContentPartPr/>
                <p14:nvPr/>
              </p14:nvContentPartPr>
              <p14:xfrm>
                <a:off x="12089318" y="5204736"/>
                <a:ext cx="106560" cy="43920"/>
              </p14:xfrm>
            </p:contentPart>
          </mc:Choice>
          <mc:Fallback>
            <p:pic>
              <p:nvPicPr>
                <p:cNvPr id="27" name="Ink 26">
                  <a:extLst>
                    <a:ext uri="{FF2B5EF4-FFF2-40B4-BE49-F238E27FC236}">
                      <a16:creationId xmlns:a16="http://schemas.microsoft.com/office/drawing/2014/main" id="{A366ACEC-41EE-7F5C-316F-9B366FF436AE}"/>
                    </a:ext>
                  </a:extLst>
                </p:cNvPr>
                <p:cNvPicPr/>
                <p:nvPr/>
              </p:nvPicPr>
              <p:blipFill>
                <a:blip r:embed="rId42"/>
                <a:stretch>
                  <a:fillRect/>
                </a:stretch>
              </p:blipFill>
              <p:spPr>
                <a:xfrm>
                  <a:off x="12084998" y="5200416"/>
                  <a:ext cx="115200" cy="5256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9" name="Ink 28">
                  <a:extLst>
                    <a:ext uri="{FF2B5EF4-FFF2-40B4-BE49-F238E27FC236}">
                      <a16:creationId xmlns:a16="http://schemas.microsoft.com/office/drawing/2014/main" id="{DF156E04-F0B5-27B3-8E9A-A0E36C081298}"/>
                    </a:ext>
                  </a:extLst>
                </p14:cNvPr>
                <p14:cNvContentPartPr/>
                <p14:nvPr/>
              </p14:nvContentPartPr>
              <p14:xfrm>
                <a:off x="8700278" y="4974336"/>
                <a:ext cx="3040200" cy="878760"/>
              </p14:xfrm>
            </p:contentPart>
          </mc:Choice>
          <mc:Fallback>
            <p:pic>
              <p:nvPicPr>
                <p:cNvPr id="29" name="Ink 28">
                  <a:extLst>
                    <a:ext uri="{FF2B5EF4-FFF2-40B4-BE49-F238E27FC236}">
                      <a16:creationId xmlns:a16="http://schemas.microsoft.com/office/drawing/2014/main" id="{DF156E04-F0B5-27B3-8E9A-A0E36C081298}"/>
                    </a:ext>
                  </a:extLst>
                </p:cNvPr>
                <p:cNvPicPr/>
                <p:nvPr/>
              </p:nvPicPr>
              <p:blipFill>
                <a:blip r:embed="rId44"/>
                <a:stretch>
                  <a:fillRect/>
                </a:stretch>
              </p:blipFill>
              <p:spPr>
                <a:xfrm>
                  <a:off x="8695958" y="4970016"/>
                  <a:ext cx="3048840" cy="88740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0" name="Ink 29">
                  <a:extLst>
                    <a:ext uri="{FF2B5EF4-FFF2-40B4-BE49-F238E27FC236}">
                      <a16:creationId xmlns:a16="http://schemas.microsoft.com/office/drawing/2014/main" id="{F07929AD-12CC-7C55-3036-A117582C8CD9}"/>
                    </a:ext>
                  </a:extLst>
                </p14:cNvPr>
                <p14:cNvContentPartPr/>
                <p14:nvPr/>
              </p14:nvContentPartPr>
              <p14:xfrm>
                <a:off x="8725118" y="4887216"/>
                <a:ext cx="3603240" cy="1015560"/>
              </p14:xfrm>
            </p:contentPart>
          </mc:Choice>
          <mc:Fallback>
            <p:pic>
              <p:nvPicPr>
                <p:cNvPr id="30" name="Ink 29">
                  <a:extLst>
                    <a:ext uri="{FF2B5EF4-FFF2-40B4-BE49-F238E27FC236}">
                      <a16:creationId xmlns:a16="http://schemas.microsoft.com/office/drawing/2014/main" id="{F07929AD-12CC-7C55-3036-A117582C8CD9}"/>
                    </a:ext>
                  </a:extLst>
                </p:cNvPr>
                <p:cNvPicPr/>
                <p:nvPr/>
              </p:nvPicPr>
              <p:blipFill>
                <a:blip r:embed="rId46"/>
                <a:stretch>
                  <a:fillRect/>
                </a:stretch>
              </p:blipFill>
              <p:spPr>
                <a:xfrm>
                  <a:off x="8720798" y="4882896"/>
                  <a:ext cx="3611880" cy="1024200"/>
                </a:xfrm>
                <a:prstGeom prst="rect">
                  <a:avLst/>
                </a:prstGeom>
              </p:spPr>
            </p:pic>
          </mc:Fallback>
        </mc:AlternateContent>
      </p:grpSp>
    </p:spTree>
    <p:extLst>
      <p:ext uri="{BB962C8B-B14F-4D97-AF65-F5344CB8AC3E}">
        <p14:creationId xmlns:p14="http://schemas.microsoft.com/office/powerpoint/2010/main" val="17444981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40588" y="195532"/>
            <a:ext cx="6581955" cy="523220"/>
          </a:xfrm>
          <a:prstGeom prst="rect">
            <a:avLst/>
          </a:prstGeom>
          <a:noFill/>
        </p:spPr>
        <p:txBody>
          <a:bodyPr wrap="square" rtlCol="0">
            <a:spAutoFit/>
          </a:bodyPr>
          <a:lstStyle/>
          <a:p>
            <a:pPr algn="ctr"/>
            <a:r>
              <a:rPr lang="en-IN" sz="2800" b="1" dirty="0">
                <a:solidFill>
                  <a:srgbClr val="7030A0"/>
                </a:solidFill>
                <a:latin typeface="Arial" panose="020B0604020202020204" pitchFamily="34" charset="0"/>
                <a:cs typeface="Arial" panose="020B0604020202020204" pitchFamily="34" charset="0"/>
              </a:rPr>
              <a:t>Application I Analysis</a:t>
            </a:r>
          </a:p>
        </p:txBody>
      </p:sp>
      <p:pic>
        <p:nvPicPr>
          <p:cNvPr id="5" name="Picture 4"/>
          <p:cNvPicPr>
            <a:picLocks noChangeAspect="1"/>
          </p:cNvPicPr>
          <p:nvPr/>
        </p:nvPicPr>
        <p:blipFill>
          <a:blip r:embed="rId2"/>
          <a:stretch>
            <a:fillRect/>
          </a:stretch>
        </p:blipFill>
        <p:spPr>
          <a:xfrm>
            <a:off x="7496323" y="0"/>
            <a:ext cx="3155925" cy="3451082"/>
          </a:xfrm>
          <a:prstGeom prst="rect">
            <a:avLst/>
          </a:prstGeom>
        </p:spPr>
      </p:pic>
      <mc:AlternateContent xmlns:mc="http://schemas.openxmlformats.org/markup-compatibility/2006" xmlns:a14="http://schemas.microsoft.com/office/drawing/2010/main">
        <mc:Choice Requires="a14">
          <p:sp>
            <p:nvSpPr>
              <p:cNvPr id="13" name="TextBox 12"/>
              <p:cNvSpPr txBox="1"/>
              <p:nvPr/>
            </p:nvSpPr>
            <p:spPr>
              <a:xfrm>
                <a:off x="450054" y="858368"/>
                <a:ext cx="5389431" cy="5912003"/>
              </a:xfrm>
              <a:prstGeom prst="rect">
                <a:avLst/>
              </a:prstGeom>
              <a:noFill/>
            </p:spPr>
            <p:txBody>
              <a:bodyPr wrap="square" rtlCol="0">
                <a:spAutoFit/>
              </a:bodyPr>
              <a:lstStyle/>
              <a:p>
                <a:pPr algn="just">
                  <a:lnSpc>
                    <a:spcPct val="150000"/>
                  </a:lnSpc>
                </a:pPr>
                <a:r>
                  <a:rPr lang="en-IN" dirty="0">
                    <a:solidFill>
                      <a:schemeClr val="accent4"/>
                    </a:solidFill>
                    <a:latin typeface="Arial" panose="020B0604020202020204" pitchFamily="34" charset="0"/>
                    <a:cs typeface="Arial" panose="020B0604020202020204" pitchFamily="34" charset="0"/>
                  </a:rPr>
                  <a:t>For the special case, where both variances </a:t>
                </a:r>
                <a14:m>
                  <m:oMath xmlns:m="http://schemas.openxmlformats.org/officeDocument/2006/math">
                    <m:sSub>
                      <m:sSubPr>
                        <m:ctrlPr>
                          <a:rPr lang="en-IN" i="1">
                            <a:solidFill>
                              <a:schemeClr val="accent4"/>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a:solidFill>
                              <a:schemeClr val="accent4"/>
                            </a:solidFill>
                            <a:latin typeface="Cambria Math" panose="02040503050406030204" pitchFamily="18" charset="0"/>
                            <a:ea typeface="Cambria Math" panose="02040503050406030204" pitchFamily="18" charset="0"/>
                            <a:cs typeface="Arial" panose="020B0604020202020204" pitchFamily="34" charset="0"/>
                          </a:rPr>
                          <m:t>σ</m:t>
                        </m:r>
                      </m:e>
                      <m:sub>
                        <m:r>
                          <a:rPr lang="en-IN">
                            <a:solidFill>
                              <a:schemeClr val="accent4"/>
                            </a:solidFill>
                            <a:latin typeface="Cambria Math" panose="02040503050406030204" pitchFamily="18" charset="0"/>
                            <a:ea typeface="Cambria Math" panose="02040503050406030204" pitchFamily="18" charset="0"/>
                            <a:cs typeface="Arial" panose="020B0604020202020204" pitchFamily="34" charset="0"/>
                          </a:rPr>
                          <m:t>11</m:t>
                        </m:r>
                      </m:sub>
                    </m:sSub>
                  </m:oMath>
                </a14:m>
                <a:r>
                  <a:rPr lang="en-IN" dirty="0">
                    <a:solidFill>
                      <a:schemeClr val="accent4"/>
                    </a:solidFill>
                    <a:latin typeface="Arial" panose="020B0604020202020204" pitchFamily="34" charset="0"/>
                    <a:cs typeface="Arial" panose="020B0604020202020204" pitchFamily="34" charset="0"/>
                  </a:rPr>
                  <a:t> and </a:t>
                </a:r>
                <a14:m>
                  <m:oMath xmlns:m="http://schemas.openxmlformats.org/officeDocument/2006/math">
                    <m:sSub>
                      <m:sSubPr>
                        <m:ctrlPr>
                          <a:rPr lang="en-IN" i="1">
                            <a:solidFill>
                              <a:schemeClr val="accent4"/>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a:solidFill>
                              <a:schemeClr val="accent4"/>
                            </a:solidFill>
                            <a:latin typeface="Cambria Math" panose="02040503050406030204" pitchFamily="18" charset="0"/>
                            <a:ea typeface="Cambria Math" panose="02040503050406030204" pitchFamily="18" charset="0"/>
                            <a:cs typeface="Arial" panose="020B0604020202020204" pitchFamily="34" charset="0"/>
                          </a:rPr>
                          <m:t>σ</m:t>
                        </m:r>
                      </m:e>
                      <m:sub>
                        <m:r>
                          <a:rPr lang="en-IN" b="0" i="0" smtClean="0">
                            <a:solidFill>
                              <a:schemeClr val="accent4"/>
                            </a:solidFill>
                            <a:latin typeface="Cambria Math" panose="02040503050406030204" pitchFamily="18" charset="0"/>
                            <a:ea typeface="Cambria Math" panose="02040503050406030204" pitchFamily="18" charset="0"/>
                            <a:cs typeface="Arial" panose="020B0604020202020204" pitchFamily="34" charset="0"/>
                          </a:rPr>
                          <m:t>22</m:t>
                        </m:r>
                      </m:sub>
                    </m:sSub>
                  </m:oMath>
                </a14:m>
                <a:r>
                  <a:rPr lang="en-IN" dirty="0">
                    <a:solidFill>
                      <a:schemeClr val="accent4"/>
                    </a:solidFill>
                    <a:latin typeface="Arial" panose="020B0604020202020204" pitchFamily="34" charset="0"/>
                    <a:cs typeface="Arial" panose="020B0604020202020204" pitchFamily="34" charset="0"/>
                  </a:rPr>
                  <a:t> are unity and the correlation does not exist we have </a:t>
                </a:r>
                <a:endParaRPr lang="en-IN" baseline="-25000" dirty="0">
                  <a:solidFill>
                    <a:schemeClr val="accent4"/>
                  </a:solidFill>
                  <a:latin typeface="Arial" panose="020B0604020202020204" pitchFamily="34" charset="0"/>
                  <a:cs typeface="Arial" panose="020B0604020202020204" pitchFamily="34" charset="0"/>
                </a:endParaRPr>
              </a:p>
              <a:p>
                <a:pPr algn="just">
                  <a:lnSpc>
                    <a:spcPct val="150000"/>
                  </a:lnSpc>
                </a:pPr>
                <a14:m>
                  <m:oMathPara xmlns:m="http://schemas.openxmlformats.org/officeDocument/2006/math">
                    <m:oMathParaPr>
                      <m:jc m:val="centerGroup"/>
                    </m:oMathParaPr>
                    <m:oMath xmlns:m="http://schemas.openxmlformats.org/officeDocument/2006/math">
                      <m:f>
                        <m:fPr>
                          <m:ctrlPr>
                            <a:rPr lang="en-IN" sz="2000" i="1">
                              <a:solidFill>
                                <a:schemeClr val="accent4"/>
                              </a:solidFill>
                              <a:latin typeface="Cambria Math" panose="02040503050406030204" pitchFamily="18" charset="0"/>
                              <a:cs typeface="Arial" panose="020B0604020202020204" pitchFamily="34" charset="0"/>
                            </a:rPr>
                          </m:ctrlPr>
                        </m:fPr>
                        <m:num>
                          <m:sSubSup>
                            <m:sSubSupPr>
                              <m:ctrlPr>
                                <a:rPr lang="en-IN" sz="2000" i="1">
                                  <a:solidFill>
                                    <a:schemeClr val="accent4"/>
                                  </a:solidFill>
                                  <a:latin typeface="Cambria Math" panose="02040503050406030204" pitchFamily="18" charset="0"/>
                                  <a:cs typeface="Arial" panose="020B0604020202020204" pitchFamily="34" charset="0"/>
                                </a:rPr>
                              </m:ctrlPr>
                            </m:sSubSupPr>
                            <m:e>
                              <m:r>
                                <m:rPr>
                                  <m:sty m:val="p"/>
                                </m:rPr>
                                <a:rPr lang="en-IN" sz="2000" i="0">
                                  <a:solidFill>
                                    <a:schemeClr val="accent4"/>
                                  </a:solidFill>
                                  <a:latin typeface="Cambria Math" panose="02040503050406030204" pitchFamily="18" charset="0"/>
                                  <a:cs typeface="Arial" panose="020B0604020202020204" pitchFamily="34" charset="0"/>
                                </a:rPr>
                                <m:t>x</m:t>
                              </m:r>
                            </m:e>
                            <m:sub>
                              <m:r>
                                <a:rPr lang="en-IN" sz="2000" i="0">
                                  <a:solidFill>
                                    <a:schemeClr val="accent4"/>
                                  </a:solidFill>
                                  <a:latin typeface="Cambria Math" panose="02040503050406030204" pitchFamily="18" charset="0"/>
                                  <a:cs typeface="Arial" panose="020B0604020202020204" pitchFamily="34" charset="0"/>
                                </a:rPr>
                                <m:t>1</m:t>
                              </m:r>
                            </m:sub>
                            <m:sup>
                              <m:r>
                                <a:rPr lang="en-IN" sz="2000" i="0">
                                  <a:solidFill>
                                    <a:schemeClr val="accent4"/>
                                  </a:solidFill>
                                  <a:latin typeface="Cambria Math" panose="02040503050406030204" pitchFamily="18" charset="0"/>
                                  <a:cs typeface="Arial" panose="020B0604020202020204" pitchFamily="34" charset="0"/>
                                </a:rPr>
                                <m:t>2</m:t>
                              </m:r>
                            </m:sup>
                          </m:sSubSup>
                        </m:num>
                        <m:den>
                          <m:sSup>
                            <m:sSupPr>
                              <m:ctrlPr>
                                <a:rPr lang="en-IN" sz="2000" b="0" i="1" smtClean="0">
                                  <a:solidFill>
                                    <a:schemeClr val="accent4"/>
                                  </a:solidFill>
                                  <a:latin typeface="Cambria Math" panose="02040503050406030204" pitchFamily="18" charset="0"/>
                                  <a:cs typeface="Arial" panose="020B0604020202020204" pitchFamily="34" charset="0"/>
                                </a:rPr>
                              </m:ctrlPr>
                            </m:sSupPr>
                            <m:e>
                              <m:d>
                                <m:dPr>
                                  <m:ctrlPr>
                                    <a:rPr lang="en-IN" sz="2000" b="0" i="1" smtClean="0">
                                      <a:solidFill>
                                        <a:schemeClr val="accent4"/>
                                      </a:solidFill>
                                      <a:latin typeface="Cambria Math" panose="02040503050406030204" pitchFamily="18" charset="0"/>
                                      <a:cs typeface="Arial" panose="020B0604020202020204" pitchFamily="34" charset="0"/>
                                    </a:rPr>
                                  </m:ctrlPr>
                                </m:dPr>
                                <m:e>
                                  <m:rad>
                                    <m:radPr>
                                      <m:degHide m:val="on"/>
                                      <m:ctrlPr>
                                        <a:rPr lang="en-IN" sz="2000" i="1" smtClean="0">
                                          <a:solidFill>
                                            <a:schemeClr val="accent4"/>
                                          </a:solidFill>
                                          <a:latin typeface="Cambria Math" panose="02040503050406030204" pitchFamily="18" charset="0"/>
                                          <a:cs typeface="Arial" panose="020B0604020202020204" pitchFamily="34" charset="0"/>
                                        </a:rPr>
                                      </m:ctrlPr>
                                    </m:radPr>
                                    <m:deg/>
                                    <m:e>
                                      <m:r>
                                        <a:rPr lang="en-IN" sz="2000" b="0" i="0" smtClean="0">
                                          <a:solidFill>
                                            <a:schemeClr val="accent4"/>
                                          </a:solidFill>
                                          <a:latin typeface="Cambria Math" panose="02040503050406030204" pitchFamily="18" charset="0"/>
                                          <a:ea typeface="Cambria Math" panose="02040503050406030204" pitchFamily="18" charset="0"/>
                                          <a:cs typeface="Arial" panose="020B0604020202020204" pitchFamily="34" charset="0"/>
                                        </a:rPr>
                                        <m:t>1</m:t>
                                      </m:r>
                                    </m:e>
                                  </m:rad>
                                </m:e>
                              </m:d>
                            </m:e>
                            <m:sup>
                              <m:r>
                                <a:rPr lang="en-IN" sz="2000" b="0" i="0" smtClean="0">
                                  <a:solidFill>
                                    <a:schemeClr val="accent4"/>
                                  </a:solidFill>
                                  <a:latin typeface="Cambria Math" panose="02040503050406030204" pitchFamily="18" charset="0"/>
                                  <a:cs typeface="Arial" panose="020B0604020202020204" pitchFamily="34" charset="0"/>
                                </a:rPr>
                                <m:t>2</m:t>
                              </m:r>
                            </m:sup>
                          </m:sSup>
                        </m:den>
                      </m:f>
                      <m:r>
                        <a:rPr lang="en-IN" sz="2000" i="0">
                          <a:solidFill>
                            <a:schemeClr val="accent4"/>
                          </a:solidFill>
                          <a:latin typeface="Cambria Math" panose="02040503050406030204" pitchFamily="18" charset="0"/>
                          <a:cs typeface="Arial" panose="020B0604020202020204" pitchFamily="34" charset="0"/>
                        </a:rPr>
                        <m:t>+</m:t>
                      </m:r>
                      <m:f>
                        <m:fPr>
                          <m:ctrlPr>
                            <a:rPr lang="en-IN" sz="2000" i="1">
                              <a:solidFill>
                                <a:schemeClr val="accent4"/>
                              </a:solidFill>
                              <a:latin typeface="Cambria Math" panose="02040503050406030204" pitchFamily="18" charset="0"/>
                              <a:cs typeface="Arial" panose="020B0604020202020204" pitchFamily="34" charset="0"/>
                            </a:rPr>
                          </m:ctrlPr>
                        </m:fPr>
                        <m:num>
                          <m:sSubSup>
                            <m:sSubSupPr>
                              <m:ctrlPr>
                                <a:rPr lang="en-IN" sz="2000" i="1">
                                  <a:solidFill>
                                    <a:schemeClr val="accent4"/>
                                  </a:solidFill>
                                  <a:latin typeface="Cambria Math" panose="02040503050406030204" pitchFamily="18" charset="0"/>
                                  <a:cs typeface="Arial" panose="020B0604020202020204" pitchFamily="34" charset="0"/>
                                </a:rPr>
                              </m:ctrlPr>
                            </m:sSubSupPr>
                            <m:e>
                              <m:r>
                                <m:rPr>
                                  <m:sty m:val="p"/>
                                </m:rPr>
                                <a:rPr lang="en-IN" sz="2000" i="0">
                                  <a:solidFill>
                                    <a:schemeClr val="accent4"/>
                                  </a:solidFill>
                                  <a:latin typeface="Cambria Math" panose="02040503050406030204" pitchFamily="18" charset="0"/>
                                  <a:cs typeface="Arial" panose="020B0604020202020204" pitchFamily="34" charset="0"/>
                                </a:rPr>
                                <m:t>x</m:t>
                              </m:r>
                            </m:e>
                            <m:sub>
                              <m:r>
                                <a:rPr lang="en-IN" sz="2000" i="0">
                                  <a:solidFill>
                                    <a:schemeClr val="accent4"/>
                                  </a:solidFill>
                                  <a:latin typeface="Cambria Math" panose="02040503050406030204" pitchFamily="18" charset="0"/>
                                  <a:cs typeface="Arial" panose="020B0604020202020204" pitchFamily="34" charset="0"/>
                                </a:rPr>
                                <m:t>2</m:t>
                              </m:r>
                            </m:sub>
                            <m:sup>
                              <m:r>
                                <a:rPr lang="en-IN" sz="2000" i="0">
                                  <a:solidFill>
                                    <a:schemeClr val="accent4"/>
                                  </a:solidFill>
                                  <a:latin typeface="Cambria Math" panose="02040503050406030204" pitchFamily="18" charset="0"/>
                                  <a:cs typeface="Arial" panose="020B0604020202020204" pitchFamily="34" charset="0"/>
                                </a:rPr>
                                <m:t>2</m:t>
                              </m:r>
                            </m:sup>
                          </m:sSubSup>
                        </m:num>
                        <m:den>
                          <m:sSup>
                            <m:sSupPr>
                              <m:ctrlPr>
                                <a:rPr lang="en-IN" sz="2000" i="1">
                                  <a:solidFill>
                                    <a:schemeClr val="accent4"/>
                                  </a:solidFill>
                                  <a:latin typeface="Cambria Math" panose="02040503050406030204" pitchFamily="18" charset="0"/>
                                  <a:cs typeface="Arial" panose="020B0604020202020204" pitchFamily="34" charset="0"/>
                                </a:rPr>
                              </m:ctrlPr>
                            </m:sSupPr>
                            <m:e>
                              <m:d>
                                <m:dPr>
                                  <m:ctrlPr>
                                    <a:rPr lang="en-IN" sz="2000" i="1">
                                      <a:solidFill>
                                        <a:schemeClr val="accent4"/>
                                      </a:solidFill>
                                      <a:latin typeface="Cambria Math" panose="02040503050406030204" pitchFamily="18" charset="0"/>
                                      <a:cs typeface="Arial" panose="020B0604020202020204" pitchFamily="34" charset="0"/>
                                    </a:rPr>
                                  </m:ctrlPr>
                                </m:dPr>
                                <m:e>
                                  <m:rad>
                                    <m:radPr>
                                      <m:degHide m:val="on"/>
                                      <m:ctrlPr>
                                        <a:rPr lang="en-IN" sz="2000" i="1">
                                          <a:solidFill>
                                            <a:schemeClr val="accent4"/>
                                          </a:solidFill>
                                          <a:latin typeface="Cambria Math" panose="02040503050406030204" pitchFamily="18" charset="0"/>
                                          <a:cs typeface="Arial" panose="020B0604020202020204" pitchFamily="34" charset="0"/>
                                        </a:rPr>
                                      </m:ctrlPr>
                                    </m:radPr>
                                    <m:deg/>
                                    <m:e>
                                      <m:r>
                                        <a:rPr lang="en-IN" sz="2000" i="0" smtClean="0">
                                          <a:solidFill>
                                            <a:schemeClr val="accent4"/>
                                          </a:solidFill>
                                          <a:latin typeface="Cambria Math" panose="02040503050406030204" pitchFamily="18" charset="0"/>
                                          <a:ea typeface="Cambria Math" panose="02040503050406030204" pitchFamily="18" charset="0"/>
                                          <a:cs typeface="Arial" panose="020B0604020202020204" pitchFamily="34" charset="0"/>
                                        </a:rPr>
                                        <m:t>1</m:t>
                                      </m:r>
                                    </m:e>
                                  </m:rad>
                                </m:e>
                              </m:d>
                            </m:e>
                            <m:sup>
                              <m:r>
                                <a:rPr lang="en-IN" sz="2000" i="0">
                                  <a:solidFill>
                                    <a:schemeClr val="accent4"/>
                                  </a:solidFill>
                                  <a:latin typeface="Cambria Math" panose="02040503050406030204" pitchFamily="18" charset="0"/>
                                  <a:cs typeface="Arial" panose="020B0604020202020204" pitchFamily="34" charset="0"/>
                                </a:rPr>
                                <m:t>2</m:t>
                              </m:r>
                            </m:sup>
                          </m:sSup>
                        </m:den>
                      </m:f>
                      <m:r>
                        <a:rPr lang="en-IN" sz="2000" i="0">
                          <a:solidFill>
                            <a:schemeClr val="accent4"/>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2000" b="0" i="1" smtClean="0">
                              <a:solidFill>
                                <a:schemeClr val="accent4"/>
                              </a:solidFill>
                              <a:latin typeface="Cambria Math" panose="02040503050406030204" pitchFamily="18" charset="0"/>
                              <a:cs typeface="Arial" panose="020B0604020202020204" pitchFamily="34" charset="0"/>
                            </a:rPr>
                          </m:ctrlPr>
                        </m:sSupPr>
                        <m:e>
                          <m:r>
                            <m:rPr>
                              <m:sty m:val="p"/>
                            </m:rPr>
                            <a:rPr lang="en-IN" sz="2000" i="0">
                              <a:solidFill>
                                <a:schemeClr val="accent4"/>
                              </a:solidFill>
                              <a:latin typeface="Cambria Math" panose="02040503050406030204" pitchFamily="18" charset="0"/>
                              <a:cs typeface="Arial" panose="020B0604020202020204" pitchFamily="34" charset="0"/>
                            </a:rPr>
                            <m:t>d</m:t>
                          </m:r>
                        </m:e>
                        <m:sup>
                          <m:r>
                            <a:rPr lang="en-IN" sz="2000" b="0" i="0" smtClean="0">
                              <a:solidFill>
                                <a:schemeClr val="accent4"/>
                              </a:solidFill>
                              <a:latin typeface="Cambria Math" panose="02040503050406030204" pitchFamily="18" charset="0"/>
                              <a:cs typeface="Arial" panose="020B0604020202020204" pitchFamily="34" charset="0"/>
                            </a:rPr>
                            <m:t>2</m:t>
                          </m:r>
                        </m:sup>
                      </m:sSup>
                    </m:oMath>
                  </m:oMathPara>
                </a14:m>
                <a:endParaRPr lang="en-IN" sz="2000" dirty="0">
                  <a:solidFill>
                    <a:schemeClr val="accent4"/>
                  </a:solidFill>
                  <a:latin typeface="Arial" panose="020B0604020202020204" pitchFamily="34" charset="0"/>
                  <a:cs typeface="Arial" panose="020B0604020202020204" pitchFamily="34" charset="0"/>
                </a:endParaRPr>
              </a:p>
              <a:p>
                <a:pPr algn="just">
                  <a:lnSpc>
                    <a:spcPct val="150000"/>
                  </a:lnSpc>
                </a:pPr>
                <a:endParaRPr lang="en-IN" sz="2000" dirty="0">
                  <a:solidFill>
                    <a:schemeClr val="accent4"/>
                  </a:solidFill>
                  <a:latin typeface="Arial" panose="020B0604020202020204" pitchFamily="34" charset="0"/>
                  <a:cs typeface="Arial" panose="020B0604020202020204" pitchFamily="34" charset="0"/>
                </a:endParaRPr>
              </a:p>
              <a:p>
                <a:pPr algn="just">
                  <a:lnSpc>
                    <a:spcPct val="150000"/>
                  </a:lnSpc>
                </a:pPr>
                <a:r>
                  <a:rPr lang="en-IN" dirty="0">
                    <a:solidFill>
                      <a:schemeClr val="accent4"/>
                    </a:solidFill>
                    <a:latin typeface="Arial" panose="020B0604020202020204" pitchFamily="34" charset="0"/>
                    <a:cs typeface="Arial" panose="020B0604020202020204" pitchFamily="34" charset="0"/>
                  </a:rPr>
                  <a:t>Locus of points governed by the equation results in </a:t>
                </a:r>
                <a:r>
                  <a:rPr lang="en-IN" b="1" dirty="0">
                    <a:solidFill>
                      <a:schemeClr val="accent4"/>
                    </a:solidFill>
                    <a:latin typeface="Arial" panose="020B0604020202020204" pitchFamily="34" charset="0"/>
                    <a:cs typeface="Arial" panose="020B0604020202020204" pitchFamily="34" charset="0"/>
                  </a:rPr>
                  <a:t>CIRCLE</a:t>
                </a:r>
                <a:r>
                  <a:rPr lang="en-IN" dirty="0">
                    <a:solidFill>
                      <a:schemeClr val="accent4"/>
                    </a:solidFill>
                    <a:latin typeface="Arial" panose="020B0604020202020204" pitchFamily="34" charset="0"/>
                    <a:cs typeface="Arial" panose="020B0604020202020204" pitchFamily="34" charset="0"/>
                  </a:rPr>
                  <a:t> centred at the origin</a:t>
                </a:r>
              </a:p>
              <a:p>
                <a:pPr algn="just">
                  <a:lnSpc>
                    <a:spcPct val="150000"/>
                  </a:lnSpc>
                </a:pPr>
                <a:r>
                  <a:rPr lang="en-US" dirty="0">
                    <a:solidFill>
                      <a:schemeClr val="bg1"/>
                    </a:solidFill>
                    <a:latin typeface="Arial" panose="020B0604020202020204" pitchFamily="34" charset="0"/>
                    <a:cs typeface="Arial" panose="020B0604020202020204" pitchFamily="34" charset="0"/>
                  </a:rPr>
                  <a:t>When you calculate statistical distance with unity variances and zero correlation, the covariance matrix simplifies to the identity matrix. Because of this, the formula reduces directly to standard Euclidean distance.</a:t>
                </a:r>
                <a:endParaRPr lang="en-IN" dirty="0">
                  <a:solidFill>
                    <a:schemeClr val="bg1"/>
                  </a:solidFill>
                  <a:latin typeface="Arial" panose="020B0604020202020204" pitchFamily="34" charset="0"/>
                  <a:cs typeface="Arial" panose="020B0604020202020204" pitchFamily="34" charset="0"/>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450054" y="858368"/>
                <a:ext cx="5389431" cy="5912003"/>
              </a:xfrm>
              <a:prstGeom prst="rect">
                <a:avLst/>
              </a:prstGeom>
              <a:blipFill>
                <a:blip r:embed="rId3"/>
                <a:stretch>
                  <a:fillRect l="-1018" r="-905"/>
                </a:stretch>
              </a:blipFill>
            </p:spPr>
            <p:txBody>
              <a:bodyPr/>
              <a:lstStyle/>
              <a:p>
                <a:r>
                  <a:rPr lang="en-IN">
                    <a:noFill/>
                  </a:rPr>
                  <a:t> </a:t>
                </a:r>
              </a:p>
            </p:txBody>
          </p:sp>
        </mc:Fallback>
      </mc:AlternateContent>
      <p:pic>
        <p:nvPicPr>
          <p:cNvPr id="2" name="Picture 1"/>
          <p:cNvPicPr>
            <a:picLocks noChangeAspect="1"/>
          </p:cNvPicPr>
          <p:nvPr/>
        </p:nvPicPr>
        <p:blipFill>
          <a:blip r:embed="rId4"/>
          <a:stretch>
            <a:fillRect/>
          </a:stretch>
        </p:blipFill>
        <p:spPr>
          <a:xfrm>
            <a:off x="5971307" y="3451082"/>
            <a:ext cx="6220693" cy="3210373"/>
          </a:xfrm>
          <a:prstGeom prst="rect">
            <a:avLst/>
          </a:prstGeom>
        </p:spPr>
      </p:pic>
    </p:spTree>
    <p:extLst>
      <p:ext uri="{BB962C8B-B14F-4D97-AF65-F5344CB8AC3E}">
        <p14:creationId xmlns:p14="http://schemas.microsoft.com/office/powerpoint/2010/main" val="5595080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40588" y="195532"/>
            <a:ext cx="6581955" cy="523220"/>
          </a:xfrm>
          <a:prstGeom prst="rect">
            <a:avLst/>
          </a:prstGeom>
          <a:noFill/>
        </p:spPr>
        <p:txBody>
          <a:bodyPr wrap="square" rtlCol="0">
            <a:spAutoFit/>
          </a:bodyPr>
          <a:lstStyle/>
          <a:p>
            <a:pPr algn="ctr"/>
            <a:r>
              <a:rPr lang="en-IN" sz="2800" b="1" dirty="0">
                <a:solidFill>
                  <a:srgbClr val="7030A0"/>
                </a:solidFill>
                <a:latin typeface="Arial" panose="020B0604020202020204" pitchFamily="34" charset="0"/>
                <a:cs typeface="Arial" panose="020B0604020202020204" pitchFamily="34" charset="0"/>
              </a:rPr>
              <a:t>Application I Analysis</a:t>
            </a:r>
          </a:p>
        </p:txBody>
      </p:sp>
      <p:pic>
        <p:nvPicPr>
          <p:cNvPr id="5" name="Picture 4"/>
          <p:cNvPicPr>
            <a:picLocks noChangeAspect="1"/>
          </p:cNvPicPr>
          <p:nvPr/>
        </p:nvPicPr>
        <p:blipFill>
          <a:blip r:embed="rId2"/>
          <a:stretch>
            <a:fillRect/>
          </a:stretch>
        </p:blipFill>
        <p:spPr>
          <a:xfrm>
            <a:off x="7731102" y="1292934"/>
            <a:ext cx="3554889" cy="3887359"/>
          </a:xfrm>
          <a:prstGeom prst="rect">
            <a:avLst/>
          </a:prstGeom>
        </p:spPr>
      </p:pic>
      <p:sp>
        <p:nvSpPr>
          <p:cNvPr id="13" name="TextBox 12"/>
          <p:cNvSpPr txBox="1"/>
          <p:nvPr/>
        </p:nvSpPr>
        <p:spPr>
          <a:xfrm>
            <a:off x="975154" y="1374416"/>
            <a:ext cx="5389431" cy="3347840"/>
          </a:xfrm>
          <a:prstGeom prst="rect">
            <a:avLst/>
          </a:prstGeom>
          <a:noFill/>
        </p:spPr>
        <p:txBody>
          <a:bodyPr wrap="square" rtlCol="0">
            <a:spAutoFit/>
          </a:bodyPr>
          <a:lstStyle/>
          <a:p>
            <a:pPr algn="just">
              <a:lnSpc>
                <a:spcPct val="150000"/>
              </a:lnSpc>
            </a:pPr>
            <a:r>
              <a:rPr lang="en-US" sz="2400" dirty="0">
                <a:solidFill>
                  <a:schemeClr val="bg1"/>
                </a:solidFill>
                <a:latin typeface="Arial" panose="020B0604020202020204" pitchFamily="34" charset="0"/>
                <a:cs typeface="Arial" panose="020B0604020202020204" pitchFamily="34" charset="0"/>
              </a:rPr>
              <a:t>Geometrically, this means the set of points at a constant statistical distance from the mean forms a circle (in 2D space) or a hypersphere (in higher dimensions) where </a:t>
            </a:r>
          </a:p>
          <a:p>
            <a:pPr algn="ctr">
              <a:lnSpc>
                <a:spcPct val="150000"/>
              </a:lnSpc>
            </a:pPr>
            <a:r>
              <a:rPr lang="en-US" sz="2400" i="1" dirty="0">
                <a:solidFill>
                  <a:srgbClr val="C00000"/>
                </a:solidFill>
                <a:latin typeface="Arial" panose="020B0604020202020204" pitchFamily="34" charset="0"/>
                <a:cs typeface="Arial" panose="020B0604020202020204" pitchFamily="34" charset="0"/>
              </a:rPr>
              <a:t>the Euclidean distance is the radius</a:t>
            </a:r>
            <a:endParaRPr lang="en-IN" sz="2400" i="1"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F7D96A7B-9024-72ED-5FBA-24DBEF7F529C}"/>
                  </a:ext>
                </a:extLst>
              </p14:cNvPr>
              <p14:cNvContentPartPr/>
              <p14:nvPr/>
            </p14:nvContentPartPr>
            <p14:xfrm>
              <a:off x="2931278" y="3559176"/>
              <a:ext cx="1929960" cy="96840"/>
            </p14:xfrm>
          </p:contentPart>
        </mc:Choice>
        <mc:Fallback>
          <p:pic>
            <p:nvPicPr>
              <p:cNvPr id="2" name="Ink 1">
                <a:extLst>
                  <a:ext uri="{FF2B5EF4-FFF2-40B4-BE49-F238E27FC236}">
                    <a16:creationId xmlns:a16="http://schemas.microsoft.com/office/drawing/2014/main" id="{F7D96A7B-9024-72ED-5FBA-24DBEF7F529C}"/>
                  </a:ext>
                </a:extLst>
              </p:cNvPr>
              <p:cNvPicPr/>
              <p:nvPr/>
            </p:nvPicPr>
            <p:blipFill>
              <a:blip r:embed="rId4"/>
              <a:stretch>
                <a:fillRect/>
              </a:stretch>
            </p:blipFill>
            <p:spPr>
              <a:xfrm>
                <a:off x="2926958" y="3554856"/>
                <a:ext cx="1938600" cy="105480"/>
              </a:xfrm>
              <a:prstGeom prst="rect">
                <a:avLst/>
              </a:prstGeom>
            </p:spPr>
          </p:pic>
        </mc:Fallback>
      </mc:AlternateContent>
    </p:spTree>
    <p:extLst>
      <p:ext uri="{BB962C8B-B14F-4D97-AF65-F5344CB8AC3E}">
        <p14:creationId xmlns:p14="http://schemas.microsoft.com/office/powerpoint/2010/main" val="36554327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78038" y="28105"/>
            <a:ext cx="11056901" cy="523220"/>
          </a:xfrm>
          <a:prstGeom prst="rect">
            <a:avLst/>
          </a:prstGeom>
          <a:noFill/>
        </p:spPr>
        <p:txBody>
          <a:bodyPr wrap="square" rtlCol="0">
            <a:spAutoFit/>
          </a:bodyPr>
          <a:lstStyle/>
          <a:p>
            <a:pPr algn="ctr"/>
            <a:r>
              <a:rPr lang="en-IN" sz="2800" b="1" dirty="0">
                <a:solidFill>
                  <a:srgbClr val="7030A0"/>
                </a:solidFill>
                <a:latin typeface="Arial" panose="020B0604020202020204" pitchFamily="34" charset="0"/>
                <a:cs typeface="Arial" panose="020B0604020202020204" pitchFamily="34" charset="0"/>
              </a:rPr>
              <a:t>Application II Analysis: No Correlation, Different Variances</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08963AB-CCCD-0E97-621A-A38E38B0EB7F}"/>
                  </a:ext>
                </a:extLst>
              </p:cNvPr>
              <p:cNvSpPr txBox="1"/>
              <p:nvPr/>
            </p:nvSpPr>
            <p:spPr>
              <a:xfrm>
                <a:off x="678598" y="1508950"/>
                <a:ext cx="7097061" cy="1146211"/>
              </a:xfrm>
              <a:prstGeom prst="rect">
                <a:avLst/>
              </a:prstGeom>
              <a:noFill/>
            </p:spPr>
            <p:txBody>
              <a:bodyPr wrap="square">
                <a:spAutoFit/>
              </a:bodyPr>
              <a:lstStyle/>
              <a:p>
                <a:pPr algn="ctr">
                  <a:lnSpc>
                    <a:spcPct val="150000"/>
                  </a:lnSpc>
                  <a:buClr>
                    <a:srgbClr val="0000FF"/>
                  </a:buClr>
                </a:pPr>
                <a14:m>
                  <m:oMathPara xmlns:m="http://schemas.openxmlformats.org/officeDocument/2006/math">
                    <m:oMathParaPr>
                      <m:jc m:val="centerGroup"/>
                    </m:oMathParaPr>
                    <m:oMath xmlns:m="http://schemas.openxmlformats.org/officeDocument/2006/math">
                      <m:sSub>
                        <m:sSubPr>
                          <m:ctrlPr>
                            <a:rPr lang="en-IN" sz="2400" i="1" smtClean="0">
                              <a:solidFill>
                                <a:srgbClr val="0000FF"/>
                              </a:solidFill>
                              <a:latin typeface="Cambria Math" panose="02040503050406030204" pitchFamily="18" charset="0"/>
                              <a:cs typeface="Arial" panose="020B0604020202020204" pitchFamily="34" charset="0"/>
                            </a:rPr>
                          </m:ctrlPr>
                        </m:sSubPr>
                        <m:e>
                          <m:m>
                            <m:mPr>
                              <m:mcs>
                                <m:mc>
                                  <m:mcPr>
                                    <m:count m:val="2"/>
                                    <m:mcJc m:val="center"/>
                                  </m:mcPr>
                                </m:mc>
                              </m:mcs>
                              <m:ctrlPr>
                                <a:rPr lang="en-US" sz="2400" i="1">
                                  <a:solidFill>
                                    <a:srgbClr val="0000FF"/>
                                  </a:solidFill>
                                  <a:latin typeface="Cambria Math" panose="02040503050406030204" pitchFamily="18" charset="0"/>
                                  <a:cs typeface="Arial" panose="020B0604020202020204" pitchFamily="34" charset="0"/>
                                </a:rPr>
                              </m:ctrlPr>
                            </m:mPr>
                            <m:mr>
                              <m:e>
                                <m:sSub>
                                  <m:sSubPr>
                                    <m:ctrlPr>
                                      <a:rPr lang="en-US" sz="2400" i="1">
                                        <a:solidFill>
                                          <a:srgbClr val="0000FF"/>
                                        </a:solidFill>
                                        <a:latin typeface="Cambria Math" panose="02040503050406030204" pitchFamily="18" charset="0"/>
                                        <a:cs typeface="Arial" panose="020B0604020202020204" pitchFamily="34" charset="0"/>
                                      </a:rPr>
                                    </m:ctrlPr>
                                  </m:sSubPr>
                                  <m:e>
                                    <m:r>
                                      <a:rPr lang="en-IN" sz="2400">
                                        <a:solidFill>
                                          <a:srgbClr val="0000FF"/>
                                        </a:solidFill>
                                        <a:latin typeface="Cambria Math" panose="02040503050406030204" pitchFamily="18" charset="0"/>
                                        <a:cs typeface="Arial" panose="020B0604020202020204" pitchFamily="34" charset="0"/>
                                      </a:rPr>
                                      <m:t>[</m:t>
                                    </m:r>
                                    <m:r>
                                      <m:rPr>
                                        <m:sty m:val="p"/>
                                      </m:rPr>
                                      <a:rPr lang="en-US" sz="2400" i="1">
                                        <a:solidFill>
                                          <a:srgbClr val="0000FF"/>
                                        </a:solidFill>
                                        <a:latin typeface="Cambria Math" panose="02040503050406030204" pitchFamily="18" charset="0"/>
                                        <a:cs typeface="Arial" panose="020B0604020202020204" pitchFamily="34" charset="0"/>
                                      </a:rPr>
                                      <m:t>x</m:t>
                                    </m:r>
                                  </m:e>
                                  <m:sub>
                                    <m:r>
                                      <m:rPr>
                                        <m:sty m:val="p"/>
                                      </m:rPr>
                                      <a:rPr lang="en-IN" sz="2400">
                                        <a:solidFill>
                                          <a:srgbClr val="0000FF"/>
                                        </a:solidFill>
                                        <a:latin typeface="Cambria Math" panose="02040503050406030204" pitchFamily="18" charset="0"/>
                                        <a:cs typeface="Arial" panose="020B0604020202020204" pitchFamily="34" charset="0"/>
                                      </a:rPr>
                                      <m:t>i</m:t>
                                    </m:r>
                                    <m:r>
                                      <a:rPr lang="en-IN" sz="2400">
                                        <a:solidFill>
                                          <a:srgbClr val="0000FF"/>
                                        </a:solidFill>
                                        <a:latin typeface="Cambria Math" panose="02040503050406030204" pitchFamily="18" charset="0"/>
                                        <a:cs typeface="Arial" panose="020B0604020202020204" pitchFamily="34" charset="0"/>
                                      </a:rPr>
                                      <m:t>,1</m:t>
                                    </m:r>
                                  </m:sub>
                                </m:sSub>
                                <m:r>
                                  <a:rPr lang="en-US" sz="2400">
                                    <a:solidFill>
                                      <a:srgbClr val="0000FF"/>
                                    </a:solidFill>
                                    <a:latin typeface="Cambria Math" panose="02040503050406030204" pitchFamily="18" charset="0"/>
                                    <a:cs typeface="Arial" panose="020B0604020202020204" pitchFamily="34" charset="0"/>
                                  </a:rPr>
                                  <m:t>−</m:t>
                                </m:r>
                                <m:sSub>
                                  <m:sSubPr>
                                    <m:ctrlPr>
                                      <a:rPr lang="en-IN" sz="2400" i="1">
                                        <a:solidFill>
                                          <a:srgbClr val="0000FF"/>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i="1">
                                        <a:solidFill>
                                          <a:srgbClr val="0000FF"/>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i="1">
                                        <a:solidFill>
                                          <a:srgbClr val="0000FF"/>
                                        </a:solidFill>
                                        <a:latin typeface="Cambria Math" panose="02040503050406030204" pitchFamily="18" charset="0"/>
                                        <a:ea typeface="Cambria Math" panose="02040503050406030204" pitchFamily="18" charset="0"/>
                                        <a:cs typeface="Arial" panose="020B0604020202020204" pitchFamily="34" charset="0"/>
                                      </a:rPr>
                                      <m:t>1</m:t>
                                    </m:r>
                                  </m:sub>
                                </m:sSub>
                              </m:e>
                              <m:e>
                                <m:sSub>
                                  <m:sSubPr>
                                    <m:ctrlPr>
                                      <a:rPr lang="en-US" sz="2400" i="1">
                                        <a:solidFill>
                                          <a:srgbClr val="0000FF"/>
                                        </a:solidFill>
                                        <a:latin typeface="Cambria Math" panose="02040503050406030204" pitchFamily="18" charset="0"/>
                                        <a:cs typeface="Arial" panose="020B0604020202020204" pitchFamily="34" charset="0"/>
                                      </a:rPr>
                                    </m:ctrlPr>
                                  </m:sSubPr>
                                  <m:e>
                                    <m:r>
                                      <m:rPr>
                                        <m:sty m:val="p"/>
                                      </m:rPr>
                                      <a:rPr lang="en-US" sz="2400" i="1">
                                        <a:solidFill>
                                          <a:srgbClr val="0000FF"/>
                                        </a:solidFill>
                                        <a:latin typeface="Cambria Math" panose="02040503050406030204" pitchFamily="18" charset="0"/>
                                        <a:cs typeface="Arial" panose="020B0604020202020204" pitchFamily="34" charset="0"/>
                                      </a:rPr>
                                      <m:t>x</m:t>
                                    </m:r>
                                  </m:e>
                                  <m:sub>
                                    <m:r>
                                      <m:rPr>
                                        <m:sty m:val="p"/>
                                      </m:rPr>
                                      <a:rPr lang="en-IN" sz="2400">
                                        <a:solidFill>
                                          <a:srgbClr val="0000FF"/>
                                        </a:solidFill>
                                        <a:latin typeface="Cambria Math" panose="02040503050406030204" pitchFamily="18" charset="0"/>
                                        <a:cs typeface="Arial" panose="020B0604020202020204" pitchFamily="34" charset="0"/>
                                      </a:rPr>
                                      <m:t>i</m:t>
                                    </m:r>
                                    <m:r>
                                      <a:rPr lang="en-IN" sz="2400">
                                        <a:solidFill>
                                          <a:srgbClr val="0000FF"/>
                                        </a:solidFill>
                                        <a:latin typeface="Cambria Math" panose="02040503050406030204" pitchFamily="18" charset="0"/>
                                        <a:cs typeface="Arial" panose="020B0604020202020204" pitchFamily="34" charset="0"/>
                                      </a:rPr>
                                      <m:t>,2</m:t>
                                    </m:r>
                                  </m:sub>
                                </m:sSub>
                                <m:r>
                                  <a:rPr lang="en-US" sz="2400">
                                    <a:solidFill>
                                      <a:srgbClr val="0000FF"/>
                                    </a:solidFill>
                                    <a:latin typeface="Cambria Math" panose="02040503050406030204" pitchFamily="18" charset="0"/>
                                    <a:cs typeface="Arial" panose="020B0604020202020204" pitchFamily="34" charset="0"/>
                                  </a:rPr>
                                  <m:t>−</m:t>
                                </m:r>
                                <m:r>
                                  <m:rPr>
                                    <m:sty m:val="p"/>
                                  </m:rPr>
                                  <a:rPr lang="en-US" sz="2400" i="1">
                                    <a:solidFill>
                                      <a:srgbClr val="0000FF"/>
                                    </a:solidFill>
                                    <a:latin typeface="Cambria Math" panose="02040503050406030204" pitchFamily="18" charset="0"/>
                                    <a:ea typeface="Cambria Math" panose="02040503050406030204" pitchFamily="18" charset="0"/>
                                    <a:cs typeface="Arial" panose="020B0604020202020204" pitchFamily="34" charset="0"/>
                                  </a:rPr>
                                  <m:t>μ</m:t>
                                </m:r>
                              </m:e>
                            </m:mr>
                          </m:m>
                        </m:e>
                        <m:sub>
                          <m:r>
                            <a:rPr lang="en-IN" sz="2400" i="1">
                              <a:solidFill>
                                <a:srgbClr val="0000FF"/>
                              </a:solidFill>
                              <a:latin typeface="Cambria Math" panose="02040503050406030204" pitchFamily="18" charset="0"/>
                              <a:cs typeface="Arial" panose="020B0604020202020204" pitchFamily="34" charset="0"/>
                            </a:rPr>
                            <m:t>2</m:t>
                          </m:r>
                        </m:sub>
                      </m:sSub>
                      <m:r>
                        <a:rPr lang="en-IN" sz="2400" b="1" i="1">
                          <a:solidFill>
                            <a:srgbClr val="0000FF"/>
                          </a:solidFill>
                          <a:latin typeface="Cambria Math" panose="02040503050406030204" pitchFamily="18" charset="0"/>
                          <a:cs typeface="Arial" panose="020B0604020202020204" pitchFamily="34" charset="0"/>
                        </a:rPr>
                        <m:t>]</m:t>
                      </m:r>
                      <m:d>
                        <m:dPr>
                          <m:begChr m:val="["/>
                          <m:endChr m:val="]"/>
                          <m:ctrlPr>
                            <a:rPr lang="en-IN" sz="2400" i="1">
                              <a:solidFill>
                                <a:srgbClr val="0000FF"/>
                              </a:solidFill>
                              <a:latin typeface="Cambria Math" panose="02040503050406030204" pitchFamily="18" charset="0"/>
                            </a:rPr>
                          </m:ctrlPr>
                        </m:dPr>
                        <m:e>
                          <m:m>
                            <m:mPr>
                              <m:mcs>
                                <m:mc>
                                  <m:mcPr>
                                    <m:count m:val="2"/>
                                    <m:mcJc m:val="center"/>
                                  </m:mcPr>
                                </m:mc>
                              </m:mcs>
                              <m:ctrlPr>
                                <a:rPr lang="en-IN" sz="2400" i="1">
                                  <a:solidFill>
                                    <a:srgbClr val="0000FF"/>
                                  </a:solidFill>
                                  <a:latin typeface="Cambria Math" panose="02040503050406030204" pitchFamily="18" charset="0"/>
                                </a:rPr>
                              </m:ctrlPr>
                            </m:mPr>
                            <m:mr>
                              <m:e>
                                <m:sSub>
                                  <m:sSubPr>
                                    <m:ctrlPr>
                                      <a:rPr lang="en-IN" sz="2400" i="1">
                                        <a:solidFill>
                                          <a:srgbClr val="0000FF"/>
                                        </a:solidFill>
                                        <a:latin typeface="Cambria Math" panose="02040503050406030204" pitchFamily="18" charset="0"/>
                                        <a:sym typeface="Symbol" panose="05050102010706020507" pitchFamily="18" charset="2"/>
                                      </a:rPr>
                                    </m:ctrlPr>
                                  </m:sSubPr>
                                  <m:e>
                                    <m:r>
                                      <a:rPr lang="en-IN" sz="2400" i="1">
                                        <a:solidFill>
                                          <a:srgbClr val="0000FF"/>
                                        </a:solidFill>
                                        <a:latin typeface="Cambria Math" panose="02040503050406030204" pitchFamily="18" charset="0"/>
                                        <a:sym typeface="Symbol" panose="05050102010706020507" pitchFamily="18" charset="2"/>
                                      </a:rPr>
                                      <m:t>1/</m:t>
                                    </m:r>
                                  </m:e>
                                  <m:sub>
                                    <m:r>
                                      <a:rPr lang="en-IN" sz="2400" i="1">
                                        <a:solidFill>
                                          <a:srgbClr val="0000FF"/>
                                        </a:solidFill>
                                        <a:latin typeface="Cambria Math" panose="02040503050406030204" pitchFamily="18" charset="0"/>
                                        <a:sym typeface="Symbol" panose="05050102010706020507" pitchFamily="18" charset="2"/>
                                      </a:rPr>
                                      <m:t>11</m:t>
                                    </m:r>
                                  </m:sub>
                                </m:sSub>
                                <m:r>
                                  <a:rPr lang="en-IN" sz="2400" i="1">
                                    <a:solidFill>
                                      <a:srgbClr val="0000FF"/>
                                    </a:solidFill>
                                    <a:latin typeface="Cambria Math" panose="02040503050406030204" pitchFamily="18" charset="0"/>
                                    <a:sym typeface="Symbol" panose="05050102010706020507" pitchFamily="18" charset="2"/>
                                  </a:rPr>
                                  <m:t> </m:t>
                                </m:r>
                              </m:e>
                              <m:e>
                                <m:r>
                                  <a:rPr lang="en-IN" sz="2400" i="1">
                                    <a:solidFill>
                                      <a:srgbClr val="0000FF"/>
                                    </a:solidFill>
                                    <a:latin typeface="Cambria Math" panose="02040503050406030204" pitchFamily="18" charset="0"/>
                                    <a:sym typeface="Symbol" panose="05050102010706020507" pitchFamily="18" charset="2"/>
                                  </a:rPr>
                                  <m:t>0 </m:t>
                                </m:r>
                              </m:e>
                            </m:mr>
                            <m:mr>
                              <m:e>
                                <m:r>
                                  <a:rPr lang="en-IN" sz="2400" i="1">
                                    <a:solidFill>
                                      <a:srgbClr val="0000FF"/>
                                    </a:solidFill>
                                    <a:latin typeface="Cambria Math" panose="02040503050406030204" pitchFamily="18" charset="0"/>
                                    <a:sym typeface="Symbol" panose="05050102010706020507" pitchFamily="18" charset="2"/>
                                  </a:rPr>
                                  <m:t>0</m:t>
                                </m:r>
                              </m:e>
                              <m:e>
                                <m:sSub>
                                  <m:sSubPr>
                                    <m:ctrlPr>
                                      <a:rPr lang="en-IN" sz="2400" i="1">
                                        <a:solidFill>
                                          <a:srgbClr val="0000FF"/>
                                        </a:solidFill>
                                        <a:latin typeface="Cambria Math" panose="02040503050406030204" pitchFamily="18" charset="0"/>
                                        <a:sym typeface="Symbol" panose="05050102010706020507" pitchFamily="18" charset="2"/>
                                      </a:rPr>
                                    </m:ctrlPr>
                                  </m:sSubPr>
                                  <m:e>
                                    <m:r>
                                      <a:rPr lang="en-IN" sz="2400" i="1">
                                        <a:solidFill>
                                          <a:srgbClr val="0000FF"/>
                                        </a:solidFill>
                                        <a:latin typeface="Cambria Math" panose="02040503050406030204" pitchFamily="18" charset="0"/>
                                        <a:sym typeface="Symbol" panose="05050102010706020507" pitchFamily="18" charset="2"/>
                                      </a:rPr>
                                      <m:t>1/</m:t>
                                    </m:r>
                                  </m:e>
                                  <m:sub>
                                    <m:r>
                                      <a:rPr lang="en-IN" sz="2400" i="1">
                                        <a:solidFill>
                                          <a:srgbClr val="0000FF"/>
                                        </a:solidFill>
                                        <a:latin typeface="Cambria Math" panose="02040503050406030204" pitchFamily="18" charset="0"/>
                                        <a:sym typeface="Symbol" panose="05050102010706020507" pitchFamily="18" charset="2"/>
                                      </a:rPr>
                                      <m:t>22</m:t>
                                    </m:r>
                                  </m:sub>
                                </m:sSub>
                              </m:e>
                            </m:mr>
                          </m:m>
                        </m:e>
                      </m:d>
                      <m:d>
                        <m:dPr>
                          <m:begChr m:val="["/>
                          <m:endChr m:val="]"/>
                          <m:ctrlPr>
                            <a:rPr lang="en-IN" sz="2400" b="1" i="1">
                              <a:solidFill>
                                <a:srgbClr val="0000FF"/>
                              </a:solidFill>
                              <a:latin typeface="Cambria Math" panose="02040503050406030204" pitchFamily="18" charset="0"/>
                              <a:cs typeface="Arial" panose="020B0604020202020204" pitchFamily="34" charset="0"/>
                              <a:sym typeface="Symbol" panose="05050102010706020507" pitchFamily="18" charset="2"/>
                            </a:rPr>
                          </m:ctrlPr>
                        </m:dPr>
                        <m:e>
                          <m:m>
                            <m:mPr>
                              <m:mcs>
                                <m:mc>
                                  <m:mcPr>
                                    <m:count m:val="1"/>
                                    <m:mcJc m:val="center"/>
                                  </m:mcPr>
                                </m:mc>
                              </m:mcs>
                              <m:ctrlPr>
                                <a:rPr lang="en-IN" sz="2400" b="1" i="1">
                                  <a:solidFill>
                                    <a:srgbClr val="0000FF"/>
                                  </a:solidFill>
                                  <a:latin typeface="Cambria Math" panose="02040503050406030204" pitchFamily="18" charset="0"/>
                                  <a:cs typeface="Arial" panose="020B0604020202020204" pitchFamily="34" charset="0"/>
                                  <a:sym typeface="Symbol" panose="05050102010706020507" pitchFamily="18" charset="2"/>
                                </a:rPr>
                              </m:ctrlPr>
                            </m:mPr>
                            <m:mr>
                              <m:e>
                                <m:sSub>
                                  <m:sSubPr>
                                    <m:ctrlPr>
                                      <a:rPr lang="en-US" sz="2400" i="1">
                                        <a:solidFill>
                                          <a:srgbClr val="0000FF"/>
                                        </a:solidFill>
                                        <a:latin typeface="Cambria Math" panose="02040503050406030204" pitchFamily="18" charset="0"/>
                                        <a:cs typeface="Arial" panose="020B0604020202020204" pitchFamily="34" charset="0"/>
                                      </a:rPr>
                                    </m:ctrlPr>
                                  </m:sSubPr>
                                  <m:e>
                                    <m:r>
                                      <m:rPr>
                                        <m:sty m:val="p"/>
                                      </m:rPr>
                                      <a:rPr lang="en-US" sz="2400">
                                        <a:solidFill>
                                          <a:srgbClr val="0000FF"/>
                                        </a:solidFill>
                                        <a:latin typeface="Cambria Math" panose="02040503050406030204" pitchFamily="18" charset="0"/>
                                        <a:cs typeface="Arial" panose="020B0604020202020204" pitchFamily="34" charset="0"/>
                                      </a:rPr>
                                      <m:t>x</m:t>
                                    </m:r>
                                  </m:e>
                                  <m:sub>
                                    <m:r>
                                      <m:rPr>
                                        <m:sty m:val="p"/>
                                      </m:rPr>
                                      <a:rPr lang="en-IN" sz="2400">
                                        <a:solidFill>
                                          <a:srgbClr val="0000FF"/>
                                        </a:solidFill>
                                        <a:latin typeface="Cambria Math" panose="02040503050406030204" pitchFamily="18" charset="0"/>
                                        <a:cs typeface="Arial" panose="020B0604020202020204" pitchFamily="34" charset="0"/>
                                      </a:rPr>
                                      <m:t>i</m:t>
                                    </m:r>
                                    <m:r>
                                      <a:rPr lang="en-IN" sz="2400">
                                        <a:solidFill>
                                          <a:srgbClr val="0000FF"/>
                                        </a:solidFill>
                                        <a:latin typeface="Cambria Math" panose="02040503050406030204" pitchFamily="18" charset="0"/>
                                        <a:cs typeface="Arial" panose="020B0604020202020204" pitchFamily="34" charset="0"/>
                                      </a:rPr>
                                      <m:t>,1</m:t>
                                    </m:r>
                                  </m:sub>
                                </m:sSub>
                                <m:r>
                                  <a:rPr lang="en-US" sz="2400">
                                    <a:solidFill>
                                      <a:srgbClr val="0000FF"/>
                                    </a:solidFill>
                                    <a:latin typeface="Cambria Math" panose="02040503050406030204" pitchFamily="18" charset="0"/>
                                    <a:cs typeface="Arial" panose="020B0604020202020204" pitchFamily="34" charset="0"/>
                                  </a:rPr>
                                  <m:t>−</m:t>
                                </m:r>
                                <m:sSub>
                                  <m:sSubPr>
                                    <m:ctrlPr>
                                      <a:rPr lang="en-IN" sz="2400" i="1">
                                        <a:solidFill>
                                          <a:srgbClr val="0000FF"/>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a:solidFill>
                                          <a:srgbClr val="0000FF"/>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a:solidFill>
                                          <a:srgbClr val="0000FF"/>
                                        </a:solidFill>
                                        <a:latin typeface="Cambria Math" panose="02040503050406030204" pitchFamily="18" charset="0"/>
                                        <a:ea typeface="Cambria Math" panose="02040503050406030204" pitchFamily="18" charset="0"/>
                                        <a:cs typeface="Arial" panose="020B0604020202020204" pitchFamily="34" charset="0"/>
                                      </a:rPr>
                                      <m:t>1</m:t>
                                    </m:r>
                                  </m:sub>
                                </m:sSub>
                              </m:e>
                            </m:mr>
                            <m:mr>
                              <m:e>
                                <m:sSub>
                                  <m:sSubPr>
                                    <m:ctrlPr>
                                      <a:rPr lang="en-US" sz="2400" i="1">
                                        <a:solidFill>
                                          <a:srgbClr val="0000FF"/>
                                        </a:solidFill>
                                        <a:latin typeface="Cambria Math" panose="02040503050406030204" pitchFamily="18" charset="0"/>
                                        <a:cs typeface="Arial" panose="020B0604020202020204" pitchFamily="34" charset="0"/>
                                      </a:rPr>
                                    </m:ctrlPr>
                                  </m:sSubPr>
                                  <m:e>
                                    <m:r>
                                      <m:rPr>
                                        <m:sty m:val="p"/>
                                      </m:rPr>
                                      <a:rPr lang="en-US" sz="2400">
                                        <a:solidFill>
                                          <a:srgbClr val="0000FF"/>
                                        </a:solidFill>
                                        <a:latin typeface="Cambria Math" panose="02040503050406030204" pitchFamily="18" charset="0"/>
                                        <a:cs typeface="Arial" panose="020B0604020202020204" pitchFamily="34" charset="0"/>
                                      </a:rPr>
                                      <m:t>x</m:t>
                                    </m:r>
                                  </m:e>
                                  <m:sub>
                                    <m:r>
                                      <m:rPr>
                                        <m:sty m:val="p"/>
                                      </m:rPr>
                                      <a:rPr lang="en-IN" sz="2400">
                                        <a:solidFill>
                                          <a:srgbClr val="0000FF"/>
                                        </a:solidFill>
                                        <a:latin typeface="Cambria Math" panose="02040503050406030204" pitchFamily="18" charset="0"/>
                                        <a:cs typeface="Arial" panose="020B0604020202020204" pitchFamily="34" charset="0"/>
                                      </a:rPr>
                                      <m:t>i</m:t>
                                    </m:r>
                                    <m:r>
                                      <a:rPr lang="en-IN" sz="2400">
                                        <a:solidFill>
                                          <a:srgbClr val="0000FF"/>
                                        </a:solidFill>
                                        <a:latin typeface="Cambria Math" panose="02040503050406030204" pitchFamily="18" charset="0"/>
                                        <a:cs typeface="Arial" panose="020B0604020202020204" pitchFamily="34" charset="0"/>
                                      </a:rPr>
                                      <m:t>,2</m:t>
                                    </m:r>
                                  </m:sub>
                                </m:sSub>
                                <m:r>
                                  <a:rPr lang="en-US" sz="2400">
                                    <a:solidFill>
                                      <a:srgbClr val="0000FF"/>
                                    </a:solidFill>
                                    <a:latin typeface="Cambria Math" panose="02040503050406030204" pitchFamily="18" charset="0"/>
                                    <a:cs typeface="Arial" panose="020B0604020202020204" pitchFamily="34" charset="0"/>
                                  </a:rPr>
                                  <m:t>−</m:t>
                                </m:r>
                                <m:sSub>
                                  <m:sSubPr>
                                    <m:ctrlPr>
                                      <a:rPr lang="en-IN" sz="2400" i="1">
                                        <a:solidFill>
                                          <a:srgbClr val="0000FF"/>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a:solidFill>
                                          <a:srgbClr val="0000FF"/>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a:solidFill>
                                          <a:srgbClr val="0000FF"/>
                                        </a:solidFill>
                                        <a:latin typeface="Cambria Math" panose="02040503050406030204" pitchFamily="18" charset="0"/>
                                        <a:ea typeface="Cambria Math" panose="02040503050406030204" pitchFamily="18" charset="0"/>
                                        <a:cs typeface="Arial" panose="020B0604020202020204" pitchFamily="34" charset="0"/>
                                      </a:rPr>
                                      <m:t>2</m:t>
                                    </m:r>
                                  </m:sub>
                                </m:sSub>
                              </m:e>
                            </m:mr>
                          </m:m>
                        </m:e>
                      </m:d>
                      <m:r>
                        <a:rPr lang="en-IN" sz="2400" b="1" i="1">
                          <a:solidFill>
                            <a:srgbClr val="0000FF"/>
                          </a:solidFill>
                          <a:latin typeface="Cambria Math" panose="02040503050406030204" pitchFamily="18" charset="0"/>
                          <a:cs typeface="Arial" panose="020B0604020202020204" pitchFamily="34" charset="0"/>
                          <a:sym typeface="Symbol" panose="05050102010706020507" pitchFamily="18" charset="2"/>
                        </a:rPr>
                        <m:t> </m:t>
                      </m:r>
                      <m:r>
                        <a:rPr lang="en-IN" sz="2400">
                          <a:solidFill>
                            <a:srgbClr val="0000FF"/>
                          </a:solidFill>
                          <a:latin typeface="Cambria Math" panose="02040503050406030204" pitchFamily="18" charset="0"/>
                          <a:cs typeface="Arial" panose="020B0604020202020204" pitchFamily="34" charset="0"/>
                          <a:sym typeface="Symbol" panose="05050102010706020507" pitchFamily="18" charset="2"/>
                        </a:rPr>
                        <m:t>=</m:t>
                      </m:r>
                      <m:sSubSup>
                        <m:sSubSupPr>
                          <m:ctrlPr>
                            <a:rPr lang="en-US" sz="2400" i="1">
                              <a:solidFill>
                                <a:srgbClr val="0000FF"/>
                              </a:solidFill>
                              <a:latin typeface="Cambria Math" panose="02040503050406030204" pitchFamily="18" charset="0"/>
                              <a:ea typeface="Cambria Math" panose="02040503050406030204" pitchFamily="18" charset="0"/>
                              <a:cs typeface="Arial" panose="020B0604020202020204" pitchFamily="34" charset="0"/>
                            </a:rPr>
                          </m:ctrlPr>
                        </m:sSubSupPr>
                        <m:e>
                          <m:r>
                            <m:rPr>
                              <m:sty m:val="p"/>
                            </m:rPr>
                            <a:rPr lang="en-US" sz="2400">
                              <a:solidFill>
                                <a:srgbClr val="0000FF"/>
                              </a:solidFill>
                              <a:latin typeface="Cambria Math" panose="02040503050406030204" pitchFamily="18" charset="0"/>
                              <a:ea typeface="Cambria Math" panose="02040503050406030204" pitchFamily="18" charset="0"/>
                              <a:cs typeface="Arial" panose="020B0604020202020204" pitchFamily="34" charset="0"/>
                            </a:rPr>
                            <m:t>d</m:t>
                          </m:r>
                        </m:e>
                        <m:sub>
                          <m:r>
                            <m:rPr>
                              <m:sty m:val="p"/>
                            </m:rPr>
                            <a:rPr lang="en-US" sz="2400">
                              <a:solidFill>
                                <a:srgbClr val="0000FF"/>
                              </a:solidFill>
                              <a:latin typeface="Cambria Math" panose="02040503050406030204" pitchFamily="18" charset="0"/>
                              <a:ea typeface="Cambria Math" panose="02040503050406030204" pitchFamily="18" charset="0"/>
                              <a:cs typeface="Arial" panose="020B0604020202020204" pitchFamily="34" charset="0"/>
                            </a:rPr>
                            <m:t>i</m:t>
                          </m:r>
                        </m:sub>
                        <m:sup>
                          <m:r>
                            <a:rPr lang="en-US" sz="2400">
                              <a:solidFill>
                                <a:srgbClr val="0000FF"/>
                              </a:solidFill>
                              <a:latin typeface="Cambria Math" panose="02040503050406030204" pitchFamily="18" charset="0"/>
                              <a:ea typeface="Cambria Math" panose="02040503050406030204" pitchFamily="18" charset="0"/>
                              <a:cs typeface="Arial" panose="020B0604020202020204" pitchFamily="34" charset="0"/>
                            </a:rPr>
                            <m:t>2</m:t>
                          </m:r>
                        </m:sup>
                      </m:sSubSup>
                    </m:oMath>
                  </m:oMathPara>
                </a14:m>
                <a:endParaRPr lang="en-IN" sz="2400" dirty="0">
                  <a:solidFill>
                    <a:srgbClr val="0000FF"/>
                  </a:solidFill>
                </a:endParaRPr>
              </a:p>
            </p:txBody>
          </p:sp>
        </mc:Choice>
        <mc:Fallback xmlns="">
          <p:sp>
            <p:nvSpPr>
              <p:cNvPr id="12" name="TextBox 11">
                <a:extLst>
                  <a:ext uri="{FF2B5EF4-FFF2-40B4-BE49-F238E27FC236}">
                    <a16:creationId xmlns:a16="http://schemas.microsoft.com/office/drawing/2014/main" id="{E08963AB-CCCD-0E97-621A-A38E38B0EB7F}"/>
                  </a:ext>
                </a:extLst>
              </p:cNvPr>
              <p:cNvSpPr txBox="1">
                <a:spLocks noRot="1" noChangeAspect="1" noMove="1" noResize="1" noEditPoints="1" noAdjustHandles="1" noChangeArrowheads="1" noChangeShapeType="1" noTextEdit="1"/>
              </p:cNvSpPr>
              <p:nvPr/>
            </p:nvSpPr>
            <p:spPr>
              <a:xfrm>
                <a:off x="678598" y="1508950"/>
                <a:ext cx="7097061" cy="1146211"/>
              </a:xfrm>
              <a:prstGeom prst="rect">
                <a:avLst/>
              </a:prstGeom>
              <a:blipFill>
                <a:blip r:embed="rId2"/>
                <a:stretch>
                  <a:fillRect/>
                </a:stretch>
              </a:blipFill>
            </p:spPr>
            <p:txBody>
              <a:bodyPr/>
              <a:lstStyle/>
              <a:p>
                <a:r>
                  <a:rPr lang="en-IN">
                    <a:noFill/>
                  </a:rPr>
                  <a:t> </a:t>
                </a:r>
              </a:p>
            </p:txBody>
          </p:sp>
        </mc:Fallback>
      </mc:AlternateContent>
      <p:sp>
        <p:nvSpPr>
          <p:cNvPr id="13" name="TextBox 12"/>
          <p:cNvSpPr txBox="1"/>
          <p:nvPr/>
        </p:nvSpPr>
        <p:spPr>
          <a:xfrm>
            <a:off x="942170" y="4075450"/>
            <a:ext cx="6569916" cy="1200329"/>
          </a:xfrm>
          <a:prstGeom prst="rect">
            <a:avLst/>
          </a:prstGeom>
          <a:noFill/>
        </p:spPr>
        <p:txBody>
          <a:bodyPr wrap="square" rtlCol="0">
            <a:spAutoFit/>
          </a:bodyPr>
          <a:lstStyle/>
          <a:p>
            <a:pPr algn="ctr">
              <a:lnSpc>
                <a:spcPct val="150000"/>
              </a:lnSpc>
            </a:pPr>
            <a:r>
              <a:rPr lang="en-IN" sz="2400" dirty="0">
                <a:solidFill>
                  <a:schemeClr val="bg1"/>
                </a:solidFill>
                <a:latin typeface="Arial" panose="020B0604020202020204" pitchFamily="34" charset="0"/>
                <a:cs typeface="Arial" panose="020B0604020202020204" pitchFamily="34" charset="0"/>
              </a:rPr>
              <a:t>Locus of points governed by the equation results in </a:t>
            </a:r>
            <a:r>
              <a:rPr lang="en-IN" sz="2400" b="1" dirty="0">
                <a:solidFill>
                  <a:schemeClr val="bg1"/>
                </a:solidFill>
                <a:latin typeface="Arial" panose="020B0604020202020204" pitchFamily="34" charset="0"/>
                <a:cs typeface="Arial" panose="020B0604020202020204" pitchFamily="34" charset="0"/>
              </a:rPr>
              <a:t>Ellipse</a:t>
            </a:r>
            <a:r>
              <a:rPr lang="en-IN" sz="2400" dirty="0">
                <a:solidFill>
                  <a:schemeClr val="bg1"/>
                </a:solidFill>
                <a:latin typeface="Arial" panose="020B0604020202020204" pitchFamily="34" charset="0"/>
                <a:cs typeface="Arial" panose="020B0604020202020204" pitchFamily="34" charset="0"/>
              </a:rPr>
              <a:t> centred at (</a:t>
            </a:r>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a:t>
            </a:r>
            <a:r>
              <a:rPr lang="en-IN" sz="2400" baseline="-25000" dirty="0">
                <a:solidFill>
                  <a:schemeClr val="bg1"/>
                </a:solidFill>
                <a:latin typeface="Arial" panose="020B0604020202020204" pitchFamily="34" charset="0"/>
                <a:cs typeface="Arial" panose="020B0604020202020204" pitchFamily="34" charset="0"/>
                <a:sym typeface="Symbol" panose="05050102010706020507" pitchFamily="18" charset="2"/>
              </a:rPr>
              <a:t>1</a:t>
            </a:r>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a:t>
            </a:r>
            <a:r>
              <a:rPr lang="en-IN" sz="2400" baseline="-25000" dirty="0">
                <a:solidFill>
                  <a:schemeClr val="bg1"/>
                </a:solidFill>
                <a:latin typeface="Arial" panose="020B0604020202020204" pitchFamily="34" charset="0"/>
                <a:cs typeface="Arial" panose="020B0604020202020204" pitchFamily="34" charset="0"/>
                <a:sym typeface="Symbol" panose="05050102010706020507" pitchFamily="18" charset="2"/>
              </a:rPr>
              <a:t>2</a:t>
            </a:r>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a:t>
            </a:r>
            <a:endParaRPr lang="en-IN" sz="2400" baseline="-25000"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Rectangle 2"/>
              <p:cNvSpPr/>
              <p:nvPr/>
            </p:nvSpPr>
            <p:spPr>
              <a:xfrm>
                <a:off x="2062371" y="878851"/>
                <a:ext cx="3330848" cy="470000"/>
              </a:xfrm>
              <a:prstGeom prst="rect">
                <a:avLst/>
              </a:prstGeom>
            </p:spPr>
            <p:txBody>
              <a:bodyPr wrap="none">
                <a:spAutoFit/>
              </a:bodyPr>
              <a:lstStyle/>
              <a:p>
                <a14:m>
                  <m:oMath xmlns:m="http://schemas.openxmlformats.org/officeDocument/2006/math">
                    <m:r>
                      <a:rPr lang="en-IN" sz="2400" b="1" i="0">
                        <a:solidFill>
                          <a:srgbClr val="7030A0"/>
                        </a:solidFill>
                        <a:latin typeface="Cambria Math" panose="02040503050406030204" pitchFamily="18" charset="0"/>
                        <a:cs typeface="Arial" panose="020B0604020202020204" pitchFamily="34" charset="0"/>
                      </a:rPr>
                      <m:t>(</m:t>
                    </m:r>
                    <m:r>
                      <a:rPr lang="en-IN" sz="2400" b="1" i="0">
                        <a:solidFill>
                          <a:srgbClr val="7030A0"/>
                        </a:solidFill>
                        <a:latin typeface="Cambria Math" panose="02040503050406030204" pitchFamily="18" charset="0"/>
                        <a:cs typeface="Arial" panose="020B0604020202020204" pitchFamily="34" charset="0"/>
                      </a:rPr>
                      <m:t>𝐱</m:t>
                    </m:r>
                    <m:r>
                      <a:rPr lang="en-IN" sz="2400" b="1" i="0">
                        <a:solidFill>
                          <a:srgbClr val="7030A0"/>
                        </a:solidFill>
                        <a:latin typeface="Cambria Math" panose="02040503050406030204" pitchFamily="18" charset="0"/>
                        <a:cs typeface="Arial" panose="020B0604020202020204" pitchFamily="34" charset="0"/>
                      </a:rPr>
                      <m:t>−</m:t>
                    </m:r>
                    <m:r>
                      <a:rPr lang="en-IN" sz="2400" b="1" i="0">
                        <a:solidFill>
                          <a:srgbClr val="7030A0"/>
                        </a:solidFill>
                        <a:latin typeface="Cambria Math" panose="02040503050406030204" pitchFamily="18" charset="0"/>
                        <a:ea typeface="Cambria Math" panose="02040503050406030204" pitchFamily="18" charset="0"/>
                        <a:cs typeface="Arial" panose="020B0604020202020204" pitchFamily="34" charset="0"/>
                      </a:rPr>
                      <m:t>𝛍</m:t>
                    </m:r>
                    <m:r>
                      <a:rPr lang="en-IN" sz="2400" b="1" i="0">
                        <a:solidFill>
                          <a:srgbClr val="7030A0"/>
                        </a:solidFill>
                        <a:latin typeface="Cambria Math" panose="02040503050406030204" pitchFamily="18" charset="0"/>
                        <a:ea typeface="Cambria Math" panose="02040503050406030204" pitchFamily="18" charset="0"/>
                        <a:cs typeface="Arial" panose="020B0604020202020204" pitchFamily="34" charset="0"/>
                      </a:rPr>
                      <m:t>)′</m:t>
                    </m:r>
                    <m:r>
                      <a:rPr lang="en-IN" sz="2400" i="1" dirty="0" smtClean="0">
                        <a:solidFill>
                          <a:srgbClr val="7030A0"/>
                        </a:solidFill>
                        <a:latin typeface="Cambria Math" panose="02040503050406030204" pitchFamily="18" charset="0"/>
                        <a:cs typeface="Arial" panose="020B0604020202020204" pitchFamily="34" charset="0"/>
                        <a:sym typeface="Symbol" panose="05050102010706020507" pitchFamily="18" charset="2"/>
                      </a:rPr>
                      <m:t></m:t>
                    </m:r>
                  </m:oMath>
                </a14:m>
                <a:r>
                  <a:rPr lang="en-US" sz="2400" baseline="30000" dirty="0">
                    <a:solidFill>
                      <a:srgbClr val="7030A0"/>
                    </a:solidFill>
                    <a:latin typeface="Arial" panose="020B0604020202020204" pitchFamily="34" charset="0"/>
                    <a:cs typeface="Arial" panose="020B0604020202020204" pitchFamily="34" charset="0"/>
                  </a:rPr>
                  <a:t>-1</a:t>
                </a:r>
                <a14:m>
                  <m:oMath xmlns:m="http://schemas.openxmlformats.org/officeDocument/2006/math">
                    <m:d>
                      <m:dPr>
                        <m:ctrlPr>
                          <a:rPr lang="en-IN" sz="2400" i="1">
                            <a:solidFill>
                              <a:srgbClr val="7030A0"/>
                            </a:solidFill>
                            <a:latin typeface="Cambria Math" panose="02040503050406030204" pitchFamily="18" charset="0"/>
                            <a:cs typeface="Arial" panose="020B0604020202020204" pitchFamily="34" charset="0"/>
                          </a:rPr>
                        </m:ctrlPr>
                      </m:dPr>
                      <m:e>
                        <m:r>
                          <a:rPr lang="en-IN" sz="2400" b="1" i="0">
                            <a:solidFill>
                              <a:srgbClr val="7030A0"/>
                            </a:solidFill>
                            <a:latin typeface="Cambria Math" panose="02040503050406030204" pitchFamily="18" charset="0"/>
                            <a:cs typeface="Arial" panose="020B0604020202020204" pitchFamily="34" charset="0"/>
                          </a:rPr>
                          <m:t>𝐱</m:t>
                        </m:r>
                        <m:r>
                          <a:rPr lang="en-IN" sz="2400" b="1" i="0">
                            <a:solidFill>
                              <a:srgbClr val="7030A0"/>
                            </a:solidFill>
                            <a:latin typeface="Cambria Math" panose="02040503050406030204" pitchFamily="18" charset="0"/>
                            <a:cs typeface="Arial" panose="020B0604020202020204" pitchFamily="34" charset="0"/>
                          </a:rPr>
                          <m:t>−</m:t>
                        </m:r>
                        <m:r>
                          <a:rPr lang="en-IN" sz="2400" b="1" i="0">
                            <a:solidFill>
                              <a:srgbClr val="7030A0"/>
                            </a:solidFill>
                            <a:latin typeface="Cambria Math" panose="02040503050406030204" pitchFamily="18" charset="0"/>
                            <a:ea typeface="Cambria Math" panose="02040503050406030204" pitchFamily="18" charset="0"/>
                            <a:cs typeface="Arial" panose="020B0604020202020204" pitchFamily="34" charset="0"/>
                          </a:rPr>
                          <m:t>𝛍</m:t>
                        </m:r>
                      </m:e>
                    </m:d>
                    <m:r>
                      <a:rPr lang="en-IN" sz="2400" b="1" i="0">
                        <a:solidFill>
                          <a:srgbClr val="7030A0"/>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2400" i="1">
                            <a:solidFill>
                              <a:srgbClr val="7030A0"/>
                            </a:solidFill>
                            <a:latin typeface="Cambria Math" panose="02040503050406030204" pitchFamily="18" charset="0"/>
                            <a:ea typeface="Cambria Math" panose="02040503050406030204" pitchFamily="18" charset="0"/>
                            <a:cs typeface="Arial" panose="020B0604020202020204" pitchFamily="34" charset="0"/>
                          </a:rPr>
                        </m:ctrlPr>
                      </m:sSupPr>
                      <m:e>
                        <m:r>
                          <a:rPr lang="en-IN" sz="2400" b="1" i="0">
                            <a:solidFill>
                              <a:srgbClr val="7030A0"/>
                            </a:solidFill>
                            <a:latin typeface="Cambria Math" panose="02040503050406030204" pitchFamily="18" charset="0"/>
                            <a:ea typeface="Cambria Math" panose="02040503050406030204" pitchFamily="18" charset="0"/>
                            <a:cs typeface="Arial" panose="020B0604020202020204" pitchFamily="34" charset="0"/>
                          </a:rPr>
                          <m:t>𝐝</m:t>
                        </m:r>
                      </m:e>
                      <m:sup>
                        <m:r>
                          <a:rPr lang="en-IN" sz="2400" b="1" i="0">
                            <a:solidFill>
                              <a:srgbClr val="7030A0"/>
                            </a:solidFill>
                            <a:latin typeface="Cambria Math" panose="02040503050406030204" pitchFamily="18" charset="0"/>
                            <a:ea typeface="Cambria Math" panose="02040503050406030204" pitchFamily="18" charset="0"/>
                            <a:cs typeface="Arial" panose="020B0604020202020204" pitchFamily="34" charset="0"/>
                          </a:rPr>
                          <m:t>𝟐</m:t>
                        </m:r>
                      </m:sup>
                    </m:sSup>
                  </m:oMath>
                </a14:m>
                <a:endParaRPr lang="en-IN" sz="2400" dirty="0"/>
              </a:p>
            </p:txBody>
          </p:sp>
        </mc:Choice>
        <mc:Fallback xmlns="">
          <p:sp>
            <p:nvSpPr>
              <p:cNvPr id="3" name="Rectangle 2"/>
              <p:cNvSpPr>
                <a:spLocks noRot="1" noChangeAspect="1" noMove="1" noResize="1" noEditPoints="1" noAdjustHandles="1" noChangeArrowheads="1" noChangeShapeType="1" noTextEdit="1"/>
              </p:cNvSpPr>
              <p:nvPr/>
            </p:nvSpPr>
            <p:spPr>
              <a:xfrm>
                <a:off x="2062371" y="878851"/>
                <a:ext cx="3330848" cy="470000"/>
              </a:xfrm>
              <a:prstGeom prst="rect">
                <a:avLst/>
              </a:prstGeom>
              <a:blipFill>
                <a:blip r:embed="rId3"/>
                <a:stretch>
                  <a:fillRect l="-1463" t="-1299" b="-1818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2617745" y="2931885"/>
                <a:ext cx="4215449" cy="1124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sz="2400" i="1" smtClean="0">
                              <a:solidFill>
                                <a:srgbClr val="0000FF"/>
                              </a:solidFill>
                              <a:latin typeface="Cambria Math" panose="02040503050406030204" pitchFamily="18" charset="0"/>
                              <a:cs typeface="Arial" panose="020B0604020202020204" pitchFamily="34" charset="0"/>
                            </a:rPr>
                          </m:ctrlPr>
                        </m:fPr>
                        <m:num>
                          <m:sSup>
                            <m:sSupPr>
                              <m:ctrlPr>
                                <a:rPr lang="en-IN" sz="2400" b="0" i="1" smtClean="0">
                                  <a:solidFill>
                                    <a:srgbClr val="0000FF"/>
                                  </a:solidFill>
                                  <a:latin typeface="Cambria Math" panose="02040503050406030204" pitchFamily="18" charset="0"/>
                                  <a:ea typeface="Cambria Math" panose="02040503050406030204" pitchFamily="18" charset="0"/>
                                  <a:cs typeface="Arial" panose="020B0604020202020204" pitchFamily="34" charset="0"/>
                                </a:rPr>
                              </m:ctrlPr>
                            </m:sSupPr>
                            <m:e>
                              <m:d>
                                <m:dPr>
                                  <m:ctrlPr>
                                    <a:rPr lang="en-IN" sz="2400" b="0" i="1" smtClean="0">
                                      <a:solidFill>
                                        <a:srgbClr val="0000FF"/>
                                      </a:solidFill>
                                      <a:latin typeface="Cambria Math" panose="02040503050406030204" pitchFamily="18" charset="0"/>
                                      <a:cs typeface="Arial" panose="020B0604020202020204" pitchFamily="34" charset="0"/>
                                    </a:rPr>
                                  </m:ctrlPr>
                                </m:dPr>
                                <m:e>
                                  <m:sSub>
                                    <m:sSubPr>
                                      <m:ctrlPr>
                                        <a:rPr lang="en-IN" sz="2400" i="1">
                                          <a:solidFill>
                                            <a:srgbClr val="0000FF"/>
                                          </a:solidFill>
                                          <a:latin typeface="Cambria Math" panose="02040503050406030204" pitchFamily="18" charset="0"/>
                                          <a:cs typeface="Arial" panose="020B0604020202020204" pitchFamily="34" charset="0"/>
                                        </a:rPr>
                                      </m:ctrlPr>
                                    </m:sSubPr>
                                    <m:e>
                                      <m:r>
                                        <m:rPr>
                                          <m:sty m:val="p"/>
                                        </m:rPr>
                                        <a:rPr lang="en-IN" sz="2400">
                                          <a:solidFill>
                                            <a:srgbClr val="0000FF"/>
                                          </a:solidFill>
                                          <a:latin typeface="Cambria Math" panose="02040503050406030204" pitchFamily="18" charset="0"/>
                                          <a:cs typeface="Arial" panose="020B0604020202020204" pitchFamily="34" charset="0"/>
                                        </a:rPr>
                                        <m:t>x</m:t>
                                      </m:r>
                                    </m:e>
                                    <m:sub>
                                      <m:r>
                                        <m:rPr>
                                          <m:sty m:val="p"/>
                                        </m:rPr>
                                        <a:rPr lang="en-IN" sz="2400" b="0" i="0" smtClean="0">
                                          <a:solidFill>
                                            <a:srgbClr val="0000FF"/>
                                          </a:solidFill>
                                          <a:latin typeface="Cambria Math" panose="02040503050406030204" pitchFamily="18" charset="0"/>
                                          <a:cs typeface="Arial" panose="020B0604020202020204" pitchFamily="34" charset="0"/>
                                        </a:rPr>
                                        <m:t>i</m:t>
                                      </m:r>
                                      <m:r>
                                        <a:rPr lang="en-IN" sz="2400" b="0" i="0" smtClean="0">
                                          <a:solidFill>
                                            <a:srgbClr val="0000FF"/>
                                          </a:solidFill>
                                          <a:latin typeface="Cambria Math" panose="02040503050406030204" pitchFamily="18" charset="0"/>
                                          <a:cs typeface="Arial" panose="020B0604020202020204" pitchFamily="34" charset="0"/>
                                        </a:rPr>
                                        <m:t>,1</m:t>
                                      </m:r>
                                    </m:sub>
                                  </m:sSub>
                                  <m:r>
                                    <a:rPr lang="en-IN" sz="2400">
                                      <a:solidFill>
                                        <a:srgbClr val="0000FF"/>
                                      </a:solidFill>
                                      <a:latin typeface="Cambria Math" panose="02040503050406030204" pitchFamily="18" charset="0"/>
                                      <a:cs typeface="Arial" panose="020B0604020202020204" pitchFamily="34" charset="0"/>
                                    </a:rPr>
                                    <m:t>−</m:t>
                                  </m:r>
                                  <m:sSub>
                                    <m:sSubPr>
                                      <m:ctrlPr>
                                        <a:rPr lang="en-IN" sz="2400" i="1">
                                          <a:solidFill>
                                            <a:srgbClr val="0000FF"/>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a:solidFill>
                                            <a:srgbClr val="0000FF"/>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a:solidFill>
                                            <a:srgbClr val="0000FF"/>
                                          </a:solidFill>
                                          <a:latin typeface="Cambria Math" panose="02040503050406030204" pitchFamily="18" charset="0"/>
                                          <a:ea typeface="Cambria Math" panose="02040503050406030204" pitchFamily="18" charset="0"/>
                                          <a:cs typeface="Arial" panose="020B0604020202020204" pitchFamily="34" charset="0"/>
                                        </a:rPr>
                                        <m:t>1</m:t>
                                      </m:r>
                                    </m:sub>
                                  </m:sSub>
                                </m:e>
                              </m:d>
                            </m:e>
                            <m:sup>
                              <m:r>
                                <a:rPr lang="en-IN" sz="2400" b="0" i="1" smtClean="0">
                                  <a:solidFill>
                                    <a:srgbClr val="0000FF"/>
                                  </a:solidFill>
                                  <a:latin typeface="Cambria Math" panose="02040503050406030204" pitchFamily="18" charset="0"/>
                                  <a:ea typeface="Cambria Math" panose="02040503050406030204" pitchFamily="18" charset="0"/>
                                  <a:cs typeface="Arial" panose="020B0604020202020204" pitchFamily="34" charset="0"/>
                                </a:rPr>
                                <m:t>2</m:t>
                              </m:r>
                            </m:sup>
                          </m:sSup>
                        </m:num>
                        <m:den>
                          <m:sSup>
                            <m:sSupPr>
                              <m:ctrlPr>
                                <a:rPr lang="en-IN" sz="2400" i="1">
                                  <a:solidFill>
                                    <a:srgbClr val="0000FF"/>
                                  </a:solidFill>
                                  <a:latin typeface="Cambria Math" panose="02040503050406030204" pitchFamily="18" charset="0"/>
                                  <a:cs typeface="Arial" panose="020B0604020202020204" pitchFamily="34" charset="0"/>
                                </a:rPr>
                              </m:ctrlPr>
                            </m:sSupPr>
                            <m:e>
                              <m:d>
                                <m:dPr>
                                  <m:ctrlPr>
                                    <a:rPr lang="en-IN" sz="2400" i="1">
                                      <a:solidFill>
                                        <a:srgbClr val="0000FF"/>
                                      </a:solidFill>
                                      <a:latin typeface="Cambria Math" panose="02040503050406030204" pitchFamily="18" charset="0"/>
                                      <a:cs typeface="Arial" panose="020B0604020202020204" pitchFamily="34" charset="0"/>
                                    </a:rPr>
                                  </m:ctrlPr>
                                </m:dPr>
                                <m:e>
                                  <m:rad>
                                    <m:radPr>
                                      <m:degHide m:val="on"/>
                                      <m:ctrlPr>
                                        <a:rPr lang="en-IN" sz="2400" i="1">
                                          <a:solidFill>
                                            <a:srgbClr val="0000FF"/>
                                          </a:solidFill>
                                          <a:latin typeface="Cambria Math" panose="02040503050406030204" pitchFamily="18" charset="0"/>
                                          <a:cs typeface="Arial" panose="020B0604020202020204" pitchFamily="34" charset="0"/>
                                        </a:rPr>
                                      </m:ctrlPr>
                                    </m:radPr>
                                    <m:deg/>
                                    <m:e>
                                      <m:sSub>
                                        <m:sSubPr>
                                          <m:ctrlPr>
                                            <a:rPr lang="en-IN" sz="2400" i="1">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IN" sz="2400">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sub>
                                          <m:r>
                                            <a:rPr lang="en-IN" sz="2400">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11</m:t>
                                          </m:r>
                                        </m:sub>
                                      </m:sSub>
                                    </m:e>
                                  </m:rad>
                                  <m:sSub>
                                    <m:sSubPr>
                                      <m:ctrlPr>
                                        <a:rPr lang="en-IN" sz="2400" b="0" i="1" smtClean="0">
                                          <a:solidFill>
                                            <a:srgbClr val="0000FF"/>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2400">
                                          <a:solidFill>
                                            <a:srgbClr val="0000FF"/>
                                          </a:solidFill>
                                          <a:latin typeface="Cambria Math" panose="02040503050406030204" pitchFamily="18" charset="0"/>
                                          <a:ea typeface="Cambria Math" panose="02040503050406030204" pitchFamily="18" charset="0"/>
                                          <a:cs typeface="Arial" panose="020B0604020202020204" pitchFamily="34" charset="0"/>
                                        </a:rPr>
                                        <m:t>d</m:t>
                                      </m:r>
                                    </m:e>
                                    <m:sub>
                                      <m:r>
                                        <m:rPr>
                                          <m:sty m:val="p"/>
                                        </m:rPr>
                                        <a:rPr lang="en-IN" sz="2400" b="0" i="0" smtClean="0">
                                          <a:solidFill>
                                            <a:srgbClr val="0000FF"/>
                                          </a:solidFill>
                                          <a:latin typeface="Cambria Math" panose="02040503050406030204" pitchFamily="18" charset="0"/>
                                          <a:ea typeface="Cambria Math" panose="02040503050406030204" pitchFamily="18" charset="0"/>
                                          <a:cs typeface="Arial" panose="020B0604020202020204" pitchFamily="34" charset="0"/>
                                        </a:rPr>
                                        <m:t>i</m:t>
                                      </m:r>
                                    </m:sub>
                                  </m:sSub>
                                </m:e>
                              </m:d>
                            </m:e>
                            <m:sup>
                              <m:r>
                                <a:rPr lang="en-IN" sz="2400">
                                  <a:solidFill>
                                    <a:srgbClr val="0000FF"/>
                                  </a:solidFill>
                                  <a:latin typeface="Cambria Math" panose="02040503050406030204" pitchFamily="18" charset="0"/>
                                  <a:cs typeface="Arial" panose="020B0604020202020204" pitchFamily="34" charset="0"/>
                                </a:rPr>
                                <m:t>2</m:t>
                              </m:r>
                            </m:sup>
                          </m:sSup>
                        </m:den>
                      </m:f>
                      <m:r>
                        <a:rPr lang="en-IN" sz="2400" b="0" i="1" smtClean="0">
                          <a:solidFill>
                            <a:srgbClr val="0000FF"/>
                          </a:solidFill>
                          <a:latin typeface="Cambria Math" panose="02040503050406030204" pitchFamily="18" charset="0"/>
                          <a:cs typeface="Arial" panose="020B0604020202020204" pitchFamily="34" charset="0"/>
                        </a:rPr>
                        <m:t>+</m:t>
                      </m:r>
                      <m:f>
                        <m:fPr>
                          <m:ctrlPr>
                            <a:rPr lang="en-IN" sz="2400" i="1">
                              <a:solidFill>
                                <a:srgbClr val="0000FF"/>
                              </a:solidFill>
                              <a:latin typeface="Cambria Math" panose="02040503050406030204" pitchFamily="18" charset="0"/>
                              <a:cs typeface="Arial" panose="020B0604020202020204" pitchFamily="34" charset="0"/>
                            </a:rPr>
                          </m:ctrlPr>
                        </m:fPr>
                        <m:num>
                          <m:sSup>
                            <m:sSupPr>
                              <m:ctrlPr>
                                <a:rPr lang="en-IN" sz="2400" i="1">
                                  <a:solidFill>
                                    <a:srgbClr val="0000FF"/>
                                  </a:solidFill>
                                  <a:latin typeface="Cambria Math" panose="02040503050406030204" pitchFamily="18" charset="0"/>
                                  <a:ea typeface="Cambria Math" panose="02040503050406030204" pitchFamily="18" charset="0"/>
                                  <a:cs typeface="Arial" panose="020B0604020202020204" pitchFamily="34" charset="0"/>
                                </a:rPr>
                              </m:ctrlPr>
                            </m:sSupPr>
                            <m:e>
                              <m:d>
                                <m:dPr>
                                  <m:ctrlPr>
                                    <a:rPr lang="en-IN" sz="2400" i="1">
                                      <a:solidFill>
                                        <a:srgbClr val="0000FF"/>
                                      </a:solidFill>
                                      <a:latin typeface="Cambria Math" panose="02040503050406030204" pitchFamily="18" charset="0"/>
                                      <a:cs typeface="Arial" panose="020B0604020202020204" pitchFamily="34" charset="0"/>
                                    </a:rPr>
                                  </m:ctrlPr>
                                </m:dPr>
                                <m:e>
                                  <m:sSub>
                                    <m:sSubPr>
                                      <m:ctrlPr>
                                        <a:rPr lang="en-IN" sz="2400" i="1">
                                          <a:solidFill>
                                            <a:srgbClr val="0000FF"/>
                                          </a:solidFill>
                                          <a:latin typeface="Cambria Math" panose="02040503050406030204" pitchFamily="18" charset="0"/>
                                          <a:cs typeface="Arial" panose="020B0604020202020204" pitchFamily="34" charset="0"/>
                                        </a:rPr>
                                      </m:ctrlPr>
                                    </m:sSubPr>
                                    <m:e>
                                      <m:r>
                                        <m:rPr>
                                          <m:sty m:val="p"/>
                                        </m:rPr>
                                        <a:rPr lang="en-IN" sz="2400">
                                          <a:solidFill>
                                            <a:srgbClr val="0000FF"/>
                                          </a:solidFill>
                                          <a:latin typeface="Cambria Math" panose="02040503050406030204" pitchFamily="18" charset="0"/>
                                          <a:cs typeface="Arial" panose="020B0604020202020204" pitchFamily="34" charset="0"/>
                                        </a:rPr>
                                        <m:t>x</m:t>
                                      </m:r>
                                    </m:e>
                                    <m:sub>
                                      <m:r>
                                        <m:rPr>
                                          <m:sty m:val="p"/>
                                        </m:rPr>
                                        <a:rPr lang="en-IN" sz="2400" b="0" i="0" smtClean="0">
                                          <a:solidFill>
                                            <a:srgbClr val="0000FF"/>
                                          </a:solidFill>
                                          <a:latin typeface="Cambria Math" panose="02040503050406030204" pitchFamily="18" charset="0"/>
                                          <a:cs typeface="Arial" panose="020B0604020202020204" pitchFamily="34" charset="0"/>
                                        </a:rPr>
                                        <m:t>i</m:t>
                                      </m:r>
                                      <m:r>
                                        <a:rPr lang="en-IN" sz="2400" b="0" i="0" smtClean="0">
                                          <a:solidFill>
                                            <a:srgbClr val="0000FF"/>
                                          </a:solidFill>
                                          <a:latin typeface="Cambria Math" panose="02040503050406030204" pitchFamily="18" charset="0"/>
                                          <a:cs typeface="Arial" panose="020B0604020202020204" pitchFamily="34" charset="0"/>
                                        </a:rPr>
                                        <m:t>,2</m:t>
                                      </m:r>
                                    </m:sub>
                                  </m:sSub>
                                  <m:r>
                                    <a:rPr lang="en-IN" sz="2400">
                                      <a:solidFill>
                                        <a:srgbClr val="0000FF"/>
                                      </a:solidFill>
                                      <a:latin typeface="Cambria Math" panose="02040503050406030204" pitchFamily="18" charset="0"/>
                                      <a:cs typeface="Arial" panose="020B0604020202020204" pitchFamily="34" charset="0"/>
                                    </a:rPr>
                                    <m:t>−</m:t>
                                  </m:r>
                                  <m:sSub>
                                    <m:sSubPr>
                                      <m:ctrlPr>
                                        <a:rPr lang="en-IN" sz="2400" i="1">
                                          <a:solidFill>
                                            <a:srgbClr val="0000FF"/>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a:solidFill>
                                            <a:srgbClr val="0000FF"/>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b="0" i="0" smtClean="0">
                                          <a:solidFill>
                                            <a:srgbClr val="0000FF"/>
                                          </a:solidFill>
                                          <a:latin typeface="Cambria Math" panose="02040503050406030204" pitchFamily="18" charset="0"/>
                                          <a:ea typeface="Cambria Math" panose="02040503050406030204" pitchFamily="18" charset="0"/>
                                          <a:cs typeface="Arial" panose="020B0604020202020204" pitchFamily="34" charset="0"/>
                                        </a:rPr>
                                        <m:t>2</m:t>
                                      </m:r>
                                    </m:sub>
                                  </m:sSub>
                                </m:e>
                              </m:d>
                            </m:e>
                            <m:sup>
                              <m:r>
                                <a:rPr lang="en-IN" sz="2400" i="1">
                                  <a:solidFill>
                                    <a:srgbClr val="0000FF"/>
                                  </a:solidFill>
                                  <a:latin typeface="Cambria Math" panose="02040503050406030204" pitchFamily="18" charset="0"/>
                                  <a:ea typeface="Cambria Math" panose="02040503050406030204" pitchFamily="18" charset="0"/>
                                  <a:cs typeface="Arial" panose="020B0604020202020204" pitchFamily="34" charset="0"/>
                                </a:rPr>
                                <m:t>2</m:t>
                              </m:r>
                            </m:sup>
                          </m:sSup>
                        </m:num>
                        <m:den>
                          <m:sSup>
                            <m:sSupPr>
                              <m:ctrlPr>
                                <a:rPr lang="en-IN" sz="2400" i="1">
                                  <a:solidFill>
                                    <a:srgbClr val="0000FF"/>
                                  </a:solidFill>
                                  <a:latin typeface="Cambria Math" panose="02040503050406030204" pitchFamily="18" charset="0"/>
                                  <a:cs typeface="Arial" panose="020B0604020202020204" pitchFamily="34" charset="0"/>
                                </a:rPr>
                              </m:ctrlPr>
                            </m:sSupPr>
                            <m:e>
                              <m:d>
                                <m:dPr>
                                  <m:ctrlPr>
                                    <a:rPr lang="en-IN" sz="2400" i="1">
                                      <a:solidFill>
                                        <a:srgbClr val="0000FF"/>
                                      </a:solidFill>
                                      <a:latin typeface="Cambria Math" panose="02040503050406030204" pitchFamily="18" charset="0"/>
                                      <a:cs typeface="Arial" panose="020B0604020202020204" pitchFamily="34" charset="0"/>
                                    </a:rPr>
                                  </m:ctrlPr>
                                </m:dPr>
                                <m:e>
                                  <m:rad>
                                    <m:radPr>
                                      <m:degHide m:val="on"/>
                                      <m:ctrlPr>
                                        <a:rPr lang="en-IN" sz="2400" i="1">
                                          <a:solidFill>
                                            <a:srgbClr val="0000FF"/>
                                          </a:solidFill>
                                          <a:latin typeface="Cambria Math" panose="02040503050406030204" pitchFamily="18" charset="0"/>
                                          <a:cs typeface="Arial" panose="020B0604020202020204" pitchFamily="34" charset="0"/>
                                        </a:rPr>
                                      </m:ctrlPr>
                                    </m:radPr>
                                    <m:deg/>
                                    <m:e>
                                      <m:sSub>
                                        <m:sSubPr>
                                          <m:ctrlPr>
                                            <a:rPr lang="en-IN" sz="2400" i="1">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IN" sz="2400">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sub>
                                          <m:r>
                                            <a:rPr lang="en-IN" sz="2400" b="0" i="0" smtClean="0">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22</m:t>
                                          </m:r>
                                        </m:sub>
                                      </m:sSub>
                                    </m:e>
                                  </m:rad>
                                  <m:sSub>
                                    <m:sSubPr>
                                      <m:ctrlPr>
                                        <a:rPr lang="en-IN" sz="2400" b="0" i="1" smtClean="0">
                                          <a:solidFill>
                                            <a:srgbClr val="0000FF"/>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2400">
                                          <a:solidFill>
                                            <a:srgbClr val="0000FF"/>
                                          </a:solidFill>
                                          <a:latin typeface="Cambria Math" panose="02040503050406030204" pitchFamily="18" charset="0"/>
                                          <a:ea typeface="Cambria Math" panose="02040503050406030204" pitchFamily="18" charset="0"/>
                                          <a:cs typeface="Arial" panose="020B0604020202020204" pitchFamily="34" charset="0"/>
                                        </a:rPr>
                                        <m:t>d</m:t>
                                      </m:r>
                                    </m:e>
                                    <m:sub>
                                      <m:r>
                                        <m:rPr>
                                          <m:sty m:val="p"/>
                                        </m:rPr>
                                        <a:rPr lang="en-IN" sz="2400" b="0" i="0" smtClean="0">
                                          <a:solidFill>
                                            <a:srgbClr val="0000FF"/>
                                          </a:solidFill>
                                          <a:latin typeface="Cambria Math" panose="02040503050406030204" pitchFamily="18" charset="0"/>
                                          <a:ea typeface="Cambria Math" panose="02040503050406030204" pitchFamily="18" charset="0"/>
                                          <a:cs typeface="Arial" panose="020B0604020202020204" pitchFamily="34" charset="0"/>
                                        </a:rPr>
                                        <m:t>i</m:t>
                                      </m:r>
                                    </m:sub>
                                  </m:sSub>
                                </m:e>
                              </m:d>
                            </m:e>
                            <m:sup>
                              <m:r>
                                <a:rPr lang="en-IN" sz="2400">
                                  <a:solidFill>
                                    <a:srgbClr val="0000FF"/>
                                  </a:solidFill>
                                  <a:latin typeface="Cambria Math" panose="02040503050406030204" pitchFamily="18" charset="0"/>
                                  <a:cs typeface="Arial" panose="020B0604020202020204" pitchFamily="34" charset="0"/>
                                </a:rPr>
                                <m:t>2</m:t>
                              </m:r>
                            </m:sup>
                          </m:sSup>
                        </m:den>
                      </m:f>
                      <m:r>
                        <a:rPr lang="en-IN" sz="2400" i="0">
                          <a:solidFill>
                            <a:srgbClr val="0000FF"/>
                          </a:solidFill>
                          <a:latin typeface="Cambria Math" panose="02040503050406030204" pitchFamily="18" charset="0"/>
                          <a:ea typeface="Cambria Math" panose="02040503050406030204" pitchFamily="18" charset="0"/>
                          <a:cs typeface="Arial" panose="020B0604020202020204" pitchFamily="34" charset="0"/>
                        </a:rPr>
                        <m:t>=</m:t>
                      </m:r>
                      <m:r>
                        <a:rPr lang="en-IN" sz="2400" b="0" i="1" smtClean="0">
                          <a:solidFill>
                            <a:srgbClr val="0000FF"/>
                          </a:solidFill>
                          <a:latin typeface="Cambria Math" panose="02040503050406030204" pitchFamily="18" charset="0"/>
                          <a:cs typeface="Arial" panose="020B0604020202020204" pitchFamily="34" charset="0"/>
                        </a:rPr>
                        <m:t>1</m:t>
                      </m:r>
                    </m:oMath>
                  </m:oMathPara>
                </a14:m>
                <a:endParaRPr lang="en-IN" sz="2400" dirty="0">
                  <a:solidFill>
                    <a:srgbClr val="0000FF"/>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2617745" y="2931885"/>
                <a:ext cx="4215449" cy="1124988"/>
              </a:xfrm>
              <a:prstGeom prst="rect">
                <a:avLst/>
              </a:prstGeom>
              <a:blipFill>
                <a:blip r:embed="rId5"/>
                <a:stretch>
                  <a:fillRect/>
                </a:stretch>
              </a:blipFill>
            </p:spPr>
            <p:txBody>
              <a:bodyPr/>
              <a:lstStyle/>
              <a:p>
                <a:r>
                  <a:rPr lang="en-IN">
                    <a:noFill/>
                  </a:rPr>
                  <a:t> </a:t>
                </a:r>
              </a:p>
            </p:txBody>
          </p:sp>
        </mc:Fallback>
      </mc:AlternateContent>
      <p:pic>
        <p:nvPicPr>
          <p:cNvPr id="7" name="Picture 6"/>
          <p:cNvPicPr>
            <a:picLocks noChangeAspect="1"/>
          </p:cNvPicPr>
          <p:nvPr/>
        </p:nvPicPr>
        <p:blipFill>
          <a:blip r:embed="rId6"/>
          <a:stretch>
            <a:fillRect/>
          </a:stretch>
        </p:blipFill>
        <p:spPr>
          <a:xfrm>
            <a:off x="2431415" y="5468635"/>
            <a:ext cx="3591426" cy="1171739"/>
          </a:xfrm>
          <a:prstGeom prst="rect">
            <a:avLst/>
          </a:prstGeom>
        </p:spPr>
      </p:pic>
      <p:pic>
        <p:nvPicPr>
          <p:cNvPr id="8" name="Picture 7"/>
          <p:cNvPicPr>
            <a:picLocks noChangeAspect="1"/>
          </p:cNvPicPr>
          <p:nvPr/>
        </p:nvPicPr>
        <p:blipFill>
          <a:blip r:embed="rId7"/>
          <a:stretch>
            <a:fillRect/>
          </a:stretch>
        </p:blipFill>
        <p:spPr>
          <a:xfrm>
            <a:off x="7858408" y="4269076"/>
            <a:ext cx="3847962" cy="2550319"/>
          </a:xfrm>
          <a:prstGeom prst="rect">
            <a:avLst/>
          </a:prstGeom>
        </p:spPr>
      </p:pic>
      <p:pic>
        <p:nvPicPr>
          <p:cNvPr id="5" name="Picture 4"/>
          <p:cNvPicPr>
            <a:picLocks noChangeAspect="1"/>
          </p:cNvPicPr>
          <p:nvPr/>
        </p:nvPicPr>
        <p:blipFill>
          <a:blip r:embed="rId8"/>
          <a:stretch>
            <a:fillRect/>
          </a:stretch>
        </p:blipFill>
        <p:spPr>
          <a:xfrm>
            <a:off x="7934286" y="689013"/>
            <a:ext cx="3772084" cy="3137263"/>
          </a:xfrm>
          <a:prstGeom prst="rect">
            <a:avLst/>
          </a:prstGeom>
        </p:spPr>
      </p:pic>
      <p:grpSp>
        <p:nvGrpSpPr>
          <p:cNvPr id="10" name="Group 9">
            <a:extLst>
              <a:ext uri="{FF2B5EF4-FFF2-40B4-BE49-F238E27FC236}">
                <a16:creationId xmlns:a16="http://schemas.microsoft.com/office/drawing/2014/main" id="{4F793B6B-2831-56E1-8EFF-4BE727433CFF}"/>
              </a:ext>
            </a:extLst>
          </p:cNvPr>
          <p:cNvGrpSpPr/>
          <p:nvPr/>
        </p:nvGrpSpPr>
        <p:grpSpPr>
          <a:xfrm>
            <a:off x="7353878" y="2442701"/>
            <a:ext cx="304200" cy="91440"/>
            <a:chOff x="7353878" y="2442701"/>
            <a:chExt cx="304200" cy="91440"/>
          </a:xfrm>
        </p:grpSpPr>
        <mc:AlternateContent xmlns:mc="http://schemas.openxmlformats.org/markup-compatibility/2006">
          <mc:Choice xmlns:p14="http://schemas.microsoft.com/office/powerpoint/2010/main" Requires="p14">
            <p:contentPart p14:bwMode="auto" r:id="rId9">
              <p14:nvContentPartPr>
                <p14:cNvPr id="2" name="Ink 1">
                  <a:extLst>
                    <a:ext uri="{FF2B5EF4-FFF2-40B4-BE49-F238E27FC236}">
                      <a16:creationId xmlns:a16="http://schemas.microsoft.com/office/drawing/2014/main" id="{D323382E-AFD8-A50F-26B5-990F5F79F162}"/>
                    </a:ext>
                  </a:extLst>
                </p14:cNvPr>
                <p14:cNvContentPartPr/>
                <p14:nvPr/>
              </p14:nvContentPartPr>
              <p14:xfrm>
                <a:off x="7353878" y="2442701"/>
                <a:ext cx="211680" cy="31320"/>
              </p14:xfrm>
            </p:contentPart>
          </mc:Choice>
          <mc:Fallback>
            <p:pic>
              <p:nvPicPr>
                <p:cNvPr id="2" name="Ink 1">
                  <a:extLst>
                    <a:ext uri="{FF2B5EF4-FFF2-40B4-BE49-F238E27FC236}">
                      <a16:creationId xmlns:a16="http://schemas.microsoft.com/office/drawing/2014/main" id="{D323382E-AFD8-A50F-26B5-990F5F79F162}"/>
                    </a:ext>
                  </a:extLst>
                </p:cNvPr>
                <p:cNvPicPr/>
                <p:nvPr/>
              </p:nvPicPr>
              <p:blipFill>
                <a:blip r:embed="rId10"/>
                <a:stretch>
                  <a:fillRect/>
                </a:stretch>
              </p:blipFill>
              <p:spPr>
                <a:xfrm>
                  <a:off x="7349558" y="2438381"/>
                  <a:ext cx="22032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C2C4622B-9E1D-F143-C894-4490389A90D1}"/>
                    </a:ext>
                  </a:extLst>
                </p14:cNvPr>
                <p14:cNvContentPartPr/>
                <p14:nvPr/>
              </p14:nvContentPartPr>
              <p14:xfrm>
                <a:off x="7418678" y="2487701"/>
                <a:ext cx="239400" cy="46440"/>
              </p14:xfrm>
            </p:contentPart>
          </mc:Choice>
          <mc:Fallback>
            <p:pic>
              <p:nvPicPr>
                <p:cNvPr id="9" name="Ink 8">
                  <a:extLst>
                    <a:ext uri="{FF2B5EF4-FFF2-40B4-BE49-F238E27FC236}">
                      <a16:creationId xmlns:a16="http://schemas.microsoft.com/office/drawing/2014/main" id="{C2C4622B-9E1D-F143-C894-4490389A90D1}"/>
                    </a:ext>
                  </a:extLst>
                </p:cNvPr>
                <p:cNvPicPr/>
                <p:nvPr/>
              </p:nvPicPr>
              <p:blipFill>
                <a:blip r:embed="rId12"/>
                <a:stretch>
                  <a:fillRect/>
                </a:stretch>
              </p:blipFill>
              <p:spPr>
                <a:xfrm>
                  <a:off x="7414358" y="2483381"/>
                  <a:ext cx="248040" cy="55080"/>
                </a:xfrm>
                <a:prstGeom prst="rect">
                  <a:avLst/>
                </a:prstGeom>
              </p:spPr>
            </p:pic>
          </mc:Fallback>
        </mc:AlternateContent>
      </p:grpSp>
      <p:grpSp>
        <p:nvGrpSpPr>
          <p:cNvPr id="18" name="Group 17">
            <a:extLst>
              <a:ext uri="{FF2B5EF4-FFF2-40B4-BE49-F238E27FC236}">
                <a16:creationId xmlns:a16="http://schemas.microsoft.com/office/drawing/2014/main" id="{209EAB4B-8C7D-061E-D3EC-317F855352A7}"/>
              </a:ext>
            </a:extLst>
          </p:cNvPr>
          <p:cNvGrpSpPr/>
          <p:nvPr/>
        </p:nvGrpSpPr>
        <p:grpSpPr>
          <a:xfrm>
            <a:off x="5106038" y="4014461"/>
            <a:ext cx="440640" cy="165600"/>
            <a:chOff x="5106038" y="4014461"/>
            <a:chExt cx="440640" cy="165600"/>
          </a:xfrm>
        </p:grpSpPr>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97849944-1809-35D1-4F5D-2723AAFE3956}"/>
                    </a:ext>
                  </a:extLst>
                </p14:cNvPr>
                <p14:cNvContentPartPr/>
                <p14:nvPr/>
              </p14:nvContentPartPr>
              <p14:xfrm>
                <a:off x="5106038" y="4103741"/>
                <a:ext cx="440640" cy="76320"/>
              </p14:xfrm>
            </p:contentPart>
          </mc:Choice>
          <mc:Fallback>
            <p:pic>
              <p:nvPicPr>
                <p:cNvPr id="11" name="Ink 10">
                  <a:extLst>
                    <a:ext uri="{FF2B5EF4-FFF2-40B4-BE49-F238E27FC236}">
                      <a16:creationId xmlns:a16="http://schemas.microsoft.com/office/drawing/2014/main" id="{97849944-1809-35D1-4F5D-2723AAFE3956}"/>
                    </a:ext>
                  </a:extLst>
                </p:cNvPr>
                <p:cNvPicPr/>
                <p:nvPr/>
              </p:nvPicPr>
              <p:blipFill>
                <a:blip r:embed="rId14"/>
                <a:stretch>
                  <a:fillRect/>
                </a:stretch>
              </p:blipFill>
              <p:spPr>
                <a:xfrm>
                  <a:off x="5101718" y="4099421"/>
                  <a:ext cx="44928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4" name="Ink 13">
                  <a:extLst>
                    <a:ext uri="{FF2B5EF4-FFF2-40B4-BE49-F238E27FC236}">
                      <a16:creationId xmlns:a16="http://schemas.microsoft.com/office/drawing/2014/main" id="{4415A4FC-F66D-4F88-5F3D-3723337EBE86}"/>
                    </a:ext>
                  </a:extLst>
                </p14:cNvPr>
                <p14:cNvContentPartPr/>
                <p14:nvPr/>
              </p14:nvContentPartPr>
              <p14:xfrm>
                <a:off x="5130878" y="4014461"/>
                <a:ext cx="385560" cy="90000"/>
              </p14:xfrm>
            </p:contentPart>
          </mc:Choice>
          <mc:Fallback>
            <p:pic>
              <p:nvPicPr>
                <p:cNvPr id="14" name="Ink 13">
                  <a:extLst>
                    <a:ext uri="{FF2B5EF4-FFF2-40B4-BE49-F238E27FC236}">
                      <a16:creationId xmlns:a16="http://schemas.microsoft.com/office/drawing/2014/main" id="{4415A4FC-F66D-4F88-5F3D-3723337EBE86}"/>
                    </a:ext>
                  </a:extLst>
                </p:cNvPr>
                <p:cNvPicPr/>
                <p:nvPr/>
              </p:nvPicPr>
              <p:blipFill>
                <a:blip r:embed="rId16"/>
                <a:stretch>
                  <a:fillRect/>
                </a:stretch>
              </p:blipFill>
              <p:spPr>
                <a:xfrm>
                  <a:off x="5126558" y="4010141"/>
                  <a:ext cx="394200" cy="98640"/>
                </a:xfrm>
                <a:prstGeom prst="rect">
                  <a:avLst/>
                </a:prstGeom>
              </p:spPr>
            </p:pic>
          </mc:Fallback>
        </mc:AlternateContent>
      </p:grpSp>
      <p:grpSp>
        <p:nvGrpSpPr>
          <p:cNvPr id="17" name="Group 16">
            <a:extLst>
              <a:ext uri="{FF2B5EF4-FFF2-40B4-BE49-F238E27FC236}">
                <a16:creationId xmlns:a16="http://schemas.microsoft.com/office/drawing/2014/main" id="{A285840F-1C75-7036-5379-9725BCD68CBB}"/>
              </a:ext>
            </a:extLst>
          </p:cNvPr>
          <p:cNvGrpSpPr/>
          <p:nvPr/>
        </p:nvGrpSpPr>
        <p:grpSpPr>
          <a:xfrm>
            <a:off x="3251318" y="4064141"/>
            <a:ext cx="534600" cy="220680"/>
            <a:chOff x="3251318" y="4064141"/>
            <a:chExt cx="534600" cy="220680"/>
          </a:xfrm>
        </p:grpSpPr>
        <mc:AlternateContent xmlns:mc="http://schemas.openxmlformats.org/markup-compatibility/2006">
          <mc:Choice xmlns:p14="http://schemas.microsoft.com/office/powerpoint/2010/main" Requires="p14">
            <p:contentPart p14:bwMode="auto" r:id="rId17">
              <p14:nvContentPartPr>
                <p14:cNvPr id="15" name="Ink 14">
                  <a:extLst>
                    <a:ext uri="{FF2B5EF4-FFF2-40B4-BE49-F238E27FC236}">
                      <a16:creationId xmlns:a16="http://schemas.microsoft.com/office/drawing/2014/main" id="{5E42AA8E-D63B-60E6-EF83-239B7CAA7585}"/>
                    </a:ext>
                  </a:extLst>
                </p14:cNvPr>
                <p14:cNvContentPartPr/>
                <p14:nvPr/>
              </p14:nvContentPartPr>
              <p14:xfrm>
                <a:off x="3251318" y="4064141"/>
                <a:ext cx="467280" cy="117360"/>
              </p14:xfrm>
            </p:contentPart>
          </mc:Choice>
          <mc:Fallback>
            <p:pic>
              <p:nvPicPr>
                <p:cNvPr id="15" name="Ink 14">
                  <a:extLst>
                    <a:ext uri="{FF2B5EF4-FFF2-40B4-BE49-F238E27FC236}">
                      <a16:creationId xmlns:a16="http://schemas.microsoft.com/office/drawing/2014/main" id="{5E42AA8E-D63B-60E6-EF83-239B7CAA7585}"/>
                    </a:ext>
                  </a:extLst>
                </p:cNvPr>
                <p:cNvPicPr/>
                <p:nvPr/>
              </p:nvPicPr>
              <p:blipFill>
                <a:blip r:embed="rId18"/>
                <a:stretch>
                  <a:fillRect/>
                </a:stretch>
              </p:blipFill>
              <p:spPr>
                <a:xfrm>
                  <a:off x="3246998" y="4059821"/>
                  <a:ext cx="47592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6" name="Ink 15">
                  <a:extLst>
                    <a:ext uri="{FF2B5EF4-FFF2-40B4-BE49-F238E27FC236}">
                      <a16:creationId xmlns:a16="http://schemas.microsoft.com/office/drawing/2014/main" id="{02594B20-AC2A-8ABB-4B5A-44710E6568F6}"/>
                    </a:ext>
                  </a:extLst>
                </p14:cNvPr>
                <p14:cNvContentPartPr/>
                <p14:nvPr/>
              </p14:nvContentPartPr>
              <p14:xfrm>
                <a:off x="3290198" y="4153781"/>
                <a:ext cx="495720" cy="131040"/>
              </p14:xfrm>
            </p:contentPart>
          </mc:Choice>
          <mc:Fallback>
            <p:pic>
              <p:nvPicPr>
                <p:cNvPr id="16" name="Ink 15">
                  <a:extLst>
                    <a:ext uri="{FF2B5EF4-FFF2-40B4-BE49-F238E27FC236}">
                      <a16:creationId xmlns:a16="http://schemas.microsoft.com/office/drawing/2014/main" id="{02594B20-AC2A-8ABB-4B5A-44710E6568F6}"/>
                    </a:ext>
                  </a:extLst>
                </p:cNvPr>
                <p:cNvPicPr/>
                <p:nvPr/>
              </p:nvPicPr>
              <p:blipFill>
                <a:blip r:embed="rId20"/>
                <a:stretch>
                  <a:fillRect/>
                </a:stretch>
              </p:blipFill>
              <p:spPr>
                <a:xfrm>
                  <a:off x="3285878" y="4149461"/>
                  <a:ext cx="504360" cy="1396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1">
            <p14:nvContentPartPr>
              <p14:cNvPr id="19" name="Ink 18">
                <a:extLst>
                  <a:ext uri="{FF2B5EF4-FFF2-40B4-BE49-F238E27FC236}">
                    <a16:creationId xmlns:a16="http://schemas.microsoft.com/office/drawing/2014/main" id="{CBF303B8-F50D-8AD3-64D2-07202FE7352A}"/>
                  </a:ext>
                </a:extLst>
              </p14:cNvPr>
              <p14:cNvContentPartPr/>
              <p14:nvPr/>
            </p14:nvContentPartPr>
            <p14:xfrm>
              <a:off x="5601038" y="4703861"/>
              <a:ext cx="1073880" cy="820440"/>
            </p14:xfrm>
          </p:contentPart>
        </mc:Choice>
        <mc:Fallback>
          <p:pic>
            <p:nvPicPr>
              <p:cNvPr id="19" name="Ink 18">
                <a:extLst>
                  <a:ext uri="{FF2B5EF4-FFF2-40B4-BE49-F238E27FC236}">
                    <a16:creationId xmlns:a16="http://schemas.microsoft.com/office/drawing/2014/main" id="{CBF303B8-F50D-8AD3-64D2-07202FE7352A}"/>
                  </a:ext>
                </a:extLst>
              </p:cNvPr>
              <p:cNvPicPr/>
              <p:nvPr/>
            </p:nvPicPr>
            <p:blipFill>
              <a:blip r:embed="rId22"/>
              <a:stretch>
                <a:fillRect/>
              </a:stretch>
            </p:blipFill>
            <p:spPr>
              <a:xfrm>
                <a:off x="5596718" y="4699541"/>
                <a:ext cx="1082520" cy="829080"/>
              </a:xfrm>
              <a:prstGeom prst="rect">
                <a:avLst/>
              </a:prstGeom>
            </p:spPr>
          </p:pic>
        </mc:Fallback>
      </mc:AlternateContent>
    </p:spTree>
    <p:extLst>
      <p:ext uri="{BB962C8B-B14F-4D97-AF65-F5344CB8AC3E}">
        <p14:creationId xmlns:p14="http://schemas.microsoft.com/office/powerpoint/2010/main" val="24640238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68A40-FAB6-F97A-F19D-F635D40039B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C061BB7-71DB-0546-16C4-A8F7EB3E5184}"/>
              </a:ext>
            </a:extLst>
          </p:cNvPr>
          <p:cNvSpPr txBox="1"/>
          <p:nvPr/>
        </p:nvSpPr>
        <p:spPr>
          <a:xfrm>
            <a:off x="278038" y="28105"/>
            <a:ext cx="11056901" cy="523220"/>
          </a:xfrm>
          <a:prstGeom prst="rect">
            <a:avLst/>
          </a:prstGeom>
          <a:noFill/>
        </p:spPr>
        <p:txBody>
          <a:bodyPr wrap="square" rtlCol="0">
            <a:spAutoFit/>
          </a:bodyPr>
          <a:lstStyle/>
          <a:p>
            <a:pPr algn="ctr"/>
            <a:r>
              <a:rPr lang="en-IN" sz="2800" b="1" dirty="0">
                <a:solidFill>
                  <a:srgbClr val="7030A0"/>
                </a:solidFill>
                <a:latin typeface="Arial" panose="020B0604020202020204" pitchFamily="34" charset="0"/>
                <a:cs typeface="Arial" panose="020B0604020202020204" pitchFamily="34" charset="0"/>
              </a:rPr>
              <a:t>Application II Analysis: No Correlation, Different Variances</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E192D72-6E84-ADBD-91F3-407ED45262AE}"/>
                  </a:ext>
                </a:extLst>
              </p:cNvPr>
              <p:cNvSpPr txBox="1"/>
              <p:nvPr/>
            </p:nvSpPr>
            <p:spPr>
              <a:xfrm>
                <a:off x="678598" y="1508950"/>
                <a:ext cx="7097061" cy="1146211"/>
              </a:xfrm>
              <a:prstGeom prst="rect">
                <a:avLst/>
              </a:prstGeom>
              <a:noFill/>
            </p:spPr>
            <p:txBody>
              <a:bodyPr wrap="square">
                <a:spAutoFit/>
              </a:bodyPr>
              <a:lstStyle/>
              <a:p>
                <a:pPr algn="ctr">
                  <a:lnSpc>
                    <a:spcPct val="150000"/>
                  </a:lnSpc>
                  <a:buClr>
                    <a:srgbClr val="0000FF"/>
                  </a:buClr>
                </a:pPr>
                <a14:m>
                  <m:oMathPara xmlns:m="http://schemas.openxmlformats.org/officeDocument/2006/math">
                    <m:oMathParaPr>
                      <m:jc m:val="centerGroup"/>
                    </m:oMathParaPr>
                    <m:oMath xmlns:m="http://schemas.openxmlformats.org/officeDocument/2006/math">
                      <m:sSub>
                        <m:sSubPr>
                          <m:ctrlPr>
                            <a:rPr lang="en-IN" sz="2400" i="1" smtClean="0">
                              <a:solidFill>
                                <a:srgbClr val="0000FF"/>
                              </a:solidFill>
                              <a:latin typeface="Cambria Math" panose="02040503050406030204" pitchFamily="18" charset="0"/>
                              <a:cs typeface="Arial" panose="020B0604020202020204" pitchFamily="34" charset="0"/>
                            </a:rPr>
                          </m:ctrlPr>
                        </m:sSubPr>
                        <m:e>
                          <m:m>
                            <m:mPr>
                              <m:mcs>
                                <m:mc>
                                  <m:mcPr>
                                    <m:count m:val="2"/>
                                    <m:mcJc m:val="center"/>
                                  </m:mcPr>
                                </m:mc>
                              </m:mcs>
                              <m:ctrlPr>
                                <a:rPr lang="en-US" sz="2400" i="1">
                                  <a:solidFill>
                                    <a:srgbClr val="0000FF"/>
                                  </a:solidFill>
                                  <a:latin typeface="Cambria Math" panose="02040503050406030204" pitchFamily="18" charset="0"/>
                                  <a:cs typeface="Arial" panose="020B0604020202020204" pitchFamily="34" charset="0"/>
                                </a:rPr>
                              </m:ctrlPr>
                            </m:mPr>
                            <m:mr>
                              <m:e>
                                <m:sSub>
                                  <m:sSubPr>
                                    <m:ctrlPr>
                                      <a:rPr lang="en-US" sz="2400" i="1">
                                        <a:solidFill>
                                          <a:srgbClr val="0000FF"/>
                                        </a:solidFill>
                                        <a:latin typeface="Cambria Math" panose="02040503050406030204" pitchFamily="18" charset="0"/>
                                        <a:cs typeface="Arial" panose="020B0604020202020204" pitchFamily="34" charset="0"/>
                                      </a:rPr>
                                    </m:ctrlPr>
                                  </m:sSubPr>
                                  <m:e>
                                    <m:r>
                                      <a:rPr lang="en-IN" sz="2400">
                                        <a:solidFill>
                                          <a:srgbClr val="0000FF"/>
                                        </a:solidFill>
                                        <a:latin typeface="Cambria Math" panose="02040503050406030204" pitchFamily="18" charset="0"/>
                                        <a:cs typeface="Arial" panose="020B0604020202020204" pitchFamily="34" charset="0"/>
                                      </a:rPr>
                                      <m:t>[</m:t>
                                    </m:r>
                                    <m:r>
                                      <m:rPr>
                                        <m:sty m:val="p"/>
                                      </m:rPr>
                                      <a:rPr lang="en-US" sz="2400" i="1">
                                        <a:solidFill>
                                          <a:srgbClr val="0000FF"/>
                                        </a:solidFill>
                                        <a:latin typeface="Cambria Math" panose="02040503050406030204" pitchFamily="18" charset="0"/>
                                        <a:cs typeface="Arial" panose="020B0604020202020204" pitchFamily="34" charset="0"/>
                                      </a:rPr>
                                      <m:t>x</m:t>
                                    </m:r>
                                  </m:e>
                                  <m:sub>
                                    <m:r>
                                      <m:rPr>
                                        <m:sty m:val="p"/>
                                      </m:rPr>
                                      <a:rPr lang="en-IN" sz="2400">
                                        <a:solidFill>
                                          <a:srgbClr val="0000FF"/>
                                        </a:solidFill>
                                        <a:latin typeface="Cambria Math" panose="02040503050406030204" pitchFamily="18" charset="0"/>
                                        <a:cs typeface="Arial" panose="020B0604020202020204" pitchFamily="34" charset="0"/>
                                      </a:rPr>
                                      <m:t>i</m:t>
                                    </m:r>
                                    <m:r>
                                      <a:rPr lang="en-IN" sz="2400">
                                        <a:solidFill>
                                          <a:srgbClr val="0000FF"/>
                                        </a:solidFill>
                                        <a:latin typeface="Cambria Math" panose="02040503050406030204" pitchFamily="18" charset="0"/>
                                        <a:cs typeface="Arial" panose="020B0604020202020204" pitchFamily="34" charset="0"/>
                                      </a:rPr>
                                      <m:t>,1</m:t>
                                    </m:r>
                                  </m:sub>
                                </m:sSub>
                                <m:r>
                                  <a:rPr lang="en-US" sz="2400">
                                    <a:solidFill>
                                      <a:srgbClr val="0000FF"/>
                                    </a:solidFill>
                                    <a:latin typeface="Cambria Math" panose="02040503050406030204" pitchFamily="18" charset="0"/>
                                    <a:cs typeface="Arial" panose="020B0604020202020204" pitchFamily="34" charset="0"/>
                                  </a:rPr>
                                  <m:t>−</m:t>
                                </m:r>
                                <m:sSub>
                                  <m:sSubPr>
                                    <m:ctrlPr>
                                      <a:rPr lang="en-IN" sz="2400" i="1">
                                        <a:solidFill>
                                          <a:srgbClr val="0000FF"/>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i="1">
                                        <a:solidFill>
                                          <a:srgbClr val="0000FF"/>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i="1">
                                        <a:solidFill>
                                          <a:srgbClr val="0000FF"/>
                                        </a:solidFill>
                                        <a:latin typeface="Cambria Math" panose="02040503050406030204" pitchFamily="18" charset="0"/>
                                        <a:ea typeface="Cambria Math" panose="02040503050406030204" pitchFamily="18" charset="0"/>
                                        <a:cs typeface="Arial" panose="020B0604020202020204" pitchFamily="34" charset="0"/>
                                      </a:rPr>
                                      <m:t>1</m:t>
                                    </m:r>
                                  </m:sub>
                                </m:sSub>
                              </m:e>
                              <m:e>
                                <m:sSub>
                                  <m:sSubPr>
                                    <m:ctrlPr>
                                      <a:rPr lang="en-US" sz="2400" i="1">
                                        <a:solidFill>
                                          <a:srgbClr val="0000FF"/>
                                        </a:solidFill>
                                        <a:latin typeface="Cambria Math" panose="02040503050406030204" pitchFamily="18" charset="0"/>
                                        <a:cs typeface="Arial" panose="020B0604020202020204" pitchFamily="34" charset="0"/>
                                      </a:rPr>
                                    </m:ctrlPr>
                                  </m:sSubPr>
                                  <m:e>
                                    <m:r>
                                      <m:rPr>
                                        <m:sty m:val="p"/>
                                      </m:rPr>
                                      <a:rPr lang="en-US" sz="2400" i="1">
                                        <a:solidFill>
                                          <a:srgbClr val="0000FF"/>
                                        </a:solidFill>
                                        <a:latin typeface="Cambria Math" panose="02040503050406030204" pitchFamily="18" charset="0"/>
                                        <a:cs typeface="Arial" panose="020B0604020202020204" pitchFamily="34" charset="0"/>
                                      </a:rPr>
                                      <m:t>x</m:t>
                                    </m:r>
                                  </m:e>
                                  <m:sub>
                                    <m:r>
                                      <m:rPr>
                                        <m:sty m:val="p"/>
                                      </m:rPr>
                                      <a:rPr lang="en-IN" sz="2400">
                                        <a:solidFill>
                                          <a:srgbClr val="0000FF"/>
                                        </a:solidFill>
                                        <a:latin typeface="Cambria Math" panose="02040503050406030204" pitchFamily="18" charset="0"/>
                                        <a:cs typeface="Arial" panose="020B0604020202020204" pitchFamily="34" charset="0"/>
                                      </a:rPr>
                                      <m:t>i</m:t>
                                    </m:r>
                                    <m:r>
                                      <a:rPr lang="en-IN" sz="2400">
                                        <a:solidFill>
                                          <a:srgbClr val="0000FF"/>
                                        </a:solidFill>
                                        <a:latin typeface="Cambria Math" panose="02040503050406030204" pitchFamily="18" charset="0"/>
                                        <a:cs typeface="Arial" panose="020B0604020202020204" pitchFamily="34" charset="0"/>
                                      </a:rPr>
                                      <m:t>,2</m:t>
                                    </m:r>
                                  </m:sub>
                                </m:sSub>
                                <m:r>
                                  <a:rPr lang="en-US" sz="2400">
                                    <a:solidFill>
                                      <a:srgbClr val="0000FF"/>
                                    </a:solidFill>
                                    <a:latin typeface="Cambria Math" panose="02040503050406030204" pitchFamily="18" charset="0"/>
                                    <a:cs typeface="Arial" panose="020B0604020202020204" pitchFamily="34" charset="0"/>
                                  </a:rPr>
                                  <m:t>−</m:t>
                                </m:r>
                                <m:r>
                                  <m:rPr>
                                    <m:sty m:val="p"/>
                                  </m:rPr>
                                  <a:rPr lang="en-US" sz="2400" i="1">
                                    <a:solidFill>
                                      <a:srgbClr val="0000FF"/>
                                    </a:solidFill>
                                    <a:latin typeface="Cambria Math" panose="02040503050406030204" pitchFamily="18" charset="0"/>
                                    <a:ea typeface="Cambria Math" panose="02040503050406030204" pitchFamily="18" charset="0"/>
                                    <a:cs typeface="Arial" panose="020B0604020202020204" pitchFamily="34" charset="0"/>
                                  </a:rPr>
                                  <m:t>μ</m:t>
                                </m:r>
                              </m:e>
                            </m:mr>
                          </m:m>
                        </m:e>
                        <m:sub>
                          <m:r>
                            <a:rPr lang="en-IN" sz="2400" i="1">
                              <a:solidFill>
                                <a:srgbClr val="0000FF"/>
                              </a:solidFill>
                              <a:latin typeface="Cambria Math" panose="02040503050406030204" pitchFamily="18" charset="0"/>
                              <a:cs typeface="Arial" panose="020B0604020202020204" pitchFamily="34" charset="0"/>
                            </a:rPr>
                            <m:t>2</m:t>
                          </m:r>
                        </m:sub>
                      </m:sSub>
                      <m:r>
                        <a:rPr lang="en-IN" sz="2400" b="1" i="1">
                          <a:solidFill>
                            <a:srgbClr val="0000FF"/>
                          </a:solidFill>
                          <a:latin typeface="Cambria Math" panose="02040503050406030204" pitchFamily="18" charset="0"/>
                          <a:cs typeface="Arial" panose="020B0604020202020204" pitchFamily="34" charset="0"/>
                        </a:rPr>
                        <m:t>]</m:t>
                      </m:r>
                      <m:d>
                        <m:dPr>
                          <m:begChr m:val="["/>
                          <m:endChr m:val="]"/>
                          <m:ctrlPr>
                            <a:rPr lang="en-IN" sz="2400" i="1">
                              <a:solidFill>
                                <a:srgbClr val="0000FF"/>
                              </a:solidFill>
                              <a:latin typeface="Cambria Math" panose="02040503050406030204" pitchFamily="18" charset="0"/>
                            </a:rPr>
                          </m:ctrlPr>
                        </m:dPr>
                        <m:e>
                          <m:m>
                            <m:mPr>
                              <m:mcs>
                                <m:mc>
                                  <m:mcPr>
                                    <m:count m:val="2"/>
                                    <m:mcJc m:val="center"/>
                                  </m:mcPr>
                                </m:mc>
                              </m:mcs>
                              <m:ctrlPr>
                                <a:rPr lang="en-IN" sz="2400" i="1">
                                  <a:solidFill>
                                    <a:srgbClr val="0000FF"/>
                                  </a:solidFill>
                                  <a:latin typeface="Cambria Math" panose="02040503050406030204" pitchFamily="18" charset="0"/>
                                </a:rPr>
                              </m:ctrlPr>
                            </m:mPr>
                            <m:mr>
                              <m:e>
                                <m:sSub>
                                  <m:sSubPr>
                                    <m:ctrlPr>
                                      <a:rPr lang="en-IN" sz="2400" i="1">
                                        <a:solidFill>
                                          <a:srgbClr val="0000FF"/>
                                        </a:solidFill>
                                        <a:latin typeface="Cambria Math" panose="02040503050406030204" pitchFamily="18" charset="0"/>
                                        <a:sym typeface="Symbol" panose="05050102010706020507" pitchFamily="18" charset="2"/>
                                      </a:rPr>
                                    </m:ctrlPr>
                                  </m:sSubPr>
                                  <m:e>
                                    <m:r>
                                      <a:rPr lang="en-IN" sz="2400" i="1">
                                        <a:solidFill>
                                          <a:srgbClr val="0000FF"/>
                                        </a:solidFill>
                                        <a:latin typeface="Cambria Math" panose="02040503050406030204" pitchFamily="18" charset="0"/>
                                        <a:sym typeface="Symbol" panose="05050102010706020507" pitchFamily="18" charset="2"/>
                                      </a:rPr>
                                      <m:t>1/</m:t>
                                    </m:r>
                                  </m:e>
                                  <m:sub>
                                    <m:r>
                                      <a:rPr lang="en-IN" sz="2400" i="1">
                                        <a:solidFill>
                                          <a:srgbClr val="0000FF"/>
                                        </a:solidFill>
                                        <a:latin typeface="Cambria Math" panose="02040503050406030204" pitchFamily="18" charset="0"/>
                                        <a:sym typeface="Symbol" panose="05050102010706020507" pitchFamily="18" charset="2"/>
                                      </a:rPr>
                                      <m:t>11</m:t>
                                    </m:r>
                                  </m:sub>
                                </m:sSub>
                                <m:r>
                                  <a:rPr lang="en-IN" sz="2400" i="1">
                                    <a:solidFill>
                                      <a:srgbClr val="0000FF"/>
                                    </a:solidFill>
                                    <a:latin typeface="Cambria Math" panose="02040503050406030204" pitchFamily="18" charset="0"/>
                                    <a:sym typeface="Symbol" panose="05050102010706020507" pitchFamily="18" charset="2"/>
                                  </a:rPr>
                                  <m:t> </m:t>
                                </m:r>
                              </m:e>
                              <m:e>
                                <m:r>
                                  <a:rPr lang="en-IN" sz="2400" i="1">
                                    <a:solidFill>
                                      <a:srgbClr val="0000FF"/>
                                    </a:solidFill>
                                    <a:latin typeface="Cambria Math" panose="02040503050406030204" pitchFamily="18" charset="0"/>
                                    <a:sym typeface="Symbol" panose="05050102010706020507" pitchFamily="18" charset="2"/>
                                  </a:rPr>
                                  <m:t>0 </m:t>
                                </m:r>
                              </m:e>
                            </m:mr>
                            <m:mr>
                              <m:e>
                                <m:r>
                                  <a:rPr lang="en-IN" sz="2400" i="1">
                                    <a:solidFill>
                                      <a:srgbClr val="0000FF"/>
                                    </a:solidFill>
                                    <a:latin typeface="Cambria Math" panose="02040503050406030204" pitchFamily="18" charset="0"/>
                                    <a:sym typeface="Symbol" panose="05050102010706020507" pitchFamily="18" charset="2"/>
                                  </a:rPr>
                                  <m:t>0</m:t>
                                </m:r>
                              </m:e>
                              <m:e>
                                <m:sSub>
                                  <m:sSubPr>
                                    <m:ctrlPr>
                                      <a:rPr lang="en-IN" sz="2400" i="1">
                                        <a:solidFill>
                                          <a:srgbClr val="0000FF"/>
                                        </a:solidFill>
                                        <a:latin typeface="Cambria Math" panose="02040503050406030204" pitchFamily="18" charset="0"/>
                                        <a:sym typeface="Symbol" panose="05050102010706020507" pitchFamily="18" charset="2"/>
                                      </a:rPr>
                                    </m:ctrlPr>
                                  </m:sSubPr>
                                  <m:e>
                                    <m:r>
                                      <a:rPr lang="en-IN" sz="2400" i="1">
                                        <a:solidFill>
                                          <a:srgbClr val="0000FF"/>
                                        </a:solidFill>
                                        <a:latin typeface="Cambria Math" panose="02040503050406030204" pitchFamily="18" charset="0"/>
                                        <a:sym typeface="Symbol" panose="05050102010706020507" pitchFamily="18" charset="2"/>
                                      </a:rPr>
                                      <m:t>1/</m:t>
                                    </m:r>
                                  </m:e>
                                  <m:sub>
                                    <m:r>
                                      <a:rPr lang="en-IN" sz="2400" i="1">
                                        <a:solidFill>
                                          <a:srgbClr val="0000FF"/>
                                        </a:solidFill>
                                        <a:latin typeface="Cambria Math" panose="02040503050406030204" pitchFamily="18" charset="0"/>
                                        <a:sym typeface="Symbol" panose="05050102010706020507" pitchFamily="18" charset="2"/>
                                      </a:rPr>
                                      <m:t>22</m:t>
                                    </m:r>
                                  </m:sub>
                                </m:sSub>
                              </m:e>
                            </m:mr>
                          </m:m>
                        </m:e>
                      </m:d>
                      <m:d>
                        <m:dPr>
                          <m:begChr m:val="["/>
                          <m:endChr m:val="]"/>
                          <m:ctrlPr>
                            <a:rPr lang="en-IN" sz="2400" b="1" i="1">
                              <a:solidFill>
                                <a:srgbClr val="0000FF"/>
                              </a:solidFill>
                              <a:latin typeface="Cambria Math" panose="02040503050406030204" pitchFamily="18" charset="0"/>
                              <a:cs typeface="Arial" panose="020B0604020202020204" pitchFamily="34" charset="0"/>
                              <a:sym typeface="Symbol" panose="05050102010706020507" pitchFamily="18" charset="2"/>
                            </a:rPr>
                          </m:ctrlPr>
                        </m:dPr>
                        <m:e>
                          <m:m>
                            <m:mPr>
                              <m:mcs>
                                <m:mc>
                                  <m:mcPr>
                                    <m:count m:val="1"/>
                                    <m:mcJc m:val="center"/>
                                  </m:mcPr>
                                </m:mc>
                              </m:mcs>
                              <m:ctrlPr>
                                <a:rPr lang="en-IN" sz="2400" b="1" i="1">
                                  <a:solidFill>
                                    <a:srgbClr val="0000FF"/>
                                  </a:solidFill>
                                  <a:latin typeface="Cambria Math" panose="02040503050406030204" pitchFamily="18" charset="0"/>
                                  <a:cs typeface="Arial" panose="020B0604020202020204" pitchFamily="34" charset="0"/>
                                  <a:sym typeface="Symbol" panose="05050102010706020507" pitchFamily="18" charset="2"/>
                                </a:rPr>
                              </m:ctrlPr>
                            </m:mPr>
                            <m:mr>
                              <m:e>
                                <m:sSub>
                                  <m:sSubPr>
                                    <m:ctrlPr>
                                      <a:rPr lang="en-US" sz="2400" i="1">
                                        <a:solidFill>
                                          <a:srgbClr val="0000FF"/>
                                        </a:solidFill>
                                        <a:latin typeface="Cambria Math" panose="02040503050406030204" pitchFamily="18" charset="0"/>
                                        <a:cs typeface="Arial" panose="020B0604020202020204" pitchFamily="34" charset="0"/>
                                      </a:rPr>
                                    </m:ctrlPr>
                                  </m:sSubPr>
                                  <m:e>
                                    <m:r>
                                      <m:rPr>
                                        <m:sty m:val="p"/>
                                      </m:rPr>
                                      <a:rPr lang="en-US" sz="2400">
                                        <a:solidFill>
                                          <a:srgbClr val="0000FF"/>
                                        </a:solidFill>
                                        <a:latin typeface="Cambria Math" panose="02040503050406030204" pitchFamily="18" charset="0"/>
                                        <a:cs typeface="Arial" panose="020B0604020202020204" pitchFamily="34" charset="0"/>
                                      </a:rPr>
                                      <m:t>x</m:t>
                                    </m:r>
                                  </m:e>
                                  <m:sub>
                                    <m:r>
                                      <m:rPr>
                                        <m:sty m:val="p"/>
                                      </m:rPr>
                                      <a:rPr lang="en-IN" sz="2400">
                                        <a:solidFill>
                                          <a:srgbClr val="0000FF"/>
                                        </a:solidFill>
                                        <a:latin typeface="Cambria Math" panose="02040503050406030204" pitchFamily="18" charset="0"/>
                                        <a:cs typeface="Arial" panose="020B0604020202020204" pitchFamily="34" charset="0"/>
                                      </a:rPr>
                                      <m:t>i</m:t>
                                    </m:r>
                                    <m:r>
                                      <a:rPr lang="en-IN" sz="2400">
                                        <a:solidFill>
                                          <a:srgbClr val="0000FF"/>
                                        </a:solidFill>
                                        <a:latin typeface="Cambria Math" panose="02040503050406030204" pitchFamily="18" charset="0"/>
                                        <a:cs typeface="Arial" panose="020B0604020202020204" pitchFamily="34" charset="0"/>
                                      </a:rPr>
                                      <m:t>,1</m:t>
                                    </m:r>
                                  </m:sub>
                                </m:sSub>
                                <m:r>
                                  <a:rPr lang="en-US" sz="2400">
                                    <a:solidFill>
                                      <a:srgbClr val="0000FF"/>
                                    </a:solidFill>
                                    <a:latin typeface="Cambria Math" panose="02040503050406030204" pitchFamily="18" charset="0"/>
                                    <a:cs typeface="Arial" panose="020B0604020202020204" pitchFamily="34" charset="0"/>
                                  </a:rPr>
                                  <m:t>−</m:t>
                                </m:r>
                                <m:sSub>
                                  <m:sSubPr>
                                    <m:ctrlPr>
                                      <a:rPr lang="en-IN" sz="2400" i="1">
                                        <a:solidFill>
                                          <a:srgbClr val="0000FF"/>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a:solidFill>
                                          <a:srgbClr val="0000FF"/>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a:solidFill>
                                          <a:srgbClr val="0000FF"/>
                                        </a:solidFill>
                                        <a:latin typeface="Cambria Math" panose="02040503050406030204" pitchFamily="18" charset="0"/>
                                        <a:ea typeface="Cambria Math" panose="02040503050406030204" pitchFamily="18" charset="0"/>
                                        <a:cs typeface="Arial" panose="020B0604020202020204" pitchFamily="34" charset="0"/>
                                      </a:rPr>
                                      <m:t>1</m:t>
                                    </m:r>
                                  </m:sub>
                                </m:sSub>
                              </m:e>
                            </m:mr>
                            <m:mr>
                              <m:e>
                                <m:sSub>
                                  <m:sSubPr>
                                    <m:ctrlPr>
                                      <a:rPr lang="en-US" sz="2400" i="1">
                                        <a:solidFill>
                                          <a:srgbClr val="0000FF"/>
                                        </a:solidFill>
                                        <a:latin typeface="Cambria Math" panose="02040503050406030204" pitchFamily="18" charset="0"/>
                                        <a:cs typeface="Arial" panose="020B0604020202020204" pitchFamily="34" charset="0"/>
                                      </a:rPr>
                                    </m:ctrlPr>
                                  </m:sSubPr>
                                  <m:e>
                                    <m:r>
                                      <m:rPr>
                                        <m:sty m:val="p"/>
                                      </m:rPr>
                                      <a:rPr lang="en-US" sz="2400">
                                        <a:solidFill>
                                          <a:srgbClr val="0000FF"/>
                                        </a:solidFill>
                                        <a:latin typeface="Cambria Math" panose="02040503050406030204" pitchFamily="18" charset="0"/>
                                        <a:cs typeface="Arial" panose="020B0604020202020204" pitchFamily="34" charset="0"/>
                                      </a:rPr>
                                      <m:t>x</m:t>
                                    </m:r>
                                  </m:e>
                                  <m:sub>
                                    <m:r>
                                      <m:rPr>
                                        <m:sty m:val="p"/>
                                      </m:rPr>
                                      <a:rPr lang="en-IN" sz="2400">
                                        <a:solidFill>
                                          <a:srgbClr val="0000FF"/>
                                        </a:solidFill>
                                        <a:latin typeface="Cambria Math" panose="02040503050406030204" pitchFamily="18" charset="0"/>
                                        <a:cs typeface="Arial" panose="020B0604020202020204" pitchFamily="34" charset="0"/>
                                      </a:rPr>
                                      <m:t>i</m:t>
                                    </m:r>
                                    <m:r>
                                      <a:rPr lang="en-IN" sz="2400">
                                        <a:solidFill>
                                          <a:srgbClr val="0000FF"/>
                                        </a:solidFill>
                                        <a:latin typeface="Cambria Math" panose="02040503050406030204" pitchFamily="18" charset="0"/>
                                        <a:cs typeface="Arial" panose="020B0604020202020204" pitchFamily="34" charset="0"/>
                                      </a:rPr>
                                      <m:t>,2</m:t>
                                    </m:r>
                                  </m:sub>
                                </m:sSub>
                                <m:r>
                                  <a:rPr lang="en-US" sz="2400">
                                    <a:solidFill>
                                      <a:srgbClr val="0000FF"/>
                                    </a:solidFill>
                                    <a:latin typeface="Cambria Math" panose="02040503050406030204" pitchFamily="18" charset="0"/>
                                    <a:cs typeface="Arial" panose="020B0604020202020204" pitchFamily="34" charset="0"/>
                                  </a:rPr>
                                  <m:t>−</m:t>
                                </m:r>
                                <m:sSub>
                                  <m:sSubPr>
                                    <m:ctrlPr>
                                      <a:rPr lang="en-IN" sz="2400" i="1">
                                        <a:solidFill>
                                          <a:srgbClr val="0000FF"/>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a:solidFill>
                                          <a:srgbClr val="0000FF"/>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a:solidFill>
                                          <a:srgbClr val="0000FF"/>
                                        </a:solidFill>
                                        <a:latin typeface="Cambria Math" panose="02040503050406030204" pitchFamily="18" charset="0"/>
                                        <a:ea typeface="Cambria Math" panose="02040503050406030204" pitchFamily="18" charset="0"/>
                                        <a:cs typeface="Arial" panose="020B0604020202020204" pitchFamily="34" charset="0"/>
                                      </a:rPr>
                                      <m:t>2</m:t>
                                    </m:r>
                                  </m:sub>
                                </m:sSub>
                              </m:e>
                            </m:mr>
                          </m:m>
                        </m:e>
                      </m:d>
                      <m:r>
                        <a:rPr lang="en-IN" sz="2400" b="1" i="1">
                          <a:solidFill>
                            <a:srgbClr val="0000FF"/>
                          </a:solidFill>
                          <a:latin typeface="Cambria Math" panose="02040503050406030204" pitchFamily="18" charset="0"/>
                          <a:cs typeface="Arial" panose="020B0604020202020204" pitchFamily="34" charset="0"/>
                          <a:sym typeface="Symbol" panose="05050102010706020507" pitchFamily="18" charset="2"/>
                        </a:rPr>
                        <m:t> </m:t>
                      </m:r>
                      <m:r>
                        <a:rPr lang="en-IN" sz="2400">
                          <a:solidFill>
                            <a:srgbClr val="0000FF"/>
                          </a:solidFill>
                          <a:latin typeface="Cambria Math" panose="02040503050406030204" pitchFamily="18" charset="0"/>
                          <a:cs typeface="Arial" panose="020B0604020202020204" pitchFamily="34" charset="0"/>
                          <a:sym typeface="Symbol" panose="05050102010706020507" pitchFamily="18" charset="2"/>
                        </a:rPr>
                        <m:t>=</m:t>
                      </m:r>
                      <m:sSubSup>
                        <m:sSubSupPr>
                          <m:ctrlPr>
                            <a:rPr lang="en-US" sz="2400" i="1">
                              <a:solidFill>
                                <a:srgbClr val="0000FF"/>
                              </a:solidFill>
                              <a:latin typeface="Cambria Math" panose="02040503050406030204" pitchFamily="18" charset="0"/>
                              <a:ea typeface="Cambria Math" panose="02040503050406030204" pitchFamily="18" charset="0"/>
                              <a:cs typeface="Arial" panose="020B0604020202020204" pitchFamily="34" charset="0"/>
                            </a:rPr>
                          </m:ctrlPr>
                        </m:sSubSupPr>
                        <m:e>
                          <m:r>
                            <m:rPr>
                              <m:sty m:val="p"/>
                            </m:rPr>
                            <a:rPr lang="en-US" sz="2400">
                              <a:solidFill>
                                <a:srgbClr val="0000FF"/>
                              </a:solidFill>
                              <a:latin typeface="Cambria Math" panose="02040503050406030204" pitchFamily="18" charset="0"/>
                              <a:ea typeface="Cambria Math" panose="02040503050406030204" pitchFamily="18" charset="0"/>
                              <a:cs typeface="Arial" panose="020B0604020202020204" pitchFamily="34" charset="0"/>
                            </a:rPr>
                            <m:t>d</m:t>
                          </m:r>
                        </m:e>
                        <m:sub>
                          <m:r>
                            <m:rPr>
                              <m:sty m:val="p"/>
                            </m:rPr>
                            <a:rPr lang="en-US" sz="2400">
                              <a:solidFill>
                                <a:srgbClr val="0000FF"/>
                              </a:solidFill>
                              <a:latin typeface="Cambria Math" panose="02040503050406030204" pitchFamily="18" charset="0"/>
                              <a:ea typeface="Cambria Math" panose="02040503050406030204" pitchFamily="18" charset="0"/>
                              <a:cs typeface="Arial" panose="020B0604020202020204" pitchFamily="34" charset="0"/>
                            </a:rPr>
                            <m:t>i</m:t>
                          </m:r>
                        </m:sub>
                        <m:sup>
                          <m:r>
                            <a:rPr lang="en-US" sz="2400">
                              <a:solidFill>
                                <a:srgbClr val="0000FF"/>
                              </a:solidFill>
                              <a:latin typeface="Cambria Math" panose="02040503050406030204" pitchFamily="18" charset="0"/>
                              <a:ea typeface="Cambria Math" panose="02040503050406030204" pitchFamily="18" charset="0"/>
                              <a:cs typeface="Arial" panose="020B0604020202020204" pitchFamily="34" charset="0"/>
                            </a:rPr>
                            <m:t>2</m:t>
                          </m:r>
                        </m:sup>
                      </m:sSubSup>
                    </m:oMath>
                  </m:oMathPara>
                </a14:m>
                <a:endParaRPr lang="en-IN" sz="2400" dirty="0">
                  <a:solidFill>
                    <a:srgbClr val="0000FF"/>
                  </a:solidFill>
                </a:endParaRPr>
              </a:p>
            </p:txBody>
          </p:sp>
        </mc:Choice>
        <mc:Fallback xmlns="">
          <p:sp>
            <p:nvSpPr>
              <p:cNvPr id="12" name="TextBox 11">
                <a:extLst>
                  <a:ext uri="{FF2B5EF4-FFF2-40B4-BE49-F238E27FC236}">
                    <a16:creationId xmlns:a16="http://schemas.microsoft.com/office/drawing/2014/main" id="{E08963AB-CCCD-0E97-621A-A38E38B0EB7F}"/>
                  </a:ext>
                </a:extLst>
              </p:cNvPr>
              <p:cNvSpPr txBox="1">
                <a:spLocks noRot="1" noChangeAspect="1" noMove="1" noResize="1" noEditPoints="1" noAdjustHandles="1" noChangeArrowheads="1" noChangeShapeType="1" noTextEdit="1"/>
              </p:cNvSpPr>
              <p:nvPr/>
            </p:nvSpPr>
            <p:spPr>
              <a:xfrm>
                <a:off x="678598" y="1508950"/>
                <a:ext cx="7097061" cy="1146211"/>
              </a:xfrm>
              <a:prstGeom prst="rect">
                <a:avLst/>
              </a:prstGeom>
              <a:blipFill>
                <a:blip r:embed="rId2"/>
                <a:stretch>
                  <a:fillRect/>
                </a:stretch>
              </a:blipFill>
            </p:spPr>
            <p:txBody>
              <a:bodyPr/>
              <a:lstStyle/>
              <a:p>
                <a:r>
                  <a:rPr lang="en-IN">
                    <a:noFill/>
                  </a:rPr>
                  <a:t> </a:t>
                </a:r>
              </a:p>
            </p:txBody>
          </p:sp>
        </mc:Fallback>
      </mc:AlternateContent>
      <p:sp>
        <p:nvSpPr>
          <p:cNvPr id="13" name="TextBox 12">
            <a:extLst>
              <a:ext uri="{FF2B5EF4-FFF2-40B4-BE49-F238E27FC236}">
                <a16:creationId xmlns:a16="http://schemas.microsoft.com/office/drawing/2014/main" id="{423B3EA9-5488-7E0E-6AD5-77DE6A95EAE7}"/>
              </a:ext>
            </a:extLst>
          </p:cNvPr>
          <p:cNvSpPr txBox="1"/>
          <p:nvPr/>
        </p:nvSpPr>
        <p:spPr>
          <a:xfrm>
            <a:off x="942170" y="4075450"/>
            <a:ext cx="6569916" cy="1200329"/>
          </a:xfrm>
          <a:prstGeom prst="rect">
            <a:avLst/>
          </a:prstGeom>
          <a:noFill/>
        </p:spPr>
        <p:txBody>
          <a:bodyPr wrap="square" rtlCol="0">
            <a:spAutoFit/>
          </a:bodyPr>
          <a:lstStyle/>
          <a:p>
            <a:pPr algn="ctr">
              <a:lnSpc>
                <a:spcPct val="150000"/>
              </a:lnSpc>
            </a:pPr>
            <a:r>
              <a:rPr lang="en-IN" sz="2400" dirty="0">
                <a:solidFill>
                  <a:schemeClr val="bg1"/>
                </a:solidFill>
                <a:latin typeface="Arial" panose="020B0604020202020204" pitchFamily="34" charset="0"/>
                <a:cs typeface="Arial" panose="020B0604020202020204" pitchFamily="34" charset="0"/>
              </a:rPr>
              <a:t>Locus of points governed by the equation results in </a:t>
            </a:r>
            <a:r>
              <a:rPr lang="en-IN" sz="2400" b="1" dirty="0">
                <a:solidFill>
                  <a:schemeClr val="bg1"/>
                </a:solidFill>
                <a:latin typeface="Arial" panose="020B0604020202020204" pitchFamily="34" charset="0"/>
                <a:cs typeface="Arial" panose="020B0604020202020204" pitchFamily="34" charset="0"/>
              </a:rPr>
              <a:t>Ellipse</a:t>
            </a:r>
            <a:r>
              <a:rPr lang="en-IN" sz="2400" dirty="0">
                <a:solidFill>
                  <a:schemeClr val="bg1"/>
                </a:solidFill>
                <a:latin typeface="Arial" panose="020B0604020202020204" pitchFamily="34" charset="0"/>
                <a:cs typeface="Arial" panose="020B0604020202020204" pitchFamily="34" charset="0"/>
              </a:rPr>
              <a:t> centred at (</a:t>
            </a:r>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a:t>
            </a:r>
            <a:r>
              <a:rPr lang="en-IN" sz="2400" baseline="-25000" dirty="0">
                <a:solidFill>
                  <a:schemeClr val="bg1"/>
                </a:solidFill>
                <a:latin typeface="Arial" panose="020B0604020202020204" pitchFamily="34" charset="0"/>
                <a:cs typeface="Arial" panose="020B0604020202020204" pitchFamily="34" charset="0"/>
                <a:sym typeface="Symbol" panose="05050102010706020507" pitchFamily="18" charset="2"/>
              </a:rPr>
              <a:t>1</a:t>
            </a:r>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a:t>
            </a:r>
            <a:r>
              <a:rPr lang="en-IN" sz="2400" baseline="-25000" dirty="0">
                <a:solidFill>
                  <a:schemeClr val="bg1"/>
                </a:solidFill>
                <a:latin typeface="Arial" panose="020B0604020202020204" pitchFamily="34" charset="0"/>
                <a:cs typeface="Arial" panose="020B0604020202020204" pitchFamily="34" charset="0"/>
                <a:sym typeface="Symbol" panose="05050102010706020507" pitchFamily="18" charset="2"/>
              </a:rPr>
              <a:t>2</a:t>
            </a:r>
            <a: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a:t>)</a:t>
            </a:r>
            <a:endParaRPr lang="en-IN" sz="2400" baseline="-25000"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F7065D9D-01EB-0E74-F4A2-EDA77AD32A9B}"/>
                  </a:ext>
                </a:extLst>
              </p:cNvPr>
              <p:cNvSpPr/>
              <p:nvPr/>
            </p:nvSpPr>
            <p:spPr>
              <a:xfrm>
                <a:off x="2062371" y="878851"/>
                <a:ext cx="3330848" cy="470000"/>
              </a:xfrm>
              <a:prstGeom prst="rect">
                <a:avLst/>
              </a:prstGeom>
            </p:spPr>
            <p:txBody>
              <a:bodyPr wrap="none">
                <a:spAutoFit/>
              </a:bodyPr>
              <a:lstStyle/>
              <a:p>
                <a14:m>
                  <m:oMath xmlns:m="http://schemas.openxmlformats.org/officeDocument/2006/math">
                    <m:r>
                      <a:rPr lang="en-IN" sz="2400" b="1" i="0">
                        <a:solidFill>
                          <a:srgbClr val="7030A0"/>
                        </a:solidFill>
                        <a:latin typeface="Cambria Math" panose="02040503050406030204" pitchFamily="18" charset="0"/>
                        <a:cs typeface="Arial" panose="020B0604020202020204" pitchFamily="34" charset="0"/>
                      </a:rPr>
                      <m:t>(</m:t>
                    </m:r>
                    <m:r>
                      <a:rPr lang="en-IN" sz="2400" b="1" i="0">
                        <a:solidFill>
                          <a:srgbClr val="7030A0"/>
                        </a:solidFill>
                        <a:latin typeface="Cambria Math" panose="02040503050406030204" pitchFamily="18" charset="0"/>
                        <a:cs typeface="Arial" panose="020B0604020202020204" pitchFamily="34" charset="0"/>
                      </a:rPr>
                      <m:t>𝐱</m:t>
                    </m:r>
                    <m:r>
                      <a:rPr lang="en-IN" sz="2400" b="1" i="0">
                        <a:solidFill>
                          <a:srgbClr val="7030A0"/>
                        </a:solidFill>
                        <a:latin typeface="Cambria Math" panose="02040503050406030204" pitchFamily="18" charset="0"/>
                        <a:cs typeface="Arial" panose="020B0604020202020204" pitchFamily="34" charset="0"/>
                      </a:rPr>
                      <m:t>−</m:t>
                    </m:r>
                    <m:r>
                      <a:rPr lang="en-IN" sz="2400" b="1" i="0">
                        <a:solidFill>
                          <a:srgbClr val="7030A0"/>
                        </a:solidFill>
                        <a:latin typeface="Cambria Math" panose="02040503050406030204" pitchFamily="18" charset="0"/>
                        <a:ea typeface="Cambria Math" panose="02040503050406030204" pitchFamily="18" charset="0"/>
                        <a:cs typeface="Arial" panose="020B0604020202020204" pitchFamily="34" charset="0"/>
                      </a:rPr>
                      <m:t>𝛍</m:t>
                    </m:r>
                    <m:r>
                      <a:rPr lang="en-IN" sz="2400" b="1" i="0">
                        <a:solidFill>
                          <a:srgbClr val="7030A0"/>
                        </a:solidFill>
                        <a:latin typeface="Cambria Math" panose="02040503050406030204" pitchFamily="18" charset="0"/>
                        <a:ea typeface="Cambria Math" panose="02040503050406030204" pitchFamily="18" charset="0"/>
                        <a:cs typeface="Arial" panose="020B0604020202020204" pitchFamily="34" charset="0"/>
                      </a:rPr>
                      <m:t>)′</m:t>
                    </m:r>
                    <m:r>
                      <a:rPr lang="en-IN" sz="2400" i="1" dirty="0" smtClean="0">
                        <a:solidFill>
                          <a:srgbClr val="7030A0"/>
                        </a:solidFill>
                        <a:latin typeface="Cambria Math" panose="02040503050406030204" pitchFamily="18" charset="0"/>
                        <a:cs typeface="Arial" panose="020B0604020202020204" pitchFamily="34" charset="0"/>
                        <a:sym typeface="Symbol" panose="05050102010706020507" pitchFamily="18" charset="2"/>
                      </a:rPr>
                      <m:t></m:t>
                    </m:r>
                  </m:oMath>
                </a14:m>
                <a:r>
                  <a:rPr lang="en-US" sz="2400" baseline="30000" dirty="0">
                    <a:solidFill>
                      <a:srgbClr val="7030A0"/>
                    </a:solidFill>
                    <a:latin typeface="Arial" panose="020B0604020202020204" pitchFamily="34" charset="0"/>
                    <a:cs typeface="Arial" panose="020B0604020202020204" pitchFamily="34" charset="0"/>
                  </a:rPr>
                  <a:t>-1</a:t>
                </a:r>
                <a14:m>
                  <m:oMath xmlns:m="http://schemas.openxmlformats.org/officeDocument/2006/math">
                    <m:d>
                      <m:dPr>
                        <m:ctrlPr>
                          <a:rPr lang="en-IN" sz="2400" i="1">
                            <a:solidFill>
                              <a:srgbClr val="7030A0"/>
                            </a:solidFill>
                            <a:latin typeface="Cambria Math" panose="02040503050406030204" pitchFamily="18" charset="0"/>
                            <a:cs typeface="Arial" panose="020B0604020202020204" pitchFamily="34" charset="0"/>
                          </a:rPr>
                        </m:ctrlPr>
                      </m:dPr>
                      <m:e>
                        <m:r>
                          <a:rPr lang="en-IN" sz="2400" b="1" i="0">
                            <a:solidFill>
                              <a:srgbClr val="7030A0"/>
                            </a:solidFill>
                            <a:latin typeface="Cambria Math" panose="02040503050406030204" pitchFamily="18" charset="0"/>
                            <a:cs typeface="Arial" panose="020B0604020202020204" pitchFamily="34" charset="0"/>
                          </a:rPr>
                          <m:t>𝐱</m:t>
                        </m:r>
                        <m:r>
                          <a:rPr lang="en-IN" sz="2400" b="1" i="0">
                            <a:solidFill>
                              <a:srgbClr val="7030A0"/>
                            </a:solidFill>
                            <a:latin typeface="Cambria Math" panose="02040503050406030204" pitchFamily="18" charset="0"/>
                            <a:cs typeface="Arial" panose="020B0604020202020204" pitchFamily="34" charset="0"/>
                          </a:rPr>
                          <m:t>−</m:t>
                        </m:r>
                        <m:r>
                          <a:rPr lang="en-IN" sz="2400" b="1" i="0">
                            <a:solidFill>
                              <a:srgbClr val="7030A0"/>
                            </a:solidFill>
                            <a:latin typeface="Cambria Math" panose="02040503050406030204" pitchFamily="18" charset="0"/>
                            <a:ea typeface="Cambria Math" panose="02040503050406030204" pitchFamily="18" charset="0"/>
                            <a:cs typeface="Arial" panose="020B0604020202020204" pitchFamily="34" charset="0"/>
                          </a:rPr>
                          <m:t>𝛍</m:t>
                        </m:r>
                      </m:e>
                    </m:d>
                    <m:r>
                      <a:rPr lang="en-IN" sz="2400" b="1" i="0">
                        <a:solidFill>
                          <a:srgbClr val="7030A0"/>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2400" i="1">
                            <a:solidFill>
                              <a:srgbClr val="7030A0"/>
                            </a:solidFill>
                            <a:latin typeface="Cambria Math" panose="02040503050406030204" pitchFamily="18" charset="0"/>
                            <a:ea typeface="Cambria Math" panose="02040503050406030204" pitchFamily="18" charset="0"/>
                            <a:cs typeface="Arial" panose="020B0604020202020204" pitchFamily="34" charset="0"/>
                          </a:rPr>
                        </m:ctrlPr>
                      </m:sSupPr>
                      <m:e>
                        <m:r>
                          <a:rPr lang="en-IN" sz="2400" b="1" i="0">
                            <a:solidFill>
                              <a:srgbClr val="7030A0"/>
                            </a:solidFill>
                            <a:latin typeface="Cambria Math" panose="02040503050406030204" pitchFamily="18" charset="0"/>
                            <a:ea typeface="Cambria Math" panose="02040503050406030204" pitchFamily="18" charset="0"/>
                            <a:cs typeface="Arial" panose="020B0604020202020204" pitchFamily="34" charset="0"/>
                          </a:rPr>
                          <m:t>𝐝</m:t>
                        </m:r>
                      </m:e>
                      <m:sup>
                        <m:r>
                          <a:rPr lang="en-IN" sz="2400" b="1" i="0">
                            <a:solidFill>
                              <a:srgbClr val="7030A0"/>
                            </a:solidFill>
                            <a:latin typeface="Cambria Math" panose="02040503050406030204" pitchFamily="18" charset="0"/>
                            <a:ea typeface="Cambria Math" panose="02040503050406030204" pitchFamily="18" charset="0"/>
                            <a:cs typeface="Arial" panose="020B0604020202020204" pitchFamily="34" charset="0"/>
                          </a:rPr>
                          <m:t>𝟐</m:t>
                        </m:r>
                      </m:sup>
                    </m:sSup>
                  </m:oMath>
                </a14:m>
                <a:endParaRPr lang="en-IN" sz="2400" dirty="0"/>
              </a:p>
            </p:txBody>
          </p:sp>
        </mc:Choice>
        <mc:Fallback xmlns="">
          <p:sp>
            <p:nvSpPr>
              <p:cNvPr id="3" name="Rectangle 2"/>
              <p:cNvSpPr>
                <a:spLocks noRot="1" noChangeAspect="1" noMove="1" noResize="1" noEditPoints="1" noAdjustHandles="1" noChangeArrowheads="1" noChangeShapeType="1" noTextEdit="1"/>
              </p:cNvSpPr>
              <p:nvPr/>
            </p:nvSpPr>
            <p:spPr>
              <a:xfrm>
                <a:off x="2062371" y="878851"/>
                <a:ext cx="3330848" cy="470000"/>
              </a:xfrm>
              <a:prstGeom prst="rect">
                <a:avLst/>
              </a:prstGeom>
              <a:blipFill>
                <a:blip r:embed="rId3"/>
                <a:stretch>
                  <a:fillRect l="-1463" t="-1299" b="-1818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2BC77236-8062-4A16-D683-B29C3051E84B}"/>
                  </a:ext>
                </a:extLst>
              </p:cNvPr>
              <p:cNvSpPr/>
              <p:nvPr/>
            </p:nvSpPr>
            <p:spPr>
              <a:xfrm>
                <a:off x="2617745" y="2931885"/>
                <a:ext cx="4215449" cy="1124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sz="2400" i="1" smtClean="0">
                              <a:solidFill>
                                <a:srgbClr val="0000FF"/>
                              </a:solidFill>
                              <a:latin typeface="Cambria Math" panose="02040503050406030204" pitchFamily="18" charset="0"/>
                              <a:cs typeface="Arial" panose="020B0604020202020204" pitchFamily="34" charset="0"/>
                            </a:rPr>
                          </m:ctrlPr>
                        </m:fPr>
                        <m:num>
                          <m:sSup>
                            <m:sSupPr>
                              <m:ctrlPr>
                                <a:rPr lang="en-IN" sz="2400" b="0" i="1" smtClean="0">
                                  <a:solidFill>
                                    <a:srgbClr val="0000FF"/>
                                  </a:solidFill>
                                  <a:latin typeface="Cambria Math" panose="02040503050406030204" pitchFamily="18" charset="0"/>
                                  <a:ea typeface="Cambria Math" panose="02040503050406030204" pitchFamily="18" charset="0"/>
                                  <a:cs typeface="Arial" panose="020B0604020202020204" pitchFamily="34" charset="0"/>
                                </a:rPr>
                              </m:ctrlPr>
                            </m:sSupPr>
                            <m:e>
                              <m:d>
                                <m:dPr>
                                  <m:ctrlPr>
                                    <a:rPr lang="en-IN" sz="2400" b="0" i="1" smtClean="0">
                                      <a:solidFill>
                                        <a:srgbClr val="0000FF"/>
                                      </a:solidFill>
                                      <a:latin typeface="Cambria Math" panose="02040503050406030204" pitchFamily="18" charset="0"/>
                                      <a:cs typeface="Arial" panose="020B0604020202020204" pitchFamily="34" charset="0"/>
                                    </a:rPr>
                                  </m:ctrlPr>
                                </m:dPr>
                                <m:e>
                                  <m:sSub>
                                    <m:sSubPr>
                                      <m:ctrlPr>
                                        <a:rPr lang="en-IN" sz="2400" i="1">
                                          <a:solidFill>
                                            <a:srgbClr val="0000FF"/>
                                          </a:solidFill>
                                          <a:latin typeface="Cambria Math" panose="02040503050406030204" pitchFamily="18" charset="0"/>
                                          <a:cs typeface="Arial" panose="020B0604020202020204" pitchFamily="34" charset="0"/>
                                        </a:rPr>
                                      </m:ctrlPr>
                                    </m:sSubPr>
                                    <m:e>
                                      <m:r>
                                        <m:rPr>
                                          <m:sty m:val="p"/>
                                        </m:rPr>
                                        <a:rPr lang="en-IN" sz="2400">
                                          <a:solidFill>
                                            <a:srgbClr val="0000FF"/>
                                          </a:solidFill>
                                          <a:latin typeface="Cambria Math" panose="02040503050406030204" pitchFamily="18" charset="0"/>
                                          <a:cs typeface="Arial" panose="020B0604020202020204" pitchFamily="34" charset="0"/>
                                        </a:rPr>
                                        <m:t>x</m:t>
                                      </m:r>
                                    </m:e>
                                    <m:sub>
                                      <m:r>
                                        <m:rPr>
                                          <m:sty m:val="p"/>
                                        </m:rPr>
                                        <a:rPr lang="en-IN" sz="2400" b="0" i="0" smtClean="0">
                                          <a:solidFill>
                                            <a:srgbClr val="0000FF"/>
                                          </a:solidFill>
                                          <a:latin typeface="Cambria Math" panose="02040503050406030204" pitchFamily="18" charset="0"/>
                                          <a:cs typeface="Arial" panose="020B0604020202020204" pitchFamily="34" charset="0"/>
                                        </a:rPr>
                                        <m:t>i</m:t>
                                      </m:r>
                                      <m:r>
                                        <a:rPr lang="en-IN" sz="2400" b="0" i="0" smtClean="0">
                                          <a:solidFill>
                                            <a:srgbClr val="0000FF"/>
                                          </a:solidFill>
                                          <a:latin typeface="Cambria Math" panose="02040503050406030204" pitchFamily="18" charset="0"/>
                                          <a:cs typeface="Arial" panose="020B0604020202020204" pitchFamily="34" charset="0"/>
                                        </a:rPr>
                                        <m:t>,1</m:t>
                                      </m:r>
                                    </m:sub>
                                  </m:sSub>
                                  <m:r>
                                    <a:rPr lang="en-IN" sz="2400">
                                      <a:solidFill>
                                        <a:srgbClr val="0000FF"/>
                                      </a:solidFill>
                                      <a:latin typeface="Cambria Math" panose="02040503050406030204" pitchFamily="18" charset="0"/>
                                      <a:cs typeface="Arial" panose="020B0604020202020204" pitchFamily="34" charset="0"/>
                                    </a:rPr>
                                    <m:t>−</m:t>
                                  </m:r>
                                  <m:sSub>
                                    <m:sSubPr>
                                      <m:ctrlPr>
                                        <a:rPr lang="en-IN" sz="2400" i="1">
                                          <a:solidFill>
                                            <a:srgbClr val="0000FF"/>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a:solidFill>
                                            <a:srgbClr val="0000FF"/>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a:solidFill>
                                            <a:srgbClr val="0000FF"/>
                                          </a:solidFill>
                                          <a:latin typeface="Cambria Math" panose="02040503050406030204" pitchFamily="18" charset="0"/>
                                          <a:ea typeface="Cambria Math" panose="02040503050406030204" pitchFamily="18" charset="0"/>
                                          <a:cs typeface="Arial" panose="020B0604020202020204" pitchFamily="34" charset="0"/>
                                        </a:rPr>
                                        <m:t>1</m:t>
                                      </m:r>
                                    </m:sub>
                                  </m:sSub>
                                </m:e>
                              </m:d>
                            </m:e>
                            <m:sup>
                              <m:r>
                                <a:rPr lang="en-IN" sz="2400" b="0" i="1" smtClean="0">
                                  <a:solidFill>
                                    <a:srgbClr val="0000FF"/>
                                  </a:solidFill>
                                  <a:latin typeface="Cambria Math" panose="02040503050406030204" pitchFamily="18" charset="0"/>
                                  <a:ea typeface="Cambria Math" panose="02040503050406030204" pitchFamily="18" charset="0"/>
                                  <a:cs typeface="Arial" panose="020B0604020202020204" pitchFamily="34" charset="0"/>
                                </a:rPr>
                                <m:t>2</m:t>
                              </m:r>
                            </m:sup>
                          </m:sSup>
                        </m:num>
                        <m:den>
                          <m:sSup>
                            <m:sSupPr>
                              <m:ctrlPr>
                                <a:rPr lang="en-IN" sz="2400" i="1">
                                  <a:solidFill>
                                    <a:srgbClr val="0000FF"/>
                                  </a:solidFill>
                                  <a:latin typeface="Cambria Math" panose="02040503050406030204" pitchFamily="18" charset="0"/>
                                  <a:cs typeface="Arial" panose="020B0604020202020204" pitchFamily="34" charset="0"/>
                                </a:rPr>
                              </m:ctrlPr>
                            </m:sSupPr>
                            <m:e>
                              <m:d>
                                <m:dPr>
                                  <m:ctrlPr>
                                    <a:rPr lang="en-IN" sz="2400" i="1">
                                      <a:solidFill>
                                        <a:srgbClr val="0000FF"/>
                                      </a:solidFill>
                                      <a:latin typeface="Cambria Math" panose="02040503050406030204" pitchFamily="18" charset="0"/>
                                      <a:cs typeface="Arial" panose="020B0604020202020204" pitchFamily="34" charset="0"/>
                                    </a:rPr>
                                  </m:ctrlPr>
                                </m:dPr>
                                <m:e>
                                  <m:rad>
                                    <m:radPr>
                                      <m:degHide m:val="on"/>
                                      <m:ctrlPr>
                                        <a:rPr lang="en-IN" sz="2400" i="1">
                                          <a:solidFill>
                                            <a:srgbClr val="0000FF"/>
                                          </a:solidFill>
                                          <a:latin typeface="Cambria Math" panose="02040503050406030204" pitchFamily="18" charset="0"/>
                                          <a:cs typeface="Arial" panose="020B0604020202020204" pitchFamily="34" charset="0"/>
                                        </a:rPr>
                                      </m:ctrlPr>
                                    </m:radPr>
                                    <m:deg/>
                                    <m:e>
                                      <m:sSub>
                                        <m:sSubPr>
                                          <m:ctrlPr>
                                            <a:rPr lang="en-IN" sz="2400" i="1">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IN" sz="2400">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sub>
                                          <m:r>
                                            <a:rPr lang="en-IN" sz="2400">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11</m:t>
                                          </m:r>
                                        </m:sub>
                                      </m:sSub>
                                    </m:e>
                                  </m:rad>
                                  <m:sSub>
                                    <m:sSubPr>
                                      <m:ctrlPr>
                                        <a:rPr lang="en-IN" sz="2400" b="0" i="1" smtClean="0">
                                          <a:solidFill>
                                            <a:srgbClr val="0000FF"/>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2400">
                                          <a:solidFill>
                                            <a:srgbClr val="0000FF"/>
                                          </a:solidFill>
                                          <a:latin typeface="Cambria Math" panose="02040503050406030204" pitchFamily="18" charset="0"/>
                                          <a:ea typeface="Cambria Math" panose="02040503050406030204" pitchFamily="18" charset="0"/>
                                          <a:cs typeface="Arial" panose="020B0604020202020204" pitchFamily="34" charset="0"/>
                                        </a:rPr>
                                        <m:t>d</m:t>
                                      </m:r>
                                    </m:e>
                                    <m:sub>
                                      <m:r>
                                        <m:rPr>
                                          <m:sty m:val="p"/>
                                        </m:rPr>
                                        <a:rPr lang="en-IN" sz="2400" b="0" i="0" smtClean="0">
                                          <a:solidFill>
                                            <a:srgbClr val="0000FF"/>
                                          </a:solidFill>
                                          <a:latin typeface="Cambria Math" panose="02040503050406030204" pitchFamily="18" charset="0"/>
                                          <a:ea typeface="Cambria Math" panose="02040503050406030204" pitchFamily="18" charset="0"/>
                                          <a:cs typeface="Arial" panose="020B0604020202020204" pitchFamily="34" charset="0"/>
                                        </a:rPr>
                                        <m:t>i</m:t>
                                      </m:r>
                                    </m:sub>
                                  </m:sSub>
                                </m:e>
                              </m:d>
                            </m:e>
                            <m:sup>
                              <m:r>
                                <a:rPr lang="en-IN" sz="2400">
                                  <a:solidFill>
                                    <a:srgbClr val="0000FF"/>
                                  </a:solidFill>
                                  <a:latin typeface="Cambria Math" panose="02040503050406030204" pitchFamily="18" charset="0"/>
                                  <a:cs typeface="Arial" panose="020B0604020202020204" pitchFamily="34" charset="0"/>
                                </a:rPr>
                                <m:t>2</m:t>
                              </m:r>
                            </m:sup>
                          </m:sSup>
                        </m:den>
                      </m:f>
                      <m:r>
                        <a:rPr lang="en-IN" sz="2400" b="0" i="1" smtClean="0">
                          <a:solidFill>
                            <a:srgbClr val="0000FF"/>
                          </a:solidFill>
                          <a:latin typeface="Cambria Math" panose="02040503050406030204" pitchFamily="18" charset="0"/>
                          <a:cs typeface="Arial" panose="020B0604020202020204" pitchFamily="34" charset="0"/>
                        </a:rPr>
                        <m:t>+</m:t>
                      </m:r>
                      <m:f>
                        <m:fPr>
                          <m:ctrlPr>
                            <a:rPr lang="en-IN" sz="2400" i="1">
                              <a:solidFill>
                                <a:srgbClr val="0000FF"/>
                              </a:solidFill>
                              <a:latin typeface="Cambria Math" panose="02040503050406030204" pitchFamily="18" charset="0"/>
                              <a:cs typeface="Arial" panose="020B0604020202020204" pitchFamily="34" charset="0"/>
                            </a:rPr>
                          </m:ctrlPr>
                        </m:fPr>
                        <m:num>
                          <m:sSup>
                            <m:sSupPr>
                              <m:ctrlPr>
                                <a:rPr lang="en-IN" sz="2400" i="1">
                                  <a:solidFill>
                                    <a:srgbClr val="0000FF"/>
                                  </a:solidFill>
                                  <a:latin typeface="Cambria Math" panose="02040503050406030204" pitchFamily="18" charset="0"/>
                                  <a:ea typeface="Cambria Math" panose="02040503050406030204" pitchFamily="18" charset="0"/>
                                  <a:cs typeface="Arial" panose="020B0604020202020204" pitchFamily="34" charset="0"/>
                                </a:rPr>
                              </m:ctrlPr>
                            </m:sSupPr>
                            <m:e>
                              <m:d>
                                <m:dPr>
                                  <m:ctrlPr>
                                    <a:rPr lang="en-IN" sz="2400" i="1">
                                      <a:solidFill>
                                        <a:srgbClr val="0000FF"/>
                                      </a:solidFill>
                                      <a:latin typeface="Cambria Math" panose="02040503050406030204" pitchFamily="18" charset="0"/>
                                      <a:cs typeface="Arial" panose="020B0604020202020204" pitchFamily="34" charset="0"/>
                                    </a:rPr>
                                  </m:ctrlPr>
                                </m:dPr>
                                <m:e>
                                  <m:sSub>
                                    <m:sSubPr>
                                      <m:ctrlPr>
                                        <a:rPr lang="en-IN" sz="2400" i="1">
                                          <a:solidFill>
                                            <a:srgbClr val="0000FF"/>
                                          </a:solidFill>
                                          <a:latin typeface="Cambria Math" panose="02040503050406030204" pitchFamily="18" charset="0"/>
                                          <a:cs typeface="Arial" panose="020B0604020202020204" pitchFamily="34" charset="0"/>
                                        </a:rPr>
                                      </m:ctrlPr>
                                    </m:sSubPr>
                                    <m:e>
                                      <m:r>
                                        <m:rPr>
                                          <m:sty m:val="p"/>
                                        </m:rPr>
                                        <a:rPr lang="en-IN" sz="2400">
                                          <a:solidFill>
                                            <a:srgbClr val="0000FF"/>
                                          </a:solidFill>
                                          <a:latin typeface="Cambria Math" panose="02040503050406030204" pitchFamily="18" charset="0"/>
                                          <a:cs typeface="Arial" panose="020B0604020202020204" pitchFamily="34" charset="0"/>
                                        </a:rPr>
                                        <m:t>x</m:t>
                                      </m:r>
                                    </m:e>
                                    <m:sub>
                                      <m:r>
                                        <m:rPr>
                                          <m:sty m:val="p"/>
                                        </m:rPr>
                                        <a:rPr lang="en-IN" sz="2400" b="0" i="0" smtClean="0">
                                          <a:solidFill>
                                            <a:srgbClr val="0000FF"/>
                                          </a:solidFill>
                                          <a:latin typeface="Cambria Math" panose="02040503050406030204" pitchFamily="18" charset="0"/>
                                          <a:cs typeface="Arial" panose="020B0604020202020204" pitchFamily="34" charset="0"/>
                                        </a:rPr>
                                        <m:t>i</m:t>
                                      </m:r>
                                      <m:r>
                                        <a:rPr lang="en-IN" sz="2400" b="0" i="0" smtClean="0">
                                          <a:solidFill>
                                            <a:srgbClr val="0000FF"/>
                                          </a:solidFill>
                                          <a:latin typeface="Cambria Math" panose="02040503050406030204" pitchFamily="18" charset="0"/>
                                          <a:cs typeface="Arial" panose="020B0604020202020204" pitchFamily="34" charset="0"/>
                                        </a:rPr>
                                        <m:t>,2</m:t>
                                      </m:r>
                                    </m:sub>
                                  </m:sSub>
                                  <m:r>
                                    <a:rPr lang="en-IN" sz="2400">
                                      <a:solidFill>
                                        <a:srgbClr val="0000FF"/>
                                      </a:solidFill>
                                      <a:latin typeface="Cambria Math" panose="02040503050406030204" pitchFamily="18" charset="0"/>
                                      <a:cs typeface="Arial" panose="020B0604020202020204" pitchFamily="34" charset="0"/>
                                    </a:rPr>
                                    <m:t>−</m:t>
                                  </m:r>
                                  <m:sSub>
                                    <m:sSubPr>
                                      <m:ctrlPr>
                                        <a:rPr lang="en-IN" sz="2400" i="1">
                                          <a:solidFill>
                                            <a:srgbClr val="0000FF"/>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a:solidFill>
                                            <a:srgbClr val="0000FF"/>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b="0" i="0" smtClean="0">
                                          <a:solidFill>
                                            <a:srgbClr val="0000FF"/>
                                          </a:solidFill>
                                          <a:latin typeface="Cambria Math" panose="02040503050406030204" pitchFamily="18" charset="0"/>
                                          <a:ea typeface="Cambria Math" panose="02040503050406030204" pitchFamily="18" charset="0"/>
                                          <a:cs typeface="Arial" panose="020B0604020202020204" pitchFamily="34" charset="0"/>
                                        </a:rPr>
                                        <m:t>2</m:t>
                                      </m:r>
                                    </m:sub>
                                  </m:sSub>
                                </m:e>
                              </m:d>
                            </m:e>
                            <m:sup>
                              <m:r>
                                <a:rPr lang="en-IN" sz="2400" i="1">
                                  <a:solidFill>
                                    <a:srgbClr val="0000FF"/>
                                  </a:solidFill>
                                  <a:latin typeface="Cambria Math" panose="02040503050406030204" pitchFamily="18" charset="0"/>
                                  <a:ea typeface="Cambria Math" panose="02040503050406030204" pitchFamily="18" charset="0"/>
                                  <a:cs typeface="Arial" panose="020B0604020202020204" pitchFamily="34" charset="0"/>
                                </a:rPr>
                                <m:t>2</m:t>
                              </m:r>
                            </m:sup>
                          </m:sSup>
                        </m:num>
                        <m:den>
                          <m:sSup>
                            <m:sSupPr>
                              <m:ctrlPr>
                                <a:rPr lang="en-IN" sz="2400" i="1">
                                  <a:solidFill>
                                    <a:srgbClr val="0000FF"/>
                                  </a:solidFill>
                                  <a:latin typeface="Cambria Math" panose="02040503050406030204" pitchFamily="18" charset="0"/>
                                  <a:cs typeface="Arial" panose="020B0604020202020204" pitchFamily="34" charset="0"/>
                                </a:rPr>
                              </m:ctrlPr>
                            </m:sSupPr>
                            <m:e>
                              <m:d>
                                <m:dPr>
                                  <m:ctrlPr>
                                    <a:rPr lang="en-IN" sz="2400" i="1">
                                      <a:solidFill>
                                        <a:srgbClr val="0000FF"/>
                                      </a:solidFill>
                                      <a:latin typeface="Cambria Math" panose="02040503050406030204" pitchFamily="18" charset="0"/>
                                      <a:cs typeface="Arial" panose="020B0604020202020204" pitchFamily="34" charset="0"/>
                                    </a:rPr>
                                  </m:ctrlPr>
                                </m:dPr>
                                <m:e>
                                  <m:rad>
                                    <m:radPr>
                                      <m:degHide m:val="on"/>
                                      <m:ctrlPr>
                                        <a:rPr lang="en-IN" sz="2400" i="1">
                                          <a:solidFill>
                                            <a:srgbClr val="0000FF"/>
                                          </a:solidFill>
                                          <a:latin typeface="Cambria Math" panose="02040503050406030204" pitchFamily="18" charset="0"/>
                                          <a:cs typeface="Arial" panose="020B0604020202020204" pitchFamily="34" charset="0"/>
                                        </a:rPr>
                                      </m:ctrlPr>
                                    </m:radPr>
                                    <m:deg/>
                                    <m:e>
                                      <m:sSub>
                                        <m:sSubPr>
                                          <m:ctrlPr>
                                            <a:rPr lang="en-IN" sz="2400" i="1">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IN" sz="2400">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sub>
                                          <m:r>
                                            <a:rPr lang="en-IN" sz="2400" b="0" i="0" smtClean="0">
                                              <a:solidFill>
                                                <a:srgbClr val="0000FF"/>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22</m:t>
                                          </m:r>
                                        </m:sub>
                                      </m:sSub>
                                    </m:e>
                                  </m:rad>
                                  <m:sSub>
                                    <m:sSubPr>
                                      <m:ctrlPr>
                                        <a:rPr lang="en-IN" sz="2400" b="0" i="1" smtClean="0">
                                          <a:solidFill>
                                            <a:srgbClr val="0000FF"/>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IN" sz="2400">
                                          <a:solidFill>
                                            <a:srgbClr val="0000FF"/>
                                          </a:solidFill>
                                          <a:latin typeface="Cambria Math" panose="02040503050406030204" pitchFamily="18" charset="0"/>
                                          <a:ea typeface="Cambria Math" panose="02040503050406030204" pitchFamily="18" charset="0"/>
                                          <a:cs typeface="Arial" panose="020B0604020202020204" pitchFamily="34" charset="0"/>
                                        </a:rPr>
                                        <m:t>d</m:t>
                                      </m:r>
                                    </m:e>
                                    <m:sub>
                                      <m:r>
                                        <m:rPr>
                                          <m:sty m:val="p"/>
                                        </m:rPr>
                                        <a:rPr lang="en-IN" sz="2400" b="0" i="0" smtClean="0">
                                          <a:solidFill>
                                            <a:srgbClr val="0000FF"/>
                                          </a:solidFill>
                                          <a:latin typeface="Cambria Math" panose="02040503050406030204" pitchFamily="18" charset="0"/>
                                          <a:ea typeface="Cambria Math" panose="02040503050406030204" pitchFamily="18" charset="0"/>
                                          <a:cs typeface="Arial" panose="020B0604020202020204" pitchFamily="34" charset="0"/>
                                        </a:rPr>
                                        <m:t>i</m:t>
                                      </m:r>
                                    </m:sub>
                                  </m:sSub>
                                </m:e>
                              </m:d>
                            </m:e>
                            <m:sup>
                              <m:r>
                                <a:rPr lang="en-IN" sz="2400">
                                  <a:solidFill>
                                    <a:srgbClr val="0000FF"/>
                                  </a:solidFill>
                                  <a:latin typeface="Cambria Math" panose="02040503050406030204" pitchFamily="18" charset="0"/>
                                  <a:cs typeface="Arial" panose="020B0604020202020204" pitchFamily="34" charset="0"/>
                                </a:rPr>
                                <m:t>2</m:t>
                              </m:r>
                            </m:sup>
                          </m:sSup>
                        </m:den>
                      </m:f>
                      <m:r>
                        <a:rPr lang="en-IN" sz="2400" i="0">
                          <a:solidFill>
                            <a:srgbClr val="0000FF"/>
                          </a:solidFill>
                          <a:latin typeface="Cambria Math" panose="02040503050406030204" pitchFamily="18" charset="0"/>
                          <a:ea typeface="Cambria Math" panose="02040503050406030204" pitchFamily="18" charset="0"/>
                          <a:cs typeface="Arial" panose="020B0604020202020204" pitchFamily="34" charset="0"/>
                        </a:rPr>
                        <m:t>=</m:t>
                      </m:r>
                      <m:r>
                        <a:rPr lang="en-IN" sz="2400" b="0" i="1" smtClean="0">
                          <a:solidFill>
                            <a:srgbClr val="0000FF"/>
                          </a:solidFill>
                          <a:latin typeface="Cambria Math" panose="02040503050406030204" pitchFamily="18" charset="0"/>
                          <a:cs typeface="Arial" panose="020B0604020202020204" pitchFamily="34" charset="0"/>
                        </a:rPr>
                        <m:t>1</m:t>
                      </m:r>
                    </m:oMath>
                  </m:oMathPara>
                </a14:m>
                <a:endParaRPr lang="en-IN" sz="2400" dirty="0">
                  <a:solidFill>
                    <a:srgbClr val="0000FF"/>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2617745" y="2931885"/>
                <a:ext cx="4215449" cy="1124988"/>
              </a:xfrm>
              <a:prstGeom prst="rect">
                <a:avLst/>
              </a:prstGeom>
              <a:blipFill>
                <a:blip r:embed="rId5"/>
                <a:stretch>
                  <a:fillRect/>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44315099-A4A5-6B23-66BA-B4BFA4D20D0C}"/>
              </a:ext>
            </a:extLst>
          </p:cNvPr>
          <p:cNvPicPr>
            <a:picLocks noChangeAspect="1"/>
          </p:cNvPicPr>
          <p:nvPr/>
        </p:nvPicPr>
        <p:blipFill>
          <a:blip r:embed="rId6"/>
          <a:stretch>
            <a:fillRect/>
          </a:stretch>
        </p:blipFill>
        <p:spPr>
          <a:xfrm>
            <a:off x="2431415" y="5468635"/>
            <a:ext cx="3591426" cy="1171739"/>
          </a:xfrm>
          <a:prstGeom prst="rect">
            <a:avLst/>
          </a:prstGeom>
        </p:spPr>
      </p:pic>
      <p:pic>
        <p:nvPicPr>
          <p:cNvPr id="8" name="Picture 7">
            <a:extLst>
              <a:ext uri="{FF2B5EF4-FFF2-40B4-BE49-F238E27FC236}">
                <a16:creationId xmlns:a16="http://schemas.microsoft.com/office/drawing/2014/main" id="{7F28A800-76B2-412C-5A2D-DA93593D27E4}"/>
              </a:ext>
            </a:extLst>
          </p:cNvPr>
          <p:cNvPicPr>
            <a:picLocks noChangeAspect="1"/>
          </p:cNvPicPr>
          <p:nvPr/>
        </p:nvPicPr>
        <p:blipFill>
          <a:blip r:embed="rId7"/>
          <a:stretch>
            <a:fillRect/>
          </a:stretch>
        </p:blipFill>
        <p:spPr>
          <a:xfrm>
            <a:off x="7858408" y="4269076"/>
            <a:ext cx="3847962" cy="2550319"/>
          </a:xfrm>
          <a:prstGeom prst="rect">
            <a:avLst/>
          </a:prstGeom>
        </p:spPr>
      </p:pic>
      <p:pic>
        <p:nvPicPr>
          <p:cNvPr id="5" name="Picture 4">
            <a:extLst>
              <a:ext uri="{FF2B5EF4-FFF2-40B4-BE49-F238E27FC236}">
                <a16:creationId xmlns:a16="http://schemas.microsoft.com/office/drawing/2014/main" id="{D417F962-354F-3AA0-AE53-F127DA2E60BF}"/>
              </a:ext>
            </a:extLst>
          </p:cNvPr>
          <p:cNvPicPr>
            <a:picLocks noChangeAspect="1"/>
          </p:cNvPicPr>
          <p:nvPr/>
        </p:nvPicPr>
        <p:blipFill>
          <a:blip r:embed="rId8"/>
          <a:stretch>
            <a:fillRect/>
          </a:stretch>
        </p:blipFill>
        <p:spPr>
          <a:xfrm>
            <a:off x="7934286" y="689013"/>
            <a:ext cx="3772084" cy="3137263"/>
          </a:xfrm>
          <a:prstGeom prst="rect">
            <a:avLst/>
          </a:prstGeom>
        </p:spPr>
      </p:pic>
      <p:grpSp>
        <p:nvGrpSpPr>
          <p:cNvPr id="10" name="Group 9">
            <a:extLst>
              <a:ext uri="{FF2B5EF4-FFF2-40B4-BE49-F238E27FC236}">
                <a16:creationId xmlns:a16="http://schemas.microsoft.com/office/drawing/2014/main" id="{B153D61F-1D33-5217-E2A1-11E014CB27D2}"/>
              </a:ext>
            </a:extLst>
          </p:cNvPr>
          <p:cNvGrpSpPr/>
          <p:nvPr/>
        </p:nvGrpSpPr>
        <p:grpSpPr>
          <a:xfrm>
            <a:off x="7353878" y="2442701"/>
            <a:ext cx="304200" cy="91440"/>
            <a:chOff x="7353878" y="2442701"/>
            <a:chExt cx="304200" cy="91440"/>
          </a:xfrm>
        </p:grpSpPr>
        <mc:AlternateContent xmlns:mc="http://schemas.openxmlformats.org/markup-compatibility/2006">
          <mc:Choice xmlns:p14="http://schemas.microsoft.com/office/powerpoint/2010/main" Requires="p14">
            <p:contentPart p14:bwMode="auto" r:id="rId9">
              <p14:nvContentPartPr>
                <p14:cNvPr id="2" name="Ink 1">
                  <a:extLst>
                    <a:ext uri="{FF2B5EF4-FFF2-40B4-BE49-F238E27FC236}">
                      <a16:creationId xmlns:a16="http://schemas.microsoft.com/office/drawing/2014/main" id="{720A55D1-6D3D-1D94-0A34-DAC99017EDF0}"/>
                    </a:ext>
                  </a:extLst>
                </p14:cNvPr>
                <p14:cNvContentPartPr/>
                <p14:nvPr/>
              </p14:nvContentPartPr>
              <p14:xfrm>
                <a:off x="7353878" y="2442701"/>
                <a:ext cx="211680" cy="31320"/>
              </p14:xfrm>
            </p:contentPart>
          </mc:Choice>
          <mc:Fallback>
            <p:pic>
              <p:nvPicPr>
                <p:cNvPr id="2" name="Ink 1">
                  <a:extLst>
                    <a:ext uri="{FF2B5EF4-FFF2-40B4-BE49-F238E27FC236}">
                      <a16:creationId xmlns:a16="http://schemas.microsoft.com/office/drawing/2014/main" id="{720A55D1-6D3D-1D94-0A34-DAC99017EDF0}"/>
                    </a:ext>
                  </a:extLst>
                </p:cNvPr>
                <p:cNvPicPr/>
                <p:nvPr/>
              </p:nvPicPr>
              <p:blipFill>
                <a:blip r:embed="rId10"/>
                <a:stretch>
                  <a:fillRect/>
                </a:stretch>
              </p:blipFill>
              <p:spPr>
                <a:xfrm>
                  <a:off x="7349558" y="2438381"/>
                  <a:ext cx="22032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C62CBA38-31F1-2667-A2E9-1DEB42E7BAC3}"/>
                    </a:ext>
                  </a:extLst>
                </p14:cNvPr>
                <p14:cNvContentPartPr/>
                <p14:nvPr/>
              </p14:nvContentPartPr>
              <p14:xfrm>
                <a:off x="7418678" y="2487701"/>
                <a:ext cx="239400" cy="46440"/>
              </p14:xfrm>
            </p:contentPart>
          </mc:Choice>
          <mc:Fallback>
            <p:pic>
              <p:nvPicPr>
                <p:cNvPr id="9" name="Ink 8">
                  <a:extLst>
                    <a:ext uri="{FF2B5EF4-FFF2-40B4-BE49-F238E27FC236}">
                      <a16:creationId xmlns:a16="http://schemas.microsoft.com/office/drawing/2014/main" id="{C62CBA38-31F1-2667-A2E9-1DEB42E7BAC3}"/>
                    </a:ext>
                  </a:extLst>
                </p:cNvPr>
                <p:cNvPicPr/>
                <p:nvPr/>
              </p:nvPicPr>
              <p:blipFill>
                <a:blip r:embed="rId12"/>
                <a:stretch>
                  <a:fillRect/>
                </a:stretch>
              </p:blipFill>
              <p:spPr>
                <a:xfrm>
                  <a:off x="7414358" y="2483381"/>
                  <a:ext cx="248040" cy="55080"/>
                </a:xfrm>
                <a:prstGeom prst="rect">
                  <a:avLst/>
                </a:prstGeom>
              </p:spPr>
            </p:pic>
          </mc:Fallback>
        </mc:AlternateContent>
      </p:grpSp>
      <p:grpSp>
        <p:nvGrpSpPr>
          <p:cNvPr id="18" name="Group 17">
            <a:extLst>
              <a:ext uri="{FF2B5EF4-FFF2-40B4-BE49-F238E27FC236}">
                <a16:creationId xmlns:a16="http://schemas.microsoft.com/office/drawing/2014/main" id="{84A84C5C-DD55-D9E9-E703-EAF5C0918713}"/>
              </a:ext>
            </a:extLst>
          </p:cNvPr>
          <p:cNvGrpSpPr/>
          <p:nvPr/>
        </p:nvGrpSpPr>
        <p:grpSpPr>
          <a:xfrm>
            <a:off x="5106038" y="4014461"/>
            <a:ext cx="440640" cy="165600"/>
            <a:chOff x="5106038" y="4014461"/>
            <a:chExt cx="440640" cy="165600"/>
          </a:xfrm>
        </p:grpSpPr>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C1017A95-3B9C-D892-D862-B5C5E53E9914}"/>
                    </a:ext>
                  </a:extLst>
                </p14:cNvPr>
                <p14:cNvContentPartPr/>
                <p14:nvPr/>
              </p14:nvContentPartPr>
              <p14:xfrm>
                <a:off x="5106038" y="4103741"/>
                <a:ext cx="440640" cy="76320"/>
              </p14:xfrm>
            </p:contentPart>
          </mc:Choice>
          <mc:Fallback>
            <p:pic>
              <p:nvPicPr>
                <p:cNvPr id="11" name="Ink 10">
                  <a:extLst>
                    <a:ext uri="{FF2B5EF4-FFF2-40B4-BE49-F238E27FC236}">
                      <a16:creationId xmlns:a16="http://schemas.microsoft.com/office/drawing/2014/main" id="{C1017A95-3B9C-D892-D862-B5C5E53E9914}"/>
                    </a:ext>
                  </a:extLst>
                </p:cNvPr>
                <p:cNvPicPr/>
                <p:nvPr/>
              </p:nvPicPr>
              <p:blipFill>
                <a:blip r:embed="rId14"/>
                <a:stretch>
                  <a:fillRect/>
                </a:stretch>
              </p:blipFill>
              <p:spPr>
                <a:xfrm>
                  <a:off x="5101718" y="4099421"/>
                  <a:ext cx="44928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4" name="Ink 13">
                  <a:extLst>
                    <a:ext uri="{FF2B5EF4-FFF2-40B4-BE49-F238E27FC236}">
                      <a16:creationId xmlns:a16="http://schemas.microsoft.com/office/drawing/2014/main" id="{4DAE621B-4FE2-D339-5359-4FF14D518EE5}"/>
                    </a:ext>
                  </a:extLst>
                </p14:cNvPr>
                <p14:cNvContentPartPr/>
                <p14:nvPr/>
              </p14:nvContentPartPr>
              <p14:xfrm>
                <a:off x="5130878" y="4014461"/>
                <a:ext cx="385560" cy="90000"/>
              </p14:xfrm>
            </p:contentPart>
          </mc:Choice>
          <mc:Fallback>
            <p:pic>
              <p:nvPicPr>
                <p:cNvPr id="14" name="Ink 13">
                  <a:extLst>
                    <a:ext uri="{FF2B5EF4-FFF2-40B4-BE49-F238E27FC236}">
                      <a16:creationId xmlns:a16="http://schemas.microsoft.com/office/drawing/2014/main" id="{4DAE621B-4FE2-D339-5359-4FF14D518EE5}"/>
                    </a:ext>
                  </a:extLst>
                </p:cNvPr>
                <p:cNvPicPr/>
                <p:nvPr/>
              </p:nvPicPr>
              <p:blipFill>
                <a:blip r:embed="rId16"/>
                <a:stretch>
                  <a:fillRect/>
                </a:stretch>
              </p:blipFill>
              <p:spPr>
                <a:xfrm>
                  <a:off x="5126558" y="4010141"/>
                  <a:ext cx="394200" cy="98640"/>
                </a:xfrm>
                <a:prstGeom prst="rect">
                  <a:avLst/>
                </a:prstGeom>
              </p:spPr>
            </p:pic>
          </mc:Fallback>
        </mc:AlternateContent>
      </p:grpSp>
      <p:grpSp>
        <p:nvGrpSpPr>
          <p:cNvPr id="17" name="Group 16">
            <a:extLst>
              <a:ext uri="{FF2B5EF4-FFF2-40B4-BE49-F238E27FC236}">
                <a16:creationId xmlns:a16="http://schemas.microsoft.com/office/drawing/2014/main" id="{04FE05C2-4D5C-5B67-1BC7-F693B05FBCBD}"/>
              </a:ext>
            </a:extLst>
          </p:cNvPr>
          <p:cNvGrpSpPr/>
          <p:nvPr/>
        </p:nvGrpSpPr>
        <p:grpSpPr>
          <a:xfrm>
            <a:off x="3251318" y="4064141"/>
            <a:ext cx="534600" cy="220680"/>
            <a:chOff x="3251318" y="4064141"/>
            <a:chExt cx="534600" cy="220680"/>
          </a:xfrm>
        </p:grpSpPr>
        <mc:AlternateContent xmlns:mc="http://schemas.openxmlformats.org/markup-compatibility/2006">
          <mc:Choice xmlns:p14="http://schemas.microsoft.com/office/powerpoint/2010/main" Requires="p14">
            <p:contentPart p14:bwMode="auto" r:id="rId17">
              <p14:nvContentPartPr>
                <p14:cNvPr id="15" name="Ink 14">
                  <a:extLst>
                    <a:ext uri="{FF2B5EF4-FFF2-40B4-BE49-F238E27FC236}">
                      <a16:creationId xmlns:a16="http://schemas.microsoft.com/office/drawing/2014/main" id="{0C842C8C-EA7C-D3D3-73A8-AE1573F7BA26}"/>
                    </a:ext>
                  </a:extLst>
                </p14:cNvPr>
                <p14:cNvContentPartPr/>
                <p14:nvPr/>
              </p14:nvContentPartPr>
              <p14:xfrm>
                <a:off x="3251318" y="4064141"/>
                <a:ext cx="467280" cy="117360"/>
              </p14:xfrm>
            </p:contentPart>
          </mc:Choice>
          <mc:Fallback>
            <p:pic>
              <p:nvPicPr>
                <p:cNvPr id="15" name="Ink 14">
                  <a:extLst>
                    <a:ext uri="{FF2B5EF4-FFF2-40B4-BE49-F238E27FC236}">
                      <a16:creationId xmlns:a16="http://schemas.microsoft.com/office/drawing/2014/main" id="{0C842C8C-EA7C-D3D3-73A8-AE1573F7BA26}"/>
                    </a:ext>
                  </a:extLst>
                </p:cNvPr>
                <p:cNvPicPr/>
                <p:nvPr/>
              </p:nvPicPr>
              <p:blipFill>
                <a:blip r:embed="rId18"/>
                <a:stretch>
                  <a:fillRect/>
                </a:stretch>
              </p:blipFill>
              <p:spPr>
                <a:xfrm>
                  <a:off x="3246998" y="4059821"/>
                  <a:ext cx="47592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6" name="Ink 15">
                  <a:extLst>
                    <a:ext uri="{FF2B5EF4-FFF2-40B4-BE49-F238E27FC236}">
                      <a16:creationId xmlns:a16="http://schemas.microsoft.com/office/drawing/2014/main" id="{B47B9A87-AE54-6FB6-763A-800933F4D20E}"/>
                    </a:ext>
                  </a:extLst>
                </p14:cNvPr>
                <p14:cNvContentPartPr/>
                <p14:nvPr/>
              </p14:nvContentPartPr>
              <p14:xfrm>
                <a:off x="3290198" y="4153781"/>
                <a:ext cx="495720" cy="131040"/>
              </p14:xfrm>
            </p:contentPart>
          </mc:Choice>
          <mc:Fallback>
            <p:pic>
              <p:nvPicPr>
                <p:cNvPr id="16" name="Ink 15">
                  <a:extLst>
                    <a:ext uri="{FF2B5EF4-FFF2-40B4-BE49-F238E27FC236}">
                      <a16:creationId xmlns:a16="http://schemas.microsoft.com/office/drawing/2014/main" id="{B47B9A87-AE54-6FB6-763A-800933F4D20E}"/>
                    </a:ext>
                  </a:extLst>
                </p:cNvPr>
                <p:cNvPicPr/>
                <p:nvPr/>
              </p:nvPicPr>
              <p:blipFill>
                <a:blip r:embed="rId20"/>
                <a:stretch>
                  <a:fillRect/>
                </a:stretch>
              </p:blipFill>
              <p:spPr>
                <a:xfrm>
                  <a:off x="3285878" y="4149461"/>
                  <a:ext cx="504360" cy="1396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1">
            <p14:nvContentPartPr>
              <p14:cNvPr id="19" name="Ink 18">
                <a:extLst>
                  <a:ext uri="{FF2B5EF4-FFF2-40B4-BE49-F238E27FC236}">
                    <a16:creationId xmlns:a16="http://schemas.microsoft.com/office/drawing/2014/main" id="{B5A0FCB5-8F13-16E7-D095-4D831615FF58}"/>
                  </a:ext>
                </a:extLst>
              </p14:cNvPr>
              <p14:cNvContentPartPr/>
              <p14:nvPr/>
            </p14:nvContentPartPr>
            <p14:xfrm>
              <a:off x="5601038" y="4703861"/>
              <a:ext cx="1073880" cy="820440"/>
            </p14:xfrm>
          </p:contentPart>
        </mc:Choice>
        <mc:Fallback>
          <p:pic>
            <p:nvPicPr>
              <p:cNvPr id="19" name="Ink 18">
                <a:extLst>
                  <a:ext uri="{FF2B5EF4-FFF2-40B4-BE49-F238E27FC236}">
                    <a16:creationId xmlns:a16="http://schemas.microsoft.com/office/drawing/2014/main" id="{B5A0FCB5-8F13-16E7-D095-4D831615FF58}"/>
                  </a:ext>
                </a:extLst>
              </p:cNvPr>
              <p:cNvPicPr/>
              <p:nvPr/>
            </p:nvPicPr>
            <p:blipFill>
              <a:blip r:embed="rId22"/>
              <a:stretch>
                <a:fillRect/>
              </a:stretch>
            </p:blipFill>
            <p:spPr>
              <a:xfrm>
                <a:off x="5596718" y="4699541"/>
                <a:ext cx="1082520" cy="829080"/>
              </a:xfrm>
              <a:prstGeom prst="rect">
                <a:avLst/>
              </a:prstGeom>
            </p:spPr>
          </p:pic>
        </mc:Fallback>
      </mc:AlternateContent>
    </p:spTree>
    <p:extLst>
      <p:ext uri="{BB962C8B-B14F-4D97-AF65-F5344CB8AC3E}">
        <p14:creationId xmlns:p14="http://schemas.microsoft.com/office/powerpoint/2010/main" val="4323715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3067" y="189730"/>
            <a:ext cx="8417997" cy="1077218"/>
          </a:xfrm>
          <a:prstGeom prst="rect">
            <a:avLst/>
          </a:prstGeom>
          <a:noFill/>
        </p:spPr>
        <p:txBody>
          <a:bodyPr wrap="square" rtlCol="0">
            <a:spAutoFit/>
          </a:bodyPr>
          <a:lstStyle/>
          <a:p>
            <a:pPr algn="ctr"/>
            <a:r>
              <a:rPr lang="en-IN" sz="3200" b="1" dirty="0">
                <a:solidFill>
                  <a:srgbClr val="7030A0"/>
                </a:solidFill>
                <a:latin typeface="Arial" panose="020B0604020202020204" pitchFamily="34" charset="0"/>
                <a:cs typeface="Arial" panose="020B0604020202020204" pitchFamily="34" charset="0"/>
              </a:rPr>
              <a:t>General Case: </a:t>
            </a:r>
            <a:r>
              <a:rPr lang="en-IN" sz="3200" b="1" dirty="0" err="1">
                <a:solidFill>
                  <a:srgbClr val="7030A0"/>
                </a:solidFill>
                <a:latin typeface="Arial" panose="020B0604020202020204" pitchFamily="34" charset="0"/>
                <a:cs typeface="Arial" panose="020B0604020202020204" pitchFamily="34" charset="0"/>
              </a:rPr>
              <a:t>Centered</a:t>
            </a:r>
            <a:r>
              <a:rPr lang="en-IN" sz="3200" b="1" dirty="0">
                <a:solidFill>
                  <a:srgbClr val="7030A0"/>
                </a:solidFill>
                <a:latin typeface="Arial" panose="020B0604020202020204" pitchFamily="34" charset="0"/>
                <a:cs typeface="Arial" panose="020B0604020202020204" pitchFamily="34" charset="0"/>
              </a:rPr>
              <a:t> at </a:t>
            </a:r>
            <a:r>
              <a:rPr lang="en-IN" sz="3200" b="1" dirty="0">
                <a:solidFill>
                  <a:srgbClr val="7030A0"/>
                </a:solidFill>
                <a:latin typeface="Arial" panose="020B0604020202020204" pitchFamily="34" charset="0"/>
                <a:cs typeface="Arial" panose="020B0604020202020204" pitchFamily="34" charset="0"/>
                <a:sym typeface="Symbol" panose="05050102010706020507" pitchFamily="18" charset="2"/>
              </a:rPr>
              <a:t></a:t>
            </a:r>
            <a:r>
              <a:rPr lang="en-IN" sz="3200" b="1" baseline="-25000" dirty="0">
                <a:solidFill>
                  <a:srgbClr val="7030A0"/>
                </a:solidFill>
                <a:latin typeface="Arial" panose="020B0604020202020204" pitchFamily="34" charset="0"/>
                <a:cs typeface="Arial" panose="020B0604020202020204" pitchFamily="34" charset="0"/>
                <a:sym typeface="Symbol" panose="05050102010706020507" pitchFamily="18" charset="2"/>
              </a:rPr>
              <a:t>1</a:t>
            </a:r>
            <a:r>
              <a:rPr lang="en-IN" sz="3200" b="1" dirty="0">
                <a:solidFill>
                  <a:srgbClr val="7030A0"/>
                </a:solidFill>
                <a:latin typeface="Arial" panose="020B0604020202020204" pitchFamily="34" charset="0"/>
                <a:cs typeface="Arial" panose="020B0604020202020204" pitchFamily="34" charset="0"/>
                <a:sym typeface="Symbol" panose="05050102010706020507" pitchFamily="18" charset="2"/>
              </a:rPr>
              <a:t> and </a:t>
            </a:r>
            <a:r>
              <a:rPr lang="en-IN" sz="3200" b="1" baseline="-25000" dirty="0">
                <a:solidFill>
                  <a:srgbClr val="7030A0"/>
                </a:solidFill>
                <a:latin typeface="Arial" panose="020B0604020202020204" pitchFamily="34" charset="0"/>
                <a:cs typeface="Arial" panose="020B0604020202020204" pitchFamily="34" charset="0"/>
                <a:sym typeface="Symbol" panose="05050102010706020507" pitchFamily="18" charset="2"/>
              </a:rPr>
              <a:t>2 </a:t>
            </a:r>
            <a:r>
              <a:rPr lang="en-IN" sz="3200" b="1" dirty="0">
                <a:solidFill>
                  <a:srgbClr val="7030A0"/>
                </a:solidFill>
                <a:latin typeface="Arial" panose="020B0604020202020204" pitchFamily="34" charset="0"/>
                <a:cs typeface="Arial" panose="020B0604020202020204" pitchFamily="34" charset="0"/>
                <a:sym typeface="Symbol" panose="05050102010706020507" pitchFamily="18" charset="2"/>
              </a:rPr>
              <a:t>with Correlation</a:t>
            </a:r>
            <a:endParaRPr lang="en-IN" sz="3200" b="1" dirty="0">
              <a:solidFill>
                <a:srgbClr val="7030A0"/>
              </a:solidFill>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stretch>
            <a:fillRect/>
          </a:stretch>
        </p:blipFill>
        <p:spPr>
          <a:xfrm>
            <a:off x="8631064" y="0"/>
            <a:ext cx="3441769" cy="3364302"/>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08963AB-CCCD-0E97-621A-A38E38B0EB7F}"/>
                  </a:ext>
                </a:extLst>
              </p:cNvPr>
              <p:cNvSpPr txBox="1"/>
              <p:nvPr/>
            </p:nvSpPr>
            <p:spPr>
              <a:xfrm>
                <a:off x="122154" y="3063841"/>
                <a:ext cx="9841355" cy="1325171"/>
              </a:xfrm>
              <a:prstGeom prst="rect">
                <a:avLst/>
              </a:prstGeom>
              <a:noFill/>
            </p:spPr>
            <p:txBody>
              <a:bodyPr wrap="square">
                <a:spAutoFit/>
              </a:bodyPr>
              <a:lstStyle/>
              <a:p>
                <a:pPr algn="ctr">
                  <a:lnSpc>
                    <a:spcPct val="150000"/>
                  </a:lnSpc>
                  <a:buClr>
                    <a:srgbClr val="0000FF"/>
                  </a:buClr>
                </a:pPr>
                <a14:m>
                  <m:oMathPara xmlns:m="http://schemas.openxmlformats.org/officeDocument/2006/math">
                    <m:oMathParaPr>
                      <m:jc m:val="centerGroup"/>
                    </m:oMathParaPr>
                    <m:oMath xmlns:m="http://schemas.openxmlformats.org/officeDocument/2006/math">
                      <m:sSub>
                        <m:sSubPr>
                          <m:ctrlPr>
                            <a:rPr lang="en-IN" sz="2400" i="1" smtClean="0">
                              <a:solidFill>
                                <a:schemeClr val="bg1"/>
                              </a:solidFill>
                              <a:latin typeface="Cambria Math" panose="02040503050406030204" pitchFamily="18" charset="0"/>
                              <a:cs typeface="Arial" panose="020B0604020202020204" pitchFamily="34" charset="0"/>
                            </a:rPr>
                          </m:ctrlPr>
                        </m:sSubPr>
                        <m:e>
                          <m:m>
                            <m:mPr>
                              <m:mcs>
                                <m:mc>
                                  <m:mcPr>
                                    <m:count m:val="2"/>
                                    <m:mcJc m:val="center"/>
                                  </m:mcPr>
                                </m:mc>
                              </m:mcs>
                              <m:ctrlPr>
                                <a:rPr lang="en-US" sz="2400" i="1">
                                  <a:solidFill>
                                    <a:schemeClr val="bg1"/>
                                  </a:solidFill>
                                  <a:latin typeface="Cambria Math" panose="02040503050406030204" pitchFamily="18" charset="0"/>
                                  <a:cs typeface="Arial" panose="020B0604020202020204" pitchFamily="34" charset="0"/>
                                </a:rPr>
                              </m:ctrlPr>
                            </m:mPr>
                            <m:mr>
                              <m:e>
                                <m:sSub>
                                  <m:sSubPr>
                                    <m:ctrlPr>
                                      <a:rPr lang="en-US" sz="2400" i="1">
                                        <a:solidFill>
                                          <a:schemeClr val="bg1"/>
                                        </a:solidFill>
                                        <a:latin typeface="Cambria Math" panose="02040503050406030204" pitchFamily="18" charset="0"/>
                                        <a:cs typeface="Arial" panose="020B0604020202020204" pitchFamily="34" charset="0"/>
                                      </a:rPr>
                                    </m:ctrlPr>
                                  </m:sSubPr>
                                  <m:e>
                                    <m:r>
                                      <a:rPr lang="en-IN" sz="2400">
                                        <a:solidFill>
                                          <a:schemeClr val="bg1"/>
                                        </a:solidFill>
                                        <a:latin typeface="Cambria Math" panose="02040503050406030204" pitchFamily="18" charset="0"/>
                                        <a:cs typeface="Arial" panose="020B0604020202020204" pitchFamily="34" charset="0"/>
                                      </a:rPr>
                                      <m:t>[</m:t>
                                    </m:r>
                                    <m:r>
                                      <m:rPr>
                                        <m:sty m:val="p"/>
                                      </m:rPr>
                                      <a:rPr lang="en-US" sz="2400" i="1">
                                        <a:solidFill>
                                          <a:schemeClr val="bg1"/>
                                        </a:solidFill>
                                        <a:latin typeface="Cambria Math" panose="02040503050406030204" pitchFamily="18" charset="0"/>
                                        <a:cs typeface="Arial" panose="020B0604020202020204" pitchFamily="34" charset="0"/>
                                      </a:rPr>
                                      <m:t>x</m:t>
                                    </m:r>
                                  </m:e>
                                  <m:sub>
                                    <m:r>
                                      <m:rPr>
                                        <m:sty m:val="p"/>
                                      </m:rPr>
                                      <a:rPr lang="en-IN" sz="2400">
                                        <a:solidFill>
                                          <a:schemeClr val="bg1"/>
                                        </a:solidFill>
                                        <a:latin typeface="Cambria Math" panose="02040503050406030204" pitchFamily="18" charset="0"/>
                                        <a:cs typeface="Arial" panose="020B0604020202020204" pitchFamily="34" charset="0"/>
                                      </a:rPr>
                                      <m:t>i</m:t>
                                    </m:r>
                                    <m:r>
                                      <a:rPr lang="en-IN" sz="2400">
                                        <a:solidFill>
                                          <a:schemeClr val="bg1"/>
                                        </a:solidFill>
                                        <a:latin typeface="Cambria Math" panose="02040503050406030204" pitchFamily="18" charset="0"/>
                                        <a:cs typeface="Arial" panose="020B0604020202020204" pitchFamily="34" charset="0"/>
                                      </a:rPr>
                                      <m:t>,1</m:t>
                                    </m:r>
                                  </m:sub>
                                </m:sSub>
                                <m:r>
                                  <a:rPr lang="en-US" sz="2400">
                                    <a:solidFill>
                                      <a:schemeClr val="bg1"/>
                                    </a:solidFill>
                                    <a:latin typeface="Cambria Math" panose="02040503050406030204" pitchFamily="18" charset="0"/>
                                    <a:cs typeface="Arial" panose="020B0604020202020204" pitchFamily="34" charset="0"/>
                                  </a:rPr>
                                  <m:t>−</m:t>
                                </m:r>
                                <m:sSub>
                                  <m:sSub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i="1">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t>1</m:t>
                                    </m:r>
                                  </m:sub>
                                </m:sSub>
                              </m:e>
                              <m:e>
                                <m:sSub>
                                  <m:sSubPr>
                                    <m:ctrlPr>
                                      <a:rPr lang="en-US" sz="2400" i="1">
                                        <a:solidFill>
                                          <a:schemeClr val="bg1"/>
                                        </a:solidFill>
                                        <a:latin typeface="Cambria Math" panose="02040503050406030204" pitchFamily="18" charset="0"/>
                                        <a:cs typeface="Arial" panose="020B0604020202020204" pitchFamily="34" charset="0"/>
                                      </a:rPr>
                                    </m:ctrlPr>
                                  </m:sSubPr>
                                  <m:e>
                                    <m:r>
                                      <m:rPr>
                                        <m:sty m:val="p"/>
                                      </m:rPr>
                                      <a:rPr lang="en-US" sz="2400" i="1">
                                        <a:solidFill>
                                          <a:schemeClr val="bg1"/>
                                        </a:solidFill>
                                        <a:latin typeface="Cambria Math" panose="02040503050406030204" pitchFamily="18" charset="0"/>
                                        <a:cs typeface="Arial" panose="020B0604020202020204" pitchFamily="34" charset="0"/>
                                      </a:rPr>
                                      <m:t>x</m:t>
                                    </m:r>
                                  </m:e>
                                  <m:sub>
                                    <m:r>
                                      <m:rPr>
                                        <m:sty m:val="p"/>
                                      </m:rPr>
                                      <a:rPr lang="en-IN" sz="2400">
                                        <a:solidFill>
                                          <a:schemeClr val="bg1"/>
                                        </a:solidFill>
                                        <a:latin typeface="Cambria Math" panose="02040503050406030204" pitchFamily="18" charset="0"/>
                                        <a:cs typeface="Arial" panose="020B0604020202020204" pitchFamily="34" charset="0"/>
                                      </a:rPr>
                                      <m:t>i</m:t>
                                    </m:r>
                                    <m:r>
                                      <a:rPr lang="en-IN" sz="2400">
                                        <a:solidFill>
                                          <a:schemeClr val="bg1"/>
                                        </a:solidFill>
                                        <a:latin typeface="Cambria Math" panose="02040503050406030204" pitchFamily="18" charset="0"/>
                                        <a:cs typeface="Arial" panose="020B0604020202020204" pitchFamily="34" charset="0"/>
                                      </a:rPr>
                                      <m:t>,2</m:t>
                                    </m:r>
                                  </m:sub>
                                </m:sSub>
                                <m:r>
                                  <a:rPr lang="en-US" sz="2400">
                                    <a:solidFill>
                                      <a:schemeClr val="bg1"/>
                                    </a:solidFill>
                                    <a:latin typeface="Cambria Math" panose="02040503050406030204" pitchFamily="18" charset="0"/>
                                    <a:cs typeface="Arial" panose="020B0604020202020204" pitchFamily="34" charset="0"/>
                                  </a:rPr>
                                  <m:t>−</m:t>
                                </m:r>
                                <m:r>
                                  <m:rPr>
                                    <m:sty m:val="p"/>
                                  </m:rPr>
                                  <a:rPr lang="en-US" sz="2400" i="1">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mr>
                          </m:m>
                        </m:e>
                        <m:sub>
                          <m:r>
                            <a:rPr lang="en-IN" sz="2400" i="1">
                              <a:solidFill>
                                <a:schemeClr val="bg1"/>
                              </a:solidFill>
                              <a:latin typeface="Cambria Math" panose="02040503050406030204" pitchFamily="18" charset="0"/>
                              <a:cs typeface="Arial" panose="020B0604020202020204" pitchFamily="34" charset="0"/>
                            </a:rPr>
                            <m:t>2</m:t>
                          </m:r>
                        </m:sub>
                      </m:sSub>
                      <m:r>
                        <a:rPr lang="en-IN" sz="2400" b="1" i="1">
                          <a:solidFill>
                            <a:schemeClr val="bg1"/>
                          </a:solidFill>
                          <a:latin typeface="Cambria Math" panose="02040503050406030204" pitchFamily="18" charset="0"/>
                          <a:cs typeface="Arial" panose="020B0604020202020204" pitchFamily="34" charset="0"/>
                        </a:rPr>
                        <m:t>]</m:t>
                      </m:r>
                      <m:d>
                        <m:dPr>
                          <m:begChr m:val="["/>
                          <m:endChr m:val="]"/>
                          <m:ctrlPr>
                            <a:rPr lang="en-IN" sz="2400" b="1" i="1" smtClean="0">
                              <a:solidFill>
                                <a:schemeClr val="bg1"/>
                              </a:solidFill>
                              <a:latin typeface="Cambria Math" panose="02040503050406030204" pitchFamily="18" charset="0"/>
                              <a:cs typeface="Arial" panose="020B0604020202020204" pitchFamily="34" charset="0"/>
                            </a:rPr>
                          </m:ctrlPr>
                        </m:dPr>
                        <m:e>
                          <m:f>
                            <m:fPr>
                              <m:ctrlPr>
                                <a:rPr lang="en-IN" sz="2400" b="1" i="1" smtClean="0">
                                  <a:solidFill>
                                    <a:schemeClr val="bg1"/>
                                  </a:solidFill>
                                  <a:latin typeface="Cambria Math" panose="02040503050406030204" pitchFamily="18" charset="0"/>
                                  <a:cs typeface="Arial" panose="020B0604020202020204" pitchFamily="34" charset="0"/>
                                </a:rPr>
                              </m:ctrlPr>
                            </m:fPr>
                            <m:num>
                              <m:r>
                                <a:rPr lang="en-IN" sz="2400" b="1" i="1" smtClean="0">
                                  <a:solidFill>
                                    <a:schemeClr val="bg1"/>
                                  </a:solidFill>
                                  <a:latin typeface="Cambria Math" panose="02040503050406030204" pitchFamily="18" charset="0"/>
                                  <a:cs typeface="Arial" panose="020B0604020202020204" pitchFamily="34" charset="0"/>
                                </a:rPr>
                                <m:t>𝟏</m:t>
                              </m:r>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b="0" i="1" smtClean="0">
                                      <a:solidFill>
                                        <a:schemeClr val="bg1"/>
                                      </a:solidFill>
                                      <a:latin typeface="Cambria Math" panose="02040503050406030204" pitchFamily="18" charset="0"/>
                                      <a:sym typeface="Symbol" panose="05050102010706020507" pitchFamily="18" charset="2"/>
                                    </a:rPr>
                                    <m:t>22</m:t>
                                  </m:r>
                                </m:sub>
                              </m:sSub>
                              <m:r>
                                <a:rPr lang="en-IN" sz="2400" b="0" i="1" smtClean="0">
                                  <a:solidFill>
                                    <a:schemeClr val="bg1"/>
                                  </a:solidFill>
                                  <a:latin typeface="Cambria Math" panose="02040503050406030204" pitchFamily="18" charset="0"/>
                                  <a:sym typeface="Symbol" panose="05050102010706020507" pitchFamily="18" charset="2"/>
                                </a:rPr>
                                <m:t>−</m:t>
                              </m:r>
                              <m:sSubSup>
                                <m:sSubSupPr>
                                  <m:ctrlPr>
                                    <a:rPr lang="en-IN" sz="2400" b="0" i="1" smtClean="0">
                                      <a:solidFill>
                                        <a:schemeClr val="bg1"/>
                                      </a:solidFill>
                                      <a:latin typeface="Cambria Math" panose="02040503050406030204" pitchFamily="18" charset="0"/>
                                      <a:sym typeface="Symbol" panose="05050102010706020507" pitchFamily="18" charset="2"/>
                                    </a:rPr>
                                  </m:ctrlPr>
                                </m:sSubSup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m:t>
                                  </m:r>
                                  <m:r>
                                    <a:rPr lang="en-IN" sz="2400" b="0" i="1" smtClean="0">
                                      <a:solidFill>
                                        <a:schemeClr val="bg1"/>
                                      </a:solidFill>
                                      <a:latin typeface="Cambria Math" panose="02040503050406030204" pitchFamily="18" charset="0"/>
                                      <a:sym typeface="Symbol" panose="05050102010706020507" pitchFamily="18" charset="2"/>
                                    </a:rPr>
                                    <m:t>2</m:t>
                                  </m:r>
                                </m:sub>
                                <m:sup>
                                  <m:r>
                                    <a:rPr lang="en-IN" sz="2400" b="0" i="1" smtClean="0">
                                      <a:solidFill>
                                        <a:schemeClr val="bg1"/>
                                      </a:solidFill>
                                      <a:latin typeface="Cambria Math" panose="02040503050406030204" pitchFamily="18" charset="0"/>
                                      <a:sym typeface="Symbol" panose="05050102010706020507" pitchFamily="18" charset="2"/>
                                    </a:rPr>
                                    <m:t>2</m:t>
                                  </m:r>
                                </m:sup>
                              </m:sSubSup>
                            </m:den>
                          </m:f>
                        </m:e>
                      </m:d>
                      <m:d>
                        <m:dPr>
                          <m:begChr m:val="["/>
                          <m:endChr m:val="]"/>
                          <m:ctrlPr>
                            <a:rPr lang="en-IN" sz="2400" i="1">
                              <a:solidFill>
                                <a:schemeClr val="bg1"/>
                              </a:solidFill>
                              <a:latin typeface="Cambria Math" panose="02040503050406030204" pitchFamily="18" charset="0"/>
                            </a:rPr>
                          </m:ctrlPr>
                        </m:dPr>
                        <m:e>
                          <m:m>
                            <m:mPr>
                              <m:mcs>
                                <m:mc>
                                  <m:mcPr>
                                    <m:count m:val="2"/>
                                    <m:mcJc m:val="center"/>
                                  </m:mcPr>
                                </m:mc>
                              </m:mcs>
                              <m:ctrlPr>
                                <a:rPr lang="en-IN" sz="2400" i="1">
                                  <a:solidFill>
                                    <a:schemeClr val="bg1"/>
                                  </a:solidFill>
                                  <a:latin typeface="Cambria Math" panose="02040503050406030204" pitchFamily="18" charset="0"/>
                                </a:rPr>
                              </m:ctrlPr>
                            </m:mPr>
                            <m:mr>
                              <m:e>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b="0" i="1" smtClean="0">
                                        <a:solidFill>
                                          <a:schemeClr val="bg1"/>
                                        </a:solidFill>
                                        <a:latin typeface="Cambria Math" panose="02040503050406030204" pitchFamily="18" charset="0"/>
                                        <a:sym typeface="Symbol" panose="05050102010706020507" pitchFamily="18" charset="2"/>
                                      </a:rPr>
                                      <m:t>22</m:t>
                                    </m:r>
                                  </m:sub>
                                </m:sSub>
                              </m:e>
                              <m:e>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b="0" i="1" smtClean="0">
                                        <a:solidFill>
                                          <a:schemeClr val="bg1"/>
                                        </a:solidFill>
                                        <a:latin typeface="Cambria Math" panose="02040503050406030204" pitchFamily="18" charset="0"/>
                                        <a:sym typeface="Symbol" panose="05050102010706020507" pitchFamily="18" charset="2"/>
                                      </a:rPr>
                                      <m:t>−</m:t>
                                    </m:r>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m:t>
                                    </m:r>
                                    <m:r>
                                      <a:rPr lang="en-IN" sz="2400" b="0" i="1" smtClean="0">
                                        <a:solidFill>
                                          <a:schemeClr val="bg1"/>
                                        </a:solidFill>
                                        <a:latin typeface="Cambria Math" panose="02040503050406030204" pitchFamily="18" charset="0"/>
                                        <a:sym typeface="Symbol" panose="05050102010706020507" pitchFamily="18" charset="2"/>
                                      </a:rPr>
                                      <m:t>2</m:t>
                                    </m:r>
                                  </m:sub>
                                </m:sSub>
                              </m:e>
                            </m:mr>
                            <m:mr>
                              <m:e>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12</m:t>
                                    </m:r>
                                  </m:sub>
                                </m:sSub>
                              </m:e>
                              <m:e>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e>
                            </m:mr>
                          </m:m>
                        </m:e>
                      </m:d>
                      <m:d>
                        <m:dPr>
                          <m:begChr m:val="["/>
                          <m:endChr m:val="]"/>
                          <m:ctrlPr>
                            <a:rPr lang="en-IN" sz="2400" b="1" i="1">
                              <a:solidFill>
                                <a:schemeClr val="bg1"/>
                              </a:solidFill>
                              <a:latin typeface="Cambria Math" panose="02040503050406030204" pitchFamily="18" charset="0"/>
                              <a:cs typeface="Arial" panose="020B0604020202020204" pitchFamily="34" charset="0"/>
                              <a:sym typeface="Symbol" panose="05050102010706020507" pitchFamily="18" charset="2"/>
                            </a:rPr>
                          </m:ctrlPr>
                        </m:dPr>
                        <m:e>
                          <m:m>
                            <m:mPr>
                              <m:mcs>
                                <m:mc>
                                  <m:mcPr>
                                    <m:count m:val="1"/>
                                    <m:mcJc m:val="center"/>
                                  </m:mcPr>
                                </m:mc>
                              </m:mcs>
                              <m:ctrlPr>
                                <a:rPr lang="en-IN" sz="2400" b="1" i="1">
                                  <a:solidFill>
                                    <a:schemeClr val="bg1"/>
                                  </a:solidFill>
                                  <a:latin typeface="Cambria Math" panose="02040503050406030204" pitchFamily="18" charset="0"/>
                                  <a:cs typeface="Arial" panose="020B0604020202020204" pitchFamily="34" charset="0"/>
                                  <a:sym typeface="Symbol" panose="05050102010706020507" pitchFamily="18" charset="2"/>
                                </a:rPr>
                              </m:ctrlPr>
                            </m:mPr>
                            <m:mr>
                              <m:e>
                                <m:sSub>
                                  <m:sSubPr>
                                    <m:ctrlPr>
                                      <a:rPr lang="en-US" sz="2400" i="1">
                                        <a:solidFill>
                                          <a:schemeClr val="bg1"/>
                                        </a:solidFill>
                                        <a:latin typeface="Cambria Math" panose="02040503050406030204" pitchFamily="18" charset="0"/>
                                        <a:cs typeface="Arial" panose="020B0604020202020204" pitchFamily="34" charset="0"/>
                                      </a:rPr>
                                    </m:ctrlPr>
                                  </m:sSubPr>
                                  <m:e>
                                    <m:r>
                                      <m:rPr>
                                        <m:sty m:val="p"/>
                                      </m:rPr>
                                      <a:rPr lang="en-US" sz="2400">
                                        <a:solidFill>
                                          <a:schemeClr val="bg1"/>
                                        </a:solidFill>
                                        <a:latin typeface="Cambria Math" panose="02040503050406030204" pitchFamily="18" charset="0"/>
                                        <a:cs typeface="Arial" panose="020B0604020202020204" pitchFamily="34" charset="0"/>
                                      </a:rPr>
                                      <m:t>x</m:t>
                                    </m:r>
                                  </m:e>
                                  <m:sub>
                                    <m:r>
                                      <m:rPr>
                                        <m:sty m:val="p"/>
                                      </m:rPr>
                                      <a:rPr lang="en-IN" sz="2400">
                                        <a:solidFill>
                                          <a:schemeClr val="bg1"/>
                                        </a:solidFill>
                                        <a:latin typeface="Cambria Math" panose="02040503050406030204" pitchFamily="18" charset="0"/>
                                        <a:cs typeface="Arial" panose="020B0604020202020204" pitchFamily="34" charset="0"/>
                                      </a:rPr>
                                      <m:t>i</m:t>
                                    </m:r>
                                    <m:r>
                                      <a:rPr lang="en-IN" sz="2400">
                                        <a:solidFill>
                                          <a:schemeClr val="bg1"/>
                                        </a:solidFill>
                                        <a:latin typeface="Cambria Math" panose="02040503050406030204" pitchFamily="18" charset="0"/>
                                        <a:cs typeface="Arial" panose="020B0604020202020204" pitchFamily="34" charset="0"/>
                                      </a:rPr>
                                      <m:t>,1</m:t>
                                    </m:r>
                                  </m:sub>
                                </m:sSub>
                                <m:r>
                                  <a:rPr lang="en-US" sz="2400">
                                    <a:solidFill>
                                      <a:schemeClr val="bg1"/>
                                    </a:solidFill>
                                    <a:latin typeface="Cambria Math" panose="02040503050406030204" pitchFamily="18" charset="0"/>
                                    <a:cs typeface="Arial" panose="020B0604020202020204" pitchFamily="34" charset="0"/>
                                  </a:rPr>
                                  <m:t>−</m:t>
                                </m:r>
                                <m:sSub>
                                  <m:sSub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a:solidFill>
                                          <a:schemeClr val="bg1"/>
                                        </a:solidFill>
                                        <a:latin typeface="Cambria Math" panose="02040503050406030204" pitchFamily="18" charset="0"/>
                                        <a:ea typeface="Cambria Math" panose="02040503050406030204" pitchFamily="18" charset="0"/>
                                        <a:cs typeface="Arial" panose="020B0604020202020204" pitchFamily="34" charset="0"/>
                                      </a:rPr>
                                      <m:t>1</m:t>
                                    </m:r>
                                  </m:sub>
                                </m:sSub>
                              </m:e>
                            </m:mr>
                            <m:mr>
                              <m:e>
                                <m:sSub>
                                  <m:sSubPr>
                                    <m:ctrlPr>
                                      <a:rPr lang="en-US" sz="2400" i="1">
                                        <a:solidFill>
                                          <a:schemeClr val="bg1"/>
                                        </a:solidFill>
                                        <a:latin typeface="Cambria Math" panose="02040503050406030204" pitchFamily="18" charset="0"/>
                                        <a:cs typeface="Arial" panose="020B0604020202020204" pitchFamily="34" charset="0"/>
                                      </a:rPr>
                                    </m:ctrlPr>
                                  </m:sSubPr>
                                  <m:e>
                                    <m:r>
                                      <m:rPr>
                                        <m:sty m:val="p"/>
                                      </m:rPr>
                                      <a:rPr lang="en-US" sz="2400">
                                        <a:solidFill>
                                          <a:schemeClr val="bg1"/>
                                        </a:solidFill>
                                        <a:latin typeface="Cambria Math" panose="02040503050406030204" pitchFamily="18" charset="0"/>
                                        <a:cs typeface="Arial" panose="020B0604020202020204" pitchFamily="34" charset="0"/>
                                      </a:rPr>
                                      <m:t>x</m:t>
                                    </m:r>
                                  </m:e>
                                  <m:sub>
                                    <m:r>
                                      <m:rPr>
                                        <m:sty m:val="p"/>
                                      </m:rPr>
                                      <a:rPr lang="en-IN" sz="2400">
                                        <a:solidFill>
                                          <a:schemeClr val="bg1"/>
                                        </a:solidFill>
                                        <a:latin typeface="Cambria Math" panose="02040503050406030204" pitchFamily="18" charset="0"/>
                                        <a:cs typeface="Arial" panose="020B0604020202020204" pitchFamily="34" charset="0"/>
                                      </a:rPr>
                                      <m:t>i</m:t>
                                    </m:r>
                                    <m:r>
                                      <a:rPr lang="en-IN" sz="2400">
                                        <a:solidFill>
                                          <a:schemeClr val="bg1"/>
                                        </a:solidFill>
                                        <a:latin typeface="Cambria Math" panose="02040503050406030204" pitchFamily="18" charset="0"/>
                                        <a:cs typeface="Arial" panose="020B0604020202020204" pitchFamily="34" charset="0"/>
                                      </a:rPr>
                                      <m:t>,2</m:t>
                                    </m:r>
                                  </m:sub>
                                </m:sSub>
                                <m:r>
                                  <a:rPr lang="en-US" sz="2400">
                                    <a:solidFill>
                                      <a:schemeClr val="bg1"/>
                                    </a:solidFill>
                                    <a:latin typeface="Cambria Math" panose="02040503050406030204" pitchFamily="18" charset="0"/>
                                    <a:cs typeface="Arial" panose="020B0604020202020204" pitchFamily="34" charset="0"/>
                                  </a:rPr>
                                  <m:t>−</m:t>
                                </m:r>
                                <m:sSub>
                                  <m:sSub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b>
                                </m:sSub>
                              </m:e>
                            </m:mr>
                          </m:m>
                        </m:e>
                      </m:d>
                      <m:r>
                        <a:rPr lang="en-IN" sz="2400" b="1" i="1">
                          <a:solidFill>
                            <a:schemeClr val="bg1"/>
                          </a:solidFill>
                          <a:latin typeface="Cambria Math" panose="02040503050406030204" pitchFamily="18" charset="0"/>
                          <a:cs typeface="Arial" panose="020B0604020202020204" pitchFamily="34" charset="0"/>
                          <a:sym typeface="Symbol" panose="05050102010706020507" pitchFamily="18" charset="2"/>
                        </a:rPr>
                        <m:t> </m:t>
                      </m:r>
                      <m:r>
                        <a:rPr lang="en-IN" sz="2400">
                          <a:solidFill>
                            <a:schemeClr val="bg1"/>
                          </a:solidFill>
                          <a:latin typeface="Cambria Math" panose="02040503050406030204" pitchFamily="18" charset="0"/>
                          <a:cs typeface="Arial" panose="020B0604020202020204" pitchFamily="34" charset="0"/>
                          <a:sym typeface="Symbol" panose="05050102010706020507" pitchFamily="18" charset="2"/>
                        </a:rPr>
                        <m:t>=</m:t>
                      </m:r>
                      <m:sSubSup>
                        <m:sSubSupPr>
                          <m:ctrlPr>
                            <a:rPr lang="en-US"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SupPr>
                        <m:e>
                          <m:r>
                            <m:rPr>
                              <m:sty m:val="p"/>
                            </m:rP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d</m:t>
                          </m:r>
                        </m:e>
                        <m:sub>
                          <m:r>
                            <m:rPr>
                              <m:sty m:val="p"/>
                            </m:rP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i</m:t>
                          </m:r>
                        </m:sub>
                        <m:sup>
                          <m: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p>
                      </m:sSubSup>
                    </m:oMath>
                  </m:oMathPara>
                </a14:m>
                <a:endParaRPr lang="en-IN" sz="2400" dirty="0">
                  <a:solidFill>
                    <a:schemeClr val="bg1"/>
                  </a:solidFill>
                </a:endParaRPr>
              </a:p>
            </p:txBody>
          </p:sp>
        </mc:Choice>
        <mc:Fallback xmlns="">
          <p:sp>
            <p:nvSpPr>
              <p:cNvPr id="8" name="TextBox 7">
                <a:extLst>
                  <a:ext uri="{FF2B5EF4-FFF2-40B4-BE49-F238E27FC236}">
                    <a16:creationId xmlns:a16="http://schemas.microsoft.com/office/drawing/2014/main" id="{E08963AB-CCCD-0E97-621A-A38E38B0EB7F}"/>
                  </a:ext>
                </a:extLst>
              </p:cNvPr>
              <p:cNvSpPr txBox="1">
                <a:spLocks noRot="1" noChangeAspect="1" noMove="1" noResize="1" noEditPoints="1" noAdjustHandles="1" noChangeArrowheads="1" noChangeShapeType="1" noTextEdit="1"/>
              </p:cNvSpPr>
              <p:nvPr/>
            </p:nvSpPr>
            <p:spPr>
              <a:xfrm>
                <a:off x="122154" y="3063841"/>
                <a:ext cx="9841355" cy="1325171"/>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3204879" y="2107366"/>
                <a:ext cx="3375732" cy="477503"/>
              </a:xfrm>
              <a:prstGeom prst="rect">
                <a:avLst/>
              </a:prstGeom>
            </p:spPr>
            <p:txBody>
              <a:bodyPr wrap="none">
                <a:spAutoFit/>
              </a:bodyPr>
              <a:lstStyle/>
              <a:p>
                <a14:m>
                  <m:oMath xmlns:m="http://schemas.openxmlformats.org/officeDocument/2006/math">
                    <m:r>
                      <a:rPr lang="en-IN" sz="2400" b="1" i="0" smtClean="0">
                        <a:solidFill>
                          <a:schemeClr val="bg1"/>
                        </a:solidFill>
                        <a:latin typeface="Cambria Math" panose="02040503050406030204" pitchFamily="18" charset="0"/>
                        <a:cs typeface="Arial" panose="020B0604020202020204" pitchFamily="34" charset="0"/>
                      </a:rPr>
                      <m:t>(</m:t>
                    </m:r>
                    <m:r>
                      <a:rPr lang="en-IN" sz="2400" b="1" i="0" smtClean="0">
                        <a:solidFill>
                          <a:schemeClr val="bg1"/>
                        </a:solidFill>
                        <a:latin typeface="Cambria Math" panose="02040503050406030204" pitchFamily="18" charset="0"/>
                        <a:cs typeface="Arial" panose="020B0604020202020204" pitchFamily="34" charset="0"/>
                      </a:rPr>
                      <m:t>𝐱</m:t>
                    </m:r>
                    <m:r>
                      <a:rPr lang="en-IN" sz="2400" b="1" i="0" smtClean="0">
                        <a:solidFill>
                          <a:schemeClr val="bg1"/>
                        </a:solidFill>
                        <a:latin typeface="Cambria Math" panose="02040503050406030204" pitchFamily="18" charset="0"/>
                        <a:cs typeface="Arial" panose="020B0604020202020204" pitchFamily="34" charset="0"/>
                      </a:rPr>
                      <m:t>−</m:t>
                    </m:r>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IN" sz="2400" b="1" i="1" dirty="0">
                        <a:solidFill>
                          <a:schemeClr val="accent6">
                            <a:lumMod val="75000"/>
                          </a:schemeClr>
                        </a:solidFill>
                        <a:latin typeface="Cambria Math" panose="02040503050406030204" pitchFamily="18" charset="0"/>
                        <a:cs typeface="Arial" panose="020B0604020202020204" pitchFamily="34" charset="0"/>
                        <a:sym typeface="Symbol" panose="05050102010706020507" pitchFamily="18" charset="2"/>
                      </a:rPr>
                      <m:t></m:t>
                    </m:r>
                  </m:oMath>
                </a14:m>
                <a:r>
                  <a:rPr lang="en-US" sz="2400" baseline="30000" dirty="0">
                    <a:solidFill>
                      <a:schemeClr val="bg1"/>
                    </a:solidFill>
                    <a:latin typeface="Arial" panose="020B0604020202020204" pitchFamily="34" charset="0"/>
                    <a:cs typeface="Arial" panose="020B0604020202020204" pitchFamily="34" charset="0"/>
                  </a:rPr>
                  <a:t>-1</a:t>
                </a:r>
                <a14:m>
                  <m:oMath xmlns:m="http://schemas.openxmlformats.org/officeDocument/2006/math">
                    <m:d>
                      <m:dPr>
                        <m:ctrlPr>
                          <a:rPr lang="en-IN" sz="2400" i="1">
                            <a:solidFill>
                              <a:schemeClr val="bg1"/>
                            </a:solidFill>
                            <a:latin typeface="Cambria Math" panose="02040503050406030204" pitchFamily="18" charset="0"/>
                            <a:cs typeface="Arial" panose="020B0604020202020204" pitchFamily="34" charset="0"/>
                          </a:rPr>
                        </m:ctrlPr>
                      </m:dPr>
                      <m:e>
                        <m:r>
                          <a:rPr lang="en-IN" sz="2400" b="1" i="0">
                            <a:solidFill>
                              <a:schemeClr val="bg1"/>
                            </a:solidFill>
                            <a:latin typeface="Cambria Math" panose="02040503050406030204" pitchFamily="18" charset="0"/>
                            <a:cs typeface="Arial" panose="020B0604020202020204" pitchFamily="34" charset="0"/>
                          </a:rPr>
                          <m:t>𝐱</m:t>
                        </m:r>
                        <m:r>
                          <a:rPr lang="en-IN" sz="2400" b="1" i="0">
                            <a:solidFill>
                              <a:schemeClr val="bg1"/>
                            </a:solidFill>
                            <a:latin typeface="Cambria Math" panose="02040503050406030204" pitchFamily="18" charset="0"/>
                            <a:cs typeface="Arial" panose="020B0604020202020204" pitchFamily="34" charset="0"/>
                          </a:rPr>
                          <m:t>−</m:t>
                        </m:r>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e>
                    </m:d>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pPr>
                      <m:e>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𝐝</m:t>
                        </m:r>
                      </m:e>
                      <m:sup>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𝟐</m:t>
                        </m:r>
                      </m:sup>
                    </m:sSup>
                  </m:oMath>
                </a14:m>
                <a:endParaRPr lang="en-IN" sz="2400" dirty="0">
                  <a:solidFill>
                    <a:schemeClr val="bg1"/>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3204879" y="2107366"/>
                <a:ext cx="3375732" cy="477503"/>
              </a:xfrm>
              <a:prstGeom prst="rect">
                <a:avLst/>
              </a:prstGeom>
              <a:blipFill>
                <a:blip r:embed="rId4"/>
                <a:stretch>
                  <a:fillRect l="-1627" t="-1282" b="-1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08963AB-CCCD-0E97-621A-A38E38B0EB7F}"/>
                  </a:ext>
                </a:extLst>
              </p:cNvPr>
              <p:cNvSpPr txBox="1"/>
              <p:nvPr/>
            </p:nvSpPr>
            <p:spPr>
              <a:xfrm>
                <a:off x="398364" y="4036792"/>
                <a:ext cx="10859108" cy="2309991"/>
              </a:xfrm>
              <a:prstGeom prst="rect">
                <a:avLst/>
              </a:prstGeom>
              <a:noFill/>
            </p:spPr>
            <p:txBody>
              <a:bodyPr wrap="square">
                <a:spAutoFit/>
              </a:bodyPr>
              <a:lstStyle/>
              <a:p>
                <a:pPr algn="ctr">
                  <a:lnSpc>
                    <a:spcPct val="150000"/>
                  </a:lnSpc>
                  <a:buClr>
                    <a:srgbClr val="0000FF"/>
                  </a:buClr>
                </a:pPr>
                <a14:m>
                  <m:oMathPara xmlns:m="http://schemas.openxmlformats.org/officeDocument/2006/math">
                    <m:oMathParaPr>
                      <m:jc m:val="centerGroup"/>
                    </m:oMathParaPr>
                    <m:oMath xmlns:m="http://schemas.openxmlformats.org/officeDocument/2006/math">
                      <m:sSub>
                        <m:sSubPr>
                          <m:ctrlPr>
                            <a:rPr lang="en-IN" sz="2400" i="1" smtClean="0">
                              <a:solidFill>
                                <a:schemeClr val="bg1"/>
                              </a:solidFill>
                              <a:latin typeface="Cambria Math" panose="02040503050406030204" pitchFamily="18" charset="0"/>
                              <a:cs typeface="Arial" panose="020B0604020202020204" pitchFamily="34" charset="0"/>
                            </a:rPr>
                          </m:ctrlPr>
                        </m:sSubPr>
                        <m:e>
                          <m:m>
                            <m:mPr>
                              <m:mcs>
                                <m:mc>
                                  <m:mcPr>
                                    <m:count m:val="2"/>
                                    <m:mcJc m:val="center"/>
                                  </m:mcPr>
                                </m:mc>
                              </m:mcs>
                              <m:ctrlPr>
                                <a:rPr lang="en-US" sz="2400" i="1">
                                  <a:solidFill>
                                    <a:schemeClr val="bg1"/>
                                  </a:solidFill>
                                  <a:latin typeface="Cambria Math" panose="02040503050406030204" pitchFamily="18" charset="0"/>
                                  <a:cs typeface="Arial" panose="020B0604020202020204" pitchFamily="34" charset="0"/>
                                </a:rPr>
                              </m:ctrlPr>
                            </m:mPr>
                            <m:mr>
                              <m:e>
                                <m:sSub>
                                  <m:sSubPr>
                                    <m:ctrlPr>
                                      <a:rPr lang="en-US" sz="2400" i="1">
                                        <a:solidFill>
                                          <a:schemeClr val="bg1"/>
                                        </a:solidFill>
                                        <a:latin typeface="Cambria Math" panose="02040503050406030204" pitchFamily="18" charset="0"/>
                                        <a:cs typeface="Arial" panose="020B0604020202020204" pitchFamily="34" charset="0"/>
                                      </a:rPr>
                                    </m:ctrlPr>
                                  </m:sSubPr>
                                  <m:e>
                                    <m:r>
                                      <a:rPr lang="en-IN" sz="2400">
                                        <a:solidFill>
                                          <a:schemeClr val="bg1"/>
                                        </a:solidFill>
                                        <a:latin typeface="Cambria Math" panose="02040503050406030204" pitchFamily="18" charset="0"/>
                                        <a:cs typeface="Arial" panose="020B0604020202020204" pitchFamily="34" charset="0"/>
                                      </a:rPr>
                                      <m:t>[</m:t>
                                    </m:r>
                                    <m:r>
                                      <m:rPr>
                                        <m:sty m:val="p"/>
                                      </m:rPr>
                                      <a:rPr lang="en-US" sz="2400" i="1">
                                        <a:solidFill>
                                          <a:schemeClr val="bg1"/>
                                        </a:solidFill>
                                        <a:latin typeface="Cambria Math" panose="02040503050406030204" pitchFamily="18" charset="0"/>
                                        <a:cs typeface="Arial" panose="020B0604020202020204" pitchFamily="34" charset="0"/>
                                      </a:rPr>
                                      <m:t>x</m:t>
                                    </m:r>
                                  </m:e>
                                  <m:sub>
                                    <m:r>
                                      <m:rPr>
                                        <m:sty m:val="p"/>
                                      </m:rPr>
                                      <a:rPr lang="en-IN" sz="2400">
                                        <a:solidFill>
                                          <a:schemeClr val="bg1"/>
                                        </a:solidFill>
                                        <a:latin typeface="Cambria Math" panose="02040503050406030204" pitchFamily="18" charset="0"/>
                                        <a:cs typeface="Arial" panose="020B0604020202020204" pitchFamily="34" charset="0"/>
                                      </a:rPr>
                                      <m:t>i</m:t>
                                    </m:r>
                                    <m:r>
                                      <a:rPr lang="en-IN" sz="2400">
                                        <a:solidFill>
                                          <a:schemeClr val="bg1"/>
                                        </a:solidFill>
                                        <a:latin typeface="Cambria Math" panose="02040503050406030204" pitchFamily="18" charset="0"/>
                                        <a:cs typeface="Arial" panose="020B0604020202020204" pitchFamily="34" charset="0"/>
                                      </a:rPr>
                                      <m:t>,1</m:t>
                                    </m:r>
                                  </m:sub>
                                </m:sSub>
                                <m:r>
                                  <a:rPr lang="en-US" sz="2400">
                                    <a:solidFill>
                                      <a:schemeClr val="bg1"/>
                                    </a:solidFill>
                                    <a:latin typeface="Cambria Math" panose="02040503050406030204" pitchFamily="18" charset="0"/>
                                    <a:cs typeface="Arial" panose="020B0604020202020204" pitchFamily="34" charset="0"/>
                                  </a:rPr>
                                  <m:t>−</m:t>
                                </m:r>
                                <m:sSub>
                                  <m:sSub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i="1">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t>1</m:t>
                                    </m:r>
                                  </m:sub>
                                </m:sSub>
                              </m:e>
                              <m:e>
                                <m:sSub>
                                  <m:sSubPr>
                                    <m:ctrlPr>
                                      <a:rPr lang="en-US" sz="2400" i="1">
                                        <a:solidFill>
                                          <a:schemeClr val="bg1"/>
                                        </a:solidFill>
                                        <a:latin typeface="Cambria Math" panose="02040503050406030204" pitchFamily="18" charset="0"/>
                                        <a:cs typeface="Arial" panose="020B0604020202020204" pitchFamily="34" charset="0"/>
                                      </a:rPr>
                                    </m:ctrlPr>
                                  </m:sSubPr>
                                  <m:e>
                                    <m:r>
                                      <m:rPr>
                                        <m:sty m:val="p"/>
                                      </m:rPr>
                                      <a:rPr lang="en-US" sz="2400" i="1">
                                        <a:solidFill>
                                          <a:schemeClr val="bg1"/>
                                        </a:solidFill>
                                        <a:latin typeface="Cambria Math" panose="02040503050406030204" pitchFamily="18" charset="0"/>
                                        <a:cs typeface="Arial" panose="020B0604020202020204" pitchFamily="34" charset="0"/>
                                      </a:rPr>
                                      <m:t>x</m:t>
                                    </m:r>
                                  </m:e>
                                  <m:sub>
                                    <m:r>
                                      <m:rPr>
                                        <m:sty m:val="p"/>
                                      </m:rPr>
                                      <a:rPr lang="en-IN" sz="2400">
                                        <a:solidFill>
                                          <a:schemeClr val="bg1"/>
                                        </a:solidFill>
                                        <a:latin typeface="Cambria Math" panose="02040503050406030204" pitchFamily="18" charset="0"/>
                                        <a:cs typeface="Arial" panose="020B0604020202020204" pitchFamily="34" charset="0"/>
                                      </a:rPr>
                                      <m:t>i</m:t>
                                    </m:r>
                                    <m:r>
                                      <a:rPr lang="en-IN" sz="2400">
                                        <a:solidFill>
                                          <a:schemeClr val="bg1"/>
                                        </a:solidFill>
                                        <a:latin typeface="Cambria Math" panose="02040503050406030204" pitchFamily="18" charset="0"/>
                                        <a:cs typeface="Arial" panose="020B0604020202020204" pitchFamily="34" charset="0"/>
                                      </a:rPr>
                                      <m:t>,2</m:t>
                                    </m:r>
                                  </m:sub>
                                </m:sSub>
                                <m:r>
                                  <a:rPr lang="en-US" sz="2400">
                                    <a:solidFill>
                                      <a:schemeClr val="bg1"/>
                                    </a:solidFill>
                                    <a:latin typeface="Cambria Math" panose="02040503050406030204" pitchFamily="18" charset="0"/>
                                    <a:cs typeface="Arial" panose="020B0604020202020204" pitchFamily="34" charset="0"/>
                                  </a:rPr>
                                  <m:t>−</m:t>
                                </m:r>
                                <m:r>
                                  <m:rPr>
                                    <m:sty m:val="p"/>
                                  </m:rPr>
                                  <a:rPr lang="en-US" sz="2400" i="1">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mr>
                          </m:m>
                        </m:e>
                        <m:sub>
                          <m:r>
                            <a:rPr lang="en-IN" sz="2400" i="1">
                              <a:solidFill>
                                <a:schemeClr val="bg1"/>
                              </a:solidFill>
                              <a:latin typeface="Cambria Math" panose="02040503050406030204" pitchFamily="18" charset="0"/>
                              <a:cs typeface="Arial" panose="020B0604020202020204" pitchFamily="34" charset="0"/>
                            </a:rPr>
                            <m:t>2</m:t>
                          </m:r>
                        </m:sub>
                      </m:sSub>
                      <m:r>
                        <a:rPr lang="en-IN" sz="2400" b="1" i="1">
                          <a:solidFill>
                            <a:schemeClr val="bg1"/>
                          </a:solidFill>
                          <a:latin typeface="Cambria Math" panose="02040503050406030204" pitchFamily="18" charset="0"/>
                          <a:cs typeface="Arial" panose="020B0604020202020204" pitchFamily="34" charset="0"/>
                        </a:rPr>
                        <m:t>]</m:t>
                      </m:r>
                      <m:d>
                        <m:dPr>
                          <m:begChr m:val="["/>
                          <m:endChr m:val="]"/>
                          <m:ctrlPr>
                            <a:rPr lang="en-IN" sz="2400" b="1" i="1" smtClean="0">
                              <a:solidFill>
                                <a:schemeClr val="bg1"/>
                              </a:solidFill>
                              <a:latin typeface="Cambria Math" panose="02040503050406030204" pitchFamily="18" charset="0"/>
                              <a:cs typeface="Arial" panose="020B0604020202020204" pitchFamily="34" charset="0"/>
                            </a:rPr>
                          </m:ctrlPr>
                        </m:dPr>
                        <m:e>
                          <m:f>
                            <m:fPr>
                              <m:ctrlPr>
                                <a:rPr lang="en-IN" sz="2400" b="1" i="1" smtClean="0">
                                  <a:solidFill>
                                    <a:schemeClr val="bg1"/>
                                  </a:solidFill>
                                  <a:latin typeface="Cambria Math" panose="02040503050406030204" pitchFamily="18" charset="0"/>
                                  <a:cs typeface="Arial" panose="020B0604020202020204" pitchFamily="34" charset="0"/>
                                </a:rPr>
                              </m:ctrlPr>
                            </m:fPr>
                            <m:num>
                              <m:r>
                                <a:rPr lang="en-IN" sz="2400" b="1" i="1" smtClean="0">
                                  <a:solidFill>
                                    <a:schemeClr val="bg1"/>
                                  </a:solidFill>
                                  <a:latin typeface="Cambria Math" panose="02040503050406030204" pitchFamily="18" charset="0"/>
                                  <a:cs typeface="Arial" panose="020B0604020202020204" pitchFamily="34" charset="0"/>
                                </a:rPr>
                                <m:t>𝟏</m:t>
                              </m:r>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b="0" i="1" smtClean="0">
                                      <a:solidFill>
                                        <a:schemeClr val="bg1"/>
                                      </a:solidFill>
                                      <a:latin typeface="Cambria Math" panose="02040503050406030204" pitchFamily="18" charset="0"/>
                                      <a:sym typeface="Symbol" panose="05050102010706020507" pitchFamily="18" charset="2"/>
                                    </a:rPr>
                                    <m:t>22</m:t>
                                  </m:r>
                                </m:sub>
                              </m:sSub>
                              <m:r>
                                <a:rPr lang="en-IN" sz="2400" b="0" i="1" smtClean="0">
                                  <a:solidFill>
                                    <a:schemeClr val="bg1"/>
                                  </a:solidFill>
                                  <a:latin typeface="Cambria Math" panose="02040503050406030204" pitchFamily="18" charset="0"/>
                                  <a:sym typeface="Symbol" panose="05050102010706020507" pitchFamily="18" charset="2"/>
                                </a:rPr>
                                <m:t>−</m:t>
                              </m:r>
                              <m:sSubSup>
                                <m:sSubSupPr>
                                  <m:ctrlPr>
                                    <a:rPr lang="en-IN" sz="2400" b="0" i="1" smtClean="0">
                                      <a:solidFill>
                                        <a:schemeClr val="bg1"/>
                                      </a:solidFill>
                                      <a:latin typeface="Cambria Math" panose="02040503050406030204" pitchFamily="18" charset="0"/>
                                      <a:sym typeface="Symbol" panose="05050102010706020507" pitchFamily="18" charset="2"/>
                                    </a:rPr>
                                  </m:ctrlPr>
                                </m:sSubSup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m:t>
                                  </m:r>
                                  <m:r>
                                    <a:rPr lang="en-IN" sz="2400" b="0" i="1" smtClean="0">
                                      <a:solidFill>
                                        <a:schemeClr val="bg1"/>
                                      </a:solidFill>
                                      <a:latin typeface="Cambria Math" panose="02040503050406030204" pitchFamily="18" charset="0"/>
                                      <a:sym typeface="Symbol" panose="05050102010706020507" pitchFamily="18" charset="2"/>
                                    </a:rPr>
                                    <m:t>2</m:t>
                                  </m:r>
                                </m:sub>
                                <m:sup>
                                  <m:r>
                                    <a:rPr lang="en-IN" sz="2400" b="0" i="1" smtClean="0">
                                      <a:solidFill>
                                        <a:schemeClr val="bg1"/>
                                      </a:solidFill>
                                      <a:latin typeface="Cambria Math" panose="02040503050406030204" pitchFamily="18" charset="0"/>
                                      <a:sym typeface="Symbol" panose="05050102010706020507" pitchFamily="18" charset="2"/>
                                    </a:rPr>
                                    <m:t>2</m:t>
                                  </m:r>
                                </m:sup>
                              </m:sSubSup>
                            </m:den>
                          </m:f>
                        </m:e>
                      </m:d>
                      <m:d>
                        <m:dPr>
                          <m:begChr m:val="["/>
                          <m:endChr m:val="]"/>
                          <m:ctrlPr>
                            <a:rPr lang="en-IN" sz="2400" i="1">
                              <a:solidFill>
                                <a:schemeClr val="bg1"/>
                              </a:solidFill>
                              <a:latin typeface="Cambria Math" panose="02040503050406030204" pitchFamily="18" charset="0"/>
                            </a:rPr>
                          </m:ctrlPr>
                        </m:dPr>
                        <m:e>
                          <m:m>
                            <m:mPr>
                              <m:mcs>
                                <m:mc>
                                  <m:mcPr>
                                    <m:count m:val="2"/>
                                    <m:mcJc m:val="center"/>
                                  </m:mcPr>
                                </m:mc>
                              </m:mcs>
                              <m:ctrlPr>
                                <a:rPr lang="en-IN" sz="2400" i="1">
                                  <a:solidFill>
                                    <a:schemeClr val="bg1"/>
                                  </a:solidFill>
                                  <a:latin typeface="Cambria Math" panose="02040503050406030204" pitchFamily="18" charset="0"/>
                                </a:rPr>
                              </m:ctrlPr>
                            </m:mPr>
                            <m:mr>
                              <m:e>
                                <m:f>
                                  <m:fPr>
                                    <m:ctrlPr>
                                      <a:rPr lang="en-IN" sz="2400" b="0" i="1" smtClean="0">
                                        <a:solidFill>
                                          <a:schemeClr val="bg1"/>
                                        </a:solidFill>
                                        <a:latin typeface="Cambria Math" panose="02040503050406030204" pitchFamily="18" charset="0"/>
                                        <a:sym typeface="Symbol" panose="05050102010706020507" pitchFamily="18" charset="2"/>
                                      </a:rPr>
                                    </m:ctrlPr>
                                  </m:fPr>
                                  <m:num>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b="0" i="1" smtClean="0">
                                            <a:solidFill>
                                              <a:schemeClr val="bg1"/>
                                            </a:solidFill>
                                            <a:latin typeface="Cambria Math" panose="02040503050406030204" pitchFamily="18" charset="0"/>
                                            <a:sym typeface="Symbol" panose="05050102010706020507" pitchFamily="18" charset="2"/>
                                          </a:rPr>
                                          <m:t>22</m:t>
                                        </m:r>
                                      </m:sub>
                                    </m:sSub>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22</m:t>
                                        </m:r>
                                      </m:sub>
                                    </m:sSub>
                                    <m:r>
                                      <a:rPr lang="en-IN" sz="2400" i="1">
                                        <a:solidFill>
                                          <a:schemeClr val="bg1"/>
                                        </a:solidFill>
                                        <a:latin typeface="Cambria Math" panose="02040503050406030204" pitchFamily="18" charset="0"/>
                                        <a:sym typeface="Symbol" panose="05050102010706020507" pitchFamily="18" charset="2"/>
                                      </a:rPr>
                                      <m:t>−</m:t>
                                    </m:r>
                                    <m:sSubSup>
                                      <m:sSubSupPr>
                                        <m:ctrlPr>
                                          <a:rPr lang="en-IN" sz="2400" i="1">
                                            <a:solidFill>
                                              <a:schemeClr val="bg1"/>
                                            </a:solidFill>
                                            <a:latin typeface="Cambria Math" panose="02040503050406030204" pitchFamily="18" charset="0"/>
                                            <a:sym typeface="Symbol" panose="05050102010706020507" pitchFamily="18" charset="2"/>
                                          </a:rPr>
                                        </m:ctrlPr>
                                      </m:sSubSup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12</m:t>
                                        </m:r>
                                      </m:sub>
                                      <m:sup>
                                        <m:r>
                                          <a:rPr lang="en-IN" sz="2400" i="1">
                                            <a:solidFill>
                                              <a:schemeClr val="bg1"/>
                                            </a:solidFill>
                                            <a:latin typeface="Cambria Math" panose="02040503050406030204" pitchFamily="18" charset="0"/>
                                            <a:sym typeface="Symbol" panose="05050102010706020507" pitchFamily="18" charset="2"/>
                                          </a:rPr>
                                          <m:t>2</m:t>
                                        </m:r>
                                      </m:sup>
                                    </m:sSubSup>
                                  </m:den>
                                </m:f>
                              </m:e>
                              <m:e>
                                <m:f>
                                  <m:fPr>
                                    <m:ctrlPr>
                                      <a:rPr lang="en-IN" sz="2400" b="0" i="1" smtClean="0">
                                        <a:solidFill>
                                          <a:schemeClr val="bg1"/>
                                        </a:solidFill>
                                        <a:latin typeface="Cambria Math" panose="02040503050406030204" pitchFamily="18" charset="0"/>
                                        <a:sym typeface="Symbol" panose="05050102010706020507" pitchFamily="18" charset="2"/>
                                      </a:rPr>
                                    </m:ctrlPr>
                                  </m:fPr>
                                  <m:num>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b="0" i="1" smtClean="0">
                                            <a:solidFill>
                                              <a:schemeClr val="bg1"/>
                                            </a:solidFill>
                                            <a:latin typeface="Cambria Math" panose="02040503050406030204" pitchFamily="18" charset="0"/>
                                            <a:sym typeface="Symbol" panose="05050102010706020507" pitchFamily="18" charset="2"/>
                                          </a:rPr>
                                          <m:t>−</m:t>
                                        </m:r>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m:t>
                                        </m:r>
                                        <m:r>
                                          <a:rPr lang="en-IN" sz="2400" b="0" i="1" smtClean="0">
                                            <a:solidFill>
                                              <a:schemeClr val="bg1"/>
                                            </a:solidFill>
                                            <a:latin typeface="Cambria Math" panose="02040503050406030204" pitchFamily="18" charset="0"/>
                                            <a:sym typeface="Symbol" panose="05050102010706020507" pitchFamily="18" charset="2"/>
                                          </a:rPr>
                                          <m:t>2</m:t>
                                        </m:r>
                                      </m:sub>
                                    </m:sSub>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22</m:t>
                                        </m:r>
                                      </m:sub>
                                    </m:sSub>
                                    <m:r>
                                      <a:rPr lang="en-IN" sz="2400" i="1">
                                        <a:solidFill>
                                          <a:schemeClr val="bg1"/>
                                        </a:solidFill>
                                        <a:latin typeface="Cambria Math" panose="02040503050406030204" pitchFamily="18" charset="0"/>
                                        <a:sym typeface="Symbol" panose="05050102010706020507" pitchFamily="18" charset="2"/>
                                      </a:rPr>
                                      <m:t>−</m:t>
                                    </m:r>
                                    <m:sSubSup>
                                      <m:sSubSupPr>
                                        <m:ctrlPr>
                                          <a:rPr lang="en-IN" sz="2400" i="1">
                                            <a:solidFill>
                                              <a:schemeClr val="bg1"/>
                                            </a:solidFill>
                                            <a:latin typeface="Cambria Math" panose="02040503050406030204" pitchFamily="18" charset="0"/>
                                            <a:sym typeface="Symbol" panose="05050102010706020507" pitchFamily="18" charset="2"/>
                                          </a:rPr>
                                        </m:ctrlPr>
                                      </m:sSubSup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12</m:t>
                                        </m:r>
                                      </m:sub>
                                      <m:sup>
                                        <m:r>
                                          <a:rPr lang="en-IN" sz="2400" i="1">
                                            <a:solidFill>
                                              <a:schemeClr val="bg1"/>
                                            </a:solidFill>
                                            <a:latin typeface="Cambria Math" panose="02040503050406030204" pitchFamily="18" charset="0"/>
                                            <a:sym typeface="Symbol" panose="05050102010706020507" pitchFamily="18" charset="2"/>
                                          </a:rPr>
                                          <m:t>2</m:t>
                                        </m:r>
                                      </m:sup>
                                    </m:sSubSup>
                                  </m:den>
                                </m:f>
                              </m:e>
                            </m:mr>
                            <m:mr>
                              <m:e>
                                <m:f>
                                  <m:fPr>
                                    <m:ctrlPr>
                                      <a:rPr lang="en-IN" sz="2400" b="0" i="1" smtClean="0">
                                        <a:solidFill>
                                          <a:schemeClr val="bg1"/>
                                        </a:solidFill>
                                        <a:latin typeface="Cambria Math" panose="02040503050406030204" pitchFamily="18" charset="0"/>
                                        <a:sym typeface="Symbol" panose="05050102010706020507" pitchFamily="18" charset="2"/>
                                      </a:rPr>
                                    </m:ctrlPr>
                                  </m:fPr>
                                  <m:num>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12</m:t>
                                        </m:r>
                                      </m:sub>
                                    </m:sSub>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22</m:t>
                                        </m:r>
                                      </m:sub>
                                    </m:sSub>
                                    <m:r>
                                      <a:rPr lang="en-IN" sz="2400" i="1">
                                        <a:solidFill>
                                          <a:schemeClr val="bg1"/>
                                        </a:solidFill>
                                        <a:latin typeface="Cambria Math" panose="02040503050406030204" pitchFamily="18" charset="0"/>
                                        <a:sym typeface="Symbol" panose="05050102010706020507" pitchFamily="18" charset="2"/>
                                      </a:rPr>
                                      <m:t>−</m:t>
                                    </m:r>
                                    <m:sSubSup>
                                      <m:sSubSupPr>
                                        <m:ctrlPr>
                                          <a:rPr lang="en-IN" sz="2400" i="1">
                                            <a:solidFill>
                                              <a:schemeClr val="bg1"/>
                                            </a:solidFill>
                                            <a:latin typeface="Cambria Math" panose="02040503050406030204" pitchFamily="18" charset="0"/>
                                            <a:sym typeface="Symbol" panose="05050102010706020507" pitchFamily="18" charset="2"/>
                                          </a:rPr>
                                        </m:ctrlPr>
                                      </m:sSubSup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12</m:t>
                                        </m:r>
                                      </m:sub>
                                      <m:sup>
                                        <m:r>
                                          <a:rPr lang="en-IN" sz="2400" i="1">
                                            <a:solidFill>
                                              <a:schemeClr val="bg1"/>
                                            </a:solidFill>
                                            <a:latin typeface="Cambria Math" panose="02040503050406030204" pitchFamily="18" charset="0"/>
                                            <a:sym typeface="Symbol" panose="05050102010706020507" pitchFamily="18" charset="2"/>
                                          </a:rPr>
                                          <m:t>2</m:t>
                                        </m:r>
                                      </m:sup>
                                    </m:sSubSup>
                                  </m:den>
                                </m:f>
                              </m:e>
                              <m:e>
                                <m:f>
                                  <m:fPr>
                                    <m:ctrlPr>
                                      <a:rPr lang="en-IN" sz="2400" b="0" i="1" smtClean="0">
                                        <a:solidFill>
                                          <a:schemeClr val="bg1"/>
                                        </a:solidFill>
                                        <a:latin typeface="Cambria Math" panose="02040503050406030204" pitchFamily="18" charset="0"/>
                                        <a:sym typeface="Symbol" panose="05050102010706020507" pitchFamily="18" charset="2"/>
                                      </a:rPr>
                                    </m:ctrlPr>
                                  </m:fPr>
                                  <m:num>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22</m:t>
                                        </m:r>
                                      </m:sub>
                                    </m:sSub>
                                    <m:r>
                                      <a:rPr lang="en-IN" sz="2400" i="1">
                                        <a:solidFill>
                                          <a:schemeClr val="bg1"/>
                                        </a:solidFill>
                                        <a:latin typeface="Cambria Math" panose="02040503050406030204" pitchFamily="18" charset="0"/>
                                        <a:sym typeface="Symbol" panose="05050102010706020507" pitchFamily="18" charset="2"/>
                                      </a:rPr>
                                      <m:t>−</m:t>
                                    </m:r>
                                    <m:sSubSup>
                                      <m:sSubSupPr>
                                        <m:ctrlPr>
                                          <a:rPr lang="en-IN" sz="2400" i="1">
                                            <a:solidFill>
                                              <a:schemeClr val="bg1"/>
                                            </a:solidFill>
                                            <a:latin typeface="Cambria Math" panose="02040503050406030204" pitchFamily="18" charset="0"/>
                                            <a:sym typeface="Symbol" panose="05050102010706020507" pitchFamily="18" charset="2"/>
                                          </a:rPr>
                                        </m:ctrlPr>
                                      </m:sSubSup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12</m:t>
                                        </m:r>
                                      </m:sub>
                                      <m:sup>
                                        <m:r>
                                          <a:rPr lang="en-IN" sz="2400" i="1">
                                            <a:solidFill>
                                              <a:schemeClr val="bg1"/>
                                            </a:solidFill>
                                            <a:latin typeface="Cambria Math" panose="02040503050406030204" pitchFamily="18" charset="0"/>
                                            <a:sym typeface="Symbol" panose="05050102010706020507" pitchFamily="18" charset="2"/>
                                          </a:rPr>
                                          <m:t>2</m:t>
                                        </m:r>
                                      </m:sup>
                                    </m:sSubSup>
                                  </m:den>
                                </m:f>
                              </m:e>
                            </m:mr>
                          </m:m>
                        </m:e>
                      </m:d>
                      <m:d>
                        <m:dPr>
                          <m:begChr m:val="["/>
                          <m:endChr m:val="]"/>
                          <m:ctrlPr>
                            <a:rPr lang="en-IN" sz="2400" b="1" i="1">
                              <a:solidFill>
                                <a:schemeClr val="bg1"/>
                              </a:solidFill>
                              <a:latin typeface="Cambria Math" panose="02040503050406030204" pitchFamily="18" charset="0"/>
                              <a:cs typeface="Arial" panose="020B0604020202020204" pitchFamily="34" charset="0"/>
                              <a:sym typeface="Symbol" panose="05050102010706020507" pitchFamily="18" charset="2"/>
                            </a:rPr>
                          </m:ctrlPr>
                        </m:dPr>
                        <m:e>
                          <m:m>
                            <m:mPr>
                              <m:mcs>
                                <m:mc>
                                  <m:mcPr>
                                    <m:count m:val="1"/>
                                    <m:mcJc m:val="center"/>
                                  </m:mcPr>
                                </m:mc>
                              </m:mcs>
                              <m:ctrlPr>
                                <a:rPr lang="en-IN" sz="2400" b="1" i="1">
                                  <a:solidFill>
                                    <a:schemeClr val="bg1"/>
                                  </a:solidFill>
                                  <a:latin typeface="Cambria Math" panose="02040503050406030204" pitchFamily="18" charset="0"/>
                                  <a:cs typeface="Arial" panose="020B0604020202020204" pitchFamily="34" charset="0"/>
                                  <a:sym typeface="Symbol" panose="05050102010706020507" pitchFamily="18" charset="2"/>
                                </a:rPr>
                              </m:ctrlPr>
                            </m:mPr>
                            <m:mr>
                              <m:e>
                                <m:sSub>
                                  <m:sSubPr>
                                    <m:ctrlPr>
                                      <a:rPr lang="en-US" sz="2400" i="1">
                                        <a:solidFill>
                                          <a:schemeClr val="bg1"/>
                                        </a:solidFill>
                                        <a:latin typeface="Cambria Math" panose="02040503050406030204" pitchFamily="18" charset="0"/>
                                        <a:cs typeface="Arial" panose="020B0604020202020204" pitchFamily="34" charset="0"/>
                                      </a:rPr>
                                    </m:ctrlPr>
                                  </m:sSubPr>
                                  <m:e>
                                    <m:r>
                                      <m:rPr>
                                        <m:sty m:val="p"/>
                                      </m:rPr>
                                      <a:rPr lang="en-US" sz="2400">
                                        <a:solidFill>
                                          <a:schemeClr val="bg1"/>
                                        </a:solidFill>
                                        <a:latin typeface="Cambria Math" panose="02040503050406030204" pitchFamily="18" charset="0"/>
                                        <a:cs typeface="Arial" panose="020B0604020202020204" pitchFamily="34" charset="0"/>
                                      </a:rPr>
                                      <m:t>x</m:t>
                                    </m:r>
                                  </m:e>
                                  <m:sub>
                                    <m:r>
                                      <m:rPr>
                                        <m:sty m:val="p"/>
                                      </m:rPr>
                                      <a:rPr lang="en-IN" sz="2400">
                                        <a:solidFill>
                                          <a:schemeClr val="bg1"/>
                                        </a:solidFill>
                                        <a:latin typeface="Cambria Math" panose="02040503050406030204" pitchFamily="18" charset="0"/>
                                        <a:cs typeface="Arial" panose="020B0604020202020204" pitchFamily="34" charset="0"/>
                                      </a:rPr>
                                      <m:t>i</m:t>
                                    </m:r>
                                    <m:r>
                                      <a:rPr lang="en-IN" sz="2400">
                                        <a:solidFill>
                                          <a:schemeClr val="bg1"/>
                                        </a:solidFill>
                                        <a:latin typeface="Cambria Math" panose="02040503050406030204" pitchFamily="18" charset="0"/>
                                        <a:cs typeface="Arial" panose="020B0604020202020204" pitchFamily="34" charset="0"/>
                                      </a:rPr>
                                      <m:t>,1</m:t>
                                    </m:r>
                                  </m:sub>
                                </m:sSub>
                                <m:r>
                                  <a:rPr lang="en-US" sz="2400">
                                    <a:solidFill>
                                      <a:schemeClr val="bg1"/>
                                    </a:solidFill>
                                    <a:latin typeface="Cambria Math" panose="02040503050406030204" pitchFamily="18" charset="0"/>
                                    <a:cs typeface="Arial" panose="020B0604020202020204" pitchFamily="34" charset="0"/>
                                  </a:rPr>
                                  <m:t>−</m:t>
                                </m:r>
                                <m:sSub>
                                  <m:sSub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a:solidFill>
                                          <a:schemeClr val="bg1"/>
                                        </a:solidFill>
                                        <a:latin typeface="Cambria Math" panose="02040503050406030204" pitchFamily="18" charset="0"/>
                                        <a:ea typeface="Cambria Math" panose="02040503050406030204" pitchFamily="18" charset="0"/>
                                        <a:cs typeface="Arial" panose="020B0604020202020204" pitchFamily="34" charset="0"/>
                                      </a:rPr>
                                      <m:t>1</m:t>
                                    </m:r>
                                  </m:sub>
                                </m:sSub>
                              </m:e>
                            </m:mr>
                            <m:mr>
                              <m:e>
                                <m:sSub>
                                  <m:sSubPr>
                                    <m:ctrlPr>
                                      <a:rPr lang="en-US" sz="2400" i="1">
                                        <a:solidFill>
                                          <a:schemeClr val="bg1"/>
                                        </a:solidFill>
                                        <a:latin typeface="Cambria Math" panose="02040503050406030204" pitchFamily="18" charset="0"/>
                                        <a:cs typeface="Arial" panose="020B0604020202020204" pitchFamily="34" charset="0"/>
                                      </a:rPr>
                                    </m:ctrlPr>
                                  </m:sSubPr>
                                  <m:e>
                                    <m:r>
                                      <m:rPr>
                                        <m:sty m:val="p"/>
                                      </m:rPr>
                                      <a:rPr lang="en-US" sz="2400">
                                        <a:solidFill>
                                          <a:schemeClr val="bg1"/>
                                        </a:solidFill>
                                        <a:latin typeface="Cambria Math" panose="02040503050406030204" pitchFamily="18" charset="0"/>
                                        <a:cs typeface="Arial" panose="020B0604020202020204" pitchFamily="34" charset="0"/>
                                      </a:rPr>
                                      <m:t>x</m:t>
                                    </m:r>
                                  </m:e>
                                  <m:sub>
                                    <m:r>
                                      <m:rPr>
                                        <m:sty m:val="p"/>
                                      </m:rPr>
                                      <a:rPr lang="en-IN" sz="2400">
                                        <a:solidFill>
                                          <a:schemeClr val="bg1"/>
                                        </a:solidFill>
                                        <a:latin typeface="Cambria Math" panose="02040503050406030204" pitchFamily="18" charset="0"/>
                                        <a:cs typeface="Arial" panose="020B0604020202020204" pitchFamily="34" charset="0"/>
                                      </a:rPr>
                                      <m:t>i</m:t>
                                    </m:r>
                                    <m:r>
                                      <a:rPr lang="en-IN" sz="2400">
                                        <a:solidFill>
                                          <a:schemeClr val="bg1"/>
                                        </a:solidFill>
                                        <a:latin typeface="Cambria Math" panose="02040503050406030204" pitchFamily="18" charset="0"/>
                                        <a:cs typeface="Arial" panose="020B0604020202020204" pitchFamily="34" charset="0"/>
                                      </a:rPr>
                                      <m:t>,2</m:t>
                                    </m:r>
                                  </m:sub>
                                </m:sSub>
                                <m:r>
                                  <a:rPr lang="en-US" sz="2400">
                                    <a:solidFill>
                                      <a:schemeClr val="bg1"/>
                                    </a:solidFill>
                                    <a:latin typeface="Cambria Math" panose="02040503050406030204" pitchFamily="18" charset="0"/>
                                    <a:cs typeface="Arial" panose="020B0604020202020204" pitchFamily="34" charset="0"/>
                                  </a:rPr>
                                  <m:t>−</m:t>
                                </m:r>
                                <m:sSub>
                                  <m:sSub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b>
                                </m:sSub>
                              </m:e>
                            </m:mr>
                          </m:m>
                        </m:e>
                      </m:d>
                      <m:r>
                        <a:rPr lang="en-IN" sz="2400" b="1"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bSup>
                        <m:sSubSupPr>
                          <m:ctrlPr>
                            <a:rPr lang="en-US"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SupPr>
                        <m:e>
                          <m:r>
                            <m:rPr>
                              <m:sty m:val="p"/>
                            </m:rP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d</m:t>
                          </m:r>
                        </m:e>
                        <m:sub>
                          <m:r>
                            <m:rPr>
                              <m:sty m:val="p"/>
                            </m:rP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i</m:t>
                          </m:r>
                        </m:sub>
                        <m:sup>
                          <m: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p>
                      </m:sSubSup>
                    </m:oMath>
                  </m:oMathPara>
                </a14:m>
                <a:endParaRPr lang="en-IN" sz="2400" dirty="0">
                  <a:solidFill>
                    <a:schemeClr val="bg1"/>
                  </a:solidFill>
                </a:endParaRPr>
              </a:p>
            </p:txBody>
          </p:sp>
        </mc:Choice>
        <mc:Fallback xmlns="">
          <p:sp>
            <p:nvSpPr>
              <p:cNvPr id="10" name="TextBox 9">
                <a:extLst>
                  <a:ext uri="{FF2B5EF4-FFF2-40B4-BE49-F238E27FC236}">
                    <a16:creationId xmlns:a16="http://schemas.microsoft.com/office/drawing/2014/main" id="{E08963AB-CCCD-0E97-621A-A38E38B0EB7F}"/>
                  </a:ext>
                </a:extLst>
              </p:cNvPr>
              <p:cNvSpPr txBox="1">
                <a:spLocks noRot="1" noChangeAspect="1" noMove="1" noResize="1" noEditPoints="1" noAdjustHandles="1" noChangeArrowheads="1" noChangeShapeType="1" noTextEdit="1"/>
              </p:cNvSpPr>
              <p:nvPr/>
            </p:nvSpPr>
            <p:spPr>
              <a:xfrm>
                <a:off x="398364" y="4036792"/>
                <a:ext cx="10859108" cy="2309991"/>
              </a:xfrm>
              <a:prstGeom prst="rect">
                <a:avLst/>
              </a:prstGeom>
              <a:blipFill>
                <a:blip r:embed="rId5"/>
                <a:stretch>
                  <a:fillRect/>
                </a:stretch>
              </a:blipFill>
            </p:spPr>
            <p:txBody>
              <a:bodyPr/>
              <a:lstStyle/>
              <a:p>
                <a:r>
                  <a:rPr lang="en-IN">
                    <a:noFill/>
                  </a:rPr>
                  <a:t> </a:t>
                </a:r>
              </a:p>
            </p:txBody>
          </p:sp>
        </mc:Fallback>
      </mc:AlternateContent>
      <p:grpSp>
        <p:nvGrpSpPr>
          <p:cNvPr id="100" name="Group 99">
            <a:extLst>
              <a:ext uri="{FF2B5EF4-FFF2-40B4-BE49-F238E27FC236}">
                <a16:creationId xmlns:a16="http://schemas.microsoft.com/office/drawing/2014/main" id="{5505F503-B658-71D5-D928-9FC3B5246265}"/>
              </a:ext>
            </a:extLst>
          </p:cNvPr>
          <p:cNvGrpSpPr/>
          <p:nvPr/>
        </p:nvGrpSpPr>
        <p:grpSpPr>
          <a:xfrm>
            <a:off x="10882238" y="2099016"/>
            <a:ext cx="313200" cy="293040"/>
            <a:chOff x="10882238" y="2099016"/>
            <a:chExt cx="313200" cy="293040"/>
          </a:xfrm>
        </p:grpSpPr>
        <mc:AlternateContent xmlns:mc="http://schemas.openxmlformats.org/markup-compatibility/2006">
          <mc:Choice xmlns:p14="http://schemas.microsoft.com/office/powerpoint/2010/main" Requires="p14">
            <p:contentPart p14:bwMode="auto" r:id="rId6">
              <p14:nvContentPartPr>
                <p14:cNvPr id="98" name="Ink 97">
                  <a:extLst>
                    <a:ext uri="{FF2B5EF4-FFF2-40B4-BE49-F238E27FC236}">
                      <a16:creationId xmlns:a16="http://schemas.microsoft.com/office/drawing/2014/main" id="{57EF56DB-026F-C9EC-4512-FD0B1BA15579}"/>
                    </a:ext>
                  </a:extLst>
                </p14:cNvPr>
                <p14:cNvContentPartPr/>
                <p14:nvPr/>
              </p14:nvContentPartPr>
              <p14:xfrm>
                <a:off x="10988438" y="2204856"/>
                <a:ext cx="56160" cy="55440"/>
              </p14:xfrm>
            </p:contentPart>
          </mc:Choice>
          <mc:Fallback>
            <p:pic>
              <p:nvPicPr>
                <p:cNvPr id="98" name="Ink 97">
                  <a:extLst>
                    <a:ext uri="{FF2B5EF4-FFF2-40B4-BE49-F238E27FC236}">
                      <a16:creationId xmlns:a16="http://schemas.microsoft.com/office/drawing/2014/main" id="{57EF56DB-026F-C9EC-4512-FD0B1BA15579}"/>
                    </a:ext>
                  </a:extLst>
                </p:cNvPr>
                <p:cNvPicPr/>
                <p:nvPr/>
              </p:nvPicPr>
              <p:blipFill>
                <a:blip r:embed="rId7"/>
                <a:stretch>
                  <a:fillRect/>
                </a:stretch>
              </p:blipFill>
              <p:spPr>
                <a:xfrm>
                  <a:off x="10984118" y="2200536"/>
                  <a:ext cx="6480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99" name="Ink 98">
                  <a:extLst>
                    <a:ext uri="{FF2B5EF4-FFF2-40B4-BE49-F238E27FC236}">
                      <a16:creationId xmlns:a16="http://schemas.microsoft.com/office/drawing/2014/main" id="{3116F300-ED14-E663-DEC5-44283F968527}"/>
                    </a:ext>
                  </a:extLst>
                </p14:cNvPr>
                <p14:cNvContentPartPr/>
                <p14:nvPr/>
              </p14:nvContentPartPr>
              <p14:xfrm>
                <a:off x="10882238" y="2099016"/>
                <a:ext cx="313200" cy="293040"/>
              </p14:xfrm>
            </p:contentPart>
          </mc:Choice>
          <mc:Fallback>
            <p:pic>
              <p:nvPicPr>
                <p:cNvPr id="99" name="Ink 98">
                  <a:extLst>
                    <a:ext uri="{FF2B5EF4-FFF2-40B4-BE49-F238E27FC236}">
                      <a16:creationId xmlns:a16="http://schemas.microsoft.com/office/drawing/2014/main" id="{3116F300-ED14-E663-DEC5-44283F968527}"/>
                    </a:ext>
                  </a:extLst>
                </p:cNvPr>
                <p:cNvPicPr/>
                <p:nvPr/>
              </p:nvPicPr>
              <p:blipFill>
                <a:blip r:embed="rId9"/>
                <a:stretch>
                  <a:fillRect/>
                </a:stretch>
              </p:blipFill>
              <p:spPr>
                <a:xfrm>
                  <a:off x="10877918" y="2094696"/>
                  <a:ext cx="321840" cy="301680"/>
                </a:xfrm>
                <a:prstGeom prst="rect">
                  <a:avLst/>
                </a:prstGeom>
              </p:spPr>
            </p:pic>
          </mc:Fallback>
        </mc:AlternateContent>
      </p:grpSp>
      <p:grpSp>
        <p:nvGrpSpPr>
          <p:cNvPr id="112" name="Group 111">
            <a:extLst>
              <a:ext uri="{FF2B5EF4-FFF2-40B4-BE49-F238E27FC236}">
                <a16:creationId xmlns:a16="http://schemas.microsoft.com/office/drawing/2014/main" id="{07529A4A-14A3-CE05-29CF-FCA91B41019F}"/>
              </a:ext>
            </a:extLst>
          </p:cNvPr>
          <p:cNvGrpSpPr/>
          <p:nvPr/>
        </p:nvGrpSpPr>
        <p:grpSpPr>
          <a:xfrm>
            <a:off x="9890438" y="1882656"/>
            <a:ext cx="641880" cy="557640"/>
            <a:chOff x="9890438" y="1882656"/>
            <a:chExt cx="641880" cy="557640"/>
          </a:xfrm>
        </p:grpSpPr>
        <mc:AlternateContent xmlns:mc="http://schemas.openxmlformats.org/markup-compatibility/2006">
          <mc:Choice xmlns:p14="http://schemas.microsoft.com/office/powerpoint/2010/main" Requires="p14">
            <p:contentPart p14:bwMode="auto" r:id="rId10">
              <p14:nvContentPartPr>
                <p14:cNvPr id="92" name="Ink 91">
                  <a:extLst>
                    <a:ext uri="{FF2B5EF4-FFF2-40B4-BE49-F238E27FC236}">
                      <a16:creationId xmlns:a16="http://schemas.microsoft.com/office/drawing/2014/main" id="{0234FB87-E9D3-E754-5A35-12B8C39487FC}"/>
                    </a:ext>
                  </a:extLst>
                </p14:cNvPr>
                <p14:cNvContentPartPr/>
                <p14:nvPr/>
              </p14:nvContentPartPr>
              <p14:xfrm>
                <a:off x="10503878" y="1980576"/>
                <a:ext cx="28440" cy="5040"/>
              </p14:xfrm>
            </p:contentPart>
          </mc:Choice>
          <mc:Fallback>
            <p:pic>
              <p:nvPicPr>
                <p:cNvPr id="92" name="Ink 91">
                  <a:extLst>
                    <a:ext uri="{FF2B5EF4-FFF2-40B4-BE49-F238E27FC236}">
                      <a16:creationId xmlns:a16="http://schemas.microsoft.com/office/drawing/2014/main" id="{0234FB87-E9D3-E754-5A35-12B8C39487FC}"/>
                    </a:ext>
                  </a:extLst>
                </p:cNvPr>
                <p:cNvPicPr/>
                <p:nvPr/>
              </p:nvPicPr>
              <p:blipFill>
                <a:blip r:embed="rId11"/>
                <a:stretch>
                  <a:fillRect/>
                </a:stretch>
              </p:blipFill>
              <p:spPr>
                <a:xfrm>
                  <a:off x="10499558" y="1976256"/>
                  <a:ext cx="37080" cy="136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3" name="Ink 92">
                  <a:extLst>
                    <a:ext uri="{FF2B5EF4-FFF2-40B4-BE49-F238E27FC236}">
                      <a16:creationId xmlns:a16="http://schemas.microsoft.com/office/drawing/2014/main" id="{274C9FFA-2A5A-8EF8-1509-8BBEC05651DB}"/>
                    </a:ext>
                  </a:extLst>
                </p14:cNvPr>
                <p14:cNvContentPartPr/>
                <p14:nvPr/>
              </p14:nvContentPartPr>
              <p14:xfrm>
                <a:off x="10507838" y="1928736"/>
                <a:ext cx="5040" cy="20520"/>
              </p14:xfrm>
            </p:contentPart>
          </mc:Choice>
          <mc:Fallback>
            <p:pic>
              <p:nvPicPr>
                <p:cNvPr id="93" name="Ink 92">
                  <a:extLst>
                    <a:ext uri="{FF2B5EF4-FFF2-40B4-BE49-F238E27FC236}">
                      <a16:creationId xmlns:a16="http://schemas.microsoft.com/office/drawing/2014/main" id="{274C9FFA-2A5A-8EF8-1509-8BBEC05651DB}"/>
                    </a:ext>
                  </a:extLst>
                </p:cNvPr>
                <p:cNvPicPr/>
                <p:nvPr/>
              </p:nvPicPr>
              <p:blipFill>
                <a:blip r:embed="rId13"/>
                <a:stretch>
                  <a:fillRect/>
                </a:stretch>
              </p:blipFill>
              <p:spPr>
                <a:xfrm>
                  <a:off x="10503518" y="1924416"/>
                  <a:ext cx="1368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4" name="Ink 93">
                  <a:extLst>
                    <a:ext uri="{FF2B5EF4-FFF2-40B4-BE49-F238E27FC236}">
                      <a16:creationId xmlns:a16="http://schemas.microsoft.com/office/drawing/2014/main" id="{362897AD-96A3-CDD4-E48D-209816B0E5E3}"/>
                    </a:ext>
                  </a:extLst>
                </p14:cNvPr>
                <p14:cNvContentPartPr/>
                <p14:nvPr/>
              </p14:nvContentPartPr>
              <p14:xfrm>
                <a:off x="9975398" y="2006856"/>
                <a:ext cx="131760" cy="109080"/>
              </p14:xfrm>
            </p:contentPart>
          </mc:Choice>
          <mc:Fallback>
            <p:pic>
              <p:nvPicPr>
                <p:cNvPr id="94" name="Ink 93">
                  <a:extLst>
                    <a:ext uri="{FF2B5EF4-FFF2-40B4-BE49-F238E27FC236}">
                      <a16:creationId xmlns:a16="http://schemas.microsoft.com/office/drawing/2014/main" id="{362897AD-96A3-CDD4-E48D-209816B0E5E3}"/>
                    </a:ext>
                  </a:extLst>
                </p:cNvPr>
                <p:cNvPicPr/>
                <p:nvPr/>
              </p:nvPicPr>
              <p:blipFill>
                <a:blip r:embed="rId15"/>
                <a:stretch>
                  <a:fillRect/>
                </a:stretch>
              </p:blipFill>
              <p:spPr>
                <a:xfrm>
                  <a:off x="9971078" y="2002536"/>
                  <a:ext cx="14040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5" name="Ink 94">
                  <a:extLst>
                    <a:ext uri="{FF2B5EF4-FFF2-40B4-BE49-F238E27FC236}">
                      <a16:creationId xmlns:a16="http://schemas.microsoft.com/office/drawing/2014/main" id="{575BF724-9551-B79B-04F5-F0448D6F41CD}"/>
                    </a:ext>
                  </a:extLst>
                </p14:cNvPr>
                <p14:cNvContentPartPr/>
                <p14:nvPr/>
              </p14:nvContentPartPr>
              <p14:xfrm>
                <a:off x="9890438" y="1882656"/>
                <a:ext cx="342000" cy="391680"/>
              </p14:xfrm>
            </p:contentPart>
          </mc:Choice>
          <mc:Fallback>
            <p:pic>
              <p:nvPicPr>
                <p:cNvPr id="95" name="Ink 94">
                  <a:extLst>
                    <a:ext uri="{FF2B5EF4-FFF2-40B4-BE49-F238E27FC236}">
                      <a16:creationId xmlns:a16="http://schemas.microsoft.com/office/drawing/2014/main" id="{575BF724-9551-B79B-04F5-F0448D6F41CD}"/>
                    </a:ext>
                  </a:extLst>
                </p:cNvPr>
                <p:cNvPicPr/>
                <p:nvPr/>
              </p:nvPicPr>
              <p:blipFill>
                <a:blip r:embed="rId17"/>
                <a:stretch>
                  <a:fillRect/>
                </a:stretch>
              </p:blipFill>
              <p:spPr>
                <a:xfrm>
                  <a:off x="9886118" y="1878336"/>
                  <a:ext cx="350640" cy="4003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01" name="Ink 100">
                  <a:extLst>
                    <a:ext uri="{FF2B5EF4-FFF2-40B4-BE49-F238E27FC236}">
                      <a16:creationId xmlns:a16="http://schemas.microsoft.com/office/drawing/2014/main" id="{4029E502-BFFF-5B5D-31F5-8BD8E98AA254}"/>
                    </a:ext>
                  </a:extLst>
                </p14:cNvPr>
                <p14:cNvContentPartPr/>
                <p14:nvPr/>
              </p14:nvContentPartPr>
              <p14:xfrm>
                <a:off x="10029038" y="2268216"/>
                <a:ext cx="360" cy="360"/>
              </p14:xfrm>
            </p:contentPart>
          </mc:Choice>
          <mc:Fallback>
            <p:pic>
              <p:nvPicPr>
                <p:cNvPr id="101" name="Ink 100">
                  <a:extLst>
                    <a:ext uri="{FF2B5EF4-FFF2-40B4-BE49-F238E27FC236}">
                      <a16:creationId xmlns:a16="http://schemas.microsoft.com/office/drawing/2014/main" id="{4029E502-BFFF-5B5D-31F5-8BD8E98AA254}"/>
                    </a:ext>
                  </a:extLst>
                </p:cNvPr>
                <p:cNvPicPr/>
                <p:nvPr/>
              </p:nvPicPr>
              <p:blipFill>
                <a:blip r:embed="rId19"/>
                <a:stretch>
                  <a:fillRect/>
                </a:stretch>
              </p:blipFill>
              <p:spPr>
                <a:xfrm>
                  <a:off x="10024718" y="226389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02" name="Ink 101">
                  <a:extLst>
                    <a:ext uri="{FF2B5EF4-FFF2-40B4-BE49-F238E27FC236}">
                      <a16:creationId xmlns:a16="http://schemas.microsoft.com/office/drawing/2014/main" id="{00A00132-8DFA-E6EF-8467-F387B5675C66}"/>
                    </a:ext>
                  </a:extLst>
                </p14:cNvPr>
                <p14:cNvContentPartPr/>
                <p14:nvPr/>
              </p14:nvContentPartPr>
              <p14:xfrm>
                <a:off x="10041638" y="2306016"/>
                <a:ext cx="2880" cy="16560"/>
              </p14:xfrm>
            </p:contentPart>
          </mc:Choice>
          <mc:Fallback>
            <p:pic>
              <p:nvPicPr>
                <p:cNvPr id="102" name="Ink 101">
                  <a:extLst>
                    <a:ext uri="{FF2B5EF4-FFF2-40B4-BE49-F238E27FC236}">
                      <a16:creationId xmlns:a16="http://schemas.microsoft.com/office/drawing/2014/main" id="{00A00132-8DFA-E6EF-8467-F387B5675C66}"/>
                    </a:ext>
                  </a:extLst>
                </p:cNvPr>
                <p:cNvPicPr/>
                <p:nvPr/>
              </p:nvPicPr>
              <p:blipFill>
                <a:blip r:embed="rId21"/>
                <a:stretch>
                  <a:fillRect/>
                </a:stretch>
              </p:blipFill>
              <p:spPr>
                <a:xfrm>
                  <a:off x="10037318" y="2301696"/>
                  <a:ext cx="1152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04" name="Ink 103">
                  <a:extLst>
                    <a:ext uri="{FF2B5EF4-FFF2-40B4-BE49-F238E27FC236}">
                      <a16:creationId xmlns:a16="http://schemas.microsoft.com/office/drawing/2014/main" id="{53344DD0-F5D7-9490-88CD-A076288912A8}"/>
                    </a:ext>
                  </a:extLst>
                </p14:cNvPr>
                <p14:cNvContentPartPr/>
                <p14:nvPr/>
              </p14:nvContentPartPr>
              <p14:xfrm>
                <a:off x="10034078" y="2171016"/>
                <a:ext cx="15480" cy="4320"/>
              </p14:xfrm>
            </p:contentPart>
          </mc:Choice>
          <mc:Fallback>
            <p:pic>
              <p:nvPicPr>
                <p:cNvPr id="104" name="Ink 103">
                  <a:extLst>
                    <a:ext uri="{FF2B5EF4-FFF2-40B4-BE49-F238E27FC236}">
                      <a16:creationId xmlns:a16="http://schemas.microsoft.com/office/drawing/2014/main" id="{53344DD0-F5D7-9490-88CD-A076288912A8}"/>
                    </a:ext>
                  </a:extLst>
                </p:cNvPr>
                <p:cNvPicPr/>
                <p:nvPr/>
              </p:nvPicPr>
              <p:blipFill>
                <a:blip r:embed="rId23"/>
                <a:stretch>
                  <a:fillRect/>
                </a:stretch>
              </p:blipFill>
              <p:spPr>
                <a:xfrm>
                  <a:off x="10029758" y="2166696"/>
                  <a:ext cx="24120" cy="129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05" name="Ink 104">
                  <a:extLst>
                    <a:ext uri="{FF2B5EF4-FFF2-40B4-BE49-F238E27FC236}">
                      <a16:creationId xmlns:a16="http://schemas.microsoft.com/office/drawing/2014/main" id="{0441C05C-1F2F-D28D-B2B0-D396049C4A52}"/>
                    </a:ext>
                  </a:extLst>
                </p14:cNvPr>
                <p14:cNvContentPartPr/>
                <p14:nvPr/>
              </p14:nvContentPartPr>
              <p14:xfrm>
                <a:off x="10198958" y="2298096"/>
                <a:ext cx="51120" cy="142200"/>
              </p14:xfrm>
            </p:contentPart>
          </mc:Choice>
          <mc:Fallback>
            <p:pic>
              <p:nvPicPr>
                <p:cNvPr id="105" name="Ink 104">
                  <a:extLst>
                    <a:ext uri="{FF2B5EF4-FFF2-40B4-BE49-F238E27FC236}">
                      <a16:creationId xmlns:a16="http://schemas.microsoft.com/office/drawing/2014/main" id="{0441C05C-1F2F-D28D-B2B0-D396049C4A52}"/>
                    </a:ext>
                  </a:extLst>
                </p:cNvPr>
                <p:cNvPicPr/>
                <p:nvPr/>
              </p:nvPicPr>
              <p:blipFill>
                <a:blip r:embed="rId25"/>
                <a:stretch>
                  <a:fillRect/>
                </a:stretch>
              </p:blipFill>
              <p:spPr>
                <a:xfrm>
                  <a:off x="10194638" y="2293776"/>
                  <a:ext cx="59760" cy="1508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06" name="Ink 105">
                  <a:extLst>
                    <a:ext uri="{FF2B5EF4-FFF2-40B4-BE49-F238E27FC236}">
                      <a16:creationId xmlns:a16="http://schemas.microsoft.com/office/drawing/2014/main" id="{8FB79B58-BC59-7344-A4CB-55E937E9F352}"/>
                    </a:ext>
                  </a:extLst>
                </p14:cNvPr>
                <p14:cNvContentPartPr/>
                <p14:nvPr/>
              </p14:nvContentPartPr>
              <p14:xfrm>
                <a:off x="10196078" y="2277576"/>
                <a:ext cx="11520" cy="41400"/>
              </p14:xfrm>
            </p:contentPart>
          </mc:Choice>
          <mc:Fallback>
            <p:pic>
              <p:nvPicPr>
                <p:cNvPr id="106" name="Ink 105">
                  <a:extLst>
                    <a:ext uri="{FF2B5EF4-FFF2-40B4-BE49-F238E27FC236}">
                      <a16:creationId xmlns:a16="http://schemas.microsoft.com/office/drawing/2014/main" id="{8FB79B58-BC59-7344-A4CB-55E937E9F352}"/>
                    </a:ext>
                  </a:extLst>
                </p:cNvPr>
                <p:cNvPicPr/>
                <p:nvPr/>
              </p:nvPicPr>
              <p:blipFill>
                <a:blip r:embed="rId27"/>
                <a:stretch>
                  <a:fillRect/>
                </a:stretch>
              </p:blipFill>
              <p:spPr>
                <a:xfrm>
                  <a:off x="10191758" y="2273256"/>
                  <a:ext cx="2016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07" name="Ink 106">
                  <a:extLst>
                    <a:ext uri="{FF2B5EF4-FFF2-40B4-BE49-F238E27FC236}">
                      <a16:creationId xmlns:a16="http://schemas.microsoft.com/office/drawing/2014/main" id="{10DD1DDE-FC13-A4C4-5DBE-5C280CDEE0DC}"/>
                    </a:ext>
                  </a:extLst>
                </p14:cNvPr>
                <p14:cNvContentPartPr/>
                <p14:nvPr/>
              </p14:nvContentPartPr>
              <p14:xfrm>
                <a:off x="10210118" y="2205576"/>
                <a:ext cx="143280" cy="187920"/>
              </p14:xfrm>
            </p:contentPart>
          </mc:Choice>
          <mc:Fallback>
            <p:pic>
              <p:nvPicPr>
                <p:cNvPr id="107" name="Ink 106">
                  <a:extLst>
                    <a:ext uri="{FF2B5EF4-FFF2-40B4-BE49-F238E27FC236}">
                      <a16:creationId xmlns:a16="http://schemas.microsoft.com/office/drawing/2014/main" id="{10DD1DDE-FC13-A4C4-5DBE-5C280CDEE0DC}"/>
                    </a:ext>
                  </a:extLst>
                </p:cNvPr>
                <p:cNvPicPr/>
                <p:nvPr/>
              </p:nvPicPr>
              <p:blipFill>
                <a:blip r:embed="rId29"/>
                <a:stretch>
                  <a:fillRect/>
                </a:stretch>
              </p:blipFill>
              <p:spPr>
                <a:xfrm>
                  <a:off x="10205798" y="2201256"/>
                  <a:ext cx="15192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08" name="Ink 107">
                  <a:extLst>
                    <a:ext uri="{FF2B5EF4-FFF2-40B4-BE49-F238E27FC236}">
                      <a16:creationId xmlns:a16="http://schemas.microsoft.com/office/drawing/2014/main" id="{D679A4A3-363B-4716-9810-0DAFDDCD5A37}"/>
                    </a:ext>
                  </a:extLst>
                </p14:cNvPr>
                <p14:cNvContentPartPr/>
                <p14:nvPr/>
              </p14:nvContentPartPr>
              <p14:xfrm>
                <a:off x="10270598" y="2308536"/>
                <a:ext cx="234000" cy="39960"/>
              </p14:xfrm>
            </p:contentPart>
          </mc:Choice>
          <mc:Fallback>
            <p:pic>
              <p:nvPicPr>
                <p:cNvPr id="108" name="Ink 107">
                  <a:extLst>
                    <a:ext uri="{FF2B5EF4-FFF2-40B4-BE49-F238E27FC236}">
                      <a16:creationId xmlns:a16="http://schemas.microsoft.com/office/drawing/2014/main" id="{D679A4A3-363B-4716-9810-0DAFDDCD5A37}"/>
                    </a:ext>
                  </a:extLst>
                </p:cNvPr>
                <p:cNvPicPr/>
                <p:nvPr/>
              </p:nvPicPr>
              <p:blipFill>
                <a:blip r:embed="rId31"/>
                <a:stretch>
                  <a:fillRect/>
                </a:stretch>
              </p:blipFill>
              <p:spPr>
                <a:xfrm>
                  <a:off x="10266278" y="2304216"/>
                  <a:ext cx="242640" cy="48600"/>
                </a:xfrm>
                <a:prstGeom prst="rect">
                  <a:avLst/>
                </a:prstGeom>
              </p:spPr>
            </p:pic>
          </mc:Fallback>
        </mc:AlternateContent>
      </p:grpSp>
      <p:grpSp>
        <p:nvGrpSpPr>
          <p:cNvPr id="111" name="Group 110">
            <a:extLst>
              <a:ext uri="{FF2B5EF4-FFF2-40B4-BE49-F238E27FC236}">
                <a16:creationId xmlns:a16="http://schemas.microsoft.com/office/drawing/2014/main" id="{36B33360-2872-ACC6-E06F-B2C8EEA61814}"/>
              </a:ext>
            </a:extLst>
          </p:cNvPr>
          <p:cNvGrpSpPr/>
          <p:nvPr/>
        </p:nvGrpSpPr>
        <p:grpSpPr>
          <a:xfrm>
            <a:off x="11330798" y="2201976"/>
            <a:ext cx="267480" cy="301320"/>
            <a:chOff x="11330798" y="2201976"/>
            <a:chExt cx="267480" cy="301320"/>
          </a:xfrm>
        </p:grpSpPr>
        <mc:AlternateContent xmlns:mc="http://schemas.openxmlformats.org/markup-compatibility/2006">
          <mc:Choice xmlns:p14="http://schemas.microsoft.com/office/powerpoint/2010/main" Requires="p14">
            <p:contentPart p14:bwMode="auto" r:id="rId32">
              <p14:nvContentPartPr>
                <p14:cNvPr id="109" name="Ink 108">
                  <a:extLst>
                    <a:ext uri="{FF2B5EF4-FFF2-40B4-BE49-F238E27FC236}">
                      <a16:creationId xmlns:a16="http://schemas.microsoft.com/office/drawing/2014/main" id="{A1B142E9-A236-1D74-CF5B-1918730593E2}"/>
                    </a:ext>
                  </a:extLst>
                </p14:cNvPr>
                <p14:cNvContentPartPr/>
                <p14:nvPr/>
              </p14:nvContentPartPr>
              <p14:xfrm>
                <a:off x="11344838" y="2220696"/>
                <a:ext cx="21240" cy="282600"/>
              </p14:xfrm>
            </p:contentPart>
          </mc:Choice>
          <mc:Fallback>
            <p:pic>
              <p:nvPicPr>
                <p:cNvPr id="109" name="Ink 108">
                  <a:extLst>
                    <a:ext uri="{FF2B5EF4-FFF2-40B4-BE49-F238E27FC236}">
                      <a16:creationId xmlns:a16="http://schemas.microsoft.com/office/drawing/2014/main" id="{A1B142E9-A236-1D74-CF5B-1918730593E2}"/>
                    </a:ext>
                  </a:extLst>
                </p:cNvPr>
                <p:cNvPicPr/>
                <p:nvPr/>
              </p:nvPicPr>
              <p:blipFill>
                <a:blip r:embed="rId33"/>
                <a:stretch>
                  <a:fillRect/>
                </a:stretch>
              </p:blipFill>
              <p:spPr>
                <a:xfrm>
                  <a:off x="11340518" y="2216376"/>
                  <a:ext cx="29880" cy="2912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10" name="Ink 109">
                  <a:extLst>
                    <a:ext uri="{FF2B5EF4-FFF2-40B4-BE49-F238E27FC236}">
                      <a16:creationId xmlns:a16="http://schemas.microsoft.com/office/drawing/2014/main" id="{D293ABE7-7C8C-4CEC-230E-40FD0BF96FE1}"/>
                    </a:ext>
                  </a:extLst>
                </p14:cNvPr>
                <p14:cNvContentPartPr/>
                <p14:nvPr/>
              </p14:nvContentPartPr>
              <p14:xfrm>
                <a:off x="11330798" y="2201976"/>
                <a:ext cx="267480" cy="232920"/>
              </p14:xfrm>
            </p:contentPart>
          </mc:Choice>
          <mc:Fallback>
            <p:pic>
              <p:nvPicPr>
                <p:cNvPr id="110" name="Ink 109">
                  <a:extLst>
                    <a:ext uri="{FF2B5EF4-FFF2-40B4-BE49-F238E27FC236}">
                      <a16:creationId xmlns:a16="http://schemas.microsoft.com/office/drawing/2014/main" id="{D293ABE7-7C8C-4CEC-230E-40FD0BF96FE1}"/>
                    </a:ext>
                  </a:extLst>
                </p:cNvPr>
                <p:cNvPicPr/>
                <p:nvPr/>
              </p:nvPicPr>
              <p:blipFill>
                <a:blip r:embed="rId35"/>
                <a:stretch>
                  <a:fillRect/>
                </a:stretch>
              </p:blipFill>
              <p:spPr>
                <a:xfrm>
                  <a:off x="11326478" y="2197656"/>
                  <a:ext cx="276120" cy="2415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6">
            <p14:nvContentPartPr>
              <p14:cNvPr id="132" name="Ink 131">
                <a:extLst>
                  <a:ext uri="{FF2B5EF4-FFF2-40B4-BE49-F238E27FC236}">
                    <a16:creationId xmlns:a16="http://schemas.microsoft.com/office/drawing/2014/main" id="{CB076727-5E44-1077-1915-0058E31002CD}"/>
                  </a:ext>
                </a:extLst>
              </p14:cNvPr>
              <p14:cNvContentPartPr/>
              <p14:nvPr/>
            </p14:nvContentPartPr>
            <p14:xfrm>
              <a:off x="1235678" y="6291936"/>
              <a:ext cx="9659520" cy="313200"/>
            </p14:xfrm>
          </p:contentPart>
        </mc:Choice>
        <mc:Fallback>
          <p:pic>
            <p:nvPicPr>
              <p:cNvPr id="132" name="Ink 131">
                <a:extLst>
                  <a:ext uri="{FF2B5EF4-FFF2-40B4-BE49-F238E27FC236}">
                    <a16:creationId xmlns:a16="http://schemas.microsoft.com/office/drawing/2014/main" id="{CB076727-5E44-1077-1915-0058E31002CD}"/>
                  </a:ext>
                </a:extLst>
              </p:cNvPr>
              <p:cNvPicPr/>
              <p:nvPr/>
            </p:nvPicPr>
            <p:blipFill>
              <a:blip r:embed="rId37"/>
              <a:stretch>
                <a:fillRect/>
              </a:stretch>
            </p:blipFill>
            <p:spPr>
              <a:xfrm>
                <a:off x="1231358" y="6287616"/>
                <a:ext cx="9668160" cy="321840"/>
              </a:xfrm>
              <a:prstGeom prst="rect">
                <a:avLst/>
              </a:prstGeom>
            </p:spPr>
          </p:pic>
        </mc:Fallback>
      </mc:AlternateContent>
      <p:grpSp>
        <p:nvGrpSpPr>
          <p:cNvPr id="157" name="Group 156">
            <a:extLst>
              <a:ext uri="{FF2B5EF4-FFF2-40B4-BE49-F238E27FC236}">
                <a16:creationId xmlns:a16="http://schemas.microsoft.com/office/drawing/2014/main" id="{71E55F12-9F74-C963-D814-EDFA6AEFF1C7}"/>
              </a:ext>
            </a:extLst>
          </p:cNvPr>
          <p:cNvGrpSpPr/>
          <p:nvPr/>
        </p:nvGrpSpPr>
        <p:grpSpPr>
          <a:xfrm>
            <a:off x="972518" y="663336"/>
            <a:ext cx="7911360" cy="2358000"/>
            <a:chOff x="972518" y="663336"/>
            <a:chExt cx="7911360" cy="2358000"/>
          </a:xfrm>
        </p:grpSpPr>
        <mc:AlternateContent xmlns:mc="http://schemas.openxmlformats.org/markup-compatibility/2006">
          <mc:Choice xmlns:p14="http://schemas.microsoft.com/office/powerpoint/2010/main" Requires="p14">
            <p:contentPart p14:bwMode="auto" r:id="rId38">
              <p14:nvContentPartPr>
                <p14:cNvPr id="2" name="Ink 1">
                  <a:extLst>
                    <a:ext uri="{FF2B5EF4-FFF2-40B4-BE49-F238E27FC236}">
                      <a16:creationId xmlns:a16="http://schemas.microsoft.com/office/drawing/2014/main" id="{0592B8AB-3942-6CCD-2BA5-D2546F6C27E2}"/>
                    </a:ext>
                  </a:extLst>
                </p14:cNvPr>
                <p14:cNvContentPartPr/>
                <p14:nvPr/>
              </p14:nvContentPartPr>
              <p14:xfrm>
                <a:off x="3208838" y="2024856"/>
                <a:ext cx="3589920" cy="996480"/>
              </p14:xfrm>
            </p:contentPart>
          </mc:Choice>
          <mc:Fallback>
            <p:pic>
              <p:nvPicPr>
                <p:cNvPr id="2" name="Ink 1">
                  <a:extLst>
                    <a:ext uri="{FF2B5EF4-FFF2-40B4-BE49-F238E27FC236}">
                      <a16:creationId xmlns:a16="http://schemas.microsoft.com/office/drawing/2014/main" id="{0592B8AB-3942-6CCD-2BA5-D2546F6C27E2}"/>
                    </a:ext>
                  </a:extLst>
                </p:cNvPr>
                <p:cNvPicPr/>
                <p:nvPr/>
              </p:nvPicPr>
              <p:blipFill>
                <a:blip r:embed="rId39"/>
                <a:stretch>
                  <a:fillRect/>
                </a:stretch>
              </p:blipFill>
              <p:spPr>
                <a:xfrm>
                  <a:off x="3204518" y="2020536"/>
                  <a:ext cx="3598560" cy="10051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 name="Ink 2">
                  <a:extLst>
                    <a:ext uri="{FF2B5EF4-FFF2-40B4-BE49-F238E27FC236}">
                      <a16:creationId xmlns:a16="http://schemas.microsoft.com/office/drawing/2014/main" id="{783934EE-2B79-AFF5-BD03-CA3CB7563C66}"/>
                    </a:ext>
                  </a:extLst>
                </p14:cNvPr>
                <p14:cNvContentPartPr/>
                <p14:nvPr/>
              </p14:nvContentPartPr>
              <p14:xfrm>
                <a:off x="6599318" y="2087136"/>
                <a:ext cx="65880" cy="787680"/>
              </p14:xfrm>
            </p:contentPart>
          </mc:Choice>
          <mc:Fallback>
            <p:pic>
              <p:nvPicPr>
                <p:cNvPr id="3" name="Ink 2">
                  <a:extLst>
                    <a:ext uri="{FF2B5EF4-FFF2-40B4-BE49-F238E27FC236}">
                      <a16:creationId xmlns:a16="http://schemas.microsoft.com/office/drawing/2014/main" id="{783934EE-2B79-AFF5-BD03-CA3CB7563C66}"/>
                    </a:ext>
                  </a:extLst>
                </p:cNvPr>
                <p:cNvPicPr/>
                <p:nvPr/>
              </p:nvPicPr>
              <p:blipFill>
                <a:blip r:embed="rId41"/>
                <a:stretch>
                  <a:fillRect/>
                </a:stretch>
              </p:blipFill>
              <p:spPr>
                <a:xfrm>
                  <a:off x="6594998" y="2082816"/>
                  <a:ext cx="74520" cy="7963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0" name="Ink 29">
                  <a:extLst>
                    <a:ext uri="{FF2B5EF4-FFF2-40B4-BE49-F238E27FC236}">
                      <a16:creationId xmlns:a16="http://schemas.microsoft.com/office/drawing/2014/main" id="{8BF49A54-B87C-391E-8239-5AAC1E3CE823}"/>
                    </a:ext>
                  </a:extLst>
                </p14:cNvPr>
                <p14:cNvContentPartPr/>
                <p14:nvPr/>
              </p14:nvContentPartPr>
              <p14:xfrm>
                <a:off x="1368518" y="1651536"/>
                <a:ext cx="3283920" cy="485280"/>
              </p14:xfrm>
            </p:contentPart>
          </mc:Choice>
          <mc:Fallback>
            <p:pic>
              <p:nvPicPr>
                <p:cNvPr id="30" name="Ink 29">
                  <a:extLst>
                    <a:ext uri="{FF2B5EF4-FFF2-40B4-BE49-F238E27FC236}">
                      <a16:creationId xmlns:a16="http://schemas.microsoft.com/office/drawing/2014/main" id="{8BF49A54-B87C-391E-8239-5AAC1E3CE823}"/>
                    </a:ext>
                  </a:extLst>
                </p:cNvPr>
                <p:cNvPicPr/>
                <p:nvPr/>
              </p:nvPicPr>
              <p:blipFill>
                <a:blip r:embed="rId43"/>
                <a:stretch>
                  <a:fillRect/>
                </a:stretch>
              </p:blipFill>
              <p:spPr>
                <a:xfrm>
                  <a:off x="1364198" y="1647216"/>
                  <a:ext cx="3292560" cy="4939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1" name="Ink 30">
                  <a:extLst>
                    <a:ext uri="{FF2B5EF4-FFF2-40B4-BE49-F238E27FC236}">
                      <a16:creationId xmlns:a16="http://schemas.microsoft.com/office/drawing/2014/main" id="{147CE6C8-55B3-6D0B-19D9-30C51522127C}"/>
                    </a:ext>
                  </a:extLst>
                </p14:cNvPr>
                <p14:cNvContentPartPr/>
                <p14:nvPr/>
              </p14:nvContentPartPr>
              <p14:xfrm>
                <a:off x="4598078" y="2048256"/>
                <a:ext cx="6840" cy="26280"/>
              </p14:xfrm>
            </p:contentPart>
          </mc:Choice>
          <mc:Fallback>
            <p:pic>
              <p:nvPicPr>
                <p:cNvPr id="31" name="Ink 30">
                  <a:extLst>
                    <a:ext uri="{FF2B5EF4-FFF2-40B4-BE49-F238E27FC236}">
                      <a16:creationId xmlns:a16="http://schemas.microsoft.com/office/drawing/2014/main" id="{147CE6C8-55B3-6D0B-19D9-30C51522127C}"/>
                    </a:ext>
                  </a:extLst>
                </p:cNvPr>
                <p:cNvPicPr/>
                <p:nvPr/>
              </p:nvPicPr>
              <p:blipFill>
                <a:blip r:embed="rId45"/>
                <a:stretch>
                  <a:fillRect/>
                </a:stretch>
              </p:blipFill>
              <p:spPr>
                <a:xfrm>
                  <a:off x="4593758" y="2043936"/>
                  <a:ext cx="1548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2" name="Ink 31">
                  <a:extLst>
                    <a:ext uri="{FF2B5EF4-FFF2-40B4-BE49-F238E27FC236}">
                      <a16:creationId xmlns:a16="http://schemas.microsoft.com/office/drawing/2014/main" id="{154EDF88-38C0-2488-2137-C328A531AE3F}"/>
                    </a:ext>
                  </a:extLst>
                </p14:cNvPr>
                <p14:cNvContentPartPr/>
                <p14:nvPr/>
              </p14:nvContentPartPr>
              <p14:xfrm>
                <a:off x="4495838" y="2005056"/>
                <a:ext cx="229320" cy="185760"/>
              </p14:xfrm>
            </p:contentPart>
          </mc:Choice>
          <mc:Fallback>
            <p:pic>
              <p:nvPicPr>
                <p:cNvPr id="32" name="Ink 31">
                  <a:extLst>
                    <a:ext uri="{FF2B5EF4-FFF2-40B4-BE49-F238E27FC236}">
                      <a16:creationId xmlns:a16="http://schemas.microsoft.com/office/drawing/2014/main" id="{154EDF88-38C0-2488-2137-C328A531AE3F}"/>
                    </a:ext>
                  </a:extLst>
                </p:cNvPr>
                <p:cNvPicPr/>
                <p:nvPr/>
              </p:nvPicPr>
              <p:blipFill>
                <a:blip r:embed="rId47"/>
                <a:stretch>
                  <a:fillRect/>
                </a:stretch>
              </p:blipFill>
              <p:spPr>
                <a:xfrm>
                  <a:off x="4491518" y="2000736"/>
                  <a:ext cx="23796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5" name="Ink 34">
                  <a:extLst>
                    <a:ext uri="{FF2B5EF4-FFF2-40B4-BE49-F238E27FC236}">
                      <a16:creationId xmlns:a16="http://schemas.microsoft.com/office/drawing/2014/main" id="{A0CD4268-9C2C-5732-AF5B-44E1A685A76B}"/>
                    </a:ext>
                  </a:extLst>
                </p14:cNvPr>
                <p14:cNvContentPartPr/>
                <p14:nvPr/>
              </p14:nvContentPartPr>
              <p14:xfrm>
                <a:off x="6690758" y="1476936"/>
                <a:ext cx="88200" cy="122760"/>
              </p14:xfrm>
            </p:contentPart>
          </mc:Choice>
          <mc:Fallback>
            <p:pic>
              <p:nvPicPr>
                <p:cNvPr id="35" name="Ink 34">
                  <a:extLst>
                    <a:ext uri="{FF2B5EF4-FFF2-40B4-BE49-F238E27FC236}">
                      <a16:creationId xmlns:a16="http://schemas.microsoft.com/office/drawing/2014/main" id="{A0CD4268-9C2C-5732-AF5B-44E1A685A76B}"/>
                    </a:ext>
                  </a:extLst>
                </p:cNvPr>
                <p:cNvPicPr/>
                <p:nvPr/>
              </p:nvPicPr>
              <p:blipFill>
                <a:blip r:embed="rId49"/>
                <a:stretch>
                  <a:fillRect/>
                </a:stretch>
              </p:blipFill>
              <p:spPr>
                <a:xfrm>
                  <a:off x="6686438" y="1472616"/>
                  <a:ext cx="96840" cy="1314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6" name="Ink 35">
                  <a:extLst>
                    <a:ext uri="{FF2B5EF4-FFF2-40B4-BE49-F238E27FC236}">
                      <a16:creationId xmlns:a16="http://schemas.microsoft.com/office/drawing/2014/main" id="{0CF4513B-1887-E25C-FDC9-1D43CFC7E5A5}"/>
                    </a:ext>
                  </a:extLst>
                </p14:cNvPr>
                <p14:cNvContentPartPr/>
                <p14:nvPr/>
              </p14:nvContentPartPr>
              <p14:xfrm>
                <a:off x="6772118" y="1447776"/>
                <a:ext cx="75600" cy="139320"/>
              </p14:xfrm>
            </p:contentPart>
          </mc:Choice>
          <mc:Fallback>
            <p:pic>
              <p:nvPicPr>
                <p:cNvPr id="36" name="Ink 35">
                  <a:extLst>
                    <a:ext uri="{FF2B5EF4-FFF2-40B4-BE49-F238E27FC236}">
                      <a16:creationId xmlns:a16="http://schemas.microsoft.com/office/drawing/2014/main" id="{0CF4513B-1887-E25C-FDC9-1D43CFC7E5A5}"/>
                    </a:ext>
                  </a:extLst>
                </p:cNvPr>
                <p:cNvPicPr/>
                <p:nvPr/>
              </p:nvPicPr>
              <p:blipFill>
                <a:blip r:embed="rId51"/>
                <a:stretch>
                  <a:fillRect/>
                </a:stretch>
              </p:blipFill>
              <p:spPr>
                <a:xfrm>
                  <a:off x="6767798" y="1443456"/>
                  <a:ext cx="8424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7" name="Ink 36">
                  <a:extLst>
                    <a:ext uri="{FF2B5EF4-FFF2-40B4-BE49-F238E27FC236}">
                      <a16:creationId xmlns:a16="http://schemas.microsoft.com/office/drawing/2014/main" id="{623AE5E5-36C4-9D6D-1B4C-C3E0BC5F9755}"/>
                    </a:ext>
                  </a:extLst>
                </p14:cNvPr>
                <p14:cNvContentPartPr/>
                <p14:nvPr/>
              </p14:nvContentPartPr>
              <p14:xfrm>
                <a:off x="6899558" y="1583136"/>
                <a:ext cx="6480" cy="106920"/>
              </p14:xfrm>
            </p:contentPart>
          </mc:Choice>
          <mc:Fallback>
            <p:pic>
              <p:nvPicPr>
                <p:cNvPr id="37" name="Ink 36">
                  <a:extLst>
                    <a:ext uri="{FF2B5EF4-FFF2-40B4-BE49-F238E27FC236}">
                      <a16:creationId xmlns:a16="http://schemas.microsoft.com/office/drawing/2014/main" id="{623AE5E5-36C4-9D6D-1B4C-C3E0BC5F9755}"/>
                    </a:ext>
                  </a:extLst>
                </p:cNvPr>
                <p:cNvPicPr/>
                <p:nvPr/>
              </p:nvPicPr>
              <p:blipFill>
                <a:blip r:embed="rId53"/>
                <a:stretch>
                  <a:fillRect/>
                </a:stretch>
              </p:blipFill>
              <p:spPr>
                <a:xfrm>
                  <a:off x="6895238" y="1578816"/>
                  <a:ext cx="15120" cy="1155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8" name="Ink 37">
                  <a:extLst>
                    <a:ext uri="{FF2B5EF4-FFF2-40B4-BE49-F238E27FC236}">
                      <a16:creationId xmlns:a16="http://schemas.microsoft.com/office/drawing/2014/main" id="{D3BD3D37-7168-09F7-232A-DAB25E211230}"/>
                    </a:ext>
                  </a:extLst>
                </p14:cNvPr>
                <p14:cNvContentPartPr/>
                <p14:nvPr/>
              </p14:nvContentPartPr>
              <p14:xfrm>
                <a:off x="6883718" y="1525176"/>
                <a:ext cx="29880" cy="25560"/>
              </p14:xfrm>
            </p:contentPart>
          </mc:Choice>
          <mc:Fallback>
            <p:pic>
              <p:nvPicPr>
                <p:cNvPr id="38" name="Ink 37">
                  <a:extLst>
                    <a:ext uri="{FF2B5EF4-FFF2-40B4-BE49-F238E27FC236}">
                      <a16:creationId xmlns:a16="http://schemas.microsoft.com/office/drawing/2014/main" id="{D3BD3D37-7168-09F7-232A-DAB25E211230}"/>
                    </a:ext>
                  </a:extLst>
                </p:cNvPr>
                <p:cNvPicPr/>
                <p:nvPr/>
              </p:nvPicPr>
              <p:blipFill>
                <a:blip r:embed="rId55"/>
                <a:stretch>
                  <a:fillRect/>
                </a:stretch>
              </p:blipFill>
              <p:spPr>
                <a:xfrm>
                  <a:off x="6879398" y="1520856"/>
                  <a:ext cx="3852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40" name="Ink 39">
                  <a:extLst>
                    <a:ext uri="{FF2B5EF4-FFF2-40B4-BE49-F238E27FC236}">
                      <a16:creationId xmlns:a16="http://schemas.microsoft.com/office/drawing/2014/main" id="{CA72336C-9A0F-120C-C60C-2D8C4E5ED156}"/>
                    </a:ext>
                  </a:extLst>
                </p14:cNvPr>
                <p14:cNvContentPartPr/>
                <p14:nvPr/>
              </p14:nvContentPartPr>
              <p14:xfrm>
                <a:off x="7018358" y="1516536"/>
                <a:ext cx="128520" cy="9360"/>
              </p14:xfrm>
            </p:contentPart>
          </mc:Choice>
          <mc:Fallback>
            <p:pic>
              <p:nvPicPr>
                <p:cNvPr id="40" name="Ink 39">
                  <a:extLst>
                    <a:ext uri="{FF2B5EF4-FFF2-40B4-BE49-F238E27FC236}">
                      <a16:creationId xmlns:a16="http://schemas.microsoft.com/office/drawing/2014/main" id="{CA72336C-9A0F-120C-C60C-2D8C4E5ED156}"/>
                    </a:ext>
                  </a:extLst>
                </p:cNvPr>
                <p:cNvPicPr/>
                <p:nvPr/>
              </p:nvPicPr>
              <p:blipFill>
                <a:blip r:embed="rId57"/>
                <a:stretch>
                  <a:fillRect/>
                </a:stretch>
              </p:blipFill>
              <p:spPr>
                <a:xfrm>
                  <a:off x="7014038" y="1512216"/>
                  <a:ext cx="13716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2" name="Ink 41">
                  <a:extLst>
                    <a:ext uri="{FF2B5EF4-FFF2-40B4-BE49-F238E27FC236}">
                      <a16:creationId xmlns:a16="http://schemas.microsoft.com/office/drawing/2014/main" id="{427AFA04-1768-A3AC-03CB-010ABB3D8A09}"/>
                    </a:ext>
                  </a:extLst>
                </p14:cNvPr>
                <p14:cNvContentPartPr/>
                <p14:nvPr/>
              </p14:nvContentPartPr>
              <p14:xfrm>
                <a:off x="6899558" y="1612656"/>
                <a:ext cx="64440" cy="123480"/>
              </p14:xfrm>
            </p:contentPart>
          </mc:Choice>
          <mc:Fallback>
            <p:pic>
              <p:nvPicPr>
                <p:cNvPr id="42" name="Ink 41">
                  <a:extLst>
                    <a:ext uri="{FF2B5EF4-FFF2-40B4-BE49-F238E27FC236}">
                      <a16:creationId xmlns:a16="http://schemas.microsoft.com/office/drawing/2014/main" id="{427AFA04-1768-A3AC-03CB-010ABB3D8A09}"/>
                    </a:ext>
                  </a:extLst>
                </p:cNvPr>
                <p:cNvPicPr/>
                <p:nvPr/>
              </p:nvPicPr>
              <p:blipFill>
                <a:blip r:embed="rId59"/>
                <a:stretch>
                  <a:fillRect/>
                </a:stretch>
              </p:blipFill>
              <p:spPr>
                <a:xfrm>
                  <a:off x="6895238" y="1608336"/>
                  <a:ext cx="7308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3" name="Ink 42">
                  <a:extLst>
                    <a:ext uri="{FF2B5EF4-FFF2-40B4-BE49-F238E27FC236}">
                      <a16:creationId xmlns:a16="http://schemas.microsoft.com/office/drawing/2014/main" id="{5C808F9A-EBDC-94A1-9EEF-23CD130B839E}"/>
                    </a:ext>
                  </a:extLst>
                </p14:cNvPr>
                <p14:cNvContentPartPr/>
                <p14:nvPr/>
              </p14:nvContentPartPr>
              <p14:xfrm>
                <a:off x="7001798" y="1587816"/>
                <a:ext cx="3240" cy="99000"/>
              </p14:xfrm>
            </p:contentPart>
          </mc:Choice>
          <mc:Fallback>
            <p:pic>
              <p:nvPicPr>
                <p:cNvPr id="43" name="Ink 42">
                  <a:extLst>
                    <a:ext uri="{FF2B5EF4-FFF2-40B4-BE49-F238E27FC236}">
                      <a16:creationId xmlns:a16="http://schemas.microsoft.com/office/drawing/2014/main" id="{5C808F9A-EBDC-94A1-9EEF-23CD130B839E}"/>
                    </a:ext>
                  </a:extLst>
                </p:cNvPr>
                <p:cNvPicPr/>
                <p:nvPr/>
              </p:nvPicPr>
              <p:blipFill>
                <a:blip r:embed="rId61"/>
                <a:stretch>
                  <a:fillRect/>
                </a:stretch>
              </p:blipFill>
              <p:spPr>
                <a:xfrm>
                  <a:off x="6997478" y="1583496"/>
                  <a:ext cx="11880" cy="1076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8" name="Ink 47">
                  <a:extLst>
                    <a:ext uri="{FF2B5EF4-FFF2-40B4-BE49-F238E27FC236}">
                      <a16:creationId xmlns:a16="http://schemas.microsoft.com/office/drawing/2014/main" id="{64E6B2A9-B60B-C073-C231-7AD0FAE9C316}"/>
                    </a:ext>
                  </a:extLst>
                </p14:cNvPr>
                <p14:cNvContentPartPr/>
                <p14:nvPr/>
              </p14:nvContentPartPr>
              <p14:xfrm>
                <a:off x="6557918" y="1373616"/>
                <a:ext cx="241200" cy="409320"/>
              </p14:xfrm>
            </p:contentPart>
          </mc:Choice>
          <mc:Fallback>
            <p:pic>
              <p:nvPicPr>
                <p:cNvPr id="48" name="Ink 47">
                  <a:extLst>
                    <a:ext uri="{FF2B5EF4-FFF2-40B4-BE49-F238E27FC236}">
                      <a16:creationId xmlns:a16="http://schemas.microsoft.com/office/drawing/2014/main" id="{64E6B2A9-B60B-C073-C231-7AD0FAE9C316}"/>
                    </a:ext>
                  </a:extLst>
                </p:cNvPr>
                <p:cNvPicPr/>
                <p:nvPr/>
              </p:nvPicPr>
              <p:blipFill>
                <a:blip r:embed="rId63"/>
                <a:stretch>
                  <a:fillRect/>
                </a:stretch>
              </p:blipFill>
              <p:spPr>
                <a:xfrm>
                  <a:off x="6553598" y="1369296"/>
                  <a:ext cx="249840" cy="41796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6" name="Ink 45">
                  <a:extLst>
                    <a:ext uri="{FF2B5EF4-FFF2-40B4-BE49-F238E27FC236}">
                      <a16:creationId xmlns:a16="http://schemas.microsoft.com/office/drawing/2014/main" id="{03F416C7-0608-D0EB-D33A-00AE5AACF7A4}"/>
                    </a:ext>
                  </a:extLst>
                </p14:cNvPr>
                <p14:cNvContentPartPr/>
                <p14:nvPr/>
              </p14:nvContentPartPr>
              <p14:xfrm>
                <a:off x="7383038" y="1550736"/>
                <a:ext cx="2880" cy="83880"/>
              </p14:xfrm>
            </p:contentPart>
          </mc:Choice>
          <mc:Fallback>
            <p:pic>
              <p:nvPicPr>
                <p:cNvPr id="46" name="Ink 45">
                  <a:extLst>
                    <a:ext uri="{FF2B5EF4-FFF2-40B4-BE49-F238E27FC236}">
                      <a16:creationId xmlns:a16="http://schemas.microsoft.com/office/drawing/2014/main" id="{03F416C7-0608-D0EB-D33A-00AE5AACF7A4}"/>
                    </a:ext>
                  </a:extLst>
                </p:cNvPr>
                <p:cNvPicPr/>
                <p:nvPr/>
              </p:nvPicPr>
              <p:blipFill>
                <a:blip r:embed="rId65"/>
                <a:stretch>
                  <a:fillRect/>
                </a:stretch>
              </p:blipFill>
              <p:spPr>
                <a:xfrm>
                  <a:off x="7378718" y="1546416"/>
                  <a:ext cx="11520" cy="925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7" name="Ink 46">
                  <a:extLst>
                    <a:ext uri="{FF2B5EF4-FFF2-40B4-BE49-F238E27FC236}">
                      <a16:creationId xmlns:a16="http://schemas.microsoft.com/office/drawing/2014/main" id="{7A4C6918-FCD6-A83A-50E4-B32689B87149}"/>
                    </a:ext>
                  </a:extLst>
                </p14:cNvPr>
                <p14:cNvContentPartPr/>
                <p14:nvPr/>
              </p14:nvContentPartPr>
              <p14:xfrm>
                <a:off x="7375838" y="1345896"/>
                <a:ext cx="110880" cy="356400"/>
              </p14:xfrm>
            </p:contentPart>
          </mc:Choice>
          <mc:Fallback>
            <p:pic>
              <p:nvPicPr>
                <p:cNvPr id="47" name="Ink 46">
                  <a:extLst>
                    <a:ext uri="{FF2B5EF4-FFF2-40B4-BE49-F238E27FC236}">
                      <a16:creationId xmlns:a16="http://schemas.microsoft.com/office/drawing/2014/main" id="{7A4C6918-FCD6-A83A-50E4-B32689B87149}"/>
                    </a:ext>
                  </a:extLst>
                </p:cNvPr>
                <p:cNvPicPr/>
                <p:nvPr/>
              </p:nvPicPr>
              <p:blipFill>
                <a:blip r:embed="rId67"/>
                <a:stretch>
                  <a:fillRect/>
                </a:stretch>
              </p:blipFill>
              <p:spPr>
                <a:xfrm>
                  <a:off x="7371518" y="1341576"/>
                  <a:ext cx="119520" cy="3650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9" name="Ink 48">
                  <a:extLst>
                    <a:ext uri="{FF2B5EF4-FFF2-40B4-BE49-F238E27FC236}">
                      <a16:creationId xmlns:a16="http://schemas.microsoft.com/office/drawing/2014/main" id="{147BBE6D-E90B-B597-02DA-E0D843CF423B}"/>
                    </a:ext>
                  </a:extLst>
                </p14:cNvPr>
                <p14:cNvContentPartPr/>
                <p14:nvPr/>
              </p14:nvContentPartPr>
              <p14:xfrm>
                <a:off x="7430918" y="1175616"/>
                <a:ext cx="128520" cy="124920"/>
              </p14:xfrm>
            </p:contentPart>
          </mc:Choice>
          <mc:Fallback>
            <p:pic>
              <p:nvPicPr>
                <p:cNvPr id="49" name="Ink 48">
                  <a:extLst>
                    <a:ext uri="{FF2B5EF4-FFF2-40B4-BE49-F238E27FC236}">
                      <a16:creationId xmlns:a16="http://schemas.microsoft.com/office/drawing/2014/main" id="{147BBE6D-E90B-B597-02DA-E0D843CF423B}"/>
                    </a:ext>
                  </a:extLst>
                </p:cNvPr>
                <p:cNvPicPr/>
                <p:nvPr/>
              </p:nvPicPr>
              <p:blipFill>
                <a:blip r:embed="rId69"/>
                <a:stretch>
                  <a:fillRect/>
                </a:stretch>
              </p:blipFill>
              <p:spPr>
                <a:xfrm>
                  <a:off x="7426598" y="1171296"/>
                  <a:ext cx="13716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52" name="Ink 51">
                  <a:extLst>
                    <a:ext uri="{FF2B5EF4-FFF2-40B4-BE49-F238E27FC236}">
                      <a16:creationId xmlns:a16="http://schemas.microsoft.com/office/drawing/2014/main" id="{A3B5EF63-5FBC-E742-C4F9-D985465875D4}"/>
                    </a:ext>
                  </a:extLst>
                </p14:cNvPr>
                <p14:cNvContentPartPr/>
                <p14:nvPr/>
              </p14:nvContentPartPr>
              <p14:xfrm>
                <a:off x="6767438" y="1783656"/>
                <a:ext cx="856080" cy="161280"/>
              </p14:xfrm>
            </p:contentPart>
          </mc:Choice>
          <mc:Fallback>
            <p:pic>
              <p:nvPicPr>
                <p:cNvPr id="52" name="Ink 51">
                  <a:extLst>
                    <a:ext uri="{FF2B5EF4-FFF2-40B4-BE49-F238E27FC236}">
                      <a16:creationId xmlns:a16="http://schemas.microsoft.com/office/drawing/2014/main" id="{A3B5EF63-5FBC-E742-C4F9-D985465875D4}"/>
                    </a:ext>
                  </a:extLst>
                </p:cNvPr>
                <p:cNvPicPr/>
                <p:nvPr/>
              </p:nvPicPr>
              <p:blipFill>
                <a:blip r:embed="rId71"/>
                <a:stretch>
                  <a:fillRect/>
                </a:stretch>
              </p:blipFill>
              <p:spPr>
                <a:xfrm>
                  <a:off x="6763118" y="1779336"/>
                  <a:ext cx="86472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54" name="Ink 53">
                  <a:extLst>
                    <a:ext uri="{FF2B5EF4-FFF2-40B4-BE49-F238E27FC236}">
                      <a16:creationId xmlns:a16="http://schemas.microsoft.com/office/drawing/2014/main" id="{DB3E3CFF-2E45-2957-61CF-6053A67A2525}"/>
                    </a:ext>
                  </a:extLst>
                </p14:cNvPr>
                <p14:cNvContentPartPr/>
                <p14:nvPr/>
              </p14:nvContentPartPr>
              <p14:xfrm>
                <a:off x="6940238" y="1966896"/>
                <a:ext cx="261720" cy="173880"/>
              </p14:xfrm>
            </p:contentPart>
          </mc:Choice>
          <mc:Fallback>
            <p:pic>
              <p:nvPicPr>
                <p:cNvPr id="54" name="Ink 53">
                  <a:extLst>
                    <a:ext uri="{FF2B5EF4-FFF2-40B4-BE49-F238E27FC236}">
                      <a16:creationId xmlns:a16="http://schemas.microsoft.com/office/drawing/2014/main" id="{DB3E3CFF-2E45-2957-61CF-6053A67A2525}"/>
                    </a:ext>
                  </a:extLst>
                </p:cNvPr>
                <p:cNvPicPr/>
                <p:nvPr/>
              </p:nvPicPr>
              <p:blipFill>
                <a:blip r:embed="rId73"/>
                <a:stretch>
                  <a:fillRect/>
                </a:stretch>
              </p:blipFill>
              <p:spPr>
                <a:xfrm>
                  <a:off x="6935918" y="1962576"/>
                  <a:ext cx="27036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55" name="Ink 54">
                  <a:extLst>
                    <a:ext uri="{FF2B5EF4-FFF2-40B4-BE49-F238E27FC236}">
                      <a16:creationId xmlns:a16="http://schemas.microsoft.com/office/drawing/2014/main" id="{3290D934-FE2F-2DA2-8BF0-B1572BC810E2}"/>
                    </a:ext>
                  </a:extLst>
                </p14:cNvPr>
                <p14:cNvContentPartPr/>
                <p14:nvPr/>
              </p14:nvContentPartPr>
              <p14:xfrm>
                <a:off x="7158038" y="2118816"/>
                <a:ext cx="29880" cy="79920"/>
              </p14:xfrm>
            </p:contentPart>
          </mc:Choice>
          <mc:Fallback>
            <p:pic>
              <p:nvPicPr>
                <p:cNvPr id="55" name="Ink 54">
                  <a:extLst>
                    <a:ext uri="{FF2B5EF4-FFF2-40B4-BE49-F238E27FC236}">
                      <a16:creationId xmlns:a16="http://schemas.microsoft.com/office/drawing/2014/main" id="{3290D934-FE2F-2DA2-8BF0-B1572BC810E2}"/>
                    </a:ext>
                  </a:extLst>
                </p:cNvPr>
                <p:cNvPicPr/>
                <p:nvPr/>
              </p:nvPicPr>
              <p:blipFill>
                <a:blip r:embed="rId75"/>
                <a:stretch>
                  <a:fillRect/>
                </a:stretch>
              </p:blipFill>
              <p:spPr>
                <a:xfrm>
                  <a:off x="7153718" y="2114496"/>
                  <a:ext cx="3852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6" name="Ink 55">
                  <a:extLst>
                    <a:ext uri="{FF2B5EF4-FFF2-40B4-BE49-F238E27FC236}">
                      <a16:creationId xmlns:a16="http://schemas.microsoft.com/office/drawing/2014/main" id="{81A8C439-859E-B0C6-A5E5-373C1A5197D5}"/>
                    </a:ext>
                  </a:extLst>
                </p14:cNvPr>
                <p14:cNvContentPartPr/>
                <p14:nvPr/>
              </p14:nvContentPartPr>
              <p14:xfrm>
                <a:off x="7236158" y="2107296"/>
                <a:ext cx="28080" cy="86400"/>
              </p14:xfrm>
            </p:contentPart>
          </mc:Choice>
          <mc:Fallback>
            <p:pic>
              <p:nvPicPr>
                <p:cNvPr id="56" name="Ink 55">
                  <a:extLst>
                    <a:ext uri="{FF2B5EF4-FFF2-40B4-BE49-F238E27FC236}">
                      <a16:creationId xmlns:a16="http://schemas.microsoft.com/office/drawing/2014/main" id="{81A8C439-859E-B0C6-A5E5-373C1A5197D5}"/>
                    </a:ext>
                  </a:extLst>
                </p:cNvPr>
                <p:cNvPicPr/>
                <p:nvPr/>
              </p:nvPicPr>
              <p:blipFill>
                <a:blip r:embed="rId77"/>
                <a:stretch>
                  <a:fillRect/>
                </a:stretch>
              </p:blipFill>
              <p:spPr>
                <a:xfrm>
                  <a:off x="7231838" y="2102976"/>
                  <a:ext cx="3672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7" name="Ink 56">
                  <a:extLst>
                    <a:ext uri="{FF2B5EF4-FFF2-40B4-BE49-F238E27FC236}">
                      <a16:creationId xmlns:a16="http://schemas.microsoft.com/office/drawing/2014/main" id="{E87C82E2-65B3-8367-25A2-FAA48236B598}"/>
                    </a:ext>
                  </a:extLst>
                </p14:cNvPr>
                <p14:cNvContentPartPr/>
                <p14:nvPr/>
              </p14:nvContentPartPr>
              <p14:xfrm>
                <a:off x="7640798" y="1727496"/>
                <a:ext cx="148320" cy="36360"/>
              </p14:xfrm>
            </p:contentPart>
          </mc:Choice>
          <mc:Fallback>
            <p:pic>
              <p:nvPicPr>
                <p:cNvPr id="57" name="Ink 56">
                  <a:extLst>
                    <a:ext uri="{FF2B5EF4-FFF2-40B4-BE49-F238E27FC236}">
                      <a16:creationId xmlns:a16="http://schemas.microsoft.com/office/drawing/2014/main" id="{E87C82E2-65B3-8367-25A2-FAA48236B598}"/>
                    </a:ext>
                  </a:extLst>
                </p:cNvPr>
                <p:cNvPicPr/>
                <p:nvPr/>
              </p:nvPicPr>
              <p:blipFill>
                <a:blip r:embed="rId79"/>
                <a:stretch>
                  <a:fillRect/>
                </a:stretch>
              </p:blipFill>
              <p:spPr>
                <a:xfrm>
                  <a:off x="7636478" y="1723176"/>
                  <a:ext cx="15696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8" name="Ink 57">
                  <a:extLst>
                    <a:ext uri="{FF2B5EF4-FFF2-40B4-BE49-F238E27FC236}">
                      <a16:creationId xmlns:a16="http://schemas.microsoft.com/office/drawing/2014/main" id="{10435446-7338-8C4B-1427-5E75C280FF7F}"/>
                    </a:ext>
                  </a:extLst>
                </p14:cNvPr>
                <p14:cNvContentPartPr/>
                <p14:nvPr/>
              </p14:nvContentPartPr>
              <p14:xfrm>
                <a:off x="7721798" y="1675656"/>
                <a:ext cx="29160" cy="155160"/>
              </p14:xfrm>
            </p:contentPart>
          </mc:Choice>
          <mc:Fallback>
            <p:pic>
              <p:nvPicPr>
                <p:cNvPr id="58" name="Ink 57">
                  <a:extLst>
                    <a:ext uri="{FF2B5EF4-FFF2-40B4-BE49-F238E27FC236}">
                      <a16:creationId xmlns:a16="http://schemas.microsoft.com/office/drawing/2014/main" id="{10435446-7338-8C4B-1427-5E75C280FF7F}"/>
                    </a:ext>
                  </a:extLst>
                </p:cNvPr>
                <p:cNvPicPr/>
                <p:nvPr/>
              </p:nvPicPr>
              <p:blipFill>
                <a:blip r:embed="rId81"/>
                <a:stretch>
                  <a:fillRect/>
                </a:stretch>
              </p:blipFill>
              <p:spPr>
                <a:xfrm>
                  <a:off x="7717478" y="1671336"/>
                  <a:ext cx="3780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9" name="Ink 58">
                  <a:extLst>
                    <a:ext uri="{FF2B5EF4-FFF2-40B4-BE49-F238E27FC236}">
                      <a16:creationId xmlns:a16="http://schemas.microsoft.com/office/drawing/2014/main" id="{1CB5327F-B035-FE0C-52D1-68DB3D6E9652}"/>
                    </a:ext>
                  </a:extLst>
                </p14:cNvPr>
                <p14:cNvContentPartPr/>
                <p14:nvPr/>
              </p14:nvContentPartPr>
              <p14:xfrm>
                <a:off x="7920158" y="1330776"/>
                <a:ext cx="81360" cy="367560"/>
              </p14:xfrm>
            </p:contentPart>
          </mc:Choice>
          <mc:Fallback>
            <p:pic>
              <p:nvPicPr>
                <p:cNvPr id="59" name="Ink 58">
                  <a:extLst>
                    <a:ext uri="{FF2B5EF4-FFF2-40B4-BE49-F238E27FC236}">
                      <a16:creationId xmlns:a16="http://schemas.microsoft.com/office/drawing/2014/main" id="{1CB5327F-B035-FE0C-52D1-68DB3D6E9652}"/>
                    </a:ext>
                  </a:extLst>
                </p:cNvPr>
                <p:cNvPicPr/>
                <p:nvPr/>
              </p:nvPicPr>
              <p:blipFill>
                <a:blip r:embed="rId83"/>
                <a:stretch>
                  <a:fillRect/>
                </a:stretch>
              </p:blipFill>
              <p:spPr>
                <a:xfrm>
                  <a:off x="7915838" y="1326456"/>
                  <a:ext cx="90000" cy="3762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60" name="Ink 59">
                  <a:extLst>
                    <a:ext uri="{FF2B5EF4-FFF2-40B4-BE49-F238E27FC236}">
                      <a16:creationId xmlns:a16="http://schemas.microsoft.com/office/drawing/2014/main" id="{9236E8FC-0842-ED5B-CCB2-36BDBCB484EA}"/>
                    </a:ext>
                  </a:extLst>
                </p14:cNvPr>
                <p14:cNvContentPartPr/>
                <p14:nvPr/>
              </p14:nvContentPartPr>
              <p14:xfrm>
                <a:off x="7988558" y="1453536"/>
                <a:ext cx="159480" cy="135000"/>
              </p14:xfrm>
            </p:contentPart>
          </mc:Choice>
          <mc:Fallback>
            <p:pic>
              <p:nvPicPr>
                <p:cNvPr id="60" name="Ink 59">
                  <a:extLst>
                    <a:ext uri="{FF2B5EF4-FFF2-40B4-BE49-F238E27FC236}">
                      <a16:creationId xmlns:a16="http://schemas.microsoft.com/office/drawing/2014/main" id="{9236E8FC-0842-ED5B-CCB2-36BDBCB484EA}"/>
                    </a:ext>
                  </a:extLst>
                </p:cNvPr>
                <p:cNvPicPr/>
                <p:nvPr/>
              </p:nvPicPr>
              <p:blipFill>
                <a:blip r:embed="rId85"/>
                <a:stretch>
                  <a:fillRect/>
                </a:stretch>
              </p:blipFill>
              <p:spPr>
                <a:xfrm>
                  <a:off x="7984238" y="1449216"/>
                  <a:ext cx="16812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61" name="Ink 60">
                  <a:extLst>
                    <a:ext uri="{FF2B5EF4-FFF2-40B4-BE49-F238E27FC236}">
                      <a16:creationId xmlns:a16="http://schemas.microsoft.com/office/drawing/2014/main" id="{C08B03E8-991B-0621-653D-D869090DD920}"/>
                    </a:ext>
                  </a:extLst>
                </p14:cNvPr>
                <p14:cNvContentPartPr/>
                <p14:nvPr/>
              </p14:nvContentPartPr>
              <p14:xfrm>
                <a:off x="8178998" y="1561896"/>
                <a:ext cx="17640" cy="68400"/>
              </p14:xfrm>
            </p:contentPart>
          </mc:Choice>
          <mc:Fallback>
            <p:pic>
              <p:nvPicPr>
                <p:cNvPr id="61" name="Ink 60">
                  <a:extLst>
                    <a:ext uri="{FF2B5EF4-FFF2-40B4-BE49-F238E27FC236}">
                      <a16:creationId xmlns:a16="http://schemas.microsoft.com/office/drawing/2014/main" id="{C08B03E8-991B-0621-653D-D869090DD920}"/>
                    </a:ext>
                  </a:extLst>
                </p:cNvPr>
                <p:cNvPicPr/>
                <p:nvPr/>
              </p:nvPicPr>
              <p:blipFill>
                <a:blip r:embed="rId87"/>
                <a:stretch>
                  <a:fillRect/>
                </a:stretch>
              </p:blipFill>
              <p:spPr>
                <a:xfrm>
                  <a:off x="8174678" y="1557576"/>
                  <a:ext cx="2628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62" name="Ink 61">
                  <a:extLst>
                    <a:ext uri="{FF2B5EF4-FFF2-40B4-BE49-F238E27FC236}">
                      <a16:creationId xmlns:a16="http://schemas.microsoft.com/office/drawing/2014/main" id="{F34C8DAF-3584-1E0C-F679-0D7E111D2C16}"/>
                    </a:ext>
                  </a:extLst>
                </p14:cNvPr>
                <p14:cNvContentPartPr/>
                <p14:nvPr/>
              </p14:nvContentPartPr>
              <p14:xfrm>
                <a:off x="8166038" y="1514376"/>
                <a:ext cx="2880" cy="3240"/>
              </p14:xfrm>
            </p:contentPart>
          </mc:Choice>
          <mc:Fallback>
            <p:pic>
              <p:nvPicPr>
                <p:cNvPr id="62" name="Ink 61">
                  <a:extLst>
                    <a:ext uri="{FF2B5EF4-FFF2-40B4-BE49-F238E27FC236}">
                      <a16:creationId xmlns:a16="http://schemas.microsoft.com/office/drawing/2014/main" id="{F34C8DAF-3584-1E0C-F679-0D7E111D2C16}"/>
                    </a:ext>
                  </a:extLst>
                </p:cNvPr>
                <p:cNvPicPr/>
                <p:nvPr/>
              </p:nvPicPr>
              <p:blipFill>
                <a:blip r:embed="rId89"/>
                <a:stretch>
                  <a:fillRect/>
                </a:stretch>
              </p:blipFill>
              <p:spPr>
                <a:xfrm>
                  <a:off x="8161718" y="1510056"/>
                  <a:ext cx="11520" cy="1188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3" name="Ink 62">
                  <a:extLst>
                    <a:ext uri="{FF2B5EF4-FFF2-40B4-BE49-F238E27FC236}">
                      <a16:creationId xmlns:a16="http://schemas.microsoft.com/office/drawing/2014/main" id="{8F3CD57B-63E2-19EF-166C-9289BDF4FC42}"/>
                    </a:ext>
                  </a:extLst>
                </p14:cNvPr>
                <p14:cNvContentPartPr/>
                <p14:nvPr/>
              </p14:nvContentPartPr>
              <p14:xfrm>
                <a:off x="8209958" y="1643256"/>
                <a:ext cx="24840" cy="75600"/>
              </p14:xfrm>
            </p:contentPart>
          </mc:Choice>
          <mc:Fallback>
            <p:pic>
              <p:nvPicPr>
                <p:cNvPr id="63" name="Ink 62">
                  <a:extLst>
                    <a:ext uri="{FF2B5EF4-FFF2-40B4-BE49-F238E27FC236}">
                      <a16:creationId xmlns:a16="http://schemas.microsoft.com/office/drawing/2014/main" id="{8F3CD57B-63E2-19EF-166C-9289BDF4FC42}"/>
                    </a:ext>
                  </a:extLst>
                </p:cNvPr>
                <p:cNvPicPr/>
                <p:nvPr/>
              </p:nvPicPr>
              <p:blipFill>
                <a:blip r:embed="rId91"/>
                <a:stretch>
                  <a:fillRect/>
                </a:stretch>
              </p:blipFill>
              <p:spPr>
                <a:xfrm>
                  <a:off x="8205638" y="1638936"/>
                  <a:ext cx="3348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4" name="Ink 63">
                  <a:extLst>
                    <a:ext uri="{FF2B5EF4-FFF2-40B4-BE49-F238E27FC236}">
                      <a16:creationId xmlns:a16="http://schemas.microsoft.com/office/drawing/2014/main" id="{18809FC2-5F59-A596-D4BB-1827DC4B9592}"/>
                    </a:ext>
                  </a:extLst>
                </p14:cNvPr>
                <p14:cNvContentPartPr/>
                <p14:nvPr/>
              </p14:nvContentPartPr>
              <p14:xfrm>
                <a:off x="8283398" y="1519776"/>
                <a:ext cx="12960" cy="4320"/>
              </p14:xfrm>
            </p:contentPart>
          </mc:Choice>
          <mc:Fallback>
            <p:pic>
              <p:nvPicPr>
                <p:cNvPr id="64" name="Ink 63">
                  <a:extLst>
                    <a:ext uri="{FF2B5EF4-FFF2-40B4-BE49-F238E27FC236}">
                      <a16:creationId xmlns:a16="http://schemas.microsoft.com/office/drawing/2014/main" id="{18809FC2-5F59-A596-D4BB-1827DC4B9592}"/>
                    </a:ext>
                  </a:extLst>
                </p:cNvPr>
                <p:cNvPicPr/>
                <p:nvPr/>
              </p:nvPicPr>
              <p:blipFill>
                <a:blip r:embed="rId93"/>
                <a:stretch>
                  <a:fillRect/>
                </a:stretch>
              </p:blipFill>
              <p:spPr>
                <a:xfrm>
                  <a:off x="8279078" y="1515456"/>
                  <a:ext cx="21600" cy="129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5" name="Ink 64">
                  <a:extLst>
                    <a:ext uri="{FF2B5EF4-FFF2-40B4-BE49-F238E27FC236}">
                      <a16:creationId xmlns:a16="http://schemas.microsoft.com/office/drawing/2014/main" id="{AA054E47-1696-411E-DE06-4978FE161D4B}"/>
                    </a:ext>
                  </a:extLst>
                </p14:cNvPr>
                <p14:cNvContentPartPr/>
                <p14:nvPr/>
              </p14:nvContentPartPr>
              <p14:xfrm>
                <a:off x="8282318" y="1516896"/>
                <a:ext cx="66240" cy="109440"/>
              </p14:xfrm>
            </p:contentPart>
          </mc:Choice>
          <mc:Fallback>
            <p:pic>
              <p:nvPicPr>
                <p:cNvPr id="65" name="Ink 64">
                  <a:extLst>
                    <a:ext uri="{FF2B5EF4-FFF2-40B4-BE49-F238E27FC236}">
                      <a16:creationId xmlns:a16="http://schemas.microsoft.com/office/drawing/2014/main" id="{AA054E47-1696-411E-DE06-4978FE161D4B}"/>
                    </a:ext>
                  </a:extLst>
                </p:cNvPr>
                <p:cNvPicPr/>
                <p:nvPr/>
              </p:nvPicPr>
              <p:blipFill>
                <a:blip r:embed="rId95"/>
                <a:stretch>
                  <a:fillRect/>
                </a:stretch>
              </p:blipFill>
              <p:spPr>
                <a:xfrm>
                  <a:off x="8277998" y="1512576"/>
                  <a:ext cx="7488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6" name="Ink 65">
                  <a:extLst>
                    <a:ext uri="{FF2B5EF4-FFF2-40B4-BE49-F238E27FC236}">
                      <a16:creationId xmlns:a16="http://schemas.microsoft.com/office/drawing/2014/main" id="{938D28F5-BCD1-15C8-730C-E0101B4D5D57}"/>
                    </a:ext>
                  </a:extLst>
                </p14:cNvPr>
                <p14:cNvContentPartPr/>
                <p14:nvPr/>
              </p14:nvContentPartPr>
              <p14:xfrm>
                <a:off x="8364758" y="1446696"/>
                <a:ext cx="120960" cy="52560"/>
              </p14:xfrm>
            </p:contentPart>
          </mc:Choice>
          <mc:Fallback>
            <p:pic>
              <p:nvPicPr>
                <p:cNvPr id="66" name="Ink 65">
                  <a:extLst>
                    <a:ext uri="{FF2B5EF4-FFF2-40B4-BE49-F238E27FC236}">
                      <a16:creationId xmlns:a16="http://schemas.microsoft.com/office/drawing/2014/main" id="{938D28F5-BCD1-15C8-730C-E0101B4D5D57}"/>
                    </a:ext>
                  </a:extLst>
                </p:cNvPr>
                <p:cNvPicPr/>
                <p:nvPr/>
              </p:nvPicPr>
              <p:blipFill>
                <a:blip r:embed="rId97"/>
                <a:stretch>
                  <a:fillRect/>
                </a:stretch>
              </p:blipFill>
              <p:spPr>
                <a:xfrm>
                  <a:off x="8360438" y="1442376"/>
                  <a:ext cx="12960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7" name="Ink 66">
                  <a:extLst>
                    <a:ext uri="{FF2B5EF4-FFF2-40B4-BE49-F238E27FC236}">
                      <a16:creationId xmlns:a16="http://schemas.microsoft.com/office/drawing/2014/main" id="{9788E5A7-B615-DFFC-ED76-A37B876C3F74}"/>
                    </a:ext>
                  </a:extLst>
                </p14:cNvPr>
                <p14:cNvContentPartPr/>
                <p14:nvPr/>
              </p14:nvContentPartPr>
              <p14:xfrm>
                <a:off x="8490038" y="1330056"/>
                <a:ext cx="143280" cy="232920"/>
              </p14:xfrm>
            </p:contentPart>
          </mc:Choice>
          <mc:Fallback>
            <p:pic>
              <p:nvPicPr>
                <p:cNvPr id="67" name="Ink 66">
                  <a:extLst>
                    <a:ext uri="{FF2B5EF4-FFF2-40B4-BE49-F238E27FC236}">
                      <a16:creationId xmlns:a16="http://schemas.microsoft.com/office/drawing/2014/main" id="{9788E5A7-B615-DFFC-ED76-A37B876C3F74}"/>
                    </a:ext>
                  </a:extLst>
                </p:cNvPr>
                <p:cNvPicPr/>
                <p:nvPr/>
              </p:nvPicPr>
              <p:blipFill>
                <a:blip r:embed="rId99"/>
                <a:stretch>
                  <a:fillRect/>
                </a:stretch>
              </p:blipFill>
              <p:spPr>
                <a:xfrm>
                  <a:off x="8485718" y="1325736"/>
                  <a:ext cx="151920" cy="2415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8" name="Ink 67">
                  <a:extLst>
                    <a:ext uri="{FF2B5EF4-FFF2-40B4-BE49-F238E27FC236}">
                      <a16:creationId xmlns:a16="http://schemas.microsoft.com/office/drawing/2014/main" id="{E4F8EAAC-99B3-0E21-CA7F-82DCF4FC27E0}"/>
                    </a:ext>
                  </a:extLst>
                </p14:cNvPr>
                <p14:cNvContentPartPr/>
                <p14:nvPr/>
              </p14:nvContentPartPr>
              <p14:xfrm>
                <a:off x="8636558" y="1454256"/>
                <a:ext cx="94320" cy="89280"/>
              </p14:xfrm>
            </p:contentPart>
          </mc:Choice>
          <mc:Fallback>
            <p:pic>
              <p:nvPicPr>
                <p:cNvPr id="68" name="Ink 67">
                  <a:extLst>
                    <a:ext uri="{FF2B5EF4-FFF2-40B4-BE49-F238E27FC236}">
                      <a16:creationId xmlns:a16="http://schemas.microsoft.com/office/drawing/2014/main" id="{E4F8EAAC-99B3-0E21-CA7F-82DCF4FC27E0}"/>
                    </a:ext>
                  </a:extLst>
                </p:cNvPr>
                <p:cNvPicPr/>
                <p:nvPr/>
              </p:nvPicPr>
              <p:blipFill>
                <a:blip r:embed="rId101"/>
                <a:stretch>
                  <a:fillRect/>
                </a:stretch>
              </p:blipFill>
              <p:spPr>
                <a:xfrm>
                  <a:off x="8632238" y="1449936"/>
                  <a:ext cx="102960" cy="9792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9" name="Ink 68">
                  <a:extLst>
                    <a:ext uri="{FF2B5EF4-FFF2-40B4-BE49-F238E27FC236}">
                      <a16:creationId xmlns:a16="http://schemas.microsoft.com/office/drawing/2014/main" id="{8BE4C0C0-06EE-169B-723A-0E8F789104D9}"/>
                    </a:ext>
                  </a:extLst>
                </p14:cNvPr>
                <p14:cNvContentPartPr/>
                <p14:nvPr/>
              </p14:nvContentPartPr>
              <p14:xfrm>
                <a:off x="8644118" y="1213056"/>
                <a:ext cx="71640" cy="441360"/>
              </p14:xfrm>
            </p:contentPart>
          </mc:Choice>
          <mc:Fallback>
            <p:pic>
              <p:nvPicPr>
                <p:cNvPr id="69" name="Ink 68">
                  <a:extLst>
                    <a:ext uri="{FF2B5EF4-FFF2-40B4-BE49-F238E27FC236}">
                      <a16:creationId xmlns:a16="http://schemas.microsoft.com/office/drawing/2014/main" id="{8BE4C0C0-06EE-169B-723A-0E8F789104D9}"/>
                    </a:ext>
                  </a:extLst>
                </p:cNvPr>
                <p:cNvPicPr/>
                <p:nvPr/>
              </p:nvPicPr>
              <p:blipFill>
                <a:blip r:embed="rId103"/>
                <a:stretch>
                  <a:fillRect/>
                </a:stretch>
              </p:blipFill>
              <p:spPr>
                <a:xfrm>
                  <a:off x="8639798" y="1208736"/>
                  <a:ext cx="80280" cy="4500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70" name="Ink 69">
                  <a:extLst>
                    <a:ext uri="{FF2B5EF4-FFF2-40B4-BE49-F238E27FC236}">
                      <a16:creationId xmlns:a16="http://schemas.microsoft.com/office/drawing/2014/main" id="{9FF16C71-93DC-67BE-1BF5-61C232B39006}"/>
                    </a:ext>
                  </a:extLst>
                </p14:cNvPr>
                <p14:cNvContentPartPr/>
                <p14:nvPr/>
              </p14:nvContentPartPr>
              <p14:xfrm>
                <a:off x="8684798" y="1131336"/>
                <a:ext cx="136440" cy="95760"/>
              </p14:xfrm>
            </p:contentPart>
          </mc:Choice>
          <mc:Fallback>
            <p:pic>
              <p:nvPicPr>
                <p:cNvPr id="70" name="Ink 69">
                  <a:extLst>
                    <a:ext uri="{FF2B5EF4-FFF2-40B4-BE49-F238E27FC236}">
                      <a16:creationId xmlns:a16="http://schemas.microsoft.com/office/drawing/2014/main" id="{9FF16C71-93DC-67BE-1BF5-61C232B39006}"/>
                    </a:ext>
                  </a:extLst>
                </p:cNvPr>
                <p:cNvPicPr/>
                <p:nvPr/>
              </p:nvPicPr>
              <p:blipFill>
                <a:blip r:embed="rId105"/>
                <a:stretch>
                  <a:fillRect/>
                </a:stretch>
              </p:blipFill>
              <p:spPr>
                <a:xfrm>
                  <a:off x="8680478" y="1127016"/>
                  <a:ext cx="14508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71" name="Ink 70">
                  <a:extLst>
                    <a:ext uri="{FF2B5EF4-FFF2-40B4-BE49-F238E27FC236}">
                      <a16:creationId xmlns:a16="http://schemas.microsoft.com/office/drawing/2014/main" id="{6ECB6465-E163-8E33-8DEF-0B84139596C5}"/>
                    </a:ext>
                  </a:extLst>
                </p14:cNvPr>
                <p14:cNvContentPartPr/>
                <p14:nvPr/>
              </p14:nvContentPartPr>
              <p14:xfrm>
                <a:off x="8004398" y="1714536"/>
                <a:ext cx="622440" cy="173160"/>
              </p14:xfrm>
            </p:contentPart>
          </mc:Choice>
          <mc:Fallback>
            <p:pic>
              <p:nvPicPr>
                <p:cNvPr id="71" name="Ink 70">
                  <a:extLst>
                    <a:ext uri="{FF2B5EF4-FFF2-40B4-BE49-F238E27FC236}">
                      <a16:creationId xmlns:a16="http://schemas.microsoft.com/office/drawing/2014/main" id="{6ECB6465-E163-8E33-8DEF-0B84139596C5}"/>
                    </a:ext>
                  </a:extLst>
                </p:cNvPr>
                <p:cNvPicPr/>
                <p:nvPr/>
              </p:nvPicPr>
              <p:blipFill>
                <a:blip r:embed="rId107"/>
                <a:stretch>
                  <a:fillRect/>
                </a:stretch>
              </p:blipFill>
              <p:spPr>
                <a:xfrm>
                  <a:off x="8000078" y="1710216"/>
                  <a:ext cx="63108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72" name="Ink 71">
                  <a:extLst>
                    <a:ext uri="{FF2B5EF4-FFF2-40B4-BE49-F238E27FC236}">
                      <a16:creationId xmlns:a16="http://schemas.microsoft.com/office/drawing/2014/main" id="{36DF9113-5845-33E6-266C-5BA0AB2392EF}"/>
                    </a:ext>
                  </a:extLst>
                </p14:cNvPr>
                <p14:cNvContentPartPr/>
                <p14:nvPr/>
              </p14:nvContentPartPr>
              <p14:xfrm>
                <a:off x="8097638" y="1889496"/>
                <a:ext cx="198720" cy="185040"/>
              </p14:xfrm>
            </p:contentPart>
          </mc:Choice>
          <mc:Fallback>
            <p:pic>
              <p:nvPicPr>
                <p:cNvPr id="72" name="Ink 71">
                  <a:extLst>
                    <a:ext uri="{FF2B5EF4-FFF2-40B4-BE49-F238E27FC236}">
                      <a16:creationId xmlns:a16="http://schemas.microsoft.com/office/drawing/2014/main" id="{36DF9113-5845-33E6-266C-5BA0AB2392EF}"/>
                    </a:ext>
                  </a:extLst>
                </p:cNvPr>
                <p:cNvPicPr/>
                <p:nvPr/>
              </p:nvPicPr>
              <p:blipFill>
                <a:blip r:embed="rId109"/>
                <a:stretch>
                  <a:fillRect/>
                </a:stretch>
              </p:blipFill>
              <p:spPr>
                <a:xfrm>
                  <a:off x="8093318" y="1885176"/>
                  <a:ext cx="20736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73" name="Ink 72">
                  <a:extLst>
                    <a:ext uri="{FF2B5EF4-FFF2-40B4-BE49-F238E27FC236}">
                      <a16:creationId xmlns:a16="http://schemas.microsoft.com/office/drawing/2014/main" id="{E5D3F0E0-FC52-D800-0689-C5A1B41C168D}"/>
                    </a:ext>
                  </a:extLst>
                </p14:cNvPr>
                <p14:cNvContentPartPr/>
                <p14:nvPr/>
              </p14:nvContentPartPr>
              <p14:xfrm>
                <a:off x="8291318" y="2019816"/>
                <a:ext cx="128160" cy="90360"/>
              </p14:xfrm>
            </p:contentPart>
          </mc:Choice>
          <mc:Fallback>
            <p:pic>
              <p:nvPicPr>
                <p:cNvPr id="73" name="Ink 72">
                  <a:extLst>
                    <a:ext uri="{FF2B5EF4-FFF2-40B4-BE49-F238E27FC236}">
                      <a16:creationId xmlns:a16="http://schemas.microsoft.com/office/drawing/2014/main" id="{E5D3F0E0-FC52-D800-0689-C5A1B41C168D}"/>
                    </a:ext>
                  </a:extLst>
                </p:cNvPr>
                <p:cNvPicPr/>
                <p:nvPr/>
              </p:nvPicPr>
              <p:blipFill>
                <a:blip r:embed="rId111"/>
                <a:stretch>
                  <a:fillRect/>
                </a:stretch>
              </p:blipFill>
              <p:spPr>
                <a:xfrm>
                  <a:off x="8286998" y="2015496"/>
                  <a:ext cx="136800" cy="990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74" name="Ink 73">
                  <a:extLst>
                    <a:ext uri="{FF2B5EF4-FFF2-40B4-BE49-F238E27FC236}">
                      <a16:creationId xmlns:a16="http://schemas.microsoft.com/office/drawing/2014/main" id="{2DE605B0-0E32-2C78-CA4C-E514F40C6D69}"/>
                    </a:ext>
                  </a:extLst>
                </p14:cNvPr>
                <p14:cNvContentPartPr/>
                <p14:nvPr/>
              </p14:nvContentPartPr>
              <p14:xfrm>
                <a:off x="8412998" y="1979856"/>
                <a:ext cx="97560" cy="94680"/>
              </p14:xfrm>
            </p:contentPart>
          </mc:Choice>
          <mc:Fallback>
            <p:pic>
              <p:nvPicPr>
                <p:cNvPr id="74" name="Ink 73">
                  <a:extLst>
                    <a:ext uri="{FF2B5EF4-FFF2-40B4-BE49-F238E27FC236}">
                      <a16:creationId xmlns:a16="http://schemas.microsoft.com/office/drawing/2014/main" id="{2DE605B0-0E32-2C78-CA4C-E514F40C6D69}"/>
                    </a:ext>
                  </a:extLst>
                </p:cNvPr>
                <p:cNvPicPr/>
                <p:nvPr/>
              </p:nvPicPr>
              <p:blipFill>
                <a:blip r:embed="rId113"/>
                <a:stretch>
                  <a:fillRect/>
                </a:stretch>
              </p:blipFill>
              <p:spPr>
                <a:xfrm>
                  <a:off x="8408678" y="1975536"/>
                  <a:ext cx="10620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6" name="Ink 75">
                  <a:extLst>
                    <a:ext uri="{FF2B5EF4-FFF2-40B4-BE49-F238E27FC236}">
                      <a16:creationId xmlns:a16="http://schemas.microsoft.com/office/drawing/2014/main" id="{15873A4C-A1D4-1799-8042-32678BFC2383}"/>
                    </a:ext>
                  </a:extLst>
                </p14:cNvPr>
                <p14:cNvContentPartPr/>
                <p14:nvPr/>
              </p14:nvContentPartPr>
              <p14:xfrm>
                <a:off x="7493198" y="2501856"/>
                <a:ext cx="106560" cy="24120"/>
              </p14:xfrm>
            </p:contentPart>
          </mc:Choice>
          <mc:Fallback>
            <p:pic>
              <p:nvPicPr>
                <p:cNvPr id="76" name="Ink 75">
                  <a:extLst>
                    <a:ext uri="{FF2B5EF4-FFF2-40B4-BE49-F238E27FC236}">
                      <a16:creationId xmlns:a16="http://schemas.microsoft.com/office/drawing/2014/main" id="{15873A4C-A1D4-1799-8042-32678BFC2383}"/>
                    </a:ext>
                  </a:extLst>
                </p:cNvPr>
                <p:cNvPicPr/>
                <p:nvPr/>
              </p:nvPicPr>
              <p:blipFill>
                <a:blip r:embed="rId115"/>
                <a:stretch>
                  <a:fillRect/>
                </a:stretch>
              </p:blipFill>
              <p:spPr>
                <a:xfrm>
                  <a:off x="7488878" y="2497536"/>
                  <a:ext cx="11520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7" name="Ink 76">
                  <a:extLst>
                    <a:ext uri="{FF2B5EF4-FFF2-40B4-BE49-F238E27FC236}">
                      <a16:creationId xmlns:a16="http://schemas.microsoft.com/office/drawing/2014/main" id="{D539CC2F-B166-D79B-01ED-790E50DC007D}"/>
                    </a:ext>
                  </a:extLst>
                </p14:cNvPr>
                <p14:cNvContentPartPr/>
                <p14:nvPr/>
              </p14:nvContentPartPr>
              <p14:xfrm>
                <a:off x="7522718" y="2559816"/>
                <a:ext cx="113040" cy="33120"/>
              </p14:xfrm>
            </p:contentPart>
          </mc:Choice>
          <mc:Fallback>
            <p:pic>
              <p:nvPicPr>
                <p:cNvPr id="77" name="Ink 76">
                  <a:extLst>
                    <a:ext uri="{FF2B5EF4-FFF2-40B4-BE49-F238E27FC236}">
                      <a16:creationId xmlns:a16="http://schemas.microsoft.com/office/drawing/2014/main" id="{D539CC2F-B166-D79B-01ED-790E50DC007D}"/>
                    </a:ext>
                  </a:extLst>
                </p:cNvPr>
                <p:cNvPicPr/>
                <p:nvPr/>
              </p:nvPicPr>
              <p:blipFill>
                <a:blip r:embed="rId117"/>
                <a:stretch>
                  <a:fillRect/>
                </a:stretch>
              </p:blipFill>
              <p:spPr>
                <a:xfrm>
                  <a:off x="7518398" y="2555496"/>
                  <a:ext cx="12168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9" name="Ink 78">
                  <a:extLst>
                    <a:ext uri="{FF2B5EF4-FFF2-40B4-BE49-F238E27FC236}">
                      <a16:creationId xmlns:a16="http://schemas.microsoft.com/office/drawing/2014/main" id="{F12E4684-3ACF-D461-8671-36A51E9726C8}"/>
                    </a:ext>
                  </a:extLst>
                </p14:cNvPr>
                <p14:cNvContentPartPr/>
                <p14:nvPr/>
              </p14:nvContentPartPr>
              <p14:xfrm>
                <a:off x="7852478" y="2299536"/>
                <a:ext cx="176760" cy="228600"/>
              </p14:xfrm>
            </p:contentPart>
          </mc:Choice>
          <mc:Fallback>
            <p:pic>
              <p:nvPicPr>
                <p:cNvPr id="79" name="Ink 78">
                  <a:extLst>
                    <a:ext uri="{FF2B5EF4-FFF2-40B4-BE49-F238E27FC236}">
                      <a16:creationId xmlns:a16="http://schemas.microsoft.com/office/drawing/2014/main" id="{F12E4684-3ACF-D461-8671-36A51E9726C8}"/>
                    </a:ext>
                  </a:extLst>
                </p:cNvPr>
                <p:cNvPicPr/>
                <p:nvPr/>
              </p:nvPicPr>
              <p:blipFill>
                <a:blip r:embed="rId119"/>
                <a:stretch>
                  <a:fillRect/>
                </a:stretch>
              </p:blipFill>
              <p:spPr>
                <a:xfrm>
                  <a:off x="7848158" y="2295216"/>
                  <a:ext cx="18540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80" name="Ink 79">
                  <a:extLst>
                    <a:ext uri="{FF2B5EF4-FFF2-40B4-BE49-F238E27FC236}">
                      <a16:creationId xmlns:a16="http://schemas.microsoft.com/office/drawing/2014/main" id="{C81DBD91-27AF-3A9A-C68C-20AA9D067B4C}"/>
                    </a:ext>
                  </a:extLst>
                </p14:cNvPr>
                <p14:cNvContentPartPr/>
                <p14:nvPr/>
              </p14:nvContentPartPr>
              <p14:xfrm>
                <a:off x="8094758" y="2479536"/>
                <a:ext cx="49680" cy="85680"/>
              </p14:xfrm>
            </p:contentPart>
          </mc:Choice>
          <mc:Fallback>
            <p:pic>
              <p:nvPicPr>
                <p:cNvPr id="80" name="Ink 79">
                  <a:extLst>
                    <a:ext uri="{FF2B5EF4-FFF2-40B4-BE49-F238E27FC236}">
                      <a16:creationId xmlns:a16="http://schemas.microsoft.com/office/drawing/2014/main" id="{C81DBD91-27AF-3A9A-C68C-20AA9D067B4C}"/>
                    </a:ext>
                  </a:extLst>
                </p:cNvPr>
                <p:cNvPicPr/>
                <p:nvPr/>
              </p:nvPicPr>
              <p:blipFill>
                <a:blip r:embed="rId121"/>
                <a:stretch>
                  <a:fillRect/>
                </a:stretch>
              </p:blipFill>
              <p:spPr>
                <a:xfrm>
                  <a:off x="8090438" y="2475216"/>
                  <a:ext cx="5832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81" name="Ink 80">
                  <a:extLst>
                    <a:ext uri="{FF2B5EF4-FFF2-40B4-BE49-F238E27FC236}">
                      <a16:creationId xmlns:a16="http://schemas.microsoft.com/office/drawing/2014/main" id="{FE29E082-7D4E-60D9-931A-BA77F9F36215}"/>
                    </a:ext>
                  </a:extLst>
                </p14:cNvPr>
                <p14:cNvContentPartPr/>
                <p14:nvPr/>
              </p14:nvContentPartPr>
              <p14:xfrm>
                <a:off x="8080718" y="2397816"/>
                <a:ext cx="18720" cy="33480"/>
              </p14:xfrm>
            </p:contentPart>
          </mc:Choice>
          <mc:Fallback>
            <p:pic>
              <p:nvPicPr>
                <p:cNvPr id="81" name="Ink 80">
                  <a:extLst>
                    <a:ext uri="{FF2B5EF4-FFF2-40B4-BE49-F238E27FC236}">
                      <a16:creationId xmlns:a16="http://schemas.microsoft.com/office/drawing/2014/main" id="{FE29E082-7D4E-60D9-931A-BA77F9F36215}"/>
                    </a:ext>
                  </a:extLst>
                </p:cNvPr>
                <p:cNvPicPr/>
                <p:nvPr/>
              </p:nvPicPr>
              <p:blipFill>
                <a:blip r:embed="rId123"/>
                <a:stretch>
                  <a:fillRect/>
                </a:stretch>
              </p:blipFill>
              <p:spPr>
                <a:xfrm>
                  <a:off x="8076398" y="2393496"/>
                  <a:ext cx="2736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83" name="Ink 82">
                  <a:extLst>
                    <a:ext uri="{FF2B5EF4-FFF2-40B4-BE49-F238E27FC236}">
                      <a16:creationId xmlns:a16="http://schemas.microsoft.com/office/drawing/2014/main" id="{920E2293-65DA-105C-CA95-FA167179FE84}"/>
                    </a:ext>
                  </a:extLst>
                </p14:cNvPr>
                <p14:cNvContentPartPr/>
                <p14:nvPr/>
              </p14:nvContentPartPr>
              <p14:xfrm>
                <a:off x="7860398" y="2187576"/>
                <a:ext cx="136080" cy="74160"/>
              </p14:xfrm>
            </p:contentPart>
          </mc:Choice>
          <mc:Fallback>
            <p:pic>
              <p:nvPicPr>
                <p:cNvPr id="83" name="Ink 82">
                  <a:extLst>
                    <a:ext uri="{FF2B5EF4-FFF2-40B4-BE49-F238E27FC236}">
                      <a16:creationId xmlns:a16="http://schemas.microsoft.com/office/drawing/2014/main" id="{920E2293-65DA-105C-CA95-FA167179FE84}"/>
                    </a:ext>
                  </a:extLst>
                </p:cNvPr>
                <p:cNvPicPr/>
                <p:nvPr/>
              </p:nvPicPr>
              <p:blipFill>
                <a:blip r:embed="rId125"/>
                <a:stretch>
                  <a:fillRect/>
                </a:stretch>
              </p:blipFill>
              <p:spPr>
                <a:xfrm>
                  <a:off x="7856078" y="2183256"/>
                  <a:ext cx="144720" cy="828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85" name="Ink 84">
                  <a:extLst>
                    <a:ext uri="{FF2B5EF4-FFF2-40B4-BE49-F238E27FC236}">
                      <a16:creationId xmlns:a16="http://schemas.microsoft.com/office/drawing/2014/main" id="{C10434EF-66DD-6A14-F8CD-CB90A5ED716A}"/>
                    </a:ext>
                  </a:extLst>
                </p14:cNvPr>
                <p14:cNvContentPartPr/>
                <p14:nvPr/>
              </p14:nvContentPartPr>
              <p14:xfrm>
                <a:off x="7920518" y="2653776"/>
                <a:ext cx="168480" cy="59040"/>
              </p14:xfrm>
            </p:contentPart>
          </mc:Choice>
          <mc:Fallback>
            <p:pic>
              <p:nvPicPr>
                <p:cNvPr id="85" name="Ink 84">
                  <a:extLst>
                    <a:ext uri="{FF2B5EF4-FFF2-40B4-BE49-F238E27FC236}">
                      <a16:creationId xmlns:a16="http://schemas.microsoft.com/office/drawing/2014/main" id="{C10434EF-66DD-6A14-F8CD-CB90A5ED716A}"/>
                    </a:ext>
                  </a:extLst>
                </p:cNvPr>
                <p:cNvPicPr/>
                <p:nvPr/>
              </p:nvPicPr>
              <p:blipFill>
                <a:blip r:embed="rId127"/>
                <a:stretch>
                  <a:fillRect/>
                </a:stretch>
              </p:blipFill>
              <p:spPr>
                <a:xfrm>
                  <a:off x="7916198" y="2649456"/>
                  <a:ext cx="17712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86" name="Ink 85">
                  <a:extLst>
                    <a:ext uri="{FF2B5EF4-FFF2-40B4-BE49-F238E27FC236}">
                      <a16:creationId xmlns:a16="http://schemas.microsoft.com/office/drawing/2014/main" id="{447B5836-5367-5803-D061-D60ECBF75747}"/>
                    </a:ext>
                  </a:extLst>
                </p14:cNvPr>
                <p14:cNvContentPartPr/>
                <p14:nvPr/>
              </p14:nvContentPartPr>
              <p14:xfrm>
                <a:off x="7960118" y="2672136"/>
                <a:ext cx="185040" cy="46080"/>
              </p14:xfrm>
            </p:contentPart>
          </mc:Choice>
          <mc:Fallback>
            <p:pic>
              <p:nvPicPr>
                <p:cNvPr id="86" name="Ink 85">
                  <a:extLst>
                    <a:ext uri="{FF2B5EF4-FFF2-40B4-BE49-F238E27FC236}">
                      <a16:creationId xmlns:a16="http://schemas.microsoft.com/office/drawing/2014/main" id="{447B5836-5367-5803-D061-D60ECBF75747}"/>
                    </a:ext>
                  </a:extLst>
                </p:cNvPr>
                <p:cNvPicPr/>
                <p:nvPr/>
              </p:nvPicPr>
              <p:blipFill>
                <a:blip r:embed="rId129"/>
                <a:stretch>
                  <a:fillRect/>
                </a:stretch>
              </p:blipFill>
              <p:spPr>
                <a:xfrm>
                  <a:off x="7955798" y="2667816"/>
                  <a:ext cx="193680" cy="5472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7" name="Ink 86">
                  <a:extLst>
                    <a:ext uri="{FF2B5EF4-FFF2-40B4-BE49-F238E27FC236}">
                      <a16:creationId xmlns:a16="http://schemas.microsoft.com/office/drawing/2014/main" id="{67B8267C-D5AB-4443-8C50-832F8A46B344}"/>
                    </a:ext>
                  </a:extLst>
                </p14:cNvPr>
                <p14:cNvContentPartPr/>
                <p14:nvPr/>
              </p14:nvContentPartPr>
              <p14:xfrm>
                <a:off x="8023118" y="2689776"/>
                <a:ext cx="114120" cy="48240"/>
              </p14:xfrm>
            </p:contentPart>
          </mc:Choice>
          <mc:Fallback>
            <p:pic>
              <p:nvPicPr>
                <p:cNvPr id="87" name="Ink 86">
                  <a:extLst>
                    <a:ext uri="{FF2B5EF4-FFF2-40B4-BE49-F238E27FC236}">
                      <a16:creationId xmlns:a16="http://schemas.microsoft.com/office/drawing/2014/main" id="{67B8267C-D5AB-4443-8C50-832F8A46B344}"/>
                    </a:ext>
                  </a:extLst>
                </p:cNvPr>
                <p:cNvPicPr/>
                <p:nvPr/>
              </p:nvPicPr>
              <p:blipFill>
                <a:blip r:embed="rId131"/>
                <a:stretch>
                  <a:fillRect/>
                </a:stretch>
              </p:blipFill>
              <p:spPr>
                <a:xfrm>
                  <a:off x="8018798" y="2685456"/>
                  <a:ext cx="12276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9" name="Ink 88">
                  <a:extLst>
                    <a:ext uri="{FF2B5EF4-FFF2-40B4-BE49-F238E27FC236}">
                      <a16:creationId xmlns:a16="http://schemas.microsoft.com/office/drawing/2014/main" id="{27BC26A8-8C87-1359-D15D-C001CC942D58}"/>
                    </a:ext>
                  </a:extLst>
                </p14:cNvPr>
                <p14:cNvContentPartPr/>
                <p14:nvPr/>
              </p14:nvContentPartPr>
              <p14:xfrm>
                <a:off x="8386358" y="2171016"/>
                <a:ext cx="18000" cy="12600"/>
              </p14:xfrm>
            </p:contentPart>
          </mc:Choice>
          <mc:Fallback>
            <p:pic>
              <p:nvPicPr>
                <p:cNvPr id="89" name="Ink 88">
                  <a:extLst>
                    <a:ext uri="{FF2B5EF4-FFF2-40B4-BE49-F238E27FC236}">
                      <a16:creationId xmlns:a16="http://schemas.microsoft.com/office/drawing/2014/main" id="{27BC26A8-8C87-1359-D15D-C001CC942D58}"/>
                    </a:ext>
                  </a:extLst>
                </p:cNvPr>
                <p:cNvPicPr/>
                <p:nvPr/>
              </p:nvPicPr>
              <p:blipFill>
                <a:blip r:embed="rId133"/>
                <a:stretch>
                  <a:fillRect/>
                </a:stretch>
              </p:blipFill>
              <p:spPr>
                <a:xfrm>
                  <a:off x="8382038" y="2166696"/>
                  <a:ext cx="26640" cy="2124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90" name="Ink 89">
                  <a:extLst>
                    <a:ext uri="{FF2B5EF4-FFF2-40B4-BE49-F238E27FC236}">
                      <a16:creationId xmlns:a16="http://schemas.microsoft.com/office/drawing/2014/main" id="{70CE6316-5D8C-061A-5BB4-5E65F8F006D6}"/>
                    </a:ext>
                  </a:extLst>
                </p14:cNvPr>
                <p14:cNvContentPartPr/>
                <p14:nvPr/>
              </p14:nvContentPartPr>
              <p14:xfrm>
                <a:off x="7635038" y="2050056"/>
                <a:ext cx="575280" cy="740880"/>
              </p14:xfrm>
            </p:contentPart>
          </mc:Choice>
          <mc:Fallback>
            <p:pic>
              <p:nvPicPr>
                <p:cNvPr id="90" name="Ink 89">
                  <a:extLst>
                    <a:ext uri="{FF2B5EF4-FFF2-40B4-BE49-F238E27FC236}">
                      <a16:creationId xmlns:a16="http://schemas.microsoft.com/office/drawing/2014/main" id="{70CE6316-5D8C-061A-5BB4-5E65F8F006D6}"/>
                    </a:ext>
                  </a:extLst>
                </p:cNvPr>
                <p:cNvPicPr/>
                <p:nvPr/>
              </p:nvPicPr>
              <p:blipFill>
                <a:blip r:embed="rId135"/>
                <a:stretch>
                  <a:fillRect/>
                </a:stretch>
              </p:blipFill>
              <p:spPr>
                <a:xfrm>
                  <a:off x="7630718" y="2045736"/>
                  <a:ext cx="583920" cy="7495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24" name="Ink 123">
                  <a:extLst>
                    <a:ext uri="{FF2B5EF4-FFF2-40B4-BE49-F238E27FC236}">
                      <a16:creationId xmlns:a16="http://schemas.microsoft.com/office/drawing/2014/main" id="{A1317DF4-FFEE-1EFA-892D-DDB7297DD06D}"/>
                    </a:ext>
                  </a:extLst>
                </p14:cNvPr>
                <p14:cNvContentPartPr/>
                <p14:nvPr/>
              </p14:nvContentPartPr>
              <p14:xfrm>
                <a:off x="7252358" y="1298736"/>
                <a:ext cx="118440" cy="248400"/>
              </p14:xfrm>
            </p:contentPart>
          </mc:Choice>
          <mc:Fallback>
            <p:pic>
              <p:nvPicPr>
                <p:cNvPr id="124" name="Ink 123">
                  <a:extLst>
                    <a:ext uri="{FF2B5EF4-FFF2-40B4-BE49-F238E27FC236}">
                      <a16:creationId xmlns:a16="http://schemas.microsoft.com/office/drawing/2014/main" id="{A1317DF4-FFEE-1EFA-892D-DDB7297DD06D}"/>
                    </a:ext>
                  </a:extLst>
                </p:cNvPr>
                <p:cNvPicPr/>
                <p:nvPr/>
              </p:nvPicPr>
              <p:blipFill>
                <a:blip r:embed="rId137"/>
                <a:stretch>
                  <a:fillRect/>
                </a:stretch>
              </p:blipFill>
              <p:spPr>
                <a:xfrm>
                  <a:off x="7248038" y="1294416"/>
                  <a:ext cx="127080" cy="2570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25" name="Ink 124">
                  <a:extLst>
                    <a:ext uri="{FF2B5EF4-FFF2-40B4-BE49-F238E27FC236}">
                      <a16:creationId xmlns:a16="http://schemas.microsoft.com/office/drawing/2014/main" id="{D3462E6D-81ED-1D1A-46A6-19655D398CBB}"/>
                    </a:ext>
                  </a:extLst>
                </p14:cNvPr>
                <p14:cNvContentPartPr/>
                <p14:nvPr/>
              </p14:nvContentPartPr>
              <p14:xfrm>
                <a:off x="7363958" y="1487376"/>
                <a:ext cx="22320" cy="103320"/>
              </p14:xfrm>
            </p:contentPart>
          </mc:Choice>
          <mc:Fallback>
            <p:pic>
              <p:nvPicPr>
                <p:cNvPr id="125" name="Ink 124">
                  <a:extLst>
                    <a:ext uri="{FF2B5EF4-FFF2-40B4-BE49-F238E27FC236}">
                      <a16:creationId xmlns:a16="http://schemas.microsoft.com/office/drawing/2014/main" id="{D3462E6D-81ED-1D1A-46A6-19655D398CBB}"/>
                    </a:ext>
                  </a:extLst>
                </p:cNvPr>
                <p:cNvPicPr/>
                <p:nvPr/>
              </p:nvPicPr>
              <p:blipFill>
                <a:blip r:embed="rId139"/>
                <a:stretch>
                  <a:fillRect/>
                </a:stretch>
              </p:blipFill>
              <p:spPr>
                <a:xfrm>
                  <a:off x="7359638" y="1483056"/>
                  <a:ext cx="30960" cy="11196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27" name="Ink 126">
                  <a:extLst>
                    <a:ext uri="{FF2B5EF4-FFF2-40B4-BE49-F238E27FC236}">
                      <a16:creationId xmlns:a16="http://schemas.microsoft.com/office/drawing/2014/main" id="{42E2A00A-6CD5-7CAB-FD39-7E45E331FD0E}"/>
                    </a:ext>
                  </a:extLst>
                </p14:cNvPr>
                <p14:cNvContentPartPr/>
                <p14:nvPr/>
              </p14:nvContentPartPr>
              <p14:xfrm>
                <a:off x="7569878" y="1744416"/>
                <a:ext cx="75240" cy="16920"/>
              </p14:xfrm>
            </p:contentPart>
          </mc:Choice>
          <mc:Fallback>
            <p:pic>
              <p:nvPicPr>
                <p:cNvPr id="127" name="Ink 126">
                  <a:extLst>
                    <a:ext uri="{FF2B5EF4-FFF2-40B4-BE49-F238E27FC236}">
                      <a16:creationId xmlns:a16="http://schemas.microsoft.com/office/drawing/2014/main" id="{42E2A00A-6CD5-7CAB-FD39-7E45E331FD0E}"/>
                    </a:ext>
                  </a:extLst>
                </p:cNvPr>
                <p:cNvPicPr/>
                <p:nvPr/>
              </p:nvPicPr>
              <p:blipFill>
                <a:blip r:embed="rId141"/>
                <a:stretch>
                  <a:fillRect/>
                </a:stretch>
              </p:blipFill>
              <p:spPr>
                <a:xfrm>
                  <a:off x="7565558" y="1740096"/>
                  <a:ext cx="8388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7" name="Ink 6">
                  <a:extLst>
                    <a:ext uri="{FF2B5EF4-FFF2-40B4-BE49-F238E27FC236}">
                      <a16:creationId xmlns:a16="http://schemas.microsoft.com/office/drawing/2014/main" id="{5EB74375-6248-FF5E-A6EB-52CCB3800BFF}"/>
                    </a:ext>
                  </a:extLst>
                </p14:cNvPr>
                <p14:cNvContentPartPr/>
                <p14:nvPr/>
              </p14:nvContentPartPr>
              <p14:xfrm>
                <a:off x="1136318" y="1397376"/>
                <a:ext cx="50400" cy="168480"/>
              </p14:xfrm>
            </p:contentPart>
          </mc:Choice>
          <mc:Fallback>
            <p:pic>
              <p:nvPicPr>
                <p:cNvPr id="7" name="Ink 6">
                  <a:extLst>
                    <a:ext uri="{FF2B5EF4-FFF2-40B4-BE49-F238E27FC236}">
                      <a16:creationId xmlns:a16="http://schemas.microsoft.com/office/drawing/2014/main" id="{5EB74375-6248-FF5E-A6EB-52CCB3800BFF}"/>
                    </a:ext>
                  </a:extLst>
                </p:cNvPr>
                <p:cNvPicPr/>
                <p:nvPr/>
              </p:nvPicPr>
              <p:blipFill>
                <a:blip r:embed="rId143"/>
                <a:stretch>
                  <a:fillRect/>
                </a:stretch>
              </p:blipFill>
              <p:spPr>
                <a:xfrm>
                  <a:off x="1131998" y="1393056"/>
                  <a:ext cx="59040" cy="1771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1" name="Ink 10">
                  <a:extLst>
                    <a:ext uri="{FF2B5EF4-FFF2-40B4-BE49-F238E27FC236}">
                      <a16:creationId xmlns:a16="http://schemas.microsoft.com/office/drawing/2014/main" id="{F1D69BD9-2005-1BB9-F906-26C8A7B7919C}"/>
                    </a:ext>
                  </a:extLst>
                </p14:cNvPr>
                <p14:cNvContentPartPr/>
                <p14:nvPr/>
              </p14:nvContentPartPr>
              <p14:xfrm>
                <a:off x="972518" y="1494576"/>
                <a:ext cx="239400" cy="382680"/>
              </p14:xfrm>
            </p:contentPart>
          </mc:Choice>
          <mc:Fallback>
            <p:pic>
              <p:nvPicPr>
                <p:cNvPr id="11" name="Ink 10">
                  <a:extLst>
                    <a:ext uri="{FF2B5EF4-FFF2-40B4-BE49-F238E27FC236}">
                      <a16:creationId xmlns:a16="http://schemas.microsoft.com/office/drawing/2014/main" id="{F1D69BD9-2005-1BB9-F906-26C8A7B7919C}"/>
                    </a:ext>
                  </a:extLst>
                </p:cNvPr>
                <p:cNvPicPr/>
                <p:nvPr/>
              </p:nvPicPr>
              <p:blipFill>
                <a:blip r:embed="rId145"/>
                <a:stretch>
                  <a:fillRect/>
                </a:stretch>
              </p:blipFill>
              <p:spPr>
                <a:xfrm>
                  <a:off x="968198" y="1490256"/>
                  <a:ext cx="248040" cy="39132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2" name="Ink 11">
                  <a:extLst>
                    <a:ext uri="{FF2B5EF4-FFF2-40B4-BE49-F238E27FC236}">
                      <a16:creationId xmlns:a16="http://schemas.microsoft.com/office/drawing/2014/main" id="{8C7F5486-D21C-CEEF-F2F2-66F2E17E0D85}"/>
                    </a:ext>
                  </a:extLst>
                </p14:cNvPr>
                <p14:cNvContentPartPr/>
                <p14:nvPr/>
              </p14:nvContentPartPr>
              <p14:xfrm>
                <a:off x="1295798" y="1571616"/>
                <a:ext cx="95760" cy="27000"/>
              </p14:xfrm>
            </p:contentPart>
          </mc:Choice>
          <mc:Fallback>
            <p:pic>
              <p:nvPicPr>
                <p:cNvPr id="12" name="Ink 11">
                  <a:extLst>
                    <a:ext uri="{FF2B5EF4-FFF2-40B4-BE49-F238E27FC236}">
                      <a16:creationId xmlns:a16="http://schemas.microsoft.com/office/drawing/2014/main" id="{8C7F5486-D21C-CEEF-F2F2-66F2E17E0D85}"/>
                    </a:ext>
                  </a:extLst>
                </p:cNvPr>
                <p:cNvPicPr/>
                <p:nvPr/>
              </p:nvPicPr>
              <p:blipFill>
                <a:blip r:embed="rId147"/>
                <a:stretch>
                  <a:fillRect/>
                </a:stretch>
              </p:blipFill>
              <p:spPr>
                <a:xfrm>
                  <a:off x="1291478" y="1567296"/>
                  <a:ext cx="104400" cy="356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3" name="Ink 12">
                  <a:extLst>
                    <a:ext uri="{FF2B5EF4-FFF2-40B4-BE49-F238E27FC236}">
                      <a16:creationId xmlns:a16="http://schemas.microsoft.com/office/drawing/2014/main" id="{3D58B613-39EE-3724-62EE-8A4694531B75}"/>
                    </a:ext>
                  </a:extLst>
                </p14:cNvPr>
                <p14:cNvContentPartPr/>
                <p14:nvPr/>
              </p14:nvContentPartPr>
              <p14:xfrm>
                <a:off x="1335398" y="1648656"/>
                <a:ext cx="73800" cy="12960"/>
              </p14:xfrm>
            </p:contentPart>
          </mc:Choice>
          <mc:Fallback>
            <p:pic>
              <p:nvPicPr>
                <p:cNvPr id="13" name="Ink 12">
                  <a:extLst>
                    <a:ext uri="{FF2B5EF4-FFF2-40B4-BE49-F238E27FC236}">
                      <a16:creationId xmlns:a16="http://schemas.microsoft.com/office/drawing/2014/main" id="{3D58B613-39EE-3724-62EE-8A4694531B75}"/>
                    </a:ext>
                  </a:extLst>
                </p:cNvPr>
                <p:cNvPicPr/>
                <p:nvPr/>
              </p:nvPicPr>
              <p:blipFill>
                <a:blip r:embed="rId149"/>
                <a:stretch>
                  <a:fillRect/>
                </a:stretch>
              </p:blipFill>
              <p:spPr>
                <a:xfrm>
                  <a:off x="1331078" y="1644336"/>
                  <a:ext cx="8244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5" name="Ink 14">
                  <a:extLst>
                    <a:ext uri="{FF2B5EF4-FFF2-40B4-BE49-F238E27FC236}">
                      <a16:creationId xmlns:a16="http://schemas.microsoft.com/office/drawing/2014/main" id="{7F1379C4-9E28-005A-2C18-FE1D9F283355}"/>
                    </a:ext>
                  </a:extLst>
                </p14:cNvPr>
                <p14:cNvContentPartPr/>
                <p14:nvPr/>
              </p14:nvContentPartPr>
              <p14:xfrm>
                <a:off x="1549598" y="1477296"/>
                <a:ext cx="265320" cy="569880"/>
              </p14:xfrm>
            </p:contentPart>
          </mc:Choice>
          <mc:Fallback>
            <p:pic>
              <p:nvPicPr>
                <p:cNvPr id="15" name="Ink 14">
                  <a:extLst>
                    <a:ext uri="{FF2B5EF4-FFF2-40B4-BE49-F238E27FC236}">
                      <a16:creationId xmlns:a16="http://schemas.microsoft.com/office/drawing/2014/main" id="{7F1379C4-9E28-005A-2C18-FE1D9F283355}"/>
                    </a:ext>
                  </a:extLst>
                </p:cNvPr>
                <p:cNvPicPr/>
                <p:nvPr/>
              </p:nvPicPr>
              <p:blipFill>
                <a:blip r:embed="rId151"/>
                <a:stretch>
                  <a:fillRect/>
                </a:stretch>
              </p:blipFill>
              <p:spPr>
                <a:xfrm>
                  <a:off x="1545278" y="1472976"/>
                  <a:ext cx="273960" cy="57852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6" name="Ink 15">
                  <a:extLst>
                    <a:ext uri="{FF2B5EF4-FFF2-40B4-BE49-F238E27FC236}">
                      <a16:creationId xmlns:a16="http://schemas.microsoft.com/office/drawing/2014/main" id="{29117F7E-CABC-4BCC-C142-AB6EF6A81B3A}"/>
                    </a:ext>
                  </a:extLst>
                </p14:cNvPr>
                <p14:cNvContentPartPr/>
                <p14:nvPr/>
              </p14:nvContentPartPr>
              <p14:xfrm>
                <a:off x="1476518" y="1415016"/>
                <a:ext cx="14040" cy="134280"/>
              </p14:xfrm>
            </p:contentPart>
          </mc:Choice>
          <mc:Fallback>
            <p:pic>
              <p:nvPicPr>
                <p:cNvPr id="16" name="Ink 15">
                  <a:extLst>
                    <a:ext uri="{FF2B5EF4-FFF2-40B4-BE49-F238E27FC236}">
                      <a16:creationId xmlns:a16="http://schemas.microsoft.com/office/drawing/2014/main" id="{29117F7E-CABC-4BCC-C142-AB6EF6A81B3A}"/>
                    </a:ext>
                  </a:extLst>
                </p:cNvPr>
                <p:cNvPicPr/>
                <p:nvPr/>
              </p:nvPicPr>
              <p:blipFill>
                <a:blip r:embed="rId153"/>
                <a:stretch>
                  <a:fillRect/>
                </a:stretch>
              </p:blipFill>
              <p:spPr>
                <a:xfrm>
                  <a:off x="1472198" y="1410696"/>
                  <a:ext cx="2268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7" name="Ink 16">
                  <a:extLst>
                    <a:ext uri="{FF2B5EF4-FFF2-40B4-BE49-F238E27FC236}">
                      <a16:creationId xmlns:a16="http://schemas.microsoft.com/office/drawing/2014/main" id="{AE6F97D0-B9B7-D2DD-9DD6-7B848F2F4408}"/>
                    </a:ext>
                  </a:extLst>
                </p14:cNvPr>
                <p14:cNvContentPartPr/>
                <p14:nvPr/>
              </p14:nvContentPartPr>
              <p14:xfrm>
                <a:off x="1605038" y="1278576"/>
                <a:ext cx="175320" cy="148320"/>
              </p14:xfrm>
            </p:contentPart>
          </mc:Choice>
          <mc:Fallback>
            <p:pic>
              <p:nvPicPr>
                <p:cNvPr id="17" name="Ink 16">
                  <a:extLst>
                    <a:ext uri="{FF2B5EF4-FFF2-40B4-BE49-F238E27FC236}">
                      <a16:creationId xmlns:a16="http://schemas.microsoft.com/office/drawing/2014/main" id="{AE6F97D0-B9B7-D2DD-9DD6-7B848F2F4408}"/>
                    </a:ext>
                  </a:extLst>
                </p:cNvPr>
                <p:cNvPicPr/>
                <p:nvPr/>
              </p:nvPicPr>
              <p:blipFill>
                <a:blip r:embed="rId155"/>
                <a:stretch>
                  <a:fillRect/>
                </a:stretch>
              </p:blipFill>
              <p:spPr>
                <a:xfrm>
                  <a:off x="1600718" y="1274256"/>
                  <a:ext cx="18396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8" name="Ink 17">
                  <a:extLst>
                    <a:ext uri="{FF2B5EF4-FFF2-40B4-BE49-F238E27FC236}">
                      <a16:creationId xmlns:a16="http://schemas.microsoft.com/office/drawing/2014/main" id="{F5729B15-6ADB-3BB2-E668-B863DE988712}"/>
                    </a:ext>
                  </a:extLst>
                </p14:cNvPr>
                <p14:cNvContentPartPr/>
                <p14:nvPr/>
              </p14:nvContentPartPr>
              <p14:xfrm>
                <a:off x="1689278" y="1433016"/>
                <a:ext cx="70560" cy="55800"/>
              </p14:xfrm>
            </p:contentPart>
          </mc:Choice>
          <mc:Fallback>
            <p:pic>
              <p:nvPicPr>
                <p:cNvPr id="18" name="Ink 17">
                  <a:extLst>
                    <a:ext uri="{FF2B5EF4-FFF2-40B4-BE49-F238E27FC236}">
                      <a16:creationId xmlns:a16="http://schemas.microsoft.com/office/drawing/2014/main" id="{F5729B15-6ADB-3BB2-E668-B863DE988712}"/>
                    </a:ext>
                  </a:extLst>
                </p:cNvPr>
                <p:cNvPicPr/>
                <p:nvPr/>
              </p:nvPicPr>
              <p:blipFill>
                <a:blip r:embed="rId157"/>
                <a:stretch>
                  <a:fillRect/>
                </a:stretch>
              </p:blipFill>
              <p:spPr>
                <a:xfrm>
                  <a:off x="1684958" y="1428696"/>
                  <a:ext cx="7920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9" name="Ink 18">
                  <a:extLst>
                    <a:ext uri="{FF2B5EF4-FFF2-40B4-BE49-F238E27FC236}">
                      <a16:creationId xmlns:a16="http://schemas.microsoft.com/office/drawing/2014/main" id="{79880BD7-AAE7-6DA5-13D2-95910B2AA5EE}"/>
                    </a:ext>
                  </a:extLst>
                </p14:cNvPr>
                <p14:cNvContentPartPr/>
                <p14:nvPr/>
              </p14:nvContentPartPr>
              <p14:xfrm>
                <a:off x="1769198" y="1410696"/>
                <a:ext cx="46080" cy="60480"/>
              </p14:xfrm>
            </p:contentPart>
          </mc:Choice>
          <mc:Fallback>
            <p:pic>
              <p:nvPicPr>
                <p:cNvPr id="19" name="Ink 18">
                  <a:extLst>
                    <a:ext uri="{FF2B5EF4-FFF2-40B4-BE49-F238E27FC236}">
                      <a16:creationId xmlns:a16="http://schemas.microsoft.com/office/drawing/2014/main" id="{79880BD7-AAE7-6DA5-13D2-95910B2AA5EE}"/>
                    </a:ext>
                  </a:extLst>
                </p:cNvPr>
                <p:cNvPicPr/>
                <p:nvPr/>
              </p:nvPicPr>
              <p:blipFill>
                <a:blip r:embed="rId159"/>
                <a:stretch>
                  <a:fillRect/>
                </a:stretch>
              </p:blipFill>
              <p:spPr>
                <a:xfrm>
                  <a:off x="1764878" y="1406376"/>
                  <a:ext cx="5472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26" name="Ink 25">
                  <a:extLst>
                    <a:ext uri="{FF2B5EF4-FFF2-40B4-BE49-F238E27FC236}">
                      <a16:creationId xmlns:a16="http://schemas.microsoft.com/office/drawing/2014/main" id="{EB4558B4-5AB9-D002-DD66-A770375D882D}"/>
                    </a:ext>
                  </a:extLst>
                </p14:cNvPr>
                <p14:cNvContentPartPr/>
                <p14:nvPr/>
              </p14:nvContentPartPr>
              <p14:xfrm>
                <a:off x="1457078" y="1281456"/>
                <a:ext cx="107280" cy="256320"/>
              </p14:xfrm>
            </p:contentPart>
          </mc:Choice>
          <mc:Fallback>
            <p:pic>
              <p:nvPicPr>
                <p:cNvPr id="26" name="Ink 25">
                  <a:extLst>
                    <a:ext uri="{FF2B5EF4-FFF2-40B4-BE49-F238E27FC236}">
                      <a16:creationId xmlns:a16="http://schemas.microsoft.com/office/drawing/2014/main" id="{EB4558B4-5AB9-D002-DD66-A770375D882D}"/>
                    </a:ext>
                  </a:extLst>
                </p:cNvPr>
                <p:cNvPicPr/>
                <p:nvPr/>
              </p:nvPicPr>
              <p:blipFill>
                <a:blip r:embed="rId161"/>
                <a:stretch>
                  <a:fillRect/>
                </a:stretch>
              </p:blipFill>
              <p:spPr>
                <a:xfrm>
                  <a:off x="1452758" y="1277136"/>
                  <a:ext cx="11592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27" name="Ink 26">
                  <a:extLst>
                    <a:ext uri="{FF2B5EF4-FFF2-40B4-BE49-F238E27FC236}">
                      <a16:creationId xmlns:a16="http://schemas.microsoft.com/office/drawing/2014/main" id="{211F0151-47D6-ED74-6916-6ECC2F3B96C4}"/>
                    </a:ext>
                  </a:extLst>
                </p14:cNvPr>
                <p14:cNvContentPartPr/>
                <p14:nvPr/>
              </p14:nvContentPartPr>
              <p14:xfrm>
                <a:off x="1612958" y="1179216"/>
                <a:ext cx="37800" cy="18360"/>
              </p14:xfrm>
            </p:contentPart>
          </mc:Choice>
          <mc:Fallback>
            <p:pic>
              <p:nvPicPr>
                <p:cNvPr id="27" name="Ink 26">
                  <a:extLst>
                    <a:ext uri="{FF2B5EF4-FFF2-40B4-BE49-F238E27FC236}">
                      <a16:creationId xmlns:a16="http://schemas.microsoft.com/office/drawing/2014/main" id="{211F0151-47D6-ED74-6916-6ECC2F3B96C4}"/>
                    </a:ext>
                  </a:extLst>
                </p:cNvPr>
                <p:cNvPicPr/>
                <p:nvPr/>
              </p:nvPicPr>
              <p:blipFill>
                <a:blip r:embed="rId163"/>
                <a:stretch>
                  <a:fillRect/>
                </a:stretch>
              </p:blipFill>
              <p:spPr>
                <a:xfrm>
                  <a:off x="1608638" y="1174896"/>
                  <a:ext cx="46440" cy="2700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22" name="Ink 21">
                  <a:extLst>
                    <a:ext uri="{FF2B5EF4-FFF2-40B4-BE49-F238E27FC236}">
                      <a16:creationId xmlns:a16="http://schemas.microsoft.com/office/drawing/2014/main" id="{155225CB-D1C7-6A4A-07C0-3717809E3977}"/>
                    </a:ext>
                  </a:extLst>
                </p14:cNvPr>
                <p14:cNvContentPartPr/>
                <p14:nvPr/>
              </p14:nvContentPartPr>
              <p14:xfrm>
                <a:off x="2331878" y="1468656"/>
                <a:ext cx="178200" cy="155520"/>
              </p14:xfrm>
            </p:contentPart>
          </mc:Choice>
          <mc:Fallback>
            <p:pic>
              <p:nvPicPr>
                <p:cNvPr id="22" name="Ink 21">
                  <a:extLst>
                    <a:ext uri="{FF2B5EF4-FFF2-40B4-BE49-F238E27FC236}">
                      <a16:creationId xmlns:a16="http://schemas.microsoft.com/office/drawing/2014/main" id="{155225CB-D1C7-6A4A-07C0-3717809E3977}"/>
                    </a:ext>
                  </a:extLst>
                </p:cNvPr>
                <p:cNvPicPr/>
                <p:nvPr/>
              </p:nvPicPr>
              <p:blipFill>
                <a:blip r:embed="rId165"/>
                <a:stretch>
                  <a:fillRect/>
                </a:stretch>
              </p:blipFill>
              <p:spPr>
                <a:xfrm>
                  <a:off x="2327558" y="1464336"/>
                  <a:ext cx="18684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23" name="Ink 22">
                  <a:extLst>
                    <a:ext uri="{FF2B5EF4-FFF2-40B4-BE49-F238E27FC236}">
                      <a16:creationId xmlns:a16="http://schemas.microsoft.com/office/drawing/2014/main" id="{8E9BCE67-8DDF-EEB6-4D4B-5D35CEC4489A}"/>
                    </a:ext>
                  </a:extLst>
                </p14:cNvPr>
                <p14:cNvContentPartPr/>
                <p14:nvPr/>
              </p14:nvContentPartPr>
              <p14:xfrm>
                <a:off x="2497478" y="1571616"/>
                <a:ext cx="86040" cy="95760"/>
              </p14:xfrm>
            </p:contentPart>
          </mc:Choice>
          <mc:Fallback>
            <p:pic>
              <p:nvPicPr>
                <p:cNvPr id="23" name="Ink 22">
                  <a:extLst>
                    <a:ext uri="{FF2B5EF4-FFF2-40B4-BE49-F238E27FC236}">
                      <a16:creationId xmlns:a16="http://schemas.microsoft.com/office/drawing/2014/main" id="{8E9BCE67-8DDF-EEB6-4D4B-5D35CEC4489A}"/>
                    </a:ext>
                  </a:extLst>
                </p:cNvPr>
                <p:cNvPicPr/>
                <p:nvPr/>
              </p:nvPicPr>
              <p:blipFill>
                <a:blip r:embed="rId167"/>
                <a:stretch>
                  <a:fillRect/>
                </a:stretch>
              </p:blipFill>
              <p:spPr>
                <a:xfrm>
                  <a:off x="2493158" y="1567296"/>
                  <a:ext cx="9468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24" name="Ink 23">
                  <a:extLst>
                    <a:ext uri="{FF2B5EF4-FFF2-40B4-BE49-F238E27FC236}">
                      <a16:creationId xmlns:a16="http://schemas.microsoft.com/office/drawing/2014/main" id="{D39E98C9-DF22-7569-B248-BABC2C81D4CA}"/>
                    </a:ext>
                  </a:extLst>
                </p14:cNvPr>
                <p14:cNvContentPartPr/>
                <p14:nvPr/>
              </p14:nvContentPartPr>
              <p14:xfrm>
                <a:off x="2597558" y="1569816"/>
                <a:ext cx="108720" cy="64440"/>
              </p14:xfrm>
            </p:contentPart>
          </mc:Choice>
          <mc:Fallback>
            <p:pic>
              <p:nvPicPr>
                <p:cNvPr id="24" name="Ink 23">
                  <a:extLst>
                    <a:ext uri="{FF2B5EF4-FFF2-40B4-BE49-F238E27FC236}">
                      <a16:creationId xmlns:a16="http://schemas.microsoft.com/office/drawing/2014/main" id="{D39E98C9-DF22-7569-B248-BABC2C81D4CA}"/>
                    </a:ext>
                  </a:extLst>
                </p:cNvPr>
                <p:cNvPicPr/>
                <p:nvPr/>
              </p:nvPicPr>
              <p:blipFill>
                <a:blip r:embed="rId169"/>
                <a:stretch>
                  <a:fillRect/>
                </a:stretch>
              </p:blipFill>
              <p:spPr>
                <a:xfrm>
                  <a:off x="2593238" y="1565496"/>
                  <a:ext cx="117360" cy="7308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25" name="Ink 24">
                  <a:extLst>
                    <a:ext uri="{FF2B5EF4-FFF2-40B4-BE49-F238E27FC236}">
                      <a16:creationId xmlns:a16="http://schemas.microsoft.com/office/drawing/2014/main" id="{862AD0AA-A371-BA9B-6F03-711119CD1431}"/>
                    </a:ext>
                  </a:extLst>
                </p14:cNvPr>
                <p14:cNvContentPartPr/>
                <p14:nvPr/>
              </p14:nvContentPartPr>
              <p14:xfrm>
                <a:off x="2495318" y="994536"/>
                <a:ext cx="288000" cy="813960"/>
              </p14:xfrm>
            </p:contentPart>
          </mc:Choice>
          <mc:Fallback>
            <p:pic>
              <p:nvPicPr>
                <p:cNvPr id="25" name="Ink 24">
                  <a:extLst>
                    <a:ext uri="{FF2B5EF4-FFF2-40B4-BE49-F238E27FC236}">
                      <a16:creationId xmlns:a16="http://schemas.microsoft.com/office/drawing/2014/main" id="{862AD0AA-A371-BA9B-6F03-711119CD1431}"/>
                    </a:ext>
                  </a:extLst>
                </p:cNvPr>
                <p:cNvPicPr/>
                <p:nvPr/>
              </p:nvPicPr>
              <p:blipFill>
                <a:blip r:embed="rId171"/>
                <a:stretch>
                  <a:fillRect/>
                </a:stretch>
              </p:blipFill>
              <p:spPr>
                <a:xfrm>
                  <a:off x="2490998" y="990216"/>
                  <a:ext cx="296640" cy="8226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15" name="Ink 114">
                  <a:extLst>
                    <a:ext uri="{FF2B5EF4-FFF2-40B4-BE49-F238E27FC236}">
                      <a16:creationId xmlns:a16="http://schemas.microsoft.com/office/drawing/2014/main" id="{5003DE72-5DAE-78C3-9F0F-1491F03F9A83}"/>
                    </a:ext>
                  </a:extLst>
                </p14:cNvPr>
                <p14:cNvContentPartPr/>
                <p14:nvPr/>
              </p14:nvContentPartPr>
              <p14:xfrm>
                <a:off x="2113358" y="1038456"/>
                <a:ext cx="210240" cy="231840"/>
              </p14:xfrm>
            </p:contentPart>
          </mc:Choice>
          <mc:Fallback>
            <p:pic>
              <p:nvPicPr>
                <p:cNvPr id="115" name="Ink 114">
                  <a:extLst>
                    <a:ext uri="{FF2B5EF4-FFF2-40B4-BE49-F238E27FC236}">
                      <a16:creationId xmlns:a16="http://schemas.microsoft.com/office/drawing/2014/main" id="{5003DE72-5DAE-78C3-9F0F-1491F03F9A83}"/>
                    </a:ext>
                  </a:extLst>
                </p:cNvPr>
                <p:cNvPicPr/>
                <p:nvPr/>
              </p:nvPicPr>
              <p:blipFill>
                <a:blip r:embed="rId173"/>
                <a:stretch>
                  <a:fillRect/>
                </a:stretch>
              </p:blipFill>
              <p:spPr>
                <a:xfrm>
                  <a:off x="2109038" y="1034136"/>
                  <a:ext cx="21888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16" name="Ink 115">
                  <a:extLst>
                    <a:ext uri="{FF2B5EF4-FFF2-40B4-BE49-F238E27FC236}">
                      <a16:creationId xmlns:a16="http://schemas.microsoft.com/office/drawing/2014/main" id="{B20E6C68-566D-DE95-66C0-ACAEBC7B568C}"/>
                    </a:ext>
                  </a:extLst>
                </p14:cNvPr>
                <p14:cNvContentPartPr/>
                <p14:nvPr/>
              </p14:nvContentPartPr>
              <p14:xfrm>
                <a:off x="2292638" y="1183536"/>
                <a:ext cx="16920" cy="97200"/>
              </p14:xfrm>
            </p:contentPart>
          </mc:Choice>
          <mc:Fallback>
            <p:pic>
              <p:nvPicPr>
                <p:cNvPr id="116" name="Ink 115">
                  <a:extLst>
                    <a:ext uri="{FF2B5EF4-FFF2-40B4-BE49-F238E27FC236}">
                      <a16:creationId xmlns:a16="http://schemas.microsoft.com/office/drawing/2014/main" id="{B20E6C68-566D-DE95-66C0-ACAEBC7B568C}"/>
                    </a:ext>
                  </a:extLst>
                </p:cNvPr>
                <p:cNvPicPr/>
                <p:nvPr/>
              </p:nvPicPr>
              <p:blipFill>
                <a:blip r:embed="rId175"/>
                <a:stretch>
                  <a:fillRect/>
                </a:stretch>
              </p:blipFill>
              <p:spPr>
                <a:xfrm>
                  <a:off x="2288318" y="1179216"/>
                  <a:ext cx="2556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17" name="Ink 116">
                  <a:extLst>
                    <a:ext uri="{FF2B5EF4-FFF2-40B4-BE49-F238E27FC236}">
                      <a16:creationId xmlns:a16="http://schemas.microsoft.com/office/drawing/2014/main" id="{A06DB8DC-59F5-F5F8-C377-186E48052720}"/>
                    </a:ext>
                  </a:extLst>
                </p14:cNvPr>
                <p14:cNvContentPartPr/>
                <p14:nvPr/>
              </p14:nvContentPartPr>
              <p14:xfrm>
                <a:off x="2353118" y="1183896"/>
                <a:ext cx="138240" cy="100800"/>
              </p14:xfrm>
            </p:contentPart>
          </mc:Choice>
          <mc:Fallback>
            <p:pic>
              <p:nvPicPr>
                <p:cNvPr id="117" name="Ink 116">
                  <a:extLst>
                    <a:ext uri="{FF2B5EF4-FFF2-40B4-BE49-F238E27FC236}">
                      <a16:creationId xmlns:a16="http://schemas.microsoft.com/office/drawing/2014/main" id="{A06DB8DC-59F5-F5F8-C377-186E48052720}"/>
                    </a:ext>
                  </a:extLst>
                </p:cNvPr>
                <p:cNvPicPr/>
                <p:nvPr/>
              </p:nvPicPr>
              <p:blipFill>
                <a:blip r:embed="rId177"/>
                <a:stretch>
                  <a:fillRect/>
                </a:stretch>
              </p:blipFill>
              <p:spPr>
                <a:xfrm>
                  <a:off x="2348798" y="1179576"/>
                  <a:ext cx="14688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19" name="Ink 118">
                  <a:extLst>
                    <a:ext uri="{FF2B5EF4-FFF2-40B4-BE49-F238E27FC236}">
                      <a16:creationId xmlns:a16="http://schemas.microsoft.com/office/drawing/2014/main" id="{EE1E6B96-3F8E-F8E8-B3A3-C91D35AC5F4F}"/>
                    </a:ext>
                  </a:extLst>
                </p14:cNvPr>
                <p14:cNvContentPartPr/>
                <p14:nvPr/>
              </p14:nvContentPartPr>
              <p14:xfrm>
                <a:off x="1737878" y="1802736"/>
                <a:ext cx="7560" cy="41040"/>
              </p14:xfrm>
            </p:contentPart>
          </mc:Choice>
          <mc:Fallback>
            <p:pic>
              <p:nvPicPr>
                <p:cNvPr id="119" name="Ink 118">
                  <a:extLst>
                    <a:ext uri="{FF2B5EF4-FFF2-40B4-BE49-F238E27FC236}">
                      <a16:creationId xmlns:a16="http://schemas.microsoft.com/office/drawing/2014/main" id="{EE1E6B96-3F8E-F8E8-B3A3-C91D35AC5F4F}"/>
                    </a:ext>
                  </a:extLst>
                </p:cNvPr>
                <p:cNvPicPr/>
                <p:nvPr/>
              </p:nvPicPr>
              <p:blipFill>
                <a:blip r:embed="rId179"/>
                <a:stretch>
                  <a:fillRect/>
                </a:stretch>
              </p:blipFill>
              <p:spPr>
                <a:xfrm>
                  <a:off x="1733558" y="1798416"/>
                  <a:ext cx="1620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20" name="Ink 119">
                  <a:extLst>
                    <a:ext uri="{FF2B5EF4-FFF2-40B4-BE49-F238E27FC236}">
                      <a16:creationId xmlns:a16="http://schemas.microsoft.com/office/drawing/2014/main" id="{4C8F5E13-09CE-6685-169A-81FF83FBC1D2}"/>
                    </a:ext>
                  </a:extLst>
                </p14:cNvPr>
                <p14:cNvContentPartPr/>
                <p14:nvPr/>
              </p14:nvContentPartPr>
              <p14:xfrm>
                <a:off x="1691438" y="1652256"/>
                <a:ext cx="138240" cy="177840"/>
              </p14:xfrm>
            </p:contentPart>
          </mc:Choice>
          <mc:Fallback>
            <p:pic>
              <p:nvPicPr>
                <p:cNvPr id="120" name="Ink 119">
                  <a:extLst>
                    <a:ext uri="{FF2B5EF4-FFF2-40B4-BE49-F238E27FC236}">
                      <a16:creationId xmlns:a16="http://schemas.microsoft.com/office/drawing/2014/main" id="{4C8F5E13-09CE-6685-169A-81FF83FBC1D2}"/>
                    </a:ext>
                  </a:extLst>
                </p:cNvPr>
                <p:cNvPicPr/>
                <p:nvPr/>
              </p:nvPicPr>
              <p:blipFill>
                <a:blip r:embed="rId181"/>
                <a:stretch>
                  <a:fillRect/>
                </a:stretch>
              </p:blipFill>
              <p:spPr>
                <a:xfrm>
                  <a:off x="1687118" y="1647936"/>
                  <a:ext cx="14688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21" name="Ink 120">
                  <a:extLst>
                    <a:ext uri="{FF2B5EF4-FFF2-40B4-BE49-F238E27FC236}">
                      <a16:creationId xmlns:a16="http://schemas.microsoft.com/office/drawing/2014/main" id="{B8590A23-26D5-3A18-95F0-690062A44AFE}"/>
                    </a:ext>
                  </a:extLst>
                </p14:cNvPr>
                <p14:cNvContentPartPr/>
                <p14:nvPr/>
              </p14:nvContentPartPr>
              <p14:xfrm>
                <a:off x="1840478" y="1781496"/>
                <a:ext cx="16200" cy="104760"/>
              </p14:xfrm>
            </p:contentPart>
          </mc:Choice>
          <mc:Fallback>
            <p:pic>
              <p:nvPicPr>
                <p:cNvPr id="121" name="Ink 120">
                  <a:extLst>
                    <a:ext uri="{FF2B5EF4-FFF2-40B4-BE49-F238E27FC236}">
                      <a16:creationId xmlns:a16="http://schemas.microsoft.com/office/drawing/2014/main" id="{B8590A23-26D5-3A18-95F0-690062A44AFE}"/>
                    </a:ext>
                  </a:extLst>
                </p:cNvPr>
                <p:cNvPicPr/>
                <p:nvPr/>
              </p:nvPicPr>
              <p:blipFill>
                <a:blip r:embed="rId183"/>
                <a:stretch>
                  <a:fillRect/>
                </a:stretch>
              </p:blipFill>
              <p:spPr>
                <a:xfrm>
                  <a:off x="1836158" y="1777176"/>
                  <a:ext cx="2484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22" name="Ink 121">
                  <a:extLst>
                    <a:ext uri="{FF2B5EF4-FFF2-40B4-BE49-F238E27FC236}">
                      <a16:creationId xmlns:a16="http://schemas.microsoft.com/office/drawing/2014/main" id="{81E77110-DB4A-32B4-C56F-DA12E6BDA966}"/>
                    </a:ext>
                  </a:extLst>
                </p14:cNvPr>
                <p14:cNvContentPartPr/>
                <p14:nvPr/>
              </p14:nvContentPartPr>
              <p14:xfrm>
                <a:off x="1909958" y="1764936"/>
                <a:ext cx="176760" cy="100800"/>
              </p14:xfrm>
            </p:contentPart>
          </mc:Choice>
          <mc:Fallback>
            <p:pic>
              <p:nvPicPr>
                <p:cNvPr id="122" name="Ink 121">
                  <a:extLst>
                    <a:ext uri="{FF2B5EF4-FFF2-40B4-BE49-F238E27FC236}">
                      <a16:creationId xmlns:a16="http://schemas.microsoft.com/office/drawing/2014/main" id="{81E77110-DB4A-32B4-C56F-DA12E6BDA966}"/>
                    </a:ext>
                  </a:extLst>
                </p:cNvPr>
                <p:cNvPicPr/>
                <p:nvPr/>
              </p:nvPicPr>
              <p:blipFill>
                <a:blip r:embed="rId185"/>
                <a:stretch>
                  <a:fillRect/>
                </a:stretch>
              </p:blipFill>
              <p:spPr>
                <a:xfrm>
                  <a:off x="1905638" y="1760616"/>
                  <a:ext cx="18540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29" name="Ink 128">
                  <a:extLst>
                    <a:ext uri="{FF2B5EF4-FFF2-40B4-BE49-F238E27FC236}">
                      <a16:creationId xmlns:a16="http://schemas.microsoft.com/office/drawing/2014/main" id="{B7CE79DD-FE83-F6AA-1526-5E593E99A07C}"/>
                    </a:ext>
                  </a:extLst>
                </p14:cNvPr>
                <p14:cNvContentPartPr/>
                <p14:nvPr/>
              </p14:nvContentPartPr>
              <p14:xfrm>
                <a:off x="1495958" y="1523016"/>
                <a:ext cx="554400" cy="541800"/>
              </p14:xfrm>
            </p:contentPart>
          </mc:Choice>
          <mc:Fallback>
            <p:pic>
              <p:nvPicPr>
                <p:cNvPr id="129" name="Ink 128">
                  <a:extLst>
                    <a:ext uri="{FF2B5EF4-FFF2-40B4-BE49-F238E27FC236}">
                      <a16:creationId xmlns:a16="http://schemas.microsoft.com/office/drawing/2014/main" id="{B7CE79DD-FE83-F6AA-1526-5E593E99A07C}"/>
                    </a:ext>
                  </a:extLst>
                </p:cNvPr>
                <p:cNvPicPr/>
                <p:nvPr/>
              </p:nvPicPr>
              <p:blipFill>
                <a:blip r:embed="rId187"/>
                <a:stretch>
                  <a:fillRect/>
                </a:stretch>
              </p:blipFill>
              <p:spPr>
                <a:xfrm>
                  <a:off x="1491638" y="1518696"/>
                  <a:ext cx="563040" cy="55044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30" name="Ink 129">
                  <a:extLst>
                    <a:ext uri="{FF2B5EF4-FFF2-40B4-BE49-F238E27FC236}">
                      <a16:creationId xmlns:a16="http://schemas.microsoft.com/office/drawing/2014/main" id="{2EA2F912-7990-72C8-F8CB-830DC1F9E306}"/>
                    </a:ext>
                  </a:extLst>
                </p14:cNvPr>
                <p14:cNvContentPartPr/>
                <p14:nvPr/>
              </p14:nvContentPartPr>
              <p14:xfrm>
                <a:off x="1987718" y="810216"/>
                <a:ext cx="613800" cy="628560"/>
              </p14:xfrm>
            </p:contentPart>
          </mc:Choice>
          <mc:Fallback>
            <p:pic>
              <p:nvPicPr>
                <p:cNvPr id="130" name="Ink 129">
                  <a:extLst>
                    <a:ext uri="{FF2B5EF4-FFF2-40B4-BE49-F238E27FC236}">
                      <a16:creationId xmlns:a16="http://schemas.microsoft.com/office/drawing/2014/main" id="{2EA2F912-7990-72C8-F8CB-830DC1F9E306}"/>
                    </a:ext>
                  </a:extLst>
                </p:cNvPr>
                <p:cNvPicPr/>
                <p:nvPr/>
              </p:nvPicPr>
              <p:blipFill>
                <a:blip r:embed="rId189"/>
                <a:stretch>
                  <a:fillRect/>
                </a:stretch>
              </p:blipFill>
              <p:spPr>
                <a:xfrm>
                  <a:off x="1983398" y="805896"/>
                  <a:ext cx="622440" cy="63720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56" name="Ink 155">
                  <a:extLst>
                    <a:ext uri="{FF2B5EF4-FFF2-40B4-BE49-F238E27FC236}">
                      <a16:creationId xmlns:a16="http://schemas.microsoft.com/office/drawing/2014/main" id="{835B797A-B599-7E92-EB28-74E5DECC9491}"/>
                    </a:ext>
                  </a:extLst>
                </p14:cNvPr>
                <p14:cNvContentPartPr/>
                <p14:nvPr/>
              </p14:nvContentPartPr>
              <p14:xfrm>
                <a:off x="6238958" y="663336"/>
                <a:ext cx="2644920" cy="2035080"/>
              </p14:xfrm>
            </p:contentPart>
          </mc:Choice>
          <mc:Fallback>
            <p:pic>
              <p:nvPicPr>
                <p:cNvPr id="156" name="Ink 155">
                  <a:extLst>
                    <a:ext uri="{FF2B5EF4-FFF2-40B4-BE49-F238E27FC236}">
                      <a16:creationId xmlns:a16="http://schemas.microsoft.com/office/drawing/2014/main" id="{835B797A-B599-7E92-EB28-74E5DECC9491}"/>
                    </a:ext>
                  </a:extLst>
                </p:cNvPr>
                <p:cNvPicPr/>
                <p:nvPr/>
              </p:nvPicPr>
              <p:blipFill>
                <a:blip r:embed="rId191"/>
                <a:stretch>
                  <a:fillRect/>
                </a:stretch>
              </p:blipFill>
              <p:spPr>
                <a:xfrm>
                  <a:off x="6234638" y="659016"/>
                  <a:ext cx="2653560" cy="2043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2">
            <p14:nvContentPartPr>
              <p14:cNvPr id="158" name="Ink 157">
                <a:extLst>
                  <a:ext uri="{FF2B5EF4-FFF2-40B4-BE49-F238E27FC236}">
                    <a16:creationId xmlns:a16="http://schemas.microsoft.com/office/drawing/2014/main" id="{7542F055-9EF5-7C7C-9503-02EDB478DDBA}"/>
                  </a:ext>
                </a:extLst>
              </p14:cNvPr>
              <p14:cNvContentPartPr/>
              <p14:nvPr/>
            </p14:nvContentPartPr>
            <p14:xfrm>
              <a:off x="4457678" y="2567016"/>
              <a:ext cx="13320" cy="9360"/>
            </p14:xfrm>
          </p:contentPart>
        </mc:Choice>
        <mc:Fallback>
          <p:pic>
            <p:nvPicPr>
              <p:cNvPr id="158" name="Ink 157">
                <a:extLst>
                  <a:ext uri="{FF2B5EF4-FFF2-40B4-BE49-F238E27FC236}">
                    <a16:creationId xmlns:a16="http://schemas.microsoft.com/office/drawing/2014/main" id="{7542F055-9EF5-7C7C-9503-02EDB478DDBA}"/>
                  </a:ext>
                </a:extLst>
              </p:cNvPr>
              <p:cNvPicPr/>
              <p:nvPr/>
            </p:nvPicPr>
            <p:blipFill>
              <a:blip r:embed="rId193"/>
              <a:stretch>
                <a:fillRect/>
              </a:stretch>
            </p:blipFill>
            <p:spPr>
              <a:xfrm>
                <a:off x="4453358" y="2562696"/>
                <a:ext cx="21960" cy="18000"/>
              </a:xfrm>
              <a:prstGeom prst="rect">
                <a:avLst/>
              </a:prstGeom>
            </p:spPr>
          </p:pic>
        </mc:Fallback>
      </mc:AlternateContent>
    </p:spTree>
    <p:extLst>
      <p:ext uri="{BB962C8B-B14F-4D97-AF65-F5344CB8AC3E}">
        <p14:creationId xmlns:p14="http://schemas.microsoft.com/office/powerpoint/2010/main" val="31959599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BF81B-BBE8-E850-B90F-2BEC48FE41D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131C3FA-ECEB-9B48-036A-EABDB6C2A0E8}"/>
              </a:ext>
            </a:extLst>
          </p:cNvPr>
          <p:cNvSpPr txBox="1"/>
          <p:nvPr/>
        </p:nvSpPr>
        <p:spPr>
          <a:xfrm>
            <a:off x="213067" y="189730"/>
            <a:ext cx="8417997" cy="1077218"/>
          </a:xfrm>
          <a:prstGeom prst="rect">
            <a:avLst/>
          </a:prstGeom>
          <a:noFill/>
        </p:spPr>
        <p:txBody>
          <a:bodyPr wrap="square" rtlCol="0">
            <a:spAutoFit/>
          </a:bodyPr>
          <a:lstStyle/>
          <a:p>
            <a:pPr algn="ctr"/>
            <a:r>
              <a:rPr lang="en-IN" sz="3200" b="1" dirty="0">
                <a:solidFill>
                  <a:srgbClr val="7030A0"/>
                </a:solidFill>
                <a:latin typeface="Arial" panose="020B0604020202020204" pitchFamily="34" charset="0"/>
                <a:cs typeface="Arial" panose="020B0604020202020204" pitchFamily="34" charset="0"/>
              </a:rPr>
              <a:t>General Case: </a:t>
            </a:r>
            <a:r>
              <a:rPr lang="en-IN" sz="3200" b="1" dirty="0" err="1">
                <a:solidFill>
                  <a:srgbClr val="7030A0"/>
                </a:solidFill>
                <a:latin typeface="Arial" panose="020B0604020202020204" pitchFamily="34" charset="0"/>
                <a:cs typeface="Arial" panose="020B0604020202020204" pitchFamily="34" charset="0"/>
              </a:rPr>
              <a:t>Centered</a:t>
            </a:r>
            <a:r>
              <a:rPr lang="en-IN" sz="3200" b="1" dirty="0">
                <a:solidFill>
                  <a:srgbClr val="7030A0"/>
                </a:solidFill>
                <a:latin typeface="Arial" panose="020B0604020202020204" pitchFamily="34" charset="0"/>
                <a:cs typeface="Arial" panose="020B0604020202020204" pitchFamily="34" charset="0"/>
              </a:rPr>
              <a:t> at </a:t>
            </a:r>
            <a:r>
              <a:rPr lang="en-IN" sz="3200" b="1" dirty="0">
                <a:solidFill>
                  <a:srgbClr val="7030A0"/>
                </a:solidFill>
                <a:latin typeface="Arial" panose="020B0604020202020204" pitchFamily="34" charset="0"/>
                <a:cs typeface="Arial" panose="020B0604020202020204" pitchFamily="34" charset="0"/>
                <a:sym typeface="Symbol" panose="05050102010706020507" pitchFamily="18" charset="2"/>
              </a:rPr>
              <a:t></a:t>
            </a:r>
            <a:r>
              <a:rPr lang="en-IN" sz="3200" b="1" baseline="-25000" dirty="0">
                <a:solidFill>
                  <a:srgbClr val="7030A0"/>
                </a:solidFill>
                <a:latin typeface="Arial" panose="020B0604020202020204" pitchFamily="34" charset="0"/>
                <a:cs typeface="Arial" panose="020B0604020202020204" pitchFamily="34" charset="0"/>
                <a:sym typeface="Symbol" panose="05050102010706020507" pitchFamily="18" charset="2"/>
              </a:rPr>
              <a:t>1</a:t>
            </a:r>
            <a:r>
              <a:rPr lang="en-IN" sz="3200" b="1" dirty="0">
                <a:solidFill>
                  <a:srgbClr val="7030A0"/>
                </a:solidFill>
                <a:latin typeface="Arial" panose="020B0604020202020204" pitchFamily="34" charset="0"/>
                <a:cs typeface="Arial" panose="020B0604020202020204" pitchFamily="34" charset="0"/>
                <a:sym typeface="Symbol" panose="05050102010706020507" pitchFamily="18" charset="2"/>
              </a:rPr>
              <a:t> and </a:t>
            </a:r>
            <a:r>
              <a:rPr lang="en-IN" sz="3200" b="1" baseline="-25000" dirty="0">
                <a:solidFill>
                  <a:srgbClr val="7030A0"/>
                </a:solidFill>
                <a:latin typeface="Arial" panose="020B0604020202020204" pitchFamily="34" charset="0"/>
                <a:cs typeface="Arial" panose="020B0604020202020204" pitchFamily="34" charset="0"/>
                <a:sym typeface="Symbol" panose="05050102010706020507" pitchFamily="18" charset="2"/>
              </a:rPr>
              <a:t>2 </a:t>
            </a:r>
            <a:r>
              <a:rPr lang="en-IN" sz="3200" b="1" dirty="0">
                <a:solidFill>
                  <a:srgbClr val="7030A0"/>
                </a:solidFill>
                <a:latin typeface="Arial" panose="020B0604020202020204" pitchFamily="34" charset="0"/>
                <a:cs typeface="Arial" panose="020B0604020202020204" pitchFamily="34" charset="0"/>
                <a:sym typeface="Symbol" panose="05050102010706020507" pitchFamily="18" charset="2"/>
              </a:rPr>
              <a:t>with Correlation</a:t>
            </a:r>
            <a:endParaRPr lang="en-IN" sz="3200" b="1" dirty="0">
              <a:solidFill>
                <a:srgbClr val="7030A0"/>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EA5EE858-EB45-4A5B-C42C-34ED898D3F76}"/>
              </a:ext>
            </a:extLst>
          </p:cNvPr>
          <p:cNvPicPr>
            <a:picLocks noChangeAspect="1"/>
          </p:cNvPicPr>
          <p:nvPr/>
        </p:nvPicPr>
        <p:blipFill>
          <a:blip r:embed="rId2"/>
          <a:stretch>
            <a:fillRect/>
          </a:stretch>
        </p:blipFill>
        <p:spPr>
          <a:xfrm>
            <a:off x="8631064" y="0"/>
            <a:ext cx="3441769" cy="3364302"/>
          </a:xfrm>
          <a:prstGeom prst="rect">
            <a:avLst/>
          </a:prstGeom>
        </p:spPr>
      </p:pic>
      <mc:AlternateContent xmlns:mc="http://schemas.openxmlformats.org/markup-compatibility/2006">
        <mc:Choice xmlns:a14="http://schemas.microsoft.com/office/drawing/2010/main" Requires="a14">
          <p:sp>
            <p:nvSpPr>
              <p:cNvPr id="9" name="Rectangle 8">
                <a:extLst>
                  <a:ext uri="{FF2B5EF4-FFF2-40B4-BE49-F238E27FC236}">
                    <a16:creationId xmlns:a16="http://schemas.microsoft.com/office/drawing/2014/main" id="{FAB22B71-7F7D-9103-A9F5-25A42F14674C}"/>
                  </a:ext>
                </a:extLst>
              </p:cNvPr>
              <p:cNvSpPr/>
              <p:nvPr/>
            </p:nvSpPr>
            <p:spPr>
              <a:xfrm>
                <a:off x="8844452" y="482616"/>
                <a:ext cx="3375732" cy="477503"/>
              </a:xfrm>
              <a:prstGeom prst="rect">
                <a:avLst/>
              </a:prstGeom>
            </p:spPr>
            <p:txBody>
              <a:bodyPr wrap="none">
                <a:spAutoFit/>
              </a:bodyPr>
              <a:lstStyle/>
              <a:p>
                <a14:m>
                  <m:oMath xmlns:m="http://schemas.openxmlformats.org/officeDocument/2006/math">
                    <m:r>
                      <a:rPr lang="en-IN" sz="2400" b="1" i="0" smtClean="0">
                        <a:solidFill>
                          <a:schemeClr val="bg1"/>
                        </a:solidFill>
                        <a:latin typeface="Cambria Math" panose="02040503050406030204" pitchFamily="18" charset="0"/>
                        <a:cs typeface="Arial" panose="020B0604020202020204" pitchFamily="34" charset="0"/>
                      </a:rPr>
                      <m:t>(</m:t>
                    </m:r>
                    <m:r>
                      <a:rPr lang="en-IN" sz="2400" b="1" i="0" smtClean="0">
                        <a:solidFill>
                          <a:schemeClr val="bg1"/>
                        </a:solidFill>
                        <a:latin typeface="Cambria Math" panose="02040503050406030204" pitchFamily="18" charset="0"/>
                        <a:cs typeface="Arial" panose="020B0604020202020204" pitchFamily="34" charset="0"/>
                      </a:rPr>
                      <m:t>𝐱</m:t>
                    </m:r>
                    <m:r>
                      <a:rPr lang="en-IN" sz="2400" b="1" i="0" smtClean="0">
                        <a:solidFill>
                          <a:schemeClr val="bg1"/>
                        </a:solidFill>
                        <a:latin typeface="Cambria Math" panose="02040503050406030204" pitchFamily="18" charset="0"/>
                        <a:cs typeface="Arial" panose="020B0604020202020204" pitchFamily="34" charset="0"/>
                      </a:rPr>
                      <m:t>−</m:t>
                    </m:r>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IN" sz="2400" b="1" i="1" dirty="0">
                        <a:solidFill>
                          <a:schemeClr val="accent6">
                            <a:lumMod val="75000"/>
                          </a:schemeClr>
                        </a:solidFill>
                        <a:latin typeface="Cambria Math" panose="02040503050406030204" pitchFamily="18" charset="0"/>
                        <a:cs typeface="Arial" panose="020B0604020202020204" pitchFamily="34" charset="0"/>
                        <a:sym typeface="Symbol" panose="05050102010706020507" pitchFamily="18" charset="2"/>
                      </a:rPr>
                      <m:t></m:t>
                    </m:r>
                  </m:oMath>
                </a14:m>
                <a:r>
                  <a:rPr lang="en-US" sz="2400" baseline="30000" dirty="0">
                    <a:solidFill>
                      <a:schemeClr val="bg1"/>
                    </a:solidFill>
                    <a:latin typeface="Arial" panose="020B0604020202020204" pitchFamily="34" charset="0"/>
                    <a:cs typeface="Arial" panose="020B0604020202020204" pitchFamily="34" charset="0"/>
                  </a:rPr>
                  <a:t>-1</a:t>
                </a:r>
                <a14:m>
                  <m:oMath xmlns:m="http://schemas.openxmlformats.org/officeDocument/2006/math">
                    <m:d>
                      <m:dPr>
                        <m:ctrlPr>
                          <a:rPr lang="en-IN" sz="2400" i="1">
                            <a:solidFill>
                              <a:schemeClr val="bg1"/>
                            </a:solidFill>
                            <a:latin typeface="Cambria Math" panose="02040503050406030204" pitchFamily="18" charset="0"/>
                            <a:cs typeface="Arial" panose="020B0604020202020204" pitchFamily="34" charset="0"/>
                          </a:rPr>
                        </m:ctrlPr>
                      </m:dPr>
                      <m:e>
                        <m:r>
                          <a:rPr lang="en-IN" sz="2400" b="1" i="0">
                            <a:solidFill>
                              <a:schemeClr val="bg1"/>
                            </a:solidFill>
                            <a:latin typeface="Cambria Math" panose="02040503050406030204" pitchFamily="18" charset="0"/>
                            <a:cs typeface="Arial" panose="020B0604020202020204" pitchFamily="34" charset="0"/>
                          </a:rPr>
                          <m:t>𝐱</m:t>
                        </m:r>
                        <m:r>
                          <a:rPr lang="en-IN" sz="2400" b="1" i="0">
                            <a:solidFill>
                              <a:schemeClr val="bg1"/>
                            </a:solidFill>
                            <a:latin typeface="Cambria Math" panose="02040503050406030204" pitchFamily="18" charset="0"/>
                            <a:cs typeface="Arial" panose="020B0604020202020204" pitchFamily="34" charset="0"/>
                          </a:rPr>
                          <m:t>−</m:t>
                        </m:r>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e>
                    </m:d>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pPr>
                      <m:e>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𝐝</m:t>
                        </m:r>
                      </m:e>
                      <m:sup>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𝟐</m:t>
                        </m:r>
                      </m:sup>
                    </m:sSup>
                  </m:oMath>
                </a14:m>
                <a:endParaRPr lang="en-IN" sz="2400" dirty="0">
                  <a:solidFill>
                    <a:schemeClr val="bg1"/>
                  </a:solidFill>
                </a:endParaRPr>
              </a:p>
            </p:txBody>
          </p:sp>
        </mc:Choice>
        <mc:Fallback>
          <p:sp>
            <p:nvSpPr>
              <p:cNvPr id="9" name="Rectangle 8">
                <a:extLst>
                  <a:ext uri="{FF2B5EF4-FFF2-40B4-BE49-F238E27FC236}">
                    <a16:creationId xmlns:a16="http://schemas.microsoft.com/office/drawing/2014/main" id="{FAB22B71-7F7D-9103-A9F5-25A42F14674C}"/>
                  </a:ext>
                </a:extLst>
              </p:cNvPr>
              <p:cNvSpPr>
                <a:spLocks noRot="1" noChangeAspect="1" noMove="1" noResize="1" noEditPoints="1" noAdjustHandles="1" noChangeArrowheads="1" noChangeShapeType="1" noTextEdit="1"/>
              </p:cNvSpPr>
              <p:nvPr/>
            </p:nvSpPr>
            <p:spPr>
              <a:xfrm>
                <a:off x="8844452" y="482616"/>
                <a:ext cx="3375732" cy="477503"/>
              </a:xfrm>
              <a:prstGeom prst="rect">
                <a:avLst/>
              </a:prstGeom>
              <a:blipFill>
                <a:blip r:embed="rId3"/>
                <a:stretch>
                  <a:fillRect l="-1625" t="-1282" b="-1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2FBD150-A856-D6A2-25F7-5251330302EB}"/>
                  </a:ext>
                </a:extLst>
              </p:cNvPr>
              <p:cNvSpPr txBox="1"/>
              <p:nvPr/>
            </p:nvSpPr>
            <p:spPr>
              <a:xfrm>
                <a:off x="398364" y="4036792"/>
                <a:ext cx="10859108" cy="2309991"/>
              </a:xfrm>
              <a:prstGeom prst="rect">
                <a:avLst/>
              </a:prstGeom>
              <a:noFill/>
            </p:spPr>
            <p:txBody>
              <a:bodyPr wrap="square">
                <a:spAutoFit/>
              </a:bodyPr>
              <a:lstStyle/>
              <a:p>
                <a:pPr algn="ctr">
                  <a:lnSpc>
                    <a:spcPct val="150000"/>
                  </a:lnSpc>
                  <a:buClr>
                    <a:srgbClr val="0000FF"/>
                  </a:buClr>
                </a:pPr>
                <a14:m>
                  <m:oMathPara xmlns:m="http://schemas.openxmlformats.org/officeDocument/2006/math">
                    <m:oMathParaPr>
                      <m:jc m:val="centerGroup"/>
                    </m:oMathParaPr>
                    <m:oMath xmlns:m="http://schemas.openxmlformats.org/officeDocument/2006/math">
                      <m:sSub>
                        <m:sSubPr>
                          <m:ctrlPr>
                            <a:rPr lang="en-IN" sz="2400" i="1" smtClean="0">
                              <a:solidFill>
                                <a:schemeClr val="bg1"/>
                              </a:solidFill>
                              <a:latin typeface="Cambria Math" panose="02040503050406030204" pitchFamily="18" charset="0"/>
                              <a:cs typeface="Arial" panose="020B0604020202020204" pitchFamily="34" charset="0"/>
                            </a:rPr>
                          </m:ctrlPr>
                        </m:sSubPr>
                        <m:e>
                          <m:m>
                            <m:mPr>
                              <m:mcs>
                                <m:mc>
                                  <m:mcPr>
                                    <m:count m:val="2"/>
                                    <m:mcJc m:val="center"/>
                                  </m:mcPr>
                                </m:mc>
                              </m:mcs>
                              <m:ctrlPr>
                                <a:rPr lang="en-US" sz="2400" i="1">
                                  <a:solidFill>
                                    <a:schemeClr val="bg1"/>
                                  </a:solidFill>
                                  <a:latin typeface="Cambria Math" panose="02040503050406030204" pitchFamily="18" charset="0"/>
                                  <a:cs typeface="Arial" panose="020B0604020202020204" pitchFamily="34" charset="0"/>
                                </a:rPr>
                              </m:ctrlPr>
                            </m:mPr>
                            <m:mr>
                              <m:e>
                                <m:sSub>
                                  <m:sSubPr>
                                    <m:ctrlPr>
                                      <a:rPr lang="en-US" sz="2400" i="1">
                                        <a:solidFill>
                                          <a:schemeClr val="bg1"/>
                                        </a:solidFill>
                                        <a:latin typeface="Cambria Math" panose="02040503050406030204" pitchFamily="18" charset="0"/>
                                        <a:cs typeface="Arial" panose="020B0604020202020204" pitchFamily="34" charset="0"/>
                                      </a:rPr>
                                    </m:ctrlPr>
                                  </m:sSubPr>
                                  <m:e>
                                    <m:r>
                                      <a:rPr lang="en-IN" sz="2400">
                                        <a:solidFill>
                                          <a:schemeClr val="bg1"/>
                                        </a:solidFill>
                                        <a:latin typeface="Cambria Math" panose="02040503050406030204" pitchFamily="18" charset="0"/>
                                        <a:cs typeface="Arial" panose="020B0604020202020204" pitchFamily="34" charset="0"/>
                                      </a:rPr>
                                      <m:t>[</m:t>
                                    </m:r>
                                    <m:r>
                                      <m:rPr>
                                        <m:sty m:val="p"/>
                                      </m:rPr>
                                      <a:rPr lang="en-US" sz="2400" i="1">
                                        <a:solidFill>
                                          <a:schemeClr val="bg1"/>
                                        </a:solidFill>
                                        <a:latin typeface="Cambria Math" panose="02040503050406030204" pitchFamily="18" charset="0"/>
                                        <a:cs typeface="Arial" panose="020B0604020202020204" pitchFamily="34" charset="0"/>
                                      </a:rPr>
                                      <m:t>x</m:t>
                                    </m:r>
                                  </m:e>
                                  <m:sub>
                                    <m:r>
                                      <m:rPr>
                                        <m:sty m:val="p"/>
                                      </m:rPr>
                                      <a:rPr lang="en-IN" sz="2400">
                                        <a:solidFill>
                                          <a:schemeClr val="bg1"/>
                                        </a:solidFill>
                                        <a:latin typeface="Cambria Math" panose="02040503050406030204" pitchFamily="18" charset="0"/>
                                        <a:cs typeface="Arial" panose="020B0604020202020204" pitchFamily="34" charset="0"/>
                                      </a:rPr>
                                      <m:t>i</m:t>
                                    </m:r>
                                    <m:r>
                                      <a:rPr lang="en-IN" sz="2400">
                                        <a:solidFill>
                                          <a:schemeClr val="bg1"/>
                                        </a:solidFill>
                                        <a:latin typeface="Cambria Math" panose="02040503050406030204" pitchFamily="18" charset="0"/>
                                        <a:cs typeface="Arial" panose="020B0604020202020204" pitchFamily="34" charset="0"/>
                                      </a:rPr>
                                      <m:t>,1</m:t>
                                    </m:r>
                                  </m:sub>
                                </m:sSub>
                                <m:r>
                                  <a:rPr lang="en-US" sz="2400">
                                    <a:solidFill>
                                      <a:schemeClr val="bg1"/>
                                    </a:solidFill>
                                    <a:latin typeface="Cambria Math" panose="02040503050406030204" pitchFamily="18" charset="0"/>
                                    <a:cs typeface="Arial" panose="020B0604020202020204" pitchFamily="34" charset="0"/>
                                  </a:rPr>
                                  <m:t>−</m:t>
                                </m:r>
                                <m:sSub>
                                  <m:sSub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i="1">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t>1</m:t>
                                    </m:r>
                                  </m:sub>
                                </m:sSub>
                              </m:e>
                              <m:e>
                                <m:sSub>
                                  <m:sSubPr>
                                    <m:ctrlPr>
                                      <a:rPr lang="en-US" sz="2400" i="1">
                                        <a:solidFill>
                                          <a:schemeClr val="bg1"/>
                                        </a:solidFill>
                                        <a:latin typeface="Cambria Math" panose="02040503050406030204" pitchFamily="18" charset="0"/>
                                        <a:cs typeface="Arial" panose="020B0604020202020204" pitchFamily="34" charset="0"/>
                                      </a:rPr>
                                    </m:ctrlPr>
                                  </m:sSubPr>
                                  <m:e>
                                    <m:r>
                                      <m:rPr>
                                        <m:sty m:val="p"/>
                                      </m:rPr>
                                      <a:rPr lang="en-US" sz="2400" i="1">
                                        <a:solidFill>
                                          <a:schemeClr val="bg1"/>
                                        </a:solidFill>
                                        <a:latin typeface="Cambria Math" panose="02040503050406030204" pitchFamily="18" charset="0"/>
                                        <a:cs typeface="Arial" panose="020B0604020202020204" pitchFamily="34" charset="0"/>
                                      </a:rPr>
                                      <m:t>x</m:t>
                                    </m:r>
                                  </m:e>
                                  <m:sub>
                                    <m:r>
                                      <m:rPr>
                                        <m:sty m:val="p"/>
                                      </m:rPr>
                                      <a:rPr lang="en-IN" sz="2400">
                                        <a:solidFill>
                                          <a:schemeClr val="bg1"/>
                                        </a:solidFill>
                                        <a:latin typeface="Cambria Math" panose="02040503050406030204" pitchFamily="18" charset="0"/>
                                        <a:cs typeface="Arial" panose="020B0604020202020204" pitchFamily="34" charset="0"/>
                                      </a:rPr>
                                      <m:t>i</m:t>
                                    </m:r>
                                    <m:r>
                                      <a:rPr lang="en-IN" sz="2400">
                                        <a:solidFill>
                                          <a:schemeClr val="bg1"/>
                                        </a:solidFill>
                                        <a:latin typeface="Cambria Math" panose="02040503050406030204" pitchFamily="18" charset="0"/>
                                        <a:cs typeface="Arial" panose="020B0604020202020204" pitchFamily="34" charset="0"/>
                                      </a:rPr>
                                      <m:t>,2</m:t>
                                    </m:r>
                                  </m:sub>
                                </m:sSub>
                                <m:r>
                                  <a:rPr lang="en-US" sz="2400">
                                    <a:solidFill>
                                      <a:schemeClr val="bg1"/>
                                    </a:solidFill>
                                    <a:latin typeface="Cambria Math" panose="02040503050406030204" pitchFamily="18" charset="0"/>
                                    <a:cs typeface="Arial" panose="020B0604020202020204" pitchFamily="34" charset="0"/>
                                  </a:rPr>
                                  <m:t>−</m:t>
                                </m:r>
                                <m:r>
                                  <m:rPr>
                                    <m:sty m:val="p"/>
                                  </m:rPr>
                                  <a:rPr lang="en-US" sz="2400" i="1">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mr>
                          </m:m>
                        </m:e>
                        <m:sub>
                          <m:r>
                            <a:rPr lang="en-IN" sz="2400" i="1">
                              <a:solidFill>
                                <a:schemeClr val="bg1"/>
                              </a:solidFill>
                              <a:latin typeface="Cambria Math" panose="02040503050406030204" pitchFamily="18" charset="0"/>
                              <a:cs typeface="Arial" panose="020B0604020202020204" pitchFamily="34" charset="0"/>
                            </a:rPr>
                            <m:t>2</m:t>
                          </m:r>
                        </m:sub>
                      </m:sSub>
                      <m:r>
                        <a:rPr lang="en-IN" sz="2400" b="1" i="1">
                          <a:solidFill>
                            <a:schemeClr val="bg1"/>
                          </a:solidFill>
                          <a:latin typeface="Cambria Math" panose="02040503050406030204" pitchFamily="18" charset="0"/>
                          <a:cs typeface="Arial" panose="020B0604020202020204" pitchFamily="34" charset="0"/>
                        </a:rPr>
                        <m:t>]</m:t>
                      </m:r>
                      <m:d>
                        <m:dPr>
                          <m:begChr m:val="["/>
                          <m:endChr m:val="]"/>
                          <m:ctrlPr>
                            <a:rPr lang="en-IN" sz="2400" b="1" i="1" smtClean="0">
                              <a:solidFill>
                                <a:schemeClr val="bg1"/>
                              </a:solidFill>
                              <a:latin typeface="Cambria Math" panose="02040503050406030204" pitchFamily="18" charset="0"/>
                              <a:cs typeface="Arial" panose="020B0604020202020204" pitchFamily="34" charset="0"/>
                            </a:rPr>
                          </m:ctrlPr>
                        </m:dPr>
                        <m:e>
                          <m:f>
                            <m:fPr>
                              <m:ctrlPr>
                                <a:rPr lang="en-IN" sz="2400" b="1" i="1" smtClean="0">
                                  <a:solidFill>
                                    <a:schemeClr val="bg1"/>
                                  </a:solidFill>
                                  <a:latin typeface="Cambria Math" panose="02040503050406030204" pitchFamily="18" charset="0"/>
                                  <a:cs typeface="Arial" panose="020B0604020202020204" pitchFamily="34" charset="0"/>
                                </a:rPr>
                              </m:ctrlPr>
                            </m:fPr>
                            <m:num>
                              <m:r>
                                <a:rPr lang="en-IN" sz="2400" b="1" i="1" smtClean="0">
                                  <a:solidFill>
                                    <a:schemeClr val="bg1"/>
                                  </a:solidFill>
                                  <a:latin typeface="Cambria Math" panose="02040503050406030204" pitchFamily="18" charset="0"/>
                                  <a:cs typeface="Arial" panose="020B0604020202020204" pitchFamily="34" charset="0"/>
                                </a:rPr>
                                <m:t>𝟏</m:t>
                              </m:r>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b="0" i="1" smtClean="0">
                                      <a:solidFill>
                                        <a:schemeClr val="bg1"/>
                                      </a:solidFill>
                                      <a:latin typeface="Cambria Math" panose="02040503050406030204" pitchFamily="18" charset="0"/>
                                      <a:sym typeface="Symbol" panose="05050102010706020507" pitchFamily="18" charset="2"/>
                                    </a:rPr>
                                    <m:t>22</m:t>
                                  </m:r>
                                </m:sub>
                              </m:sSub>
                              <m:r>
                                <a:rPr lang="en-IN" sz="2400" b="0" i="1" smtClean="0">
                                  <a:solidFill>
                                    <a:schemeClr val="bg1"/>
                                  </a:solidFill>
                                  <a:latin typeface="Cambria Math" panose="02040503050406030204" pitchFamily="18" charset="0"/>
                                  <a:sym typeface="Symbol" panose="05050102010706020507" pitchFamily="18" charset="2"/>
                                </a:rPr>
                                <m:t>−</m:t>
                              </m:r>
                              <m:sSubSup>
                                <m:sSubSupPr>
                                  <m:ctrlPr>
                                    <a:rPr lang="en-IN" sz="2400" b="0" i="1" smtClean="0">
                                      <a:solidFill>
                                        <a:schemeClr val="bg1"/>
                                      </a:solidFill>
                                      <a:latin typeface="Cambria Math" panose="02040503050406030204" pitchFamily="18" charset="0"/>
                                      <a:sym typeface="Symbol" panose="05050102010706020507" pitchFamily="18" charset="2"/>
                                    </a:rPr>
                                  </m:ctrlPr>
                                </m:sSubSup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m:t>
                                  </m:r>
                                  <m:r>
                                    <a:rPr lang="en-IN" sz="2400" b="0" i="1" smtClean="0">
                                      <a:solidFill>
                                        <a:schemeClr val="bg1"/>
                                      </a:solidFill>
                                      <a:latin typeface="Cambria Math" panose="02040503050406030204" pitchFamily="18" charset="0"/>
                                      <a:sym typeface="Symbol" panose="05050102010706020507" pitchFamily="18" charset="2"/>
                                    </a:rPr>
                                    <m:t>2</m:t>
                                  </m:r>
                                </m:sub>
                                <m:sup>
                                  <m:r>
                                    <a:rPr lang="en-IN" sz="2400" b="0" i="1" smtClean="0">
                                      <a:solidFill>
                                        <a:schemeClr val="bg1"/>
                                      </a:solidFill>
                                      <a:latin typeface="Cambria Math" panose="02040503050406030204" pitchFamily="18" charset="0"/>
                                      <a:sym typeface="Symbol" panose="05050102010706020507" pitchFamily="18" charset="2"/>
                                    </a:rPr>
                                    <m:t>2</m:t>
                                  </m:r>
                                </m:sup>
                              </m:sSubSup>
                            </m:den>
                          </m:f>
                        </m:e>
                      </m:d>
                      <m:d>
                        <m:dPr>
                          <m:begChr m:val="["/>
                          <m:endChr m:val="]"/>
                          <m:ctrlPr>
                            <a:rPr lang="en-IN" sz="2400" i="1">
                              <a:solidFill>
                                <a:schemeClr val="bg1"/>
                              </a:solidFill>
                              <a:latin typeface="Cambria Math" panose="02040503050406030204" pitchFamily="18" charset="0"/>
                            </a:rPr>
                          </m:ctrlPr>
                        </m:dPr>
                        <m:e>
                          <m:m>
                            <m:mPr>
                              <m:mcs>
                                <m:mc>
                                  <m:mcPr>
                                    <m:count m:val="2"/>
                                    <m:mcJc m:val="center"/>
                                  </m:mcPr>
                                </m:mc>
                              </m:mcs>
                              <m:ctrlPr>
                                <a:rPr lang="en-IN" sz="2400" i="1">
                                  <a:solidFill>
                                    <a:schemeClr val="bg1"/>
                                  </a:solidFill>
                                  <a:latin typeface="Cambria Math" panose="02040503050406030204" pitchFamily="18" charset="0"/>
                                </a:rPr>
                              </m:ctrlPr>
                            </m:mPr>
                            <m:mr>
                              <m:e>
                                <m:f>
                                  <m:fPr>
                                    <m:ctrlPr>
                                      <a:rPr lang="en-IN" sz="2400" b="0" i="1" smtClean="0">
                                        <a:solidFill>
                                          <a:schemeClr val="bg1"/>
                                        </a:solidFill>
                                        <a:latin typeface="Cambria Math" panose="02040503050406030204" pitchFamily="18" charset="0"/>
                                        <a:sym typeface="Symbol" panose="05050102010706020507" pitchFamily="18" charset="2"/>
                                      </a:rPr>
                                    </m:ctrlPr>
                                  </m:fPr>
                                  <m:num>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b="0" i="1" smtClean="0">
                                            <a:solidFill>
                                              <a:schemeClr val="bg1"/>
                                            </a:solidFill>
                                            <a:latin typeface="Cambria Math" panose="02040503050406030204" pitchFamily="18" charset="0"/>
                                            <a:sym typeface="Symbol" panose="05050102010706020507" pitchFamily="18" charset="2"/>
                                          </a:rPr>
                                          <m:t>22</m:t>
                                        </m:r>
                                      </m:sub>
                                    </m:sSub>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22</m:t>
                                        </m:r>
                                      </m:sub>
                                    </m:sSub>
                                    <m:r>
                                      <a:rPr lang="en-IN" sz="2400" i="1">
                                        <a:solidFill>
                                          <a:schemeClr val="bg1"/>
                                        </a:solidFill>
                                        <a:latin typeface="Cambria Math" panose="02040503050406030204" pitchFamily="18" charset="0"/>
                                        <a:sym typeface="Symbol" panose="05050102010706020507" pitchFamily="18" charset="2"/>
                                      </a:rPr>
                                      <m:t>−</m:t>
                                    </m:r>
                                    <m:sSubSup>
                                      <m:sSubSupPr>
                                        <m:ctrlPr>
                                          <a:rPr lang="en-IN" sz="2400" i="1">
                                            <a:solidFill>
                                              <a:schemeClr val="bg1"/>
                                            </a:solidFill>
                                            <a:latin typeface="Cambria Math" panose="02040503050406030204" pitchFamily="18" charset="0"/>
                                            <a:sym typeface="Symbol" panose="05050102010706020507" pitchFamily="18" charset="2"/>
                                          </a:rPr>
                                        </m:ctrlPr>
                                      </m:sSubSup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12</m:t>
                                        </m:r>
                                      </m:sub>
                                      <m:sup>
                                        <m:r>
                                          <a:rPr lang="en-IN" sz="2400" i="1">
                                            <a:solidFill>
                                              <a:schemeClr val="bg1"/>
                                            </a:solidFill>
                                            <a:latin typeface="Cambria Math" panose="02040503050406030204" pitchFamily="18" charset="0"/>
                                            <a:sym typeface="Symbol" panose="05050102010706020507" pitchFamily="18" charset="2"/>
                                          </a:rPr>
                                          <m:t>2</m:t>
                                        </m:r>
                                      </m:sup>
                                    </m:sSubSup>
                                  </m:den>
                                </m:f>
                              </m:e>
                              <m:e>
                                <m:f>
                                  <m:fPr>
                                    <m:ctrlPr>
                                      <a:rPr lang="en-IN" sz="2400" b="0" i="1" smtClean="0">
                                        <a:solidFill>
                                          <a:schemeClr val="bg1"/>
                                        </a:solidFill>
                                        <a:latin typeface="Cambria Math" panose="02040503050406030204" pitchFamily="18" charset="0"/>
                                        <a:sym typeface="Symbol" panose="05050102010706020507" pitchFamily="18" charset="2"/>
                                      </a:rPr>
                                    </m:ctrlPr>
                                  </m:fPr>
                                  <m:num>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b="0" i="1" smtClean="0">
                                            <a:solidFill>
                                              <a:schemeClr val="bg1"/>
                                            </a:solidFill>
                                            <a:latin typeface="Cambria Math" panose="02040503050406030204" pitchFamily="18" charset="0"/>
                                            <a:sym typeface="Symbol" panose="05050102010706020507" pitchFamily="18" charset="2"/>
                                          </a:rPr>
                                          <m:t>−</m:t>
                                        </m:r>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m:t>
                                        </m:r>
                                        <m:r>
                                          <a:rPr lang="en-IN" sz="2400" b="0" i="1" smtClean="0">
                                            <a:solidFill>
                                              <a:schemeClr val="bg1"/>
                                            </a:solidFill>
                                            <a:latin typeface="Cambria Math" panose="02040503050406030204" pitchFamily="18" charset="0"/>
                                            <a:sym typeface="Symbol" panose="05050102010706020507" pitchFamily="18" charset="2"/>
                                          </a:rPr>
                                          <m:t>2</m:t>
                                        </m:r>
                                      </m:sub>
                                    </m:sSub>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22</m:t>
                                        </m:r>
                                      </m:sub>
                                    </m:sSub>
                                    <m:r>
                                      <a:rPr lang="en-IN" sz="2400" i="1">
                                        <a:solidFill>
                                          <a:schemeClr val="bg1"/>
                                        </a:solidFill>
                                        <a:latin typeface="Cambria Math" panose="02040503050406030204" pitchFamily="18" charset="0"/>
                                        <a:sym typeface="Symbol" panose="05050102010706020507" pitchFamily="18" charset="2"/>
                                      </a:rPr>
                                      <m:t>−</m:t>
                                    </m:r>
                                    <m:sSubSup>
                                      <m:sSubSupPr>
                                        <m:ctrlPr>
                                          <a:rPr lang="en-IN" sz="2400" i="1">
                                            <a:solidFill>
                                              <a:schemeClr val="bg1"/>
                                            </a:solidFill>
                                            <a:latin typeface="Cambria Math" panose="02040503050406030204" pitchFamily="18" charset="0"/>
                                            <a:sym typeface="Symbol" panose="05050102010706020507" pitchFamily="18" charset="2"/>
                                          </a:rPr>
                                        </m:ctrlPr>
                                      </m:sSubSup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12</m:t>
                                        </m:r>
                                      </m:sub>
                                      <m:sup>
                                        <m:r>
                                          <a:rPr lang="en-IN" sz="2400" i="1">
                                            <a:solidFill>
                                              <a:schemeClr val="bg1"/>
                                            </a:solidFill>
                                            <a:latin typeface="Cambria Math" panose="02040503050406030204" pitchFamily="18" charset="0"/>
                                            <a:sym typeface="Symbol" panose="05050102010706020507" pitchFamily="18" charset="2"/>
                                          </a:rPr>
                                          <m:t>2</m:t>
                                        </m:r>
                                      </m:sup>
                                    </m:sSubSup>
                                  </m:den>
                                </m:f>
                              </m:e>
                            </m:mr>
                            <m:mr>
                              <m:e>
                                <m:f>
                                  <m:fPr>
                                    <m:ctrlPr>
                                      <a:rPr lang="en-IN" sz="2400" b="0" i="1" smtClean="0">
                                        <a:solidFill>
                                          <a:schemeClr val="bg1"/>
                                        </a:solidFill>
                                        <a:latin typeface="Cambria Math" panose="02040503050406030204" pitchFamily="18" charset="0"/>
                                        <a:sym typeface="Symbol" panose="05050102010706020507" pitchFamily="18" charset="2"/>
                                      </a:rPr>
                                    </m:ctrlPr>
                                  </m:fPr>
                                  <m:num>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12</m:t>
                                        </m:r>
                                      </m:sub>
                                    </m:sSub>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22</m:t>
                                        </m:r>
                                      </m:sub>
                                    </m:sSub>
                                    <m:r>
                                      <a:rPr lang="en-IN" sz="2400" i="1">
                                        <a:solidFill>
                                          <a:schemeClr val="bg1"/>
                                        </a:solidFill>
                                        <a:latin typeface="Cambria Math" panose="02040503050406030204" pitchFamily="18" charset="0"/>
                                        <a:sym typeface="Symbol" panose="05050102010706020507" pitchFamily="18" charset="2"/>
                                      </a:rPr>
                                      <m:t>−</m:t>
                                    </m:r>
                                    <m:sSubSup>
                                      <m:sSubSupPr>
                                        <m:ctrlPr>
                                          <a:rPr lang="en-IN" sz="2400" i="1">
                                            <a:solidFill>
                                              <a:schemeClr val="bg1"/>
                                            </a:solidFill>
                                            <a:latin typeface="Cambria Math" panose="02040503050406030204" pitchFamily="18" charset="0"/>
                                            <a:sym typeface="Symbol" panose="05050102010706020507" pitchFamily="18" charset="2"/>
                                          </a:rPr>
                                        </m:ctrlPr>
                                      </m:sSubSup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12</m:t>
                                        </m:r>
                                      </m:sub>
                                      <m:sup>
                                        <m:r>
                                          <a:rPr lang="en-IN" sz="2400" i="1">
                                            <a:solidFill>
                                              <a:schemeClr val="bg1"/>
                                            </a:solidFill>
                                            <a:latin typeface="Cambria Math" panose="02040503050406030204" pitchFamily="18" charset="0"/>
                                            <a:sym typeface="Symbol" panose="05050102010706020507" pitchFamily="18" charset="2"/>
                                          </a:rPr>
                                          <m:t>2</m:t>
                                        </m:r>
                                      </m:sup>
                                    </m:sSubSup>
                                  </m:den>
                                </m:f>
                              </m:e>
                              <m:e>
                                <m:f>
                                  <m:fPr>
                                    <m:ctrlPr>
                                      <a:rPr lang="en-IN" sz="2400" b="0" i="1" smtClean="0">
                                        <a:solidFill>
                                          <a:schemeClr val="bg1"/>
                                        </a:solidFill>
                                        <a:latin typeface="Cambria Math" panose="02040503050406030204" pitchFamily="18" charset="0"/>
                                        <a:sym typeface="Symbol" panose="05050102010706020507" pitchFamily="18" charset="2"/>
                                      </a:rPr>
                                    </m:ctrlPr>
                                  </m:fPr>
                                  <m:num>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22</m:t>
                                        </m:r>
                                      </m:sub>
                                    </m:sSub>
                                    <m:r>
                                      <a:rPr lang="en-IN" sz="2400" i="1">
                                        <a:solidFill>
                                          <a:schemeClr val="bg1"/>
                                        </a:solidFill>
                                        <a:latin typeface="Cambria Math" panose="02040503050406030204" pitchFamily="18" charset="0"/>
                                        <a:sym typeface="Symbol" panose="05050102010706020507" pitchFamily="18" charset="2"/>
                                      </a:rPr>
                                      <m:t>−</m:t>
                                    </m:r>
                                    <m:sSubSup>
                                      <m:sSubSupPr>
                                        <m:ctrlPr>
                                          <a:rPr lang="en-IN" sz="2400" i="1">
                                            <a:solidFill>
                                              <a:schemeClr val="bg1"/>
                                            </a:solidFill>
                                            <a:latin typeface="Cambria Math" panose="02040503050406030204" pitchFamily="18" charset="0"/>
                                            <a:sym typeface="Symbol" panose="05050102010706020507" pitchFamily="18" charset="2"/>
                                          </a:rPr>
                                        </m:ctrlPr>
                                      </m:sSubSup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12</m:t>
                                        </m:r>
                                      </m:sub>
                                      <m:sup>
                                        <m:r>
                                          <a:rPr lang="en-IN" sz="2400" i="1">
                                            <a:solidFill>
                                              <a:schemeClr val="bg1"/>
                                            </a:solidFill>
                                            <a:latin typeface="Cambria Math" panose="02040503050406030204" pitchFamily="18" charset="0"/>
                                            <a:sym typeface="Symbol" panose="05050102010706020507" pitchFamily="18" charset="2"/>
                                          </a:rPr>
                                          <m:t>2</m:t>
                                        </m:r>
                                      </m:sup>
                                    </m:sSubSup>
                                  </m:den>
                                </m:f>
                              </m:e>
                            </m:mr>
                          </m:m>
                        </m:e>
                      </m:d>
                      <m:d>
                        <m:dPr>
                          <m:begChr m:val="["/>
                          <m:endChr m:val="]"/>
                          <m:ctrlPr>
                            <a:rPr lang="en-IN" sz="2400" b="1" i="1">
                              <a:solidFill>
                                <a:schemeClr val="bg1"/>
                              </a:solidFill>
                              <a:latin typeface="Cambria Math" panose="02040503050406030204" pitchFamily="18" charset="0"/>
                              <a:cs typeface="Arial" panose="020B0604020202020204" pitchFamily="34" charset="0"/>
                              <a:sym typeface="Symbol" panose="05050102010706020507" pitchFamily="18" charset="2"/>
                            </a:rPr>
                          </m:ctrlPr>
                        </m:dPr>
                        <m:e>
                          <m:m>
                            <m:mPr>
                              <m:mcs>
                                <m:mc>
                                  <m:mcPr>
                                    <m:count m:val="1"/>
                                    <m:mcJc m:val="center"/>
                                  </m:mcPr>
                                </m:mc>
                              </m:mcs>
                              <m:ctrlPr>
                                <a:rPr lang="en-IN" sz="2400" b="1" i="1">
                                  <a:solidFill>
                                    <a:schemeClr val="bg1"/>
                                  </a:solidFill>
                                  <a:latin typeface="Cambria Math" panose="02040503050406030204" pitchFamily="18" charset="0"/>
                                  <a:cs typeface="Arial" panose="020B0604020202020204" pitchFamily="34" charset="0"/>
                                  <a:sym typeface="Symbol" panose="05050102010706020507" pitchFamily="18" charset="2"/>
                                </a:rPr>
                              </m:ctrlPr>
                            </m:mPr>
                            <m:mr>
                              <m:e>
                                <m:sSub>
                                  <m:sSubPr>
                                    <m:ctrlPr>
                                      <a:rPr lang="en-US" sz="2400" i="1">
                                        <a:solidFill>
                                          <a:schemeClr val="bg1"/>
                                        </a:solidFill>
                                        <a:latin typeface="Cambria Math" panose="02040503050406030204" pitchFamily="18" charset="0"/>
                                        <a:cs typeface="Arial" panose="020B0604020202020204" pitchFamily="34" charset="0"/>
                                      </a:rPr>
                                    </m:ctrlPr>
                                  </m:sSubPr>
                                  <m:e>
                                    <m:r>
                                      <m:rPr>
                                        <m:sty m:val="p"/>
                                      </m:rPr>
                                      <a:rPr lang="en-US" sz="2400">
                                        <a:solidFill>
                                          <a:schemeClr val="bg1"/>
                                        </a:solidFill>
                                        <a:latin typeface="Cambria Math" panose="02040503050406030204" pitchFamily="18" charset="0"/>
                                        <a:cs typeface="Arial" panose="020B0604020202020204" pitchFamily="34" charset="0"/>
                                      </a:rPr>
                                      <m:t>x</m:t>
                                    </m:r>
                                  </m:e>
                                  <m:sub>
                                    <m:r>
                                      <m:rPr>
                                        <m:sty m:val="p"/>
                                      </m:rPr>
                                      <a:rPr lang="en-IN" sz="2400">
                                        <a:solidFill>
                                          <a:schemeClr val="bg1"/>
                                        </a:solidFill>
                                        <a:latin typeface="Cambria Math" panose="02040503050406030204" pitchFamily="18" charset="0"/>
                                        <a:cs typeface="Arial" panose="020B0604020202020204" pitchFamily="34" charset="0"/>
                                      </a:rPr>
                                      <m:t>i</m:t>
                                    </m:r>
                                    <m:r>
                                      <a:rPr lang="en-IN" sz="2400">
                                        <a:solidFill>
                                          <a:schemeClr val="bg1"/>
                                        </a:solidFill>
                                        <a:latin typeface="Cambria Math" panose="02040503050406030204" pitchFamily="18" charset="0"/>
                                        <a:cs typeface="Arial" panose="020B0604020202020204" pitchFamily="34" charset="0"/>
                                      </a:rPr>
                                      <m:t>,1</m:t>
                                    </m:r>
                                  </m:sub>
                                </m:sSub>
                                <m:r>
                                  <a:rPr lang="en-US" sz="2400">
                                    <a:solidFill>
                                      <a:schemeClr val="bg1"/>
                                    </a:solidFill>
                                    <a:latin typeface="Cambria Math" panose="02040503050406030204" pitchFamily="18" charset="0"/>
                                    <a:cs typeface="Arial" panose="020B0604020202020204" pitchFamily="34" charset="0"/>
                                  </a:rPr>
                                  <m:t>−</m:t>
                                </m:r>
                                <m:sSub>
                                  <m:sSub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a:solidFill>
                                          <a:schemeClr val="bg1"/>
                                        </a:solidFill>
                                        <a:latin typeface="Cambria Math" panose="02040503050406030204" pitchFamily="18" charset="0"/>
                                        <a:ea typeface="Cambria Math" panose="02040503050406030204" pitchFamily="18" charset="0"/>
                                        <a:cs typeface="Arial" panose="020B0604020202020204" pitchFamily="34" charset="0"/>
                                      </a:rPr>
                                      <m:t>1</m:t>
                                    </m:r>
                                  </m:sub>
                                </m:sSub>
                              </m:e>
                            </m:mr>
                            <m:mr>
                              <m:e>
                                <m:sSub>
                                  <m:sSubPr>
                                    <m:ctrlPr>
                                      <a:rPr lang="en-US" sz="2400" i="1">
                                        <a:solidFill>
                                          <a:schemeClr val="bg1"/>
                                        </a:solidFill>
                                        <a:latin typeface="Cambria Math" panose="02040503050406030204" pitchFamily="18" charset="0"/>
                                        <a:cs typeface="Arial" panose="020B0604020202020204" pitchFamily="34" charset="0"/>
                                      </a:rPr>
                                    </m:ctrlPr>
                                  </m:sSubPr>
                                  <m:e>
                                    <m:r>
                                      <m:rPr>
                                        <m:sty m:val="p"/>
                                      </m:rPr>
                                      <a:rPr lang="en-US" sz="2400">
                                        <a:solidFill>
                                          <a:schemeClr val="bg1"/>
                                        </a:solidFill>
                                        <a:latin typeface="Cambria Math" panose="02040503050406030204" pitchFamily="18" charset="0"/>
                                        <a:cs typeface="Arial" panose="020B0604020202020204" pitchFamily="34" charset="0"/>
                                      </a:rPr>
                                      <m:t>x</m:t>
                                    </m:r>
                                  </m:e>
                                  <m:sub>
                                    <m:r>
                                      <m:rPr>
                                        <m:sty m:val="p"/>
                                      </m:rPr>
                                      <a:rPr lang="en-IN" sz="2400">
                                        <a:solidFill>
                                          <a:schemeClr val="bg1"/>
                                        </a:solidFill>
                                        <a:latin typeface="Cambria Math" panose="02040503050406030204" pitchFamily="18" charset="0"/>
                                        <a:cs typeface="Arial" panose="020B0604020202020204" pitchFamily="34" charset="0"/>
                                      </a:rPr>
                                      <m:t>i</m:t>
                                    </m:r>
                                    <m:r>
                                      <a:rPr lang="en-IN" sz="2400">
                                        <a:solidFill>
                                          <a:schemeClr val="bg1"/>
                                        </a:solidFill>
                                        <a:latin typeface="Cambria Math" panose="02040503050406030204" pitchFamily="18" charset="0"/>
                                        <a:cs typeface="Arial" panose="020B0604020202020204" pitchFamily="34" charset="0"/>
                                      </a:rPr>
                                      <m:t>,2</m:t>
                                    </m:r>
                                  </m:sub>
                                </m:sSub>
                                <m:r>
                                  <a:rPr lang="en-US" sz="2400">
                                    <a:solidFill>
                                      <a:schemeClr val="bg1"/>
                                    </a:solidFill>
                                    <a:latin typeface="Cambria Math" panose="02040503050406030204" pitchFamily="18" charset="0"/>
                                    <a:cs typeface="Arial" panose="020B0604020202020204" pitchFamily="34" charset="0"/>
                                  </a:rPr>
                                  <m:t>−</m:t>
                                </m:r>
                                <m:sSub>
                                  <m:sSub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b>
                                </m:sSub>
                              </m:e>
                            </m:mr>
                          </m:m>
                        </m:e>
                      </m:d>
                      <m:r>
                        <a:rPr lang="en-IN" sz="2400" b="1"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bSup>
                        <m:sSubSupPr>
                          <m:ctrlPr>
                            <a:rPr lang="en-US"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SupPr>
                        <m:e>
                          <m:r>
                            <m:rPr>
                              <m:sty m:val="p"/>
                            </m:rP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d</m:t>
                          </m:r>
                        </m:e>
                        <m:sub>
                          <m:r>
                            <m:rPr>
                              <m:sty m:val="p"/>
                            </m:rP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i</m:t>
                          </m:r>
                        </m:sub>
                        <m:sup>
                          <m: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p>
                      </m:sSubSup>
                    </m:oMath>
                  </m:oMathPara>
                </a14:m>
                <a:endParaRPr lang="en-IN" sz="2400" dirty="0">
                  <a:solidFill>
                    <a:schemeClr val="bg1"/>
                  </a:solidFill>
                </a:endParaRPr>
              </a:p>
            </p:txBody>
          </p:sp>
        </mc:Choice>
        <mc:Fallback xmlns="">
          <p:sp>
            <p:nvSpPr>
              <p:cNvPr id="10" name="TextBox 9">
                <a:extLst>
                  <a:ext uri="{FF2B5EF4-FFF2-40B4-BE49-F238E27FC236}">
                    <a16:creationId xmlns:a16="http://schemas.microsoft.com/office/drawing/2014/main" id="{E08963AB-CCCD-0E97-621A-A38E38B0EB7F}"/>
                  </a:ext>
                </a:extLst>
              </p:cNvPr>
              <p:cNvSpPr txBox="1">
                <a:spLocks noRot="1" noChangeAspect="1" noMove="1" noResize="1" noEditPoints="1" noAdjustHandles="1" noChangeArrowheads="1" noChangeShapeType="1" noTextEdit="1"/>
              </p:cNvSpPr>
              <p:nvPr/>
            </p:nvSpPr>
            <p:spPr>
              <a:xfrm>
                <a:off x="398364" y="4036792"/>
                <a:ext cx="10859108" cy="2309991"/>
              </a:xfrm>
              <a:prstGeom prst="rect">
                <a:avLst/>
              </a:prstGeom>
              <a:blipFill>
                <a:blip r:embed="rId5"/>
                <a:stretch>
                  <a:fillRect/>
                </a:stretch>
              </a:blipFill>
            </p:spPr>
            <p:txBody>
              <a:bodyPr/>
              <a:lstStyle/>
              <a:p>
                <a:r>
                  <a:rPr lang="en-IN">
                    <a:noFill/>
                  </a:rPr>
                  <a:t> </a:t>
                </a:r>
              </a:p>
            </p:txBody>
          </p:sp>
        </mc:Fallback>
      </mc:AlternateContent>
      <p:grpSp>
        <p:nvGrpSpPr>
          <p:cNvPr id="100" name="Group 99">
            <a:extLst>
              <a:ext uri="{FF2B5EF4-FFF2-40B4-BE49-F238E27FC236}">
                <a16:creationId xmlns:a16="http://schemas.microsoft.com/office/drawing/2014/main" id="{62481B42-E1F9-7EC3-751B-FC2EBF29D606}"/>
              </a:ext>
            </a:extLst>
          </p:cNvPr>
          <p:cNvGrpSpPr/>
          <p:nvPr/>
        </p:nvGrpSpPr>
        <p:grpSpPr>
          <a:xfrm>
            <a:off x="10882238" y="2099016"/>
            <a:ext cx="313200" cy="293040"/>
            <a:chOff x="10882238" y="2099016"/>
            <a:chExt cx="313200" cy="293040"/>
          </a:xfrm>
        </p:grpSpPr>
        <mc:AlternateContent xmlns:mc="http://schemas.openxmlformats.org/markup-compatibility/2006">
          <mc:Choice xmlns:p14="http://schemas.microsoft.com/office/powerpoint/2010/main" Requires="p14">
            <p:contentPart p14:bwMode="auto" r:id="rId6">
              <p14:nvContentPartPr>
                <p14:cNvPr id="98" name="Ink 97">
                  <a:extLst>
                    <a:ext uri="{FF2B5EF4-FFF2-40B4-BE49-F238E27FC236}">
                      <a16:creationId xmlns:a16="http://schemas.microsoft.com/office/drawing/2014/main" id="{1BA5FDD1-19F8-5D24-0BAA-AC776D71BEAE}"/>
                    </a:ext>
                  </a:extLst>
                </p14:cNvPr>
                <p14:cNvContentPartPr/>
                <p14:nvPr/>
              </p14:nvContentPartPr>
              <p14:xfrm>
                <a:off x="10988438" y="2204856"/>
                <a:ext cx="56160" cy="55440"/>
              </p14:xfrm>
            </p:contentPart>
          </mc:Choice>
          <mc:Fallback>
            <p:pic>
              <p:nvPicPr>
                <p:cNvPr id="98" name="Ink 97">
                  <a:extLst>
                    <a:ext uri="{FF2B5EF4-FFF2-40B4-BE49-F238E27FC236}">
                      <a16:creationId xmlns:a16="http://schemas.microsoft.com/office/drawing/2014/main" id="{1BA5FDD1-19F8-5D24-0BAA-AC776D71BEAE}"/>
                    </a:ext>
                  </a:extLst>
                </p:cNvPr>
                <p:cNvPicPr/>
                <p:nvPr/>
              </p:nvPicPr>
              <p:blipFill>
                <a:blip r:embed="rId7"/>
                <a:stretch>
                  <a:fillRect/>
                </a:stretch>
              </p:blipFill>
              <p:spPr>
                <a:xfrm>
                  <a:off x="10984118" y="2200536"/>
                  <a:ext cx="6480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99" name="Ink 98">
                  <a:extLst>
                    <a:ext uri="{FF2B5EF4-FFF2-40B4-BE49-F238E27FC236}">
                      <a16:creationId xmlns:a16="http://schemas.microsoft.com/office/drawing/2014/main" id="{F08A3284-7375-6896-1161-8450D745ABFE}"/>
                    </a:ext>
                  </a:extLst>
                </p14:cNvPr>
                <p14:cNvContentPartPr/>
                <p14:nvPr/>
              </p14:nvContentPartPr>
              <p14:xfrm>
                <a:off x="10882238" y="2099016"/>
                <a:ext cx="313200" cy="293040"/>
              </p14:xfrm>
            </p:contentPart>
          </mc:Choice>
          <mc:Fallback>
            <p:pic>
              <p:nvPicPr>
                <p:cNvPr id="99" name="Ink 98">
                  <a:extLst>
                    <a:ext uri="{FF2B5EF4-FFF2-40B4-BE49-F238E27FC236}">
                      <a16:creationId xmlns:a16="http://schemas.microsoft.com/office/drawing/2014/main" id="{F08A3284-7375-6896-1161-8450D745ABFE}"/>
                    </a:ext>
                  </a:extLst>
                </p:cNvPr>
                <p:cNvPicPr/>
                <p:nvPr/>
              </p:nvPicPr>
              <p:blipFill>
                <a:blip r:embed="rId9"/>
                <a:stretch>
                  <a:fillRect/>
                </a:stretch>
              </p:blipFill>
              <p:spPr>
                <a:xfrm>
                  <a:off x="10877918" y="2094696"/>
                  <a:ext cx="321840" cy="301680"/>
                </a:xfrm>
                <a:prstGeom prst="rect">
                  <a:avLst/>
                </a:prstGeom>
              </p:spPr>
            </p:pic>
          </mc:Fallback>
        </mc:AlternateContent>
      </p:grpSp>
      <p:grpSp>
        <p:nvGrpSpPr>
          <p:cNvPr id="112" name="Group 111">
            <a:extLst>
              <a:ext uri="{FF2B5EF4-FFF2-40B4-BE49-F238E27FC236}">
                <a16:creationId xmlns:a16="http://schemas.microsoft.com/office/drawing/2014/main" id="{F7994999-72FC-5A9F-807C-1E7467146ADB}"/>
              </a:ext>
            </a:extLst>
          </p:cNvPr>
          <p:cNvGrpSpPr/>
          <p:nvPr/>
        </p:nvGrpSpPr>
        <p:grpSpPr>
          <a:xfrm>
            <a:off x="9890438" y="1882656"/>
            <a:ext cx="641880" cy="557640"/>
            <a:chOff x="9890438" y="1882656"/>
            <a:chExt cx="641880" cy="557640"/>
          </a:xfrm>
        </p:grpSpPr>
        <mc:AlternateContent xmlns:mc="http://schemas.openxmlformats.org/markup-compatibility/2006">
          <mc:Choice xmlns:p14="http://schemas.microsoft.com/office/powerpoint/2010/main" Requires="p14">
            <p:contentPart p14:bwMode="auto" r:id="rId10">
              <p14:nvContentPartPr>
                <p14:cNvPr id="92" name="Ink 91">
                  <a:extLst>
                    <a:ext uri="{FF2B5EF4-FFF2-40B4-BE49-F238E27FC236}">
                      <a16:creationId xmlns:a16="http://schemas.microsoft.com/office/drawing/2014/main" id="{76FFDDD3-C9AF-BE3A-04C8-9E4C6572A061}"/>
                    </a:ext>
                  </a:extLst>
                </p14:cNvPr>
                <p14:cNvContentPartPr/>
                <p14:nvPr/>
              </p14:nvContentPartPr>
              <p14:xfrm>
                <a:off x="10503878" y="1980576"/>
                <a:ext cx="28440" cy="5040"/>
              </p14:xfrm>
            </p:contentPart>
          </mc:Choice>
          <mc:Fallback>
            <p:pic>
              <p:nvPicPr>
                <p:cNvPr id="92" name="Ink 91">
                  <a:extLst>
                    <a:ext uri="{FF2B5EF4-FFF2-40B4-BE49-F238E27FC236}">
                      <a16:creationId xmlns:a16="http://schemas.microsoft.com/office/drawing/2014/main" id="{76FFDDD3-C9AF-BE3A-04C8-9E4C6572A061}"/>
                    </a:ext>
                  </a:extLst>
                </p:cNvPr>
                <p:cNvPicPr/>
                <p:nvPr/>
              </p:nvPicPr>
              <p:blipFill>
                <a:blip r:embed="rId11"/>
                <a:stretch>
                  <a:fillRect/>
                </a:stretch>
              </p:blipFill>
              <p:spPr>
                <a:xfrm>
                  <a:off x="10499558" y="1976256"/>
                  <a:ext cx="37080" cy="136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3" name="Ink 92">
                  <a:extLst>
                    <a:ext uri="{FF2B5EF4-FFF2-40B4-BE49-F238E27FC236}">
                      <a16:creationId xmlns:a16="http://schemas.microsoft.com/office/drawing/2014/main" id="{FC3F9BEC-1195-7B05-B93C-60883CCEB60A}"/>
                    </a:ext>
                  </a:extLst>
                </p14:cNvPr>
                <p14:cNvContentPartPr/>
                <p14:nvPr/>
              </p14:nvContentPartPr>
              <p14:xfrm>
                <a:off x="10507838" y="1928736"/>
                <a:ext cx="5040" cy="20520"/>
              </p14:xfrm>
            </p:contentPart>
          </mc:Choice>
          <mc:Fallback>
            <p:pic>
              <p:nvPicPr>
                <p:cNvPr id="93" name="Ink 92">
                  <a:extLst>
                    <a:ext uri="{FF2B5EF4-FFF2-40B4-BE49-F238E27FC236}">
                      <a16:creationId xmlns:a16="http://schemas.microsoft.com/office/drawing/2014/main" id="{FC3F9BEC-1195-7B05-B93C-60883CCEB60A}"/>
                    </a:ext>
                  </a:extLst>
                </p:cNvPr>
                <p:cNvPicPr/>
                <p:nvPr/>
              </p:nvPicPr>
              <p:blipFill>
                <a:blip r:embed="rId13"/>
                <a:stretch>
                  <a:fillRect/>
                </a:stretch>
              </p:blipFill>
              <p:spPr>
                <a:xfrm>
                  <a:off x="10503518" y="1924416"/>
                  <a:ext cx="1368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4" name="Ink 93">
                  <a:extLst>
                    <a:ext uri="{FF2B5EF4-FFF2-40B4-BE49-F238E27FC236}">
                      <a16:creationId xmlns:a16="http://schemas.microsoft.com/office/drawing/2014/main" id="{91286811-7D37-A8A4-F156-A22849BAD912}"/>
                    </a:ext>
                  </a:extLst>
                </p14:cNvPr>
                <p14:cNvContentPartPr/>
                <p14:nvPr/>
              </p14:nvContentPartPr>
              <p14:xfrm>
                <a:off x="9975398" y="2006856"/>
                <a:ext cx="131760" cy="109080"/>
              </p14:xfrm>
            </p:contentPart>
          </mc:Choice>
          <mc:Fallback>
            <p:pic>
              <p:nvPicPr>
                <p:cNvPr id="94" name="Ink 93">
                  <a:extLst>
                    <a:ext uri="{FF2B5EF4-FFF2-40B4-BE49-F238E27FC236}">
                      <a16:creationId xmlns:a16="http://schemas.microsoft.com/office/drawing/2014/main" id="{91286811-7D37-A8A4-F156-A22849BAD912}"/>
                    </a:ext>
                  </a:extLst>
                </p:cNvPr>
                <p:cNvPicPr/>
                <p:nvPr/>
              </p:nvPicPr>
              <p:blipFill>
                <a:blip r:embed="rId15"/>
                <a:stretch>
                  <a:fillRect/>
                </a:stretch>
              </p:blipFill>
              <p:spPr>
                <a:xfrm>
                  <a:off x="9971078" y="2002536"/>
                  <a:ext cx="14040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5" name="Ink 94">
                  <a:extLst>
                    <a:ext uri="{FF2B5EF4-FFF2-40B4-BE49-F238E27FC236}">
                      <a16:creationId xmlns:a16="http://schemas.microsoft.com/office/drawing/2014/main" id="{4EF730F6-3E98-00BA-F47B-05F8EFB99117}"/>
                    </a:ext>
                  </a:extLst>
                </p14:cNvPr>
                <p14:cNvContentPartPr/>
                <p14:nvPr/>
              </p14:nvContentPartPr>
              <p14:xfrm>
                <a:off x="9890438" y="1882656"/>
                <a:ext cx="342000" cy="391680"/>
              </p14:xfrm>
            </p:contentPart>
          </mc:Choice>
          <mc:Fallback>
            <p:pic>
              <p:nvPicPr>
                <p:cNvPr id="95" name="Ink 94">
                  <a:extLst>
                    <a:ext uri="{FF2B5EF4-FFF2-40B4-BE49-F238E27FC236}">
                      <a16:creationId xmlns:a16="http://schemas.microsoft.com/office/drawing/2014/main" id="{4EF730F6-3E98-00BA-F47B-05F8EFB99117}"/>
                    </a:ext>
                  </a:extLst>
                </p:cNvPr>
                <p:cNvPicPr/>
                <p:nvPr/>
              </p:nvPicPr>
              <p:blipFill>
                <a:blip r:embed="rId17"/>
                <a:stretch>
                  <a:fillRect/>
                </a:stretch>
              </p:blipFill>
              <p:spPr>
                <a:xfrm>
                  <a:off x="9886118" y="1878336"/>
                  <a:ext cx="350640" cy="4003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01" name="Ink 100">
                  <a:extLst>
                    <a:ext uri="{FF2B5EF4-FFF2-40B4-BE49-F238E27FC236}">
                      <a16:creationId xmlns:a16="http://schemas.microsoft.com/office/drawing/2014/main" id="{37FF230C-5013-A61E-9759-E20D68D71C38}"/>
                    </a:ext>
                  </a:extLst>
                </p14:cNvPr>
                <p14:cNvContentPartPr/>
                <p14:nvPr/>
              </p14:nvContentPartPr>
              <p14:xfrm>
                <a:off x="10029038" y="2268216"/>
                <a:ext cx="360" cy="360"/>
              </p14:xfrm>
            </p:contentPart>
          </mc:Choice>
          <mc:Fallback>
            <p:pic>
              <p:nvPicPr>
                <p:cNvPr id="101" name="Ink 100">
                  <a:extLst>
                    <a:ext uri="{FF2B5EF4-FFF2-40B4-BE49-F238E27FC236}">
                      <a16:creationId xmlns:a16="http://schemas.microsoft.com/office/drawing/2014/main" id="{37FF230C-5013-A61E-9759-E20D68D71C38}"/>
                    </a:ext>
                  </a:extLst>
                </p:cNvPr>
                <p:cNvPicPr/>
                <p:nvPr/>
              </p:nvPicPr>
              <p:blipFill>
                <a:blip r:embed="rId19"/>
                <a:stretch>
                  <a:fillRect/>
                </a:stretch>
              </p:blipFill>
              <p:spPr>
                <a:xfrm>
                  <a:off x="10024718" y="226389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02" name="Ink 101">
                  <a:extLst>
                    <a:ext uri="{FF2B5EF4-FFF2-40B4-BE49-F238E27FC236}">
                      <a16:creationId xmlns:a16="http://schemas.microsoft.com/office/drawing/2014/main" id="{6FC4AAF5-4292-F17A-D2C7-02F7F0574AED}"/>
                    </a:ext>
                  </a:extLst>
                </p14:cNvPr>
                <p14:cNvContentPartPr/>
                <p14:nvPr/>
              </p14:nvContentPartPr>
              <p14:xfrm>
                <a:off x="10041638" y="2306016"/>
                <a:ext cx="2880" cy="16560"/>
              </p14:xfrm>
            </p:contentPart>
          </mc:Choice>
          <mc:Fallback>
            <p:pic>
              <p:nvPicPr>
                <p:cNvPr id="102" name="Ink 101">
                  <a:extLst>
                    <a:ext uri="{FF2B5EF4-FFF2-40B4-BE49-F238E27FC236}">
                      <a16:creationId xmlns:a16="http://schemas.microsoft.com/office/drawing/2014/main" id="{6FC4AAF5-4292-F17A-D2C7-02F7F0574AED}"/>
                    </a:ext>
                  </a:extLst>
                </p:cNvPr>
                <p:cNvPicPr/>
                <p:nvPr/>
              </p:nvPicPr>
              <p:blipFill>
                <a:blip r:embed="rId21"/>
                <a:stretch>
                  <a:fillRect/>
                </a:stretch>
              </p:blipFill>
              <p:spPr>
                <a:xfrm>
                  <a:off x="10037318" y="2301696"/>
                  <a:ext cx="1152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04" name="Ink 103">
                  <a:extLst>
                    <a:ext uri="{FF2B5EF4-FFF2-40B4-BE49-F238E27FC236}">
                      <a16:creationId xmlns:a16="http://schemas.microsoft.com/office/drawing/2014/main" id="{287F8A28-0FED-EF48-0910-2E371DE4381F}"/>
                    </a:ext>
                  </a:extLst>
                </p14:cNvPr>
                <p14:cNvContentPartPr/>
                <p14:nvPr/>
              </p14:nvContentPartPr>
              <p14:xfrm>
                <a:off x="10034078" y="2171016"/>
                <a:ext cx="15480" cy="4320"/>
              </p14:xfrm>
            </p:contentPart>
          </mc:Choice>
          <mc:Fallback>
            <p:pic>
              <p:nvPicPr>
                <p:cNvPr id="104" name="Ink 103">
                  <a:extLst>
                    <a:ext uri="{FF2B5EF4-FFF2-40B4-BE49-F238E27FC236}">
                      <a16:creationId xmlns:a16="http://schemas.microsoft.com/office/drawing/2014/main" id="{287F8A28-0FED-EF48-0910-2E371DE4381F}"/>
                    </a:ext>
                  </a:extLst>
                </p:cNvPr>
                <p:cNvPicPr/>
                <p:nvPr/>
              </p:nvPicPr>
              <p:blipFill>
                <a:blip r:embed="rId23"/>
                <a:stretch>
                  <a:fillRect/>
                </a:stretch>
              </p:blipFill>
              <p:spPr>
                <a:xfrm>
                  <a:off x="10029758" y="2166696"/>
                  <a:ext cx="24120" cy="129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05" name="Ink 104">
                  <a:extLst>
                    <a:ext uri="{FF2B5EF4-FFF2-40B4-BE49-F238E27FC236}">
                      <a16:creationId xmlns:a16="http://schemas.microsoft.com/office/drawing/2014/main" id="{80DAACCB-9835-9CAA-B48E-8706DE4039D0}"/>
                    </a:ext>
                  </a:extLst>
                </p14:cNvPr>
                <p14:cNvContentPartPr/>
                <p14:nvPr/>
              </p14:nvContentPartPr>
              <p14:xfrm>
                <a:off x="10198958" y="2298096"/>
                <a:ext cx="51120" cy="142200"/>
              </p14:xfrm>
            </p:contentPart>
          </mc:Choice>
          <mc:Fallback>
            <p:pic>
              <p:nvPicPr>
                <p:cNvPr id="105" name="Ink 104">
                  <a:extLst>
                    <a:ext uri="{FF2B5EF4-FFF2-40B4-BE49-F238E27FC236}">
                      <a16:creationId xmlns:a16="http://schemas.microsoft.com/office/drawing/2014/main" id="{80DAACCB-9835-9CAA-B48E-8706DE4039D0}"/>
                    </a:ext>
                  </a:extLst>
                </p:cNvPr>
                <p:cNvPicPr/>
                <p:nvPr/>
              </p:nvPicPr>
              <p:blipFill>
                <a:blip r:embed="rId25"/>
                <a:stretch>
                  <a:fillRect/>
                </a:stretch>
              </p:blipFill>
              <p:spPr>
                <a:xfrm>
                  <a:off x="10194638" y="2293776"/>
                  <a:ext cx="59760" cy="1508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06" name="Ink 105">
                  <a:extLst>
                    <a:ext uri="{FF2B5EF4-FFF2-40B4-BE49-F238E27FC236}">
                      <a16:creationId xmlns:a16="http://schemas.microsoft.com/office/drawing/2014/main" id="{BB070D59-66C3-54B5-4E4A-703A9E2C9EB7}"/>
                    </a:ext>
                  </a:extLst>
                </p14:cNvPr>
                <p14:cNvContentPartPr/>
                <p14:nvPr/>
              </p14:nvContentPartPr>
              <p14:xfrm>
                <a:off x="10196078" y="2277576"/>
                <a:ext cx="11520" cy="41400"/>
              </p14:xfrm>
            </p:contentPart>
          </mc:Choice>
          <mc:Fallback>
            <p:pic>
              <p:nvPicPr>
                <p:cNvPr id="106" name="Ink 105">
                  <a:extLst>
                    <a:ext uri="{FF2B5EF4-FFF2-40B4-BE49-F238E27FC236}">
                      <a16:creationId xmlns:a16="http://schemas.microsoft.com/office/drawing/2014/main" id="{BB070D59-66C3-54B5-4E4A-703A9E2C9EB7}"/>
                    </a:ext>
                  </a:extLst>
                </p:cNvPr>
                <p:cNvPicPr/>
                <p:nvPr/>
              </p:nvPicPr>
              <p:blipFill>
                <a:blip r:embed="rId27"/>
                <a:stretch>
                  <a:fillRect/>
                </a:stretch>
              </p:blipFill>
              <p:spPr>
                <a:xfrm>
                  <a:off x="10191758" y="2273256"/>
                  <a:ext cx="2016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07" name="Ink 106">
                  <a:extLst>
                    <a:ext uri="{FF2B5EF4-FFF2-40B4-BE49-F238E27FC236}">
                      <a16:creationId xmlns:a16="http://schemas.microsoft.com/office/drawing/2014/main" id="{E59D7693-F525-B27C-FFD4-CCE6EEA1A8D3}"/>
                    </a:ext>
                  </a:extLst>
                </p14:cNvPr>
                <p14:cNvContentPartPr/>
                <p14:nvPr/>
              </p14:nvContentPartPr>
              <p14:xfrm>
                <a:off x="10210118" y="2205576"/>
                <a:ext cx="143280" cy="187920"/>
              </p14:xfrm>
            </p:contentPart>
          </mc:Choice>
          <mc:Fallback>
            <p:pic>
              <p:nvPicPr>
                <p:cNvPr id="107" name="Ink 106">
                  <a:extLst>
                    <a:ext uri="{FF2B5EF4-FFF2-40B4-BE49-F238E27FC236}">
                      <a16:creationId xmlns:a16="http://schemas.microsoft.com/office/drawing/2014/main" id="{E59D7693-F525-B27C-FFD4-CCE6EEA1A8D3}"/>
                    </a:ext>
                  </a:extLst>
                </p:cNvPr>
                <p:cNvPicPr/>
                <p:nvPr/>
              </p:nvPicPr>
              <p:blipFill>
                <a:blip r:embed="rId29"/>
                <a:stretch>
                  <a:fillRect/>
                </a:stretch>
              </p:blipFill>
              <p:spPr>
                <a:xfrm>
                  <a:off x="10205798" y="2201256"/>
                  <a:ext cx="15192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08" name="Ink 107">
                  <a:extLst>
                    <a:ext uri="{FF2B5EF4-FFF2-40B4-BE49-F238E27FC236}">
                      <a16:creationId xmlns:a16="http://schemas.microsoft.com/office/drawing/2014/main" id="{D0D4581C-6B37-DD5A-EE83-C054AE1C75C6}"/>
                    </a:ext>
                  </a:extLst>
                </p14:cNvPr>
                <p14:cNvContentPartPr/>
                <p14:nvPr/>
              </p14:nvContentPartPr>
              <p14:xfrm>
                <a:off x="10270598" y="2308536"/>
                <a:ext cx="234000" cy="39960"/>
              </p14:xfrm>
            </p:contentPart>
          </mc:Choice>
          <mc:Fallback>
            <p:pic>
              <p:nvPicPr>
                <p:cNvPr id="108" name="Ink 107">
                  <a:extLst>
                    <a:ext uri="{FF2B5EF4-FFF2-40B4-BE49-F238E27FC236}">
                      <a16:creationId xmlns:a16="http://schemas.microsoft.com/office/drawing/2014/main" id="{D0D4581C-6B37-DD5A-EE83-C054AE1C75C6}"/>
                    </a:ext>
                  </a:extLst>
                </p:cNvPr>
                <p:cNvPicPr/>
                <p:nvPr/>
              </p:nvPicPr>
              <p:blipFill>
                <a:blip r:embed="rId31"/>
                <a:stretch>
                  <a:fillRect/>
                </a:stretch>
              </p:blipFill>
              <p:spPr>
                <a:xfrm>
                  <a:off x="10266278" y="2304216"/>
                  <a:ext cx="242640" cy="48600"/>
                </a:xfrm>
                <a:prstGeom prst="rect">
                  <a:avLst/>
                </a:prstGeom>
              </p:spPr>
            </p:pic>
          </mc:Fallback>
        </mc:AlternateContent>
      </p:grpSp>
      <p:grpSp>
        <p:nvGrpSpPr>
          <p:cNvPr id="111" name="Group 110">
            <a:extLst>
              <a:ext uri="{FF2B5EF4-FFF2-40B4-BE49-F238E27FC236}">
                <a16:creationId xmlns:a16="http://schemas.microsoft.com/office/drawing/2014/main" id="{8784FEE5-99A3-AC2A-9BC8-8B445DE5848B}"/>
              </a:ext>
            </a:extLst>
          </p:cNvPr>
          <p:cNvGrpSpPr/>
          <p:nvPr/>
        </p:nvGrpSpPr>
        <p:grpSpPr>
          <a:xfrm>
            <a:off x="11330798" y="2201976"/>
            <a:ext cx="267480" cy="301320"/>
            <a:chOff x="11330798" y="2201976"/>
            <a:chExt cx="267480" cy="301320"/>
          </a:xfrm>
        </p:grpSpPr>
        <mc:AlternateContent xmlns:mc="http://schemas.openxmlformats.org/markup-compatibility/2006">
          <mc:Choice xmlns:p14="http://schemas.microsoft.com/office/powerpoint/2010/main" Requires="p14">
            <p:contentPart p14:bwMode="auto" r:id="rId32">
              <p14:nvContentPartPr>
                <p14:cNvPr id="109" name="Ink 108">
                  <a:extLst>
                    <a:ext uri="{FF2B5EF4-FFF2-40B4-BE49-F238E27FC236}">
                      <a16:creationId xmlns:a16="http://schemas.microsoft.com/office/drawing/2014/main" id="{513AFE3F-F887-1348-292A-4B52C1D45100}"/>
                    </a:ext>
                  </a:extLst>
                </p14:cNvPr>
                <p14:cNvContentPartPr/>
                <p14:nvPr/>
              </p14:nvContentPartPr>
              <p14:xfrm>
                <a:off x="11344838" y="2220696"/>
                <a:ext cx="21240" cy="282600"/>
              </p14:xfrm>
            </p:contentPart>
          </mc:Choice>
          <mc:Fallback>
            <p:pic>
              <p:nvPicPr>
                <p:cNvPr id="109" name="Ink 108">
                  <a:extLst>
                    <a:ext uri="{FF2B5EF4-FFF2-40B4-BE49-F238E27FC236}">
                      <a16:creationId xmlns:a16="http://schemas.microsoft.com/office/drawing/2014/main" id="{513AFE3F-F887-1348-292A-4B52C1D45100}"/>
                    </a:ext>
                  </a:extLst>
                </p:cNvPr>
                <p:cNvPicPr/>
                <p:nvPr/>
              </p:nvPicPr>
              <p:blipFill>
                <a:blip r:embed="rId33"/>
                <a:stretch>
                  <a:fillRect/>
                </a:stretch>
              </p:blipFill>
              <p:spPr>
                <a:xfrm>
                  <a:off x="11340518" y="2216376"/>
                  <a:ext cx="29880" cy="2912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10" name="Ink 109">
                  <a:extLst>
                    <a:ext uri="{FF2B5EF4-FFF2-40B4-BE49-F238E27FC236}">
                      <a16:creationId xmlns:a16="http://schemas.microsoft.com/office/drawing/2014/main" id="{4B664471-9B05-F465-C9A3-6D0FC7D41EC4}"/>
                    </a:ext>
                  </a:extLst>
                </p14:cNvPr>
                <p14:cNvContentPartPr/>
                <p14:nvPr/>
              </p14:nvContentPartPr>
              <p14:xfrm>
                <a:off x="11330798" y="2201976"/>
                <a:ext cx="267480" cy="232920"/>
              </p14:xfrm>
            </p:contentPart>
          </mc:Choice>
          <mc:Fallback>
            <p:pic>
              <p:nvPicPr>
                <p:cNvPr id="110" name="Ink 109">
                  <a:extLst>
                    <a:ext uri="{FF2B5EF4-FFF2-40B4-BE49-F238E27FC236}">
                      <a16:creationId xmlns:a16="http://schemas.microsoft.com/office/drawing/2014/main" id="{4B664471-9B05-F465-C9A3-6D0FC7D41EC4}"/>
                    </a:ext>
                  </a:extLst>
                </p:cNvPr>
                <p:cNvPicPr/>
                <p:nvPr/>
              </p:nvPicPr>
              <p:blipFill>
                <a:blip r:embed="rId35"/>
                <a:stretch>
                  <a:fillRect/>
                </a:stretch>
              </p:blipFill>
              <p:spPr>
                <a:xfrm>
                  <a:off x="11326478" y="2197656"/>
                  <a:ext cx="276120" cy="2415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6">
            <p14:nvContentPartPr>
              <p14:cNvPr id="132" name="Ink 131">
                <a:extLst>
                  <a:ext uri="{FF2B5EF4-FFF2-40B4-BE49-F238E27FC236}">
                    <a16:creationId xmlns:a16="http://schemas.microsoft.com/office/drawing/2014/main" id="{B65081CF-79D9-6D51-4904-1E5881A355F8}"/>
                  </a:ext>
                </a:extLst>
              </p14:cNvPr>
              <p14:cNvContentPartPr/>
              <p14:nvPr/>
            </p14:nvContentPartPr>
            <p14:xfrm>
              <a:off x="1235678" y="6291936"/>
              <a:ext cx="9659520" cy="313200"/>
            </p14:xfrm>
          </p:contentPart>
        </mc:Choice>
        <mc:Fallback>
          <p:pic>
            <p:nvPicPr>
              <p:cNvPr id="132" name="Ink 131">
                <a:extLst>
                  <a:ext uri="{FF2B5EF4-FFF2-40B4-BE49-F238E27FC236}">
                    <a16:creationId xmlns:a16="http://schemas.microsoft.com/office/drawing/2014/main" id="{B65081CF-79D9-6D51-4904-1E5881A355F8}"/>
                  </a:ext>
                </a:extLst>
              </p:cNvPr>
              <p:cNvPicPr/>
              <p:nvPr/>
            </p:nvPicPr>
            <p:blipFill>
              <a:blip r:embed="rId37"/>
              <a:stretch>
                <a:fillRect/>
              </a:stretch>
            </p:blipFill>
            <p:spPr>
              <a:xfrm>
                <a:off x="1231358" y="6287616"/>
                <a:ext cx="9668160" cy="3218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58" name="Ink 157">
                <a:extLst>
                  <a:ext uri="{FF2B5EF4-FFF2-40B4-BE49-F238E27FC236}">
                    <a16:creationId xmlns:a16="http://schemas.microsoft.com/office/drawing/2014/main" id="{43993EDD-54C0-C325-3A95-A24606CFB064}"/>
                  </a:ext>
                </a:extLst>
              </p14:cNvPr>
              <p14:cNvContentPartPr/>
              <p14:nvPr/>
            </p14:nvContentPartPr>
            <p14:xfrm>
              <a:off x="4457678" y="2567016"/>
              <a:ext cx="13320" cy="9360"/>
            </p14:xfrm>
          </p:contentPart>
        </mc:Choice>
        <mc:Fallback>
          <p:pic>
            <p:nvPicPr>
              <p:cNvPr id="158" name="Ink 157">
                <a:extLst>
                  <a:ext uri="{FF2B5EF4-FFF2-40B4-BE49-F238E27FC236}">
                    <a16:creationId xmlns:a16="http://schemas.microsoft.com/office/drawing/2014/main" id="{43993EDD-54C0-C325-3A95-A24606CFB064}"/>
                  </a:ext>
                </a:extLst>
              </p:cNvPr>
              <p:cNvPicPr/>
              <p:nvPr/>
            </p:nvPicPr>
            <p:blipFill>
              <a:blip r:embed="rId39"/>
              <a:stretch>
                <a:fillRect/>
              </a:stretch>
            </p:blipFill>
            <p:spPr>
              <a:xfrm>
                <a:off x="4453358" y="2562696"/>
                <a:ext cx="2196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45" name="Ink 44">
                <a:extLst>
                  <a:ext uri="{FF2B5EF4-FFF2-40B4-BE49-F238E27FC236}">
                    <a16:creationId xmlns:a16="http://schemas.microsoft.com/office/drawing/2014/main" id="{B693486F-5653-1F03-047C-5A1B8B213580}"/>
                  </a:ext>
                </a:extLst>
              </p14:cNvPr>
              <p14:cNvContentPartPr/>
              <p14:nvPr/>
            </p14:nvContentPartPr>
            <p14:xfrm>
              <a:off x="1464278" y="3157056"/>
              <a:ext cx="360" cy="360"/>
            </p14:xfrm>
          </p:contentPart>
        </mc:Choice>
        <mc:Fallback>
          <p:pic>
            <p:nvPicPr>
              <p:cNvPr id="45" name="Ink 44">
                <a:extLst>
                  <a:ext uri="{FF2B5EF4-FFF2-40B4-BE49-F238E27FC236}">
                    <a16:creationId xmlns:a16="http://schemas.microsoft.com/office/drawing/2014/main" id="{B693486F-5653-1F03-047C-5A1B8B213580}"/>
                  </a:ext>
                </a:extLst>
              </p:cNvPr>
              <p:cNvPicPr/>
              <p:nvPr/>
            </p:nvPicPr>
            <p:blipFill>
              <a:blip r:embed="rId19"/>
              <a:stretch>
                <a:fillRect/>
              </a:stretch>
            </p:blipFill>
            <p:spPr>
              <a:xfrm>
                <a:off x="1459958" y="315273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128" name="Ink 127">
                <a:extLst>
                  <a:ext uri="{FF2B5EF4-FFF2-40B4-BE49-F238E27FC236}">
                    <a16:creationId xmlns:a16="http://schemas.microsoft.com/office/drawing/2014/main" id="{B1C349C2-757D-899C-82D0-00976864ADEE}"/>
                  </a:ext>
                </a:extLst>
              </p14:cNvPr>
              <p14:cNvContentPartPr/>
              <p14:nvPr/>
            </p14:nvContentPartPr>
            <p14:xfrm>
              <a:off x="5008118" y="1532736"/>
              <a:ext cx="261000" cy="1038240"/>
            </p14:xfrm>
          </p:contentPart>
        </mc:Choice>
        <mc:Fallback>
          <p:pic>
            <p:nvPicPr>
              <p:cNvPr id="128" name="Ink 127">
                <a:extLst>
                  <a:ext uri="{FF2B5EF4-FFF2-40B4-BE49-F238E27FC236}">
                    <a16:creationId xmlns:a16="http://schemas.microsoft.com/office/drawing/2014/main" id="{B1C349C2-757D-899C-82D0-00976864ADEE}"/>
                  </a:ext>
                </a:extLst>
              </p:cNvPr>
              <p:cNvPicPr/>
              <p:nvPr/>
            </p:nvPicPr>
            <p:blipFill>
              <a:blip r:embed="rId42"/>
              <a:stretch>
                <a:fillRect/>
              </a:stretch>
            </p:blipFill>
            <p:spPr>
              <a:xfrm>
                <a:off x="5003798" y="1528416"/>
                <a:ext cx="269640" cy="1046880"/>
              </a:xfrm>
              <a:prstGeom prst="rect">
                <a:avLst/>
              </a:prstGeom>
            </p:spPr>
          </p:pic>
        </mc:Fallback>
      </mc:AlternateContent>
      <p:grpSp>
        <p:nvGrpSpPr>
          <p:cNvPr id="136" name="Group 135">
            <a:extLst>
              <a:ext uri="{FF2B5EF4-FFF2-40B4-BE49-F238E27FC236}">
                <a16:creationId xmlns:a16="http://schemas.microsoft.com/office/drawing/2014/main" id="{AC7D43E2-18BD-78A7-5794-72B038DA51B9}"/>
              </a:ext>
            </a:extLst>
          </p:cNvPr>
          <p:cNvGrpSpPr/>
          <p:nvPr/>
        </p:nvGrpSpPr>
        <p:grpSpPr>
          <a:xfrm>
            <a:off x="3709238" y="6105096"/>
            <a:ext cx="185760" cy="348840"/>
            <a:chOff x="3709238" y="6105096"/>
            <a:chExt cx="185760" cy="348840"/>
          </a:xfrm>
        </p:grpSpPr>
        <mc:AlternateContent xmlns:mc="http://schemas.openxmlformats.org/markup-compatibility/2006">
          <mc:Choice xmlns:p14="http://schemas.microsoft.com/office/powerpoint/2010/main" Requires="p14">
            <p:contentPart p14:bwMode="auto" r:id="rId43">
              <p14:nvContentPartPr>
                <p14:cNvPr id="131" name="Ink 130">
                  <a:extLst>
                    <a:ext uri="{FF2B5EF4-FFF2-40B4-BE49-F238E27FC236}">
                      <a16:creationId xmlns:a16="http://schemas.microsoft.com/office/drawing/2014/main" id="{944D39C6-D715-7A7C-B132-A5A4A19E6D89}"/>
                    </a:ext>
                  </a:extLst>
                </p14:cNvPr>
                <p14:cNvContentPartPr/>
                <p14:nvPr/>
              </p14:nvContentPartPr>
              <p14:xfrm>
                <a:off x="3792758" y="6105096"/>
                <a:ext cx="16200" cy="85320"/>
              </p14:xfrm>
            </p:contentPart>
          </mc:Choice>
          <mc:Fallback>
            <p:pic>
              <p:nvPicPr>
                <p:cNvPr id="131" name="Ink 130">
                  <a:extLst>
                    <a:ext uri="{FF2B5EF4-FFF2-40B4-BE49-F238E27FC236}">
                      <a16:creationId xmlns:a16="http://schemas.microsoft.com/office/drawing/2014/main" id="{944D39C6-D715-7A7C-B132-A5A4A19E6D89}"/>
                    </a:ext>
                  </a:extLst>
                </p:cNvPr>
                <p:cNvPicPr/>
                <p:nvPr/>
              </p:nvPicPr>
              <p:blipFill>
                <a:blip r:embed="rId44"/>
                <a:stretch>
                  <a:fillRect/>
                </a:stretch>
              </p:blipFill>
              <p:spPr>
                <a:xfrm>
                  <a:off x="3788438" y="6100776"/>
                  <a:ext cx="2484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133" name="Ink 132">
                  <a:extLst>
                    <a:ext uri="{FF2B5EF4-FFF2-40B4-BE49-F238E27FC236}">
                      <a16:creationId xmlns:a16="http://schemas.microsoft.com/office/drawing/2014/main" id="{EAB7AC42-2962-A53C-6FF4-BDBC6443D996}"/>
                    </a:ext>
                  </a:extLst>
                </p14:cNvPr>
                <p14:cNvContentPartPr/>
                <p14:nvPr/>
              </p14:nvContentPartPr>
              <p14:xfrm>
                <a:off x="3842078" y="6111216"/>
                <a:ext cx="12960" cy="96840"/>
              </p14:xfrm>
            </p:contentPart>
          </mc:Choice>
          <mc:Fallback>
            <p:pic>
              <p:nvPicPr>
                <p:cNvPr id="133" name="Ink 132">
                  <a:extLst>
                    <a:ext uri="{FF2B5EF4-FFF2-40B4-BE49-F238E27FC236}">
                      <a16:creationId xmlns:a16="http://schemas.microsoft.com/office/drawing/2014/main" id="{EAB7AC42-2962-A53C-6FF4-BDBC6443D996}"/>
                    </a:ext>
                  </a:extLst>
                </p:cNvPr>
                <p:cNvPicPr/>
                <p:nvPr/>
              </p:nvPicPr>
              <p:blipFill>
                <a:blip r:embed="rId46"/>
                <a:stretch>
                  <a:fillRect/>
                </a:stretch>
              </p:blipFill>
              <p:spPr>
                <a:xfrm>
                  <a:off x="3837758" y="6106896"/>
                  <a:ext cx="2160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134" name="Ink 133">
                  <a:extLst>
                    <a:ext uri="{FF2B5EF4-FFF2-40B4-BE49-F238E27FC236}">
                      <a16:creationId xmlns:a16="http://schemas.microsoft.com/office/drawing/2014/main" id="{8429DA58-C73E-D04B-98A1-B71F487BD44D}"/>
                    </a:ext>
                  </a:extLst>
                </p14:cNvPr>
                <p14:cNvContentPartPr/>
                <p14:nvPr/>
              </p14:nvContentPartPr>
              <p14:xfrm>
                <a:off x="3709238" y="6269616"/>
                <a:ext cx="62640" cy="172800"/>
              </p14:xfrm>
            </p:contentPart>
          </mc:Choice>
          <mc:Fallback>
            <p:pic>
              <p:nvPicPr>
                <p:cNvPr id="134" name="Ink 133">
                  <a:extLst>
                    <a:ext uri="{FF2B5EF4-FFF2-40B4-BE49-F238E27FC236}">
                      <a16:creationId xmlns:a16="http://schemas.microsoft.com/office/drawing/2014/main" id="{8429DA58-C73E-D04B-98A1-B71F487BD44D}"/>
                    </a:ext>
                  </a:extLst>
                </p:cNvPr>
                <p:cNvPicPr/>
                <p:nvPr/>
              </p:nvPicPr>
              <p:blipFill>
                <a:blip r:embed="rId48"/>
                <a:stretch>
                  <a:fillRect/>
                </a:stretch>
              </p:blipFill>
              <p:spPr>
                <a:xfrm>
                  <a:off x="3704918" y="6265296"/>
                  <a:ext cx="7128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135" name="Ink 134">
                  <a:extLst>
                    <a:ext uri="{FF2B5EF4-FFF2-40B4-BE49-F238E27FC236}">
                      <a16:creationId xmlns:a16="http://schemas.microsoft.com/office/drawing/2014/main" id="{4E5B20E2-9E28-8988-4EFE-D727DBB1852E}"/>
                    </a:ext>
                  </a:extLst>
                </p14:cNvPr>
                <p14:cNvContentPartPr/>
                <p14:nvPr/>
              </p14:nvContentPartPr>
              <p14:xfrm>
                <a:off x="3715358" y="6432336"/>
                <a:ext cx="179640" cy="21600"/>
              </p14:xfrm>
            </p:contentPart>
          </mc:Choice>
          <mc:Fallback>
            <p:pic>
              <p:nvPicPr>
                <p:cNvPr id="135" name="Ink 134">
                  <a:extLst>
                    <a:ext uri="{FF2B5EF4-FFF2-40B4-BE49-F238E27FC236}">
                      <a16:creationId xmlns:a16="http://schemas.microsoft.com/office/drawing/2014/main" id="{4E5B20E2-9E28-8988-4EFE-D727DBB1852E}"/>
                    </a:ext>
                  </a:extLst>
                </p:cNvPr>
                <p:cNvPicPr/>
                <p:nvPr/>
              </p:nvPicPr>
              <p:blipFill>
                <a:blip r:embed="rId50"/>
                <a:stretch>
                  <a:fillRect/>
                </a:stretch>
              </p:blipFill>
              <p:spPr>
                <a:xfrm>
                  <a:off x="3711038" y="6428016"/>
                  <a:ext cx="188280" cy="30240"/>
                </a:xfrm>
                <a:prstGeom prst="rect">
                  <a:avLst/>
                </a:prstGeom>
              </p:spPr>
            </p:pic>
          </mc:Fallback>
        </mc:AlternateContent>
      </p:grpSp>
      <p:grpSp>
        <p:nvGrpSpPr>
          <p:cNvPr id="148" name="Group 147">
            <a:extLst>
              <a:ext uri="{FF2B5EF4-FFF2-40B4-BE49-F238E27FC236}">
                <a16:creationId xmlns:a16="http://schemas.microsoft.com/office/drawing/2014/main" id="{54DD22FA-043B-275F-AB81-53B7C5579D9D}"/>
              </a:ext>
            </a:extLst>
          </p:cNvPr>
          <p:cNvGrpSpPr/>
          <p:nvPr/>
        </p:nvGrpSpPr>
        <p:grpSpPr>
          <a:xfrm>
            <a:off x="4833878" y="1686096"/>
            <a:ext cx="133560" cy="177840"/>
            <a:chOff x="4833878" y="1686096"/>
            <a:chExt cx="133560" cy="177840"/>
          </a:xfrm>
        </p:grpSpPr>
        <mc:AlternateContent xmlns:mc="http://schemas.openxmlformats.org/markup-compatibility/2006">
          <mc:Choice xmlns:p14="http://schemas.microsoft.com/office/powerpoint/2010/main" Requires="p14">
            <p:contentPart p14:bwMode="auto" r:id="rId51">
              <p14:nvContentPartPr>
                <p14:cNvPr id="140" name="Ink 139">
                  <a:extLst>
                    <a:ext uri="{FF2B5EF4-FFF2-40B4-BE49-F238E27FC236}">
                      <a16:creationId xmlns:a16="http://schemas.microsoft.com/office/drawing/2014/main" id="{B8F0EA08-11BA-AE25-B605-31CC19916AFC}"/>
                    </a:ext>
                  </a:extLst>
                </p14:cNvPr>
                <p14:cNvContentPartPr/>
                <p14:nvPr/>
              </p14:nvContentPartPr>
              <p14:xfrm>
                <a:off x="4833878" y="1686096"/>
                <a:ext cx="63360" cy="144000"/>
              </p14:xfrm>
            </p:contentPart>
          </mc:Choice>
          <mc:Fallback>
            <p:pic>
              <p:nvPicPr>
                <p:cNvPr id="140" name="Ink 139">
                  <a:extLst>
                    <a:ext uri="{FF2B5EF4-FFF2-40B4-BE49-F238E27FC236}">
                      <a16:creationId xmlns:a16="http://schemas.microsoft.com/office/drawing/2014/main" id="{B8F0EA08-11BA-AE25-B605-31CC19916AFC}"/>
                    </a:ext>
                  </a:extLst>
                </p:cNvPr>
                <p:cNvPicPr/>
                <p:nvPr/>
              </p:nvPicPr>
              <p:blipFill>
                <a:blip r:embed="rId52"/>
                <a:stretch>
                  <a:fillRect/>
                </a:stretch>
              </p:blipFill>
              <p:spPr>
                <a:xfrm>
                  <a:off x="4829558" y="1681776"/>
                  <a:ext cx="7200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141" name="Ink 140">
                  <a:extLst>
                    <a:ext uri="{FF2B5EF4-FFF2-40B4-BE49-F238E27FC236}">
                      <a16:creationId xmlns:a16="http://schemas.microsoft.com/office/drawing/2014/main" id="{5384220D-2DE7-FC31-238E-9F2EEBA25DA6}"/>
                    </a:ext>
                  </a:extLst>
                </p14:cNvPr>
                <p14:cNvContentPartPr/>
                <p14:nvPr/>
              </p14:nvContentPartPr>
              <p14:xfrm>
                <a:off x="4847198" y="1838376"/>
                <a:ext cx="120240" cy="25560"/>
              </p14:xfrm>
            </p:contentPart>
          </mc:Choice>
          <mc:Fallback>
            <p:pic>
              <p:nvPicPr>
                <p:cNvPr id="141" name="Ink 140">
                  <a:extLst>
                    <a:ext uri="{FF2B5EF4-FFF2-40B4-BE49-F238E27FC236}">
                      <a16:creationId xmlns:a16="http://schemas.microsoft.com/office/drawing/2014/main" id="{5384220D-2DE7-FC31-238E-9F2EEBA25DA6}"/>
                    </a:ext>
                  </a:extLst>
                </p:cNvPr>
                <p:cNvPicPr/>
                <p:nvPr/>
              </p:nvPicPr>
              <p:blipFill>
                <a:blip r:embed="rId54"/>
                <a:stretch>
                  <a:fillRect/>
                </a:stretch>
              </p:blipFill>
              <p:spPr>
                <a:xfrm>
                  <a:off x="4842878" y="1834056"/>
                  <a:ext cx="128880" cy="34200"/>
                </a:xfrm>
                <a:prstGeom prst="rect">
                  <a:avLst/>
                </a:prstGeom>
              </p:spPr>
            </p:pic>
          </mc:Fallback>
        </mc:AlternateContent>
      </p:grpSp>
      <p:grpSp>
        <p:nvGrpSpPr>
          <p:cNvPr id="146" name="Group 145">
            <a:extLst>
              <a:ext uri="{FF2B5EF4-FFF2-40B4-BE49-F238E27FC236}">
                <a16:creationId xmlns:a16="http://schemas.microsoft.com/office/drawing/2014/main" id="{FBE1F017-C99A-20EF-B7B3-A2C47FB94746}"/>
              </a:ext>
            </a:extLst>
          </p:cNvPr>
          <p:cNvGrpSpPr/>
          <p:nvPr/>
        </p:nvGrpSpPr>
        <p:grpSpPr>
          <a:xfrm>
            <a:off x="4851518" y="2180736"/>
            <a:ext cx="166320" cy="264240"/>
            <a:chOff x="4851518" y="2180736"/>
            <a:chExt cx="166320" cy="264240"/>
          </a:xfrm>
        </p:grpSpPr>
        <mc:AlternateContent xmlns:mc="http://schemas.openxmlformats.org/markup-compatibility/2006">
          <mc:Choice xmlns:p14="http://schemas.microsoft.com/office/powerpoint/2010/main" Requires="p14">
            <p:contentPart p14:bwMode="auto" r:id="rId55">
              <p14:nvContentPartPr>
                <p14:cNvPr id="144" name="Ink 143">
                  <a:extLst>
                    <a:ext uri="{FF2B5EF4-FFF2-40B4-BE49-F238E27FC236}">
                      <a16:creationId xmlns:a16="http://schemas.microsoft.com/office/drawing/2014/main" id="{059CDA87-6A70-5325-36F9-A1A4389D2C5E}"/>
                    </a:ext>
                  </a:extLst>
                </p14:cNvPr>
                <p14:cNvContentPartPr/>
                <p14:nvPr/>
              </p14:nvContentPartPr>
              <p14:xfrm>
                <a:off x="4879598" y="2180736"/>
                <a:ext cx="104040" cy="233640"/>
              </p14:xfrm>
            </p:contentPart>
          </mc:Choice>
          <mc:Fallback>
            <p:pic>
              <p:nvPicPr>
                <p:cNvPr id="144" name="Ink 143">
                  <a:extLst>
                    <a:ext uri="{FF2B5EF4-FFF2-40B4-BE49-F238E27FC236}">
                      <a16:creationId xmlns:a16="http://schemas.microsoft.com/office/drawing/2014/main" id="{059CDA87-6A70-5325-36F9-A1A4389D2C5E}"/>
                    </a:ext>
                  </a:extLst>
                </p:cNvPr>
                <p:cNvPicPr/>
                <p:nvPr/>
              </p:nvPicPr>
              <p:blipFill>
                <a:blip r:embed="rId56"/>
                <a:stretch>
                  <a:fillRect/>
                </a:stretch>
              </p:blipFill>
              <p:spPr>
                <a:xfrm>
                  <a:off x="4875278" y="2176416"/>
                  <a:ext cx="112680" cy="24228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145" name="Ink 144">
                  <a:extLst>
                    <a:ext uri="{FF2B5EF4-FFF2-40B4-BE49-F238E27FC236}">
                      <a16:creationId xmlns:a16="http://schemas.microsoft.com/office/drawing/2014/main" id="{B85A2BFF-1127-5126-B367-29017E92C18C}"/>
                    </a:ext>
                  </a:extLst>
                </p14:cNvPr>
                <p14:cNvContentPartPr/>
                <p14:nvPr/>
              </p14:nvContentPartPr>
              <p14:xfrm>
                <a:off x="4851518" y="2410776"/>
                <a:ext cx="166320" cy="34200"/>
              </p14:xfrm>
            </p:contentPart>
          </mc:Choice>
          <mc:Fallback>
            <p:pic>
              <p:nvPicPr>
                <p:cNvPr id="145" name="Ink 144">
                  <a:extLst>
                    <a:ext uri="{FF2B5EF4-FFF2-40B4-BE49-F238E27FC236}">
                      <a16:creationId xmlns:a16="http://schemas.microsoft.com/office/drawing/2014/main" id="{B85A2BFF-1127-5126-B367-29017E92C18C}"/>
                    </a:ext>
                  </a:extLst>
                </p:cNvPr>
                <p:cNvPicPr/>
                <p:nvPr/>
              </p:nvPicPr>
              <p:blipFill>
                <a:blip r:embed="rId58"/>
                <a:stretch>
                  <a:fillRect/>
                </a:stretch>
              </p:blipFill>
              <p:spPr>
                <a:xfrm>
                  <a:off x="4847198" y="2406456"/>
                  <a:ext cx="174960" cy="42840"/>
                </a:xfrm>
                <a:prstGeom prst="rect">
                  <a:avLst/>
                </a:prstGeom>
              </p:spPr>
            </p:pic>
          </mc:Fallback>
        </mc:AlternateContent>
      </p:grpSp>
      <p:grpSp>
        <p:nvGrpSpPr>
          <p:cNvPr id="164" name="Group 163">
            <a:extLst>
              <a:ext uri="{FF2B5EF4-FFF2-40B4-BE49-F238E27FC236}">
                <a16:creationId xmlns:a16="http://schemas.microsoft.com/office/drawing/2014/main" id="{3EC467A8-7668-9CE9-C87D-9A2E5E2C2BF5}"/>
              </a:ext>
            </a:extLst>
          </p:cNvPr>
          <p:cNvGrpSpPr/>
          <p:nvPr/>
        </p:nvGrpSpPr>
        <p:grpSpPr>
          <a:xfrm>
            <a:off x="5715158" y="1440216"/>
            <a:ext cx="1110960" cy="898200"/>
            <a:chOff x="5715158" y="1440216"/>
            <a:chExt cx="1110960" cy="898200"/>
          </a:xfrm>
        </p:grpSpPr>
        <mc:AlternateContent xmlns:mc="http://schemas.openxmlformats.org/markup-compatibility/2006">
          <mc:Choice xmlns:p14="http://schemas.microsoft.com/office/powerpoint/2010/main" Requires="p14">
            <p:contentPart p14:bwMode="auto" r:id="rId59">
              <p14:nvContentPartPr>
                <p14:cNvPr id="149" name="Ink 148">
                  <a:extLst>
                    <a:ext uri="{FF2B5EF4-FFF2-40B4-BE49-F238E27FC236}">
                      <a16:creationId xmlns:a16="http://schemas.microsoft.com/office/drawing/2014/main" id="{DA478A42-6CF8-1528-C7F2-F25FF298DED2}"/>
                    </a:ext>
                  </a:extLst>
                </p14:cNvPr>
                <p14:cNvContentPartPr/>
                <p14:nvPr/>
              </p14:nvContentPartPr>
              <p14:xfrm>
                <a:off x="5715158" y="1524816"/>
                <a:ext cx="226440" cy="813600"/>
              </p14:xfrm>
            </p:contentPart>
          </mc:Choice>
          <mc:Fallback>
            <p:pic>
              <p:nvPicPr>
                <p:cNvPr id="149" name="Ink 148">
                  <a:extLst>
                    <a:ext uri="{FF2B5EF4-FFF2-40B4-BE49-F238E27FC236}">
                      <a16:creationId xmlns:a16="http://schemas.microsoft.com/office/drawing/2014/main" id="{DA478A42-6CF8-1528-C7F2-F25FF298DED2}"/>
                    </a:ext>
                  </a:extLst>
                </p:cNvPr>
                <p:cNvPicPr/>
                <p:nvPr/>
              </p:nvPicPr>
              <p:blipFill>
                <a:blip r:embed="rId60"/>
                <a:stretch>
                  <a:fillRect/>
                </a:stretch>
              </p:blipFill>
              <p:spPr>
                <a:xfrm>
                  <a:off x="5710838" y="1520496"/>
                  <a:ext cx="235080" cy="82224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150" name="Ink 149">
                  <a:extLst>
                    <a:ext uri="{FF2B5EF4-FFF2-40B4-BE49-F238E27FC236}">
                      <a16:creationId xmlns:a16="http://schemas.microsoft.com/office/drawing/2014/main" id="{2B5062A2-0E20-3CC1-72CC-330D5D1DCD4D}"/>
                    </a:ext>
                  </a:extLst>
                </p14:cNvPr>
                <p14:cNvContentPartPr/>
                <p14:nvPr/>
              </p14:nvContentPartPr>
              <p14:xfrm>
                <a:off x="5887238" y="1655136"/>
                <a:ext cx="170280" cy="88920"/>
              </p14:xfrm>
            </p:contentPart>
          </mc:Choice>
          <mc:Fallback>
            <p:pic>
              <p:nvPicPr>
                <p:cNvPr id="150" name="Ink 149">
                  <a:extLst>
                    <a:ext uri="{FF2B5EF4-FFF2-40B4-BE49-F238E27FC236}">
                      <a16:creationId xmlns:a16="http://schemas.microsoft.com/office/drawing/2014/main" id="{2B5062A2-0E20-3CC1-72CC-330D5D1DCD4D}"/>
                    </a:ext>
                  </a:extLst>
                </p:cNvPr>
                <p:cNvPicPr/>
                <p:nvPr/>
              </p:nvPicPr>
              <p:blipFill>
                <a:blip r:embed="rId62"/>
                <a:stretch>
                  <a:fillRect/>
                </a:stretch>
              </p:blipFill>
              <p:spPr>
                <a:xfrm>
                  <a:off x="5882918" y="1650816"/>
                  <a:ext cx="178920" cy="9756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151" name="Ink 150">
                  <a:extLst>
                    <a:ext uri="{FF2B5EF4-FFF2-40B4-BE49-F238E27FC236}">
                      <a16:creationId xmlns:a16="http://schemas.microsoft.com/office/drawing/2014/main" id="{22C448CD-7BAE-2B12-DA95-BC07A6C7C627}"/>
                    </a:ext>
                  </a:extLst>
                </p14:cNvPr>
                <p14:cNvContentPartPr/>
                <p14:nvPr/>
              </p14:nvContentPartPr>
              <p14:xfrm>
                <a:off x="6084158" y="1715616"/>
                <a:ext cx="15480" cy="70920"/>
              </p14:xfrm>
            </p:contentPart>
          </mc:Choice>
          <mc:Fallback>
            <p:pic>
              <p:nvPicPr>
                <p:cNvPr id="151" name="Ink 150">
                  <a:extLst>
                    <a:ext uri="{FF2B5EF4-FFF2-40B4-BE49-F238E27FC236}">
                      <a16:creationId xmlns:a16="http://schemas.microsoft.com/office/drawing/2014/main" id="{22C448CD-7BAE-2B12-DA95-BC07A6C7C627}"/>
                    </a:ext>
                  </a:extLst>
                </p:cNvPr>
                <p:cNvPicPr/>
                <p:nvPr/>
              </p:nvPicPr>
              <p:blipFill>
                <a:blip r:embed="rId64"/>
                <a:stretch>
                  <a:fillRect/>
                </a:stretch>
              </p:blipFill>
              <p:spPr>
                <a:xfrm>
                  <a:off x="6079838" y="1711296"/>
                  <a:ext cx="2412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152" name="Ink 151">
                  <a:extLst>
                    <a:ext uri="{FF2B5EF4-FFF2-40B4-BE49-F238E27FC236}">
                      <a16:creationId xmlns:a16="http://schemas.microsoft.com/office/drawing/2014/main" id="{DF1527D9-991F-1727-5ED3-83DE412FB01A}"/>
                    </a:ext>
                  </a:extLst>
                </p14:cNvPr>
                <p14:cNvContentPartPr/>
                <p14:nvPr/>
              </p14:nvContentPartPr>
              <p14:xfrm>
                <a:off x="6156158" y="1650456"/>
                <a:ext cx="131400" cy="43920"/>
              </p14:xfrm>
            </p:contentPart>
          </mc:Choice>
          <mc:Fallback>
            <p:pic>
              <p:nvPicPr>
                <p:cNvPr id="152" name="Ink 151">
                  <a:extLst>
                    <a:ext uri="{FF2B5EF4-FFF2-40B4-BE49-F238E27FC236}">
                      <a16:creationId xmlns:a16="http://schemas.microsoft.com/office/drawing/2014/main" id="{DF1527D9-991F-1727-5ED3-83DE412FB01A}"/>
                    </a:ext>
                  </a:extLst>
                </p:cNvPr>
                <p:cNvPicPr/>
                <p:nvPr/>
              </p:nvPicPr>
              <p:blipFill>
                <a:blip r:embed="rId66"/>
                <a:stretch>
                  <a:fillRect/>
                </a:stretch>
              </p:blipFill>
              <p:spPr>
                <a:xfrm>
                  <a:off x="6151838" y="1646136"/>
                  <a:ext cx="140040" cy="5256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153" name="Ink 152">
                  <a:extLst>
                    <a:ext uri="{FF2B5EF4-FFF2-40B4-BE49-F238E27FC236}">
                      <a16:creationId xmlns:a16="http://schemas.microsoft.com/office/drawing/2014/main" id="{91FCEDE7-C838-8435-351B-8A3427DF6923}"/>
                    </a:ext>
                  </a:extLst>
                </p14:cNvPr>
                <p14:cNvContentPartPr/>
                <p14:nvPr/>
              </p14:nvContentPartPr>
              <p14:xfrm>
                <a:off x="6384398" y="1570536"/>
                <a:ext cx="121320" cy="145440"/>
              </p14:xfrm>
            </p:contentPart>
          </mc:Choice>
          <mc:Fallback>
            <p:pic>
              <p:nvPicPr>
                <p:cNvPr id="153" name="Ink 152">
                  <a:extLst>
                    <a:ext uri="{FF2B5EF4-FFF2-40B4-BE49-F238E27FC236}">
                      <a16:creationId xmlns:a16="http://schemas.microsoft.com/office/drawing/2014/main" id="{91FCEDE7-C838-8435-351B-8A3427DF6923}"/>
                    </a:ext>
                  </a:extLst>
                </p:cNvPr>
                <p:cNvPicPr/>
                <p:nvPr/>
              </p:nvPicPr>
              <p:blipFill>
                <a:blip r:embed="rId68"/>
                <a:stretch>
                  <a:fillRect/>
                </a:stretch>
              </p:blipFill>
              <p:spPr>
                <a:xfrm>
                  <a:off x="6380078" y="1566216"/>
                  <a:ext cx="12996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154" name="Ink 153">
                  <a:extLst>
                    <a:ext uri="{FF2B5EF4-FFF2-40B4-BE49-F238E27FC236}">
                      <a16:creationId xmlns:a16="http://schemas.microsoft.com/office/drawing/2014/main" id="{BA3D9F4A-B974-98F0-E44A-8D9C38B40B34}"/>
                    </a:ext>
                  </a:extLst>
                </p14:cNvPr>
                <p14:cNvContentPartPr/>
                <p14:nvPr/>
              </p14:nvContentPartPr>
              <p14:xfrm>
                <a:off x="6546758" y="1628136"/>
                <a:ext cx="24480" cy="72720"/>
              </p14:xfrm>
            </p:contentPart>
          </mc:Choice>
          <mc:Fallback>
            <p:pic>
              <p:nvPicPr>
                <p:cNvPr id="154" name="Ink 153">
                  <a:extLst>
                    <a:ext uri="{FF2B5EF4-FFF2-40B4-BE49-F238E27FC236}">
                      <a16:creationId xmlns:a16="http://schemas.microsoft.com/office/drawing/2014/main" id="{BA3D9F4A-B974-98F0-E44A-8D9C38B40B34}"/>
                    </a:ext>
                  </a:extLst>
                </p:cNvPr>
                <p:cNvPicPr/>
                <p:nvPr/>
              </p:nvPicPr>
              <p:blipFill>
                <a:blip r:embed="rId70"/>
                <a:stretch>
                  <a:fillRect/>
                </a:stretch>
              </p:blipFill>
              <p:spPr>
                <a:xfrm>
                  <a:off x="6542438" y="1623816"/>
                  <a:ext cx="33120" cy="8136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155" name="Ink 154">
                  <a:extLst>
                    <a:ext uri="{FF2B5EF4-FFF2-40B4-BE49-F238E27FC236}">
                      <a16:creationId xmlns:a16="http://schemas.microsoft.com/office/drawing/2014/main" id="{35AD1AFF-9FCD-A9B0-50BC-FA45CEBF22C0}"/>
                    </a:ext>
                  </a:extLst>
                </p14:cNvPr>
                <p14:cNvContentPartPr/>
                <p14:nvPr/>
              </p14:nvContentPartPr>
              <p14:xfrm>
                <a:off x="5911358" y="1976256"/>
                <a:ext cx="159840" cy="103680"/>
              </p14:xfrm>
            </p:contentPart>
          </mc:Choice>
          <mc:Fallback>
            <p:pic>
              <p:nvPicPr>
                <p:cNvPr id="155" name="Ink 154">
                  <a:extLst>
                    <a:ext uri="{FF2B5EF4-FFF2-40B4-BE49-F238E27FC236}">
                      <a16:creationId xmlns:a16="http://schemas.microsoft.com/office/drawing/2014/main" id="{35AD1AFF-9FCD-A9B0-50BC-FA45CEBF22C0}"/>
                    </a:ext>
                  </a:extLst>
                </p:cNvPr>
                <p:cNvPicPr/>
                <p:nvPr/>
              </p:nvPicPr>
              <p:blipFill>
                <a:blip r:embed="rId72"/>
                <a:stretch>
                  <a:fillRect/>
                </a:stretch>
              </p:blipFill>
              <p:spPr>
                <a:xfrm>
                  <a:off x="5907038" y="1971936"/>
                  <a:ext cx="16848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159" name="Ink 158">
                  <a:extLst>
                    <a:ext uri="{FF2B5EF4-FFF2-40B4-BE49-F238E27FC236}">
                      <a16:creationId xmlns:a16="http://schemas.microsoft.com/office/drawing/2014/main" id="{970A1BB8-C078-CF2D-C1FF-FBBD041DABA4}"/>
                    </a:ext>
                  </a:extLst>
                </p14:cNvPr>
                <p14:cNvContentPartPr/>
                <p14:nvPr/>
              </p14:nvContentPartPr>
              <p14:xfrm>
                <a:off x="6075518" y="2050416"/>
                <a:ext cx="158760" cy="78480"/>
              </p14:xfrm>
            </p:contentPart>
          </mc:Choice>
          <mc:Fallback>
            <p:pic>
              <p:nvPicPr>
                <p:cNvPr id="159" name="Ink 158">
                  <a:extLst>
                    <a:ext uri="{FF2B5EF4-FFF2-40B4-BE49-F238E27FC236}">
                      <a16:creationId xmlns:a16="http://schemas.microsoft.com/office/drawing/2014/main" id="{970A1BB8-C078-CF2D-C1FF-FBBD041DABA4}"/>
                    </a:ext>
                  </a:extLst>
                </p:cNvPr>
                <p:cNvPicPr/>
                <p:nvPr/>
              </p:nvPicPr>
              <p:blipFill>
                <a:blip r:embed="rId74"/>
                <a:stretch>
                  <a:fillRect/>
                </a:stretch>
              </p:blipFill>
              <p:spPr>
                <a:xfrm>
                  <a:off x="6071198" y="2046096"/>
                  <a:ext cx="16740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160" name="Ink 159">
                  <a:extLst>
                    <a:ext uri="{FF2B5EF4-FFF2-40B4-BE49-F238E27FC236}">
                      <a16:creationId xmlns:a16="http://schemas.microsoft.com/office/drawing/2014/main" id="{0C26482A-DEA6-8567-6E05-224240B09AD6}"/>
                    </a:ext>
                  </a:extLst>
                </p14:cNvPr>
                <p14:cNvContentPartPr/>
                <p14:nvPr/>
              </p14:nvContentPartPr>
              <p14:xfrm>
                <a:off x="6211958" y="1966896"/>
                <a:ext cx="152640" cy="59040"/>
              </p14:xfrm>
            </p:contentPart>
          </mc:Choice>
          <mc:Fallback>
            <p:pic>
              <p:nvPicPr>
                <p:cNvPr id="160" name="Ink 159">
                  <a:extLst>
                    <a:ext uri="{FF2B5EF4-FFF2-40B4-BE49-F238E27FC236}">
                      <a16:creationId xmlns:a16="http://schemas.microsoft.com/office/drawing/2014/main" id="{0C26482A-DEA6-8567-6E05-224240B09AD6}"/>
                    </a:ext>
                  </a:extLst>
                </p:cNvPr>
                <p:cNvPicPr/>
                <p:nvPr/>
              </p:nvPicPr>
              <p:blipFill>
                <a:blip r:embed="rId76"/>
                <a:stretch>
                  <a:fillRect/>
                </a:stretch>
              </p:blipFill>
              <p:spPr>
                <a:xfrm>
                  <a:off x="6207638" y="1962576"/>
                  <a:ext cx="16128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161" name="Ink 160">
                  <a:extLst>
                    <a:ext uri="{FF2B5EF4-FFF2-40B4-BE49-F238E27FC236}">
                      <a16:creationId xmlns:a16="http://schemas.microsoft.com/office/drawing/2014/main" id="{7E0D67E5-7346-E774-A0E6-C8E6BEEC9897}"/>
                    </a:ext>
                  </a:extLst>
                </p14:cNvPr>
                <p14:cNvContentPartPr/>
                <p14:nvPr/>
              </p14:nvContentPartPr>
              <p14:xfrm>
                <a:off x="6437318" y="1904256"/>
                <a:ext cx="136080" cy="199080"/>
              </p14:xfrm>
            </p:contentPart>
          </mc:Choice>
          <mc:Fallback>
            <p:pic>
              <p:nvPicPr>
                <p:cNvPr id="161" name="Ink 160">
                  <a:extLst>
                    <a:ext uri="{FF2B5EF4-FFF2-40B4-BE49-F238E27FC236}">
                      <a16:creationId xmlns:a16="http://schemas.microsoft.com/office/drawing/2014/main" id="{7E0D67E5-7346-E774-A0E6-C8E6BEEC9897}"/>
                    </a:ext>
                  </a:extLst>
                </p:cNvPr>
                <p:cNvPicPr/>
                <p:nvPr/>
              </p:nvPicPr>
              <p:blipFill>
                <a:blip r:embed="rId78"/>
                <a:stretch>
                  <a:fillRect/>
                </a:stretch>
              </p:blipFill>
              <p:spPr>
                <a:xfrm>
                  <a:off x="6432998" y="1899936"/>
                  <a:ext cx="14472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162" name="Ink 161">
                  <a:extLst>
                    <a:ext uri="{FF2B5EF4-FFF2-40B4-BE49-F238E27FC236}">
                      <a16:creationId xmlns:a16="http://schemas.microsoft.com/office/drawing/2014/main" id="{0BA68819-B9D0-6862-D3C2-9B273A14D644}"/>
                    </a:ext>
                  </a:extLst>
                </p14:cNvPr>
                <p14:cNvContentPartPr/>
                <p14:nvPr/>
              </p14:nvContentPartPr>
              <p14:xfrm>
                <a:off x="6580958" y="1975176"/>
                <a:ext cx="112320" cy="69120"/>
              </p14:xfrm>
            </p:contentPart>
          </mc:Choice>
          <mc:Fallback>
            <p:pic>
              <p:nvPicPr>
                <p:cNvPr id="162" name="Ink 161">
                  <a:extLst>
                    <a:ext uri="{FF2B5EF4-FFF2-40B4-BE49-F238E27FC236}">
                      <a16:creationId xmlns:a16="http://schemas.microsoft.com/office/drawing/2014/main" id="{0BA68819-B9D0-6862-D3C2-9B273A14D644}"/>
                    </a:ext>
                  </a:extLst>
                </p:cNvPr>
                <p:cNvPicPr/>
                <p:nvPr/>
              </p:nvPicPr>
              <p:blipFill>
                <a:blip r:embed="rId80"/>
                <a:stretch>
                  <a:fillRect/>
                </a:stretch>
              </p:blipFill>
              <p:spPr>
                <a:xfrm>
                  <a:off x="6576638" y="1970856"/>
                  <a:ext cx="120960" cy="7776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163" name="Ink 162">
                  <a:extLst>
                    <a:ext uri="{FF2B5EF4-FFF2-40B4-BE49-F238E27FC236}">
                      <a16:creationId xmlns:a16="http://schemas.microsoft.com/office/drawing/2014/main" id="{0DD1D327-7743-90AD-FD6A-5E1529AC05EE}"/>
                    </a:ext>
                  </a:extLst>
                </p14:cNvPr>
                <p14:cNvContentPartPr/>
                <p14:nvPr/>
              </p14:nvContentPartPr>
              <p14:xfrm>
                <a:off x="6553958" y="1440216"/>
                <a:ext cx="272160" cy="870480"/>
              </p14:xfrm>
            </p:contentPart>
          </mc:Choice>
          <mc:Fallback>
            <p:pic>
              <p:nvPicPr>
                <p:cNvPr id="163" name="Ink 162">
                  <a:extLst>
                    <a:ext uri="{FF2B5EF4-FFF2-40B4-BE49-F238E27FC236}">
                      <a16:creationId xmlns:a16="http://schemas.microsoft.com/office/drawing/2014/main" id="{0DD1D327-7743-90AD-FD6A-5E1529AC05EE}"/>
                    </a:ext>
                  </a:extLst>
                </p:cNvPr>
                <p:cNvPicPr/>
                <p:nvPr/>
              </p:nvPicPr>
              <p:blipFill>
                <a:blip r:embed="rId82"/>
                <a:stretch>
                  <a:fillRect/>
                </a:stretch>
              </p:blipFill>
              <p:spPr>
                <a:xfrm>
                  <a:off x="6549638" y="1435896"/>
                  <a:ext cx="280800" cy="879120"/>
                </a:xfrm>
                <a:prstGeom prst="rect">
                  <a:avLst/>
                </a:prstGeom>
              </p:spPr>
            </p:pic>
          </mc:Fallback>
        </mc:AlternateContent>
      </p:grpSp>
      <p:grpSp>
        <p:nvGrpSpPr>
          <p:cNvPr id="170" name="Group 169">
            <a:extLst>
              <a:ext uri="{FF2B5EF4-FFF2-40B4-BE49-F238E27FC236}">
                <a16:creationId xmlns:a16="http://schemas.microsoft.com/office/drawing/2014/main" id="{650C1727-4FEB-23DA-EA34-32340DF9ED5D}"/>
              </a:ext>
            </a:extLst>
          </p:cNvPr>
          <p:cNvGrpSpPr/>
          <p:nvPr/>
        </p:nvGrpSpPr>
        <p:grpSpPr>
          <a:xfrm>
            <a:off x="7048958" y="1636776"/>
            <a:ext cx="149400" cy="70560"/>
            <a:chOff x="7048958" y="1636776"/>
            <a:chExt cx="149400" cy="70560"/>
          </a:xfrm>
        </p:grpSpPr>
        <mc:AlternateContent xmlns:mc="http://schemas.openxmlformats.org/markup-compatibility/2006">
          <mc:Choice xmlns:p14="http://schemas.microsoft.com/office/powerpoint/2010/main" Requires="p14">
            <p:contentPart p14:bwMode="auto" r:id="rId83">
              <p14:nvContentPartPr>
                <p14:cNvPr id="165" name="Ink 164">
                  <a:extLst>
                    <a:ext uri="{FF2B5EF4-FFF2-40B4-BE49-F238E27FC236}">
                      <a16:creationId xmlns:a16="http://schemas.microsoft.com/office/drawing/2014/main" id="{A273C1EB-B515-5247-8303-5481FDBA16FB}"/>
                    </a:ext>
                  </a:extLst>
                </p14:cNvPr>
                <p14:cNvContentPartPr/>
                <p14:nvPr/>
              </p14:nvContentPartPr>
              <p14:xfrm>
                <a:off x="7048958" y="1636776"/>
                <a:ext cx="119880" cy="21960"/>
              </p14:xfrm>
            </p:contentPart>
          </mc:Choice>
          <mc:Fallback>
            <p:pic>
              <p:nvPicPr>
                <p:cNvPr id="165" name="Ink 164">
                  <a:extLst>
                    <a:ext uri="{FF2B5EF4-FFF2-40B4-BE49-F238E27FC236}">
                      <a16:creationId xmlns:a16="http://schemas.microsoft.com/office/drawing/2014/main" id="{A273C1EB-B515-5247-8303-5481FDBA16FB}"/>
                    </a:ext>
                  </a:extLst>
                </p:cNvPr>
                <p:cNvPicPr/>
                <p:nvPr/>
              </p:nvPicPr>
              <p:blipFill>
                <a:blip r:embed="rId84"/>
                <a:stretch>
                  <a:fillRect/>
                </a:stretch>
              </p:blipFill>
              <p:spPr>
                <a:xfrm>
                  <a:off x="7044638" y="1632456"/>
                  <a:ext cx="12852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166" name="Ink 165">
                  <a:extLst>
                    <a:ext uri="{FF2B5EF4-FFF2-40B4-BE49-F238E27FC236}">
                      <a16:creationId xmlns:a16="http://schemas.microsoft.com/office/drawing/2014/main" id="{9A70D360-C959-0E55-AEE8-1AD474F10859}"/>
                    </a:ext>
                  </a:extLst>
                </p14:cNvPr>
                <p14:cNvContentPartPr/>
                <p14:nvPr/>
              </p14:nvContentPartPr>
              <p14:xfrm>
                <a:off x="7059398" y="1691496"/>
                <a:ext cx="138960" cy="15840"/>
              </p14:xfrm>
            </p:contentPart>
          </mc:Choice>
          <mc:Fallback>
            <p:pic>
              <p:nvPicPr>
                <p:cNvPr id="166" name="Ink 165">
                  <a:extLst>
                    <a:ext uri="{FF2B5EF4-FFF2-40B4-BE49-F238E27FC236}">
                      <a16:creationId xmlns:a16="http://schemas.microsoft.com/office/drawing/2014/main" id="{9A70D360-C959-0E55-AEE8-1AD474F10859}"/>
                    </a:ext>
                  </a:extLst>
                </p:cNvPr>
                <p:cNvPicPr/>
                <p:nvPr/>
              </p:nvPicPr>
              <p:blipFill>
                <a:blip r:embed="rId86"/>
                <a:stretch>
                  <a:fillRect/>
                </a:stretch>
              </p:blipFill>
              <p:spPr>
                <a:xfrm>
                  <a:off x="7055078" y="1687176"/>
                  <a:ext cx="147600" cy="24480"/>
                </a:xfrm>
                <a:prstGeom prst="rect">
                  <a:avLst/>
                </a:prstGeom>
              </p:spPr>
            </p:pic>
          </mc:Fallback>
        </mc:AlternateContent>
      </p:grpSp>
      <p:grpSp>
        <p:nvGrpSpPr>
          <p:cNvPr id="169" name="Group 168">
            <a:extLst>
              <a:ext uri="{FF2B5EF4-FFF2-40B4-BE49-F238E27FC236}">
                <a16:creationId xmlns:a16="http://schemas.microsoft.com/office/drawing/2014/main" id="{D4A0819F-3798-D24B-E655-D996BAF18A8B}"/>
              </a:ext>
            </a:extLst>
          </p:cNvPr>
          <p:cNvGrpSpPr/>
          <p:nvPr/>
        </p:nvGrpSpPr>
        <p:grpSpPr>
          <a:xfrm>
            <a:off x="7543598" y="1358136"/>
            <a:ext cx="332640" cy="287280"/>
            <a:chOff x="7543598" y="1358136"/>
            <a:chExt cx="332640" cy="287280"/>
          </a:xfrm>
        </p:grpSpPr>
        <mc:AlternateContent xmlns:mc="http://schemas.openxmlformats.org/markup-compatibility/2006">
          <mc:Choice xmlns:p14="http://schemas.microsoft.com/office/powerpoint/2010/main" Requires="p14">
            <p:contentPart p14:bwMode="auto" r:id="rId87">
              <p14:nvContentPartPr>
                <p14:cNvPr id="167" name="Ink 166">
                  <a:extLst>
                    <a:ext uri="{FF2B5EF4-FFF2-40B4-BE49-F238E27FC236}">
                      <a16:creationId xmlns:a16="http://schemas.microsoft.com/office/drawing/2014/main" id="{CA8BCAC5-CBEC-264A-D5FB-17828A9CC987}"/>
                    </a:ext>
                  </a:extLst>
                </p14:cNvPr>
                <p14:cNvContentPartPr/>
                <p14:nvPr/>
              </p14:nvContentPartPr>
              <p14:xfrm>
                <a:off x="7543598" y="1449216"/>
                <a:ext cx="166320" cy="196200"/>
              </p14:xfrm>
            </p:contentPart>
          </mc:Choice>
          <mc:Fallback>
            <p:pic>
              <p:nvPicPr>
                <p:cNvPr id="167" name="Ink 166">
                  <a:extLst>
                    <a:ext uri="{FF2B5EF4-FFF2-40B4-BE49-F238E27FC236}">
                      <a16:creationId xmlns:a16="http://schemas.microsoft.com/office/drawing/2014/main" id="{CA8BCAC5-CBEC-264A-D5FB-17828A9CC987}"/>
                    </a:ext>
                  </a:extLst>
                </p:cNvPr>
                <p:cNvPicPr/>
                <p:nvPr/>
              </p:nvPicPr>
              <p:blipFill>
                <a:blip r:embed="rId88"/>
                <a:stretch>
                  <a:fillRect/>
                </a:stretch>
              </p:blipFill>
              <p:spPr>
                <a:xfrm>
                  <a:off x="7539278" y="1444896"/>
                  <a:ext cx="17496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168" name="Ink 167">
                  <a:extLst>
                    <a:ext uri="{FF2B5EF4-FFF2-40B4-BE49-F238E27FC236}">
                      <a16:creationId xmlns:a16="http://schemas.microsoft.com/office/drawing/2014/main" id="{BA212390-677A-3F66-6815-F7608A355AA6}"/>
                    </a:ext>
                  </a:extLst>
                </p14:cNvPr>
                <p14:cNvContentPartPr/>
                <p14:nvPr/>
              </p14:nvContentPartPr>
              <p14:xfrm>
                <a:off x="7710998" y="1358136"/>
                <a:ext cx="165240" cy="79920"/>
              </p14:xfrm>
            </p:contentPart>
          </mc:Choice>
          <mc:Fallback>
            <p:pic>
              <p:nvPicPr>
                <p:cNvPr id="168" name="Ink 167">
                  <a:extLst>
                    <a:ext uri="{FF2B5EF4-FFF2-40B4-BE49-F238E27FC236}">
                      <a16:creationId xmlns:a16="http://schemas.microsoft.com/office/drawing/2014/main" id="{BA212390-677A-3F66-6815-F7608A355AA6}"/>
                    </a:ext>
                  </a:extLst>
                </p:cNvPr>
                <p:cNvPicPr/>
                <p:nvPr/>
              </p:nvPicPr>
              <p:blipFill>
                <a:blip r:embed="rId90"/>
                <a:stretch>
                  <a:fillRect/>
                </a:stretch>
              </p:blipFill>
              <p:spPr>
                <a:xfrm>
                  <a:off x="7706678" y="1353816"/>
                  <a:ext cx="173880" cy="88560"/>
                </a:xfrm>
                <a:prstGeom prst="rect">
                  <a:avLst/>
                </a:prstGeom>
              </p:spPr>
            </p:pic>
          </mc:Fallback>
        </mc:AlternateContent>
      </p:grpSp>
      <p:grpSp>
        <p:nvGrpSpPr>
          <p:cNvPr id="177" name="Group 176">
            <a:extLst>
              <a:ext uri="{FF2B5EF4-FFF2-40B4-BE49-F238E27FC236}">
                <a16:creationId xmlns:a16="http://schemas.microsoft.com/office/drawing/2014/main" id="{B3F54C7D-79D4-F814-451E-104435D13B1D}"/>
              </a:ext>
            </a:extLst>
          </p:cNvPr>
          <p:cNvGrpSpPr/>
          <p:nvPr/>
        </p:nvGrpSpPr>
        <p:grpSpPr>
          <a:xfrm>
            <a:off x="1399838" y="3345696"/>
            <a:ext cx="407160" cy="186120"/>
            <a:chOff x="1399838" y="3345696"/>
            <a:chExt cx="407160" cy="186120"/>
          </a:xfrm>
        </p:grpSpPr>
        <mc:AlternateContent xmlns:mc="http://schemas.openxmlformats.org/markup-compatibility/2006">
          <mc:Choice xmlns:p14="http://schemas.microsoft.com/office/powerpoint/2010/main" Requires="p14">
            <p:contentPart p14:bwMode="auto" r:id="rId91">
              <p14:nvContentPartPr>
                <p14:cNvPr id="171" name="Ink 170">
                  <a:extLst>
                    <a:ext uri="{FF2B5EF4-FFF2-40B4-BE49-F238E27FC236}">
                      <a16:creationId xmlns:a16="http://schemas.microsoft.com/office/drawing/2014/main" id="{118DB850-CAD4-3174-A2BE-6D2425DEE0AC}"/>
                    </a:ext>
                  </a:extLst>
                </p14:cNvPr>
                <p14:cNvContentPartPr/>
                <p14:nvPr/>
              </p14:nvContentPartPr>
              <p14:xfrm>
                <a:off x="1399838" y="3345696"/>
                <a:ext cx="156600" cy="132480"/>
              </p14:xfrm>
            </p:contentPart>
          </mc:Choice>
          <mc:Fallback>
            <p:pic>
              <p:nvPicPr>
                <p:cNvPr id="171" name="Ink 170">
                  <a:extLst>
                    <a:ext uri="{FF2B5EF4-FFF2-40B4-BE49-F238E27FC236}">
                      <a16:creationId xmlns:a16="http://schemas.microsoft.com/office/drawing/2014/main" id="{118DB850-CAD4-3174-A2BE-6D2425DEE0AC}"/>
                    </a:ext>
                  </a:extLst>
                </p:cNvPr>
                <p:cNvPicPr/>
                <p:nvPr/>
              </p:nvPicPr>
              <p:blipFill>
                <a:blip r:embed="rId92"/>
                <a:stretch>
                  <a:fillRect/>
                </a:stretch>
              </p:blipFill>
              <p:spPr>
                <a:xfrm>
                  <a:off x="1395518" y="3341376"/>
                  <a:ext cx="16524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172" name="Ink 171">
                  <a:extLst>
                    <a:ext uri="{FF2B5EF4-FFF2-40B4-BE49-F238E27FC236}">
                      <a16:creationId xmlns:a16="http://schemas.microsoft.com/office/drawing/2014/main" id="{A54CE03C-D223-E2A2-5B9F-75CA1A50334E}"/>
                    </a:ext>
                  </a:extLst>
                </p14:cNvPr>
                <p14:cNvContentPartPr/>
                <p14:nvPr/>
              </p14:nvContentPartPr>
              <p14:xfrm>
                <a:off x="1594958" y="3443616"/>
                <a:ext cx="21600" cy="88200"/>
              </p14:xfrm>
            </p:contentPart>
          </mc:Choice>
          <mc:Fallback>
            <p:pic>
              <p:nvPicPr>
                <p:cNvPr id="172" name="Ink 171">
                  <a:extLst>
                    <a:ext uri="{FF2B5EF4-FFF2-40B4-BE49-F238E27FC236}">
                      <a16:creationId xmlns:a16="http://schemas.microsoft.com/office/drawing/2014/main" id="{A54CE03C-D223-E2A2-5B9F-75CA1A50334E}"/>
                    </a:ext>
                  </a:extLst>
                </p:cNvPr>
                <p:cNvPicPr/>
                <p:nvPr/>
              </p:nvPicPr>
              <p:blipFill>
                <a:blip r:embed="rId94"/>
                <a:stretch>
                  <a:fillRect/>
                </a:stretch>
              </p:blipFill>
              <p:spPr>
                <a:xfrm>
                  <a:off x="1590638" y="3439296"/>
                  <a:ext cx="30240" cy="9684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173" name="Ink 172">
                  <a:extLst>
                    <a:ext uri="{FF2B5EF4-FFF2-40B4-BE49-F238E27FC236}">
                      <a16:creationId xmlns:a16="http://schemas.microsoft.com/office/drawing/2014/main" id="{A8CBBC3E-F692-111B-2294-815E13F03EC6}"/>
                    </a:ext>
                  </a:extLst>
                </p14:cNvPr>
                <p14:cNvContentPartPr/>
                <p14:nvPr/>
              </p14:nvContentPartPr>
              <p14:xfrm>
                <a:off x="1727798" y="3348936"/>
                <a:ext cx="79200" cy="9720"/>
              </p14:xfrm>
            </p:contentPart>
          </mc:Choice>
          <mc:Fallback>
            <p:pic>
              <p:nvPicPr>
                <p:cNvPr id="173" name="Ink 172">
                  <a:extLst>
                    <a:ext uri="{FF2B5EF4-FFF2-40B4-BE49-F238E27FC236}">
                      <a16:creationId xmlns:a16="http://schemas.microsoft.com/office/drawing/2014/main" id="{A8CBBC3E-F692-111B-2294-815E13F03EC6}"/>
                    </a:ext>
                  </a:extLst>
                </p:cNvPr>
                <p:cNvPicPr/>
                <p:nvPr/>
              </p:nvPicPr>
              <p:blipFill>
                <a:blip r:embed="rId96"/>
                <a:stretch>
                  <a:fillRect/>
                </a:stretch>
              </p:blipFill>
              <p:spPr>
                <a:xfrm>
                  <a:off x="1723478" y="3344616"/>
                  <a:ext cx="87840" cy="18360"/>
                </a:xfrm>
                <a:prstGeom prst="rect">
                  <a:avLst/>
                </a:prstGeom>
              </p:spPr>
            </p:pic>
          </mc:Fallback>
        </mc:AlternateContent>
      </p:grpSp>
      <p:grpSp>
        <p:nvGrpSpPr>
          <p:cNvPr id="176" name="Group 175">
            <a:extLst>
              <a:ext uri="{FF2B5EF4-FFF2-40B4-BE49-F238E27FC236}">
                <a16:creationId xmlns:a16="http://schemas.microsoft.com/office/drawing/2014/main" id="{42CD0719-FF55-AB65-45F0-FD4E8FCCA9FD}"/>
              </a:ext>
            </a:extLst>
          </p:cNvPr>
          <p:cNvGrpSpPr/>
          <p:nvPr/>
        </p:nvGrpSpPr>
        <p:grpSpPr>
          <a:xfrm>
            <a:off x="1979078" y="3230856"/>
            <a:ext cx="216720" cy="207360"/>
            <a:chOff x="1979078" y="3230856"/>
            <a:chExt cx="216720" cy="207360"/>
          </a:xfrm>
        </p:grpSpPr>
        <mc:AlternateContent xmlns:mc="http://schemas.openxmlformats.org/markup-compatibility/2006">
          <mc:Choice xmlns:p14="http://schemas.microsoft.com/office/powerpoint/2010/main" Requires="p14">
            <p:contentPart p14:bwMode="auto" r:id="rId97">
              <p14:nvContentPartPr>
                <p14:cNvPr id="174" name="Ink 173">
                  <a:extLst>
                    <a:ext uri="{FF2B5EF4-FFF2-40B4-BE49-F238E27FC236}">
                      <a16:creationId xmlns:a16="http://schemas.microsoft.com/office/drawing/2014/main" id="{7E10AE56-E44E-7F41-BB9E-91B214B81C68}"/>
                    </a:ext>
                  </a:extLst>
                </p14:cNvPr>
                <p14:cNvContentPartPr/>
                <p14:nvPr/>
              </p14:nvContentPartPr>
              <p14:xfrm>
                <a:off x="1979078" y="3230856"/>
                <a:ext cx="160920" cy="207360"/>
              </p14:xfrm>
            </p:contentPart>
          </mc:Choice>
          <mc:Fallback>
            <p:pic>
              <p:nvPicPr>
                <p:cNvPr id="174" name="Ink 173">
                  <a:extLst>
                    <a:ext uri="{FF2B5EF4-FFF2-40B4-BE49-F238E27FC236}">
                      <a16:creationId xmlns:a16="http://schemas.microsoft.com/office/drawing/2014/main" id="{7E10AE56-E44E-7F41-BB9E-91B214B81C68}"/>
                    </a:ext>
                  </a:extLst>
                </p:cNvPr>
                <p:cNvPicPr/>
                <p:nvPr/>
              </p:nvPicPr>
              <p:blipFill>
                <a:blip r:embed="rId98"/>
                <a:stretch>
                  <a:fillRect/>
                </a:stretch>
              </p:blipFill>
              <p:spPr>
                <a:xfrm>
                  <a:off x="1974758" y="3226536"/>
                  <a:ext cx="1695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175" name="Ink 174">
                  <a:extLst>
                    <a:ext uri="{FF2B5EF4-FFF2-40B4-BE49-F238E27FC236}">
                      <a16:creationId xmlns:a16="http://schemas.microsoft.com/office/drawing/2014/main" id="{5839BD5A-4375-168B-AAEA-C849D901215B}"/>
                    </a:ext>
                  </a:extLst>
                </p14:cNvPr>
                <p14:cNvContentPartPr/>
                <p14:nvPr/>
              </p14:nvContentPartPr>
              <p14:xfrm>
                <a:off x="2170958" y="3319416"/>
                <a:ext cx="24840" cy="75960"/>
              </p14:xfrm>
            </p:contentPart>
          </mc:Choice>
          <mc:Fallback>
            <p:pic>
              <p:nvPicPr>
                <p:cNvPr id="175" name="Ink 174">
                  <a:extLst>
                    <a:ext uri="{FF2B5EF4-FFF2-40B4-BE49-F238E27FC236}">
                      <a16:creationId xmlns:a16="http://schemas.microsoft.com/office/drawing/2014/main" id="{5839BD5A-4375-168B-AAEA-C849D901215B}"/>
                    </a:ext>
                  </a:extLst>
                </p:cNvPr>
                <p:cNvPicPr/>
                <p:nvPr/>
              </p:nvPicPr>
              <p:blipFill>
                <a:blip r:embed="rId100"/>
                <a:stretch>
                  <a:fillRect/>
                </a:stretch>
              </p:blipFill>
              <p:spPr>
                <a:xfrm>
                  <a:off x="2166638" y="3315096"/>
                  <a:ext cx="33480" cy="84600"/>
                </a:xfrm>
                <a:prstGeom prst="rect">
                  <a:avLst/>
                </a:prstGeom>
              </p:spPr>
            </p:pic>
          </mc:Fallback>
        </mc:AlternateContent>
      </p:grpSp>
      <p:grpSp>
        <p:nvGrpSpPr>
          <p:cNvPr id="203" name="Group 202">
            <a:extLst>
              <a:ext uri="{FF2B5EF4-FFF2-40B4-BE49-F238E27FC236}">
                <a16:creationId xmlns:a16="http://schemas.microsoft.com/office/drawing/2014/main" id="{3DD2FA11-C5FD-C80D-6911-CE488A6D0EDB}"/>
              </a:ext>
            </a:extLst>
          </p:cNvPr>
          <p:cNvGrpSpPr/>
          <p:nvPr/>
        </p:nvGrpSpPr>
        <p:grpSpPr>
          <a:xfrm>
            <a:off x="2484878" y="2898936"/>
            <a:ext cx="912960" cy="445680"/>
            <a:chOff x="2484878" y="2898936"/>
            <a:chExt cx="912960" cy="445680"/>
          </a:xfrm>
        </p:grpSpPr>
        <mc:AlternateContent xmlns:mc="http://schemas.openxmlformats.org/markup-compatibility/2006">
          <mc:Choice xmlns:p14="http://schemas.microsoft.com/office/powerpoint/2010/main" Requires="p14">
            <p:contentPart p14:bwMode="auto" r:id="rId101">
              <p14:nvContentPartPr>
                <p14:cNvPr id="178" name="Ink 177">
                  <a:extLst>
                    <a:ext uri="{FF2B5EF4-FFF2-40B4-BE49-F238E27FC236}">
                      <a16:creationId xmlns:a16="http://schemas.microsoft.com/office/drawing/2014/main" id="{A4169DE0-9DC1-E645-FED2-31DA284AD17A}"/>
                    </a:ext>
                  </a:extLst>
                </p14:cNvPr>
                <p14:cNvContentPartPr/>
                <p14:nvPr/>
              </p14:nvContentPartPr>
              <p14:xfrm>
                <a:off x="2484878" y="3132576"/>
                <a:ext cx="149040" cy="123120"/>
              </p14:xfrm>
            </p:contentPart>
          </mc:Choice>
          <mc:Fallback>
            <p:pic>
              <p:nvPicPr>
                <p:cNvPr id="178" name="Ink 177">
                  <a:extLst>
                    <a:ext uri="{FF2B5EF4-FFF2-40B4-BE49-F238E27FC236}">
                      <a16:creationId xmlns:a16="http://schemas.microsoft.com/office/drawing/2014/main" id="{A4169DE0-9DC1-E645-FED2-31DA284AD17A}"/>
                    </a:ext>
                  </a:extLst>
                </p:cNvPr>
                <p:cNvPicPr/>
                <p:nvPr/>
              </p:nvPicPr>
              <p:blipFill>
                <a:blip r:embed="rId102"/>
                <a:stretch>
                  <a:fillRect/>
                </a:stretch>
              </p:blipFill>
              <p:spPr>
                <a:xfrm>
                  <a:off x="2480558" y="3128256"/>
                  <a:ext cx="157680" cy="13176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179" name="Ink 178">
                  <a:extLst>
                    <a:ext uri="{FF2B5EF4-FFF2-40B4-BE49-F238E27FC236}">
                      <a16:creationId xmlns:a16="http://schemas.microsoft.com/office/drawing/2014/main" id="{FDFEBD8A-044A-C85A-9D65-15942B2F2089}"/>
                    </a:ext>
                  </a:extLst>
                </p14:cNvPr>
                <p14:cNvContentPartPr/>
                <p14:nvPr/>
              </p14:nvContentPartPr>
              <p14:xfrm>
                <a:off x="2668478" y="3228696"/>
                <a:ext cx="89280" cy="95400"/>
              </p14:xfrm>
            </p:contentPart>
          </mc:Choice>
          <mc:Fallback>
            <p:pic>
              <p:nvPicPr>
                <p:cNvPr id="179" name="Ink 178">
                  <a:extLst>
                    <a:ext uri="{FF2B5EF4-FFF2-40B4-BE49-F238E27FC236}">
                      <a16:creationId xmlns:a16="http://schemas.microsoft.com/office/drawing/2014/main" id="{FDFEBD8A-044A-C85A-9D65-15942B2F2089}"/>
                    </a:ext>
                  </a:extLst>
                </p:cNvPr>
                <p:cNvPicPr/>
                <p:nvPr/>
              </p:nvPicPr>
              <p:blipFill>
                <a:blip r:embed="rId104"/>
                <a:stretch>
                  <a:fillRect/>
                </a:stretch>
              </p:blipFill>
              <p:spPr>
                <a:xfrm>
                  <a:off x="2664158" y="3224376"/>
                  <a:ext cx="9792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180" name="Ink 179">
                  <a:extLst>
                    <a:ext uri="{FF2B5EF4-FFF2-40B4-BE49-F238E27FC236}">
                      <a16:creationId xmlns:a16="http://schemas.microsoft.com/office/drawing/2014/main" id="{2A25E2DC-BEA6-68B6-6A7D-D88F980296C1}"/>
                    </a:ext>
                  </a:extLst>
                </p14:cNvPr>
                <p14:cNvContentPartPr/>
                <p14:nvPr/>
              </p14:nvContentPartPr>
              <p14:xfrm>
                <a:off x="2838398" y="3149856"/>
                <a:ext cx="153000" cy="51120"/>
              </p14:xfrm>
            </p:contentPart>
          </mc:Choice>
          <mc:Fallback>
            <p:pic>
              <p:nvPicPr>
                <p:cNvPr id="180" name="Ink 179">
                  <a:extLst>
                    <a:ext uri="{FF2B5EF4-FFF2-40B4-BE49-F238E27FC236}">
                      <a16:creationId xmlns:a16="http://schemas.microsoft.com/office/drawing/2014/main" id="{2A25E2DC-BEA6-68B6-6A7D-D88F980296C1}"/>
                    </a:ext>
                  </a:extLst>
                </p:cNvPr>
                <p:cNvPicPr/>
                <p:nvPr/>
              </p:nvPicPr>
              <p:blipFill>
                <a:blip r:embed="rId106"/>
                <a:stretch>
                  <a:fillRect/>
                </a:stretch>
              </p:blipFill>
              <p:spPr>
                <a:xfrm>
                  <a:off x="2834078" y="3145536"/>
                  <a:ext cx="16164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181" name="Ink 180">
                  <a:extLst>
                    <a:ext uri="{FF2B5EF4-FFF2-40B4-BE49-F238E27FC236}">
                      <a16:creationId xmlns:a16="http://schemas.microsoft.com/office/drawing/2014/main" id="{534CC82F-206E-B872-9A9D-9572BFE14562}"/>
                    </a:ext>
                  </a:extLst>
                </p14:cNvPr>
                <p14:cNvContentPartPr/>
                <p14:nvPr/>
              </p14:nvContentPartPr>
              <p14:xfrm>
                <a:off x="3020198" y="3039696"/>
                <a:ext cx="119160" cy="193680"/>
              </p14:xfrm>
            </p:contentPart>
          </mc:Choice>
          <mc:Fallback>
            <p:pic>
              <p:nvPicPr>
                <p:cNvPr id="181" name="Ink 180">
                  <a:extLst>
                    <a:ext uri="{FF2B5EF4-FFF2-40B4-BE49-F238E27FC236}">
                      <a16:creationId xmlns:a16="http://schemas.microsoft.com/office/drawing/2014/main" id="{534CC82F-206E-B872-9A9D-9572BFE14562}"/>
                    </a:ext>
                  </a:extLst>
                </p:cNvPr>
                <p:cNvPicPr/>
                <p:nvPr/>
              </p:nvPicPr>
              <p:blipFill>
                <a:blip r:embed="rId108"/>
                <a:stretch>
                  <a:fillRect/>
                </a:stretch>
              </p:blipFill>
              <p:spPr>
                <a:xfrm>
                  <a:off x="3015878" y="3035376"/>
                  <a:ext cx="12780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182" name="Ink 181">
                  <a:extLst>
                    <a:ext uri="{FF2B5EF4-FFF2-40B4-BE49-F238E27FC236}">
                      <a16:creationId xmlns:a16="http://schemas.microsoft.com/office/drawing/2014/main" id="{94727B8C-DB20-A4E2-459D-624D05872847}"/>
                    </a:ext>
                  </a:extLst>
                </p14:cNvPr>
                <p14:cNvContentPartPr/>
                <p14:nvPr/>
              </p14:nvContentPartPr>
              <p14:xfrm>
                <a:off x="3175718" y="3124656"/>
                <a:ext cx="96840" cy="81360"/>
              </p14:xfrm>
            </p:contentPart>
          </mc:Choice>
          <mc:Fallback>
            <p:pic>
              <p:nvPicPr>
                <p:cNvPr id="182" name="Ink 181">
                  <a:extLst>
                    <a:ext uri="{FF2B5EF4-FFF2-40B4-BE49-F238E27FC236}">
                      <a16:creationId xmlns:a16="http://schemas.microsoft.com/office/drawing/2014/main" id="{94727B8C-DB20-A4E2-459D-624D05872847}"/>
                    </a:ext>
                  </a:extLst>
                </p:cNvPr>
                <p:cNvPicPr/>
                <p:nvPr/>
              </p:nvPicPr>
              <p:blipFill>
                <a:blip r:embed="rId110"/>
                <a:stretch>
                  <a:fillRect/>
                </a:stretch>
              </p:blipFill>
              <p:spPr>
                <a:xfrm>
                  <a:off x="3171398" y="3120336"/>
                  <a:ext cx="10548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183" name="Ink 182">
                  <a:extLst>
                    <a:ext uri="{FF2B5EF4-FFF2-40B4-BE49-F238E27FC236}">
                      <a16:creationId xmlns:a16="http://schemas.microsoft.com/office/drawing/2014/main" id="{8E794EDE-BB84-EFF8-BE7D-21D3006984CB}"/>
                    </a:ext>
                  </a:extLst>
                </p14:cNvPr>
                <p14:cNvContentPartPr/>
                <p14:nvPr/>
              </p14:nvContentPartPr>
              <p14:xfrm>
                <a:off x="3240518" y="2898936"/>
                <a:ext cx="157320" cy="445680"/>
              </p14:xfrm>
            </p:contentPart>
          </mc:Choice>
          <mc:Fallback>
            <p:pic>
              <p:nvPicPr>
                <p:cNvPr id="183" name="Ink 182">
                  <a:extLst>
                    <a:ext uri="{FF2B5EF4-FFF2-40B4-BE49-F238E27FC236}">
                      <a16:creationId xmlns:a16="http://schemas.microsoft.com/office/drawing/2014/main" id="{8E794EDE-BB84-EFF8-BE7D-21D3006984CB}"/>
                    </a:ext>
                  </a:extLst>
                </p:cNvPr>
                <p:cNvPicPr/>
                <p:nvPr/>
              </p:nvPicPr>
              <p:blipFill>
                <a:blip r:embed="rId112"/>
                <a:stretch>
                  <a:fillRect/>
                </a:stretch>
              </p:blipFill>
              <p:spPr>
                <a:xfrm>
                  <a:off x="3236198" y="2894616"/>
                  <a:ext cx="165960" cy="454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3">
            <p14:nvContentPartPr>
              <p14:cNvPr id="184" name="Ink 183">
                <a:extLst>
                  <a:ext uri="{FF2B5EF4-FFF2-40B4-BE49-F238E27FC236}">
                    <a16:creationId xmlns:a16="http://schemas.microsoft.com/office/drawing/2014/main" id="{66D58694-7A2B-EDA2-F4CF-A939DE9F3D0B}"/>
                  </a:ext>
                </a:extLst>
              </p14:cNvPr>
              <p14:cNvContentPartPr/>
              <p14:nvPr/>
            </p14:nvContentPartPr>
            <p14:xfrm>
              <a:off x="1112198" y="3234096"/>
              <a:ext cx="331200" cy="555480"/>
            </p14:xfrm>
          </p:contentPart>
        </mc:Choice>
        <mc:Fallback>
          <p:pic>
            <p:nvPicPr>
              <p:cNvPr id="184" name="Ink 183">
                <a:extLst>
                  <a:ext uri="{FF2B5EF4-FFF2-40B4-BE49-F238E27FC236}">
                    <a16:creationId xmlns:a16="http://schemas.microsoft.com/office/drawing/2014/main" id="{66D58694-7A2B-EDA2-F4CF-A939DE9F3D0B}"/>
                  </a:ext>
                </a:extLst>
              </p:cNvPr>
              <p:cNvPicPr/>
              <p:nvPr/>
            </p:nvPicPr>
            <p:blipFill>
              <a:blip r:embed="rId114"/>
              <a:stretch>
                <a:fillRect/>
              </a:stretch>
            </p:blipFill>
            <p:spPr>
              <a:xfrm>
                <a:off x="1107878" y="3229776"/>
                <a:ext cx="339840" cy="564120"/>
              </a:xfrm>
              <a:prstGeom prst="rect">
                <a:avLst/>
              </a:prstGeom>
            </p:spPr>
          </p:pic>
        </mc:Fallback>
      </mc:AlternateContent>
      <p:grpSp>
        <p:nvGrpSpPr>
          <p:cNvPr id="213" name="Group 212">
            <a:extLst>
              <a:ext uri="{FF2B5EF4-FFF2-40B4-BE49-F238E27FC236}">
                <a16:creationId xmlns:a16="http://schemas.microsoft.com/office/drawing/2014/main" id="{AA5F860C-C8EB-FC88-CDE7-CC1EDCA43939}"/>
              </a:ext>
            </a:extLst>
          </p:cNvPr>
          <p:cNvGrpSpPr/>
          <p:nvPr/>
        </p:nvGrpSpPr>
        <p:grpSpPr>
          <a:xfrm>
            <a:off x="5675918" y="2515536"/>
            <a:ext cx="1246680" cy="897120"/>
            <a:chOff x="5675918" y="2515536"/>
            <a:chExt cx="1246680" cy="897120"/>
          </a:xfrm>
        </p:grpSpPr>
        <mc:AlternateContent xmlns:mc="http://schemas.openxmlformats.org/markup-compatibility/2006">
          <mc:Choice xmlns:p14="http://schemas.microsoft.com/office/powerpoint/2010/main" Requires="p14">
            <p:contentPart p14:bwMode="auto" r:id="rId115">
              <p14:nvContentPartPr>
                <p14:cNvPr id="191" name="Ink 190">
                  <a:extLst>
                    <a:ext uri="{FF2B5EF4-FFF2-40B4-BE49-F238E27FC236}">
                      <a16:creationId xmlns:a16="http://schemas.microsoft.com/office/drawing/2014/main" id="{1EF32388-9593-4935-3BB5-AF58F55C575C}"/>
                    </a:ext>
                  </a:extLst>
                </p14:cNvPr>
                <p14:cNvContentPartPr/>
                <p14:nvPr/>
              </p14:nvContentPartPr>
              <p14:xfrm>
                <a:off x="5675918" y="2678256"/>
                <a:ext cx="221400" cy="734400"/>
              </p14:xfrm>
            </p:contentPart>
          </mc:Choice>
          <mc:Fallback>
            <p:pic>
              <p:nvPicPr>
                <p:cNvPr id="191" name="Ink 190">
                  <a:extLst>
                    <a:ext uri="{FF2B5EF4-FFF2-40B4-BE49-F238E27FC236}">
                      <a16:creationId xmlns:a16="http://schemas.microsoft.com/office/drawing/2014/main" id="{1EF32388-9593-4935-3BB5-AF58F55C575C}"/>
                    </a:ext>
                  </a:extLst>
                </p:cNvPr>
                <p:cNvPicPr/>
                <p:nvPr/>
              </p:nvPicPr>
              <p:blipFill>
                <a:blip r:embed="rId116"/>
                <a:stretch>
                  <a:fillRect/>
                </a:stretch>
              </p:blipFill>
              <p:spPr>
                <a:xfrm>
                  <a:off x="5671598" y="2673936"/>
                  <a:ext cx="230040" cy="74304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192" name="Ink 191">
                  <a:extLst>
                    <a:ext uri="{FF2B5EF4-FFF2-40B4-BE49-F238E27FC236}">
                      <a16:creationId xmlns:a16="http://schemas.microsoft.com/office/drawing/2014/main" id="{EBBA3249-33E9-5EE0-ED4B-C9BA399D2196}"/>
                    </a:ext>
                  </a:extLst>
                </p14:cNvPr>
                <p14:cNvContentPartPr/>
                <p14:nvPr/>
              </p14:nvContentPartPr>
              <p14:xfrm>
                <a:off x="5822438" y="2795976"/>
                <a:ext cx="178200" cy="96840"/>
              </p14:xfrm>
            </p:contentPart>
          </mc:Choice>
          <mc:Fallback>
            <p:pic>
              <p:nvPicPr>
                <p:cNvPr id="192" name="Ink 191">
                  <a:extLst>
                    <a:ext uri="{FF2B5EF4-FFF2-40B4-BE49-F238E27FC236}">
                      <a16:creationId xmlns:a16="http://schemas.microsoft.com/office/drawing/2014/main" id="{EBBA3249-33E9-5EE0-ED4B-C9BA399D2196}"/>
                    </a:ext>
                  </a:extLst>
                </p:cNvPr>
                <p:cNvPicPr/>
                <p:nvPr/>
              </p:nvPicPr>
              <p:blipFill>
                <a:blip r:embed="rId118"/>
                <a:stretch>
                  <a:fillRect/>
                </a:stretch>
              </p:blipFill>
              <p:spPr>
                <a:xfrm>
                  <a:off x="5818118" y="2791656"/>
                  <a:ext cx="18684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193" name="Ink 192">
                  <a:extLst>
                    <a:ext uri="{FF2B5EF4-FFF2-40B4-BE49-F238E27FC236}">
                      <a16:creationId xmlns:a16="http://schemas.microsoft.com/office/drawing/2014/main" id="{593188B2-0F7E-280E-17D4-A0C371A29581}"/>
                    </a:ext>
                  </a:extLst>
                </p14:cNvPr>
                <p14:cNvContentPartPr/>
                <p14:nvPr/>
              </p14:nvContentPartPr>
              <p14:xfrm>
                <a:off x="6039518" y="2849616"/>
                <a:ext cx="19440" cy="74160"/>
              </p14:xfrm>
            </p:contentPart>
          </mc:Choice>
          <mc:Fallback>
            <p:pic>
              <p:nvPicPr>
                <p:cNvPr id="193" name="Ink 192">
                  <a:extLst>
                    <a:ext uri="{FF2B5EF4-FFF2-40B4-BE49-F238E27FC236}">
                      <a16:creationId xmlns:a16="http://schemas.microsoft.com/office/drawing/2014/main" id="{593188B2-0F7E-280E-17D4-A0C371A29581}"/>
                    </a:ext>
                  </a:extLst>
                </p:cNvPr>
                <p:cNvPicPr/>
                <p:nvPr/>
              </p:nvPicPr>
              <p:blipFill>
                <a:blip r:embed="rId120"/>
                <a:stretch>
                  <a:fillRect/>
                </a:stretch>
              </p:blipFill>
              <p:spPr>
                <a:xfrm>
                  <a:off x="6035198" y="2845296"/>
                  <a:ext cx="28080" cy="8280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194" name="Ink 193">
                  <a:extLst>
                    <a:ext uri="{FF2B5EF4-FFF2-40B4-BE49-F238E27FC236}">
                      <a16:creationId xmlns:a16="http://schemas.microsoft.com/office/drawing/2014/main" id="{21DCA2D8-8EFE-CC4B-FA77-C36EFF2246B1}"/>
                    </a:ext>
                  </a:extLst>
                </p14:cNvPr>
                <p14:cNvContentPartPr/>
                <p14:nvPr/>
              </p14:nvContentPartPr>
              <p14:xfrm>
                <a:off x="6138518" y="2770056"/>
                <a:ext cx="158760" cy="46800"/>
              </p14:xfrm>
            </p:contentPart>
          </mc:Choice>
          <mc:Fallback>
            <p:pic>
              <p:nvPicPr>
                <p:cNvPr id="194" name="Ink 193">
                  <a:extLst>
                    <a:ext uri="{FF2B5EF4-FFF2-40B4-BE49-F238E27FC236}">
                      <a16:creationId xmlns:a16="http://schemas.microsoft.com/office/drawing/2014/main" id="{21DCA2D8-8EFE-CC4B-FA77-C36EFF2246B1}"/>
                    </a:ext>
                  </a:extLst>
                </p:cNvPr>
                <p:cNvPicPr/>
                <p:nvPr/>
              </p:nvPicPr>
              <p:blipFill>
                <a:blip r:embed="rId122"/>
                <a:stretch>
                  <a:fillRect/>
                </a:stretch>
              </p:blipFill>
              <p:spPr>
                <a:xfrm>
                  <a:off x="6134198" y="2765736"/>
                  <a:ext cx="167400" cy="5544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195" name="Ink 194">
                  <a:extLst>
                    <a:ext uri="{FF2B5EF4-FFF2-40B4-BE49-F238E27FC236}">
                      <a16:creationId xmlns:a16="http://schemas.microsoft.com/office/drawing/2014/main" id="{0D146FFC-C904-5AC5-C00B-92160A0155A6}"/>
                    </a:ext>
                  </a:extLst>
                </p14:cNvPr>
                <p14:cNvContentPartPr/>
                <p14:nvPr/>
              </p14:nvContentPartPr>
              <p14:xfrm>
                <a:off x="6337958" y="2674656"/>
                <a:ext cx="141480" cy="160560"/>
              </p14:xfrm>
            </p:contentPart>
          </mc:Choice>
          <mc:Fallback>
            <p:pic>
              <p:nvPicPr>
                <p:cNvPr id="195" name="Ink 194">
                  <a:extLst>
                    <a:ext uri="{FF2B5EF4-FFF2-40B4-BE49-F238E27FC236}">
                      <a16:creationId xmlns:a16="http://schemas.microsoft.com/office/drawing/2014/main" id="{0D146FFC-C904-5AC5-C00B-92160A0155A6}"/>
                    </a:ext>
                  </a:extLst>
                </p:cNvPr>
                <p:cNvPicPr/>
                <p:nvPr/>
              </p:nvPicPr>
              <p:blipFill>
                <a:blip r:embed="rId124"/>
                <a:stretch>
                  <a:fillRect/>
                </a:stretch>
              </p:blipFill>
              <p:spPr>
                <a:xfrm>
                  <a:off x="6333638" y="2670336"/>
                  <a:ext cx="15012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196" name="Ink 195">
                  <a:extLst>
                    <a:ext uri="{FF2B5EF4-FFF2-40B4-BE49-F238E27FC236}">
                      <a16:creationId xmlns:a16="http://schemas.microsoft.com/office/drawing/2014/main" id="{44FFC74A-0B1F-ACD2-FD89-97E841A58D6B}"/>
                    </a:ext>
                  </a:extLst>
                </p14:cNvPr>
                <p14:cNvContentPartPr/>
                <p14:nvPr/>
              </p14:nvContentPartPr>
              <p14:xfrm>
                <a:off x="6530918" y="2784816"/>
                <a:ext cx="18360" cy="93960"/>
              </p14:xfrm>
            </p:contentPart>
          </mc:Choice>
          <mc:Fallback>
            <p:pic>
              <p:nvPicPr>
                <p:cNvPr id="196" name="Ink 195">
                  <a:extLst>
                    <a:ext uri="{FF2B5EF4-FFF2-40B4-BE49-F238E27FC236}">
                      <a16:creationId xmlns:a16="http://schemas.microsoft.com/office/drawing/2014/main" id="{44FFC74A-0B1F-ACD2-FD89-97E841A58D6B}"/>
                    </a:ext>
                  </a:extLst>
                </p:cNvPr>
                <p:cNvPicPr/>
                <p:nvPr/>
              </p:nvPicPr>
              <p:blipFill>
                <a:blip r:embed="rId126"/>
                <a:stretch>
                  <a:fillRect/>
                </a:stretch>
              </p:blipFill>
              <p:spPr>
                <a:xfrm>
                  <a:off x="6526598" y="2780496"/>
                  <a:ext cx="2700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197" name="Ink 196">
                  <a:extLst>
                    <a:ext uri="{FF2B5EF4-FFF2-40B4-BE49-F238E27FC236}">
                      <a16:creationId xmlns:a16="http://schemas.microsoft.com/office/drawing/2014/main" id="{CF3725B7-64D8-D589-CC81-CED8C08E2A00}"/>
                    </a:ext>
                  </a:extLst>
                </p14:cNvPr>
                <p14:cNvContentPartPr/>
                <p14:nvPr/>
              </p14:nvContentPartPr>
              <p14:xfrm>
                <a:off x="5910998" y="3099096"/>
                <a:ext cx="178920" cy="123120"/>
              </p14:xfrm>
            </p:contentPart>
          </mc:Choice>
          <mc:Fallback>
            <p:pic>
              <p:nvPicPr>
                <p:cNvPr id="197" name="Ink 196">
                  <a:extLst>
                    <a:ext uri="{FF2B5EF4-FFF2-40B4-BE49-F238E27FC236}">
                      <a16:creationId xmlns:a16="http://schemas.microsoft.com/office/drawing/2014/main" id="{CF3725B7-64D8-D589-CC81-CED8C08E2A00}"/>
                    </a:ext>
                  </a:extLst>
                </p:cNvPr>
                <p:cNvPicPr/>
                <p:nvPr/>
              </p:nvPicPr>
              <p:blipFill>
                <a:blip r:embed="rId128"/>
                <a:stretch>
                  <a:fillRect/>
                </a:stretch>
              </p:blipFill>
              <p:spPr>
                <a:xfrm>
                  <a:off x="5906678" y="3094776"/>
                  <a:ext cx="187560" cy="13176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198" name="Ink 197">
                  <a:extLst>
                    <a:ext uri="{FF2B5EF4-FFF2-40B4-BE49-F238E27FC236}">
                      <a16:creationId xmlns:a16="http://schemas.microsoft.com/office/drawing/2014/main" id="{95A15068-B649-453C-B34D-BD8483557639}"/>
                    </a:ext>
                  </a:extLst>
                </p14:cNvPr>
                <p14:cNvContentPartPr/>
                <p14:nvPr/>
              </p14:nvContentPartPr>
              <p14:xfrm>
                <a:off x="6106478" y="3173616"/>
                <a:ext cx="117720" cy="99000"/>
              </p14:xfrm>
            </p:contentPart>
          </mc:Choice>
          <mc:Fallback>
            <p:pic>
              <p:nvPicPr>
                <p:cNvPr id="198" name="Ink 197">
                  <a:extLst>
                    <a:ext uri="{FF2B5EF4-FFF2-40B4-BE49-F238E27FC236}">
                      <a16:creationId xmlns:a16="http://schemas.microsoft.com/office/drawing/2014/main" id="{95A15068-B649-453C-B34D-BD8483557639}"/>
                    </a:ext>
                  </a:extLst>
                </p:cNvPr>
                <p:cNvPicPr/>
                <p:nvPr/>
              </p:nvPicPr>
              <p:blipFill>
                <a:blip r:embed="rId130"/>
                <a:stretch>
                  <a:fillRect/>
                </a:stretch>
              </p:blipFill>
              <p:spPr>
                <a:xfrm>
                  <a:off x="6102158" y="3169296"/>
                  <a:ext cx="126360" cy="10764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199" name="Ink 198">
                  <a:extLst>
                    <a:ext uri="{FF2B5EF4-FFF2-40B4-BE49-F238E27FC236}">
                      <a16:creationId xmlns:a16="http://schemas.microsoft.com/office/drawing/2014/main" id="{B1229E0E-05C1-330C-CAA7-CE2F03CAA97A}"/>
                    </a:ext>
                  </a:extLst>
                </p14:cNvPr>
                <p14:cNvContentPartPr/>
                <p14:nvPr/>
              </p14:nvContentPartPr>
              <p14:xfrm>
                <a:off x="6249038" y="3112776"/>
                <a:ext cx="132120" cy="44280"/>
              </p14:xfrm>
            </p:contentPart>
          </mc:Choice>
          <mc:Fallback>
            <p:pic>
              <p:nvPicPr>
                <p:cNvPr id="199" name="Ink 198">
                  <a:extLst>
                    <a:ext uri="{FF2B5EF4-FFF2-40B4-BE49-F238E27FC236}">
                      <a16:creationId xmlns:a16="http://schemas.microsoft.com/office/drawing/2014/main" id="{B1229E0E-05C1-330C-CAA7-CE2F03CAA97A}"/>
                    </a:ext>
                  </a:extLst>
                </p:cNvPr>
                <p:cNvPicPr/>
                <p:nvPr/>
              </p:nvPicPr>
              <p:blipFill>
                <a:blip r:embed="rId132"/>
                <a:stretch>
                  <a:fillRect/>
                </a:stretch>
              </p:blipFill>
              <p:spPr>
                <a:xfrm>
                  <a:off x="6244718" y="3108456"/>
                  <a:ext cx="14076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204" name="Ink 203">
                  <a:extLst>
                    <a:ext uri="{FF2B5EF4-FFF2-40B4-BE49-F238E27FC236}">
                      <a16:creationId xmlns:a16="http://schemas.microsoft.com/office/drawing/2014/main" id="{E97C9E9E-5830-4D51-75C0-CEE081D87A9C}"/>
                    </a:ext>
                  </a:extLst>
                </p14:cNvPr>
                <p14:cNvContentPartPr/>
                <p14:nvPr/>
              </p14:nvContentPartPr>
              <p14:xfrm>
                <a:off x="6403478" y="3042576"/>
                <a:ext cx="150120" cy="190440"/>
              </p14:xfrm>
            </p:contentPart>
          </mc:Choice>
          <mc:Fallback>
            <p:pic>
              <p:nvPicPr>
                <p:cNvPr id="204" name="Ink 203">
                  <a:extLst>
                    <a:ext uri="{FF2B5EF4-FFF2-40B4-BE49-F238E27FC236}">
                      <a16:creationId xmlns:a16="http://schemas.microsoft.com/office/drawing/2014/main" id="{E97C9E9E-5830-4D51-75C0-CEE081D87A9C}"/>
                    </a:ext>
                  </a:extLst>
                </p:cNvPr>
                <p:cNvPicPr/>
                <p:nvPr/>
              </p:nvPicPr>
              <p:blipFill>
                <a:blip r:embed="rId134"/>
                <a:stretch>
                  <a:fillRect/>
                </a:stretch>
              </p:blipFill>
              <p:spPr>
                <a:xfrm>
                  <a:off x="6399158" y="3038256"/>
                  <a:ext cx="15876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205" name="Ink 204">
                  <a:extLst>
                    <a:ext uri="{FF2B5EF4-FFF2-40B4-BE49-F238E27FC236}">
                      <a16:creationId xmlns:a16="http://schemas.microsoft.com/office/drawing/2014/main" id="{C15A84AF-5653-08D0-30AC-8F53AB283AF8}"/>
                    </a:ext>
                  </a:extLst>
                </p14:cNvPr>
                <p14:cNvContentPartPr/>
                <p14:nvPr/>
              </p14:nvContentPartPr>
              <p14:xfrm>
                <a:off x="6604718" y="3126096"/>
                <a:ext cx="112320" cy="77760"/>
              </p14:xfrm>
            </p:contentPart>
          </mc:Choice>
          <mc:Fallback>
            <p:pic>
              <p:nvPicPr>
                <p:cNvPr id="205" name="Ink 204">
                  <a:extLst>
                    <a:ext uri="{FF2B5EF4-FFF2-40B4-BE49-F238E27FC236}">
                      <a16:creationId xmlns:a16="http://schemas.microsoft.com/office/drawing/2014/main" id="{C15A84AF-5653-08D0-30AC-8F53AB283AF8}"/>
                    </a:ext>
                  </a:extLst>
                </p:cNvPr>
                <p:cNvPicPr/>
                <p:nvPr/>
              </p:nvPicPr>
              <p:blipFill>
                <a:blip r:embed="rId136"/>
                <a:stretch>
                  <a:fillRect/>
                </a:stretch>
              </p:blipFill>
              <p:spPr>
                <a:xfrm>
                  <a:off x="6600398" y="3121776"/>
                  <a:ext cx="120960" cy="8640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206" name="Ink 205">
                  <a:extLst>
                    <a:ext uri="{FF2B5EF4-FFF2-40B4-BE49-F238E27FC236}">
                      <a16:creationId xmlns:a16="http://schemas.microsoft.com/office/drawing/2014/main" id="{FC8343E0-F22E-AA44-92B7-8BA0DC30D5B5}"/>
                    </a:ext>
                  </a:extLst>
                </p14:cNvPr>
                <p14:cNvContentPartPr/>
                <p14:nvPr/>
              </p14:nvContentPartPr>
              <p14:xfrm>
                <a:off x="6557918" y="2515536"/>
                <a:ext cx="364680" cy="835200"/>
              </p14:xfrm>
            </p:contentPart>
          </mc:Choice>
          <mc:Fallback>
            <p:pic>
              <p:nvPicPr>
                <p:cNvPr id="206" name="Ink 205">
                  <a:extLst>
                    <a:ext uri="{FF2B5EF4-FFF2-40B4-BE49-F238E27FC236}">
                      <a16:creationId xmlns:a16="http://schemas.microsoft.com/office/drawing/2014/main" id="{FC8343E0-F22E-AA44-92B7-8BA0DC30D5B5}"/>
                    </a:ext>
                  </a:extLst>
                </p:cNvPr>
                <p:cNvPicPr/>
                <p:nvPr/>
              </p:nvPicPr>
              <p:blipFill>
                <a:blip r:embed="rId138"/>
                <a:stretch>
                  <a:fillRect/>
                </a:stretch>
              </p:blipFill>
              <p:spPr>
                <a:xfrm>
                  <a:off x="6553598" y="2511216"/>
                  <a:ext cx="373320" cy="843840"/>
                </a:xfrm>
                <a:prstGeom prst="rect">
                  <a:avLst/>
                </a:prstGeom>
              </p:spPr>
            </p:pic>
          </mc:Fallback>
        </mc:AlternateContent>
      </p:grpSp>
      <p:grpSp>
        <p:nvGrpSpPr>
          <p:cNvPr id="212" name="Group 211">
            <a:extLst>
              <a:ext uri="{FF2B5EF4-FFF2-40B4-BE49-F238E27FC236}">
                <a16:creationId xmlns:a16="http://schemas.microsoft.com/office/drawing/2014/main" id="{DCCB70A7-97B1-0483-1F5B-06B5AA1DCD19}"/>
              </a:ext>
            </a:extLst>
          </p:cNvPr>
          <p:cNvGrpSpPr/>
          <p:nvPr/>
        </p:nvGrpSpPr>
        <p:grpSpPr>
          <a:xfrm>
            <a:off x="7153358" y="2684016"/>
            <a:ext cx="167760" cy="102240"/>
            <a:chOff x="7153358" y="2684016"/>
            <a:chExt cx="167760" cy="102240"/>
          </a:xfrm>
        </p:grpSpPr>
        <mc:AlternateContent xmlns:mc="http://schemas.openxmlformats.org/markup-compatibility/2006">
          <mc:Choice xmlns:p14="http://schemas.microsoft.com/office/powerpoint/2010/main" Requires="p14">
            <p:contentPart p14:bwMode="auto" r:id="rId139">
              <p14:nvContentPartPr>
                <p14:cNvPr id="207" name="Ink 206">
                  <a:extLst>
                    <a:ext uri="{FF2B5EF4-FFF2-40B4-BE49-F238E27FC236}">
                      <a16:creationId xmlns:a16="http://schemas.microsoft.com/office/drawing/2014/main" id="{FF09231B-BA67-D37F-9D87-3072574E3E62}"/>
                    </a:ext>
                  </a:extLst>
                </p14:cNvPr>
                <p14:cNvContentPartPr/>
                <p14:nvPr/>
              </p14:nvContentPartPr>
              <p14:xfrm>
                <a:off x="7153358" y="2684016"/>
                <a:ext cx="151200" cy="23400"/>
              </p14:xfrm>
            </p:contentPart>
          </mc:Choice>
          <mc:Fallback>
            <p:pic>
              <p:nvPicPr>
                <p:cNvPr id="207" name="Ink 206">
                  <a:extLst>
                    <a:ext uri="{FF2B5EF4-FFF2-40B4-BE49-F238E27FC236}">
                      <a16:creationId xmlns:a16="http://schemas.microsoft.com/office/drawing/2014/main" id="{FF09231B-BA67-D37F-9D87-3072574E3E62}"/>
                    </a:ext>
                  </a:extLst>
                </p:cNvPr>
                <p:cNvPicPr/>
                <p:nvPr/>
              </p:nvPicPr>
              <p:blipFill>
                <a:blip r:embed="rId140"/>
                <a:stretch>
                  <a:fillRect/>
                </a:stretch>
              </p:blipFill>
              <p:spPr>
                <a:xfrm>
                  <a:off x="7149038" y="2679696"/>
                  <a:ext cx="15984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208" name="Ink 207">
                  <a:extLst>
                    <a:ext uri="{FF2B5EF4-FFF2-40B4-BE49-F238E27FC236}">
                      <a16:creationId xmlns:a16="http://schemas.microsoft.com/office/drawing/2014/main" id="{3BFF4AE6-D9E1-F19A-6165-9971876C947F}"/>
                    </a:ext>
                  </a:extLst>
                </p14:cNvPr>
                <p14:cNvContentPartPr/>
                <p14:nvPr/>
              </p14:nvContentPartPr>
              <p14:xfrm>
                <a:off x="7179638" y="2775816"/>
                <a:ext cx="141480" cy="10440"/>
              </p14:xfrm>
            </p:contentPart>
          </mc:Choice>
          <mc:Fallback>
            <p:pic>
              <p:nvPicPr>
                <p:cNvPr id="208" name="Ink 207">
                  <a:extLst>
                    <a:ext uri="{FF2B5EF4-FFF2-40B4-BE49-F238E27FC236}">
                      <a16:creationId xmlns:a16="http://schemas.microsoft.com/office/drawing/2014/main" id="{3BFF4AE6-D9E1-F19A-6165-9971876C947F}"/>
                    </a:ext>
                  </a:extLst>
                </p:cNvPr>
                <p:cNvPicPr/>
                <p:nvPr/>
              </p:nvPicPr>
              <p:blipFill>
                <a:blip r:embed="rId142"/>
                <a:stretch>
                  <a:fillRect/>
                </a:stretch>
              </p:blipFill>
              <p:spPr>
                <a:xfrm>
                  <a:off x="7175318" y="2771496"/>
                  <a:ext cx="150120" cy="19080"/>
                </a:xfrm>
                <a:prstGeom prst="rect">
                  <a:avLst/>
                </a:prstGeom>
              </p:spPr>
            </p:pic>
          </mc:Fallback>
        </mc:AlternateContent>
      </p:grpSp>
      <p:grpSp>
        <p:nvGrpSpPr>
          <p:cNvPr id="211" name="Group 210">
            <a:extLst>
              <a:ext uri="{FF2B5EF4-FFF2-40B4-BE49-F238E27FC236}">
                <a16:creationId xmlns:a16="http://schemas.microsoft.com/office/drawing/2014/main" id="{39F7633B-9F7F-C784-7F40-DC2E4A1978C3}"/>
              </a:ext>
            </a:extLst>
          </p:cNvPr>
          <p:cNvGrpSpPr/>
          <p:nvPr/>
        </p:nvGrpSpPr>
        <p:grpSpPr>
          <a:xfrm>
            <a:off x="7583558" y="2502216"/>
            <a:ext cx="455400" cy="274320"/>
            <a:chOff x="7583558" y="2502216"/>
            <a:chExt cx="455400" cy="274320"/>
          </a:xfrm>
        </p:grpSpPr>
        <mc:AlternateContent xmlns:mc="http://schemas.openxmlformats.org/markup-compatibility/2006">
          <mc:Choice xmlns:p14="http://schemas.microsoft.com/office/powerpoint/2010/main" Requires="p14">
            <p:contentPart p14:bwMode="auto" r:id="rId143">
              <p14:nvContentPartPr>
                <p14:cNvPr id="209" name="Ink 208">
                  <a:extLst>
                    <a:ext uri="{FF2B5EF4-FFF2-40B4-BE49-F238E27FC236}">
                      <a16:creationId xmlns:a16="http://schemas.microsoft.com/office/drawing/2014/main" id="{6D330D48-C2CD-C877-16C8-06AB5B3F2E21}"/>
                    </a:ext>
                  </a:extLst>
                </p14:cNvPr>
                <p14:cNvContentPartPr/>
                <p14:nvPr/>
              </p14:nvContentPartPr>
              <p14:xfrm>
                <a:off x="7583558" y="2536056"/>
                <a:ext cx="209160" cy="240480"/>
              </p14:xfrm>
            </p:contentPart>
          </mc:Choice>
          <mc:Fallback>
            <p:pic>
              <p:nvPicPr>
                <p:cNvPr id="209" name="Ink 208">
                  <a:extLst>
                    <a:ext uri="{FF2B5EF4-FFF2-40B4-BE49-F238E27FC236}">
                      <a16:creationId xmlns:a16="http://schemas.microsoft.com/office/drawing/2014/main" id="{6D330D48-C2CD-C877-16C8-06AB5B3F2E21}"/>
                    </a:ext>
                  </a:extLst>
                </p:cNvPr>
                <p:cNvPicPr/>
                <p:nvPr/>
              </p:nvPicPr>
              <p:blipFill>
                <a:blip r:embed="rId144"/>
                <a:stretch>
                  <a:fillRect/>
                </a:stretch>
              </p:blipFill>
              <p:spPr>
                <a:xfrm>
                  <a:off x="7579238" y="2531736"/>
                  <a:ext cx="21780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210" name="Ink 209">
                  <a:extLst>
                    <a:ext uri="{FF2B5EF4-FFF2-40B4-BE49-F238E27FC236}">
                      <a16:creationId xmlns:a16="http://schemas.microsoft.com/office/drawing/2014/main" id="{46D2C50A-EE6D-A270-8744-2B6E634ACD3E}"/>
                    </a:ext>
                  </a:extLst>
                </p14:cNvPr>
                <p14:cNvContentPartPr/>
                <p14:nvPr/>
              </p14:nvContentPartPr>
              <p14:xfrm>
                <a:off x="7870118" y="2502216"/>
                <a:ext cx="168840" cy="94320"/>
              </p14:xfrm>
            </p:contentPart>
          </mc:Choice>
          <mc:Fallback>
            <p:pic>
              <p:nvPicPr>
                <p:cNvPr id="210" name="Ink 209">
                  <a:extLst>
                    <a:ext uri="{FF2B5EF4-FFF2-40B4-BE49-F238E27FC236}">
                      <a16:creationId xmlns:a16="http://schemas.microsoft.com/office/drawing/2014/main" id="{46D2C50A-EE6D-A270-8744-2B6E634ACD3E}"/>
                    </a:ext>
                  </a:extLst>
                </p:cNvPr>
                <p:cNvPicPr/>
                <p:nvPr/>
              </p:nvPicPr>
              <p:blipFill>
                <a:blip r:embed="rId146"/>
                <a:stretch>
                  <a:fillRect/>
                </a:stretch>
              </p:blipFill>
              <p:spPr>
                <a:xfrm>
                  <a:off x="7865798" y="2497896"/>
                  <a:ext cx="177480" cy="102960"/>
                </a:xfrm>
                <a:prstGeom prst="rect">
                  <a:avLst/>
                </a:prstGeom>
              </p:spPr>
            </p:pic>
          </mc:Fallback>
        </mc:AlternateContent>
      </p:grpSp>
      <p:grpSp>
        <p:nvGrpSpPr>
          <p:cNvPr id="255" name="Group 254">
            <a:extLst>
              <a:ext uri="{FF2B5EF4-FFF2-40B4-BE49-F238E27FC236}">
                <a16:creationId xmlns:a16="http://schemas.microsoft.com/office/drawing/2014/main" id="{A3DB2236-15F1-91E1-F5B1-9A3FFCE17D81}"/>
              </a:ext>
            </a:extLst>
          </p:cNvPr>
          <p:cNvGrpSpPr/>
          <p:nvPr/>
        </p:nvGrpSpPr>
        <p:grpSpPr>
          <a:xfrm>
            <a:off x="3609878" y="2768256"/>
            <a:ext cx="1657080" cy="1626120"/>
            <a:chOff x="3609878" y="2768256"/>
            <a:chExt cx="1657080" cy="1626120"/>
          </a:xfrm>
        </p:grpSpPr>
        <mc:AlternateContent xmlns:mc="http://schemas.openxmlformats.org/markup-compatibility/2006">
          <mc:Choice xmlns:p14="http://schemas.microsoft.com/office/powerpoint/2010/main" Requires="p14">
            <p:contentPart p14:bwMode="auto" r:id="rId147">
              <p14:nvContentPartPr>
                <p14:cNvPr id="185" name="Ink 184">
                  <a:extLst>
                    <a:ext uri="{FF2B5EF4-FFF2-40B4-BE49-F238E27FC236}">
                      <a16:creationId xmlns:a16="http://schemas.microsoft.com/office/drawing/2014/main" id="{E8E6EA7E-14A2-BFED-8594-750AD920C0CD}"/>
                    </a:ext>
                  </a:extLst>
                </p14:cNvPr>
                <p14:cNvContentPartPr/>
                <p14:nvPr/>
              </p14:nvContentPartPr>
              <p14:xfrm>
                <a:off x="3609878" y="2860776"/>
                <a:ext cx="234000" cy="1116000"/>
              </p14:xfrm>
            </p:contentPart>
          </mc:Choice>
          <mc:Fallback>
            <p:pic>
              <p:nvPicPr>
                <p:cNvPr id="185" name="Ink 184">
                  <a:extLst>
                    <a:ext uri="{FF2B5EF4-FFF2-40B4-BE49-F238E27FC236}">
                      <a16:creationId xmlns:a16="http://schemas.microsoft.com/office/drawing/2014/main" id="{E8E6EA7E-14A2-BFED-8594-750AD920C0CD}"/>
                    </a:ext>
                  </a:extLst>
                </p:cNvPr>
                <p:cNvPicPr/>
                <p:nvPr/>
              </p:nvPicPr>
              <p:blipFill>
                <a:blip r:embed="rId148"/>
                <a:stretch>
                  <a:fillRect/>
                </a:stretch>
              </p:blipFill>
              <p:spPr>
                <a:xfrm>
                  <a:off x="3605558" y="2856456"/>
                  <a:ext cx="242640" cy="112464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186" name="Ink 185">
                  <a:extLst>
                    <a:ext uri="{FF2B5EF4-FFF2-40B4-BE49-F238E27FC236}">
                      <a16:creationId xmlns:a16="http://schemas.microsoft.com/office/drawing/2014/main" id="{06C6BE2C-6F22-2235-5412-EB12B959DBC4}"/>
                    </a:ext>
                  </a:extLst>
                </p14:cNvPr>
                <p14:cNvContentPartPr/>
                <p14:nvPr/>
              </p14:nvContentPartPr>
              <p14:xfrm>
                <a:off x="3849998" y="3013776"/>
                <a:ext cx="33120" cy="203760"/>
              </p14:xfrm>
            </p:contentPart>
          </mc:Choice>
          <mc:Fallback>
            <p:pic>
              <p:nvPicPr>
                <p:cNvPr id="186" name="Ink 185">
                  <a:extLst>
                    <a:ext uri="{FF2B5EF4-FFF2-40B4-BE49-F238E27FC236}">
                      <a16:creationId xmlns:a16="http://schemas.microsoft.com/office/drawing/2014/main" id="{06C6BE2C-6F22-2235-5412-EB12B959DBC4}"/>
                    </a:ext>
                  </a:extLst>
                </p:cNvPr>
                <p:cNvPicPr/>
                <p:nvPr/>
              </p:nvPicPr>
              <p:blipFill>
                <a:blip r:embed="rId150"/>
                <a:stretch>
                  <a:fillRect/>
                </a:stretch>
              </p:blipFill>
              <p:spPr>
                <a:xfrm>
                  <a:off x="3845678" y="3009456"/>
                  <a:ext cx="41760" cy="21240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188" name="Ink 187">
                  <a:extLst>
                    <a:ext uri="{FF2B5EF4-FFF2-40B4-BE49-F238E27FC236}">
                      <a16:creationId xmlns:a16="http://schemas.microsoft.com/office/drawing/2014/main" id="{7DED76F1-C910-8443-DCCE-D10DF86928CE}"/>
                    </a:ext>
                  </a:extLst>
                </p14:cNvPr>
                <p14:cNvContentPartPr/>
                <p14:nvPr/>
              </p14:nvContentPartPr>
              <p14:xfrm>
                <a:off x="3943958" y="3451896"/>
                <a:ext cx="147600" cy="107640"/>
              </p14:xfrm>
            </p:contentPart>
          </mc:Choice>
          <mc:Fallback>
            <p:pic>
              <p:nvPicPr>
                <p:cNvPr id="188" name="Ink 187">
                  <a:extLst>
                    <a:ext uri="{FF2B5EF4-FFF2-40B4-BE49-F238E27FC236}">
                      <a16:creationId xmlns:a16="http://schemas.microsoft.com/office/drawing/2014/main" id="{7DED76F1-C910-8443-DCCE-D10DF86928CE}"/>
                    </a:ext>
                  </a:extLst>
                </p:cNvPr>
                <p:cNvPicPr/>
                <p:nvPr/>
              </p:nvPicPr>
              <p:blipFill>
                <a:blip r:embed="rId152"/>
                <a:stretch>
                  <a:fillRect/>
                </a:stretch>
              </p:blipFill>
              <p:spPr>
                <a:xfrm>
                  <a:off x="3939638" y="3447576"/>
                  <a:ext cx="15624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187" name="Ink 186">
                  <a:extLst>
                    <a:ext uri="{FF2B5EF4-FFF2-40B4-BE49-F238E27FC236}">
                      <a16:creationId xmlns:a16="http://schemas.microsoft.com/office/drawing/2014/main" id="{33FF5618-55F7-3E84-3759-9C662F901C01}"/>
                    </a:ext>
                  </a:extLst>
                </p14:cNvPr>
                <p14:cNvContentPartPr/>
                <p14:nvPr/>
              </p14:nvContentPartPr>
              <p14:xfrm>
                <a:off x="4767998" y="2943576"/>
                <a:ext cx="133920" cy="116640"/>
              </p14:xfrm>
            </p:contentPart>
          </mc:Choice>
          <mc:Fallback>
            <p:pic>
              <p:nvPicPr>
                <p:cNvPr id="187" name="Ink 186">
                  <a:extLst>
                    <a:ext uri="{FF2B5EF4-FFF2-40B4-BE49-F238E27FC236}">
                      <a16:creationId xmlns:a16="http://schemas.microsoft.com/office/drawing/2014/main" id="{33FF5618-55F7-3E84-3759-9C662F901C01}"/>
                    </a:ext>
                  </a:extLst>
                </p:cNvPr>
                <p:cNvPicPr/>
                <p:nvPr/>
              </p:nvPicPr>
              <p:blipFill>
                <a:blip r:embed="rId154"/>
                <a:stretch>
                  <a:fillRect/>
                </a:stretch>
              </p:blipFill>
              <p:spPr>
                <a:xfrm>
                  <a:off x="4763678" y="2939256"/>
                  <a:ext cx="14256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189" name="Ink 188">
                  <a:extLst>
                    <a:ext uri="{FF2B5EF4-FFF2-40B4-BE49-F238E27FC236}">
                      <a16:creationId xmlns:a16="http://schemas.microsoft.com/office/drawing/2014/main" id="{E0591B1A-7913-3342-453D-5DD34549DECD}"/>
                    </a:ext>
                  </a:extLst>
                </p14:cNvPr>
                <p14:cNvContentPartPr/>
                <p14:nvPr/>
              </p14:nvContentPartPr>
              <p14:xfrm>
                <a:off x="4791758" y="3386376"/>
                <a:ext cx="10080" cy="139680"/>
              </p14:xfrm>
            </p:contentPart>
          </mc:Choice>
          <mc:Fallback>
            <p:pic>
              <p:nvPicPr>
                <p:cNvPr id="189" name="Ink 188">
                  <a:extLst>
                    <a:ext uri="{FF2B5EF4-FFF2-40B4-BE49-F238E27FC236}">
                      <a16:creationId xmlns:a16="http://schemas.microsoft.com/office/drawing/2014/main" id="{E0591B1A-7913-3342-453D-5DD34549DECD}"/>
                    </a:ext>
                  </a:extLst>
                </p:cNvPr>
                <p:cNvPicPr/>
                <p:nvPr/>
              </p:nvPicPr>
              <p:blipFill>
                <a:blip r:embed="rId156"/>
                <a:stretch>
                  <a:fillRect/>
                </a:stretch>
              </p:blipFill>
              <p:spPr>
                <a:xfrm>
                  <a:off x="4787438" y="3382056"/>
                  <a:ext cx="1872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190" name="Ink 189">
                  <a:extLst>
                    <a:ext uri="{FF2B5EF4-FFF2-40B4-BE49-F238E27FC236}">
                      <a16:creationId xmlns:a16="http://schemas.microsoft.com/office/drawing/2014/main" id="{3885858C-11AB-27DD-92A9-624C233ABE12}"/>
                    </a:ext>
                  </a:extLst>
                </p14:cNvPr>
                <p14:cNvContentPartPr/>
                <p14:nvPr/>
              </p14:nvContentPartPr>
              <p14:xfrm>
                <a:off x="4889678" y="2768256"/>
                <a:ext cx="354600" cy="1043280"/>
              </p14:xfrm>
            </p:contentPart>
          </mc:Choice>
          <mc:Fallback>
            <p:pic>
              <p:nvPicPr>
                <p:cNvPr id="190" name="Ink 189">
                  <a:extLst>
                    <a:ext uri="{FF2B5EF4-FFF2-40B4-BE49-F238E27FC236}">
                      <a16:creationId xmlns:a16="http://schemas.microsoft.com/office/drawing/2014/main" id="{3885858C-11AB-27DD-92A9-624C233ABE12}"/>
                    </a:ext>
                  </a:extLst>
                </p:cNvPr>
                <p:cNvPicPr/>
                <p:nvPr/>
              </p:nvPicPr>
              <p:blipFill>
                <a:blip r:embed="rId158"/>
                <a:stretch>
                  <a:fillRect/>
                </a:stretch>
              </p:blipFill>
              <p:spPr>
                <a:xfrm>
                  <a:off x="4885358" y="2763936"/>
                  <a:ext cx="363240" cy="105192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236" name="Ink 235">
                  <a:extLst>
                    <a:ext uri="{FF2B5EF4-FFF2-40B4-BE49-F238E27FC236}">
                      <a16:creationId xmlns:a16="http://schemas.microsoft.com/office/drawing/2014/main" id="{15DE3036-7E09-EBD9-3659-AEE81A10FDC6}"/>
                    </a:ext>
                  </a:extLst>
                </p14:cNvPr>
                <p14:cNvContentPartPr/>
                <p14:nvPr/>
              </p14:nvContentPartPr>
              <p14:xfrm>
                <a:off x="3744878" y="3978216"/>
                <a:ext cx="129960" cy="125640"/>
              </p14:xfrm>
            </p:contentPart>
          </mc:Choice>
          <mc:Fallback>
            <p:pic>
              <p:nvPicPr>
                <p:cNvPr id="236" name="Ink 235">
                  <a:extLst>
                    <a:ext uri="{FF2B5EF4-FFF2-40B4-BE49-F238E27FC236}">
                      <a16:creationId xmlns:a16="http://schemas.microsoft.com/office/drawing/2014/main" id="{15DE3036-7E09-EBD9-3659-AEE81A10FDC6}"/>
                    </a:ext>
                  </a:extLst>
                </p:cNvPr>
                <p:cNvPicPr/>
                <p:nvPr/>
              </p:nvPicPr>
              <p:blipFill>
                <a:blip r:embed="rId160"/>
                <a:stretch>
                  <a:fillRect/>
                </a:stretch>
              </p:blipFill>
              <p:spPr>
                <a:xfrm>
                  <a:off x="3740558" y="3973896"/>
                  <a:ext cx="13860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237" name="Ink 236">
                  <a:extLst>
                    <a:ext uri="{FF2B5EF4-FFF2-40B4-BE49-F238E27FC236}">
                      <a16:creationId xmlns:a16="http://schemas.microsoft.com/office/drawing/2014/main" id="{F51B7F32-FEBA-CCC9-C4D7-54A3E5F0DE35}"/>
                    </a:ext>
                  </a:extLst>
                </p14:cNvPr>
                <p14:cNvContentPartPr/>
                <p14:nvPr/>
              </p14:nvContentPartPr>
              <p14:xfrm>
                <a:off x="3897878" y="4089456"/>
                <a:ext cx="5040" cy="82440"/>
              </p14:xfrm>
            </p:contentPart>
          </mc:Choice>
          <mc:Fallback>
            <p:pic>
              <p:nvPicPr>
                <p:cNvPr id="237" name="Ink 236">
                  <a:extLst>
                    <a:ext uri="{FF2B5EF4-FFF2-40B4-BE49-F238E27FC236}">
                      <a16:creationId xmlns:a16="http://schemas.microsoft.com/office/drawing/2014/main" id="{F51B7F32-FEBA-CCC9-C4D7-54A3E5F0DE35}"/>
                    </a:ext>
                  </a:extLst>
                </p:cNvPr>
                <p:cNvPicPr/>
                <p:nvPr/>
              </p:nvPicPr>
              <p:blipFill>
                <a:blip r:embed="rId162"/>
                <a:stretch>
                  <a:fillRect/>
                </a:stretch>
              </p:blipFill>
              <p:spPr>
                <a:xfrm>
                  <a:off x="3893558" y="4085136"/>
                  <a:ext cx="13680" cy="9108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238" name="Ink 237">
                  <a:extLst>
                    <a:ext uri="{FF2B5EF4-FFF2-40B4-BE49-F238E27FC236}">
                      <a16:creationId xmlns:a16="http://schemas.microsoft.com/office/drawing/2014/main" id="{C2F5494A-A918-C58E-2FBD-E2B66A77A558}"/>
                    </a:ext>
                  </a:extLst>
                </p14:cNvPr>
                <p14:cNvContentPartPr/>
                <p14:nvPr/>
              </p14:nvContentPartPr>
              <p14:xfrm>
                <a:off x="3943598" y="4042296"/>
                <a:ext cx="86400" cy="27000"/>
              </p14:xfrm>
            </p:contentPart>
          </mc:Choice>
          <mc:Fallback>
            <p:pic>
              <p:nvPicPr>
                <p:cNvPr id="238" name="Ink 237">
                  <a:extLst>
                    <a:ext uri="{FF2B5EF4-FFF2-40B4-BE49-F238E27FC236}">
                      <a16:creationId xmlns:a16="http://schemas.microsoft.com/office/drawing/2014/main" id="{C2F5494A-A918-C58E-2FBD-E2B66A77A558}"/>
                    </a:ext>
                  </a:extLst>
                </p:cNvPr>
                <p:cNvPicPr/>
                <p:nvPr/>
              </p:nvPicPr>
              <p:blipFill>
                <a:blip r:embed="rId164"/>
                <a:stretch>
                  <a:fillRect/>
                </a:stretch>
              </p:blipFill>
              <p:spPr>
                <a:xfrm>
                  <a:off x="3939278" y="4037976"/>
                  <a:ext cx="95040" cy="3564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240" name="Ink 239">
                  <a:extLst>
                    <a:ext uri="{FF2B5EF4-FFF2-40B4-BE49-F238E27FC236}">
                      <a16:creationId xmlns:a16="http://schemas.microsoft.com/office/drawing/2014/main" id="{18B72D49-BA8A-90F3-1B7F-6D7786C9B065}"/>
                    </a:ext>
                  </a:extLst>
                </p14:cNvPr>
                <p14:cNvContentPartPr/>
                <p14:nvPr/>
              </p14:nvContentPartPr>
              <p14:xfrm>
                <a:off x="4053758" y="3970656"/>
                <a:ext cx="137880" cy="145080"/>
              </p14:xfrm>
            </p:contentPart>
          </mc:Choice>
          <mc:Fallback>
            <p:pic>
              <p:nvPicPr>
                <p:cNvPr id="240" name="Ink 239">
                  <a:extLst>
                    <a:ext uri="{FF2B5EF4-FFF2-40B4-BE49-F238E27FC236}">
                      <a16:creationId xmlns:a16="http://schemas.microsoft.com/office/drawing/2014/main" id="{18B72D49-BA8A-90F3-1B7F-6D7786C9B065}"/>
                    </a:ext>
                  </a:extLst>
                </p:cNvPr>
                <p:cNvPicPr/>
                <p:nvPr/>
              </p:nvPicPr>
              <p:blipFill>
                <a:blip r:embed="rId166"/>
                <a:stretch>
                  <a:fillRect/>
                </a:stretch>
              </p:blipFill>
              <p:spPr>
                <a:xfrm>
                  <a:off x="4049438" y="3966336"/>
                  <a:ext cx="14652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241" name="Ink 240">
                  <a:extLst>
                    <a:ext uri="{FF2B5EF4-FFF2-40B4-BE49-F238E27FC236}">
                      <a16:creationId xmlns:a16="http://schemas.microsoft.com/office/drawing/2014/main" id="{EC9410F6-DDBF-50DF-9769-CD3E228BE690}"/>
                    </a:ext>
                  </a:extLst>
                </p14:cNvPr>
                <p14:cNvContentPartPr/>
                <p14:nvPr/>
              </p14:nvContentPartPr>
              <p14:xfrm>
                <a:off x="4220078" y="4064976"/>
                <a:ext cx="14760" cy="63720"/>
              </p14:xfrm>
            </p:contentPart>
          </mc:Choice>
          <mc:Fallback>
            <p:pic>
              <p:nvPicPr>
                <p:cNvPr id="241" name="Ink 240">
                  <a:extLst>
                    <a:ext uri="{FF2B5EF4-FFF2-40B4-BE49-F238E27FC236}">
                      <a16:creationId xmlns:a16="http://schemas.microsoft.com/office/drawing/2014/main" id="{EC9410F6-DDBF-50DF-9769-CD3E228BE690}"/>
                    </a:ext>
                  </a:extLst>
                </p:cNvPr>
                <p:cNvPicPr/>
                <p:nvPr/>
              </p:nvPicPr>
              <p:blipFill>
                <a:blip r:embed="rId168"/>
                <a:stretch>
                  <a:fillRect/>
                </a:stretch>
              </p:blipFill>
              <p:spPr>
                <a:xfrm>
                  <a:off x="4215758" y="4060656"/>
                  <a:ext cx="2340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242" name="Ink 241">
                  <a:extLst>
                    <a:ext uri="{FF2B5EF4-FFF2-40B4-BE49-F238E27FC236}">
                      <a16:creationId xmlns:a16="http://schemas.microsoft.com/office/drawing/2014/main" id="{CA3CCD69-27F1-6B07-2045-A1D459251A25}"/>
                    </a:ext>
                  </a:extLst>
                </p14:cNvPr>
                <p14:cNvContentPartPr/>
                <p14:nvPr/>
              </p14:nvContentPartPr>
              <p14:xfrm>
                <a:off x="3637238" y="4008456"/>
                <a:ext cx="164880" cy="268200"/>
              </p14:xfrm>
            </p:contentPart>
          </mc:Choice>
          <mc:Fallback>
            <p:pic>
              <p:nvPicPr>
                <p:cNvPr id="242" name="Ink 241">
                  <a:extLst>
                    <a:ext uri="{FF2B5EF4-FFF2-40B4-BE49-F238E27FC236}">
                      <a16:creationId xmlns:a16="http://schemas.microsoft.com/office/drawing/2014/main" id="{CA3CCD69-27F1-6B07-2045-A1D459251A25}"/>
                    </a:ext>
                  </a:extLst>
                </p:cNvPr>
                <p:cNvPicPr/>
                <p:nvPr/>
              </p:nvPicPr>
              <p:blipFill>
                <a:blip r:embed="rId170"/>
                <a:stretch>
                  <a:fillRect/>
                </a:stretch>
              </p:blipFill>
              <p:spPr>
                <a:xfrm>
                  <a:off x="3632918" y="4004136"/>
                  <a:ext cx="173520" cy="27684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243" name="Ink 242">
                  <a:extLst>
                    <a:ext uri="{FF2B5EF4-FFF2-40B4-BE49-F238E27FC236}">
                      <a16:creationId xmlns:a16="http://schemas.microsoft.com/office/drawing/2014/main" id="{EBAD5866-8B6F-7DC6-26D2-270B04B92A00}"/>
                    </a:ext>
                  </a:extLst>
                </p14:cNvPr>
                <p14:cNvContentPartPr/>
                <p14:nvPr/>
              </p14:nvContentPartPr>
              <p14:xfrm>
                <a:off x="4181918" y="3954456"/>
                <a:ext cx="83160" cy="205560"/>
              </p14:xfrm>
            </p:contentPart>
          </mc:Choice>
          <mc:Fallback>
            <p:pic>
              <p:nvPicPr>
                <p:cNvPr id="243" name="Ink 242">
                  <a:extLst>
                    <a:ext uri="{FF2B5EF4-FFF2-40B4-BE49-F238E27FC236}">
                      <a16:creationId xmlns:a16="http://schemas.microsoft.com/office/drawing/2014/main" id="{EBAD5866-8B6F-7DC6-26D2-270B04B92A00}"/>
                    </a:ext>
                  </a:extLst>
                </p:cNvPr>
                <p:cNvPicPr/>
                <p:nvPr/>
              </p:nvPicPr>
              <p:blipFill>
                <a:blip r:embed="rId172"/>
                <a:stretch>
                  <a:fillRect/>
                </a:stretch>
              </p:blipFill>
              <p:spPr>
                <a:xfrm>
                  <a:off x="4177598" y="3950136"/>
                  <a:ext cx="9180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244" name="Ink 243">
                  <a:extLst>
                    <a:ext uri="{FF2B5EF4-FFF2-40B4-BE49-F238E27FC236}">
                      <a16:creationId xmlns:a16="http://schemas.microsoft.com/office/drawing/2014/main" id="{82A6E284-A670-8D95-5A29-71802D1F563E}"/>
                    </a:ext>
                  </a:extLst>
                </p14:cNvPr>
                <p14:cNvContentPartPr/>
                <p14:nvPr/>
              </p14:nvContentPartPr>
              <p14:xfrm>
                <a:off x="4347518" y="4022856"/>
                <a:ext cx="99720" cy="32040"/>
              </p14:xfrm>
            </p:contentPart>
          </mc:Choice>
          <mc:Fallback>
            <p:pic>
              <p:nvPicPr>
                <p:cNvPr id="244" name="Ink 243">
                  <a:extLst>
                    <a:ext uri="{FF2B5EF4-FFF2-40B4-BE49-F238E27FC236}">
                      <a16:creationId xmlns:a16="http://schemas.microsoft.com/office/drawing/2014/main" id="{82A6E284-A670-8D95-5A29-71802D1F563E}"/>
                    </a:ext>
                  </a:extLst>
                </p:cNvPr>
                <p:cNvPicPr/>
                <p:nvPr/>
              </p:nvPicPr>
              <p:blipFill>
                <a:blip r:embed="rId174"/>
                <a:stretch>
                  <a:fillRect/>
                </a:stretch>
              </p:blipFill>
              <p:spPr>
                <a:xfrm>
                  <a:off x="4343198" y="4018536"/>
                  <a:ext cx="10836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245" name="Ink 244">
                  <a:extLst>
                    <a:ext uri="{FF2B5EF4-FFF2-40B4-BE49-F238E27FC236}">
                      <a16:creationId xmlns:a16="http://schemas.microsoft.com/office/drawing/2014/main" id="{0828B15B-2177-E365-9314-1425E9D15888}"/>
                    </a:ext>
                  </a:extLst>
                </p14:cNvPr>
                <p14:cNvContentPartPr/>
                <p14:nvPr/>
              </p14:nvContentPartPr>
              <p14:xfrm>
                <a:off x="4387478" y="3988656"/>
                <a:ext cx="37080" cy="101520"/>
              </p14:xfrm>
            </p:contentPart>
          </mc:Choice>
          <mc:Fallback>
            <p:pic>
              <p:nvPicPr>
                <p:cNvPr id="245" name="Ink 244">
                  <a:extLst>
                    <a:ext uri="{FF2B5EF4-FFF2-40B4-BE49-F238E27FC236}">
                      <a16:creationId xmlns:a16="http://schemas.microsoft.com/office/drawing/2014/main" id="{0828B15B-2177-E365-9314-1425E9D15888}"/>
                    </a:ext>
                  </a:extLst>
                </p:cNvPr>
                <p:cNvPicPr/>
                <p:nvPr/>
              </p:nvPicPr>
              <p:blipFill>
                <a:blip r:embed="rId176"/>
                <a:stretch>
                  <a:fillRect/>
                </a:stretch>
              </p:blipFill>
              <p:spPr>
                <a:xfrm>
                  <a:off x="4383158" y="3984336"/>
                  <a:ext cx="45720" cy="11016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246" name="Ink 245">
                  <a:extLst>
                    <a:ext uri="{FF2B5EF4-FFF2-40B4-BE49-F238E27FC236}">
                      <a16:creationId xmlns:a16="http://schemas.microsoft.com/office/drawing/2014/main" id="{95C5ED0B-E8FB-34F5-0BAE-9A4CA8FDE2DD}"/>
                    </a:ext>
                  </a:extLst>
                </p14:cNvPr>
                <p14:cNvContentPartPr/>
                <p14:nvPr/>
              </p14:nvContentPartPr>
              <p14:xfrm>
                <a:off x="4526078" y="3895416"/>
                <a:ext cx="61200" cy="181080"/>
              </p14:xfrm>
            </p:contentPart>
          </mc:Choice>
          <mc:Fallback>
            <p:pic>
              <p:nvPicPr>
                <p:cNvPr id="246" name="Ink 245">
                  <a:extLst>
                    <a:ext uri="{FF2B5EF4-FFF2-40B4-BE49-F238E27FC236}">
                      <a16:creationId xmlns:a16="http://schemas.microsoft.com/office/drawing/2014/main" id="{95C5ED0B-E8FB-34F5-0BAE-9A4CA8FDE2DD}"/>
                    </a:ext>
                  </a:extLst>
                </p:cNvPr>
                <p:cNvPicPr/>
                <p:nvPr/>
              </p:nvPicPr>
              <p:blipFill>
                <a:blip r:embed="rId178"/>
                <a:stretch>
                  <a:fillRect/>
                </a:stretch>
              </p:blipFill>
              <p:spPr>
                <a:xfrm>
                  <a:off x="4521758" y="3891096"/>
                  <a:ext cx="6984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247" name="Ink 246">
                  <a:extLst>
                    <a:ext uri="{FF2B5EF4-FFF2-40B4-BE49-F238E27FC236}">
                      <a16:creationId xmlns:a16="http://schemas.microsoft.com/office/drawing/2014/main" id="{FF825CC0-D62A-CEE6-16F2-53AF1998F87A}"/>
                    </a:ext>
                  </a:extLst>
                </p14:cNvPr>
                <p14:cNvContentPartPr/>
                <p14:nvPr/>
              </p14:nvContentPartPr>
              <p14:xfrm>
                <a:off x="4629758" y="3946176"/>
                <a:ext cx="86040" cy="100800"/>
              </p14:xfrm>
            </p:contentPart>
          </mc:Choice>
          <mc:Fallback>
            <p:pic>
              <p:nvPicPr>
                <p:cNvPr id="247" name="Ink 246">
                  <a:extLst>
                    <a:ext uri="{FF2B5EF4-FFF2-40B4-BE49-F238E27FC236}">
                      <a16:creationId xmlns:a16="http://schemas.microsoft.com/office/drawing/2014/main" id="{FF825CC0-D62A-CEE6-16F2-53AF1998F87A}"/>
                    </a:ext>
                  </a:extLst>
                </p:cNvPr>
                <p:cNvPicPr/>
                <p:nvPr/>
              </p:nvPicPr>
              <p:blipFill>
                <a:blip r:embed="rId180"/>
                <a:stretch>
                  <a:fillRect/>
                </a:stretch>
              </p:blipFill>
              <p:spPr>
                <a:xfrm>
                  <a:off x="4625438" y="3941856"/>
                  <a:ext cx="9468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248" name="Ink 247">
                  <a:extLst>
                    <a:ext uri="{FF2B5EF4-FFF2-40B4-BE49-F238E27FC236}">
                      <a16:creationId xmlns:a16="http://schemas.microsoft.com/office/drawing/2014/main" id="{E73612B6-724D-F603-4FA0-657B40F12F8C}"/>
                    </a:ext>
                  </a:extLst>
                </p14:cNvPr>
                <p14:cNvContentPartPr/>
                <p14:nvPr/>
              </p14:nvContentPartPr>
              <p14:xfrm>
                <a:off x="4725158" y="4027536"/>
                <a:ext cx="97560" cy="86760"/>
              </p14:xfrm>
            </p:contentPart>
          </mc:Choice>
          <mc:Fallback>
            <p:pic>
              <p:nvPicPr>
                <p:cNvPr id="248" name="Ink 247">
                  <a:extLst>
                    <a:ext uri="{FF2B5EF4-FFF2-40B4-BE49-F238E27FC236}">
                      <a16:creationId xmlns:a16="http://schemas.microsoft.com/office/drawing/2014/main" id="{E73612B6-724D-F603-4FA0-657B40F12F8C}"/>
                    </a:ext>
                  </a:extLst>
                </p:cNvPr>
                <p:cNvPicPr/>
                <p:nvPr/>
              </p:nvPicPr>
              <p:blipFill>
                <a:blip r:embed="rId182"/>
                <a:stretch>
                  <a:fillRect/>
                </a:stretch>
              </p:blipFill>
              <p:spPr>
                <a:xfrm>
                  <a:off x="4720838" y="4023216"/>
                  <a:ext cx="10620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249" name="Ink 248">
                  <a:extLst>
                    <a:ext uri="{FF2B5EF4-FFF2-40B4-BE49-F238E27FC236}">
                      <a16:creationId xmlns:a16="http://schemas.microsoft.com/office/drawing/2014/main" id="{731DB3DF-4911-85DF-930C-A060D9DA4BA4}"/>
                    </a:ext>
                  </a:extLst>
                </p14:cNvPr>
                <p14:cNvContentPartPr/>
                <p14:nvPr/>
              </p14:nvContentPartPr>
              <p14:xfrm>
                <a:off x="4804718" y="3994416"/>
                <a:ext cx="72720" cy="27720"/>
              </p14:xfrm>
            </p:contentPart>
          </mc:Choice>
          <mc:Fallback>
            <p:pic>
              <p:nvPicPr>
                <p:cNvPr id="249" name="Ink 248">
                  <a:extLst>
                    <a:ext uri="{FF2B5EF4-FFF2-40B4-BE49-F238E27FC236}">
                      <a16:creationId xmlns:a16="http://schemas.microsoft.com/office/drawing/2014/main" id="{731DB3DF-4911-85DF-930C-A060D9DA4BA4}"/>
                    </a:ext>
                  </a:extLst>
                </p:cNvPr>
                <p:cNvPicPr/>
                <p:nvPr/>
              </p:nvPicPr>
              <p:blipFill>
                <a:blip r:embed="rId184"/>
                <a:stretch>
                  <a:fillRect/>
                </a:stretch>
              </p:blipFill>
              <p:spPr>
                <a:xfrm>
                  <a:off x="4800398" y="3990096"/>
                  <a:ext cx="8136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250" name="Ink 249">
                  <a:extLst>
                    <a:ext uri="{FF2B5EF4-FFF2-40B4-BE49-F238E27FC236}">
                      <a16:creationId xmlns:a16="http://schemas.microsoft.com/office/drawing/2014/main" id="{4E3BBFD6-6CAF-A847-1CF7-84EE06779626}"/>
                    </a:ext>
                  </a:extLst>
                </p14:cNvPr>
                <p14:cNvContentPartPr/>
                <p14:nvPr/>
              </p14:nvContentPartPr>
              <p14:xfrm>
                <a:off x="4896878" y="3919536"/>
                <a:ext cx="111240" cy="157680"/>
              </p14:xfrm>
            </p:contentPart>
          </mc:Choice>
          <mc:Fallback>
            <p:pic>
              <p:nvPicPr>
                <p:cNvPr id="250" name="Ink 249">
                  <a:extLst>
                    <a:ext uri="{FF2B5EF4-FFF2-40B4-BE49-F238E27FC236}">
                      <a16:creationId xmlns:a16="http://schemas.microsoft.com/office/drawing/2014/main" id="{4E3BBFD6-6CAF-A847-1CF7-84EE06779626}"/>
                    </a:ext>
                  </a:extLst>
                </p:cNvPr>
                <p:cNvPicPr/>
                <p:nvPr/>
              </p:nvPicPr>
              <p:blipFill>
                <a:blip r:embed="rId186"/>
                <a:stretch>
                  <a:fillRect/>
                </a:stretch>
              </p:blipFill>
              <p:spPr>
                <a:xfrm>
                  <a:off x="4892558" y="3915216"/>
                  <a:ext cx="11988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251" name="Ink 250">
                  <a:extLst>
                    <a:ext uri="{FF2B5EF4-FFF2-40B4-BE49-F238E27FC236}">
                      <a16:creationId xmlns:a16="http://schemas.microsoft.com/office/drawing/2014/main" id="{4F48832F-CDC3-19D1-D105-784972970BAF}"/>
                    </a:ext>
                  </a:extLst>
                </p14:cNvPr>
                <p14:cNvContentPartPr/>
                <p14:nvPr/>
              </p14:nvContentPartPr>
              <p14:xfrm>
                <a:off x="5029358" y="3997296"/>
                <a:ext cx="138240" cy="76680"/>
              </p14:xfrm>
            </p:contentPart>
          </mc:Choice>
          <mc:Fallback>
            <p:pic>
              <p:nvPicPr>
                <p:cNvPr id="251" name="Ink 250">
                  <a:extLst>
                    <a:ext uri="{FF2B5EF4-FFF2-40B4-BE49-F238E27FC236}">
                      <a16:creationId xmlns:a16="http://schemas.microsoft.com/office/drawing/2014/main" id="{4F48832F-CDC3-19D1-D105-784972970BAF}"/>
                    </a:ext>
                  </a:extLst>
                </p:cNvPr>
                <p:cNvPicPr/>
                <p:nvPr/>
              </p:nvPicPr>
              <p:blipFill>
                <a:blip r:embed="rId188"/>
                <a:stretch>
                  <a:fillRect/>
                </a:stretch>
              </p:blipFill>
              <p:spPr>
                <a:xfrm>
                  <a:off x="5025038" y="3992976"/>
                  <a:ext cx="14688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252" name="Ink 251">
                  <a:extLst>
                    <a:ext uri="{FF2B5EF4-FFF2-40B4-BE49-F238E27FC236}">
                      <a16:creationId xmlns:a16="http://schemas.microsoft.com/office/drawing/2014/main" id="{7A1FC04F-1DBB-251D-40F6-6E6D2FEA0748}"/>
                    </a:ext>
                  </a:extLst>
                </p14:cNvPr>
                <p14:cNvContentPartPr/>
                <p14:nvPr/>
              </p14:nvContentPartPr>
              <p14:xfrm>
                <a:off x="5097038" y="3895416"/>
                <a:ext cx="55440" cy="188280"/>
              </p14:xfrm>
            </p:contentPart>
          </mc:Choice>
          <mc:Fallback>
            <p:pic>
              <p:nvPicPr>
                <p:cNvPr id="252" name="Ink 251">
                  <a:extLst>
                    <a:ext uri="{FF2B5EF4-FFF2-40B4-BE49-F238E27FC236}">
                      <a16:creationId xmlns:a16="http://schemas.microsoft.com/office/drawing/2014/main" id="{7A1FC04F-1DBB-251D-40F6-6E6D2FEA0748}"/>
                    </a:ext>
                  </a:extLst>
                </p:cNvPr>
                <p:cNvPicPr/>
                <p:nvPr/>
              </p:nvPicPr>
              <p:blipFill>
                <a:blip r:embed="rId190"/>
                <a:stretch>
                  <a:fillRect/>
                </a:stretch>
              </p:blipFill>
              <p:spPr>
                <a:xfrm>
                  <a:off x="5092718" y="3891096"/>
                  <a:ext cx="6408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253" name="Ink 252">
                  <a:extLst>
                    <a:ext uri="{FF2B5EF4-FFF2-40B4-BE49-F238E27FC236}">
                      <a16:creationId xmlns:a16="http://schemas.microsoft.com/office/drawing/2014/main" id="{C4B7158B-8005-D0F5-42D6-7A85A245F206}"/>
                    </a:ext>
                  </a:extLst>
                </p14:cNvPr>
                <p14:cNvContentPartPr/>
                <p14:nvPr/>
              </p14:nvContentPartPr>
              <p14:xfrm>
                <a:off x="4977158" y="3792096"/>
                <a:ext cx="289800" cy="602280"/>
              </p14:xfrm>
            </p:contentPart>
          </mc:Choice>
          <mc:Fallback>
            <p:pic>
              <p:nvPicPr>
                <p:cNvPr id="253" name="Ink 252">
                  <a:extLst>
                    <a:ext uri="{FF2B5EF4-FFF2-40B4-BE49-F238E27FC236}">
                      <a16:creationId xmlns:a16="http://schemas.microsoft.com/office/drawing/2014/main" id="{C4B7158B-8005-D0F5-42D6-7A85A245F206}"/>
                    </a:ext>
                  </a:extLst>
                </p:cNvPr>
                <p:cNvPicPr/>
                <p:nvPr/>
              </p:nvPicPr>
              <p:blipFill>
                <a:blip r:embed="rId192"/>
                <a:stretch>
                  <a:fillRect/>
                </a:stretch>
              </p:blipFill>
              <p:spPr>
                <a:xfrm>
                  <a:off x="4972838" y="3787776"/>
                  <a:ext cx="298440" cy="610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3">
            <p14:nvContentPartPr>
              <p14:cNvPr id="254" name="Ink 253">
                <a:extLst>
                  <a:ext uri="{FF2B5EF4-FFF2-40B4-BE49-F238E27FC236}">
                    <a16:creationId xmlns:a16="http://schemas.microsoft.com/office/drawing/2014/main" id="{0C3FBB7C-96A6-A547-EECD-FE14730E2F1F}"/>
                  </a:ext>
                </a:extLst>
              </p14:cNvPr>
              <p14:cNvContentPartPr/>
              <p14:nvPr/>
            </p14:nvContentPartPr>
            <p14:xfrm>
              <a:off x="1325318" y="3926736"/>
              <a:ext cx="389520" cy="800640"/>
            </p14:xfrm>
          </p:contentPart>
        </mc:Choice>
        <mc:Fallback>
          <p:pic>
            <p:nvPicPr>
              <p:cNvPr id="254" name="Ink 253">
                <a:extLst>
                  <a:ext uri="{FF2B5EF4-FFF2-40B4-BE49-F238E27FC236}">
                    <a16:creationId xmlns:a16="http://schemas.microsoft.com/office/drawing/2014/main" id="{0C3FBB7C-96A6-A547-EECD-FE14730E2F1F}"/>
                  </a:ext>
                </a:extLst>
              </p:cNvPr>
              <p:cNvPicPr/>
              <p:nvPr/>
            </p:nvPicPr>
            <p:blipFill>
              <a:blip r:embed="rId194"/>
              <a:stretch>
                <a:fillRect/>
              </a:stretch>
            </p:blipFill>
            <p:spPr>
              <a:xfrm>
                <a:off x="1320998" y="3922416"/>
                <a:ext cx="398160" cy="809280"/>
              </a:xfrm>
              <a:prstGeom prst="rect">
                <a:avLst/>
              </a:prstGeom>
            </p:spPr>
          </p:pic>
        </mc:Fallback>
      </mc:AlternateContent>
      <p:grpSp>
        <p:nvGrpSpPr>
          <p:cNvPr id="268" name="Group 267">
            <a:extLst>
              <a:ext uri="{FF2B5EF4-FFF2-40B4-BE49-F238E27FC236}">
                <a16:creationId xmlns:a16="http://schemas.microsoft.com/office/drawing/2014/main" id="{753FB8F2-D209-EF08-896C-EB9C08788232}"/>
              </a:ext>
            </a:extLst>
          </p:cNvPr>
          <p:cNvGrpSpPr/>
          <p:nvPr/>
        </p:nvGrpSpPr>
        <p:grpSpPr>
          <a:xfrm>
            <a:off x="1443038" y="1595376"/>
            <a:ext cx="2663280" cy="1156320"/>
            <a:chOff x="1443038" y="1595376"/>
            <a:chExt cx="2663280" cy="1156320"/>
          </a:xfrm>
        </p:grpSpPr>
        <mc:AlternateContent xmlns:mc="http://schemas.openxmlformats.org/markup-compatibility/2006">
          <mc:Choice xmlns:p14="http://schemas.microsoft.com/office/powerpoint/2010/main" Requires="p14">
            <p:contentPart p14:bwMode="auto" r:id="rId195">
              <p14:nvContentPartPr>
                <p14:cNvPr id="50" name="Ink 49">
                  <a:extLst>
                    <a:ext uri="{FF2B5EF4-FFF2-40B4-BE49-F238E27FC236}">
                      <a16:creationId xmlns:a16="http://schemas.microsoft.com/office/drawing/2014/main" id="{95D12FFD-43E2-D175-209F-3C5C2C52F4A3}"/>
                    </a:ext>
                  </a:extLst>
                </p14:cNvPr>
                <p14:cNvContentPartPr/>
                <p14:nvPr/>
              </p14:nvContentPartPr>
              <p14:xfrm>
                <a:off x="1443038" y="1879416"/>
                <a:ext cx="125280" cy="414720"/>
              </p14:xfrm>
            </p:contentPart>
          </mc:Choice>
          <mc:Fallback>
            <p:pic>
              <p:nvPicPr>
                <p:cNvPr id="50" name="Ink 49">
                  <a:extLst>
                    <a:ext uri="{FF2B5EF4-FFF2-40B4-BE49-F238E27FC236}">
                      <a16:creationId xmlns:a16="http://schemas.microsoft.com/office/drawing/2014/main" id="{95D12FFD-43E2-D175-209F-3C5C2C52F4A3}"/>
                    </a:ext>
                  </a:extLst>
                </p:cNvPr>
                <p:cNvPicPr/>
                <p:nvPr/>
              </p:nvPicPr>
              <p:blipFill>
                <a:blip r:embed="rId196"/>
                <a:stretch>
                  <a:fillRect/>
                </a:stretch>
              </p:blipFill>
              <p:spPr>
                <a:xfrm>
                  <a:off x="1438718" y="1875096"/>
                  <a:ext cx="133920" cy="42336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51" name="Ink 50">
                  <a:extLst>
                    <a:ext uri="{FF2B5EF4-FFF2-40B4-BE49-F238E27FC236}">
                      <a16:creationId xmlns:a16="http://schemas.microsoft.com/office/drawing/2014/main" id="{FB04CCBB-67BB-6F7B-923F-DD02A9268027}"/>
                    </a:ext>
                  </a:extLst>
                </p14:cNvPr>
                <p14:cNvContentPartPr/>
                <p14:nvPr/>
              </p14:nvContentPartPr>
              <p14:xfrm>
                <a:off x="1561478" y="1999656"/>
                <a:ext cx="146160" cy="133200"/>
              </p14:xfrm>
            </p:contentPart>
          </mc:Choice>
          <mc:Fallback>
            <p:pic>
              <p:nvPicPr>
                <p:cNvPr id="51" name="Ink 50">
                  <a:extLst>
                    <a:ext uri="{FF2B5EF4-FFF2-40B4-BE49-F238E27FC236}">
                      <a16:creationId xmlns:a16="http://schemas.microsoft.com/office/drawing/2014/main" id="{FB04CCBB-67BB-6F7B-923F-DD02A9268027}"/>
                    </a:ext>
                  </a:extLst>
                </p:cNvPr>
                <p:cNvPicPr/>
                <p:nvPr/>
              </p:nvPicPr>
              <p:blipFill>
                <a:blip r:embed="rId198"/>
                <a:stretch>
                  <a:fillRect/>
                </a:stretch>
              </p:blipFill>
              <p:spPr>
                <a:xfrm>
                  <a:off x="1557158" y="1995336"/>
                  <a:ext cx="15480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53" name="Ink 52">
                  <a:extLst>
                    <a:ext uri="{FF2B5EF4-FFF2-40B4-BE49-F238E27FC236}">
                      <a16:creationId xmlns:a16="http://schemas.microsoft.com/office/drawing/2014/main" id="{E468CD26-9296-9676-D7F0-964582609623}"/>
                    </a:ext>
                  </a:extLst>
                </p14:cNvPr>
                <p14:cNvContentPartPr/>
                <p14:nvPr/>
              </p14:nvContentPartPr>
              <p14:xfrm>
                <a:off x="1593158" y="2011536"/>
                <a:ext cx="25560" cy="57600"/>
              </p14:xfrm>
            </p:contentPart>
          </mc:Choice>
          <mc:Fallback>
            <p:pic>
              <p:nvPicPr>
                <p:cNvPr id="53" name="Ink 52">
                  <a:extLst>
                    <a:ext uri="{FF2B5EF4-FFF2-40B4-BE49-F238E27FC236}">
                      <a16:creationId xmlns:a16="http://schemas.microsoft.com/office/drawing/2014/main" id="{E468CD26-9296-9676-D7F0-964582609623}"/>
                    </a:ext>
                  </a:extLst>
                </p:cNvPr>
                <p:cNvPicPr/>
                <p:nvPr/>
              </p:nvPicPr>
              <p:blipFill>
                <a:blip r:embed="rId200"/>
                <a:stretch>
                  <a:fillRect/>
                </a:stretch>
              </p:blipFill>
              <p:spPr>
                <a:xfrm>
                  <a:off x="1588838" y="2007216"/>
                  <a:ext cx="3420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75" name="Ink 74">
                  <a:extLst>
                    <a:ext uri="{FF2B5EF4-FFF2-40B4-BE49-F238E27FC236}">
                      <a16:creationId xmlns:a16="http://schemas.microsoft.com/office/drawing/2014/main" id="{0063DB0A-CF7F-45CF-0C82-4253B790C637}"/>
                    </a:ext>
                  </a:extLst>
                </p14:cNvPr>
                <p14:cNvContentPartPr/>
                <p14:nvPr/>
              </p14:nvContentPartPr>
              <p14:xfrm>
                <a:off x="1724918" y="2081736"/>
                <a:ext cx="6120" cy="98640"/>
              </p14:xfrm>
            </p:contentPart>
          </mc:Choice>
          <mc:Fallback>
            <p:pic>
              <p:nvPicPr>
                <p:cNvPr id="75" name="Ink 74">
                  <a:extLst>
                    <a:ext uri="{FF2B5EF4-FFF2-40B4-BE49-F238E27FC236}">
                      <a16:creationId xmlns:a16="http://schemas.microsoft.com/office/drawing/2014/main" id="{0063DB0A-CF7F-45CF-0C82-4253B790C637}"/>
                    </a:ext>
                  </a:extLst>
                </p:cNvPr>
                <p:cNvPicPr/>
                <p:nvPr/>
              </p:nvPicPr>
              <p:blipFill>
                <a:blip r:embed="rId202"/>
                <a:stretch>
                  <a:fillRect/>
                </a:stretch>
              </p:blipFill>
              <p:spPr>
                <a:xfrm>
                  <a:off x="1720598" y="2077416"/>
                  <a:ext cx="14760" cy="10728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78" name="Ink 77">
                  <a:extLst>
                    <a:ext uri="{FF2B5EF4-FFF2-40B4-BE49-F238E27FC236}">
                      <a16:creationId xmlns:a16="http://schemas.microsoft.com/office/drawing/2014/main" id="{C3624C33-5B2B-27C7-FDAF-16A28B414C99}"/>
                    </a:ext>
                  </a:extLst>
                </p14:cNvPr>
                <p14:cNvContentPartPr/>
                <p14:nvPr/>
              </p14:nvContentPartPr>
              <p14:xfrm>
                <a:off x="1865318" y="1986696"/>
                <a:ext cx="146880" cy="47880"/>
              </p14:xfrm>
            </p:contentPart>
          </mc:Choice>
          <mc:Fallback>
            <p:pic>
              <p:nvPicPr>
                <p:cNvPr id="78" name="Ink 77">
                  <a:extLst>
                    <a:ext uri="{FF2B5EF4-FFF2-40B4-BE49-F238E27FC236}">
                      <a16:creationId xmlns:a16="http://schemas.microsoft.com/office/drawing/2014/main" id="{C3624C33-5B2B-27C7-FDAF-16A28B414C99}"/>
                    </a:ext>
                  </a:extLst>
                </p:cNvPr>
                <p:cNvPicPr/>
                <p:nvPr/>
              </p:nvPicPr>
              <p:blipFill>
                <a:blip r:embed="rId204"/>
                <a:stretch>
                  <a:fillRect/>
                </a:stretch>
              </p:blipFill>
              <p:spPr>
                <a:xfrm>
                  <a:off x="1860998" y="1982376"/>
                  <a:ext cx="15552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84" name="Ink 83">
                  <a:extLst>
                    <a:ext uri="{FF2B5EF4-FFF2-40B4-BE49-F238E27FC236}">
                      <a16:creationId xmlns:a16="http://schemas.microsoft.com/office/drawing/2014/main" id="{C36B1627-E887-55B8-F177-93ADDF7E98C1}"/>
                    </a:ext>
                  </a:extLst>
                </p14:cNvPr>
                <p14:cNvContentPartPr/>
                <p14:nvPr/>
              </p14:nvContentPartPr>
              <p14:xfrm>
                <a:off x="2143598" y="1909656"/>
                <a:ext cx="147960" cy="201240"/>
              </p14:xfrm>
            </p:contentPart>
          </mc:Choice>
          <mc:Fallback>
            <p:pic>
              <p:nvPicPr>
                <p:cNvPr id="84" name="Ink 83">
                  <a:extLst>
                    <a:ext uri="{FF2B5EF4-FFF2-40B4-BE49-F238E27FC236}">
                      <a16:creationId xmlns:a16="http://schemas.microsoft.com/office/drawing/2014/main" id="{C36B1627-E887-55B8-F177-93ADDF7E98C1}"/>
                    </a:ext>
                  </a:extLst>
                </p:cNvPr>
                <p:cNvPicPr/>
                <p:nvPr/>
              </p:nvPicPr>
              <p:blipFill>
                <a:blip r:embed="rId206"/>
                <a:stretch>
                  <a:fillRect/>
                </a:stretch>
              </p:blipFill>
              <p:spPr>
                <a:xfrm>
                  <a:off x="2139278" y="1905336"/>
                  <a:ext cx="15660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207">
              <p14:nvContentPartPr>
                <p14:cNvPr id="88" name="Ink 87">
                  <a:extLst>
                    <a:ext uri="{FF2B5EF4-FFF2-40B4-BE49-F238E27FC236}">
                      <a16:creationId xmlns:a16="http://schemas.microsoft.com/office/drawing/2014/main" id="{2DFE3BEA-3EFE-F45B-5706-A33AE4069084}"/>
                    </a:ext>
                  </a:extLst>
                </p14:cNvPr>
                <p14:cNvContentPartPr/>
                <p14:nvPr/>
              </p14:nvContentPartPr>
              <p14:xfrm>
                <a:off x="2325758" y="2009016"/>
                <a:ext cx="8280" cy="72000"/>
              </p14:xfrm>
            </p:contentPart>
          </mc:Choice>
          <mc:Fallback>
            <p:pic>
              <p:nvPicPr>
                <p:cNvPr id="88" name="Ink 87">
                  <a:extLst>
                    <a:ext uri="{FF2B5EF4-FFF2-40B4-BE49-F238E27FC236}">
                      <a16:creationId xmlns:a16="http://schemas.microsoft.com/office/drawing/2014/main" id="{2DFE3BEA-3EFE-F45B-5706-A33AE4069084}"/>
                    </a:ext>
                  </a:extLst>
                </p:cNvPr>
                <p:cNvPicPr/>
                <p:nvPr/>
              </p:nvPicPr>
              <p:blipFill>
                <a:blip r:embed="rId208"/>
                <a:stretch>
                  <a:fillRect/>
                </a:stretch>
              </p:blipFill>
              <p:spPr>
                <a:xfrm>
                  <a:off x="2321438" y="2004696"/>
                  <a:ext cx="16920" cy="8064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96" name="Ink 95">
                  <a:extLst>
                    <a:ext uri="{FF2B5EF4-FFF2-40B4-BE49-F238E27FC236}">
                      <a16:creationId xmlns:a16="http://schemas.microsoft.com/office/drawing/2014/main" id="{DD3AFA84-1ABD-F349-C6BC-7B6160BD6F0A}"/>
                    </a:ext>
                  </a:extLst>
                </p14:cNvPr>
                <p14:cNvContentPartPr/>
                <p14:nvPr/>
              </p14:nvContentPartPr>
              <p14:xfrm>
                <a:off x="2725718" y="1826136"/>
                <a:ext cx="119880" cy="111960"/>
              </p14:xfrm>
            </p:contentPart>
          </mc:Choice>
          <mc:Fallback>
            <p:pic>
              <p:nvPicPr>
                <p:cNvPr id="96" name="Ink 95">
                  <a:extLst>
                    <a:ext uri="{FF2B5EF4-FFF2-40B4-BE49-F238E27FC236}">
                      <a16:creationId xmlns:a16="http://schemas.microsoft.com/office/drawing/2014/main" id="{DD3AFA84-1ABD-F349-C6BC-7B6160BD6F0A}"/>
                    </a:ext>
                  </a:extLst>
                </p:cNvPr>
                <p:cNvPicPr/>
                <p:nvPr/>
              </p:nvPicPr>
              <p:blipFill>
                <a:blip r:embed="rId210"/>
                <a:stretch>
                  <a:fillRect/>
                </a:stretch>
              </p:blipFill>
              <p:spPr>
                <a:xfrm>
                  <a:off x="2721398" y="1821816"/>
                  <a:ext cx="12852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97" name="Ink 96">
                  <a:extLst>
                    <a:ext uri="{FF2B5EF4-FFF2-40B4-BE49-F238E27FC236}">
                      <a16:creationId xmlns:a16="http://schemas.microsoft.com/office/drawing/2014/main" id="{761D1B8E-CB30-95D1-7963-8979B8A91F1E}"/>
                    </a:ext>
                  </a:extLst>
                </p14:cNvPr>
                <p14:cNvContentPartPr/>
                <p14:nvPr/>
              </p14:nvContentPartPr>
              <p14:xfrm>
                <a:off x="2859998" y="1916856"/>
                <a:ext cx="113400" cy="81360"/>
              </p14:xfrm>
            </p:contentPart>
          </mc:Choice>
          <mc:Fallback>
            <p:pic>
              <p:nvPicPr>
                <p:cNvPr id="97" name="Ink 96">
                  <a:extLst>
                    <a:ext uri="{FF2B5EF4-FFF2-40B4-BE49-F238E27FC236}">
                      <a16:creationId xmlns:a16="http://schemas.microsoft.com/office/drawing/2014/main" id="{761D1B8E-CB30-95D1-7963-8979B8A91F1E}"/>
                    </a:ext>
                  </a:extLst>
                </p:cNvPr>
                <p:cNvPicPr/>
                <p:nvPr/>
              </p:nvPicPr>
              <p:blipFill>
                <a:blip r:embed="rId212"/>
                <a:stretch>
                  <a:fillRect/>
                </a:stretch>
              </p:blipFill>
              <p:spPr>
                <a:xfrm>
                  <a:off x="2855678" y="1912536"/>
                  <a:ext cx="12204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103" name="Ink 102">
                  <a:extLst>
                    <a:ext uri="{FF2B5EF4-FFF2-40B4-BE49-F238E27FC236}">
                      <a16:creationId xmlns:a16="http://schemas.microsoft.com/office/drawing/2014/main" id="{8F7D4E78-0DE2-4018-5A81-21BB64AF24C6}"/>
                    </a:ext>
                  </a:extLst>
                </p14:cNvPr>
                <p14:cNvContentPartPr/>
                <p14:nvPr/>
              </p14:nvContentPartPr>
              <p14:xfrm>
                <a:off x="3012998" y="1854216"/>
                <a:ext cx="140760" cy="25200"/>
              </p14:xfrm>
            </p:contentPart>
          </mc:Choice>
          <mc:Fallback>
            <p:pic>
              <p:nvPicPr>
                <p:cNvPr id="103" name="Ink 102">
                  <a:extLst>
                    <a:ext uri="{FF2B5EF4-FFF2-40B4-BE49-F238E27FC236}">
                      <a16:creationId xmlns:a16="http://schemas.microsoft.com/office/drawing/2014/main" id="{8F7D4E78-0DE2-4018-5A81-21BB64AF24C6}"/>
                    </a:ext>
                  </a:extLst>
                </p:cNvPr>
                <p:cNvPicPr/>
                <p:nvPr/>
              </p:nvPicPr>
              <p:blipFill>
                <a:blip r:embed="rId214"/>
                <a:stretch>
                  <a:fillRect/>
                </a:stretch>
              </p:blipFill>
              <p:spPr>
                <a:xfrm>
                  <a:off x="3008678" y="1849896"/>
                  <a:ext cx="149400" cy="3384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113" name="Ink 112">
                  <a:extLst>
                    <a:ext uri="{FF2B5EF4-FFF2-40B4-BE49-F238E27FC236}">
                      <a16:creationId xmlns:a16="http://schemas.microsoft.com/office/drawing/2014/main" id="{C6D5B79B-2E62-6088-5435-69E0947FC400}"/>
                    </a:ext>
                  </a:extLst>
                </p14:cNvPr>
                <p14:cNvContentPartPr/>
                <p14:nvPr/>
              </p14:nvContentPartPr>
              <p14:xfrm>
                <a:off x="3201278" y="1778256"/>
                <a:ext cx="144360" cy="200520"/>
              </p14:xfrm>
            </p:contentPart>
          </mc:Choice>
          <mc:Fallback>
            <p:pic>
              <p:nvPicPr>
                <p:cNvPr id="113" name="Ink 112">
                  <a:extLst>
                    <a:ext uri="{FF2B5EF4-FFF2-40B4-BE49-F238E27FC236}">
                      <a16:creationId xmlns:a16="http://schemas.microsoft.com/office/drawing/2014/main" id="{C6D5B79B-2E62-6088-5435-69E0947FC400}"/>
                    </a:ext>
                  </a:extLst>
                </p:cNvPr>
                <p:cNvPicPr/>
                <p:nvPr/>
              </p:nvPicPr>
              <p:blipFill>
                <a:blip r:embed="rId216"/>
                <a:stretch>
                  <a:fillRect/>
                </a:stretch>
              </p:blipFill>
              <p:spPr>
                <a:xfrm>
                  <a:off x="3196958" y="1773936"/>
                  <a:ext cx="15300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114" name="Ink 113">
                  <a:extLst>
                    <a:ext uri="{FF2B5EF4-FFF2-40B4-BE49-F238E27FC236}">
                      <a16:creationId xmlns:a16="http://schemas.microsoft.com/office/drawing/2014/main" id="{5F0156E0-8161-CDF4-6F47-6BD9259AE75B}"/>
                    </a:ext>
                  </a:extLst>
                </p14:cNvPr>
                <p14:cNvContentPartPr/>
                <p14:nvPr/>
              </p14:nvContentPartPr>
              <p14:xfrm>
                <a:off x="3347078" y="1849176"/>
                <a:ext cx="150840" cy="86760"/>
              </p14:xfrm>
            </p:contentPart>
          </mc:Choice>
          <mc:Fallback>
            <p:pic>
              <p:nvPicPr>
                <p:cNvPr id="114" name="Ink 113">
                  <a:extLst>
                    <a:ext uri="{FF2B5EF4-FFF2-40B4-BE49-F238E27FC236}">
                      <a16:creationId xmlns:a16="http://schemas.microsoft.com/office/drawing/2014/main" id="{5F0156E0-8161-CDF4-6F47-6BD9259AE75B}"/>
                    </a:ext>
                  </a:extLst>
                </p:cNvPr>
                <p:cNvPicPr/>
                <p:nvPr/>
              </p:nvPicPr>
              <p:blipFill>
                <a:blip r:embed="rId218"/>
                <a:stretch>
                  <a:fillRect/>
                </a:stretch>
              </p:blipFill>
              <p:spPr>
                <a:xfrm>
                  <a:off x="3342758" y="1844856"/>
                  <a:ext cx="15948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118" name="Ink 117">
                  <a:extLst>
                    <a:ext uri="{FF2B5EF4-FFF2-40B4-BE49-F238E27FC236}">
                      <a16:creationId xmlns:a16="http://schemas.microsoft.com/office/drawing/2014/main" id="{BEDD1E51-785D-F331-3221-6840D7282C9D}"/>
                    </a:ext>
                  </a:extLst>
                </p14:cNvPr>
                <p14:cNvContentPartPr/>
                <p14:nvPr/>
              </p14:nvContentPartPr>
              <p14:xfrm>
                <a:off x="3389558" y="1684656"/>
                <a:ext cx="165960" cy="344520"/>
              </p14:xfrm>
            </p:contentPart>
          </mc:Choice>
          <mc:Fallback>
            <p:pic>
              <p:nvPicPr>
                <p:cNvPr id="118" name="Ink 117">
                  <a:extLst>
                    <a:ext uri="{FF2B5EF4-FFF2-40B4-BE49-F238E27FC236}">
                      <a16:creationId xmlns:a16="http://schemas.microsoft.com/office/drawing/2014/main" id="{BEDD1E51-785D-F331-3221-6840D7282C9D}"/>
                    </a:ext>
                  </a:extLst>
                </p:cNvPr>
                <p:cNvPicPr/>
                <p:nvPr/>
              </p:nvPicPr>
              <p:blipFill>
                <a:blip r:embed="rId220"/>
                <a:stretch>
                  <a:fillRect/>
                </a:stretch>
              </p:blipFill>
              <p:spPr>
                <a:xfrm>
                  <a:off x="3385238" y="1680336"/>
                  <a:ext cx="174600" cy="35316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123" name="Ink 122">
                  <a:extLst>
                    <a:ext uri="{FF2B5EF4-FFF2-40B4-BE49-F238E27FC236}">
                      <a16:creationId xmlns:a16="http://schemas.microsoft.com/office/drawing/2014/main" id="{D87EFECD-3D07-FDC7-CC03-0F656F74E0A6}"/>
                    </a:ext>
                  </a:extLst>
                </p14:cNvPr>
                <p14:cNvContentPartPr/>
                <p14:nvPr/>
              </p14:nvContentPartPr>
              <p14:xfrm>
                <a:off x="3670718" y="1595376"/>
                <a:ext cx="238320" cy="1156320"/>
              </p14:xfrm>
            </p:contentPart>
          </mc:Choice>
          <mc:Fallback>
            <p:pic>
              <p:nvPicPr>
                <p:cNvPr id="123" name="Ink 122">
                  <a:extLst>
                    <a:ext uri="{FF2B5EF4-FFF2-40B4-BE49-F238E27FC236}">
                      <a16:creationId xmlns:a16="http://schemas.microsoft.com/office/drawing/2014/main" id="{D87EFECD-3D07-FDC7-CC03-0F656F74E0A6}"/>
                    </a:ext>
                  </a:extLst>
                </p:cNvPr>
                <p:cNvPicPr/>
                <p:nvPr/>
              </p:nvPicPr>
              <p:blipFill>
                <a:blip r:embed="rId222"/>
                <a:stretch>
                  <a:fillRect/>
                </a:stretch>
              </p:blipFill>
              <p:spPr>
                <a:xfrm>
                  <a:off x="3666398" y="1591056"/>
                  <a:ext cx="246960" cy="116496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137" name="Ink 136">
                  <a:extLst>
                    <a:ext uri="{FF2B5EF4-FFF2-40B4-BE49-F238E27FC236}">
                      <a16:creationId xmlns:a16="http://schemas.microsoft.com/office/drawing/2014/main" id="{A0D5B8F9-4E9D-0ABC-2F34-B50898A5F5AD}"/>
                    </a:ext>
                  </a:extLst>
                </p14:cNvPr>
                <p14:cNvContentPartPr/>
                <p14:nvPr/>
              </p14:nvContentPartPr>
              <p14:xfrm>
                <a:off x="3939998" y="1696536"/>
                <a:ext cx="64080" cy="189720"/>
              </p14:xfrm>
            </p:contentPart>
          </mc:Choice>
          <mc:Fallback>
            <p:pic>
              <p:nvPicPr>
                <p:cNvPr id="137" name="Ink 136">
                  <a:extLst>
                    <a:ext uri="{FF2B5EF4-FFF2-40B4-BE49-F238E27FC236}">
                      <a16:creationId xmlns:a16="http://schemas.microsoft.com/office/drawing/2014/main" id="{A0D5B8F9-4E9D-0ABC-2F34-B50898A5F5AD}"/>
                    </a:ext>
                  </a:extLst>
                </p:cNvPr>
                <p:cNvPicPr/>
                <p:nvPr/>
              </p:nvPicPr>
              <p:blipFill>
                <a:blip r:embed="rId224"/>
                <a:stretch>
                  <a:fillRect/>
                </a:stretch>
              </p:blipFill>
              <p:spPr>
                <a:xfrm>
                  <a:off x="3935678" y="1692216"/>
                  <a:ext cx="72720" cy="19836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138" name="Ink 137">
                  <a:extLst>
                    <a:ext uri="{FF2B5EF4-FFF2-40B4-BE49-F238E27FC236}">
                      <a16:creationId xmlns:a16="http://schemas.microsoft.com/office/drawing/2014/main" id="{3C383D1A-2601-E18A-7A4E-10F5D4F9609E}"/>
                    </a:ext>
                  </a:extLst>
                </p14:cNvPr>
                <p14:cNvContentPartPr/>
                <p14:nvPr/>
              </p14:nvContentPartPr>
              <p14:xfrm>
                <a:off x="3928838" y="1913616"/>
                <a:ext cx="177480" cy="20160"/>
              </p14:xfrm>
            </p:contentPart>
          </mc:Choice>
          <mc:Fallback>
            <p:pic>
              <p:nvPicPr>
                <p:cNvPr id="138" name="Ink 137">
                  <a:extLst>
                    <a:ext uri="{FF2B5EF4-FFF2-40B4-BE49-F238E27FC236}">
                      <a16:creationId xmlns:a16="http://schemas.microsoft.com/office/drawing/2014/main" id="{3C383D1A-2601-E18A-7A4E-10F5D4F9609E}"/>
                    </a:ext>
                  </a:extLst>
                </p:cNvPr>
                <p:cNvPicPr/>
                <p:nvPr/>
              </p:nvPicPr>
              <p:blipFill>
                <a:blip r:embed="rId226"/>
                <a:stretch>
                  <a:fillRect/>
                </a:stretch>
              </p:blipFill>
              <p:spPr>
                <a:xfrm>
                  <a:off x="3924518" y="1909296"/>
                  <a:ext cx="18612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142" name="Ink 141">
                  <a:extLst>
                    <a:ext uri="{FF2B5EF4-FFF2-40B4-BE49-F238E27FC236}">
                      <a16:creationId xmlns:a16="http://schemas.microsoft.com/office/drawing/2014/main" id="{7A5B07D4-A622-D59D-3187-3514C5AFC7DA}"/>
                    </a:ext>
                  </a:extLst>
                </p14:cNvPr>
                <p14:cNvContentPartPr/>
                <p14:nvPr/>
              </p14:nvContentPartPr>
              <p14:xfrm>
                <a:off x="3921998" y="2178576"/>
                <a:ext cx="57600" cy="205920"/>
              </p14:xfrm>
            </p:contentPart>
          </mc:Choice>
          <mc:Fallback>
            <p:pic>
              <p:nvPicPr>
                <p:cNvPr id="142" name="Ink 141">
                  <a:extLst>
                    <a:ext uri="{FF2B5EF4-FFF2-40B4-BE49-F238E27FC236}">
                      <a16:creationId xmlns:a16="http://schemas.microsoft.com/office/drawing/2014/main" id="{7A5B07D4-A622-D59D-3187-3514C5AFC7DA}"/>
                    </a:ext>
                  </a:extLst>
                </p:cNvPr>
                <p:cNvPicPr/>
                <p:nvPr/>
              </p:nvPicPr>
              <p:blipFill>
                <a:blip r:embed="rId228"/>
                <a:stretch>
                  <a:fillRect/>
                </a:stretch>
              </p:blipFill>
              <p:spPr>
                <a:xfrm>
                  <a:off x="3917678" y="2174256"/>
                  <a:ext cx="66240" cy="21456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143" name="Ink 142">
                  <a:extLst>
                    <a:ext uri="{FF2B5EF4-FFF2-40B4-BE49-F238E27FC236}">
                      <a16:creationId xmlns:a16="http://schemas.microsoft.com/office/drawing/2014/main" id="{AEF75843-82CA-1A98-9D95-177A004D5D8D}"/>
                    </a:ext>
                  </a:extLst>
                </p14:cNvPr>
                <p14:cNvContentPartPr/>
                <p14:nvPr/>
              </p14:nvContentPartPr>
              <p14:xfrm>
                <a:off x="3905798" y="2399616"/>
                <a:ext cx="193680" cy="43560"/>
              </p14:xfrm>
            </p:contentPart>
          </mc:Choice>
          <mc:Fallback>
            <p:pic>
              <p:nvPicPr>
                <p:cNvPr id="143" name="Ink 142">
                  <a:extLst>
                    <a:ext uri="{FF2B5EF4-FFF2-40B4-BE49-F238E27FC236}">
                      <a16:creationId xmlns:a16="http://schemas.microsoft.com/office/drawing/2014/main" id="{AEF75843-82CA-1A98-9D95-177A004D5D8D}"/>
                    </a:ext>
                  </a:extLst>
                </p:cNvPr>
                <p:cNvPicPr/>
                <p:nvPr/>
              </p:nvPicPr>
              <p:blipFill>
                <a:blip r:embed="rId230"/>
                <a:stretch>
                  <a:fillRect/>
                </a:stretch>
              </p:blipFill>
              <p:spPr>
                <a:xfrm>
                  <a:off x="3901478" y="2395296"/>
                  <a:ext cx="202320" cy="5220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256" name="Ink 255">
                  <a:extLst>
                    <a:ext uri="{FF2B5EF4-FFF2-40B4-BE49-F238E27FC236}">
                      <a16:creationId xmlns:a16="http://schemas.microsoft.com/office/drawing/2014/main" id="{93D7FED0-FCDF-AFC3-89EF-3DEEF83EAB9B}"/>
                    </a:ext>
                  </a:extLst>
                </p14:cNvPr>
                <p14:cNvContentPartPr/>
                <p14:nvPr/>
              </p14:nvContentPartPr>
              <p14:xfrm>
                <a:off x="1978718" y="2268216"/>
                <a:ext cx="47160" cy="185760"/>
              </p14:xfrm>
            </p:contentPart>
          </mc:Choice>
          <mc:Fallback>
            <p:pic>
              <p:nvPicPr>
                <p:cNvPr id="256" name="Ink 255">
                  <a:extLst>
                    <a:ext uri="{FF2B5EF4-FFF2-40B4-BE49-F238E27FC236}">
                      <a16:creationId xmlns:a16="http://schemas.microsoft.com/office/drawing/2014/main" id="{93D7FED0-FCDF-AFC3-89EF-3DEEF83EAB9B}"/>
                    </a:ext>
                  </a:extLst>
                </p:cNvPr>
                <p:cNvPicPr/>
                <p:nvPr/>
              </p:nvPicPr>
              <p:blipFill>
                <a:blip r:embed="rId232"/>
                <a:stretch>
                  <a:fillRect/>
                </a:stretch>
              </p:blipFill>
              <p:spPr>
                <a:xfrm>
                  <a:off x="1974398" y="2263896"/>
                  <a:ext cx="5580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233">
              <p14:nvContentPartPr>
                <p14:cNvPr id="257" name="Ink 256">
                  <a:extLst>
                    <a:ext uri="{FF2B5EF4-FFF2-40B4-BE49-F238E27FC236}">
                      <a16:creationId xmlns:a16="http://schemas.microsoft.com/office/drawing/2014/main" id="{474A783F-E0BD-1C8F-C7AC-AC2D053453FE}"/>
                    </a:ext>
                  </a:extLst>
                </p14:cNvPr>
                <p14:cNvContentPartPr/>
                <p14:nvPr/>
              </p14:nvContentPartPr>
              <p14:xfrm>
                <a:off x="2100398" y="2313936"/>
                <a:ext cx="146520" cy="24480"/>
              </p14:xfrm>
            </p:contentPart>
          </mc:Choice>
          <mc:Fallback>
            <p:pic>
              <p:nvPicPr>
                <p:cNvPr id="257" name="Ink 256">
                  <a:extLst>
                    <a:ext uri="{FF2B5EF4-FFF2-40B4-BE49-F238E27FC236}">
                      <a16:creationId xmlns:a16="http://schemas.microsoft.com/office/drawing/2014/main" id="{474A783F-E0BD-1C8F-C7AC-AC2D053453FE}"/>
                    </a:ext>
                  </a:extLst>
                </p:cNvPr>
                <p:cNvPicPr/>
                <p:nvPr/>
              </p:nvPicPr>
              <p:blipFill>
                <a:blip r:embed="rId234"/>
                <a:stretch>
                  <a:fillRect/>
                </a:stretch>
              </p:blipFill>
              <p:spPr>
                <a:xfrm>
                  <a:off x="2096078" y="2309616"/>
                  <a:ext cx="15516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235">
              <p14:nvContentPartPr>
                <p14:cNvPr id="258" name="Ink 257">
                  <a:extLst>
                    <a:ext uri="{FF2B5EF4-FFF2-40B4-BE49-F238E27FC236}">
                      <a16:creationId xmlns:a16="http://schemas.microsoft.com/office/drawing/2014/main" id="{6A92E934-818A-8090-092C-82B689E6EFEA}"/>
                    </a:ext>
                  </a:extLst>
                </p14:cNvPr>
                <p14:cNvContentPartPr/>
                <p14:nvPr/>
              </p14:nvContentPartPr>
              <p14:xfrm>
                <a:off x="2181758" y="2273976"/>
                <a:ext cx="36720" cy="115920"/>
              </p14:xfrm>
            </p:contentPart>
          </mc:Choice>
          <mc:Fallback>
            <p:pic>
              <p:nvPicPr>
                <p:cNvPr id="258" name="Ink 257">
                  <a:extLst>
                    <a:ext uri="{FF2B5EF4-FFF2-40B4-BE49-F238E27FC236}">
                      <a16:creationId xmlns:a16="http://schemas.microsoft.com/office/drawing/2014/main" id="{6A92E934-818A-8090-092C-82B689E6EFEA}"/>
                    </a:ext>
                  </a:extLst>
                </p:cNvPr>
                <p:cNvPicPr/>
                <p:nvPr/>
              </p:nvPicPr>
              <p:blipFill>
                <a:blip r:embed="rId236"/>
                <a:stretch>
                  <a:fillRect/>
                </a:stretch>
              </p:blipFill>
              <p:spPr>
                <a:xfrm>
                  <a:off x="2177438" y="2269656"/>
                  <a:ext cx="45360" cy="12456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259" name="Ink 258">
                  <a:extLst>
                    <a:ext uri="{FF2B5EF4-FFF2-40B4-BE49-F238E27FC236}">
                      <a16:creationId xmlns:a16="http://schemas.microsoft.com/office/drawing/2014/main" id="{F27D1981-2559-05D5-C3CE-FB310150028B}"/>
                    </a:ext>
                  </a:extLst>
                </p14:cNvPr>
                <p14:cNvContentPartPr/>
                <p14:nvPr/>
              </p14:nvContentPartPr>
              <p14:xfrm>
                <a:off x="2300198" y="2241576"/>
                <a:ext cx="214560" cy="120600"/>
              </p14:xfrm>
            </p:contentPart>
          </mc:Choice>
          <mc:Fallback>
            <p:pic>
              <p:nvPicPr>
                <p:cNvPr id="259" name="Ink 258">
                  <a:extLst>
                    <a:ext uri="{FF2B5EF4-FFF2-40B4-BE49-F238E27FC236}">
                      <a16:creationId xmlns:a16="http://schemas.microsoft.com/office/drawing/2014/main" id="{F27D1981-2559-05D5-C3CE-FB310150028B}"/>
                    </a:ext>
                  </a:extLst>
                </p:cNvPr>
                <p:cNvPicPr/>
                <p:nvPr/>
              </p:nvPicPr>
              <p:blipFill>
                <a:blip r:embed="rId238"/>
                <a:stretch>
                  <a:fillRect/>
                </a:stretch>
              </p:blipFill>
              <p:spPr>
                <a:xfrm>
                  <a:off x="2295878" y="2237256"/>
                  <a:ext cx="22320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239">
              <p14:nvContentPartPr>
                <p14:cNvPr id="260" name="Ink 259">
                  <a:extLst>
                    <a:ext uri="{FF2B5EF4-FFF2-40B4-BE49-F238E27FC236}">
                      <a16:creationId xmlns:a16="http://schemas.microsoft.com/office/drawing/2014/main" id="{01CE6D1D-A7FE-1C5A-3BF0-0250067B898B}"/>
                    </a:ext>
                  </a:extLst>
                </p14:cNvPr>
                <p14:cNvContentPartPr/>
                <p14:nvPr/>
              </p14:nvContentPartPr>
              <p14:xfrm>
                <a:off x="2675678" y="2192616"/>
                <a:ext cx="117720" cy="57960"/>
              </p14:xfrm>
            </p:contentPart>
          </mc:Choice>
          <mc:Fallback>
            <p:pic>
              <p:nvPicPr>
                <p:cNvPr id="260" name="Ink 259">
                  <a:extLst>
                    <a:ext uri="{FF2B5EF4-FFF2-40B4-BE49-F238E27FC236}">
                      <a16:creationId xmlns:a16="http://schemas.microsoft.com/office/drawing/2014/main" id="{01CE6D1D-A7FE-1C5A-3BF0-0250067B898B}"/>
                    </a:ext>
                  </a:extLst>
                </p:cNvPr>
                <p:cNvPicPr/>
                <p:nvPr/>
              </p:nvPicPr>
              <p:blipFill>
                <a:blip r:embed="rId240"/>
                <a:stretch>
                  <a:fillRect/>
                </a:stretch>
              </p:blipFill>
              <p:spPr>
                <a:xfrm>
                  <a:off x="2671358" y="2188296"/>
                  <a:ext cx="126360" cy="66600"/>
                </a:xfrm>
                <a:prstGeom prst="rect">
                  <a:avLst/>
                </a:prstGeom>
              </p:spPr>
            </p:pic>
          </mc:Fallback>
        </mc:AlternateContent>
        <mc:AlternateContent xmlns:mc="http://schemas.openxmlformats.org/markup-compatibility/2006">
          <mc:Choice xmlns:p14="http://schemas.microsoft.com/office/powerpoint/2010/main" Requires="p14">
            <p:contentPart p14:bwMode="auto" r:id="rId241">
              <p14:nvContentPartPr>
                <p14:cNvPr id="261" name="Ink 260">
                  <a:extLst>
                    <a:ext uri="{FF2B5EF4-FFF2-40B4-BE49-F238E27FC236}">
                      <a16:creationId xmlns:a16="http://schemas.microsoft.com/office/drawing/2014/main" id="{65185757-B469-690A-B1BD-9D1C7952CD00}"/>
                    </a:ext>
                  </a:extLst>
                </p14:cNvPr>
                <p14:cNvContentPartPr/>
                <p14:nvPr/>
              </p14:nvContentPartPr>
              <p14:xfrm>
                <a:off x="2667398" y="2175696"/>
                <a:ext cx="102240" cy="127440"/>
              </p14:xfrm>
            </p:contentPart>
          </mc:Choice>
          <mc:Fallback>
            <p:pic>
              <p:nvPicPr>
                <p:cNvPr id="261" name="Ink 260">
                  <a:extLst>
                    <a:ext uri="{FF2B5EF4-FFF2-40B4-BE49-F238E27FC236}">
                      <a16:creationId xmlns:a16="http://schemas.microsoft.com/office/drawing/2014/main" id="{65185757-B469-690A-B1BD-9D1C7952CD00}"/>
                    </a:ext>
                  </a:extLst>
                </p:cNvPr>
                <p:cNvPicPr/>
                <p:nvPr/>
              </p:nvPicPr>
              <p:blipFill>
                <a:blip r:embed="rId242"/>
                <a:stretch>
                  <a:fillRect/>
                </a:stretch>
              </p:blipFill>
              <p:spPr>
                <a:xfrm>
                  <a:off x="2663078" y="2171376"/>
                  <a:ext cx="11088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243">
              <p14:nvContentPartPr>
                <p14:cNvPr id="262" name="Ink 261">
                  <a:extLst>
                    <a:ext uri="{FF2B5EF4-FFF2-40B4-BE49-F238E27FC236}">
                      <a16:creationId xmlns:a16="http://schemas.microsoft.com/office/drawing/2014/main" id="{8C7A5172-CE48-09D4-0002-A7AF46A0D8C5}"/>
                    </a:ext>
                  </a:extLst>
                </p14:cNvPr>
                <p14:cNvContentPartPr/>
                <p14:nvPr/>
              </p14:nvContentPartPr>
              <p14:xfrm>
                <a:off x="2827238" y="2164896"/>
                <a:ext cx="137520" cy="105480"/>
              </p14:xfrm>
            </p:contentPart>
          </mc:Choice>
          <mc:Fallback>
            <p:pic>
              <p:nvPicPr>
                <p:cNvPr id="262" name="Ink 261">
                  <a:extLst>
                    <a:ext uri="{FF2B5EF4-FFF2-40B4-BE49-F238E27FC236}">
                      <a16:creationId xmlns:a16="http://schemas.microsoft.com/office/drawing/2014/main" id="{8C7A5172-CE48-09D4-0002-A7AF46A0D8C5}"/>
                    </a:ext>
                  </a:extLst>
                </p:cNvPr>
                <p:cNvPicPr/>
                <p:nvPr/>
              </p:nvPicPr>
              <p:blipFill>
                <a:blip r:embed="rId244"/>
                <a:stretch>
                  <a:fillRect/>
                </a:stretch>
              </p:blipFill>
              <p:spPr>
                <a:xfrm>
                  <a:off x="2822918" y="2160576"/>
                  <a:ext cx="14616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245">
              <p14:nvContentPartPr>
                <p14:cNvPr id="263" name="Ink 262">
                  <a:extLst>
                    <a:ext uri="{FF2B5EF4-FFF2-40B4-BE49-F238E27FC236}">
                      <a16:creationId xmlns:a16="http://schemas.microsoft.com/office/drawing/2014/main" id="{2743A72B-68E5-B918-CABB-399FD5452D82}"/>
                    </a:ext>
                  </a:extLst>
                </p14:cNvPr>
                <p14:cNvContentPartPr/>
                <p14:nvPr/>
              </p14:nvContentPartPr>
              <p14:xfrm>
                <a:off x="3019478" y="2138976"/>
                <a:ext cx="78480" cy="46800"/>
              </p14:xfrm>
            </p:contentPart>
          </mc:Choice>
          <mc:Fallback>
            <p:pic>
              <p:nvPicPr>
                <p:cNvPr id="263" name="Ink 262">
                  <a:extLst>
                    <a:ext uri="{FF2B5EF4-FFF2-40B4-BE49-F238E27FC236}">
                      <a16:creationId xmlns:a16="http://schemas.microsoft.com/office/drawing/2014/main" id="{2743A72B-68E5-B918-CABB-399FD5452D82}"/>
                    </a:ext>
                  </a:extLst>
                </p:cNvPr>
                <p:cNvPicPr/>
                <p:nvPr/>
              </p:nvPicPr>
              <p:blipFill>
                <a:blip r:embed="rId246"/>
                <a:stretch>
                  <a:fillRect/>
                </a:stretch>
              </p:blipFill>
              <p:spPr>
                <a:xfrm>
                  <a:off x="3015158" y="2134656"/>
                  <a:ext cx="87120" cy="55440"/>
                </a:xfrm>
                <a:prstGeom prst="rect">
                  <a:avLst/>
                </a:prstGeom>
              </p:spPr>
            </p:pic>
          </mc:Fallback>
        </mc:AlternateContent>
        <mc:AlternateContent xmlns:mc="http://schemas.openxmlformats.org/markup-compatibility/2006">
          <mc:Choice xmlns:p14="http://schemas.microsoft.com/office/powerpoint/2010/main" Requires="p14">
            <p:contentPart p14:bwMode="auto" r:id="rId247">
              <p14:nvContentPartPr>
                <p14:cNvPr id="264" name="Ink 263">
                  <a:extLst>
                    <a:ext uri="{FF2B5EF4-FFF2-40B4-BE49-F238E27FC236}">
                      <a16:creationId xmlns:a16="http://schemas.microsoft.com/office/drawing/2014/main" id="{A8241766-DAD2-60A6-8D54-647C64CFB961}"/>
                    </a:ext>
                  </a:extLst>
                </p14:cNvPr>
                <p14:cNvContentPartPr/>
                <p14:nvPr/>
              </p14:nvContentPartPr>
              <p14:xfrm>
                <a:off x="3039278" y="2125296"/>
                <a:ext cx="45360" cy="113400"/>
              </p14:xfrm>
            </p:contentPart>
          </mc:Choice>
          <mc:Fallback>
            <p:pic>
              <p:nvPicPr>
                <p:cNvPr id="264" name="Ink 263">
                  <a:extLst>
                    <a:ext uri="{FF2B5EF4-FFF2-40B4-BE49-F238E27FC236}">
                      <a16:creationId xmlns:a16="http://schemas.microsoft.com/office/drawing/2014/main" id="{A8241766-DAD2-60A6-8D54-647C64CFB961}"/>
                    </a:ext>
                  </a:extLst>
                </p:cNvPr>
                <p:cNvPicPr/>
                <p:nvPr/>
              </p:nvPicPr>
              <p:blipFill>
                <a:blip r:embed="rId248"/>
                <a:stretch>
                  <a:fillRect/>
                </a:stretch>
              </p:blipFill>
              <p:spPr>
                <a:xfrm>
                  <a:off x="3034958" y="2120976"/>
                  <a:ext cx="5400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249">
              <p14:nvContentPartPr>
                <p14:cNvPr id="265" name="Ink 264">
                  <a:extLst>
                    <a:ext uri="{FF2B5EF4-FFF2-40B4-BE49-F238E27FC236}">
                      <a16:creationId xmlns:a16="http://schemas.microsoft.com/office/drawing/2014/main" id="{EB72E94A-3B37-6920-9F1E-BBD478D93F69}"/>
                    </a:ext>
                  </a:extLst>
                </p14:cNvPr>
                <p14:cNvContentPartPr/>
                <p14:nvPr/>
              </p14:nvContentPartPr>
              <p14:xfrm>
                <a:off x="3164198" y="2110896"/>
                <a:ext cx="165600" cy="109440"/>
              </p14:xfrm>
            </p:contentPart>
          </mc:Choice>
          <mc:Fallback>
            <p:pic>
              <p:nvPicPr>
                <p:cNvPr id="265" name="Ink 264">
                  <a:extLst>
                    <a:ext uri="{FF2B5EF4-FFF2-40B4-BE49-F238E27FC236}">
                      <a16:creationId xmlns:a16="http://schemas.microsoft.com/office/drawing/2014/main" id="{EB72E94A-3B37-6920-9F1E-BBD478D93F69}"/>
                    </a:ext>
                  </a:extLst>
                </p:cNvPr>
                <p:cNvPicPr/>
                <p:nvPr/>
              </p:nvPicPr>
              <p:blipFill>
                <a:blip r:embed="rId250"/>
                <a:stretch>
                  <a:fillRect/>
                </a:stretch>
              </p:blipFill>
              <p:spPr>
                <a:xfrm>
                  <a:off x="3159878" y="2106576"/>
                  <a:ext cx="17424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251">
              <p14:nvContentPartPr>
                <p14:cNvPr id="266" name="Ink 265">
                  <a:extLst>
                    <a:ext uri="{FF2B5EF4-FFF2-40B4-BE49-F238E27FC236}">
                      <a16:creationId xmlns:a16="http://schemas.microsoft.com/office/drawing/2014/main" id="{E88B508C-0E97-D649-00D5-65F90458FFA7}"/>
                    </a:ext>
                  </a:extLst>
                </p14:cNvPr>
                <p14:cNvContentPartPr/>
                <p14:nvPr/>
              </p14:nvContentPartPr>
              <p14:xfrm>
                <a:off x="2408918" y="2216016"/>
                <a:ext cx="29520" cy="295200"/>
              </p14:xfrm>
            </p:contentPart>
          </mc:Choice>
          <mc:Fallback>
            <p:pic>
              <p:nvPicPr>
                <p:cNvPr id="266" name="Ink 265">
                  <a:extLst>
                    <a:ext uri="{FF2B5EF4-FFF2-40B4-BE49-F238E27FC236}">
                      <a16:creationId xmlns:a16="http://schemas.microsoft.com/office/drawing/2014/main" id="{E88B508C-0E97-D649-00D5-65F90458FFA7}"/>
                    </a:ext>
                  </a:extLst>
                </p:cNvPr>
                <p:cNvPicPr/>
                <p:nvPr/>
              </p:nvPicPr>
              <p:blipFill>
                <a:blip r:embed="rId252"/>
                <a:stretch>
                  <a:fillRect/>
                </a:stretch>
              </p:blipFill>
              <p:spPr>
                <a:xfrm>
                  <a:off x="2404598" y="2211696"/>
                  <a:ext cx="38160" cy="303840"/>
                </a:xfrm>
                <a:prstGeom prst="rect">
                  <a:avLst/>
                </a:prstGeom>
              </p:spPr>
            </p:pic>
          </mc:Fallback>
        </mc:AlternateContent>
        <mc:AlternateContent xmlns:mc="http://schemas.openxmlformats.org/markup-compatibility/2006">
          <mc:Choice xmlns:p14="http://schemas.microsoft.com/office/powerpoint/2010/main" Requires="p14">
            <p:contentPart p14:bwMode="auto" r:id="rId253">
              <p14:nvContentPartPr>
                <p14:cNvPr id="267" name="Ink 266">
                  <a:extLst>
                    <a:ext uri="{FF2B5EF4-FFF2-40B4-BE49-F238E27FC236}">
                      <a16:creationId xmlns:a16="http://schemas.microsoft.com/office/drawing/2014/main" id="{F764CE46-4427-7EF7-B46C-DF3A39445328}"/>
                    </a:ext>
                  </a:extLst>
                </p14:cNvPr>
                <p14:cNvContentPartPr/>
                <p14:nvPr/>
              </p14:nvContentPartPr>
              <p14:xfrm>
                <a:off x="2779358" y="2125296"/>
                <a:ext cx="115200" cy="235800"/>
              </p14:xfrm>
            </p:contentPart>
          </mc:Choice>
          <mc:Fallback>
            <p:pic>
              <p:nvPicPr>
                <p:cNvPr id="267" name="Ink 266">
                  <a:extLst>
                    <a:ext uri="{FF2B5EF4-FFF2-40B4-BE49-F238E27FC236}">
                      <a16:creationId xmlns:a16="http://schemas.microsoft.com/office/drawing/2014/main" id="{F764CE46-4427-7EF7-B46C-DF3A39445328}"/>
                    </a:ext>
                  </a:extLst>
                </p:cNvPr>
                <p:cNvPicPr/>
                <p:nvPr/>
              </p:nvPicPr>
              <p:blipFill>
                <a:blip r:embed="rId254"/>
                <a:stretch>
                  <a:fillRect/>
                </a:stretch>
              </p:blipFill>
              <p:spPr>
                <a:xfrm>
                  <a:off x="2775038" y="2120976"/>
                  <a:ext cx="123840" cy="244440"/>
                </a:xfrm>
                <a:prstGeom prst="rect">
                  <a:avLst/>
                </a:prstGeom>
              </p:spPr>
            </p:pic>
          </mc:Fallback>
        </mc:AlternateContent>
      </p:grpSp>
      <p:grpSp>
        <p:nvGrpSpPr>
          <p:cNvPr id="294" name="Group 293">
            <a:extLst>
              <a:ext uri="{FF2B5EF4-FFF2-40B4-BE49-F238E27FC236}">
                <a16:creationId xmlns:a16="http://schemas.microsoft.com/office/drawing/2014/main" id="{5A4A1712-06C8-2E62-0F1E-F571A298E2D6}"/>
              </a:ext>
            </a:extLst>
          </p:cNvPr>
          <p:cNvGrpSpPr/>
          <p:nvPr/>
        </p:nvGrpSpPr>
        <p:grpSpPr>
          <a:xfrm>
            <a:off x="1642478" y="3891096"/>
            <a:ext cx="1732680" cy="655560"/>
            <a:chOff x="1642478" y="3891096"/>
            <a:chExt cx="1732680" cy="655560"/>
          </a:xfrm>
        </p:grpSpPr>
        <mc:AlternateContent xmlns:mc="http://schemas.openxmlformats.org/markup-compatibility/2006">
          <mc:Choice xmlns:p14="http://schemas.microsoft.com/office/powerpoint/2010/main" Requires="p14">
            <p:contentPart p14:bwMode="auto" r:id="rId255">
              <p14:nvContentPartPr>
                <p14:cNvPr id="214" name="Ink 213">
                  <a:extLst>
                    <a:ext uri="{FF2B5EF4-FFF2-40B4-BE49-F238E27FC236}">
                      <a16:creationId xmlns:a16="http://schemas.microsoft.com/office/drawing/2014/main" id="{FF9A53E3-6FD6-3883-4425-E53100CEB06F}"/>
                    </a:ext>
                  </a:extLst>
                </p14:cNvPr>
                <p14:cNvContentPartPr/>
                <p14:nvPr/>
              </p14:nvContentPartPr>
              <p14:xfrm>
                <a:off x="1799078" y="4072536"/>
                <a:ext cx="153720" cy="140400"/>
              </p14:xfrm>
            </p:contentPart>
          </mc:Choice>
          <mc:Fallback>
            <p:pic>
              <p:nvPicPr>
                <p:cNvPr id="214" name="Ink 213">
                  <a:extLst>
                    <a:ext uri="{FF2B5EF4-FFF2-40B4-BE49-F238E27FC236}">
                      <a16:creationId xmlns:a16="http://schemas.microsoft.com/office/drawing/2014/main" id="{FF9A53E3-6FD6-3883-4425-E53100CEB06F}"/>
                    </a:ext>
                  </a:extLst>
                </p:cNvPr>
                <p:cNvPicPr/>
                <p:nvPr/>
              </p:nvPicPr>
              <p:blipFill>
                <a:blip r:embed="rId256"/>
                <a:stretch>
                  <a:fillRect/>
                </a:stretch>
              </p:blipFill>
              <p:spPr>
                <a:xfrm>
                  <a:off x="1794758" y="4068216"/>
                  <a:ext cx="16236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257">
              <p14:nvContentPartPr>
                <p14:cNvPr id="215" name="Ink 214">
                  <a:extLst>
                    <a:ext uri="{FF2B5EF4-FFF2-40B4-BE49-F238E27FC236}">
                      <a16:creationId xmlns:a16="http://schemas.microsoft.com/office/drawing/2014/main" id="{CEC90B49-81BA-F6E7-0E09-53F928489C83}"/>
                    </a:ext>
                  </a:extLst>
                </p14:cNvPr>
                <p14:cNvContentPartPr/>
                <p14:nvPr/>
              </p14:nvContentPartPr>
              <p14:xfrm>
                <a:off x="1992398" y="4176576"/>
                <a:ext cx="24120" cy="104400"/>
              </p14:xfrm>
            </p:contentPart>
          </mc:Choice>
          <mc:Fallback>
            <p:pic>
              <p:nvPicPr>
                <p:cNvPr id="215" name="Ink 214">
                  <a:extLst>
                    <a:ext uri="{FF2B5EF4-FFF2-40B4-BE49-F238E27FC236}">
                      <a16:creationId xmlns:a16="http://schemas.microsoft.com/office/drawing/2014/main" id="{CEC90B49-81BA-F6E7-0E09-53F928489C83}"/>
                    </a:ext>
                  </a:extLst>
                </p:cNvPr>
                <p:cNvPicPr/>
                <p:nvPr/>
              </p:nvPicPr>
              <p:blipFill>
                <a:blip r:embed="rId258"/>
                <a:stretch>
                  <a:fillRect/>
                </a:stretch>
              </p:blipFill>
              <p:spPr>
                <a:xfrm>
                  <a:off x="1988078" y="4172256"/>
                  <a:ext cx="3276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259">
              <p14:nvContentPartPr>
                <p14:cNvPr id="216" name="Ink 215">
                  <a:extLst>
                    <a:ext uri="{FF2B5EF4-FFF2-40B4-BE49-F238E27FC236}">
                      <a16:creationId xmlns:a16="http://schemas.microsoft.com/office/drawing/2014/main" id="{3A838C43-73EF-885A-9EAD-65EE9A48C173}"/>
                    </a:ext>
                  </a:extLst>
                </p14:cNvPr>
                <p14:cNvContentPartPr/>
                <p14:nvPr/>
              </p14:nvContentPartPr>
              <p14:xfrm>
                <a:off x="2104718" y="4077216"/>
                <a:ext cx="124200" cy="25200"/>
              </p14:xfrm>
            </p:contentPart>
          </mc:Choice>
          <mc:Fallback>
            <p:pic>
              <p:nvPicPr>
                <p:cNvPr id="216" name="Ink 215">
                  <a:extLst>
                    <a:ext uri="{FF2B5EF4-FFF2-40B4-BE49-F238E27FC236}">
                      <a16:creationId xmlns:a16="http://schemas.microsoft.com/office/drawing/2014/main" id="{3A838C43-73EF-885A-9EAD-65EE9A48C173}"/>
                    </a:ext>
                  </a:extLst>
                </p:cNvPr>
                <p:cNvPicPr/>
                <p:nvPr/>
              </p:nvPicPr>
              <p:blipFill>
                <a:blip r:embed="rId260"/>
                <a:stretch>
                  <a:fillRect/>
                </a:stretch>
              </p:blipFill>
              <p:spPr>
                <a:xfrm>
                  <a:off x="2100398" y="4072896"/>
                  <a:ext cx="132840" cy="33840"/>
                </a:xfrm>
                <a:prstGeom prst="rect">
                  <a:avLst/>
                </a:prstGeom>
              </p:spPr>
            </p:pic>
          </mc:Fallback>
        </mc:AlternateContent>
        <mc:AlternateContent xmlns:mc="http://schemas.openxmlformats.org/markup-compatibility/2006">
          <mc:Choice xmlns:p14="http://schemas.microsoft.com/office/powerpoint/2010/main" Requires="p14">
            <p:contentPart p14:bwMode="auto" r:id="rId261">
              <p14:nvContentPartPr>
                <p14:cNvPr id="217" name="Ink 216">
                  <a:extLst>
                    <a:ext uri="{FF2B5EF4-FFF2-40B4-BE49-F238E27FC236}">
                      <a16:creationId xmlns:a16="http://schemas.microsoft.com/office/drawing/2014/main" id="{41E03014-5F6B-88F0-1FFE-3A14A14B8E78}"/>
                    </a:ext>
                  </a:extLst>
                </p14:cNvPr>
                <p14:cNvContentPartPr/>
                <p14:nvPr/>
              </p14:nvContentPartPr>
              <p14:xfrm>
                <a:off x="2303798" y="4009896"/>
                <a:ext cx="114480" cy="189720"/>
              </p14:xfrm>
            </p:contentPart>
          </mc:Choice>
          <mc:Fallback>
            <p:pic>
              <p:nvPicPr>
                <p:cNvPr id="217" name="Ink 216">
                  <a:extLst>
                    <a:ext uri="{FF2B5EF4-FFF2-40B4-BE49-F238E27FC236}">
                      <a16:creationId xmlns:a16="http://schemas.microsoft.com/office/drawing/2014/main" id="{41E03014-5F6B-88F0-1FFE-3A14A14B8E78}"/>
                    </a:ext>
                  </a:extLst>
                </p:cNvPr>
                <p:cNvPicPr/>
                <p:nvPr/>
              </p:nvPicPr>
              <p:blipFill>
                <a:blip r:embed="rId262"/>
                <a:stretch>
                  <a:fillRect/>
                </a:stretch>
              </p:blipFill>
              <p:spPr>
                <a:xfrm>
                  <a:off x="2299478" y="4005576"/>
                  <a:ext cx="123120" cy="198360"/>
                </a:xfrm>
                <a:prstGeom prst="rect">
                  <a:avLst/>
                </a:prstGeom>
              </p:spPr>
            </p:pic>
          </mc:Fallback>
        </mc:AlternateContent>
        <mc:AlternateContent xmlns:mc="http://schemas.openxmlformats.org/markup-compatibility/2006">
          <mc:Choice xmlns:p14="http://schemas.microsoft.com/office/powerpoint/2010/main" Requires="p14">
            <p:contentPart p14:bwMode="auto" r:id="rId263">
              <p14:nvContentPartPr>
                <p14:cNvPr id="218" name="Ink 217">
                  <a:extLst>
                    <a:ext uri="{FF2B5EF4-FFF2-40B4-BE49-F238E27FC236}">
                      <a16:creationId xmlns:a16="http://schemas.microsoft.com/office/drawing/2014/main" id="{A2F4F616-A743-E76D-62E2-B4C5D053B6D7}"/>
                    </a:ext>
                  </a:extLst>
                </p14:cNvPr>
                <p14:cNvContentPartPr/>
                <p14:nvPr/>
              </p14:nvContentPartPr>
              <p14:xfrm>
                <a:off x="2496758" y="4114296"/>
                <a:ext cx="14400" cy="73080"/>
              </p14:xfrm>
            </p:contentPart>
          </mc:Choice>
          <mc:Fallback>
            <p:pic>
              <p:nvPicPr>
                <p:cNvPr id="218" name="Ink 217">
                  <a:extLst>
                    <a:ext uri="{FF2B5EF4-FFF2-40B4-BE49-F238E27FC236}">
                      <a16:creationId xmlns:a16="http://schemas.microsoft.com/office/drawing/2014/main" id="{A2F4F616-A743-E76D-62E2-B4C5D053B6D7}"/>
                    </a:ext>
                  </a:extLst>
                </p:cNvPr>
                <p:cNvPicPr/>
                <p:nvPr/>
              </p:nvPicPr>
              <p:blipFill>
                <a:blip r:embed="rId264"/>
                <a:stretch>
                  <a:fillRect/>
                </a:stretch>
              </p:blipFill>
              <p:spPr>
                <a:xfrm>
                  <a:off x="2492438" y="4109976"/>
                  <a:ext cx="2304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265">
              <p14:nvContentPartPr>
                <p14:cNvPr id="220" name="Ink 219">
                  <a:extLst>
                    <a:ext uri="{FF2B5EF4-FFF2-40B4-BE49-F238E27FC236}">
                      <a16:creationId xmlns:a16="http://schemas.microsoft.com/office/drawing/2014/main" id="{BCA45F5E-87AD-350D-AE07-08843FB5B08E}"/>
                    </a:ext>
                  </a:extLst>
                </p14:cNvPr>
                <p14:cNvContentPartPr/>
                <p14:nvPr/>
              </p14:nvContentPartPr>
              <p14:xfrm>
                <a:off x="1642478" y="3973896"/>
                <a:ext cx="228960" cy="336240"/>
              </p14:xfrm>
            </p:contentPart>
          </mc:Choice>
          <mc:Fallback>
            <p:pic>
              <p:nvPicPr>
                <p:cNvPr id="220" name="Ink 219">
                  <a:extLst>
                    <a:ext uri="{FF2B5EF4-FFF2-40B4-BE49-F238E27FC236}">
                      <a16:creationId xmlns:a16="http://schemas.microsoft.com/office/drawing/2014/main" id="{BCA45F5E-87AD-350D-AE07-08843FB5B08E}"/>
                    </a:ext>
                  </a:extLst>
                </p:cNvPr>
                <p:cNvPicPr/>
                <p:nvPr/>
              </p:nvPicPr>
              <p:blipFill>
                <a:blip r:embed="rId266"/>
                <a:stretch>
                  <a:fillRect/>
                </a:stretch>
              </p:blipFill>
              <p:spPr>
                <a:xfrm>
                  <a:off x="1638158" y="3969576"/>
                  <a:ext cx="237600" cy="344880"/>
                </a:xfrm>
                <a:prstGeom prst="rect">
                  <a:avLst/>
                </a:prstGeom>
              </p:spPr>
            </p:pic>
          </mc:Fallback>
        </mc:AlternateContent>
        <mc:AlternateContent xmlns:mc="http://schemas.openxmlformats.org/markup-compatibility/2006">
          <mc:Choice xmlns:p14="http://schemas.microsoft.com/office/powerpoint/2010/main" Requires="p14">
            <p:contentPart p14:bwMode="auto" r:id="rId267">
              <p14:nvContentPartPr>
                <p14:cNvPr id="221" name="Ink 220">
                  <a:extLst>
                    <a:ext uri="{FF2B5EF4-FFF2-40B4-BE49-F238E27FC236}">
                      <a16:creationId xmlns:a16="http://schemas.microsoft.com/office/drawing/2014/main" id="{F66A7D94-9481-C5ED-AD7E-9E3B41FE12C9}"/>
                    </a:ext>
                  </a:extLst>
                </p14:cNvPr>
                <p14:cNvContentPartPr/>
                <p14:nvPr/>
              </p14:nvContentPartPr>
              <p14:xfrm>
                <a:off x="2415398" y="3926376"/>
                <a:ext cx="62280" cy="285840"/>
              </p14:xfrm>
            </p:contentPart>
          </mc:Choice>
          <mc:Fallback>
            <p:pic>
              <p:nvPicPr>
                <p:cNvPr id="221" name="Ink 220">
                  <a:extLst>
                    <a:ext uri="{FF2B5EF4-FFF2-40B4-BE49-F238E27FC236}">
                      <a16:creationId xmlns:a16="http://schemas.microsoft.com/office/drawing/2014/main" id="{F66A7D94-9481-C5ED-AD7E-9E3B41FE12C9}"/>
                    </a:ext>
                  </a:extLst>
                </p:cNvPr>
                <p:cNvPicPr/>
                <p:nvPr/>
              </p:nvPicPr>
              <p:blipFill>
                <a:blip r:embed="rId268"/>
                <a:stretch>
                  <a:fillRect/>
                </a:stretch>
              </p:blipFill>
              <p:spPr>
                <a:xfrm>
                  <a:off x="2411078" y="3922056"/>
                  <a:ext cx="70920" cy="294480"/>
                </a:xfrm>
                <a:prstGeom prst="rect">
                  <a:avLst/>
                </a:prstGeom>
              </p:spPr>
            </p:pic>
          </mc:Fallback>
        </mc:AlternateContent>
        <mc:AlternateContent xmlns:mc="http://schemas.openxmlformats.org/markup-compatibility/2006">
          <mc:Choice xmlns:p14="http://schemas.microsoft.com/office/powerpoint/2010/main" Requires="p14">
            <p:contentPart p14:bwMode="auto" r:id="rId269">
              <p14:nvContentPartPr>
                <p14:cNvPr id="223" name="Ink 222">
                  <a:extLst>
                    <a:ext uri="{FF2B5EF4-FFF2-40B4-BE49-F238E27FC236}">
                      <a16:creationId xmlns:a16="http://schemas.microsoft.com/office/drawing/2014/main" id="{DE66980A-2847-CBBC-C10C-D07E9746CD2C}"/>
                    </a:ext>
                  </a:extLst>
                </p14:cNvPr>
                <p14:cNvContentPartPr/>
                <p14:nvPr/>
              </p14:nvContentPartPr>
              <p14:xfrm>
                <a:off x="2385518" y="4158936"/>
                <a:ext cx="21240" cy="83160"/>
              </p14:xfrm>
            </p:contentPart>
          </mc:Choice>
          <mc:Fallback>
            <p:pic>
              <p:nvPicPr>
                <p:cNvPr id="223" name="Ink 222">
                  <a:extLst>
                    <a:ext uri="{FF2B5EF4-FFF2-40B4-BE49-F238E27FC236}">
                      <a16:creationId xmlns:a16="http://schemas.microsoft.com/office/drawing/2014/main" id="{DE66980A-2847-CBBC-C10C-D07E9746CD2C}"/>
                    </a:ext>
                  </a:extLst>
                </p:cNvPr>
                <p:cNvPicPr/>
                <p:nvPr/>
              </p:nvPicPr>
              <p:blipFill>
                <a:blip r:embed="rId270"/>
                <a:stretch>
                  <a:fillRect/>
                </a:stretch>
              </p:blipFill>
              <p:spPr>
                <a:xfrm>
                  <a:off x="2381198" y="4154616"/>
                  <a:ext cx="2988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271">
              <p14:nvContentPartPr>
                <p14:cNvPr id="224" name="Ink 223">
                  <a:extLst>
                    <a:ext uri="{FF2B5EF4-FFF2-40B4-BE49-F238E27FC236}">
                      <a16:creationId xmlns:a16="http://schemas.microsoft.com/office/drawing/2014/main" id="{3132F1BF-3962-AD99-7F4E-5B51B0FE8434}"/>
                    </a:ext>
                  </a:extLst>
                </p14:cNvPr>
                <p14:cNvContentPartPr/>
                <p14:nvPr/>
              </p14:nvContentPartPr>
              <p14:xfrm>
                <a:off x="2436278" y="4119696"/>
                <a:ext cx="94680" cy="55080"/>
              </p14:xfrm>
            </p:contentPart>
          </mc:Choice>
          <mc:Fallback>
            <p:pic>
              <p:nvPicPr>
                <p:cNvPr id="224" name="Ink 223">
                  <a:extLst>
                    <a:ext uri="{FF2B5EF4-FFF2-40B4-BE49-F238E27FC236}">
                      <a16:creationId xmlns:a16="http://schemas.microsoft.com/office/drawing/2014/main" id="{3132F1BF-3962-AD99-7F4E-5B51B0FE8434}"/>
                    </a:ext>
                  </a:extLst>
                </p:cNvPr>
                <p:cNvPicPr/>
                <p:nvPr/>
              </p:nvPicPr>
              <p:blipFill>
                <a:blip r:embed="rId272"/>
                <a:stretch>
                  <a:fillRect/>
                </a:stretch>
              </p:blipFill>
              <p:spPr>
                <a:xfrm>
                  <a:off x="2431958" y="4115376"/>
                  <a:ext cx="103320" cy="63720"/>
                </a:xfrm>
                <a:prstGeom prst="rect">
                  <a:avLst/>
                </a:prstGeom>
              </p:spPr>
            </p:pic>
          </mc:Fallback>
        </mc:AlternateContent>
        <mc:AlternateContent xmlns:mc="http://schemas.openxmlformats.org/markup-compatibility/2006">
          <mc:Choice xmlns:p14="http://schemas.microsoft.com/office/powerpoint/2010/main" Requires="p14">
            <p:contentPart p14:bwMode="auto" r:id="rId273">
              <p14:nvContentPartPr>
                <p14:cNvPr id="226" name="Ink 225">
                  <a:extLst>
                    <a:ext uri="{FF2B5EF4-FFF2-40B4-BE49-F238E27FC236}">
                      <a16:creationId xmlns:a16="http://schemas.microsoft.com/office/drawing/2014/main" id="{54EE76D3-435F-2887-3596-D8F31BA54CA7}"/>
                    </a:ext>
                  </a:extLst>
                </p14:cNvPr>
                <p14:cNvContentPartPr/>
                <p14:nvPr/>
              </p14:nvContentPartPr>
              <p14:xfrm>
                <a:off x="2569478" y="4021776"/>
                <a:ext cx="115200" cy="14760"/>
              </p14:xfrm>
            </p:contentPart>
          </mc:Choice>
          <mc:Fallback>
            <p:pic>
              <p:nvPicPr>
                <p:cNvPr id="226" name="Ink 225">
                  <a:extLst>
                    <a:ext uri="{FF2B5EF4-FFF2-40B4-BE49-F238E27FC236}">
                      <a16:creationId xmlns:a16="http://schemas.microsoft.com/office/drawing/2014/main" id="{54EE76D3-435F-2887-3596-D8F31BA54CA7}"/>
                    </a:ext>
                  </a:extLst>
                </p:cNvPr>
                <p:cNvPicPr/>
                <p:nvPr/>
              </p:nvPicPr>
              <p:blipFill>
                <a:blip r:embed="rId274"/>
                <a:stretch>
                  <a:fillRect/>
                </a:stretch>
              </p:blipFill>
              <p:spPr>
                <a:xfrm>
                  <a:off x="2565158" y="4017456"/>
                  <a:ext cx="12384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275">
              <p14:nvContentPartPr>
                <p14:cNvPr id="227" name="Ink 226">
                  <a:extLst>
                    <a:ext uri="{FF2B5EF4-FFF2-40B4-BE49-F238E27FC236}">
                      <a16:creationId xmlns:a16="http://schemas.microsoft.com/office/drawing/2014/main" id="{9549D4D4-F735-786A-DC5A-CDD3BC4C2FBD}"/>
                    </a:ext>
                  </a:extLst>
                </p14:cNvPr>
                <p14:cNvContentPartPr/>
                <p14:nvPr/>
              </p14:nvContentPartPr>
              <p14:xfrm>
                <a:off x="2624918" y="3986856"/>
                <a:ext cx="22320" cy="127440"/>
              </p14:xfrm>
            </p:contentPart>
          </mc:Choice>
          <mc:Fallback>
            <p:pic>
              <p:nvPicPr>
                <p:cNvPr id="227" name="Ink 226">
                  <a:extLst>
                    <a:ext uri="{FF2B5EF4-FFF2-40B4-BE49-F238E27FC236}">
                      <a16:creationId xmlns:a16="http://schemas.microsoft.com/office/drawing/2014/main" id="{9549D4D4-F735-786A-DC5A-CDD3BC4C2FBD}"/>
                    </a:ext>
                  </a:extLst>
                </p:cNvPr>
                <p:cNvPicPr/>
                <p:nvPr/>
              </p:nvPicPr>
              <p:blipFill>
                <a:blip r:embed="rId276"/>
                <a:stretch>
                  <a:fillRect/>
                </a:stretch>
              </p:blipFill>
              <p:spPr>
                <a:xfrm>
                  <a:off x="2620598" y="3982536"/>
                  <a:ext cx="3096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277">
              <p14:nvContentPartPr>
                <p14:cNvPr id="228" name="Ink 227">
                  <a:extLst>
                    <a:ext uri="{FF2B5EF4-FFF2-40B4-BE49-F238E27FC236}">
                      <a16:creationId xmlns:a16="http://schemas.microsoft.com/office/drawing/2014/main" id="{554C96FC-DB28-C1B5-FDAE-FA40763C84E1}"/>
                    </a:ext>
                  </a:extLst>
                </p14:cNvPr>
                <p14:cNvContentPartPr/>
                <p14:nvPr/>
              </p14:nvContentPartPr>
              <p14:xfrm>
                <a:off x="2741198" y="4001256"/>
                <a:ext cx="128880" cy="90360"/>
              </p14:xfrm>
            </p:contentPart>
          </mc:Choice>
          <mc:Fallback>
            <p:pic>
              <p:nvPicPr>
                <p:cNvPr id="228" name="Ink 227">
                  <a:extLst>
                    <a:ext uri="{FF2B5EF4-FFF2-40B4-BE49-F238E27FC236}">
                      <a16:creationId xmlns:a16="http://schemas.microsoft.com/office/drawing/2014/main" id="{554C96FC-DB28-C1B5-FDAE-FA40763C84E1}"/>
                    </a:ext>
                  </a:extLst>
                </p:cNvPr>
                <p:cNvPicPr/>
                <p:nvPr/>
              </p:nvPicPr>
              <p:blipFill>
                <a:blip r:embed="rId278"/>
                <a:stretch>
                  <a:fillRect/>
                </a:stretch>
              </p:blipFill>
              <p:spPr>
                <a:xfrm>
                  <a:off x="2736878" y="3996936"/>
                  <a:ext cx="137520" cy="99000"/>
                </a:xfrm>
                <a:prstGeom prst="rect">
                  <a:avLst/>
                </a:prstGeom>
              </p:spPr>
            </p:pic>
          </mc:Fallback>
        </mc:AlternateContent>
        <mc:AlternateContent xmlns:mc="http://schemas.openxmlformats.org/markup-compatibility/2006">
          <mc:Choice xmlns:p14="http://schemas.microsoft.com/office/powerpoint/2010/main" Requires="p14">
            <p:contentPart p14:bwMode="auto" r:id="rId279">
              <p14:nvContentPartPr>
                <p14:cNvPr id="229" name="Ink 228">
                  <a:extLst>
                    <a:ext uri="{FF2B5EF4-FFF2-40B4-BE49-F238E27FC236}">
                      <a16:creationId xmlns:a16="http://schemas.microsoft.com/office/drawing/2014/main" id="{33938F29-4561-E155-E6E5-B48881659C31}"/>
                    </a:ext>
                  </a:extLst>
                </p14:cNvPr>
                <p14:cNvContentPartPr/>
                <p14:nvPr/>
              </p14:nvContentPartPr>
              <p14:xfrm>
                <a:off x="2910038" y="4075416"/>
                <a:ext cx="45000" cy="82800"/>
              </p14:xfrm>
            </p:contentPart>
          </mc:Choice>
          <mc:Fallback>
            <p:pic>
              <p:nvPicPr>
                <p:cNvPr id="229" name="Ink 228">
                  <a:extLst>
                    <a:ext uri="{FF2B5EF4-FFF2-40B4-BE49-F238E27FC236}">
                      <a16:creationId xmlns:a16="http://schemas.microsoft.com/office/drawing/2014/main" id="{33938F29-4561-E155-E6E5-B48881659C31}"/>
                    </a:ext>
                  </a:extLst>
                </p:cNvPr>
                <p:cNvPicPr/>
                <p:nvPr/>
              </p:nvPicPr>
              <p:blipFill>
                <a:blip r:embed="rId280"/>
                <a:stretch>
                  <a:fillRect/>
                </a:stretch>
              </p:blipFill>
              <p:spPr>
                <a:xfrm>
                  <a:off x="2905718" y="4071096"/>
                  <a:ext cx="5364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281">
              <p14:nvContentPartPr>
                <p14:cNvPr id="230" name="Ink 229">
                  <a:extLst>
                    <a:ext uri="{FF2B5EF4-FFF2-40B4-BE49-F238E27FC236}">
                      <a16:creationId xmlns:a16="http://schemas.microsoft.com/office/drawing/2014/main" id="{AC2D9A3E-D8B1-3D56-C464-1F24CC5EFF63}"/>
                    </a:ext>
                  </a:extLst>
                </p14:cNvPr>
                <p14:cNvContentPartPr/>
                <p14:nvPr/>
              </p14:nvContentPartPr>
              <p14:xfrm>
                <a:off x="2960078" y="4026816"/>
                <a:ext cx="85680" cy="19800"/>
              </p14:xfrm>
            </p:contentPart>
          </mc:Choice>
          <mc:Fallback>
            <p:pic>
              <p:nvPicPr>
                <p:cNvPr id="230" name="Ink 229">
                  <a:extLst>
                    <a:ext uri="{FF2B5EF4-FFF2-40B4-BE49-F238E27FC236}">
                      <a16:creationId xmlns:a16="http://schemas.microsoft.com/office/drawing/2014/main" id="{AC2D9A3E-D8B1-3D56-C464-1F24CC5EFF63}"/>
                    </a:ext>
                  </a:extLst>
                </p:cNvPr>
                <p:cNvPicPr/>
                <p:nvPr/>
              </p:nvPicPr>
              <p:blipFill>
                <a:blip r:embed="rId282"/>
                <a:stretch>
                  <a:fillRect/>
                </a:stretch>
              </p:blipFill>
              <p:spPr>
                <a:xfrm>
                  <a:off x="2955758" y="4022496"/>
                  <a:ext cx="9432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283">
              <p14:nvContentPartPr>
                <p14:cNvPr id="231" name="Ink 230">
                  <a:extLst>
                    <a:ext uri="{FF2B5EF4-FFF2-40B4-BE49-F238E27FC236}">
                      <a16:creationId xmlns:a16="http://schemas.microsoft.com/office/drawing/2014/main" id="{0D2908A6-E5A6-41FC-D585-491D492BA1F9}"/>
                    </a:ext>
                  </a:extLst>
                </p14:cNvPr>
                <p14:cNvContentPartPr/>
                <p14:nvPr/>
              </p14:nvContentPartPr>
              <p14:xfrm>
                <a:off x="3092198" y="3960936"/>
                <a:ext cx="93600" cy="154440"/>
              </p14:xfrm>
            </p:contentPart>
          </mc:Choice>
          <mc:Fallback>
            <p:pic>
              <p:nvPicPr>
                <p:cNvPr id="231" name="Ink 230">
                  <a:extLst>
                    <a:ext uri="{FF2B5EF4-FFF2-40B4-BE49-F238E27FC236}">
                      <a16:creationId xmlns:a16="http://schemas.microsoft.com/office/drawing/2014/main" id="{0D2908A6-E5A6-41FC-D585-491D492BA1F9}"/>
                    </a:ext>
                  </a:extLst>
                </p:cNvPr>
                <p:cNvPicPr/>
                <p:nvPr/>
              </p:nvPicPr>
              <p:blipFill>
                <a:blip r:embed="rId284"/>
                <a:stretch>
                  <a:fillRect/>
                </a:stretch>
              </p:blipFill>
              <p:spPr>
                <a:xfrm>
                  <a:off x="3087878" y="3956616"/>
                  <a:ext cx="10224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285">
              <p14:nvContentPartPr>
                <p14:cNvPr id="232" name="Ink 231">
                  <a:extLst>
                    <a:ext uri="{FF2B5EF4-FFF2-40B4-BE49-F238E27FC236}">
                      <a16:creationId xmlns:a16="http://schemas.microsoft.com/office/drawing/2014/main" id="{727D4AC0-AF84-E393-2DE1-226E58EC6373}"/>
                    </a:ext>
                  </a:extLst>
                </p14:cNvPr>
                <p14:cNvContentPartPr/>
                <p14:nvPr/>
              </p14:nvContentPartPr>
              <p14:xfrm>
                <a:off x="3216758" y="4040856"/>
                <a:ext cx="108000" cy="77760"/>
              </p14:xfrm>
            </p:contentPart>
          </mc:Choice>
          <mc:Fallback>
            <p:pic>
              <p:nvPicPr>
                <p:cNvPr id="232" name="Ink 231">
                  <a:extLst>
                    <a:ext uri="{FF2B5EF4-FFF2-40B4-BE49-F238E27FC236}">
                      <a16:creationId xmlns:a16="http://schemas.microsoft.com/office/drawing/2014/main" id="{727D4AC0-AF84-E393-2DE1-226E58EC6373}"/>
                    </a:ext>
                  </a:extLst>
                </p:cNvPr>
                <p:cNvPicPr/>
                <p:nvPr/>
              </p:nvPicPr>
              <p:blipFill>
                <a:blip r:embed="rId286"/>
                <a:stretch>
                  <a:fillRect/>
                </a:stretch>
              </p:blipFill>
              <p:spPr>
                <a:xfrm>
                  <a:off x="3212438" y="4036536"/>
                  <a:ext cx="116640" cy="86400"/>
                </a:xfrm>
                <a:prstGeom prst="rect">
                  <a:avLst/>
                </a:prstGeom>
              </p:spPr>
            </p:pic>
          </mc:Fallback>
        </mc:AlternateContent>
        <mc:AlternateContent xmlns:mc="http://schemas.openxmlformats.org/markup-compatibility/2006">
          <mc:Choice xmlns:p14="http://schemas.microsoft.com/office/powerpoint/2010/main" Requires="p14">
            <p:contentPart p14:bwMode="auto" r:id="rId287">
              <p14:nvContentPartPr>
                <p14:cNvPr id="233" name="Ink 232">
                  <a:extLst>
                    <a:ext uri="{FF2B5EF4-FFF2-40B4-BE49-F238E27FC236}">
                      <a16:creationId xmlns:a16="http://schemas.microsoft.com/office/drawing/2014/main" id="{84E39581-6440-574A-C9CE-3B9808CBA321}"/>
                    </a:ext>
                  </a:extLst>
                </p14:cNvPr>
                <p14:cNvContentPartPr/>
                <p14:nvPr/>
              </p14:nvContentPartPr>
              <p14:xfrm>
                <a:off x="3307838" y="3891096"/>
                <a:ext cx="67320" cy="252360"/>
              </p14:xfrm>
            </p:contentPart>
          </mc:Choice>
          <mc:Fallback>
            <p:pic>
              <p:nvPicPr>
                <p:cNvPr id="233" name="Ink 232">
                  <a:extLst>
                    <a:ext uri="{FF2B5EF4-FFF2-40B4-BE49-F238E27FC236}">
                      <a16:creationId xmlns:a16="http://schemas.microsoft.com/office/drawing/2014/main" id="{84E39581-6440-574A-C9CE-3B9808CBA321}"/>
                    </a:ext>
                  </a:extLst>
                </p:cNvPr>
                <p:cNvPicPr/>
                <p:nvPr/>
              </p:nvPicPr>
              <p:blipFill>
                <a:blip r:embed="rId288"/>
                <a:stretch>
                  <a:fillRect/>
                </a:stretch>
              </p:blipFill>
              <p:spPr>
                <a:xfrm>
                  <a:off x="3303518" y="3886776"/>
                  <a:ext cx="7596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289">
              <p14:nvContentPartPr>
                <p14:cNvPr id="234" name="Ink 233">
                  <a:extLst>
                    <a:ext uri="{FF2B5EF4-FFF2-40B4-BE49-F238E27FC236}">
                      <a16:creationId xmlns:a16="http://schemas.microsoft.com/office/drawing/2014/main" id="{668D7E99-BC75-0665-A338-E1674E1D8E02}"/>
                    </a:ext>
                  </a:extLst>
                </p14:cNvPr>
                <p14:cNvContentPartPr/>
                <p14:nvPr/>
              </p14:nvContentPartPr>
              <p14:xfrm>
                <a:off x="2713838" y="3933936"/>
                <a:ext cx="120960" cy="263880"/>
              </p14:xfrm>
            </p:contentPart>
          </mc:Choice>
          <mc:Fallback>
            <p:pic>
              <p:nvPicPr>
                <p:cNvPr id="234" name="Ink 233">
                  <a:extLst>
                    <a:ext uri="{FF2B5EF4-FFF2-40B4-BE49-F238E27FC236}">
                      <a16:creationId xmlns:a16="http://schemas.microsoft.com/office/drawing/2014/main" id="{668D7E99-BC75-0665-A338-E1674E1D8E02}"/>
                    </a:ext>
                  </a:extLst>
                </p:cNvPr>
                <p:cNvPicPr/>
                <p:nvPr/>
              </p:nvPicPr>
              <p:blipFill>
                <a:blip r:embed="rId290"/>
                <a:stretch>
                  <a:fillRect/>
                </a:stretch>
              </p:blipFill>
              <p:spPr>
                <a:xfrm>
                  <a:off x="2709518" y="3929616"/>
                  <a:ext cx="129600" cy="272520"/>
                </a:xfrm>
                <a:prstGeom prst="rect">
                  <a:avLst/>
                </a:prstGeom>
              </p:spPr>
            </p:pic>
          </mc:Fallback>
        </mc:AlternateContent>
        <mc:AlternateContent xmlns:mc="http://schemas.openxmlformats.org/markup-compatibility/2006">
          <mc:Choice xmlns:p14="http://schemas.microsoft.com/office/powerpoint/2010/main" Requires="p14">
            <p:contentPart p14:bwMode="auto" r:id="rId291">
              <p14:nvContentPartPr>
                <p14:cNvPr id="290" name="Ink 289">
                  <a:extLst>
                    <a:ext uri="{FF2B5EF4-FFF2-40B4-BE49-F238E27FC236}">
                      <a16:creationId xmlns:a16="http://schemas.microsoft.com/office/drawing/2014/main" id="{7C87C90A-84C7-F549-B0F1-5B8F0DA2E563}"/>
                    </a:ext>
                  </a:extLst>
                </p14:cNvPr>
                <p14:cNvContentPartPr/>
                <p14:nvPr/>
              </p14:nvContentPartPr>
              <p14:xfrm>
                <a:off x="1852718" y="4276296"/>
                <a:ext cx="607320" cy="154800"/>
              </p14:xfrm>
            </p:contentPart>
          </mc:Choice>
          <mc:Fallback>
            <p:pic>
              <p:nvPicPr>
                <p:cNvPr id="290" name="Ink 289">
                  <a:extLst>
                    <a:ext uri="{FF2B5EF4-FFF2-40B4-BE49-F238E27FC236}">
                      <a16:creationId xmlns:a16="http://schemas.microsoft.com/office/drawing/2014/main" id="{7C87C90A-84C7-F549-B0F1-5B8F0DA2E563}"/>
                    </a:ext>
                  </a:extLst>
                </p:cNvPr>
                <p:cNvPicPr/>
                <p:nvPr/>
              </p:nvPicPr>
              <p:blipFill>
                <a:blip r:embed="rId292"/>
                <a:stretch>
                  <a:fillRect/>
                </a:stretch>
              </p:blipFill>
              <p:spPr>
                <a:xfrm>
                  <a:off x="1848398" y="4271976"/>
                  <a:ext cx="61596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293">
              <p14:nvContentPartPr>
                <p14:cNvPr id="291" name="Ink 290">
                  <a:extLst>
                    <a:ext uri="{FF2B5EF4-FFF2-40B4-BE49-F238E27FC236}">
                      <a16:creationId xmlns:a16="http://schemas.microsoft.com/office/drawing/2014/main" id="{4C93AAA5-06CB-D727-01F0-4613972B0626}"/>
                    </a:ext>
                  </a:extLst>
                </p14:cNvPr>
                <p14:cNvContentPartPr/>
                <p14:nvPr/>
              </p14:nvContentPartPr>
              <p14:xfrm>
                <a:off x="1894478" y="4339656"/>
                <a:ext cx="779760" cy="207000"/>
              </p14:xfrm>
            </p:contentPart>
          </mc:Choice>
          <mc:Fallback>
            <p:pic>
              <p:nvPicPr>
                <p:cNvPr id="291" name="Ink 290">
                  <a:extLst>
                    <a:ext uri="{FF2B5EF4-FFF2-40B4-BE49-F238E27FC236}">
                      <a16:creationId xmlns:a16="http://schemas.microsoft.com/office/drawing/2014/main" id="{4C93AAA5-06CB-D727-01F0-4613972B0626}"/>
                    </a:ext>
                  </a:extLst>
                </p:cNvPr>
                <p:cNvPicPr/>
                <p:nvPr/>
              </p:nvPicPr>
              <p:blipFill>
                <a:blip r:embed="rId294"/>
                <a:stretch>
                  <a:fillRect/>
                </a:stretch>
              </p:blipFill>
              <p:spPr>
                <a:xfrm>
                  <a:off x="1890158" y="4335336"/>
                  <a:ext cx="788400" cy="215640"/>
                </a:xfrm>
                <a:prstGeom prst="rect">
                  <a:avLst/>
                </a:prstGeom>
              </p:spPr>
            </p:pic>
          </mc:Fallback>
        </mc:AlternateContent>
      </p:grpSp>
      <p:grpSp>
        <p:nvGrpSpPr>
          <p:cNvPr id="379" name="Group 378">
            <a:extLst>
              <a:ext uri="{FF2B5EF4-FFF2-40B4-BE49-F238E27FC236}">
                <a16:creationId xmlns:a16="http://schemas.microsoft.com/office/drawing/2014/main" id="{B1D0D07D-415E-FC25-E418-22A1D609AE32}"/>
              </a:ext>
            </a:extLst>
          </p:cNvPr>
          <p:cNvGrpSpPr/>
          <p:nvPr/>
        </p:nvGrpSpPr>
        <p:grpSpPr>
          <a:xfrm>
            <a:off x="5535518" y="3466656"/>
            <a:ext cx="6398280" cy="1630800"/>
            <a:chOff x="5535518" y="3466656"/>
            <a:chExt cx="6398280" cy="1630800"/>
          </a:xfrm>
        </p:grpSpPr>
        <mc:AlternateContent xmlns:mc="http://schemas.openxmlformats.org/markup-compatibility/2006">
          <mc:Choice xmlns:p14="http://schemas.microsoft.com/office/powerpoint/2010/main" Requires="p14">
            <p:contentPart p14:bwMode="auto" r:id="rId295">
              <p14:nvContentPartPr>
                <p14:cNvPr id="269" name="Ink 268">
                  <a:extLst>
                    <a:ext uri="{FF2B5EF4-FFF2-40B4-BE49-F238E27FC236}">
                      <a16:creationId xmlns:a16="http://schemas.microsoft.com/office/drawing/2014/main" id="{562C0B00-25B5-FCE5-523B-EF6499790F17}"/>
                    </a:ext>
                  </a:extLst>
                </p14:cNvPr>
                <p14:cNvContentPartPr/>
                <p14:nvPr/>
              </p14:nvContentPartPr>
              <p14:xfrm>
                <a:off x="5535518" y="3727296"/>
                <a:ext cx="315720" cy="1040400"/>
              </p14:xfrm>
            </p:contentPart>
          </mc:Choice>
          <mc:Fallback>
            <p:pic>
              <p:nvPicPr>
                <p:cNvPr id="269" name="Ink 268">
                  <a:extLst>
                    <a:ext uri="{FF2B5EF4-FFF2-40B4-BE49-F238E27FC236}">
                      <a16:creationId xmlns:a16="http://schemas.microsoft.com/office/drawing/2014/main" id="{562C0B00-25B5-FCE5-523B-EF6499790F17}"/>
                    </a:ext>
                  </a:extLst>
                </p:cNvPr>
                <p:cNvPicPr/>
                <p:nvPr/>
              </p:nvPicPr>
              <p:blipFill>
                <a:blip r:embed="rId296"/>
                <a:stretch>
                  <a:fillRect/>
                </a:stretch>
              </p:blipFill>
              <p:spPr>
                <a:xfrm>
                  <a:off x="5531198" y="3722976"/>
                  <a:ext cx="324360" cy="1049040"/>
                </a:xfrm>
                <a:prstGeom prst="rect">
                  <a:avLst/>
                </a:prstGeom>
              </p:spPr>
            </p:pic>
          </mc:Fallback>
        </mc:AlternateContent>
        <mc:AlternateContent xmlns:mc="http://schemas.openxmlformats.org/markup-compatibility/2006">
          <mc:Choice xmlns:p14="http://schemas.microsoft.com/office/powerpoint/2010/main" Requires="p14">
            <p:contentPart p14:bwMode="auto" r:id="rId297">
              <p14:nvContentPartPr>
                <p14:cNvPr id="270" name="Ink 269">
                  <a:extLst>
                    <a:ext uri="{FF2B5EF4-FFF2-40B4-BE49-F238E27FC236}">
                      <a16:creationId xmlns:a16="http://schemas.microsoft.com/office/drawing/2014/main" id="{EB076945-2A72-C7FF-CDEF-4D1951C876F2}"/>
                    </a:ext>
                  </a:extLst>
                </p14:cNvPr>
                <p14:cNvContentPartPr/>
                <p14:nvPr/>
              </p14:nvContentPartPr>
              <p14:xfrm>
                <a:off x="5791838" y="3859416"/>
                <a:ext cx="157320" cy="121320"/>
              </p14:xfrm>
            </p:contentPart>
          </mc:Choice>
          <mc:Fallback>
            <p:pic>
              <p:nvPicPr>
                <p:cNvPr id="270" name="Ink 269">
                  <a:extLst>
                    <a:ext uri="{FF2B5EF4-FFF2-40B4-BE49-F238E27FC236}">
                      <a16:creationId xmlns:a16="http://schemas.microsoft.com/office/drawing/2014/main" id="{EB076945-2A72-C7FF-CDEF-4D1951C876F2}"/>
                    </a:ext>
                  </a:extLst>
                </p:cNvPr>
                <p:cNvPicPr/>
                <p:nvPr/>
              </p:nvPicPr>
              <p:blipFill>
                <a:blip r:embed="rId298"/>
                <a:stretch>
                  <a:fillRect/>
                </a:stretch>
              </p:blipFill>
              <p:spPr>
                <a:xfrm>
                  <a:off x="5787518" y="3855096"/>
                  <a:ext cx="16596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299">
              <p14:nvContentPartPr>
                <p14:cNvPr id="271" name="Ink 270">
                  <a:extLst>
                    <a:ext uri="{FF2B5EF4-FFF2-40B4-BE49-F238E27FC236}">
                      <a16:creationId xmlns:a16="http://schemas.microsoft.com/office/drawing/2014/main" id="{CA692FD8-2926-2463-FA91-2FD940E504E6}"/>
                    </a:ext>
                  </a:extLst>
                </p14:cNvPr>
                <p14:cNvContentPartPr/>
                <p14:nvPr/>
              </p14:nvContentPartPr>
              <p14:xfrm>
                <a:off x="5982638" y="3959496"/>
                <a:ext cx="27720" cy="109080"/>
              </p14:xfrm>
            </p:contentPart>
          </mc:Choice>
          <mc:Fallback>
            <p:pic>
              <p:nvPicPr>
                <p:cNvPr id="271" name="Ink 270">
                  <a:extLst>
                    <a:ext uri="{FF2B5EF4-FFF2-40B4-BE49-F238E27FC236}">
                      <a16:creationId xmlns:a16="http://schemas.microsoft.com/office/drawing/2014/main" id="{CA692FD8-2926-2463-FA91-2FD940E504E6}"/>
                    </a:ext>
                  </a:extLst>
                </p:cNvPr>
                <p:cNvPicPr/>
                <p:nvPr/>
              </p:nvPicPr>
              <p:blipFill>
                <a:blip r:embed="rId300"/>
                <a:stretch>
                  <a:fillRect/>
                </a:stretch>
              </p:blipFill>
              <p:spPr>
                <a:xfrm>
                  <a:off x="5978318" y="3955176"/>
                  <a:ext cx="3636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301">
              <p14:nvContentPartPr>
                <p14:cNvPr id="272" name="Ink 271">
                  <a:extLst>
                    <a:ext uri="{FF2B5EF4-FFF2-40B4-BE49-F238E27FC236}">
                      <a16:creationId xmlns:a16="http://schemas.microsoft.com/office/drawing/2014/main" id="{F4046625-4129-4E0E-2016-CA5B2ECB8F7F}"/>
                    </a:ext>
                  </a:extLst>
                </p14:cNvPr>
                <p14:cNvContentPartPr/>
                <p14:nvPr/>
              </p14:nvContentPartPr>
              <p14:xfrm>
                <a:off x="6110438" y="3908736"/>
                <a:ext cx="122400" cy="27360"/>
              </p14:xfrm>
            </p:contentPart>
          </mc:Choice>
          <mc:Fallback>
            <p:pic>
              <p:nvPicPr>
                <p:cNvPr id="272" name="Ink 271">
                  <a:extLst>
                    <a:ext uri="{FF2B5EF4-FFF2-40B4-BE49-F238E27FC236}">
                      <a16:creationId xmlns:a16="http://schemas.microsoft.com/office/drawing/2014/main" id="{F4046625-4129-4E0E-2016-CA5B2ECB8F7F}"/>
                    </a:ext>
                  </a:extLst>
                </p:cNvPr>
                <p:cNvPicPr/>
                <p:nvPr/>
              </p:nvPicPr>
              <p:blipFill>
                <a:blip r:embed="rId302"/>
                <a:stretch>
                  <a:fillRect/>
                </a:stretch>
              </p:blipFill>
              <p:spPr>
                <a:xfrm>
                  <a:off x="6106118" y="3904416"/>
                  <a:ext cx="13104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303">
              <p14:nvContentPartPr>
                <p14:cNvPr id="273" name="Ink 272">
                  <a:extLst>
                    <a:ext uri="{FF2B5EF4-FFF2-40B4-BE49-F238E27FC236}">
                      <a16:creationId xmlns:a16="http://schemas.microsoft.com/office/drawing/2014/main" id="{36FCD6B1-5988-C762-650F-8E05C374BAE1}"/>
                    </a:ext>
                  </a:extLst>
                </p14:cNvPr>
                <p14:cNvContentPartPr/>
                <p14:nvPr/>
              </p14:nvContentPartPr>
              <p14:xfrm>
                <a:off x="6378638" y="3797496"/>
                <a:ext cx="162000" cy="169920"/>
              </p14:xfrm>
            </p:contentPart>
          </mc:Choice>
          <mc:Fallback>
            <p:pic>
              <p:nvPicPr>
                <p:cNvPr id="273" name="Ink 272">
                  <a:extLst>
                    <a:ext uri="{FF2B5EF4-FFF2-40B4-BE49-F238E27FC236}">
                      <a16:creationId xmlns:a16="http://schemas.microsoft.com/office/drawing/2014/main" id="{36FCD6B1-5988-C762-650F-8E05C374BAE1}"/>
                    </a:ext>
                  </a:extLst>
                </p:cNvPr>
                <p:cNvPicPr/>
                <p:nvPr/>
              </p:nvPicPr>
              <p:blipFill>
                <a:blip r:embed="rId304"/>
                <a:stretch>
                  <a:fillRect/>
                </a:stretch>
              </p:blipFill>
              <p:spPr>
                <a:xfrm>
                  <a:off x="6374318" y="3793176"/>
                  <a:ext cx="170640" cy="178560"/>
                </a:xfrm>
                <a:prstGeom prst="rect">
                  <a:avLst/>
                </a:prstGeom>
              </p:spPr>
            </p:pic>
          </mc:Fallback>
        </mc:AlternateContent>
        <mc:AlternateContent xmlns:mc="http://schemas.openxmlformats.org/markup-compatibility/2006">
          <mc:Choice xmlns:p14="http://schemas.microsoft.com/office/powerpoint/2010/main" Requires="p14">
            <p:contentPart p14:bwMode="auto" r:id="rId305">
              <p14:nvContentPartPr>
                <p14:cNvPr id="274" name="Ink 273">
                  <a:extLst>
                    <a:ext uri="{FF2B5EF4-FFF2-40B4-BE49-F238E27FC236}">
                      <a16:creationId xmlns:a16="http://schemas.microsoft.com/office/drawing/2014/main" id="{F9ED7950-AD01-A83C-FA38-B4F421408544}"/>
                    </a:ext>
                  </a:extLst>
                </p14:cNvPr>
                <p14:cNvContentPartPr/>
                <p14:nvPr/>
              </p14:nvContentPartPr>
              <p14:xfrm>
                <a:off x="6619478" y="3860856"/>
                <a:ext cx="10080" cy="103320"/>
              </p14:xfrm>
            </p:contentPart>
          </mc:Choice>
          <mc:Fallback>
            <p:pic>
              <p:nvPicPr>
                <p:cNvPr id="274" name="Ink 273">
                  <a:extLst>
                    <a:ext uri="{FF2B5EF4-FFF2-40B4-BE49-F238E27FC236}">
                      <a16:creationId xmlns:a16="http://schemas.microsoft.com/office/drawing/2014/main" id="{F9ED7950-AD01-A83C-FA38-B4F421408544}"/>
                    </a:ext>
                  </a:extLst>
                </p:cNvPr>
                <p:cNvPicPr/>
                <p:nvPr/>
              </p:nvPicPr>
              <p:blipFill>
                <a:blip r:embed="rId306"/>
                <a:stretch>
                  <a:fillRect/>
                </a:stretch>
              </p:blipFill>
              <p:spPr>
                <a:xfrm>
                  <a:off x="6615158" y="3856536"/>
                  <a:ext cx="18720" cy="111960"/>
                </a:xfrm>
                <a:prstGeom prst="rect">
                  <a:avLst/>
                </a:prstGeom>
              </p:spPr>
            </p:pic>
          </mc:Fallback>
        </mc:AlternateContent>
        <mc:AlternateContent xmlns:mc="http://schemas.openxmlformats.org/markup-compatibility/2006">
          <mc:Choice xmlns:p14="http://schemas.microsoft.com/office/powerpoint/2010/main" Requires="p14">
            <p:contentPart p14:bwMode="auto" r:id="rId307">
              <p14:nvContentPartPr>
                <p14:cNvPr id="275" name="Ink 274">
                  <a:extLst>
                    <a:ext uri="{FF2B5EF4-FFF2-40B4-BE49-F238E27FC236}">
                      <a16:creationId xmlns:a16="http://schemas.microsoft.com/office/drawing/2014/main" id="{1A8D1A87-EF14-A3C9-B4D6-516D2285BC75}"/>
                    </a:ext>
                  </a:extLst>
                </p14:cNvPr>
                <p14:cNvContentPartPr/>
                <p14:nvPr/>
              </p14:nvContentPartPr>
              <p14:xfrm>
                <a:off x="5895878" y="4342536"/>
                <a:ext cx="169560" cy="145800"/>
              </p14:xfrm>
            </p:contentPart>
          </mc:Choice>
          <mc:Fallback>
            <p:pic>
              <p:nvPicPr>
                <p:cNvPr id="275" name="Ink 274">
                  <a:extLst>
                    <a:ext uri="{FF2B5EF4-FFF2-40B4-BE49-F238E27FC236}">
                      <a16:creationId xmlns:a16="http://schemas.microsoft.com/office/drawing/2014/main" id="{1A8D1A87-EF14-A3C9-B4D6-516D2285BC75}"/>
                    </a:ext>
                  </a:extLst>
                </p:cNvPr>
                <p:cNvPicPr/>
                <p:nvPr/>
              </p:nvPicPr>
              <p:blipFill>
                <a:blip r:embed="rId308"/>
                <a:stretch>
                  <a:fillRect/>
                </a:stretch>
              </p:blipFill>
              <p:spPr>
                <a:xfrm>
                  <a:off x="5891558" y="4338216"/>
                  <a:ext cx="17820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309">
              <p14:nvContentPartPr>
                <p14:cNvPr id="276" name="Ink 275">
                  <a:extLst>
                    <a:ext uri="{FF2B5EF4-FFF2-40B4-BE49-F238E27FC236}">
                      <a16:creationId xmlns:a16="http://schemas.microsoft.com/office/drawing/2014/main" id="{08657275-DE91-1BB7-7006-B4E27A69370C}"/>
                    </a:ext>
                  </a:extLst>
                </p14:cNvPr>
                <p14:cNvContentPartPr/>
                <p14:nvPr/>
              </p14:nvContentPartPr>
              <p14:xfrm>
                <a:off x="6084158" y="4426416"/>
                <a:ext cx="170640" cy="105120"/>
              </p14:xfrm>
            </p:contentPart>
          </mc:Choice>
          <mc:Fallback>
            <p:pic>
              <p:nvPicPr>
                <p:cNvPr id="276" name="Ink 275">
                  <a:extLst>
                    <a:ext uri="{FF2B5EF4-FFF2-40B4-BE49-F238E27FC236}">
                      <a16:creationId xmlns:a16="http://schemas.microsoft.com/office/drawing/2014/main" id="{08657275-DE91-1BB7-7006-B4E27A69370C}"/>
                    </a:ext>
                  </a:extLst>
                </p:cNvPr>
                <p:cNvPicPr/>
                <p:nvPr/>
              </p:nvPicPr>
              <p:blipFill>
                <a:blip r:embed="rId310"/>
                <a:stretch>
                  <a:fillRect/>
                </a:stretch>
              </p:blipFill>
              <p:spPr>
                <a:xfrm>
                  <a:off x="6079838" y="4422096"/>
                  <a:ext cx="17928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311">
              <p14:nvContentPartPr>
                <p14:cNvPr id="277" name="Ink 276">
                  <a:extLst>
                    <a:ext uri="{FF2B5EF4-FFF2-40B4-BE49-F238E27FC236}">
                      <a16:creationId xmlns:a16="http://schemas.microsoft.com/office/drawing/2014/main" id="{D012C9F3-91BD-B577-7F17-AB0F7D1C5D2B}"/>
                    </a:ext>
                  </a:extLst>
                </p14:cNvPr>
                <p14:cNvContentPartPr/>
                <p14:nvPr/>
              </p14:nvContentPartPr>
              <p14:xfrm>
                <a:off x="6294398" y="4349376"/>
                <a:ext cx="178200" cy="59400"/>
              </p14:xfrm>
            </p:contentPart>
          </mc:Choice>
          <mc:Fallback>
            <p:pic>
              <p:nvPicPr>
                <p:cNvPr id="277" name="Ink 276">
                  <a:extLst>
                    <a:ext uri="{FF2B5EF4-FFF2-40B4-BE49-F238E27FC236}">
                      <a16:creationId xmlns:a16="http://schemas.microsoft.com/office/drawing/2014/main" id="{D012C9F3-91BD-B577-7F17-AB0F7D1C5D2B}"/>
                    </a:ext>
                  </a:extLst>
                </p:cNvPr>
                <p:cNvPicPr/>
                <p:nvPr/>
              </p:nvPicPr>
              <p:blipFill>
                <a:blip r:embed="rId312"/>
                <a:stretch>
                  <a:fillRect/>
                </a:stretch>
              </p:blipFill>
              <p:spPr>
                <a:xfrm>
                  <a:off x="6290078" y="4345056"/>
                  <a:ext cx="186840" cy="68040"/>
                </a:xfrm>
                <a:prstGeom prst="rect">
                  <a:avLst/>
                </a:prstGeom>
              </p:spPr>
            </p:pic>
          </mc:Fallback>
        </mc:AlternateContent>
        <mc:AlternateContent xmlns:mc="http://schemas.openxmlformats.org/markup-compatibility/2006">
          <mc:Choice xmlns:p14="http://schemas.microsoft.com/office/powerpoint/2010/main" Requires="p14">
            <p:contentPart p14:bwMode="auto" r:id="rId313">
              <p14:nvContentPartPr>
                <p14:cNvPr id="278" name="Ink 277">
                  <a:extLst>
                    <a:ext uri="{FF2B5EF4-FFF2-40B4-BE49-F238E27FC236}">
                      <a16:creationId xmlns:a16="http://schemas.microsoft.com/office/drawing/2014/main" id="{0A578A86-4CB2-D67D-6C67-99A863A62E9B}"/>
                    </a:ext>
                  </a:extLst>
                </p14:cNvPr>
                <p14:cNvContentPartPr/>
                <p14:nvPr/>
              </p14:nvContentPartPr>
              <p14:xfrm>
                <a:off x="6514718" y="4281336"/>
                <a:ext cx="163800" cy="215280"/>
              </p14:xfrm>
            </p:contentPart>
          </mc:Choice>
          <mc:Fallback>
            <p:pic>
              <p:nvPicPr>
                <p:cNvPr id="278" name="Ink 277">
                  <a:extLst>
                    <a:ext uri="{FF2B5EF4-FFF2-40B4-BE49-F238E27FC236}">
                      <a16:creationId xmlns:a16="http://schemas.microsoft.com/office/drawing/2014/main" id="{0A578A86-4CB2-D67D-6C67-99A863A62E9B}"/>
                    </a:ext>
                  </a:extLst>
                </p:cNvPr>
                <p:cNvPicPr/>
                <p:nvPr/>
              </p:nvPicPr>
              <p:blipFill>
                <a:blip r:embed="rId314"/>
                <a:stretch>
                  <a:fillRect/>
                </a:stretch>
              </p:blipFill>
              <p:spPr>
                <a:xfrm>
                  <a:off x="6510398" y="4277016"/>
                  <a:ext cx="17244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315">
              <p14:nvContentPartPr>
                <p14:cNvPr id="279" name="Ink 278">
                  <a:extLst>
                    <a:ext uri="{FF2B5EF4-FFF2-40B4-BE49-F238E27FC236}">
                      <a16:creationId xmlns:a16="http://schemas.microsoft.com/office/drawing/2014/main" id="{B02D5942-CC28-7748-5A13-00891C279B65}"/>
                    </a:ext>
                  </a:extLst>
                </p14:cNvPr>
                <p14:cNvContentPartPr/>
                <p14:nvPr/>
              </p14:nvContentPartPr>
              <p14:xfrm>
                <a:off x="6681398" y="4396536"/>
                <a:ext cx="183960" cy="90000"/>
              </p14:xfrm>
            </p:contentPart>
          </mc:Choice>
          <mc:Fallback>
            <p:pic>
              <p:nvPicPr>
                <p:cNvPr id="279" name="Ink 278">
                  <a:extLst>
                    <a:ext uri="{FF2B5EF4-FFF2-40B4-BE49-F238E27FC236}">
                      <a16:creationId xmlns:a16="http://schemas.microsoft.com/office/drawing/2014/main" id="{B02D5942-CC28-7748-5A13-00891C279B65}"/>
                    </a:ext>
                  </a:extLst>
                </p:cNvPr>
                <p:cNvPicPr/>
                <p:nvPr/>
              </p:nvPicPr>
              <p:blipFill>
                <a:blip r:embed="rId316"/>
                <a:stretch>
                  <a:fillRect/>
                </a:stretch>
              </p:blipFill>
              <p:spPr>
                <a:xfrm>
                  <a:off x="6677078" y="4392216"/>
                  <a:ext cx="19260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317">
              <p14:nvContentPartPr>
                <p14:cNvPr id="280" name="Ink 279">
                  <a:extLst>
                    <a:ext uri="{FF2B5EF4-FFF2-40B4-BE49-F238E27FC236}">
                      <a16:creationId xmlns:a16="http://schemas.microsoft.com/office/drawing/2014/main" id="{48FBAA8A-9A09-BD0C-58B2-28157A6A8325}"/>
                    </a:ext>
                  </a:extLst>
                </p14:cNvPr>
                <p14:cNvContentPartPr/>
                <p14:nvPr/>
              </p14:nvContentPartPr>
              <p14:xfrm>
                <a:off x="6625238" y="3617496"/>
                <a:ext cx="390960" cy="671040"/>
              </p14:xfrm>
            </p:contentPart>
          </mc:Choice>
          <mc:Fallback>
            <p:pic>
              <p:nvPicPr>
                <p:cNvPr id="280" name="Ink 279">
                  <a:extLst>
                    <a:ext uri="{FF2B5EF4-FFF2-40B4-BE49-F238E27FC236}">
                      <a16:creationId xmlns:a16="http://schemas.microsoft.com/office/drawing/2014/main" id="{48FBAA8A-9A09-BD0C-58B2-28157A6A8325}"/>
                    </a:ext>
                  </a:extLst>
                </p:cNvPr>
                <p:cNvPicPr/>
                <p:nvPr/>
              </p:nvPicPr>
              <p:blipFill>
                <a:blip r:embed="rId318"/>
                <a:stretch>
                  <a:fillRect/>
                </a:stretch>
              </p:blipFill>
              <p:spPr>
                <a:xfrm>
                  <a:off x="6620918" y="3613176"/>
                  <a:ext cx="399600" cy="679680"/>
                </a:xfrm>
                <a:prstGeom prst="rect">
                  <a:avLst/>
                </a:prstGeom>
              </p:spPr>
            </p:pic>
          </mc:Fallback>
        </mc:AlternateContent>
        <mc:AlternateContent xmlns:mc="http://schemas.openxmlformats.org/markup-compatibility/2006">
          <mc:Choice xmlns:p14="http://schemas.microsoft.com/office/powerpoint/2010/main" Requires="p14">
            <p:contentPart p14:bwMode="auto" r:id="rId319">
              <p14:nvContentPartPr>
                <p14:cNvPr id="299" name="Ink 298">
                  <a:extLst>
                    <a:ext uri="{FF2B5EF4-FFF2-40B4-BE49-F238E27FC236}">
                      <a16:creationId xmlns:a16="http://schemas.microsoft.com/office/drawing/2014/main" id="{EEF846BF-1D9A-079E-D50A-85458B821E46}"/>
                    </a:ext>
                  </a:extLst>
                </p14:cNvPr>
                <p14:cNvContentPartPr/>
                <p14:nvPr/>
              </p14:nvContentPartPr>
              <p14:xfrm>
                <a:off x="7720718" y="3694176"/>
                <a:ext cx="84600" cy="140760"/>
              </p14:xfrm>
            </p:contentPart>
          </mc:Choice>
          <mc:Fallback>
            <p:pic>
              <p:nvPicPr>
                <p:cNvPr id="299" name="Ink 298">
                  <a:extLst>
                    <a:ext uri="{FF2B5EF4-FFF2-40B4-BE49-F238E27FC236}">
                      <a16:creationId xmlns:a16="http://schemas.microsoft.com/office/drawing/2014/main" id="{EEF846BF-1D9A-079E-D50A-85458B821E46}"/>
                    </a:ext>
                  </a:extLst>
                </p:cNvPr>
                <p:cNvPicPr/>
                <p:nvPr/>
              </p:nvPicPr>
              <p:blipFill>
                <a:blip r:embed="rId320"/>
                <a:stretch>
                  <a:fillRect/>
                </a:stretch>
              </p:blipFill>
              <p:spPr>
                <a:xfrm>
                  <a:off x="7716398" y="3689856"/>
                  <a:ext cx="9324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321">
              <p14:nvContentPartPr>
                <p14:cNvPr id="300" name="Ink 299">
                  <a:extLst>
                    <a:ext uri="{FF2B5EF4-FFF2-40B4-BE49-F238E27FC236}">
                      <a16:creationId xmlns:a16="http://schemas.microsoft.com/office/drawing/2014/main" id="{F1C67C83-383A-5F85-CC16-A74F8D324203}"/>
                    </a:ext>
                  </a:extLst>
                </p14:cNvPr>
                <p14:cNvContentPartPr/>
                <p14:nvPr/>
              </p14:nvContentPartPr>
              <p14:xfrm>
                <a:off x="7830878" y="3836376"/>
                <a:ext cx="23040" cy="82080"/>
              </p14:xfrm>
            </p:contentPart>
          </mc:Choice>
          <mc:Fallback>
            <p:pic>
              <p:nvPicPr>
                <p:cNvPr id="300" name="Ink 299">
                  <a:extLst>
                    <a:ext uri="{FF2B5EF4-FFF2-40B4-BE49-F238E27FC236}">
                      <a16:creationId xmlns:a16="http://schemas.microsoft.com/office/drawing/2014/main" id="{F1C67C83-383A-5F85-CC16-A74F8D324203}"/>
                    </a:ext>
                  </a:extLst>
                </p:cNvPr>
                <p:cNvPicPr/>
                <p:nvPr/>
              </p:nvPicPr>
              <p:blipFill>
                <a:blip r:embed="rId322"/>
                <a:stretch>
                  <a:fillRect/>
                </a:stretch>
              </p:blipFill>
              <p:spPr>
                <a:xfrm>
                  <a:off x="7826558" y="3832056"/>
                  <a:ext cx="3168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323">
              <p14:nvContentPartPr>
                <p14:cNvPr id="301" name="Ink 300">
                  <a:extLst>
                    <a:ext uri="{FF2B5EF4-FFF2-40B4-BE49-F238E27FC236}">
                      <a16:creationId xmlns:a16="http://schemas.microsoft.com/office/drawing/2014/main" id="{3C91CF2A-9ADF-6155-EFD5-F703AAEFE45D}"/>
                    </a:ext>
                  </a:extLst>
                </p14:cNvPr>
                <p14:cNvContentPartPr/>
                <p14:nvPr/>
              </p14:nvContentPartPr>
              <p14:xfrm>
                <a:off x="7937438" y="3755376"/>
                <a:ext cx="122040" cy="24120"/>
              </p14:xfrm>
            </p:contentPart>
          </mc:Choice>
          <mc:Fallback>
            <p:pic>
              <p:nvPicPr>
                <p:cNvPr id="301" name="Ink 300">
                  <a:extLst>
                    <a:ext uri="{FF2B5EF4-FFF2-40B4-BE49-F238E27FC236}">
                      <a16:creationId xmlns:a16="http://schemas.microsoft.com/office/drawing/2014/main" id="{3C91CF2A-9ADF-6155-EFD5-F703AAEFE45D}"/>
                    </a:ext>
                  </a:extLst>
                </p:cNvPr>
                <p:cNvPicPr/>
                <p:nvPr/>
              </p:nvPicPr>
              <p:blipFill>
                <a:blip r:embed="rId324"/>
                <a:stretch>
                  <a:fillRect/>
                </a:stretch>
              </p:blipFill>
              <p:spPr>
                <a:xfrm>
                  <a:off x="7933118" y="3751056"/>
                  <a:ext cx="13068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325">
              <p14:nvContentPartPr>
                <p14:cNvPr id="302" name="Ink 301">
                  <a:extLst>
                    <a:ext uri="{FF2B5EF4-FFF2-40B4-BE49-F238E27FC236}">
                      <a16:creationId xmlns:a16="http://schemas.microsoft.com/office/drawing/2014/main" id="{C3CBBFE9-402E-26B3-7506-CC3A98456107}"/>
                    </a:ext>
                  </a:extLst>
                </p14:cNvPr>
                <p14:cNvContentPartPr/>
                <p14:nvPr/>
              </p14:nvContentPartPr>
              <p14:xfrm>
                <a:off x="8167838" y="3682656"/>
                <a:ext cx="128880" cy="200520"/>
              </p14:xfrm>
            </p:contentPart>
          </mc:Choice>
          <mc:Fallback>
            <p:pic>
              <p:nvPicPr>
                <p:cNvPr id="302" name="Ink 301">
                  <a:extLst>
                    <a:ext uri="{FF2B5EF4-FFF2-40B4-BE49-F238E27FC236}">
                      <a16:creationId xmlns:a16="http://schemas.microsoft.com/office/drawing/2014/main" id="{C3CBBFE9-402E-26B3-7506-CC3A98456107}"/>
                    </a:ext>
                  </a:extLst>
                </p:cNvPr>
                <p:cNvPicPr/>
                <p:nvPr/>
              </p:nvPicPr>
              <p:blipFill>
                <a:blip r:embed="rId326"/>
                <a:stretch>
                  <a:fillRect/>
                </a:stretch>
              </p:blipFill>
              <p:spPr>
                <a:xfrm>
                  <a:off x="8163518" y="3678336"/>
                  <a:ext cx="13752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327">
              <p14:nvContentPartPr>
                <p14:cNvPr id="303" name="Ink 302">
                  <a:extLst>
                    <a:ext uri="{FF2B5EF4-FFF2-40B4-BE49-F238E27FC236}">
                      <a16:creationId xmlns:a16="http://schemas.microsoft.com/office/drawing/2014/main" id="{57410B73-4495-0068-FAC8-1713C31AC31B}"/>
                    </a:ext>
                  </a:extLst>
                </p14:cNvPr>
                <p14:cNvContentPartPr/>
                <p14:nvPr/>
              </p14:nvContentPartPr>
              <p14:xfrm>
                <a:off x="8328038" y="3814056"/>
                <a:ext cx="13680" cy="72720"/>
              </p14:xfrm>
            </p:contentPart>
          </mc:Choice>
          <mc:Fallback>
            <p:pic>
              <p:nvPicPr>
                <p:cNvPr id="303" name="Ink 302">
                  <a:extLst>
                    <a:ext uri="{FF2B5EF4-FFF2-40B4-BE49-F238E27FC236}">
                      <a16:creationId xmlns:a16="http://schemas.microsoft.com/office/drawing/2014/main" id="{57410B73-4495-0068-FAC8-1713C31AC31B}"/>
                    </a:ext>
                  </a:extLst>
                </p:cNvPr>
                <p:cNvPicPr/>
                <p:nvPr/>
              </p:nvPicPr>
              <p:blipFill>
                <a:blip r:embed="rId328"/>
                <a:stretch>
                  <a:fillRect/>
                </a:stretch>
              </p:blipFill>
              <p:spPr>
                <a:xfrm>
                  <a:off x="8323718" y="3809736"/>
                  <a:ext cx="22320" cy="81360"/>
                </a:xfrm>
                <a:prstGeom prst="rect">
                  <a:avLst/>
                </a:prstGeom>
              </p:spPr>
            </p:pic>
          </mc:Fallback>
        </mc:AlternateContent>
        <mc:AlternateContent xmlns:mc="http://schemas.openxmlformats.org/markup-compatibility/2006">
          <mc:Choice xmlns:p14="http://schemas.microsoft.com/office/powerpoint/2010/main" Requires="p14">
            <p:contentPart p14:bwMode="auto" r:id="rId329">
              <p14:nvContentPartPr>
                <p14:cNvPr id="304" name="Ink 303">
                  <a:extLst>
                    <a:ext uri="{FF2B5EF4-FFF2-40B4-BE49-F238E27FC236}">
                      <a16:creationId xmlns:a16="http://schemas.microsoft.com/office/drawing/2014/main" id="{0C9D5609-D75E-FD55-EC1D-9CE1065FBACB}"/>
                    </a:ext>
                  </a:extLst>
                </p14:cNvPr>
                <p14:cNvContentPartPr/>
                <p14:nvPr/>
              </p14:nvContentPartPr>
              <p14:xfrm>
                <a:off x="8393558" y="3676896"/>
                <a:ext cx="96480" cy="234000"/>
              </p14:xfrm>
            </p:contentPart>
          </mc:Choice>
          <mc:Fallback>
            <p:pic>
              <p:nvPicPr>
                <p:cNvPr id="304" name="Ink 303">
                  <a:extLst>
                    <a:ext uri="{FF2B5EF4-FFF2-40B4-BE49-F238E27FC236}">
                      <a16:creationId xmlns:a16="http://schemas.microsoft.com/office/drawing/2014/main" id="{0C9D5609-D75E-FD55-EC1D-9CE1065FBACB}"/>
                    </a:ext>
                  </a:extLst>
                </p:cNvPr>
                <p:cNvPicPr/>
                <p:nvPr/>
              </p:nvPicPr>
              <p:blipFill>
                <a:blip r:embed="rId330"/>
                <a:stretch>
                  <a:fillRect/>
                </a:stretch>
              </p:blipFill>
              <p:spPr>
                <a:xfrm>
                  <a:off x="8389238" y="3672576"/>
                  <a:ext cx="105120" cy="242640"/>
                </a:xfrm>
                <a:prstGeom prst="rect">
                  <a:avLst/>
                </a:prstGeom>
              </p:spPr>
            </p:pic>
          </mc:Fallback>
        </mc:AlternateContent>
        <mc:AlternateContent xmlns:mc="http://schemas.openxmlformats.org/markup-compatibility/2006">
          <mc:Choice xmlns:p14="http://schemas.microsoft.com/office/powerpoint/2010/main" Requires="p14">
            <p:contentPart p14:bwMode="auto" r:id="rId331">
              <p14:nvContentPartPr>
                <p14:cNvPr id="305" name="Ink 304">
                  <a:extLst>
                    <a:ext uri="{FF2B5EF4-FFF2-40B4-BE49-F238E27FC236}">
                      <a16:creationId xmlns:a16="http://schemas.microsoft.com/office/drawing/2014/main" id="{6A393222-BB0F-AA3A-4C3F-276C58C2F9CA}"/>
                    </a:ext>
                  </a:extLst>
                </p14:cNvPr>
                <p14:cNvContentPartPr/>
                <p14:nvPr/>
              </p14:nvContentPartPr>
              <p14:xfrm>
                <a:off x="7532438" y="3608856"/>
                <a:ext cx="136440" cy="365040"/>
              </p14:xfrm>
            </p:contentPart>
          </mc:Choice>
          <mc:Fallback>
            <p:pic>
              <p:nvPicPr>
                <p:cNvPr id="305" name="Ink 304">
                  <a:extLst>
                    <a:ext uri="{FF2B5EF4-FFF2-40B4-BE49-F238E27FC236}">
                      <a16:creationId xmlns:a16="http://schemas.microsoft.com/office/drawing/2014/main" id="{6A393222-BB0F-AA3A-4C3F-276C58C2F9CA}"/>
                    </a:ext>
                  </a:extLst>
                </p:cNvPr>
                <p:cNvPicPr/>
                <p:nvPr/>
              </p:nvPicPr>
              <p:blipFill>
                <a:blip r:embed="rId332"/>
                <a:stretch>
                  <a:fillRect/>
                </a:stretch>
              </p:blipFill>
              <p:spPr>
                <a:xfrm>
                  <a:off x="7528118" y="3604536"/>
                  <a:ext cx="145080" cy="373680"/>
                </a:xfrm>
                <a:prstGeom prst="rect">
                  <a:avLst/>
                </a:prstGeom>
              </p:spPr>
            </p:pic>
          </mc:Fallback>
        </mc:AlternateContent>
        <mc:AlternateContent xmlns:mc="http://schemas.openxmlformats.org/markup-compatibility/2006">
          <mc:Choice xmlns:p14="http://schemas.microsoft.com/office/powerpoint/2010/main" Requires="p14">
            <p:contentPart p14:bwMode="auto" r:id="rId333">
              <p14:nvContentPartPr>
                <p14:cNvPr id="306" name="Ink 305">
                  <a:extLst>
                    <a:ext uri="{FF2B5EF4-FFF2-40B4-BE49-F238E27FC236}">
                      <a16:creationId xmlns:a16="http://schemas.microsoft.com/office/drawing/2014/main" id="{0AA9B4DA-65DF-BDE4-9C6D-F4566ECFDC66}"/>
                    </a:ext>
                  </a:extLst>
                </p14:cNvPr>
                <p14:cNvContentPartPr/>
                <p14:nvPr/>
              </p14:nvContentPartPr>
              <p14:xfrm>
                <a:off x="8571758" y="3789216"/>
                <a:ext cx="105120" cy="3960"/>
              </p14:xfrm>
            </p:contentPart>
          </mc:Choice>
          <mc:Fallback>
            <p:pic>
              <p:nvPicPr>
                <p:cNvPr id="306" name="Ink 305">
                  <a:extLst>
                    <a:ext uri="{FF2B5EF4-FFF2-40B4-BE49-F238E27FC236}">
                      <a16:creationId xmlns:a16="http://schemas.microsoft.com/office/drawing/2014/main" id="{0AA9B4DA-65DF-BDE4-9C6D-F4566ECFDC66}"/>
                    </a:ext>
                  </a:extLst>
                </p:cNvPr>
                <p:cNvPicPr/>
                <p:nvPr/>
              </p:nvPicPr>
              <p:blipFill>
                <a:blip r:embed="rId334"/>
                <a:stretch>
                  <a:fillRect/>
                </a:stretch>
              </p:blipFill>
              <p:spPr>
                <a:xfrm>
                  <a:off x="8567438" y="3784896"/>
                  <a:ext cx="11376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335">
              <p14:nvContentPartPr>
                <p14:cNvPr id="307" name="Ink 306">
                  <a:extLst>
                    <a:ext uri="{FF2B5EF4-FFF2-40B4-BE49-F238E27FC236}">
                      <a16:creationId xmlns:a16="http://schemas.microsoft.com/office/drawing/2014/main" id="{B8240F99-CD30-90D8-7C54-E7F3AF529B5C}"/>
                    </a:ext>
                  </a:extLst>
                </p14:cNvPr>
                <p14:cNvContentPartPr/>
                <p14:nvPr/>
              </p14:nvContentPartPr>
              <p14:xfrm>
                <a:off x="8636558" y="3744936"/>
                <a:ext cx="16560" cy="143640"/>
              </p14:xfrm>
            </p:contentPart>
          </mc:Choice>
          <mc:Fallback>
            <p:pic>
              <p:nvPicPr>
                <p:cNvPr id="307" name="Ink 306">
                  <a:extLst>
                    <a:ext uri="{FF2B5EF4-FFF2-40B4-BE49-F238E27FC236}">
                      <a16:creationId xmlns:a16="http://schemas.microsoft.com/office/drawing/2014/main" id="{B8240F99-CD30-90D8-7C54-E7F3AF529B5C}"/>
                    </a:ext>
                  </a:extLst>
                </p:cNvPr>
                <p:cNvPicPr/>
                <p:nvPr/>
              </p:nvPicPr>
              <p:blipFill>
                <a:blip r:embed="rId336"/>
                <a:stretch>
                  <a:fillRect/>
                </a:stretch>
              </p:blipFill>
              <p:spPr>
                <a:xfrm>
                  <a:off x="8632238" y="3740616"/>
                  <a:ext cx="2520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337">
              <p14:nvContentPartPr>
                <p14:cNvPr id="308" name="Ink 307">
                  <a:extLst>
                    <a:ext uri="{FF2B5EF4-FFF2-40B4-BE49-F238E27FC236}">
                      <a16:creationId xmlns:a16="http://schemas.microsoft.com/office/drawing/2014/main" id="{99BA1813-D0EE-7B1E-4350-B9E9F7326755}"/>
                    </a:ext>
                  </a:extLst>
                </p14:cNvPr>
                <p14:cNvContentPartPr/>
                <p14:nvPr/>
              </p14:nvContentPartPr>
              <p14:xfrm>
                <a:off x="8796758" y="3671136"/>
                <a:ext cx="53280" cy="156960"/>
              </p14:xfrm>
            </p:contentPart>
          </mc:Choice>
          <mc:Fallback>
            <p:pic>
              <p:nvPicPr>
                <p:cNvPr id="308" name="Ink 307">
                  <a:extLst>
                    <a:ext uri="{FF2B5EF4-FFF2-40B4-BE49-F238E27FC236}">
                      <a16:creationId xmlns:a16="http://schemas.microsoft.com/office/drawing/2014/main" id="{99BA1813-D0EE-7B1E-4350-B9E9F7326755}"/>
                    </a:ext>
                  </a:extLst>
                </p:cNvPr>
                <p:cNvPicPr/>
                <p:nvPr/>
              </p:nvPicPr>
              <p:blipFill>
                <a:blip r:embed="rId338"/>
                <a:stretch>
                  <a:fillRect/>
                </a:stretch>
              </p:blipFill>
              <p:spPr>
                <a:xfrm>
                  <a:off x="8792438" y="3666816"/>
                  <a:ext cx="6192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339">
              <p14:nvContentPartPr>
                <p14:cNvPr id="309" name="Ink 308">
                  <a:extLst>
                    <a:ext uri="{FF2B5EF4-FFF2-40B4-BE49-F238E27FC236}">
                      <a16:creationId xmlns:a16="http://schemas.microsoft.com/office/drawing/2014/main" id="{21F0E590-C2DE-C9EF-D354-766A7EA77583}"/>
                    </a:ext>
                  </a:extLst>
                </p14:cNvPr>
                <p14:cNvContentPartPr/>
                <p14:nvPr/>
              </p14:nvContentPartPr>
              <p14:xfrm>
                <a:off x="8880638" y="3697776"/>
                <a:ext cx="119880" cy="106200"/>
              </p14:xfrm>
            </p:contentPart>
          </mc:Choice>
          <mc:Fallback>
            <p:pic>
              <p:nvPicPr>
                <p:cNvPr id="309" name="Ink 308">
                  <a:extLst>
                    <a:ext uri="{FF2B5EF4-FFF2-40B4-BE49-F238E27FC236}">
                      <a16:creationId xmlns:a16="http://schemas.microsoft.com/office/drawing/2014/main" id="{21F0E590-C2DE-C9EF-D354-766A7EA77583}"/>
                    </a:ext>
                  </a:extLst>
                </p:cNvPr>
                <p:cNvPicPr/>
                <p:nvPr/>
              </p:nvPicPr>
              <p:blipFill>
                <a:blip r:embed="rId340"/>
                <a:stretch>
                  <a:fillRect/>
                </a:stretch>
              </p:blipFill>
              <p:spPr>
                <a:xfrm>
                  <a:off x="8876318" y="3693456"/>
                  <a:ext cx="12852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341">
              <p14:nvContentPartPr>
                <p14:cNvPr id="310" name="Ink 309">
                  <a:extLst>
                    <a:ext uri="{FF2B5EF4-FFF2-40B4-BE49-F238E27FC236}">
                      <a16:creationId xmlns:a16="http://schemas.microsoft.com/office/drawing/2014/main" id="{A9BD8A98-3264-1E25-A846-5C61EA8EF6FA}"/>
                    </a:ext>
                  </a:extLst>
                </p14:cNvPr>
                <p14:cNvContentPartPr/>
                <p14:nvPr/>
              </p14:nvContentPartPr>
              <p14:xfrm>
                <a:off x="9037238" y="3801096"/>
                <a:ext cx="97560" cy="65160"/>
              </p14:xfrm>
            </p:contentPart>
          </mc:Choice>
          <mc:Fallback>
            <p:pic>
              <p:nvPicPr>
                <p:cNvPr id="310" name="Ink 309">
                  <a:extLst>
                    <a:ext uri="{FF2B5EF4-FFF2-40B4-BE49-F238E27FC236}">
                      <a16:creationId xmlns:a16="http://schemas.microsoft.com/office/drawing/2014/main" id="{A9BD8A98-3264-1E25-A846-5C61EA8EF6FA}"/>
                    </a:ext>
                  </a:extLst>
                </p:cNvPr>
                <p:cNvPicPr/>
                <p:nvPr/>
              </p:nvPicPr>
              <p:blipFill>
                <a:blip r:embed="rId342"/>
                <a:stretch>
                  <a:fillRect/>
                </a:stretch>
              </p:blipFill>
              <p:spPr>
                <a:xfrm>
                  <a:off x="9032918" y="3796776"/>
                  <a:ext cx="10620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343">
              <p14:nvContentPartPr>
                <p14:cNvPr id="311" name="Ink 310">
                  <a:extLst>
                    <a:ext uri="{FF2B5EF4-FFF2-40B4-BE49-F238E27FC236}">
                      <a16:creationId xmlns:a16="http://schemas.microsoft.com/office/drawing/2014/main" id="{329EED01-D43F-B700-92C5-E22221BE183F}"/>
                    </a:ext>
                  </a:extLst>
                </p14:cNvPr>
                <p14:cNvContentPartPr/>
                <p14:nvPr/>
              </p14:nvContentPartPr>
              <p14:xfrm>
                <a:off x="9139118" y="3757896"/>
                <a:ext cx="90360" cy="10440"/>
              </p14:xfrm>
            </p:contentPart>
          </mc:Choice>
          <mc:Fallback>
            <p:pic>
              <p:nvPicPr>
                <p:cNvPr id="311" name="Ink 310">
                  <a:extLst>
                    <a:ext uri="{FF2B5EF4-FFF2-40B4-BE49-F238E27FC236}">
                      <a16:creationId xmlns:a16="http://schemas.microsoft.com/office/drawing/2014/main" id="{329EED01-D43F-B700-92C5-E22221BE183F}"/>
                    </a:ext>
                  </a:extLst>
                </p:cNvPr>
                <p:cNvPicPr/>
                <p:nvPr/>
              </p:nvPicPr>
              <p:blipFill>
                <a:blip r:embed="rId344"/>
                <a:stretch>
                  <a:fillRect/>
                </a:stretch>
              </p:blipFill>
              <p:spPr>
                <a:xfrm>
                  <a:off x="9134798" y="3753576"/>
                  <a:ext cx="9900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345">
              <p14:nvContentPartPr>
                <p14:cNvPr id="312" name="Ink 311">
                  <a:extLst>
                    <a:ext uri="{FF2B5EF4-FFF2-40B4-BE49-F238E27FC236}">
                      <a16:creationId xmlns:a16="http://schemas.microsoft.com/office/drawing/2014/main" id="{AC73E35D-DDAA-9241-7818-93DE9C07D7EA}"/>
                    </a:ext>
                  </a:extLst>
                </p14:cNvPr>
                <p14:cNvContentPartPr/>
                <p14:nvPr/>
              </p14:nvContentPartPr>
              <p14:xfrm>
                <a:off x="9279878" y="3672936"/>
                <a:ext cx="155880" cy="157680"/>
              </p14:xfrm>
            </p:contentPart>
          </mc:Choice>
          <mc:Fallback>
            <p:pic>
              <p:nvPicPr>
                <p:cNvPr id="312" name="Ink 311">
                  <a:extLst>
                    <a:ext uri="{FF2B5EF4-FFF2-40B4-BE49-F238E27FC236}">
                      <a16:creationId xmlns:a16="http://schemas.microsoft.com/office/drawing/2014/main" id="{AC73E35D-DDAA-9241-7818-93DE9C07D7EA}"/>
                    </a:ext>
                  </a:extLst>
                </p:cNvPr>
                <p:cNvPicPr/>
                <p:nvPr/>
              </p:nvPicPr>
              <p:blipFill>
                <a:blip r:embed="rId346"/>
                <a:stretch>
                  <a:fillRect/>
                </a:stretch>
              </p:blipFill>
              <p:spPr>
                <a:xfrm>
                  <a:off x="9275558" y="3668616"/>
                  <a:ext cx="16452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347">
              <p14:nvContentPartPr>
                <p14:cNvPr id="313" name="Ink 312">
                  <a:extLst>
                    <a:ext uri="{FF2B5EF4-FFF2-40B4-BE49-F238E27FC236}">
                      <a16:creationId xmlns:a16="http://schemas.microsoft.com/office/drawing/2014/main" id="{840F21F6-BC05-49DE-63F2-FECEA252E026}"/>
                    </a:ext>
                  </a:extLst>
                </p14:cNvPr>
                <p14:cNvContentPartPr/>
                <p14:nvPr/>
              </p14:nvContentPartPr>
              <p14:xfrm>
                <a:off x="9459518" y="3788856"/>
                <a:ext cx="123840" cy="88920"/>
              </p14:xfrm>
            </p:contentPart>
          </mc:Choice>
          <mc:Fallback>
            <p:pic>
              <p:nvPicPr>
                <p:cNvPr id="313" name="Ink 312">
                  <a:extLst>
                    <a:ext uri="{FF2B5EF4-FFF2-40B4-BE49-F238E27FC236}">
                      <a16:creationId xmlns:a16="http://schemas.microsoft.com/office/drawing/2014/main" id="{840F21F6-BC05-49DE-63F2-FECEA252E026}"/>
                    </a:ext>
                  </a:extLst>
                </p:cNvPr>
                <p:cNvPicPr/>
                <p:nvPr/>
              </p:nvPicPr>
              <p:blipFill>
                <a:blip r:embed="rId348"/>
                <a:stretch>
                  <a:fillRect/>
                </a:stretch>
              </p:blipFill>
              <p:spPr>
                <a:xfrm>
                  <a:off x="9455198" y="3784536"/>
                  <a:ext cx="132480" cy="97560"/>
                </a:xfrm>
                <a:prstGeom prst="rect">
                  <a:avLst/>
                </a:prstGeom>
              </p:spPr>
            </p:pic>
          </mc:Fallback>
        </mc:AlternateContent>
        <mc:AlternateContent xmlns:mc="http://schemas.openxmlformats.org/markup-compatibility/2006">
          <mc:Choice xmlns:p14="http://schemas.microsoft.com/office/powerpoint/2010/main" Requires="p14">
            <p:contentPart p14:bwMode="auto" r:id="rId349">
              <p14:nvContentPartPr>
                <p14:cNvPr id="314" name="Ink 313">
                  <a:extLst>
                    <a:ext uri="{FF2B5EF4-FFF2-40B4-BE49-F238E27FC236}">
                      <a16:creationId xmlns:a16="http://schemas.microsoft.com/office/drawing/2014/main" id="{4E27D92D-16D4-601B-666D-A75FBF3B1314}"/>
                    </a:ext>
                  </a:extLst>
                </p14:cNvPr>
                <p14:cNvContentPartPr/>
                <p14:nvPr/>
              </p14:nvContentPartPr>
              <p14:xfrm>
                <a:off x="9592358" y="3602016"/>
                <a:ext cx="70560" cy="259560"/>
              </p14:xfrm>
            </p:contentPart>
          </mc:Choice>
          <mc:Fallback>
            <p:pic>
              <p:nvPicPr>
                <p:cNvPr id="314" name="Ink 313">
                  <a:extLst>
                    <a:ext uri="{FF2B5EF4-FFF2-40B4-BE49-F238E27FC236}">
                      <a16:creationId xmlns:a16="http://schemas.microsoft.com/office/drawing/2014/main" id="{4E27D92D-16D4-601B-666D-A75FBF3B1314}"/>
                    </a:ext>
                  </a:extLst>
                </p:cNvPr>
                <p:cNvPicPr/>
                <p:nvPr/>
              </p:nvPicPr>
              <p:blipFill>
                <a:blip r:embed="rId350"/>
                <a:stretch>
                  <a:fillRect/>
                </a:stretch>
              </p:blipFill>
              <p:spPr>
                <a:xfrm>
                  <a:off x="9588038" y="3597696"/>
                  <a:ext cx="79200" cy="268200"/>
                </a:xfrm>
                <a:prstGeom prst="rect">
                  <a:avLst/>
                </a:prstGeom>
              </p:spPr>
            </p:pic>
          </mc:Fallback>
        </mc:AlternateContent>
        <mc:AlternateContent xmlns:mc="http://schemas.openxmlformats.org/markup-compatibility/2006">
          <mc:Choice xmlns:p14="http://schemas.microsoft.com/office/powerpoint/2010/main" Requires="p14">
            <p:contentPart p14:bwMode="auto" r:id="rId351">
              <p14:nvContentPartPr>
                <p14:cNvPr id="316" name="Ink 315">
                  <a:extLst>
                    <a:ext uri="{FF2B5EF4-FFF2-40B4-BE49-F238E27FC236}">
                      <a16:creationId xmlns:a16="http://schemas.microsoft.com/office/drawing/2014/main" id="{05D313A1-3AF2-73C8-E8D0-C4639E3A555A}"/>
                    </a:ext>
                  </a:extLst>
                </p14:cNvPr>
                <p14:cNvContentPartPr/>
                <p14:nvPr/>
              </p14:nvContentPartPr>
              <p14:xfrm>
                <a:off x="9605318" y="3530376"/>
                <a:ext cx="220680" cy="484560"/>
              </p14:xfrm>
            </p:contentPart>
          </mc:Choice>
          <mc:Fallback>
            <p:pic>
              <p:nvPicPr>
                <p:cNvPr id="316" name="Ink 315">
                  <a:extLst>
                    <a:ext uri="{FF2B5EF4-FFF2-40B4-BE49-F238E27FC236}">
                      <a16:creationId xmlns:a16="http://schemas.microsoft.com/office/drawing/2014/main" id="{05D313A1-3AF2-73C8-E8D0-C4639E3A555A}"/>
                    </a:ext>
                  </a:extLst>
                </p:cNvPr>
                <p:cNvPicPr/>
                <p:nvPr/>
              </p:nvPicPr>
              <p:blipFill>
                <a:blip r:embed="rId352"/>
                <a:stretch>
                  <a:fillRect/>
                </a:stretch>
              </p:blipFill>
              <p:spPr>
                <a:xfrm>
                  <a:off x="9600998" y="3526056"/>
                  <a:ext cx="229320" cy="493200"/>
                </a:xfrm>
                <a:prstGeom prst="rect">
                  <a:avLst/>
                </a:prstGeom>
              </p:spPr>
            </p:pic>
          </mc:Fallback>
        </mc:AlternateContent>
        <mc:AlternateContent xmlns:mc="http://schemas.openxmlformats.org/markup-compatibility/2006">
          <mc:Choice xmlns:p14="http://schemas.microsoft.com/office/powerpoint/2010/main" Requires="p14">
            <p:contentPart p14:bwMode="auto" r:id="rId353">
              <p14:nvContentPartPr>
                <p14:cNvPr id="317" name="Ink 316">
                  <a:extLst>
                    <a:ext uri="{FF2B5EF4-FFF2-40B4-BE49-F238E27FC236}">
                      <a16:creationId xmlns:a16="http://schemas.microsoft.com/office/drawing/2014/main" id="{E5285069-5DFD-F7BF-2EEB-B5EA53130FA5}"/>
                    </a:ext>
                  </a:extLst>
                </p14:cNvPr>
                <p14:cNvContentPartPr/>
                <p14:nvPr/>
              </p14:nvContentPartPr>
              <p14:xfrm>
                <a:off x="7346678" y="3581496"/>
                <a:ext cx="249480" cy="524160"/>
              </p14:xfrm>
            </p:contentPart>
          </mc:Choice>
          <mc:Fallback>
            <p:pic>
              <p:nvPicPr>
                <p:cNvPr id="317" name="Ink 316">
                  <a:extLst>
                    <a:ext uri="{FF2B5EF4-FFF2-40B4-BE49-F238E27FC236}">
                      <a16:creationId xmlns:a16="http://schemas.microsoft.com/office/drawing/2014/main" id="{E5285069-5DFD-F7BF-2EEB-B5EA53130FA5}"/>
                    </a:ext>
                  </a:extLst>
                </p:cNvPr>
                <p:cNvPicPr/>
                <p:nvPr/>
              </p:nvPicPr>
              <p:blipFill>
                <a:blip r:embed="rId354"/>
                <a:stretch>
                  <a:fillRect/>
                </a:stretch>
              </p:blipFill>
              <p:spPr>
                <a:xfrm>
                  <a:off x="7342358" y="3577176"/>
                  <a:ext cx="258120" cy="532800"/>
                </a:xfrm>
                <a:prstGeom prst="rect">
                  <a:avLst/>
                </a:prstGeom>
              </p:spPr>
            </p:pic>
          </mc:Fallback>
        </mc:AlternateContent>
        <mc:AlternateContent xmlns:mc="http://schemas.openxmlformats.org/markup-compatibility/2006">
          <mc:Choice xmlns:p14="http://schemas.microsoft.com/office/powerpoint/2010/main" Requires="p14">
            <p:contentPart p14:bwMode="auto" r:id="rId355">
              <p14:nvContentPartPr>
                <p14:cNvPr id="318" name="Ink 317">
                  <a:extLst>
                    <a:ext uri="{FF2B5EF4-FFF2-40B4-BE49-F238E27FC236}">
                      <a16:creationId xmlns:a16="http://schemas.microsoft.com/office/drawing/2014/main" id="{20C6E569-E239-45A3-00DF-8469C009C93F}"/>
                    </a:ext>
                  </a:extLst>
                </p14:cNvPr>
                <p14:cNvContentPartPr/>
                <p14:nvPr/>
              </p14:nvContentPartPr>
              <p14:xfrm>
                <a:off x="7042118" y="3940056"/>
                <a:ext cx="99000" cy="720"/>
              </p14:xfrm>
            </p:contentPart>
          </mc:Choice>
          <mc:Fallback>
            <p:pic>
              <p:nvPicPr>
                <p:cNvPr id="318" name="Ink 317">
                  <a:extLst>
                    <a:ext uri="{FF2B5EF4-FFF2-40B4-BE49-F238E27FC236}">
                      <a16:creationId xmlns:a16="http://schemas.microsoft.com/office/drawing/2014/main" id="{20C6E569-E239-45A3-00DF-8469C009C93F}"/>
                    </a:ext>
                  </a:extLst>
                </p:cNvPr>
                <p:cNvPicPr/>
                <p:nvPr/>
              </p:nvPicPr>
              <p:blipFill>
                <a:blip r:embed="rId356"/>
                <a:stretch>
                  <a:fillRect/>
                </a:stretch>
              </p:blipFill>
              <p:spPr>
                <a:xfrm>
                  <a:off x="7037798" y="3935736"/>
                  <a:ext cx="107640" cy="9360"/>
                </a:xfrm>
                <a:prstGeom prst="rect">
                  <a:avLst/>
                </a:prstGeom>
              </p:spPr>
            </p:pic>
          </mc:Fallback>
        </mc:AlternateContent>
        <mc:AlternateContent xmlns:mc="http://schemas.openxmlformats.org/markup-compatibility/2006">
          <mc:Choice xmlns:p14="http://schemas.microsoft.com/office/powerpoint/2010/main" Requires="p14">
            <p:contentPart p14:bwMode="auto" r:id="rId357">
              <p14:nvContentPartPr>
                <p14:cNvPr id="319" name="Ink 318">
                  <a:extLst>
                    <a:ext uri="{FF2B5EF4-FFF2-40B4-BE49-F238E27FC236}">
                      <a16:creationId xmlns:a16="http://schemas.microsoft.com/office/drawing/2014/main" id="{F17233AF-91DC-FF07-6C44-29216DDEDB5C}"/>
                    </a:ext>
                  </a:extLst>
                </p14:cNvPr>
                <p14:cNvContentPartPr/>
                <p14:nvPr/>
              </p14:nvContentPartPr>
              <p14:xfrm>
                <a:off x="7061198" y="3993336"/>
                <a:ext cx="123120" cy="19440"/>
              </p14:xfrm>
            </p:contentPart>
          </mc:Choice>
          <mc:Fallback>
            <p:pic>
              <p:nvPicPr>
                <p:cNvPr id="319" name="Ink 318">
                  <a:extLst>
                    <a:ext uri="{FF2B5EF4-FFF2-40B4-BE49-F238E27FC236}">
                      <a16:creationId xmlns:a16="http://schemas.microsoft.com/office/drawing/2014/main" id="{F17233AF-91DC-FF07-6C44-29216DDEDB5C}"/>
                    </a:ext>
                  </a:extLst>
                </p:cNvPr>
                <p:cNvPicPr/>
                <p:nvPr/>
              </p:nvPicPr>
              <p:blipFill>
                <a:blip r:embed="rId358"/>
                <a:stretch>
                  <a:fillRect/>
                </a:stretch>
              </p:blipFill>
              <p:spPr>
                <a:xfrm>
                  <a:off x="7056878" y="3989016"/>
                  <a:ext cx="13176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359">
              <p14:nvContentPartPr>
                <p14:cNvPr id="328" name="Ink 327">
                  <a:extLst>
                    <a:ext uri="{FF2B5EF4-FFF2-40B4-BE49-F238E27FC236}">
                      <a16:creationId xmlns:a16="http://schemas.microsoft.com/office/drawing/2014/main" id="{53C6FB8A-E55F-79E2-F944-96BE142AE3CA}"/>
                    </a:ext>
                  </a:extLst>
                </p14:cNvPr>
                <p14:cNvContentPartPr/>
                <p14:nvPr/>
              </p14:nvContentPartPr>
              <p14:xfrm>
                <a:off x="9465278" y="4280256"/>
                <a:ext cx="173880" cy="9360"/>
              </p14:xfrm>
            </p:contentPart>
          </mc:Choice>
          <mc:Fallback>
            <p:pic>
              <p:nvPicPr>
                <p:cNvPr id="328" name="Ink 327">
                  <a:extLst>
                    <a:ext uri="{FF2B5EF4-FFF2-40B4-BE49-F238E27FC236}">
                      <a16:creationId xmlns:a16="http://schemas.microsoft.com/office/drawing/2014/main" id="{53C6FB8A-E55F-79E2-F944-96BE142AE3CA}"/>
                    </a:ext>
                  </a:extLst>
                </p:cNvPr>
                <p:cNvPicPr/>
                <p:nvPr/>
              </p:nvPicPr>
              <p:blipFill>
                <a:blip r:embed="rId360"/>
                <a:stretch>
                  <a:fillRect/>
                </a:stretch>
              </p:blipFill>
              <p:spPr>
                <a:xfrm>
                  <a:off x="9460958" y="4275936"/>
                  <a:ext cx="18252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61">
              <p14:nvContentPartPr>
                <p14:cNvPr id="329" name="Ink 328">
                  <a:extLst>
                    <a:ext uri="{FF2B5EF4-FFF2-40B4-BE49-F238E27FC236}">
                      <a16:creationId xmlns:a16="http://schemas.microsoft.com/office/drawing/2014/main" id="{94041F4A-C956-C053-B6E4-8CD1AE6E0861}"/>
                    </a:ext>
                  </a:extLst>
                </p14:cNvPr>
                <p14:cNvContentPartPr/>
                <p14:nvPr/>
              </p14:nvContentPartPr>
              <p14:xfrm>
                <a:off x="9537278" y="4211496"/>
                <a:ext cx="23040" cy="164880"/>
              </p14:xfrm>
            </p:contentPart>
          </mc:Choice>
          <mc:Fallback>
            <p:pic>
              <p:nvPicPr>
                <p:cNvPr id="329" name="Ink 328">
                  <a:extLst>
                    <a:ext uri="{FF2B5EF4-FFF2-40B4-BE49-F238E27FC236}">
                      <a16:creationId xmlns:a16="http://schemas.microsoft.com/office/drawing/2014/main" id="{94041F4A-C956-C053-B6E4-8CD1AE6E0861}"/>
                    </a:ext>
                  </a:extLst>
                </p:cNvPr>
                <p:cNvPicPr/>
                <p:nvPr/>
              </p:nvPicPr>
              <p:blipFill>
                <a:blip r:embed="rId362"/>
                <a:stretch>
                  <a:fillRect/>
                </a:stretch>
              </p:blipFill>
              <p:spPr>
                <a:xfrm>
                  <a:off x="9532958" y="4207176"/>
                  <a:ext cx="3168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363">
              <p14:nvContentPartPr>
                <p14:cNvPr id="330" name="Ink 329">
                  <a:extLst>
                    <a:ext uri="{FF2B5EF4-FFF2-40B4-BE49-F238E27FC236}">
                      <a16:creationId xmlns:a16="http://schemas.microsoft.com/office/drawing/2014/main" id="{96AC4010-2202-6E9E-97A8-E9D7398DBBB6}"/>
                    </a:ext>
                  </a:extLst>
                </p14:cNvPr>
                <p14:cNvContentPartPr/>
                <p14:nvPr/>
              </p14:nvContentPartPr>
              <p14:xfrm>
                <a:off x="9859118" y="4107456"/>
                <a:ext cx="172440" cy="354960"/>
              </p14:xfrm>
            </p:contentPart>
          </mc:Choice>
          <mc:Fallback>
            <p:pic>
              <p:nvPicPr>
                <p:cNvPr id="330" name="Ink 329">
                  <a:extLst>
                    <a:ext uri="{FF2B5EF4-FFF2-40B4-BE49-F238E27FC236}">
                      <a16:creationId xmlns:a16="http://schemas.microsoft.com/office/drawing/2014/main" id="{96AC4010-2202-6E9E-97A8-E9D7398DBBB6}"/>
                    </a:ext>
                  </a:extLst>
                </p:cNvPr>
                <p:cNvPicPr/>
                <p:nvPr/>
              </p:nvPicPr>
              <p:blipFill>
                <a:blip r:embed="rId364"/>
                <a:stretch>
                  <a:fillRect/>
                </a:stretch>
              </p:blipFill>
              <p:spPr>
                <a:xfrm>
                  <a:off x="9854798" y="4103136"/>
                  <a:ext cx="181080" cy="363600"/>
                </a:xfrm>
                <a:prstGeom prst="rect">
                  <a:avLst/>
                </a:prstGeom>
              </p:spPr>
            </p:pic>
          </mc:Fallback>
        </mc:AlternateContent>
        <mc:AlternateContent xmlns:mc="http://schemas.openxmlformats.org/markup-compatibility/2006">
          <mc:Choice xmlns:p14="http://schemas.microsoft.com/office/powerpoint/2010/main" Requires="p14">
            <p:contentPart p14:bwMode="auto" r:id="rId365">
              <p14:nvContentPartPr>
                <p14:cNvPr id="331" name="Ink 330">
                  <a:extLst>
                    <a:ext uri="{FF2B5EF4-FFF2-40B4-BE49-F238E27FC236}">
                      <a16:creationId xmlns:a16="http://schemas.microsoft.com/office/drawing/2014/main" id="{55D92E42-EE78-AB0C-2841-69E6FC29C9A4}"/>
                    </a:ext>
                  </a:extLst>
                </p14:cNvPr>
                <p14:cNvContentPartPr/>
                <p14:nvPr/>
              </p14:nvContentPartPr>
              <p14:xfrm>
                <a:off x="9959198" y="4213656"/>
                <a:ext cx="173160" cy="100440"/>
              </p14:xfrm>
            </p:contentPart>
          </mc:Choice>
          <mc:Fallback>
            <p:pic>
              <p:nvPicPr>
                <p:cNvPr id="331" name="Ink 330">
                  <a:extLst>
                    <a:ext uri="{FF2B5EF4-FFF2-40B4-BE49-F238E27FC236}">
                      <a16:creationId xmlns:a16="http://schemas.microsoft.com/office/drawing/2014/main" id="{55D92E42-EE78-AB0C-2841-69E6FC29C9A4}"/>
                    </a:ext>
                  </a:extLst>
                </p:cNvPr>
                <p:cNvPicPr/>
                <p:nvPr/>
              </p:nvPicPr>
              <p:blipFill>
                <a:blip r:embed="rId366"/>
                <a:stretch>
                  <a:fillRect/>
                </a:stretch>
              </p:blipFill>
              <p:spPr>
                <a:xfrm>
                  <a:off x="9954878" y="4209336"/>
                  <a:ext cx="18180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367">
              <p14:nvContentPartPr>
                <p14:cNvPr id="332" name="Ink 331">
                  <a:extLst>
                    <a:ext uri="{FF2B5EF4-FFF2-40B4-BE49-F238E27FC236}">
                      <a16:creationId xmlns:a16="http://schemas.microsoft.com/office/drawing/2014/main" id="{F028E22F-1833-1E12-913D-D5084DB3FD2D}"/>
                    </a:ext>
                  </a:extLst>
                </p14:cNvPr>
                <p14:cNvContentPartPr/>
                <p14:nvPr/>
              </p14:nvContentPartPr>
              <p14:xfrm>
                <a:off x="10146758" y="4307256"/>
                <a:ext cx="13320" cy="60840"/>
              </p14:xfrm>
            </p:contentPart>
          </mc:Choice>
          <mc:Fallback>
            <p:pic>
              <p:nvPicPr>
                <p:cNvPr id="332" name="Ink 331">
                  <a:extLst>
                    <a:ext uri="{FF2B5EF4-FFF2-40B4-BE49-F238E27FC236}">
                      <a16:creationId xmlns:a16="http://schemas.microsoft.com/office/drawing/2014/main" id="{F028E22F-1833-1E12-913D-D5084DB3FD2D}"/>
                    </a:ext>
                  </a:extLst>
                </p:cNvPr>
                <p:cNvPicPr/>
                <p:nvPr/>
              </p:nvPicPr>
              <p:blipFill>
                <a:blip r:embed="rId368"/>
                <a:stretch>
                  <a:fillRect/>
                </a:stretch>
              </p:blipFill>
              <p:spPr>
                <a:xfrm>
                  <a:off x="10142438" y="4302936"/>
                  <a:ext cx="21960" cy="69480"/>
                </a:xfrm>
                <a:prstGeom prst="rect">
                  <a:avLst/>
                </a:prstGeom>
              </p:spPr>
            </p:pic>
          </mc:Fallback>
        </mc:AlternateContent>
        <mc:AlternateContent xmlns:mc="http://schemas.openxmlformats.org/markup-compatibility/2006">
          <mc:Choice xmlns:p14="http://schemas.microsoft.com/office/powerpoint/2010/main" Requires="p14">
            <p:contentPart p14:bwMode="auto" r:id="rId369">
              <p14:nvContentPartPr>
                <p14:cNvPr id="333" name="Ink 332">
                  <a:extLst>
                    <a:ext uri="{FF2B5EF4-FFF2-40B4-BE49-F238E27FC236}">
                      <a16:creationId xmlns:a16="http://schemas.microsoft.com/office/drawing/2014/main" id="{A8E82F8C-F1D9-713E-4B4E-382FC3034862}"/>
                    </a:ext>
                  </a:extLst>
                </p14:cNvPr>
                <p14:cNvContentPartPr/>
                <p14:nvPr/>
              </p14:nvContentPartPr>
              <p14:xfrm>
                <a:off x="10187438" y="4220136"/>
                <a:ext cx="138240" cy="41760"/>
              </p14:xfrm>
            </p:contentPart>
          </mc:Choice>
          <mc:Fallback>
            <p:pic>
              <p:nvPicPr>
                <p:cNvPr id="333" name="Ink 332">
                  <a:extLst>
                    <a:ext uri="{FF2B5EF4-FFF2-40B4-BE49-F238E27FC236}">
                      <a16:creationId xmlns:a16="http://schemas.microsoft.com/office/drawing/2014/main" id="{A8E82F8C-F1D9-713E-4B4E-382FC3034862}"/>
                    </a:ext>
                  </a:extLst>
                </p:cNvPr>
                <p:cNvPicPr/>
                <p:nvPr/>
              </p:nvPicPr>
              <p:blipFill>
                <a:blip r:embed="rId370"/>
                <a:stretch>
                  <a:fillRect/>
                </a:stretch>
              </p:blipFill>
              <p:spPr>
                <a:xfrm>
                  <a:off x="10183118" y="4215816"/>
                  <a:ext cx="146880" cy="50400"/>
                </a:xfrm>
                <a:prstGeom prst="rect">
                  <a:avLst/>
                </a:prstGeom>
              </p:spPr>
            </p:pic>
          </mc:Fallback>
        </mc:AlternateContent>
        <mc:AlternateContent xmlns:mc="http://schemas.openxmlformats.org/markup-compatibility/2006">
          <mc:Choice xmlns:p14="http://schemas.microsoft.com/office/powerpoint/2010/main" Requires="p14">
            <p:contentPart p14:bwMode="auto" r:id="rId371">
              <p14:nvContentPartPr>
                <p14:cNvPr id="334" name="Ink 333">
                  <a:extLst>
                    <a:ext uri="{FF2B5EF4-FFF2-40B4-BE49-F238E27FC236}">
                      <a16:creationId xmlns:a16="http://schemas.microsoft.com/office/drawing/2014/main" id="{D162F181-F2C3-2B0D-354F-BE8467E34362}"/>
                    </a:ext>
                  </a:extLst>
                </p14:cNvPr>
                <p14:cNvContentPartPr/>
                <p14:nvPr/>
              </p14:nvContentPartPr>
              <p14:xfrm>
                <a:off x="10342598" y="4160016"/>
                <a:ext cx="125640" cy="144000"/>
              </p14:xfrm>
            </p:contentPart>
          </mc:Choice>
          <mc:Fallback>
            <p:pic>
              <p:nvPicPr>
                <p:cNvPr id="334" name="Ink 333">
                  <a:extLst>
                    <a:ext uri="{FF2B5EF4-FFF2-40B4-BE49-F238E27FC236}">
                      <a16:creationId xmlns:a16="http://schemas.microsoft.com/office/drawing/2014/main" id="{D162F181-F2C3-2B0D-354F-BE8467E34362}"/>
                    </a:ext>
                  </a:extLst>
                </p:cNvPr>
                <p:cNvPicPr/>
                <p:nvPr/>
              </p:nvPicPr>
              <p:blipFill>
                <a:blip r:embed="rId372"/>
                <a:stretch>
                  <a:fillRect/>
                </a:stretch>
              </p:blipFill>
              <p:spPr>
                <a:xfrm>
                  <a:off x="10338278" y="4155696"/>
                  <a:ext cx="13428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373">
              <p14:nvContentPartPr>
                <p14:cNvPr id="335" name="Ink 334">
                  <a:extLst>
                    <a:ext uri="{FF2B5EF4-FFF2-40B4-BE49-F238E27FC236}">
                      <a16:creationId xmlns:a16="http://schemas.microsoft.com/office/drawing/2014/main" id="{AB43D27C-FD0C-8A09-07D3-C2A9CB1744C1}"/>
                    </a:ext>
                  </a:extLst>
                </p14:cNvPr>
                <p14:cNvContentPartPr/>
                <p14:nvPr/>
              </p14:nvContentPartPr>
              <p14:xfrm>
                <a:off x="10495958" y="4285296"/>
                <a:ext cx="23400" cy="64800"/>
              </p14:xfrm>
            </p:contentPart>
          </mc:Choice>
          <mc:Fallback>
            <p:pic>
              <p:nvPicPr>
                <p:cNvPr id="335" name="Ink 334">
                  <a:extLst>
                    <a:ext uri="{FF2B5EF4-FFF2-40B4-BE49-F238E27FC236}">
                      <a16:creationId xmlns:a16="http://schemas.microsoft.com/office/drawing/2014/main" id="{AB43D27C-FD0C-8A09-07D3-C2A9CB1744C1}"/>
                    </a:ext>
                  </a:extLst>
                </p:cNvPr>
                <p:cNvPicPr/>
                <p:nvPr/>
              </p:nvPicPr>
              <p:blipFill>
                <a:blip r:embed="rId374"/>
                <a:stretch>
                  <a:fillRect/>
                </a:stretch>
              </p:blipFill>
              <p:spPr>
                <a:xfrm>
                  <a:off x="10491638" y="4280976"/>
                  <a:ext cx="32040" cy="73440"/>
                </a:xfrm>
                <a:prstGeom prst="rect">
                  <a:avLst/>
                </a:prstGeom>
              </p:spPr>
            </p:pic>
          </mc:Fallback>
        </mc:AlternateContent>
        <mc:AlternateContent xmlns:mc="http://schemas.openxmlformats.org/markup-compatibility/2006">
          <mc:Choice xmlns:p14="http://schemas.microsoft.com/office/powerpoint/2010/main" Requires="p14">
            <p:contentPart p14:bwMode="auto" r:id="rId375">
              <p14:nvContentPartPr>
                <p14:cNvPr id="336" name="Ink 335">
                  <a:extLst>
                    <a:ext uri="{FF2B5EF4-FFF2-40B4-BE49-F238E27FC236}">
                      <a16:creationId xmlns:a16="http://schemas.microsoft.com/office/drawing/2014/main" id="{3DE0B9C1-5555-907E-9D37-D4B005D3AEA3}"/>
                    </a:ext>
                  </a:extLst>
                </p14:cNvPr>
                <p14:cNvContentPartPr/>
                <p14:nvPr/>
              </p14:nvContentPartPr>
              <p14:xfrm>
                <a:off x="10497038" y="4089816"/>
                <a:ext cx="92880" cy="354600"/>
              </p14:xfrm>
            </p:contentPart>
          </mc:Choice>
          <mc:Fallback>
            <p:pic>
              <p:nvPicPr>
                <p:cNvPr id="336" name="Ink 335">
                  <a:extLst>
                    <a:ext uri="{FF2B5EF4-FFF2-40B4-BE49-F238E27FC236}">
                      <a16:creationId xmlns:a16="http://schemas.microsoft.com/office/drawing/2014/main" id="{3DE0B9C1-5555-907E-9D37-D4B005D3AEA3}"/>
                    </a:ext>
                  </a:extLst>
                </p:cNvPr>
                <p:cNvPicPr/>
                <p:nvPr/>
              </p:nvPicPr>
              <p:blipFill>
                <a:blip r:embed="rId376"/>
                <a:stretch>
                  <a:fillRect/>
                </a:stretch>
              </p:blipFill>
              <p:spPr>
                <a:xfrm>
                  <a:off x="10492718" y="4085496"/>
                  <a:ext cx="101520" cy="363240"/>
                </a:xfrm>
                <a:prstGeom prst="rect">
                  <a:avLst/>
                </a:prstGeom>
              </p:spPr>
            </p:pic>
          </mc:Fallback>
        </mc:AlternateContent>
        <mc:AlternateContent xmlns:mc="http://schemas.openxmlformats.org/markup-compatibility/2006">
          <mc:Choice xmlns:p14="http://schemas.microsoft.com/office/powerpoint/2010/main" Requires="p14">
            <p:contentPart p14:bwMode="auto" r:id="rId377">
              <p14:nvContentPartPr>
                <p14:cNvPr id="337" name="Ink 336">
                  <a:extLst>
                    <a:ext uri="{FF2B5EF4-FFF2-40B4-BE49-F238E27FC236}">
                      <a16:creationId xmlns:a16="http://schemas.microsoft.com/office/drawing/2014/main" id="{D6A871F1-B6E5-37E6-F707-0C267264837A}"/>
                    </a:ext>
                  </a:extLst>
                </p14:cNvPr>
                <p14:cNvContentPartPr/>
                <p14:nvPr/>
              </p14:nvContentPartPr>
              <p14:xfrm>
                <a:off x="10666598" y="4223376"/>
                <a:ext cx="133560" cy="32760"/>
              </p14:xfrm>
            </p:contentPart>
          </mc:Choice>
          <mc:Fallback>
            <p:pic>
              <p:nvPicPr>
                <p:cNvPr id="337" name="Ink 336">
                  <a:extLst>
                    <a:ext uri="{FF2B5EF4-FFF2-40B4-BE49-F238E27FC236}">
                      <a16:creationId xmlns:a16="http://schemas.microsoft.com/office/drawing/2014/main" id="{D6A871F1-B6E5-37E6-F707-0C267264837A}"/>
                    </a:ext>
                  </a:extLst>
                </p:cNvPr>
                <p:cNvPicPr/>
                <p:nvPr/>
              </p:nvPicPr>
              <p:blipFill>
                <a:blip r:embed="rId378"/>
                <a:stretch>
                  <a:fillRect/>
                </a:stretch>
              </p:blipFill>
              <p:spPr>
                <a:xfrm>
                  <a:off x="10662278" y="4219056"/>
                  <a:ext cx="14220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379">
              <p14:nvContentPartPr>
                <p14:cNvPr id="338" name="Ink 337">
                  <a:extLst>
                    <a:ext uri="{FF2B5EF4-FFF2-40B4-BE49-F238E27FC236}">
                      <a16:creationId xmlns:a16="http://schemas.microsoft.com/office/drawing/2014/main" id="{FD434355-594A-357F-D909-AA2B90D3733B}"/>
                    </a:ext>
                  </a:extLst>
                </p14:cNvPr>
                <p14:cNvContentPartPr/>
                <p14:nvPr/>
              </p14:nvContentPartPr>
              <p14:xfrm>
                <a:off x="10750118" y="4185216"/>
                <a:ext cx="11520" cy="115560"/>
              </p14:xfrm>
            </p:contentPart>
          </mc:Choice>
          <mc:Fallback>
            <p:pic>
              <p:nvPicPr>
                <p:cNvPr id="338" name="Ink 337">
                  <a:extLst>
                    <a:ext uri="{FF2B5EF4-FFF2-40B4-BE49-F238E27FC236}">
                      <a16:creationId xmlns:a16="http://schemas.microsoft.com/office/drawing/2014/main" id="{FD434355-594A-357F-D909-AA2B90D3733B}"/>
                    </a:ext>
                  </a:extLst>
                </p:cNvPr>
                <p:cNvPicPr/>
                <p:nvPr/>
              </p:nvPicPr>
              <p:blipFill>
                <a:blip r:embed="rId380"/>
                <a:stretch>
                  <a:fillRect/>
                </a:stretch>
              </p:blipFill>
              <p:spPr>
                <a:xfrm>
                  <a:off x="10745798" y="4180896"/>
                  <a:ext cx="20160" cy="124200"/>
                </a:xfrm>
                <a:prstGeom prst="rect">
                  <a:avLst/>
                </a:prstGeom>
              </p:spPr>
            </p:pic>
          </mc:Fallback>
        </mc:AlternateContent>
        <mc:AlternateContent xmlns:mc="http://schemas.openxmlformats.org/markup-compatibility/2006">
          <mc:Choice xmlns:p14="http://schemas.microsoft.com/office/powerpoint/2010/main" Requires="p14">
            <p:contentPart p14:bwMode="auto" r:id="rId381">
              <p14:nvContentPartPr>
                <p14:cNvPr id="339" name="Ink 338">
                  <a:extLst>
                    <a:ext uri="{FF2B5EF4-FFF2-40B4-BE49-F238E27FC236}">
                      <a16:creationId xmlns:a16="http://schemas.microsoft.com/office/drawing/2014/main" id="{99B06C20-D90A-5342-E559-3149191E5B49}"/>
                    </a:ext>
                  </a:extLst>
                </p14:cNvPr>
                <p14:cNvContentPartPr/>
                <p14:nvPr/>
              </p14:nvContentPartPr>
              <p14:xfrm>
                <a:off x="10947398" y="4116456"/>
                <a:ext cx="5040" cy="5760"/>
              </p14:xfrm>
            </p:contentPart>
          </mc:Choice>
          <mc:Fallback>
            <p:pic>
              <p:nvPicPr>
                <p:cNvPr id="339" name="Ink 338">
                  <a:extLst>
                    <a:ext uri="{FF2B5EF4-FFF2-40B4-BE49-F238E27FC236}">
                      <a16:creationId xmlns:a16="http://schemas.microsoft.com/office/drawing/2014/main" id="{99B06C20-D90A-5342-E559-3149191E5B49}"/>
                    </a:ext>
                  </a:extLst>
                </p:cNvPr>
                <p:cNvPicPr/>
                <p:nvPr/>
              </p:nvPicPr>
              <p:blipFill>
                <a:blip r:embed="rId382"/>
                <a:stretch>
                  <a:fillRect/>
                </a:stretch>
              </p:blipFill>
              <p:spPr>
                <a:xfrm>
                  <a:off x="10943078" y="4112136"/>
                  <a:ext cx="13680" cy="14400"/>
                </a:xfrm>
                <a:prstGeom prst="rect">
                  <a:avLst/>
                </a:prstGeom>
              </p:spPr>
            </p:pic>
          </mc:Fallback>
        </mc:AlternateContent>
        <mc:AlternateContent xmlns:mc="http://schemas.openxmlformats.org/markup-compatibility/2006">
          <mc:Choice xmlns:p14="http://schemas.microsoft.com/office/powerpoint/2010/main" Requires="p14">
            <p:contentPart p14:bwMode="auto" r:id="rId383">
              <p14:nvContentPartPr>
                <p14:cNvPr id="340" name="Ink 339">
                  <a:extLst>
                    <a:ext uri="{FF2B5EF4-FFF2-40B4-BE49-F238E27FC236}">
                      <a16:creationId xmlns:a16="http://schemas.microsoft.com/office/drawing/2014/main" id="{1F35CB2D-3E80-6A2B-C09A-3A160425EB91}"/>
                    </a:ext>
                  </a:extLst>
                </p14:cNvPr>
                <p14:cNvContentPartPr/>
                <p14:nvPr/>
              </p14:nvContentPartPr>
              <p14:xfrm>
                <a:off x="10863158" y="4060296"/>
                <a:ext cx="166320" cy="344880"/>
              </p14:xfrm>
            </p:contentPart>
          </mc:Choice>
          <mc:Fallback>
            <p:pic>
              <p:nvPicPr>
                <p:cNvPr id="340" name="Ink 339">
                  <a:extLst>
                    <a:ext uri="{FF2B5EF4-FFF2-40B4-BE49-F238E27FC236}">
                      <a16:creationId xmlns:a16="http://schemas.microsoft.com/office/drawing/2014/main" id="{1F35CB2D-3E80-6A2B-C09A-3A160425EB91}"/>
                    </a:ext>
                  </a:extLst>
                </p:cNvPr>
                <p:cNvPicPr/>
                <p:nvPr/>
              </p:nvPicPr>
              <p:blipFill>
                <a:blip r:embed="rId384"/>
                <a:stretch>
                  <a:fillRect/>
                </a:stretch>
              </p:blipFill>
              <p:spPr>
                <a:xfrm>
                  <a:off x="10858838" y="4055976"/>
                  <a:ext cx="174960" cy="353520"/>
                </a:xfrm>
                <a:prstGeom prst="rect">
                  <a:avLst/>
                </a:prstGeom>
              </p:spPr>
            </p:pic>
          </mc:Fallback>
        </mc:AlternateContent>
        <mc:AlternateContent xmlns:mc="http://schemas.openxmlformats.org/markup-compatibility/2006">
          <mc:Choice xmlns:p14="http://schemas.microsoft.com/office/powerpoint/2010/main" Requires="p14">
            <p:contentPart p14:bwMode="auto" r:id="rId385">
              <p14:nvContentPartPr>
                <p14:cNvPr id="341" name="Ink 340">
                  <a:extLst>
                    <a:ext uri="{FF2B5EF4-FFF2-40B4-BE49-F238E27FC236}">
                      <a16:creationId xmlns:a16="http://schemas.microsoft.com/office/drawing/2014/main" id="{A30AB3E0-89E9-63F2-4E4F-E85647A0D021}"/>
                    </a:ext>
                  </a:extLst>
                </p14:cNvPr>
                <p14:cNvContentPartPr/>
                <p14:nvPr/>
              </p14:nvContentPartPr>
              <p14:xfrm>
                <a:off x="10982318" y="4169016"/>
                <a:ext cx="125640" cy="113400"/>
              </p14:xfrm>
            </p:contentPart>
          </mc:Choice>
          <mc:Fallback>
            <p:pic>
              <p:nvPicPr>
                <p:cNvPr id="341" name="Ink 340">
                  <a:extLst>
                    <a:ext uri="{FF2B5EF4-FFF2-40B4-BE49-F238E27FC236}">
                      <a16:creationId xmlns:a16="http://schemas.microsoft.com/office/drawing/2014/main" id="{A30AB3E0-89E9-63F2-4E4F-E85647A0D021}"/>
                    </a:ext>
                  </a:extLst>
                </p:cNvPr>
                <p:cNvPicPr/>
                <p:nvPr/>
              </p:nvPicPr>
              <p:blipFill>
                <a:blip r:embed="rId386"/>
                <a:stretch>
                  <a:fillRect/>
                </a:stretch>
              </p:blipFill>
              <p:spPr>
                <a:xfrm>
                  <a:off x="10977998" y="4164696"/>
                  <a:ext cx="13428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387">
              <p14:nvContentPartPr>
                <p14:cNvPr id="342" name="Ink 341">
                  <a:extLst>
                    <a:ext uri="{FF2B5EF4-FFF2-40B4-BE49-F238E27FC236}">
                      <a16:creationId xmlns:a16="http://schemas.microsoft.com/office/drawing/2014/main" id="{D7300EBE-D46E-F8CC-F60D-7871193A3C31}"/>
                    </a:ext>
                  </a:extLst>
                </p14:cNvPr>
                <p14:cNvContentPartPr/>
                <p14:nvPr/>
              </p14:nvContentPartPr>
              <p14:xfrm>
                <a:off x="11120558" y="4270896"/>
                <a:ext cx="78840" cy="68760"/>
              </p14:xfrm>
            </p:contentPart>
          </mc:Choice>
          <mc:Fallback>
            <p:pic>
              <p:nvPicPr>
                <p:cNvPr id="342" name="Ink 341">
                  <a:extLst>
                    <a:ext uri="{FF2B5EF4-FFF2-40B4-BE49-F238E27FC236}">
                      <a16:creationId xmlns:a16="http://schemas.microsoft.com/office/drawing/2014/main" id="{D7300EBE-D46E-F8CC-F60D-7871193A3C31}"/>
                    </a:ext>
                  </a:extLst>
                </p:cNvPr>
                <p:cNvPicPr/>
                <p:nvPr/>
              </p:nvPicPr>
              <p:blipFill>
                <a:blip r:embed="rId388"/>
                <a:stretch>
                  <a:fillRect/>
                </a:stretch>
              </p:blipFill>
              <p:spPr>
                <a:xfrm>
                  <a:off x="11116238" y="4266576"/>
                  <a:ext cx="87480" cy="77400"/>
                </a:xfrm>
                <a:prstGeom prst="rect">
                  <a:avLst/>
                </a:prstGeom>
              </p:spPr>
            </p:pic>
          </mc:Fallback>
        </mc:AlternateContent>
        <mc:AlternateContent xmlns:mc="http://schemas.openxmlformats.org/markup-compatibility/2006">
          <mc:Choice xmlns:p14="http://schemas.microsoft.com/office/powerpoint/2010/main" Requires="p14">
            <p:contentPart p14:bwMode="auto" r:id="rId389">
              <p14:nvContentPartPr>
                <p14:cNvPr id="343" name="Ink 342">
                  <a:extLst>
                    <a:ext uri="{FF2B5EF4-FFF2-40B4-BE49-F238E27FC236}">
                      <a16:creationId xmlns:a16="http://schemas.microsoft.com/office/drawing/2014/main" id="{3977F62C-D72B-7758-C640-10F017418DCB}"/>
                    </a:ext>
                  </a:extLst>
                </p14:cNvPr>
                <p14:cNvContentPartPr/>
                <p14:nvPr/>
              </p14:nvContentPartPr>
              <p14:xfrm>
                <a:off x="11202278" y="4178736"/>
                <a:ext cx="124200" cy="28440"/>
              </p14:xfrm>
            </p:contentPart>
          </mc:Choice>
          <mc:Fallback>
            <p:pic>
              <p:nvPicPr>
                <p:cNvPr id="343" name="Ink 342">
                  <a:extLst>
                    <a:ext uri="{FF2B5EF4-FFF2-40B4-BE49-F238E27FC236}">
                      <a16:creationId xmlns:a16="http://schemas.microsoft.com/office/drawing/2014/main" id="{3977F62C-D72B-7758-C640-10F017418DCB}"/>
                    </a:ext>
                  </a:extLst>
                </p:cNvPr>
                <p:cNvPicPr/>
                <p:nvPr/>
              </p:nvPicPr>
              <p:blipFill>
                <a:blip r:embed="rId390"/>
                <a:stretch>
                  <a:fillRect/>
                </a:stretch>
              </p:blipFill>
              <p:spPr>
                <a:xfrm>
                  <a:off x="11197958" y="4174416"/>
                  <a:ext cx="13284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391">
              <p14:nvContentPartPr>
                <p14:cNvPr id="344" name="Ink 343">
                  <a:extLst>
                    <a:ext uri="{FF2B5EF4-FFF2-40B4-BE49-F238E27FC236}">
                      <a16:creationId xmlns:a16="http://schemas.microsoft.com/office/drawing/2014/main" id="{A9B69190-B312-318D-6CEA-F999D33B39D5}"/>
                    </a:ext>
                  </a:extLst>
                </p14:cNvPr>
                <p14:cNvContentPartPr/>
                <p14:nvPr/>
              </p14:nvContentPartPr>
              <p14:xfrm>
                <a:off x="11346638" y="4156056"/>
                <a:ext cx="126360" cy="128520"/>
              </p14:xfrm>
            </p:contentPart>
          </mc:Choice>
          <mc:Fallback>
            <p:pic>
              <p:nvPicPr>
                <p:cNvPr id="344" name="Ink 343">
                  <a:extLst>
                    <a:ext uri="{FF2B5EF4-FFF2-40B4-BE49-F238E27FC236}">
                      <a16:creationId xmlns:a16="http://schemas.microsoft.com/office/drawing/2014/main" id="{A9B69190-B312-318D-6CEA-F999D33B39D5}"/>
                    </a:ext>
                  </a:extLst>
                </p:cNvPr>
                <p:cNvPicPr/>
                <p:nvPr/>
              </p:nvPicPr>
              <p:blipFill>
                <a:blip r:embed="rId392"/>
                <a:stretch>
                  <a:fillRect/>
                </a:stretch>
              </p:blipFill>
              <p:spPr>
                <a:xfrm>
                  <a:off x="11342318" y="4151736"/>
                  <a:ext cx="13500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393">
              <p14:nvContentPartPr>
                <p14:cNvPr id="345" name="Ink 344">
                  <a:extLst>
                    <a:ext uri="{FF2B5EF4-FFF2-40B4-BE49-F238E27FC236}">
                      <a16:creationId xmlns:a16="http://schemas.microsoft.com/office/drawing/2014/main" id="{3800EB4A-A899-C743-6FDC-D7B00493C395}"/>
                    </a:ext>
                  </a:extLst>
                </p14:cNvPr>
                <p14:cNvContentPartPr/>
                <p14:nvPr/>
              </p14:nvContentPartPr>
              <p14:xfrm>
                <a:off x="11500718" y="4300056"/>
                <a:ext cx="96120" cy="65880"/>
              </p14:xfrm>
            </p:contentPart>
          </mc:Choice>
          <mc:Fallback>
            <p:pic>
              <p:nvPicPr>
                <p:cNvPr id="345" name="Ink 344">
                  <a:extLst>
                    <a:ext uri="{FF2B5EF4-FFF2-40B4-BE49-F238E27FC236}">
                      <a16:creationId xmlns:a16="http://schemas.microsoft.com/office/drawing/2014/main" id="{3800EB4A-A899-C743-6FDC-D7B00493C395}"/>
                    </a:ext>
                  </a:extLst>
                </p:cNvPr>
                <p:cNvPicPr/>
                <p:nvPr/>
              </p:nvPicPr>
              <p:blipFill>
                <a:blip r:embed="rId394"/>
                <a:stretch>
                  <a:fillRect/>
                </a:stretch>
              </p:blipFill>
              <p:spPr>
                <a:xfrm>
                  <a:off x="11496398" y="4295736"/>
                  <a:ext cx="104760" cy="74520"/>
                </a:xfrm>
                <a:prstGeom prst="rect">
                  <a:avLst/>
                </a:prstGeom>
              </p:spPr>
            </p:pic>
          </mc:Fallback>
        </mc:AlternateContent>
        <mc:AlternateContent xmlns:mc="http://schemas.openxmlformats.org/markup-compatibility/2006">
          <mc:Choice xmlns:p14="http://schemas.microsoft.com/office/powerpoint/2010/main" Requires="p14">
            <p:contentPart p14:bwMode="auto" r:id="rId395">
              <p14:nvContentPartPr>
                <p14:cNvPr id="346" name="Ink 345">
                  <a:extLst>
                    <a:ext uri="{FF2B5EF4-FFF2-40B4-BE49-F238E27FC236}">
                      <a16:creationId xmlns:a16="http://schemas.microsoft.com/office/drawing/2014/main" id="{7BBB47C9-F7E2-C28D-721C-C78DA60334C9}"/>
                    </a:ext>
                  </a:extLst>
                </p14:cNvPr>
                <p14:cNvContentPartPr/>
                <p14:nvPr/>
              </p14:nvContentPartPr>
              <p14:xfrm>
                <a:off x="11587838" y="4085496"/>
                <a:ext cx="160920" cy="406800"/>
              </p14:xfrm>
            </p:contentPart>
          </mc:Choice>
          <mc:Fallback>
            <p:pic>
              <p:nvPicPr>
                <p:cNvPr id="346" name="Ink 345">
                  <a:extLst>
                    <a:ext uri="{FF2B5EF4-FFF2-40B4-BE49-F238E27FC236}">
                      <a16:creationId xmlns:a16="http://schemas.microsoft.com/office/drawing/2014/main" id="{7BBB47C9-F7E2-C28D-721C-C78DA60334C9}"/>
                    </a:ext>
                  </a:extLst>
                </p:cNvPr>
                <p:cNvPicPr/>
                <p:nvPr/>
              </p:nvPicPr>
              <p:blipFill>
                <a:blip r:embed="rId396"/>
                <a:stretch>
                  <a:fillRect/>
                </a:stretch>
              </p:blipFill>
              <p:spPr>
                <a:xfrm>
                  <a:off x="11583518" y="4081176"/>
                  <a:ext cx="169560" cy="415440"/>
                </a:xfrm>
                <a:prstGeom prst="rect">
                  <a:avLst/>
                </a:prstGeom>
              </p:spPr>
            </p:pic>
          </mc:Fallback>
        </mc:AlternateContent>
        <mc:AlternateContent xmlns:mc="http://schemas.openxmlformats.org/markup-compatibility/2006">
          <mc:Choice xmlns:p14="http://schemas.microsoft.com/office/powerpoint/2010/main" Requires="p14">
            <p:contentPart p14:bwMode="auto" r:id="rId397">
              <p14:nvContentPartPr>
                <p14:cNvPr id="347" name="Ink 346">
                  <a:extLst>
                    <a:ext uri="{FF2B5EF4-FFF2-40B4-BE49-F238E27FC236}">
                      <a16:creationId xmlns:a16="http://schemas.microsoft.com/office/drawing/2014/main" id="{868C14C9-7063-8F86-36B4-E9BD3C333489}"/>
                    </a:ext>
                  </a:extLst>
                </p14:cNvPr>
                <p14:cNvContentPartPr/>
                <p14:nvPr/>
              </p14:nvContentPartPr>
              <p14:xfrm>
                <a:off x="11701598" y="4008456"/>
                <a:ext cx="232200" cy="569160"/>
              </p14:xfrm>
            </p:contentPart>
          </mc:Choice>
          <mc:Fallback>
            <p:pic>
              <p:nvPicPr>
                <p:cNvPr id="347" name="Ink 346">
                  <a:extLst>
                    <a:ext uri="{FF2B5EF4-FFF2-40B4-BE49-F238E27FC236}">
                      <a16:creationId xmlns:a16="http://schemas.microsoft.com/office/drawing/2014/main" id="{868C14C9-7063-8F86-36B4-E9BD3C333489}"/>
                    </a:ext>
                  </a:extLst>
                </p:cNvPr>
                <p:cNvPicPr/>
                <p:nvPr/>
              </p:nvPicPr>
              <p:blipFill>
                <a:blip r:embed="rId398"/>
                <a:stretch>
                  <a:fillRect/>
                </a:stretch>
              </p:blipFill>
              <p:spPr>
                <a:xfrm>
                  <a:off x="11697278" y="4004136"/>
                  <a:ext cx="240840" cy="577800"/>
                </a:xfrm>
                <a:prstGeom prst="rect">
                  <a:avLst/>
                </a:prstGeom>
              </p:spPr>
            </p:pic>
          </mc:Fallback>
        </mc:AlternateContent>
        <mc:AlternateContent xmlns:mc="http://schemas.openxmlformats.org/markup-compatibility/2006">
          <mc:Choice xmlns:p14="http://schemas.microsoft.com/office/powerpoint/2010/main" Requires="p14">
            <p:contentPart p14:bwMode="auto" r:id="rId399">
              <p14:nvContentPartPr>
                <p14:cNvPr id="348" name="Ink 347">
                  <a:extLst>
                    <a:ext uri="{FF2B5EF4-FFF2-40B4-BE49-F238E27FC236}">
                      <a16:creationId xmlns:a16="http://schemas.microsoft.com/office/drawing/2014/main" id="{A168E0D2-82EE-CF78-DD41-75F6663862FA}"/>
                    </a:ext>
                  </a:extLst>
                </p14:cNvPr>
                <p14:cNvContentPartPr/>
                <p14:nvPr/>
              </p14:nvContentPartPr>
              <p14:xfrm>
                <a:off x="9685958" y="4029336"/>
                <a:ext cx="206280" cy="573840"/>
              </p14:xfrm>
            </p:contentPart>
          </mc:Choice>
          <mc:Fallback>
            <p:pic>
              <p:nvPicPr>
                <p:cNvPr id="348" name="Ink 347">
                  <a:extLst>
                    <a:ext uri="{FF2B5EF4-FFF2-40B4-BE49-F238E27FC236}">
                      <a16:creationId xmlns:a16="http://schemas.microsoft.com/office/drawing/2014/main" id="{A168E0D2-82EE-CF78-DD41-75F6663862FA}"/>
                    </a:ext>
                  </a:extLst>
                </p:cNvPr>
                <p:cNvPicPr/>
                <p:nvPr/>
              </p:nvPicPr>
              <p:blipFill>
                <a:blip r:embed="rId400"/>
                <a:stretch>
                  <a:fillRect/>
                </a:stretch>
              </p:blipFill>
              <p:spPr>
                <a:xfrm>
                  <a:off x="9681638" y="4025016"/>
                  <a:ext cx="214920" cy="582480"/>
                </a:xfrm>
                <a:prstGeom prst="rect">
                  <a:avLst/>
                </a:prstGeom>
              </p:spPr>
            </p:pic>
          </mc:Fallback>
        </mc:AlternateContent>
        <mc:AlternateContent xmlns:mc="http://schemas.openxmlformats.org/markup-compatibility/2006">
          <mc:Choice xmlns:p14="http://schemas.microsoft.com/office/powerpoint/2010/main" Requires="p14">
            <p:contentPart p14:bwMode="auto" r:id="rId401">
              <p14:nvContentPartPr>
                <p14:cNvPr id="350" name="Ink 349">
                  <a:extLst>
                    <a:ext uri="{FF2B5EF4-FFF2-40B4-BE49-F238E27FC236}">
                      <a16:creationId xmlns:a16="http://schemas.microsoft.com/office/drawing/2014/main" id="{195397BC-BB06-586B-2B21-0533CD66D6B6}"/>
                    </a:ext>
                  </a:extLst>
                </p14:cNvPr>
                <p14:cNvContentPartPr/>
                <p14:nvPr/>
              </p14:nvContentPartPr>
              <p14:xfrm>
                <a:off x="10652558" y="4615776"/>
                <a:ext cx="97920" cy="259200"/>
              </p14:xfrm>
            </p:contentPart>
          </mc:Choice>
          <mc:Fallback>
            <p:pic>
              <p:nvPicPr>
                <p:cNvPr id="350" name="Ink 349">
                  <a:extLst>
                    <a:ext uri="{FF2B5EF4-FFF2-40B4-BE49-F238E27FC236}">
                      <a16:creationId xmlns:a16="http://schemas.microsoft.com/office/drawing/2014/main" id="{195397BC-BB06-586B-2B21-0533CD66D6B6}"/>
                    </a:ext>
                  </a:extLst>
                </p:cNvPr>
                <p:cNvPicPr/>
                <p:nvPr/>
              </p:nvPicPr>
              <p:blipFill>
                <a:blip r:embed="rId402"/>
                <a:stretch>
                  <a:fillRect/>
                </a:stretch>
              </p:blipFill>
              <p:spPr>
                <a:xfrm>
                  <a:off x="10648238" y="4611456"/>
                  <a:ext cx="106560" cy="267840"/>
                </a:xfrm>
                <a:prstGeom prst="rect">
                  <a:avLst/>
                </a:prstGeom>
              </p:spPr>
            </p:pic>
          </mc:Fallback>
        </mc:AlternateContent>
        <mc:AlternateContent xmlns:mc="http://schemas.openxmlformats.org/markup-compatibility/2006">
          <mc:Choice xmlns:p14="http://schemas.microsoft.com/office/powerpoint/2010/main" Requires="p14">
            <p:contentPart p14:bwMode="auto" r:id="rId403">
              <p14:nvContentPartPr>
                <p14:cNvPr id="351" name="Ink 350">
                  <a:extLst>
                    <a:ext uri="{FF2B5EF4-FFF2-40B4-BE49-F238E27FC236}">
                      <a16:creationId xmlns:a16="http://schemas.microsoft.com/office/drawing/2014/main" id="{937767C9-6761-79C1-483E-39F5A6973A7A}"/>
                    </a:ext>
                  </a:extLst>
                </p14:cNvPr>
                <p14:cNvContentPartPr/>
                <p14:nvPr/>
              </p14:nvContentPartPr>
              <p14:xfrm>
                <a:off x="10830758" y="4689576"/>
                <a:ext cx="156600" cy="109800"/>
              </p14:xfrm>
            </p:contentPart>
          </mc:Choice>
          <mc:Fallback>
            <p:pic>
              <p:nvPicPr>
                <p:cNvPr id="351" name="Ink 350">
                  <a:extLst>
                    <a:ext uri="{FF2B5EF4-FFF2-40B4-BE49-F238E27FC236}">
                      <a16:creationId xmlns:a16="http://schemas.microsoft.com/office/drawing/2014/main" id="{937767C9-6761-79C1-483E-39F5A6973A7A}"/>
                    </a:ext>
                  </a:extLst>
                </p:cNvPr>
                <p:cNvPicPr/>
                <p:nvPr/>
              </p:nvPicPr>
              <p:blipFill>
                <a:blip r:embed="rId404"/>
                <a:stretch>
                  <a:fillRect/>
                </a:stretch>
              </p:blipFill>
              <p:spPr>
                <a:xfrm>
                  <a:off x="10826438" y="4685256"/>
                  <a:ext cx="16524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405">
              <p14:nvContentPartPr>
                <p14:cNvPr id="352" name="Ink 351">
                  <a:extLst>
                    <a:ext uri="{FF2B5EF4-FFF2-40B4-BE49-F238E27FC236}">
                      <a16:creationId xmlns:a16="http://schemas.microsoft.com/office/drawing/2014/main" id="{3B00CC9F-3F55-34AA-5664-FA1BC609F452}"/>
                    </a:ext>
                  </a:extLst>
                </p14:cNvPr>
                <p14:cNvContentPartPr/>
                <p14:nvPr/>
              </p14:nvContentPartPr>
              <p14:xfrm>
                <a:off x="10993838" y="4810176"/>
                <a:ext cx="118800" cy="62640"/>
              </p14:xfrm>
            </p:contentPart>
          </mc:Choice>
          <mc:Fallback>
            <p:pic>
              <p:nvPicPr>
                <p:cNvPr id="352" name="Ink 351">
                  <a:extLst>
                    <a:ext uri="{FF2B5EF4-FFF2-40B4-BE49-F238E27FC236}">
                      <a16:creationId xmlns:a16="http://schemas.microsoft.com/office/drawing/2014/main" id="{3B00CC9F-3F55-34AA-5664-FA1BC609F452}"/>
                    </a:ext>
                  </a:extLst>
                </p:cNvPr>
                <p:cNvPicPr/>
                <p:nvPr/>
              </p:nvPicPr>
              <p:blipFill>
                <a:blip r:embed="rId406"/>
                <a:stretch>
                  <a:fillRect/>
                </a:stretch>
              </p:blipFill>
              <p:spPr>
                <a:xfrm>
                  <a:off x="10989518" y="4805856"/>
                  <a:ext cx="127440" cy="71280"/>
                </a:xfrm>
                <a:prstGeom prst="rect">
                  <a:avLst/>
                </a:prstGeom>
              </p:spPr>
            </p:pic>
          </mc:Fallback>
        </mc:AlternateContent>
        <mc:AlternateContent xmlns:mc="http://schemas.openxmlformats.org/markup-compatibility/2006">
          <mc:Choice xmlns:p14="http://schemas.microsoft.com/office/powerpoint/2010/main" Requires="p14">
            <p:contentPart p14:bwMode="auto" r:id="rId407">
              <p14:nvContentPartPr>
                <p14:cNvPr id="353" name="Ink 352">
                  <a:extLst>
                    <a:ext uri="{FF2B5EF4-FFF2-40B4-BE49-F238E27FC236}">
                      <a16:creationId xmlns:a16="http://schemas.microsoft.com/office/drawing/2014/main" id="{BF25F998-9AA8-4A67-17E2-FB09970B3D83}"/>
                    </a:ext>
                  </a:extLst>
                </p14:cNvPr>
                <p14:cNvContentPartPr/>
                <p14:nvPr/>
              </p14:nvContentPartPr>
              <p14:xfrm>
                <a:off x="11129918" y="4710816"/>
                <a:ext cx="183600" cy="41040"/>
              </p14:xfrm>
            </p:contentPart>
          </mc:Choice>
          <mc:Fallback>
            <p:pic>
              <p:nvPicPr>
                <p:cNvPr id="353" name="Ink 352">
                  <a:extLst>
                    <a:ext uri="{FF2B5EF4-FFF2-40B4-BE49-F238E27FC236}">
                      <a16:creationId xmlns:a16="http://schemas.microsoft.com/office/drawing/2014/main" id="{BF25F998-9AA8-4A67-17E2-FB09970B3D83}"/>
                    </a:ext>
                  </a:extLst>
                </p:cNvPr>
                <p:cNvPicPr/>
                <p:nvPr/>
              </p:nvPicPr>
              <p:blipFill>
                <a:blip r:embed="rId408"/>
                <a:stretch>
                  <a:fillRect/>
                </a:stretch>
              </p:blipFill>
              <p:spPr>
                <a:xfrm>
                  <a:off x="11125598" y="4706496"/>
                  <a:ext cx="19224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409">
              <p14:nvContentPartPr>
                <p14:cNvPr id="354" name="Ink 353">
                  <a:extLst>
                    <a:ext uri="{FF2B5EF4-FFF2-40B4-BE49-F238E27FC236}">
                      <a16:creationId xmlns:a16="http://schemas.microsoft.com/office/drawing/2014/main" id="{A4A76492-E237-1293-7B47-33CF47B0C140}"/>
                    </a:ext>
                  </a:extLst>
                </p14:cNvPr>
                <p14:cNvContentPartPr/>
                <p14:nvPr/>
              </p14:nvContentPartPr>
              <p14:xfrm>
                <a:off x="11356358" y="4667256"/>
                <a:ext cx="209520" cy="166680"/>
              </p14:xfrm>
            </p:contentPart>
          </mc:Choice>
          <mc:Fallback>
            <p:pic>
              <p:nvPicPr>
                <p:cNvPr id="354" name="Ink 353">
                  <a:extLst>
                    <a:ext uri="{FF2B5EF4-FFF2-40B4-BE49-F238E27FC236}">
                      <a16:creationId xmlns:a16="http://schemas.microsoft.com/office/drawing/2014/main" id="{A4A76492-E237-1293-7B47-33CF47B0C140}"/>
                    </a:ext>
                  </a:extLst>
                </p:cNvPr>
                <p:cNvPicPr/>
                <p:nvPr/>
              </p:nvPicPr>
              <p:blipFill>
                <a:blip r:embed="rId410"/>
                <a:stretch>
                  <a:fillRect/>
                </a:stretch>
              </p:blipFill>
              <p:spPr>
                <a:xfrm>
                  <a:off x="11352038" y="4662936"/>
                  <a:ext cx="21816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411">
              <p14:nvContentPartPr>
                <p14:cNvPr id="355" name="Ink 354">
                  <a:extLst>
                    <a:ext uri="{FF2B5EF4-FFF2-40B4-BE49-F238E27FC236}">
                      <a16:creationId xmlns:a16="http://schemas.microsoft.com/office/drawing/2014/main" id="{A3661BEB-0383-402F-E7C6-07CB71C0BC82}"/>
                    </a:ext>
                  </a:extLst>
                </p14:cNvPr>
                <p14:cNvContentPartPr/>
                <p14:nvPr/>
              </p14:nvContentPartPr>
              <p14:xfrm>
                <a:off x="11582798" y="4782096"/>
                <a:ext cx="136800" cy="62640"/>
              </p14:xfrm>
            </p:contentPart>
          </mc:Choice>
          <mc:Fallback>
            <p:pic>
              <p:nvPicPr>
                <p:cNvPr id="355" name="Ink 354">
                  <a:extLst>
                    <a:ext uri="{FF2B5EF4-FFF2-40B4-BE49-F238E27FC236}">
                      <a16:creationId xmlns:a16="http://schemas.microsoft.com/office/drawing/2014/main" id="{A3661BEB-0383-402F-E7C6-07CB71C0BC82}"/>
                    </a:ext>
                  </a:extLst>
                </p:cNvPr>
                <p:cNvPicPr/>
                <p:nvPr/>
              </p:nvPicPr>
              <p:blipFill>
                <a:blip r:embed="rId412"/>
                <a:stretch>
                  <a:fillRect/>
                </a:stretch>
              </p:blipFill>
              <p:spPr>
                <a:xfrm>
                  <a:off x="11578478" y="4777776"/>
                  <a:ext cx="145440" cy="71280"/>
                </a:xfrm>
                <a:prstGeom prst="rect">
                  <a:avLst/>
                </a:prstGeom>
              </p:spPr>
            </p:pic>
          </mc:Fallback>
        </mc:AlternateContent>
        <mc:AlternateContent xmlns:mc="http://schemas.openxmlformats.org/markup-compatibility/2006">
          <mc:Choice xmlns:p14="http://schemas.microsoft.com/office/powerpoint/2010/main" Requires="p14">
            <p:contentPart p14:bwMode="auto" r:id="rId413">
              <p14:nvContentPartPr>
                <p14:cNvPr id="356" name="Ink 355">
                  <a:extLst>
                    <a:ext uri="{FF2B5EF4-FFF2-40B4-BE49-F238E27FC236}">
                      <a16:creationId xmlns:a16="http://schemas.microsoft.com/office/drawing/2014/main" id="{FC219CE6-A833-1642-B95C-5B932D10BEDF}"/>
                    </a:ext>
                  </a:extLst>
                </p14:cNvPr>
                <p14:cNvContentPartPr/>
                <p14:nvPr/>
              </p14:nvContentPartPr>
              <p14:xfrm>
                <a:off x="11690798" y="4600296"/>
                <a:ext cx="63720" cy="267480"/>
              </p14:xfrm>
            </p:contentPart>
          </mc:Choice>
          <mc:Fallback>
            <p:pic>
              <p:nvPicPr>
                <p:cNvPr id="356" name="Ink 355">
                  <a:extLst>
                    <a:ext uri="{FF2B5EF4-FFF2-40B4-BE49-F238E27FC236}">
                      <a16:creationId xmlns:a16="http://schemas.microsoft.com/office/drawing/2014/main" id="{FC219CE6-A833-1642-B95C-5B932D10BEDF}"/>
                    </a:ext>
                  </a:extLst>
                </p:cNvPr>
                <p:cNvPicPr/>
                <p:nvPr/>
              </p:nvPicPr>
              <p:blipFill>
                <a:blip r:embed="rId414"/>
                <a:stretch>
                  <a:fillRect/>
                </a:stretch>
              </p:blipFill>
              <p:spPr>
                <a:xfrm>
                  <a:off x="11686478" y="4595976"/>
                  <a:ext cx="72360" cy="276120"/>
                </a:xfrm>
                <a:prstGeom prst="rect">
                  <a:avLst/>
                </a:prstGeom>
              </p:spPr>
            </p:pic>
          </mc:Fallback>
        </mc:AlternateContent>
        <mc:AlternateContent xmlns:mc="http://schemas.openxmlformats.org/markup-compatibility/2006">
          <mc:Choice xmlns:p14="http://schemas.microsoft.com/office/powerpoint/2010/main" Requires="p14">
            <p:contentPart p14:bwMode="auto" r:id="rId415">
              <p14:nvContentPartPr>
                <p14:cNvPr id="322" name="Ink 321">
                  <a:extLst>
                    <a:ext uri="{FF2B5EF4-FFF2-40B4-BE49-F238E27FC236}">
                      <a16:creationId xmlns:a16="http://schemas.microsoft.com/office/drawing/2014/main" id="{71E6B71E-92D9-4007-B7BF-F7E35BCC6CA3}"/>
                    </a:ext>
                  </a:extLst>
                </p14:cNvPr>
                <p14:cNvContentPartPr/>
                <p14:nvPr/>
              </p14:nvContentPartPr>
              <p14:xfrm>
                <a:off x="9922118" y="3645216"/>
                <a:ext cx="172800" cy="126360"/>
              </p14:xfrm>
            </p:contentPart>
          </mc:Choice>
          <mc:Fallback>
            <p:pic>
              <p:nvPicPr>
                <p:cNvPr id="322" name="Ink 321">
                  <a:extLst>
                    <a:ext uri="{FF2B5EF4-FFF2-40B4-BE49-F238E27FC236}">
                      <a16:creationId xmlns:a16="http://schemas.microsoft.com/office/drawing/2014/main" id="{71E6B71E-92D9-4007-B7BF-F7E35BCC6CA3}"/>
                    </a:ext>
                  </a:extLst>
                </p:cNvPr>
                <p:cNvPicPr/>
                <p:nvPr/>
              </p:nvPicPr>
              <p:blipFill>
                <a:blip r:embed="rId416"/>
                <a:stretch>
                  <a:fillRect/>
                </a:stretch>
              </p:blipFill>
              <p:spPr>
                <a:xfrm>
                  <a:off x="9917798" y="3640896"/>
                  <a:ext cx="18144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417">
              <p14:nvContentPartPr>
                <p14:cNvPr id="323" name="Ink 322">
                  <a:extLst>
                    <a:ext uri="{FF2B5EF4-FFF2-40B4-BE49-F238E27FC236}">
                      <a16:creationId xmlns:a16="http://schemas.microsoft.com/office/drawing/2014/main" id="{F6A41BD7-CDB1-DEF5-E29A-06C461A73F96}"/>
                    </a:ext>
                  </a:extLst>
                </p14:cNvPr>
                <p14:cNvContentPartPr/>
                <p14:nvPr/>
              </p14:nvContentPartPr>
              <p14:xfrm>
                <a:off x="10123718" y="3767616"/>
                <a:ext cx="16920" cy="62640"/>
              </p14:xfrm>
            </p:contentPart>
          </mc:Choice>
          <mc:Fallback>
            <p:pic>
              <p:nvPicPr>
                <p:cNvPr id="323" name="Ink 322">
                  <a:extLst>
                    <a:ext uri="{FF2B5EF4-FFF2-40B4-BE49-F238E27FC236}">
                      <a16:creationId xmlns:a16="http://schemas.microsoft.com/office/drawing/2014/main" id="{F6A41BD7-CDB1-DEF5-E29A-06C461A73F96}"/>
                    </a:ext>
                  </a:extLst>
                </p:cNvPr>
                <p:cNvPicPr/>
                <p:nvPr/>
              </p:nvPicPr>
              <p:blipFill>
                <a:blip r:embed="rId418"/>
                <a:stretch>
                  <a:fillRect/>
                </a:stretch>
              </p:blipFill>
              <p:spPr>
                <a:xfrm>
                  <a:off x="10119398" y="3763296"/>
                  <a:ext cx="25560" cy="71280"/>
                </a:xfrm>
                <a:prstGeom prst="rect">
                  <a:avLst/>
                </a:prstGeom>
              </p:spPr>
            </p:pic>
          </mc:Fallback>
        </mc:AlternateContent>
        <mc:AlternateContent xmlns:mc="http://schemas.openxmlformats.org/markup-compatibility/2006">
          <mc:Choice xmlns:p14="http://schemas.microsoft.com/office/powerpoint/2010/main" Requires="p14">
            <p:contentPart p14:bwMode="auto" r:id="rId419">
              <p14:nvContentPartPr>
                <p14:cNvPr id="324" name="Ink 323">
                  <a:extLst>
                    <a:ext uri="{FF2B5EF4-FFF2-40B4-BE49-F238E27FC236}">
                      <a16:creationId xmlns:a16="http://schemas.microsoft.com/office/drawing/2014/main" id="{D3726A53-8E29-F6D4-D8B1-8C530BA1F8FA}"/>
                    </a:ext>
                  </a:extLst>
                </p14:cNvPr>
                <p14:cNvContentPartPr/>
                <p14:nvPr/>
              </p14:nvContentPartPr>
              <p14:xfrm>
                <a:off x="10196798" y="3682656"/>
                <a:ext cx="119880" cy="18720"/>
              </p14:xfrm>
            </p:contentPart>
          </mc:Choice>
          <mc:Fallback>
            <p:pic>
              <p:nvPicPr>
                <p:cNvPr id="324" name="Ink 323">
                  <a:extLst>
                    <a:ext uri="{FF2B5EF4-FFF2-40B4-BE49-F238E27FC236}">
                      <a16:creationId xmlns:a16="http://schemas.microsoft.com/office/drawing/2014/main" id="{D3726A53-8E29-F6D4-D8B1-8C530BA1F8FA}"/>
                    </a:ext>
                  </a:extLst>
                </p:cNvPr>
                <p:cNvPicPr/>
                <p:nvPr/>
              </p:nvPicPr>
              <p:blipFill>
                <a:blip r:embed="rId420"/>
                <a:stretch>
                  <a:fillRect/>
                </a:stretch>
              </p:blipFill>
              <p:spPr>
                <a:xfrm>
                  <a:off x="10192478" y="3678336"/>
                  <a:ext cx="12852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421">
              <p14:nvContentPartPr>
                <p14:cNvPr id="325" name="Ink 324">
                  <a:extLst>
                    <a:ext uri="{FF2B5EF4-FFF2-40B4-BE49-F238E27FC236}">
                      <a16:creationId xmlns:a16="http://schemas.microsoft.com/office/drawing/2014/main" id="{DFA7CF8C-043E-740A-28D7-F61CB21E0C88}"/>
                    </a:ext>
                  </a:extLst>
                </p14:cNvPr>
                <p14:cNvContentPartPr/>
                <p14:nvPr/>
              </p14:nvContentPartPr>
              <p14:xfrm>
                <a:off x="10394798" y="3605256"/>
                <a:ext cx="142200" cy="172800"/>
              </p14:xfrm>
            </p:contentPart>
          </mc:Choice>
          <mc:Fallback>
            <p:pic>
              <p:nvPicPr>
                <p:cNvPr id="325" name="Ink 324">
                  <a:extLst>
                    <a:ext uri="{FF2B5EF4-FFF2-40B4-BE49-F238E27FC236}">
                      <a16:creationId xmlns:a16="http://schemas.microsoft.com/office/drawing/2014/main" id="{DFA7CF8C-043E-740A-28D7-F61CB21E0C88}"/>
                    </a:ext>
                  </a:extLst>
                </p:cNvPr>
                <p:cNvPicPr/>
                <p:nvPr/>
              </p:nvPicPr>
              <p:blipFill>
                <a:blip r:embed="rId422"/>
                <a:stretch>
                  <a:fillRect/>
                </a:stretch>
              </p:blipFill>
              <p:spPr>
                <a:xfrm>
                  <a:off x="10390478" y="3600936"/>
                  <a:ext cx="15084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423">
              <p14:nvContentPartPr>
                <p14:cNvPr id="326" name="Ink 325">
                  <a:extLst>
                    <a:ext uri="{FF2B5EF4-FFF2-40B4-BE49-F238E27FC236}">
                      <a16:creationId xmlns:a16="http://schemas.microsoft.com/office/drawing/2014/main" id="{9AD1B167-4E38-92C6-AC6D-9ABF478B89EA}"/>
                    </a:ext>
                  </a:extLst>
                </p14:cNvPr>
                <p14:cNvContentPartPr/>
                <p14:nvPr/>
              </p14:nvContentPartPr>
              <p14:xfrm>
                <a:off x="10614038" y="3714696"/>
                <a:ext cx="5400" cy="76320"/>
              </p14:xfrm>
            </p:contentPart>
          </mc:Choice>
          <mc:Fallback>
            <p:pic>
              <p:nvPicPr>
                <p:cNvPr id="326" name="Ink 325">
                  <a:extLst>
                    <a:ext uri="{FF2B5EF4-FFF2-40B4-BE49-F238E27FC236}">
                      <a16:creationId xmlns:a16="http://schemas.microsoft.com/office/drawing/2014/main" id="{9AD1B167-4E38-92C6-AC6D-9ABF478B89EA}"/>
                    </a:ext>
                  </a:extLst>
                </p:cNvPr>
                <p:cNvPicPr/>
                <p:nvPr/>
              </p:nvPicPr>
              <p:blipFill>
                <a:blip r:embed="rId424"/>
                <a:stretch>
                  <a:fillRect/>
                </a:stretch>
              </p:blipFill>
              <p:spPr>
                <a:xfrm>
                  <a:off x="10609718" y="3710376"/>
                  <a:ext cx="1404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425">
              <p14:nvContentPartPr>
                <p14:cNvPr id="358" name="Ink 357">
                  <a:extLst>
                    <a:ext uri="{FF2B5EF4-FFF2-40B4-BE49-F238E27FC236}">
                      <a16:creationId xmlns:a16="http://schemas.microsoft.com/office/drawing/2014/main" id="{9BD77351-4483-06FB-5BAC-F1024C9DF5D3}"/>
                    </a:ext>
                  </a:extLst>
                </p14:cNvPr>
                <p14:cNvContentPartPr/>
                <p14:nvPr/>
              </p14:nvContentPartPr>
              <p14:xfrm>
                <a:off x="9862718" y="3669696"/>
                <a:ext cx="174600" cy="250200"/>
              </p14:xfrm>
            </p:contentPart>
          </mc:Choice>
          <mc:Fallback>
            <p:pic>
              <p:nvPicPr>
                <p:cNvPr id="358" name="Ink 357">
                  <a:extLst>
                    <a:ext uri="{FF2B5EF4-FFF2-40B4-BE49-F238E27FC236}">
                      <a16:creationId xmlns:a16="http://schemas.microsoft.com/office/drawing/2014/main" id="{9BD77351-4483-06FB-5BAC-F1024C9DF5D3}"/>
                    </a:ext>
                  </a:extLst>
                </p:cNvPr>
                <p:cNvPicPr/>
                <p:nvPr/>
              </p:nvPicPr>
              <p:blipFill>
                <a:blip r:embed="rId426"/>
                <a:stretch>
                  <a:fillRect/>
                </a:stretch>
              </p:blipFill>
              <p:spPr>
                <a:xfrm>
                  <a:off x="9858398" y="3665376"/>
                  <a:ext cx="18324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427">
              <p14:nvContentPartPr>
                <p14:cNvPr id="359" name="Ink 358">
                  <a:extLst>
                    <a:ext uri="{FF2B5EF4-FFF2-40B4-BE49-F238E27FC236}">
                      <a16:creationId xmlns:a16="http://schemas.microsoft.com/office/drawing/2014/main" id="{7E43B1C7-DA19-6BF0-1BA4-747F8F0B3014}"/>
                    </a:ext>
                  </a:extLst>
                </p14:cNvPr>
                <p14:cNvContentPartPr/>
                <p14:nvPr/>
              </p14:nvContentPartPr>
              <p14:xfrm>
                <a:off x="10655078" y="3554496"/>
                <a:ext cx="49320" cy="310320"/>
              </p14:xfrm>
            </p:contentPart>
          </mc:Choice>
          <mc:Fallback>
            <p:pic>
              <p:nvPicPr>
                <p:cNvPr id="359" name="Ink 358">
                  <a:extLst>
                    <a:ext uri="{FF2B5EF4-FFF2-40B4-BE49-F238E27FC236}">
                      <a16:creationId xmlns:a16="http://schemas.microsoft.com/office/drawing/2014/main" id="{7E43B1C7-DA19-6BF0-1BA4-747F8F0B3014}"/>
                    </a:ext>
                  </a:extLst>
                </p:cNvPr>
                <p:cNvPicPr/>
                <p:nvPr/>
              </p:nvPicPr>
              <p:blipFill>
                <a:blip r:embed="rId428"/>
                <a:stretch>
                  <a:fillRect/>
                </a:stretch>
              </p:blipFill>
              <p:spPr>
                <a:xfrm>
                  <a:off x="10650758" y="3550176"/>
                  <a:ext cx="57960" cy="318960"/>
                </a:xfrm>
                <a:prstGeom prst="rect">
                  <a:avLst/>
                </a:prstGeom>
              </p:spPr>
            </p:pic>
          </mc:Fallback>
        </mc:AlternateContent>
        <mc:AlternateContent xmlns:mc="http://schemas.openxmlformats.org/markup-compatibility/2006">
          <mc:Choice xmlns:p14="http://schemas.microsoft.com/office/powerpoint/2010/main" Requires="p14">
            <p:contentPart p14:bwMode="auto" r:id="rId429">
              <p14:nvContentPartPr>
                <p14:cNvPr id="361" name="Ink 360">
                  <a:extLst>
                    <a:ext uri="{FF2B5EF4-FFF2-40B4-BE49-F238E27FC236}">
                      <a16:creationId xmlns:a16="http://schemas.microsoft.com/office/drawing/2014/main" id="{BF5A8D38-91C2-7AF4-A4B5-26C02FB1A1EB}"/>
                    </a:ext>
                  </a:extLst>
                </p14:cNvPr>
                <p14:cNvContentPartPr/>
                <p14:nvPr/>
              </p14:nvContentPartPr>
              <p14:xfrm>
                <a:off x="7684358" y="4001616"/>
                <a:ext cx="636480" cy="104040"/>
              </p14:xfrm>
            </p:contentPart>
          </mc:Choice>
          <mc:Fallback>
            <p:pic>
              <p:nvPicPr>
                <p:cNvPr id="361" name="Ink 360">
                  <a:extLst>
                    <a:ext uri="{FF2B5EF4-FFF2-40B4-BE49-F238E27FC236}">
                      <a16:creationId xmlns:a16="http://schemas.microsoft.com/office/drawing/2014/main" id="{BF5A8D38-91C2-7AF4-A4B5-26C02FB1A1EB}"/>
                    </a:ext>
                  </a:extLst>
                </p:cNvPr>
                <p:cNvPicPr/>
                <p:nvPr/>
              </p:nvPicPr>
              <p:blipFill>
                <a:blip r:embed="rId430"/>
                <a:stretch>
                  <a:fillRect/>
                </a:stretch>
              </p:blipFill>
              <p:spPr>
                <a:xfrm>
                  <a:off x="7680038" y="3997296"/>
                  <a:ext cx="64512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431">
              <p14:nvContentPartPr>
                <p14:cNvPr id="362" name="Ink 361">
                  <a:extLst>
                    <a:ext uri="{FF2B5EF4-FFF2-40B4-BE49-F238E27FC236}">
                      <a16:creationId xmlns:a16="http://schemas.microsoft.com/office/drawing/2014/main" id="{1523D9DB-2C00-A017-D9EC-5F3429236C31}"/>
                    </a:ext>
                  </a:extLst>
                </p14:cNvPr>
                <p14:cNvContentPartPr/>
                <p14:nvPr/>
              </p14:nvContentPartPr>
              <p14:xfrm>
                <a:off x="7749158" y="3956616"/>
                <a:ext cx="555840" cy="71280"/>
              </p14:xfrm>
            </p:contentPart>
          </mc:Choice>
          <mc:Fallback>
            <p:pic>
              <p:nvPicPr>
                <p:cNvPr id="362" name="Ink 361">
                  <a:extLst>
                    <a:ext uri="{FF2B5EF4-FFF2-40B4-BE49-F238E27FC236}">
                      <a16:creationId xmlns:a16="http://schemas.microsoft.com/office/drawing/2014/main" id="{1523D9DB-2C00-A017-D9EC-5F3429236C31}"/>
                    </a:ext>
                  </a:extLst>
                </p:cNvPr>
                <p:cNvPicPr/>
                <p:nvPr/>
              </p:nvPicPr>
              <p:blipFill>
                <a:blip r:embed="rId432"/>
                <a:stretch>
                  <a:fillRect/>
                </a:stretch>
              </p:blipFill>
              <p:spPr>
                <a:xfrm>
                  <a:off x="7744838" y="3952296"/>
                  <a:ext cx="56448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433">
              <p14:nvContentPartPr>
                <p14:cNvPr id="363" name="Ink 362">
                  <a:extLst>
                    <a:ext uri="{FF2B5EF4-FFF2-40B4-BE49-F238E27FC236}">
                      <a16:creationId xmlns:a16="http://schemas.microsoft.com/office/drawing/2014/main" id="{FFA89F48-4912-2630-3BE4-FA69F9FBFE57}"/>
                    </a:ext>
                  </a:extLst>
                </p14:cNvPr>
                <p14:cNvContentPartPr/>
                <p14:nvPr/>
              </p14:nvContentPartPr>
              <p14:xfrm>
                <a:off x="9979358" y="3873096"/>
                <a:ext cx="566280" cy="65160"/>
              </p14:xfrm>
            </p:contentPart>
          </mc:Choice>
          <mc:Fallback>
            <p:pic>
              <p:nvPicPr>
                <p:cNvPr id="363" name="Ink 362">
                  <a:extLst>
                    <a:ext uri="{FF2B5EF4-FFF2-40B4-BE49-F238E27FC236}">
                      <a16:creationId xmlns:a16="http://schemas.microsoft.com/office/drawing/2014/main" id="{FFA89F48-4912-2630-3BE4-FA69F9FBFE57}"/>
                    </a:ext>
                  </a:extLst>
                </p:cNvPr>
                <p:cNvPicPr/>
                <p:nvPr/>
              </p:nvPicPr>
              <p:blipFill>
                <a:blip r:embed="rId434"/>
                <a:stretch>
                  <a:fillRect/>
                </a:stretch>
              </p:blipFill>
              <p:spPr>
                <a:xfrm>
                  <a:off x="9975038" y="3868776"/>
                  <a:ext cx="57492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435">
              <p14:nvContentPartPr>
                <p14:cNvPr id="364" name="Ink 363">
                  <a:extLst>
                    <a:ext uri="{FF2B5EF4-FFF2-40B4-BE49-F238E27FC236}">
                      <a16:creationId xmlns:a16="http://schemas.microsoft.com/office/drawing/2014/main" id="{A816161A-82AC-C598-A23C-5934E81BE0C8}"/>
                    </a:ext>
                  </a:extLst>
                </p14:cNvPr>
                <p14:cNvContentPartPr/>
                <p14:nvPr/>
              </p14:nvContentPartPr>
              <p14:xfrm>
                <a:off x="10075118" y="3955896"/>
                <a:ext cx="420480" cy="68400"/>
              </p14:xfrm>
            </p:contentPart>
          </mc:Choice>
          <mc:Fallback>
            <p:pic>
              <p:nvPicPr>
                <p:cNvPr id="364" name="Ink 363">
                  <a:extLst>
                    <a:ext uri="{FF2B5EF4-FFF2-40B4-BE49-F238E27FC236}">
                      <a16:creationId xmlns:a16="http://schemas.microsoft.com/office/drawing/2014/main" id="{A816161A-82AC-C598-A23C-5934E81BE0C8}"/>
                    </a:ext>
                  </a:extLst>
                </p:cNvPr>
                <p:cNvPicPr/>
                <p:nvPr/>
              </p:nvPicPr>
              <p:blipFill>
                <a:blip r:embed="rId436"/>
                <a:stretch>
                  <a:fillRect/>
                </a:stretch>
              </p:blipFill>
              <p:spPr>
                <a:xfrm>
                  <a:off x="10070798" y="3951576"/>
                  <a:ext cx="42912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437">
              <p14:nvContentPartPr>
                <p14:cNvPr id="366" name="Ink 365">
                  <a:extLst>
                    <a:ext uri="{FF2B5EF4-FFF2-40B4-BE49-F238E27FC236}">
                      <a16:creationId xmlns:a16="http://schemas.microsoft.com/office/drawing/2014/main" id="{DE3E8CC8-ED75-177D-EC6B-32B13A18260C}"/>
                    </a:ext>
                  </a:extLst>
                </p14:cNvPr>
                <p14:cNvContentPartPr/>
                <p14:nvPr/>
              </p14:nvContentPartPr>
              <p14:xfrm>
                <a:off x="8389238" y="3466656"/>
                <a:ext cx="217080" cy="136440"/>
              </p14:xfrm>
            </p:contentPart>
          </mc:Choice>
          <mc:Fallback>
            <p:pic>
              <p:nvPicPr>
                <p:cNvPr id="366" name="Ink 365">
                  <a:extLst>
                    <a:ext uri="{FF2B5EF4-FFF2-40B4-BE49-F238E27FC236}">
                      <a16:creationId xmlns:a16="http://schemas.microsoft.com/office/drawing/2014/main" id="{DE3E8CC8-ED75-177D-EC6B-32B13A18260C}"/>
                    </a:ext>
                  </a:extLst>
                </p:cNvPr>
                <p:cNvPicPr/>
                <p:nvPr/>
              </p:nvPicPr>
              <p:blipFill>
                <a:blip r:embed="rId438"/>
                <a:stretch>
                  <a:fillRect/>
                </a:stretch>
              </p:blipFill>
              <p:spPr>
                <a:xfrm>
                  <a:off x="8384918" y="3462336"/>
                  <a:ext cx="22572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439">
              <p14:nvContentPartPr>
                <p14:cNvPr id="368" name="Ink 367">
                  <a:extLst>
                    <a:ext uri="{FF2B5EF4-FFF2-40B4-BE49-F238E27FC236}">
                      <a16:creationId xmlns:a16="http://schemas.microsoft.com/office/drawing/2014/main" id="{70491F81-AE82-DE7D-1EB1-0C5E9B6B1068}"/>
                    </a:ext>
                  </a:extLst>
                </p14:cNvPr>
                <p14:cNvContentPartPr/>
                <p14:nvPr/>
              </p14:nvContentPartPr>
              <p14:xfrm>
                <a:off x="8970638" y="3937176"/>
                <a:ext cx="616320" cy="56520"/>
              </p14:xfrm>
            </p:contentPart>
          </mc:Choice>
          <mc:Fallback>
            <p:pic>
              <p:nvPicPr>
                <p:cNvPr id="368" name="Ink 367">
                  <a:extLst>
                    <a:ext uri="{FF2B5EF4-FFF2-40B4-BE49-F238E27FC236}">
                      <a16:creationId xmlns:a16="http://schemas.microsoft.com/office/drawing/2014/main" id="{70491F81-AE82-DE7D-1EB1-0C5E9B6B1068}"/>
                    </a:ext>
                  </a:extLst>
                </p:cNvPr>
                <p:cNvPicPr/>
                <p:nvPr/>
              </p:nvPicPr>
              <p:blipFill>
                <a:blip r:embed="rId440"/>
                <a:stretch>
                  <a:fillRect/>
                </a:stretch>
              </p:blipFill>
              <p:spPr>
                <a:xfrm>
                  <a:off x="8966318" y="3932856"/>
                  <a:ext cx="62496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441">
              <p14:nvContentPartPr>
                <p14:cNvPr id="369" name="Ink 368">
                  <a:extLst>
                    <a:ext uri="{FF2B5EF4-FFF2-40B4-BE49-F238E27FC236}">
                      <a16:creationId xmlns:a16="http://schemas.microsoft.com/office/drawing/2014/main" id="{E5718C1B-39A3-AFD8-C4CB-D52C3AC46FB2}"/>
                    </a:ext>
                  </a:extLst>
                </p14:cNvPr>
                <p14:cNvContentPartPr/>
                <p14:nvPr/>
              </p14:nvContentPartPr>
              <p14:xfrm>
                <a:off x="9032918" y="4016736"/>
                <a:ext cx="572400" cy="52920"/>
              </p14:xfrm>
            </p:contentPart>
          </mc:Choice>
          <mc:Fallback>
            <p:pic>
              <p:nvPicPr>
                <p:cNvPr id="369" name="Ink 368">
                  <a:extLst>
                    <a:ext uri="{FF2B5EF4-FFF2-40B4-BE49-F238E27FC236}">
                      <a16:creationId xmlns:a16="http://schemas.microsoft.com/office/drawing/2014/main" id="{E5718C1B-39A3-AFD8-C4CB-D52C3AC46FB2}"/>
                    </a:ext>
                  </a:extLst>
                </p:cNvPr>
                <p:cNvPicPr/>
                <p:nvPr/>
              </p:nvPicPr>
              <p:blipFill>
                <a:blip r:embed="rId442"/>
                <a:stretch>
                  <a:fillRect/>
                </a:stretch>
              </p:blipFill>
              <p:spPr>
                <a:xfrm>
                  <a:off x="9028598" y="4012416"/>
                  <a:ext cx="58104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443">
              <p14:nvContentPartPr>
                <p14:cNvPr id="371" name="Ink 370">
                  <a:extLst>
                    <a:ext uri="{FF2B5EF4-FFF2-40B4-BE49-F238E27FC236}">
                      <a16:creationId xmlns:a16="http://schemas.microsoft.com/office/drawing/2014/main" id="{A721510A-8A7B-91EA-68E4-D79D55BE0B5C}"/>
                    </a:ext>
                  </a:extLst>
                </p14:cNvPr>
                <p14:cNvContentPartPr/>
                <p14:nvPr/>
              </p14:nvContentPartPr>
              <p14:xfrm>
                <a:off x="10052798" y="3868776"/>
                <a:ext cx="477000" cy="43920"/>
              </p14:xfrm>
            </p:contentPart>
          </mc:Choice>
          <mc:Fallback>
            <p:pic>
              <p:nvPicPr>
                <p:cNvPr id="371" name="Ink 370">
                  <a:extLst>
                    <a:ext uri="{FF2B5EF4-FFF2-40B4-BE49-F238E27FC236}">
                      <a16:creationId xmlns:a16="http://schemas.microsoft.com/office/drawing/2014/main" id="{A721510A-8A7B-91EA-68E4-D79D55BE0B5C}"/>
                    </a:ext>
                  </a:extLst>
                </p:cNvPr>
                <p:cNvPicPr/>
                <p:nvPr/>
              </p:nvPicPr>
              <p:blipFill>
                <a:blip r:embed="rId444"/>
                <a:stretch>
                  <a:fillRect/>
                </a:stretch>
              </p:blipFill>
              <p:spPr>
                <a:xfrm>
                  <a:off x="10048478" y="3864456"/>
                  <a:ext cx="485640" cy="52560"/>
                </a:xfrm>
                <a:prstGeom prst="rect">
                  <a:avLst/>
                </a:prstGeom>
              </p:spPr>
            </p:pic>
          </mc:Fallback>
        </mc:AlternateContent>
        <mc:AlternateContent xmlns:mc="http://schemas.openxmlformats.org/markup-compatibility/2006">
          <mc:Choice xmlns:p14="http://schemas.microsoft.com/office/powerpoint/2010/main" Requires="p14">
            <p:contentPart p14:bwMode="auto" r:id="rId445">
              <p14:nvContentPartPr>
                <p14:cNvPr id="373" name="Ink 372">
                  <a:extLst>
                    <a:ext uri="{FF2B5EF4-FFF2-40B4-BE49-F238E27FC236}">
                      <a16:creationId xmlns:a16="http://schemas.microsoft.com/office/drawing/2014/main" id="{2C90AE73-81D5-5048-0B5F-CFF0AF472A7F}"/>
                    </a:ext>
                  </a:extLst>
                </p14:cNvPr>
                <p14:cNvContentPartPr/>
                <p14:nvPr/>
              </p14:nvContentPartPr>
              <p14:xfrm>
                <a:off x="10075838" y="4503096"/>
                <a:ext cx="13680" cy="14760"/>
              </p14:xfrm>
            </p:contentPart>
          </mc:Choice>
          <mc:Fallback>
            <p:pic>
              <p:nvPicPr>
                <p:cNvPr id="373" name="Ink 372">
                  <a:extLst>
                    <a:ext uri="{FF2B5EF4-FFF2-40B4-BE49-F238E27FC236}">
                      <a16:creationId xmlns:a16="http://schemas.microsoft.com/office/drawing/2014/main" id="{2C90AE73-81D5-5048-0B5F-CFF0AF472A7F}"/>
                    </a:ext>
                  </a:extLst>
                </p:cNvPr>
                <p:cNvPicPr/>
                <p:nvPr/>
              </p:nvPicPr>
              <p:blipFill>
                <a:blip r:embed="rId446"/>
                <a:stretch>
                  <a:fillRect/>
                </a:stretch>
              </p:blipFill>
              <p:spPr>
                <a:xfrm>
                  <a:off x="10071518" y="4498776"/>
                  <a:ext cx="2232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447">
              <p14:nvContentPartPr>
                <p14:cNvPr id="374" name="Ink 373">
                  <a:extLst>
                    <a:ext uri="{FF2B5EF4-FFF2-40B4-BE49-F238E27FC236}">
                      <a16:creationId xmlns:a16="http://schemas.microsoft.com/office/drawing/2014/main" id="{99775691-61DB-BBFB-839C-5A9193753DBD}"/>
                    </a:ext>
                  </a:extLst>
                </p14:cNvPr>
                <p14:cNvContentPartPr/>
                <p14:nvPr/>
              </p14:nvContentPartPr>
              <p14:xfrm>
                <a:off x="10906358" y="4960296"/>
                <a:ext cx="684720" cy="58320"/>
              </p14:xfrm>
            </p:contentPart>
          </mc:Choice>
          <mc:Fallback>
            <p:pic>
              <p:nvPicPr>
                <p:cNvPr id="374" name="Ink 373">
                  <a:extLst>
                    <a:ext uri="{FF2B5EF4-FFF2-40B4-BE49-F238E27FC236}">
                      <a16:creationId xmlns:a16="http://schemas.microsoft.com/office/drawing/2014/main" id="{99775691-61DB-BBFB-839C-5A9193753DBD}"/>
                    </a:ext>
                  </a:extLst>
                </p:cNvPr>
                <p:cNvPicPr/>
                <p:nvPr/>
              </p:nvPicPr>
              <p:blipFill>
                <a:blip r:embed="rId448"/>
                <a:stretch>
                  <a:fillRect/>
                </a:stretch>
              </p:blipFill>
              <p:spPr>
                <a:xfrm>
                  <a:off x="10902038" y="4955976"/>
                  <a:ext cx="693360" cy="66960"/>
                </a:xfrm>
                <a:prstGeom prst="rect">
                  <a:avLst/>
                </a:prstGeom>
              </p:spPr>
            </p:pic>
          </mc:Fallback>
        </mc:AlternateContent>
        <mc:AlternateContent xmlns:mc="http://schemas.openxmlformats.org/markup-compatibility/2006">
          <mc:Choice xmlns:p14="http://schemas.microsoft.com/office/powerpoint/2010/main" Requires="p14">
            <p:contentPart p14:bwMode="auto" r:id="rId449">
              <p14:nvContentPartPr>
                <p14:cNvPr id="375" name="Ink 374">
                  <a:extLst>
                    <a:ext uri="{FF2B5EF4-FFF2-40B4-BE49-F238E27FC236}">
                      <a16:creationId xmlns:a16="http://schemas.microsoft.com/office/drawing/2014/main" id="{64BD8182-A114-6546-AEF0-39A821BA1F30}"/>
                    </a:ext>
                  </a:extLst>
                </p14:cNvPr>
                <p14:cNvContentPartPr/>
                <p14:nvPr/>
              </p14:nvContentPartPr>
              <p14:xfrm>
                <a:off x="10941998" y="5026896"/>
                <a:ext cx="661680" cy="70560"/>
              </p14:xfrm>
            </p:contentPart>
          </mc:Choice>
          <mc:Fallback>
            <p:pic>
              <p:nvPicPr>
                <p:cNvPr id="375" name="Ink 374">
                  <a:extLst>
                    <a:ext uri="{FF2B5EF4-FFF2-40B4-BE49-F238E27FC236}">
                      <a16:creationId xmlns:a16="http://schemas.microsoft.com/office/drawing/2014/main" id="{64BD8182-A114-6546-AEF0-39A821BA1F30}"/>
                    </a:ext>
                  </a:extLst>
                </p:cNvPr>
                <p:cNvPicPr/>
                <p:nvPr/>
              </p:nvPicPr>
              <p:blipFill>
                <a:blip r:embed="rId450"/>
                <a:stretch>
                  <a:fillRect/>
                </a:stretch>
              </p:blipFill>
              <p:spPr>
                <a:xfrm>
                  <a:off x="10937678" y="5022576"/>
                  <a:ext cx="67032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451">
              <p14:nvContentPartPr>
                <p14:cNvPr id="377" name="Ink 376">
                  <a:extLst>
                    <a:ext uri="{FF2B5EF4-FFF2-40B4-BE49-F238E27FC236}">
                      <a16:creationId xmlns:a16="http://schemas.microsoft.com/office/drawing/2014/main" id="{175505BB-9A2F-DEEE-8A70-A6FC299550B7}"/>
                    </a:ext>
                  </a:extLst>
                </p14:cNvPr>
                <p14:cNvContentPartPr/>
                <p14:nvPr/>
              </p14:nvContentPartPr>
              <p14:xfrm>
                <a:off x="11066558" y="4977936"/>
                <a:ext cx="95040" cy="9000"/>
              </p14:xfrm>
            </p:contentPart>
          </mc:Choice>
          <mc:Fallback>
            <p:pic>
              <p:nvPicPr>
                <p:cNvPr id="377" name="Ink 376">
                  <a:extLst>
                    <a:ext uri="{FF2B5EF4-FFF2-40B4-BE49-F238E27FC236}">
                      <a16:creationId xmlns:a16="http://schemas.microsoft.com/office/drawing/2014/main" id="{175505BB-9A2F-DEEE-8A70-A6FC299550B7}"/>
                    </a:ext>
                  </a:extLst>
                </p:cNvPr>
                <p:cNvPicPr/>
                <p:nvPr/>
              </p:nvPicPr>
              <p:blipFill>
                <a:blip r:embed="rId452"/>
                <a:stretch>
                  <a:fillRect/>
                </a:stretch>
              </p:blipFill>
              <p:spPr>
                <a:xfrm>
                  <a:off x="11062238" y="4973616"/>
                  <a:ext cx="103680" cy="17640"/>
                </a:xfrm>
                <a:prstGeom prst="rect">
                  <a:avLst/>
                </a:prstGeom>
              </p:spPr>
            </p:pic>
          </mc:Fallback>
        </mc:AlternateContent>
        <mc:AlternateContent xmlns:mc="http://schemas.openxmlformats.org/markup-compatibility/2006">
          <mc:Choice xmlns:p14="http://schemas.microsoft.com/office/powerpoint/2010/main" Requires="p14">
            <p:contentPart p14:bwMode="auto" r:id="rId453">
              <p14:nvContentPartPr>
                <p14:cNvPr id="378" name="Ink 377">
                  <a:extLst>
                    <a:ext uri="{FF2B5EF4-FFF2-40B4-BE49-F238E27FC236}">
                      <a16:creationId xmlns:a16="http://schemas.microsoft.com/office/drawing/2014/main" id="{DE64D973-33B6-3BD2-C3BB-842E6764CD95}"/>
                    </a:ext>
                  </a:extLst>
                </p14:cNvPr>
                <p14:cNvContentPartPr/>
                <p14:nvPr/>
              </p14:nvContentPartPr>
              <p14:xfrm>
                <a:off x="11543198" y="4394016"/>
                <a:ext cx="95760" cy="4680"/>
              </p14:xfrm>
            </p:contentPart>
          </mc:Choice>
          <mc:Fallback>
            <p:pic>
              <p:nvPicPr>
                <p:cNvPr id="378" name="Ink 377">
                  <a:extLst>
                    <a:ext uri="{FF2B5EF4-FFF2-40B4-BE49-F238E27FC236}">
                      <a16:creationId xmlns:a16="http://schemas.microsoft.com/office/drawing/2014/main" id="{DE64D973-33B6-3BD2-C3BB-842E6764CD95}"/>
                    </a:ext>
                  </a:extLst>
                </p:cNvPr>
                <p:cNvPicPr/>
                <p:nvPr/>
              </p:nvPicPr>
              <p:blipFill>
                <a:blip r:embed="rId454"/>
                <a:stretch>
                  <a:fillRect/>
                </a:stretch>
              </p:blipFill>
              <p:spPr>
                <a:xfrm>
                  <a:off x="11538878" y="4389696"/>
                  <a:ext cx="104400" cy="13320"/>
                </a:xfrm>
                <a:prstGeom prst="rect">
                  <a:avLst/>
                </a:prstGeom>
              </p:spPr>
            </p:pic>
          </mc:Fallback>
        </mc:AlternateContent>
      </p:grpSp>
      <p:grpSp>
        <p:nvGrpSpPr>
          <p:cNvPr id="395" name="Group 394">
            <a:extLst>
              <a:ext uri="{FF2B5EF4-FFF2-40B4-BE49-F238E27FC236}">
                <a16:creationId xmlns:a16="http://schemas.microsoft.com/office/drawing/2014/main" id="{3A8EDAA6-FB06-8082-A16F-F7F2F3233890}"/>
              </a:ext>
            </a:extLst>
          </p:cNvPr>
          <p:cNvGrpSpPr/>
          <p:nvPr/>
        </p:nvGrpSpPr>
        <p:grpSpPr>
          <a:xfrm>
            <a:off x="7727918" y="4327056"/>
            <a:ext cx="1836000" cy="437040"/>
            <a:chOff x="7727918" y="4327056"/>
            <a:chExt cx="1836000" cy="437040"/>
          </a:xfrm>
        </p:grpSpPr>
        <mc:AlternateContent xmlns:mc="http://schemas.openxmlformats.org/markup-compatibility/2006">
          <mc:Choice xmlns:p14="http://schemas.microsoft.com/office/powerpoint/2010/main" Requires="p14">
            <p:contentPart p14:bwMode="auto" r:id="rId455">
              <p14:nvContentPartPr>
                <p14:cNvPr id="380" name="Ink 379">
                  <a:extLst>
                    <a:ext uri="{FF2B5EF4-FFF2-40B4-BE49-F238E27FC236}">
                      <a16:creationId xmlns:a16="http://schemas.microsoft.com/office/drawing/2014/main" id="{4B428243-7428-70C7-4CA1-6F1E237CF1F2}"/>
                    </a:ext>
                  </a:extLst>
                </p14:cNvPr>
                <p14:cNvContentPartPr/>
                <p14:nvPr/>
              </p14:nvContentPartPr>
              <p14:xfrm>
                <a:off x="7727918" y="4371336"/>
                <a:ext cx="92520" cy="269280"/>
              </p14:xfrm>
            </p:contentPart>
          </mc:Choice>
          <mc:Fallback>
            <p:pic>
              <p:nvPicPr>
                <p:cNvPr id="380" name="Ink 379">
                  <a:extLst>
                    <a:ext uri="{FF2B5EF4-FFF2-40B4-BE49-F238E27FC236}">
                      <a16:creationId xmlns:a16="http://schemas.microsoft.com/office/drawing/2014/main" id="{4B428243-7428-70C7-4CA1-6F1E237CF1F2}"/>
                    </a:ext>
                  </a:extLst>
                </p:cNvPr>
                <p:cNvPicPr/>
                <p:nvPr/>
              </p:nvPicPr>
              <p:blipFill>
                <a:blip r:embed="rId456"/>
                <a:stretch>
                  <a:fillRect/>
                </a:stretch>
              </p:blipFill>
              <p:spPr>
                <a:xfrm>
                  <a:off x="7723598" y="4367016"/>
                  <a:ext cx="101160" cy="277920"/>
                </a:xfrm>
                <a:prstGeom prst="rect">
                  <a:avLst/>
                </a:prstGeom>
              </p:spPr>
            </p:pic>
          </mc:Fallback>
        </mc:AlternateContent>
        <mc:AlternateContent xmlns:mc="http://schemas.openxmlformats.org/markup-compatibility/2006">
          <mc:Choice xmlns:p14="http://schemas.microsoft.com/office/powerpoint/2010/main" Requires="p14">
            <p:contentPart p14:bwMode="auto" r:id="rId457">
              <p14:nvContentPartPr>
                <p14:cNvPr id="381" name="Ink 380">
                  <a:extLst>
                    <a:ext uri="{FF2B5EF4-FFF2-40B4-BE49-F238E27FC236}">
                      <a16:creationId xmlns:a16="http://schemas.microsoft.com/office/drawing/2014/main" id="{869AF133-EF0A-FC50-EB13-6A9040D77B42}"/>
                    </a:ext>
                  </a:extLst>
                </p14:cNvPr>
                <p14:cNvContentPartPr/>
                <p14:nvPr/>
              </p14:nvContentPartPr>
              <p14:xfrm>
                <a:off x="7814678" y="4462776"/>
                <a:ext cx="149400" cy="128520"/>
              </p14:xfrm>
            </p:contentPart>
          </mc:Choice>
          <mc:Fallback>
            <p:pic>
              <p:nvPicPr>
                <p:cNvPr id="381" name="Ink 380">
                  <a:extLst>
                    <a:ext uri="{FF2B5EF4-FFF2-40B4-BE49-F238E27FC236}">
                      <a16:creationId xmlns:a16="http://schemas.microsoft.com/office/drawing/2014/main" id="{869AF133-EF0A-FC50-EB13-6A9040D77B42}"/>
                    </a:ext>
                  </a:extLst>
                </p:cNvPr>
                <p:cNvPicPr/>
                <p:nvPr/>
              </p:nvPicPr>
              <p:blipFill>
                <a:blip r:embed="rId458"/>
                <a:stretch>
                  <a:fillRect/>
                </a:stretch>
              </p:blipFill>
              <p:spPr>
                <a:xfrm>
                  <a:off x="7810358" y="4458456"/>
                  <a:ext cx="15804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459">
              <p14:nvContentPartPr>
                <p14:cNvPr id="382" name="Ink 381">
                  <a:extLst>
                    <a:ext uri="{FF2B5EF4-FFF2-40B4-BE49-F238E27FC236}">
                      <a16:creationId xmlns:a16="http://schemas.microsoft.com/office/drawing/2014/main" id="{351C8991-5F2F-EE93-27D5-B98EBAACB6F2}"/>
                    </a:ext>
                  </a:extLst>
                </p14:cNvPr>
                <p14:cNvContentPartPr/>
                <p14:nvPr/>
              </p14:nvContentPartPr>
              <p14:xfrm>
                <a:off x="7888838" y="4461696"/>
                <a:ext cx="39240" cy="75600"/>
              </p14:xfrm>
            </p:contentPart>
          </mc:Choice>
          <mc:Fallback>
            <p:pic>
              <p:nvPicPr>
                <p:cNvPr id="382" name="Ink 381">
                  <a:extLst>
                    <a:ext uri="{FF2B5EF4-FFF2-40B4-BE49-F238E27FC236}">
                      <a16:creationId xmlns:a16="http://schemas.microsoft.com/office/drawing/2014/main" id="{351C8991-5F2F-EE93-27D5-B98EBAACB6F2}"/>
                    </a:ext>
                  </a:extLst>
                </p:cNvPr>
                <p:cNvPicPr/>
                <p:nvPr/>
              </p:nvPicPr>
              <p:blipFill>
                <a:blip r:embed="rId460"/>
                <a:stretch>
                  <a:fillRect/>
                </a:stretch>
              </p:blipFill>
              <p:spPr>
                <a:xfrm>
                  <a:off x="7884518" y="4457376"/>
                  <a:ext cx="4788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461">
              <p14:nvContentPartPr>
                <p14:cNvPr id="383" name="Ink 382">
                  <a:extLst>
                    <a:ext uri="{FF2B5EF4-FFF2-40B4-BE49-F238E27FC236}">
                      <a16:creationId xmlns:a16="http://schemas.microsoft.com/office/drawing/2014/main" id="{012CB791-84C5-A435-8F8B-CF19E2FA4FED}"/>
                    </a:ext>
                  </a:extLst>
                </p14:cNvPr>
                <p14:cNvContentPartPr/>
                <p14:nvPr/>
              </p14:nvContentPartPr>
              <p14:xfrm>
                <a:off x="7997918" y="4580856"/>
                <a:ext cx="2880" cy="103680"/>
              </p14:xfrm>
            </p:contentPart>
          </mc:Choice>
          <mc:Fallback>
            <p:pic>
              <p:nvPicPr>
                <p:cNvPr id="383" name="Ink 382">
                  <a:extLst>
                    <a:ext uri="{FF2B5EF4-FFF2-40B4-BE49-F238E27FC236}">
                      <a16:creationId xmlns:a16="http://schemas.microsoft.com/office/drawing/2014/main" id="{012CB791-84C5-A435-8F8B-CF19E2FA4FED}"/>
                    </a:ext>
                  </a:extLst>
                </p:cNvPr>
                <p:cNvPicPr/>
                <p:nvPr/>
              </p:nvPicPr>
              <p:blipFill>
                <a:blip r:embed="rId462"/>
                <a:stretch>
                  <a:fillRect/>
                </a:stretch>
              </p:blipFill>
              <p:spPr>
                <a:xfrm>
                  <a:off x="7993598" y="4576536"/>
                  <a:ext cx="1152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463">
              <p14:nvContentPartPr>
                <p14:cNvPr id="384" name="Ink 383">
                  <a:extLst>
                    <a:ext uri="{FF2B5EF4-FFF2-40B4-BE49-F238E27FC236}">
                      <a16:creationId xmlns:a16="http://schemas.microsoft.com/office/drawing/2014/main" id="{FEEDFB5D-D99D-0DB4-C227-335D1DDCE939}"/>
                    </a:ext>
                  </a:extLst>
                </p14:cNvPr>
                <p14:cNvContentPartPr/>
                <p14:nvPr/>
              </p14:nvContentPartPr>
              <p14:xfrm>
                <a:off x="8077478" y="4497696"/>
                <a:ext cx="163800" cy="45360"/>
              </p14:xfrm>
            </p:contentPart>
          </mc:Choice>
          <mc:Fallback>
            <p:pic>
              <p:nvPicPr>
                <p:cNvPr id="384" name="Ink 383">
                  <a:extLst>
                    <a:ext uri="{FF2B5EF4-FFF2-40B4-BE49-F238E27FC236}">
                      <a16:creationId xmlns:a16="http://schemas.microsoft.com/office/drawing/2014/main" id="{FEEDFB5D-D99D-0DB4-C227-335D1DDCE939}"/>
                    </a:ext>
                  </a:extLst>
                </p:cNvPr>
                <p:cNvPicPr/>
                <p:nvPr/>
              </p:nvPicPr>
              <p:blipFill>
                <a:blip r:embed="rId464"/>
                <a:stretch>
                  <a:fillRect/>
                </a:stretch>
              </p:blipFill>
              <p:spPr>
                <a:xfrm>
                  <a:off x="8073158" y="4493376"/>
                  <a:ext cx="17244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465">
              <p14:nvContentPartPr>
                <p14:cNvPr id="385" name="Ink 384">
                  <a:extLst>
                    <a:ext uri="{FF2B5EF4-FFF2-40B4-BE49-F238E27FC236}">
                      <a16:creationId xmlns:a16="http://schemas.microsoft.com/office/drawing/2014/main" id="{9DB36D69-90E6-3678-CCC9-B3DDAAB255A3}"/>
                    </a:ext>
                  </a:extLst>
                </p14:cNvPr>
                <p14:cNvContentPartPr/>
                <p14:nvPr/>
              </p14:nvContentPartPr>
              <p14:xfrm>
                <a:off x="8316158" y="4412016"/>
                <a:ext cx="167040" cy="206280"/>
              </p14:xfrm>
            </p:contentPart>
          </mc:Choice>
          <mc:Fallback>
            <p:pic>
              <p:nvPicPr>
                <p:cNvPr id="385" name="Ink 384">
                  <a:extLst>
                    <a:ext uri="{FF2B5EF4-FFF2-40B4-BE49-F238E27FC236}">
                      <a16:creationId xmlns:a16="http://schemas.microsoft.com/office/drawing/2014/main" id="{9DB36D69-90E6-3678-CCC9-B3DDAAB255A3}"/>
                    </a:ext>
                  </a:extLst>
                </p:cNvPr>
                <p:cNvPicPr/>
                <p:nvPr/>
              </p:nvPicPr>
              <p:blipFill>
                <a:blip r:embed="rId466"/>
                <a:stretch>
                  <a:fillRect/>
                </a:stretch>
              </p:blipFill>
              <p:spPr>
                <a:xfrm>
                  <a:off x="8311838" y="4407696"/>
                  <a:ext cx="175680" cy="214920"/>
                </a:xfrm>
                <a:prstGeom prst="rect">
                  <a:avLst/>
                </a:prstGeom>
              </p:spPr>
            </p:pic>
          </mc:Fallback>
        </mc:AlternateContent>
        <mc:AlternateContent xmlns:mc="http://schemas.openxmlformats.org/markup-compatibility/2006">
          <mc:Choice xmlns:p14="http://schemas.microsoft.com/office/powerpoint/2010/main" Requires="p14">
            <p:contentPart p14:bwMode="auto" r:id="rId467">
              <p14:nvContentPartPr>
                <p14:cNvPr id="386" name="Ink 385">
                  <a:extLst>
                    <a:ext uri="{FF2B5EF4-FFF2-40B4-BE49-F238E27FC236}">
                      <a16:creationId xmlns:a16="http://schemas.microsoft.com/office/drawing/2014/main" id="{D3513A96-3D0B-8A14-373A-6D8E298CC0FB}"/>
                    </a:ext>
                  </a:extLst>
                </p14:cNvPr>
                <p14:cNvContentPartPr/>
                <p14:nvPr/>
              </p14:nvContentPartPr>
              <p14:xfrm>
                <a:off x="8510558" y="4545576"/>
                <a:ext cx="8640" cy="70920"/>
              </p14:xfrm>
            </p:contentPart>
          </mc:Choice>
          <mc:Fallback>
            <p:pic>
              <p:nvPicPr>
                <p:cNvPr id="386" name="Ink 385">
                  <a:extLst>
                    <a:ext uri="{FF2B5EF4-FFF2-40B4-BE49-F238E27FC236}">
                      <a16:creationId xmlns:a16="http://schemas.microsoft.com/office/drawing/2014/main" id="{D3513A96-3D0B-8A14-373A-6D8E298CC0FB}"/>
                    </a:ext>
                  </a:extLst>
                </p:cNvPr>
                <p:cNvPicPr/>
                <p:nvPr/>
              </p:nvPicPr>
              <p:blipFill>
                <a:blip r:embed="rId468"/>
                <a:stretch>
                  <a:fillRect/>
                </a:stretch>
              </p:blipFill>
              <p:spPr>
                <a:xfrm>
                  <a:off x="8506238" y="4541256"/>
                  <a:ext cx="1728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469">
              <p14:nvContentPartPr>
                <p14:cNvPr id="387" name="Ink 386">
                  <a:extLst>
                    <a:ext uri="{FF2B5EF4-FFF2-40B4-BE49-F238E27FC236}">
                      <a16:creationId xmlns:a16="http://schemas.microsoft.com/office/drawing/2014/main" id="{508EF41E-FF6E-5CB9-E87D-4C88F47800EF}"/>
                    </a:ext>
                  </a:extLst>
                </p14:cNvPr>
                <p14:cNvContentPartPr/>
                <p14:nvPr/>
              </p14:nvContentPartPr>
              <p14:xfrm>
                <a:off x="8514158" y="4327056"/>
                <a:ext cx="128520" cy="360360"/>
              </p14:xfrm>
            </p:contentPart>
          </mc:Choice>
          <mc:Fallback>
            <p:pic>
              <p:nvPicPr>
                <p:cNvPr id="387" name="Ink 386">
                  <a:extLst>
                    <a:ext uri="{FF2B5EF4-FFF2-40B4-BE49-F238E27FC236}">
                      <a16:creationId xmlns:a16="http://schemas.microsoft.com/office/drawing/2014/main" id="{508EF41E-FF6E-5CB9-E87D-4C88F47800EF}"/>
                    </a:ext>
                  </a:extLst>
                </p:cNvPr>
                <p:cNvPicPr/>
                <p:nvPr/>
              </p:nvPicPr>
              <p:blipFill>
                <a:blip r:embed="rId470"/>
                <a:stretch>
                  <a:fillRect/>
                </a:stretch>
              </p:blipFill>
              <p:spPr>
                <a:xfrm>
                  <a:off x="8509838" y="4322736"/>
                  <a:ext cx="137160" cy="369000"/>
                </a:xfrm>
                <a:prstGeom prst="rect">
                  <a:avLst/>
                </a:prstGeom>
              </p:spPr>
            </p:pic>
          </mc:Fallback>
        </mc:AlternateContent>
        <mc:AlternateContent xmlns:mc="http://schemas.openxmlformats.org/markup-compatibility/2006">
          <mc:Choice xmlns:p14="http://schemas.microsoft.com/office/powerpoint/2010/main" Requires="p14">
            <p:contentPart p14:bwMode="auto" r:id="rId471">
              <p14:nvContentPartPr>
                <p14:cNvPr id="388" name="Ink 387">
                  <a:extLst>
                    <a:ext uri="{FF2B5EF4-FFF2-40B4-BE49-F238E27FC236}">
                      <a16:creationId xmlns:a16="http://schemas.microsoft.com/office/drawing/2014/main" id="{7535FA98-8CB0-3B79-007E-4A75BCA02F30}"/>
                    </a:ext>
                  </a:extLst>
                </p14:cNvPr>
                <p14:cNvContentPartPr/>
                <p14:nvPr/>
              </p14:nvContentPartPr>
              <p14:xfrm>
                <a:off x="8744198" y="4340736"/>
                <a:ext cx="108000" cy="309240"/>
              </p14:xfrm>
            </p:contentPart>
          </mc:Choice>
          <mc:Fallback>
            <p:pic>
              <p:nvPicPr>
                <p:cNvPr id="388" name="Ink 387">
                  <a:extLst>
                    <a:ext uri="{FF2B5EF4-FFF2-40B4-BE49-F238E27FC236}">
                      <a16:creationId xmlns:a16="http://schemas.microsoft.com/office/drawing/2014/main" id="{7535FA98-8CB0-3B79-007E-4A75BCA02F30}"/>
                    </a:ext>
                  </a:extLst>
                </p:cNvPr>
                <p:cNvPicPr/>
                <p:nvPr/>
              </p:nvPicPr>
              <p:blipFill>
                <a:blip r:embed="rId472"/>
                <a:stretch>
                  <a:fillRect/>
                </a:stretch>
              </p:blipFill>
              <p:spPr>
                <a:xfrm>
                  <a:off x="8739878" y="4336416"/>
                  <a:ext cx="116640" cy="317880"/>
                </a:xfrm>
                <a:prstGeom prst="rect">
                  <a:avLst/>
                </a:prstGeom>
              </p:spPr>
            </p:pic>
          </mc:Fallback>
        </mc:AlternateContent>
        <mc:AlternateContent xmlns:mc="http://schemas.openxmlformats.org/markup-compatibility/2006">
          <mc:Choice xmlns:p14="http://schemas.microsoft.com/office/powerpoint/2010/main" Requires="p14">
            <p:contentPart p14:bwMode="auto" r:id="rId473">
              <p14:nvContentPartPr>
                <p14:cNvPr id="389" name="Ink 388">
                  <a:extLst>
                    <a:ext uri="{FF2B5EF4-FFF2-40B4-BE49-F238E27FC236}">
                      <a16:creationId xmlns:a16="http://schemas.microsoft.com/office/drawing/2014/main" id="{7385ED9D-E2B8-8947-10B9-57C275A034EA}"/>
                    </a:ext>
                  </a:extLst>
                </p14:cNvPr>
                <p14:cNvContentPartPr/>
                <p14:nvPr/>
              </p14:nvContentPartPr>
              <p14:xfrm>
                <a:off x="8889278" y="4440456"/>
                <a:ext cx="97200" cy="131040"/>
              </p14:xfrm>
            </p:contentPart>
          </mc:Choice>
          <mc:Fallback>
            <p:pic>
              <p:nvPicPr>
                <p:cNvPr id="389" name="Ink 388">
                  <a:extLst>
                    <a:ext uri="{FF2B5EF4-FFF2-40B4-BE49-F238E27FC236}">
                      <a16:creationId xmlns:a16="http://schemas.microsoft.com/office/drawing/2014/main" id="{7385ED9D-E2B8-8947-10B9-57C275A034EA}"/>
                    </a:ext>
                  </a:extLst>
                </p:cNvPr>
                <p:cNvPicPr/>
                <p:nvPr/>
              </p:nvPicPr>
              <p:blipFill>
                <a:blip r:embed="rId474"/>
                <a:stretch>
                  <a:fillRect/>
                </a:stretch>
              </p:blipFill>
              <p:spPr>
                <a:xfrm>
                  <a:off x="8884958" y="4436136"/>
                  <a:ext cx="10584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475">
              <p14:nvContentPartPr>
                <p14:cNvPr id="390" name="Ink 389">
                  <a:extLst>
                    <a:ext uri="{FF2B5EF4-FFF2-40B4-BE49-F238E27FC236}">
                      <a16:creationId xmlns:a16="http://schemas.microsoft.com/office/drawing/2014/main" id="{ECCEDD4E-D343-D5AC-B945-BDE9295C14EB}"/>
                    </a:ext>
                  </a:extLst>
                </p14:cNvPr>
                <p14:cNvContentPartPr/>
                <p14:nvPr/>
              </p14:nvContentPartPr>
              <p14:xfrm>
                <a:off x="9024638" y="4561416"/>
                <a:ext cx="101520" cy="87840"/>
              </p14:xfrm>
            </p:contentPart>
          </mc:Choice>
          <mc:Fallback>
            <p:pic>
              <p:nvPicPr>
                <p:cNvPr id="390" name="Ink 389">
                  <a:extLst>
                    <a:ext uri="{FF2B5EF4-FFF2-40B4-BE49-F238E27FC236}">
                      <a16:creationId xmlns:a16="http://schemas.microsoft.com/office/drawing/2014/main" id="{ECCEDD4E-D343-D5AC-B945-BDE9295C14EB}"/>
                    </a:ext>
                  </a:extLst>
                </p:cNvPr>
                <p:cNvPicPr/>
                <p:nvPr/>
              </p:nvPicPr>
              <p:blipFill>
                <a:blip r:embed="rId476"/>
                <a:stretch>
                  <a:fillRect/>
                </a:stretch>
              </p:blipFill>
              <p:spPr>
                <a:xfrm>
                  <a:off x="9020318" y="4557096"/>
                  <a:ext cx="11016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477">
              <p14:nvContentPartPr>
                <p14:cNvPr id="391" name="Ink 390">
                  <a:extLst>
                    <a:ext uri="{FF2B5EF4-FFF2-40B4-BE49-F238E27FC236}">
                      <a16:creationId xmlns:a16="http://schemas.microsoft.com/office/drawing/2014/main" id="{ADA1CBF9-D74D-1292-FDB2-F2A214E1734C}"/>
                    </a:ext>
                  </a:extLst>
                </p14:cNvPr>
                <p14:cNvContentPartPr/>
                <p14:nvPr/>
              </p14:nvContentPartPr>
              <p14:xfrm>
                <a:off x="9126158" y="4517856"/>
                <a:ext cx="130320" cy="24480"/>
              </p14:xfrm>
            </p:contentPart>
          </mc:Choice>
          <mc:Fallback>
            <p:pic>
              <p:nvPicPr>
                <p:cNvPr id="391" name="Ink 390">
                  <a:extLst>
                    <a:ext uri="{FF2B5EF4-FFF2-40B4-BE49-F238E27FC236}">
                      <a16:creationId xmlns:a16="http://schemas.microsoft.com/office/drawing/2014/main" id="{ADA1CBF9-D74D-1292-FDB2-F2A214E1734C}"/>
                    </a:ext>
                  </a:extLst>
                </p:cNvPr>
                <p:cNvPicPr/>
                <p:nvPr/>
              </p:nvPicPr>
              <p:blipFill>
                <a:blip r:embed="rId478"/>
                <a:stretch>
                  <a:fillRect/>
                </a:stretch>
              </p:blipFill>
              <p:spPr>
                <a:xfrm>
                  <a:off x="9121838" y="4513536"/>
                  <a:ext cx="13896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479">
              <p14:nvContentPartPr>
                <p14:cNvPr id="392" name="Ink 391">
                  <a:extLst>
                    <a:ext uri="{FF2B5EF4-FFF2-40B4-BE49-F238E27FC236}">
                      <a16:creationId xmlns:a16="http://schemas.microsoft.com/office/drawing/2014/main" id="{4B8339E5-3D38-08D6-6E3E-0CE6DE0C6C2E}"/>
                    </a:ext>
                  </a:extLst>
                </p14:cNvPr>
                <p14:cNvContentPartPr/>
                <p14:nvPr/>
              </p14:nvContentPartPr>
              <p14:xfrm>
                <a:off x="9260798" y="4451616"/>
                <a:ext cx="131040" cy="237960"/>
              </p14:xfrm>
            </p:contentPart>
          </mc:Choice>
          <mc:Fallback>
            <p:pic>
              <p:nvPicPr>
                <p:cNvPr id="392" name="Ink 391">
                  <a:extLst>
                    <a:ext uri="{FF2B5EF4-FFF2-40B4-BE49-F238E27FC236}">
                      <a16:creationId xmlns:a16="http://schemas.microsoft.com/office/drawing/2014/main" id="{4B8339E5-3D38-08D6-6E3E-0CE6DE0C6C2E}"/>
                    </a:ext>
                  </a:extLst>
                </p:cNvPr>
                <p:cNvPicPr/>
                <p:nvPr/>
              </p:nvPicPr>
              <p:blipFill>
                <a:blip r:embed="rId480"/>
                <a:stretch>
                  <a:fillRect/>
                </a:stretch>
              </p:blipFill>
              <p:spPr>
                <a:xfrm>
                  <a:off x="9256478" y="4447296"/>
                  <a:ext cx="139680" cy="246600"/>
                </a:xfrm>
                <a:prstGeom prst="rect">
                  <a:avLst/>
                </a:prstGeom>
              </p:spPr>
            </p:pic>
          </mc:Fallback>
        </mc:AlternateContent>
        <mc:AlternateContent xmlns:mc="http://schemas.openxmlformats.org/markup-compatibility/2006">
          <mc:Choice xmlns:p14="http://schemas.microsoft.com/office/powerpoint/2010/main" Requires="p14">
            <p:contentPart p14:bwMode="auto" r:id="rId481">
              <p14:nvContentPartPr>
                <p14:cNvPr id="393" name="Ink 392">
                  <a:extLst>
                    <a:ext uri="{FF2B5EF4-FFF2-40B4-BE49-F238E27FC236}">
                      <a16:creationId xmlns:a16="http://schemas.microsoft.com/office/drawing/2014/main" id="{69338A3B-CBE0-D892-0300-95075EE9FCFA}"/>
                    </a:ext>
                  </a:extLst>
                </p14:cNvPr>
                <p14:cNvContentPartPr/>
                <p14:nvPr/>
              </p14:nvContentPartPr>
              <p14:xfrm>
                <a:off x="9426038" y="4595976"/>
                <a:ext cx="91440" cy="80280"/>
              </p14:xfrm>
            </p:contentPart>
          </mc:Choice>
          <mc:Fallback>
            <p:pic>
              <p:nvPicPr>
                <p:cNvPr id="393" name="Ink 392">
                  <a:extLst>
                    <a:ext uri="{FF2B5EF4-FFF2-40B4-BE49-F238E27FC236}">
                      <a16:creationId xmlns:a16="http://schemas.microsoft.com/office/drawing/2014/main" id="{69338A3B-CBE0-D892-0300-95075EE9FCFA}"/>
                    </a:ext>
                  </a:extLst>
                </p:cNvPr>
                <p:cNvPicPr/>
                <p:nvPr/>
              </p:nvPicPr>
              <p:blipFill>
                <a:blip r:embed="rId482"/>
                <a:stretch>
                  <a:fillRect/>
                </a:stretch>
              </p:blipFill>
              <p:spPr>
                <a:xfrm>
                  <a:off x="9421718" y="4591656"/>
                  <a:ext cx="100080" cy="88920"/>
                </a:xfrm>
                <a:prstGeom prst="rect">
                  <a:avLst/>
                </a:prstGeom>
              </p:spPr>
            </p:pic>
          </mc:Fallback>
        </mc:AlternateContent>
        <mc:AlternateContent xmlns:mc="http://schemas.openxmlformats.org/markup-compatibility/2006">
          <mc:Choice xmlns:p14="http://schemas.microsoft.com/office/powerpoint/2010/main" Requires="p14">
            <p:contentPart p14:bwMode="auto" r:id="rId483">
              <p14:nvContentPartPr>
                <p14:cNvPr id="394" name="Ink 393">
                  <a:extLst>
                    <a:ext uri="{FF2B5EF4-FFF2-40B4-BE49-F238E27FC236}">
                      <a16:creationId xmlns:a16="http://schemas.microsoft.com/office/drawing/2014/main" id="{84E148A0-DD07-4337-2E77-3A38BD586655}"/>
                    </a:ext>
                  </a:extLst>
                </p14:cNvPr>
                <p14:cNvContentPartPr/>
                <p14:nvPr/>
              </p14:nvContentPartPr>
              <p14:xfrm>
                <a:off x="9420278" y="4433616"/>
                <a:ext cx="143640" cy="330480"/>
              </p14:xfrm>
            </p:contentPart>
          </mc:Choice>
          <mc:Fallback>
            <p:pic>
              <p:nvPicPr>
                <p:cNvPr id="394" name="Ink 393">
                  <a:extLst>
                    <a:ext uri="{FF2B5EF4-FFF2-40B4-BE49-F238E27FC236}">
                      <a16:creationId xmlns:a16="http://schemas.microsoft.com/office/drawing/2014/main" id="{84E148A0-DD07-4337-2E77-3A38BD586655}"/>
                    </a:ext>
                  </a:extLst>
                </p:cNvPr>
                <p:cNvPicPr/>
                <p:nvPr/>
              </p:nvPicPr>
              <p:blipFill>
                <a:blip r:embed="rId484"/>
                <a:stretch>
                  <a:fillRect/>
                </a:stretch>
              </p:blipFill>
              <p:spPr>
                <a:xfrm>
                  <a:off x="9415958" y="4429296"/>
                  <a:ext cx="152280" cy="339120"/>
                </a:xfrm>
                <a:prstGeom prst="rect">
                  <a:avLst/>
                </a:prstGeom>
              </p:spPr>
            </p:pic>
          </mc:Fallback>
        </mc:AlternateContent>
      </p:grpSp>
    </p:spTree>
    <p:extLst>
      <p:ext uri="{BB962C8B-B14F-4D97-AF65-F5344CB8AC3E}">
        <p14:creationId xmlns:p14="http://schemas.microsoft.com/office/powerpoint/2010/main" val="14688139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627546" y="301873"/>
            <a:ext cx="8417997" cy="584775"/>
          </a:xfrm>
          <a:prstGeom prst="rect">
            <a:avLst/>
          </a:prstGeom>
          <a:noFill/>
        </p:spPr>
        <p:txBody>
          <a:bodyPr wrap="square" rtlCol="0">
            <a:spAutoFit/>
          </a:bodyPr>
          <a:lstStyle/>
          <a:p>
            <a:pPr algn="ctr"/>
            <a:r>
              <a:rPr lang="en-IN" sz="3200" b="1" dirty="0">
                <a:solidFill>
                  <a:srgbClr val="7030A0"/>
                </a:solidFill>
                <a:latin typeface="Arial" panose="020B0604020202020204" pitchFamily="34" charset="0"/>
                <a:cs typeface="Arial" panose="020B0604020202020204" pitchFamily="34" charset="0"/>
              </a:rPr>
              <a:t>General Case: A More Compact Version </a:t>
            </a:r>
          </a:p>
        </p:txBody>
      </p:sp>
      <mc:AlternateContent xmlns:mc="http://schemas.openxmlformats.org/markup-compatibility/2006" xmlns:a14="http://schemas.microsoft.com/office/drawing/2010/main">
        <mc:Choice Requires="a14">
          <p:sp>
            <p:nvSpPr>
              <p:cNvPr id="9" name="Rectangle 8"/>
              <p:cNvSpPr/>
              <p:nvPr/>
            </p:nvSpPr>
            <p:spPr>
              <a:xfrm>
                <a:off x="3196253" y="1212151"/>
                <a:ext cx="3330848" cy="470000"/>
              </a:xfrm>
              <a:prstGeom prst="rect">
                <a:avLst/>
              </a:prstGeom>
            </p:spPr>
            <p:txBody>
              <a:bodyPr wrap="none">
                <a:spAutoFit/>
              </a:bodyPr>
              <a:lstStyle/>
              <a:p>
                <a14:m>
                  <m:oMath xmlns:m="http://schemas.openxmlformats.org/officeDocument/2006/math">
                    <m:r>
                      <a:rPr lang="en-IN" sz="2400" b="1" i="0" smtClean="0">
                        <a:solidFill>
                          <a:schemeClr val="bg1"/>
                        </a:solidFill>
                        <a:latin typeface="Cambria Math" panose="02040503050406030204" pitchFamily="18" charset="0"/>
                        <a:cs typeface="Arial" panose="020B0604020202020204" pitchFamily="34" charset="0"/>
                      </a:rPr>
                      <m:t>(</m:t>
                    </m:r>
                    <m:r>
                      <a:rPr lang="en-IN" sz="2400" b="1" i="0" smtClean="0">
                        <a:solidFill>
                          <a:schemeClr val="bg1"/>
                        </a:solidFill>
                        <a:latin typeface="Cambria Math" panose="02040503050406030204" pitchFamily="18" charset="0"/>
                        <a:cs typeface="Arial" panose="020B0604020202020204" pitchFamily="34" charset="0"/>
                      </a:rPr>
                      <m:t>𝐱</m:t>
                    </m:r>
                    <m:r>
                      <a:rPr lang="en-IN" sz="2400" b="1" i="0" smtClean="0">
                        <a:solidFill>
                          <a:schemeClr val="bg1"/>
                        </a:solidFill>
                        <a:latin typeface="Cambria Math" panose="02040503050406030204" pitchFamily="18" charset="0"/>
                        <a:cs typeface="Arial" panose="020B0604020202020204" pitchFamily="34" charset="0"/>
                      </a:rPr>
                      <m:t>−</m:t>
                    </m:r>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r>
                      <m:rPr>
                        <m:nor/>
                      </m:rPr>
                      <a:rPr lang="en-IN" sz="2400" dirty="0">
                        <a:solidFill>
                          <a:schemeClr val="bg1"/>
                        </a:solidFill>
                        <a:latin typeface="Arial" panose="020B0604020202020204" pitchFamily="34" charset="0"/>
                        <a:cs typeface="Arial" panose="020B0604020202020204" pitchFamily="34" charset="0"/>
                        <a:sym typeface="Symbol" panose="05050102010706020507" pitchFamily="18" charset="2"/>
                      </a:rPr>
                      <m:t></m:t>
                    </m:r>
                  </m:oMath>
                </a14:m>
                <a:r>
                  <a:rPr lang="en-US" sz="2400" baseline="30000" dirty="0">
                    <a:solidFill>
                      <a:schemeClr val="bg1"/>
                    </a:solidFill>
                    <a:latin typeface="Arial" panose="020B0604020202020204" pitchFamily="34" charset="0"/>
                    <a:cs typeface="Arial" panose="020B0604020202020204" pitchFamily="34" charset="0"/>
                  </a:rPr>
                  <a:t>-1</a:t>
                </a:r>
                <a14:m>
                  <m:oMath xmlns:m="http://schemas.openxmlformats.org/officeDocument/2006/math">
                    <m:d>
                      <m:dPr>
                        <m:ctrlPr>
                          <a:rPr lang="en-IN" sz="2400" i="1">
                            <a:solidFill>
                              <a:schemeClr val="bg1"/>
                            </a:solidFill>
                            <a:latin typeface="Cambria Math" panose="02040503050406030204" pitchFamily="18" charset="0"/>
                            <a:cs typeface="Arial" panose="020B0604020202020204" pitchFamily="34" charset="0"/>
                          </a:rPr>
                        </m:ctrlPr>
                      </m:dPr>
                      <m:e>
                        <m:r>
                          <a:rPr lang="en-IN" sz="2400" b="1" i="0">
                            <a:solidFill>
                              <a:schemeClr val="bg1"/>
                            </a:solidFill>
                            <a:latin typeface="Cambria Math" panose="02040503050406030204" pitchFamily="18" charset="0"/>
                            <a:cs typeface="Arial" panose="020B0604020202020204" pitchFamily="34" charset="0"/>
                          </a:rPr>
                          <m:t>𝐱</m:t>
                        </m:r>
                        <m:r>
                          <a:rPr lang="en-IN" sz="2400" b="1" i="0">
                            <a:solidFill>
                              <a:schemeClr val="bg1"/>
                            </a:solidFill>
                            <a:latin typeface="Cambria Math" panose="02040503050406030204" pitchFamily="18" charset="0"/>
                            <a:cs typeface="Arial" panose="020B0604020202020204" pitchFamily="34" charset="0"/>
                          </a:rPr>
                          <m:t>−</m:t>
                        </m:r>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e>
                    </m:d>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pPr>
                      <m:e>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𝐝</m:t>
                        </m:r>
                      </m:e>
                      <m:sup>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𝟐</m:t>
                        </m:r>
                      </m:sup>
                    </m:sSup>
                  </m:oMath>
                </a14:m>
                <a:endParaRPr lang="en-IN" sz="2400" dirty="0">
                  <a:solidFill>
                    <a:schemeClr val="bg1"/>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3196253" y="1212151"/>
                <a:ext cx="3330848" cy="470000"/>
              </a:xfrm>
              <a:prstGeom prst="rect">
                <a:avLst/>
              </a:prstGeom>
              <a:blipFill>
                <a:blip r:embed="rId2"/>
                <a:stretch>
                  <a:fillRect l="-1463" t="-1299" b="-1818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08963AB-CCCD-0E97-621A-A38E38B0EB7F}"/>
                  </a:ext>
                </a:extLst>
              </p:cNvPr>
              <p:cNvSpPr txBox="1"/>
              <p:nvPr/>
            </p:nvSpPr>
            <p:spPr>
              <a:xfrm>
                <a:off x="406991" y="1212151"/>
                <a:ext cx="10859108" cy="2309991"/>
              </a:xfrm>
              <a:prstGeom prst="rect">
                <a:avLst/>
              </a:prstGeom>
              <a:noFill/>
            </p:spPr>
            <p:txBody>
              <a:bodyPr wrap="square">
                <a:spAutoFit/>
              </a:bodyPr>
              <a:lstStyle/>
              <a:p>
                <a:pPr algn="ctr">
                  <a:lnSpc>
                    <a:spcPct val="150000"/>
                  </a:lnSpc>
                  <a:buClr>
                    <a:srgbClr val="0000FF"/>
                  </a:buClr>
                </a:pPr>
                <a14:m>
                  <m:oMathPara xmlns:m="http://schemas.openxmlformats.org/officeDocument/2006/math">
                    <m:oMathParaPr>
                      <m:jc m:val="centerGroup"/>
                    </m:oMathParaPr>
                    <m:oMath xmlns:m="http://schemas.openxmlformats.org/officeDocument/2006/math">
                      <m:sSub>
                        <m:sSubPr>
                          <m:ctrlPr>
                            <a:rPr lang="en-IN" sz="2400" i="1" smtClean="0">
                              <a:solidFill>
                                <a:schemeClr val="bg1"/>
                              </a:solidFill>
                              <a:latin typeface="Cambria Math" panose="02040503050406030204" pitchFamily="18" charset="0"/>
                              <a:cs typeface="Arial" panose="020B0604020202020204" pitchFamily="34" charset="0"/>
                            </a:rPr>
                          </m:ctrlPr>
                        </m:sSubPr>
                        <m:e>
                          <m:m>
                            <m:mPr>
                              <m:mcs>
                                <m:mc>
                                  <m:mcPr>
                                    <m:count m:val="2"/>
                                    <m:mcJc m:val="center"/>
                                  </m:mcPr>
                                </m:mc>
                              </m:mcs>
                              <m:ctrlPr>
                                <a:rPr lang="en-US" sz="2400" i="1">
                                  <a:solidFill>
                                    <a:schemeClr val="bg1"/>
                                  </a:solidFill>
                                  <a:latin typeface="Cambria Math" panose="02040503050406030204" pitchFamily="18" charset="0"/>
                                  <a:cs typeface="Arial" panose="020B0604020202020204" pitchFamily="34" charset="0"/>
                                </a:rPr>
                              </m:ctrlPr>
                            </m:mPr>
                            <m:mr>
                              <m:e>
                                <m:sSub>
                                  <m:sSubPr>
                                    <m:ctrlPr>
                                      <a:rPr lang="en-US" sz="2400" i="1">
                                        <a:solidFill>
                                          <a:schemeClr val="bg1"/>
                                        </a:solidFill>
                                        <a:latin typeface="Cambria Math" panose="02040503050406030204" pitchFamily="18" charset="0"/>
                                        <a:cs typeface="Arial" panose="020B0604020202020204" pitchFamily="34" charset="0"/>
                                      </a:rPr>
                                    </m:ctrlPr>
                                  </m:sSubPr>
                                  <m:e>
                                    <m:r>
                                      <a:rPr lang="en-IN" sz="2400">
                                        <a:solidFill>
                                          <a:schemeClr val="bg1"/>
                                        </a:solidFill>
                                        <a:latin typeface="Cambria Math" panose="02040503050406030204" pitchFamily="18" charset="0"/>
                                        <a:cs typeface="Arial" panose="020B0604020202020204" pitchFamily="34" charset="0"/>
                                      </a:rPr>
                                      <m:t>[</m:t>
                                    </m:r>
                                    <m:r>
                                      <m:rPr>
                                        <m:sty m:val="p"/>
                                      </m:rPr>
                                      <a:rPr lang="en-US" sz="2400" i="1">
                                        <a:solidFill>
                                          <a:schemeClr val="bg1"/>
                                        </a:solidFill>
                                        <a:latin typeface="Cambria Math" panose="02040503050406030204" pitchFamily="18" charset="0"/>
                                        <a:cs typeface="Arial" panose="020B0604020202020204" pitchFamily="34" charset="0"/>
                                      </a:rPr>
                                      <m:t>x</m:t>
                                    </m:r>
                                  </m:e>
                                  <m:sub>
                                    <m:r>
                                      <m:rPr>
                                        <m:sty m:val="p"/>
                                      </m:rPr>
                                      <a:rPr lang="en-IN" sz="2400">
                                        <a:solidFill>
                                          <a:schemeClr val="bg1"/>
                                        </a:solidFill>
                                        <a:latin typeface="Cambria Math" panose="02040503050406030204" pitchFamily="18" charset="0"/>
                                        <a:cs typeface="Arial" panose="020B0604020202020204" pitchFamily="34" charset="0"/>
                                      </a:rPr>
                                      <m:t>i</m:t>
                                    </m:r>
                                    <m:r>
                                      <a:rPr lang="en-IN" sz="2400">
                                        <a:solidFill>
                                          <a:schemeClr val="bg1"/>
                                        </a:solidFill>
                                        <a:latin typeface="Cambria Math" panose="02040503050406030204" pitchFamily="18" charset="0"/>
                                        <a:cs typeface="Arial" panose="020B0604020202020204" pitchFamily="34" charset="0"/>
                                      </a:rPr>
                                      <m:t>,1</m:t>
                                    </m:r>
                                  </m:sub>
                                </m:sSub>
                                <m:r>
                                  <a:rPr lang="en-US" sz="2400">
                                    <a:solidFill>
                                      <a:schemeClr val="bg1"/>
                                    </a:solidFill>
                                    <a:latin typeface="Cambria Math" panose="02040503050406030204" pitchFamily="18" charset="0"/>
                                    <a:cs typeface="Arial" panose="020B0604020202020204" pitchFamily="34" charset="0"/>
                                  </a:rPr>
                                  <m:t>−</m:t>
                                </m:r>
                                <m:sSub>
                                  <m:sSub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i="1">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t>1</m:t>
                                    </m:r>
                                  </m:sub>
                                </m:sSub>
                              </m:e>
                              <m:e>
                                <m:sSub>
                                  <m:sSubPr>
                                    <m:ctrlPr>
                                      <a:rPr lang="en-US" sz="2400" i="1">
                                        <a:solidFill>
                                          <a:schemeClr val="bg1"/>
                                        </a:solidFill>
                                        <a:latin typeface="Cambria Math" panose="02040503050406030204" pitchFamily="18" charset="0"/>
                                        <a:cs typeface="Arial" panose="020B0604020202020204" pitchFamily="34" charset="0"/>
                                      </a:rPr>
                                    </m:ctrlPr>
                                  </m:sSubPr>
                                  <m:e>
                                    <m:r>
                                      <m:rPr>
                                        <m:sty m:val="p"/>
                                      </m:rPr>
                                      <a:rPr lang="en-US" sz="2400" i="1">
                                        <a:solidFill>
                                          <a:schemeClr val="bg1"/>
                                        </a:solidFill>
                                        <a:latin typeface="Cambria Math" panose="02040503050406030204" pitchFamily="18" charset="0"/>
                                        <a:cs typeface="Arial" panose="020B0604020202020204" pitchFamily="34" charset="0"/>
                                      </a:rPr>
                                      <m:t>x</m:t>
                                    </m:r>
                                  </m:e>
                                  <m:sub>
                                    <m:r>
                                      <m:rPr>
                                        <m:sty m:val="p"/>
                                      </m:rPr>
                                      <a:rPr lang="en-IN" sz="2400">
                                        <a:solidFill>
                                          <a:schemeClr val="bg1"/>
                                        </a:solidFill>
                                        <a:latin typeface="Cambria Math" panose="02040503050406030204" pitchFamily="18" charset="0"/>
                                        <a:cs typeface="Arial" panose="020B0604020202020204" pitchFamily="34" charset="0"/>
                                      </a:rPr>
                                      <m:t>i</m:t>
                                    </m:r>
                                    <m:r>
                                      <a:rPr lang="en-IN" sz="2400">
                                        <a:solidFill>
                                          <a:schemeClr val="bg1"/>
                                        </a:solidFill>
                                        <a:latin typeface="Cambria Math" panose="02040503050406030204" pitchFamily="18" charset="0"/>
                                        <a:cs typeface="Arial" panose="020B0604020202020204" pitchFamily="34" charset="0"/>
                                      </a:rPr>
                                      <m:t>,2</m:t>
                                    </m:r>
                                  </m:sub>
                                </m:sSub>
                                <m:r>
                                  <a:rPr lang="en-US" sz="2400">
                                    <a:solidFill>
                                      <a:schemeClr val="bg1"/>
                                    </a:solidFill>
                                    <a:latin typeface="Cambria Math" panose="02040503050406030204" pitchFamily="18" charset="0"/>
                                    <a:cs typeface="Arial" panose="020B0604020202020204" pitchFamily="34" charset="0"/>
                                  </a:rPr>
                                  <m:t>−</m:t>
                                </m:r>
                                <m:r>
                                  <m:rPr>
                                    <m:sty m:val="p"/>
                                  </m:rPr>
                                  <a:rPr lang="en-US" sz="2400" i="1">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mr>
                          </m:m>
                        </m:e>
                        <m:sub>
                          <m:r>
                            <a:rPr lang="en-IN" sz="2400" i="1">
                              <a:solidFill>
                                <a:schemeClr val="bg1"/>
                              </a:solidFill>
                              <a:latin typeface="Cambria Math" panose="02040503050406030204" pitchFamily="18" charset="0"/>
                              <a:cs typeface="Arial" panose="020B0604020202020204" pitchFamily="34" charset="0"/>
                            </a:rPr>
                            <m:t>2</m:t>
                          </m:r>
                        </m:sub>
                      </m:sSub>
                      <m:r>
                        <a:rPr lang="en-IN" sz="2400" b="1" i="1">
                          <a:solidFill>
                            <a:schemeClr val="bg1"/>
                          </a:solidFill>
                          <a:latin typeface="Cambria Math" panose="02040503050406030204" pitchFamily="18" charset="0"/>
                          <a:cs typeface="Arial" panose="020B0604020202020204" pitchFamily="34" charset="0"/>
                        </a:rPr>
                        <m:t>]</m:t>
                      </m:r>
                      <m:d>
                        <m:dPr>
                          <m:begChr m:val="["/>
                          <m:endChr m:val="]"/>
                          <m:ctrlPr>
                            <a:rPr lang="en-IN" sz="2400" b="1" i="1" smtClean="0">
                              <a:solidFill>
                                <a:schemeClr val="bg1"/>
                              </a:solidFill>
                              <a:latin typeface="Cambria Math" panose="02040503050406030204" pitchFamily="18" charset="0"/>
                              <a:cs typeface="Arial" panose="020B0604020202020204" pitchFamily="34" charset="0"/>
                            </a:rPr>
                          </m:ctrlPr>
                        </m:dPr>
                        <m:e>
                          <m:f>
                            <m:fPr>
                              <m:ctrlPr>
                                <a:rPr lang="en-IN" sz="2400" b="1" i="1" smtClean="0">
                                  <a:solidFill>
                                    <a:schemeClr val="bg1"/>
                                  </a:solidFill>
                                  <a:latin typeface="Cambria Math" panose="02040503050406030204" pitchFamily="18" charset="0"/>
                                  <a:cs typeface="Arial" panose="020B0604020202020204" pitchFamily="34" charset="0"/>
                                </a:rPr>
                              </m:ctrlPr>
                            </m:fPr>
                            <m:num>
                              <m:r>
                                <a:rPr lang="en-IN" sz="2400" b="1" i="1" smtClean="0">
                                  <a:solidFill>
                                    <a:schemeClr val="bg1"/>
                                  </a:solidFill>
                                  <a:latin typeface="Cambria Math" panose="02040503050406030204" pitchFamily="18" charset="0"/>
                                  <a:cs typeface="Arial" panose="020B0604020202020204" pitchFamily="34" charset="0"/>
                                </a:rPr>
                                <m:t>𝟏</m:t>
                              </m:r>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b="0" i="1" smtClean="0">
                                      <a:solidFill>
                                        <a:schemeClr val="bg1"/>
                                      </a:solidFill>
                                      <a:latin typeface="Cambria Math" panose="02040503050406030204" pitchFamily="18" charset="0"/>
                                      <a:sym typeface="Symbol" panose="05050102010706020507" pitchFamily="18" charset="2"/>
                                    </a:rPr>
                                    <m:t>22</m:t>
                                  </m:r>
                                </m:sub>
                              </m:sSub>
                              <m:r>
                                <a:rPr lang="en-IN" sz="2400" b="0" i="1" smtClean="0">
                                  <a:solidFill>
                                    <a:schemeClr val="bg1"/>
                                  </a:solidFill>
                                  <a:latin typeface="Cambria Math" panose="02040503050406030204" pitchFamily="18" charset="0"/>
                                  <a:sym typeface="Symbol" panose="05050102010706020507" pitchFamily="18" charset="2"/>
                                </a:rPr>
                                <m:t>−</m:t>
                              </m:r>
                              <m:sSubSup>
                                <m:sSubSupPr>
                                  <m:ctrlPr>
                                    <a:rPr lang="en-IN" sz="2400" b="0" i="1" smtClean="0">
                                      <a:solidFill>
                                        <a:schemeClr val="bg1"/>
                                      </a:solidFill>
                                      <a:latin typeface="Cambria Math" panose="02040503050406030204" pitchFamily="18" charset="0"/>
                                      <a:sym typeface="Symbol" panose="05050102010706020507" pitchFamily="18" charset="2"/>
                                    </a:rPr>
                                  </m:ctrlPr>
                                </m:sSubSup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m:t>
                                  </m:r>
                                  <m:r>
                                    <a:rPr lang="en-IN" sz="2400" b="0" i="1" smtClean="0">
                                      <a:solidFill>
                                        <a:schemeClr val="bg1"/>
                                      </a:solidFill>
                                      <a:latin typeface="Cambria Math" panose="02040503050406030204" pitchFamily="18" charset="0"/>
                                      <a:sym typeface="Symbol" panose="05050102010706020507" pitchFamily="18" charset="2"/>
                                    </a:rPr>
                                    <m:t>2</m:t>
                                  </m:r>
                                </m:sub>
                                <m:sup>
                                  <m:r>
                                    <a:rPr lang="en-IN" sz="2400" b="0" i="1" smtClean="0">
                                      <a:solidFill>
                                        <a:schemeClr val="bg1"/>
                                      </a:solidFill>
                                      <a:latin typeface="Cambria Math" panose="02040503050406030204" pitchFamily="18" charset="0"/>
                                      <a:sym typeface="Symbol" panose="05050102010706020507" pitchFamily="18" charset="2"/>
                                    </a:rPr>
                                    <m:t>2</m:t>
                                  </m:r>
                                </m:sup>
                              </m:sSubSup>
                            </m:den>
                          </m:f>
                        </m:e>
                      </m:d>
                      <m:d>
                        <m:dPr>
                          <m:begChr m:val="["/>
                          <m:endChr m:val="]"/>
                          <m:ctrlPr>
                            <a:rPr lang="en-IN" sz="2400" i="1">
                              <a:solidFill>
                                <a:schemeClr val="bg1"/>
                              </a:solidFill>
                              <a:latin typeface="Cambria Math" panose="02040503050406030204" pitchFamily="18" charset="0"/>
                            </a:rPr>
                          </m:ctrlPr>
                        </m:dPr>
                        <m:e>
                          <m:m>
                            <m:mPr>
                              <m:mcs>
                                <m:mc>
                                  <m:mcPr>
                                    <m:count m:val="2"/>
                                    <m:mcJc m:val="center"/>
                                  </m:mcPr>
                                </m:mc>
                              </m:mcs>
                              <m:ctrlPr>
                                <a:rPr lang="en-IN" sz="2400" i="1">
                                  <a:solidFill>
                                    <a:schemeClr val="bg1"/>
                                  </a:solidFill>
                                  <a:latin typeface="Cambria Math" panose="02040503050406030204" pitchFamily="18" charset="0"/>
                                </a:rPr>
                              </m:ctrlPr>
                            </m:mPr>
                            <m:mr>
                              <m:e>
                                <m:f>
                                  <m:fPr>
                                    <m:ctrlPr>
                                      <a:rPr lang="en-IN" sz="2400" b="0" i="1" smtClean="0">
                                        <a:solidFill>
                                          <a:schemeClr val="bg1"/>
                                        </a:solidFill>
                                        <a:latin typeface="Cambria Math" panose="02040503050406030204" pitchFamily="18" charset="0"/>
                                        <a:sym typeface="Symbol" panose="05050102010706020507" pitchFamily="18" charset="2"/>
                                      </a:rPr>
                                    </m:ctrlPr>
                                  </m:fPr>
                                  <m:num>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b="0" i="1" smtClean="0">
                                            <a:solidFill>
                                              <a:schemeClr val="bg1"/>
                                            </a:solidFill>
                                            <a:latin typeface="Cambria Math" panose="02040503050406030204" pitchFamily="18" charset="0"/>
                                            <a:sym typeface="Symbol" panose="05050102010706020507" pitchFamily="18" charset="2"/>
                                          </a:rPr>
                                          <m:t>22</m:t>
                                        </m:r>
                                      </m:sub>
                                    </m:sSub>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22</m:t>
                                        </m:r>
                                      </m:sub>
                                    </m:sSub>
                                    <m:r>
                                      <a:rPr lang="en-IN" sz="2400" i="1">
                                        <a:solidFill>
                                          <a:schemeClr val="bg1"/>
                                        </a:solidFill>
                                        <a:latin typeface="Cambria Math" panose="02040503050406030204" pitchFamily="18" charset="0"/>
                                        <a:sym typeface="Symbol" panose="05050102010706020507" pitchFamily="18" charset="2"/>
                                      </a:rPr>
                                      <m:t>−</m:t>
                                    </m:r>
                                    <m:sSubSup>
                                      <m:sSubSupPr>
                                        <m:ctrlPr>
                                          <a:rPr lang="en-IN" sz="2400" i="1">
                                            <a:solidFill>
                                              <a:schemeClr val="bg1"/>
                                            </a:solidFill>
                                            <a:latin typeface="Cambria Math" panose="02040503050406030204" pitchFamily="18" charset="0"/>
                                            <a:sym typeface="Symbol" panose="05050102010706020507" pitchFamily="18" charset="2"/>
                                          </a:rPr>
                                        </m:ctrlPr>
                                      </m:sSubSup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12</m:t>
                                        </m:r>
                                      </m:sub>
                                      <m:sup>
                                        <m:r>
                                          <a:rPr lang="en-IN" sz="2400" i="1">
                                            <a:solidFill>
                                              <a:schemeClr val="bg1"/>
                                            </a:solidFill>
                                            <a:latin typeface="Cambria Math" panose="02040503050406030204" pitchFamily="18" charset="0"/>
                                            <a:sym typeface="Symbol" panose="05050102010706020507" pitchFamily="18" charset="2"/>
                                          </a:rPr>
                                          <m:t>2</m:t>
                                        </m:r>
                                      </m:sup>
                                    </m:sSubSup>
                                  </m:den>
                                </m:f>
                              </m:e>
                              <m:e>
                                <m:f>
                                  <m:fPr>
                                    <m:ctrlPr>
                                      <a:rPr lang="en-IN" sz="2400" b="0" i="1" smtClean="0">
                                        <a:solidFill>
                                          <a:schemeClr val="bg1"/>
                                        </a:solidFill>
                                        <a:latin typeface="Cambria Math" panose="02040503050406030204" pitchFamily="18" charset="0"/>
                                        <a:sym typeface="Symbol" panose="05050102010706020507" pitchFamily="18" charset="2"/>
                                      </a:rPr>
                                    </m:ctrlPr>
                                  </m:fPr>
                                  <m:num>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b="0" i="1" smtClean="0">
                                            <a:solidFill>
                                              <a:schemeClr val="bg1"/>
                                            </a:solidFill>
                                            <a:latin typeface="Cambria Math" panose="02040503050406030204" pitchFamily="18" charset="0"/>
                                            <a:sym typeface="Symbol" panose="05050102010706020507" pitchFamily="18" charset="2"/>
                                          </a:rPr>
                                          <m:t>−</m:t>
                                        </m:r>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m:t>
                                        </m:r>
                                        <m:r>
                                          <a:rPr lang="en-IN" sz="2400" b="0" i="1" smtClean="0">
                                            <a:solidFill>
                                              <a:schemeClr val="bg1"/>
                                            </a:solidFill>
                                            <a:latin typeface="Cambria Math" panose="02040503050406030204" pitchFamily="18" charset="0"/>
                                            <a:sym typeface="Symbol" panose="05050102010706020507" pitchFamily="18" charset="2"/>
                                          </a:rPr>
                                          <m:t>2</m:t>
                                        </m:r>
                                      </m:sub>
                                    </m:sSub>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22</m:t>
                                        </m:r>
                                      </m:sub>
                                    </m:sSub>
                                    <m:r>
                                      <a:rPr lang="en-IN" sz="2400" i="1">
                                        <a:solidFill>
                                          <a:schemeClr val="bg1"/>
                                        </a:solidFill>
                                        <a:latin typeface="Cambria Math" panose="02040503050406030204" pitchFamily="18" charset="0"/>
                                        <a:sym typeface="Symbol" panose="05050102010706020507" pitchFamily="18" charset="2"/>
                                      </a:rPr>
                                      <m:t>−</m:t>
                                    </m:r>
                                    <m:sSubSup>
                                      <m:sSubSupPr>
                                        <m:ctrlPr>
                                          <a:rPr lang="en-IN" sz="2400" i="1">
                                            <a:solidFill>
                                              <a:schemeClr val="bg1"/>
                                            </a:solidFill>
                                            <a:latin typeface="Cambria Math" panose="02040503050406030204" pitchFamily="18" charset="0"/>
                                            <a:sym typeface="Symbol" panose="05050102010706020507" pitchFamily="18" charset="2"/>
                                          </a:rPr>
                                        </m:ctrlPr>
                                      </m:sSubSup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12</m:t>
                                        </m:r>
                                      </m:sub>
                                      <m:sup>
                                        <m:r>
                                          <a:rPr lang="en-IN" sz="2400" i="1">
                                            <a:solidFill>
                                              <a:schemeClr val="bg1"/>
                                            </a:solidFill>
                                            <a:latin typeface="Cambria Math" panose="02040503050406030204" pitchFamily="18" charset="0"/>
                                            <a:sym typeface="Symbol" panose="05050102010706020507" pitchFamily="18" charset="2"/>
                                          </a:rPr>
                                          <m:t>2</m:t>
                                        </m:r>
                                      </m:sup>
                                    </m:sSubSup>
                                  </m:den>
                                </m:f>
                              </m:e>
                            </m:mr>
                            <m:mr>
                              <m:e>
                                <m:f>
                                  <m:fPr>
                                    <m:ctrlPr>
                                      <a:rPr lang="en-IN" sz="2400" b="0" i="1" smtClean="0">
                                        <a:solidFill>
                                          <a:schemeClr val="bg1"/>
                                        </a:solidFill>
                                        <a:latin typeface="Cambria Math" panose="02040503050406030204" pitchFamily="18" charset="0"/>
                                        <a:sym typeface="Symbol" panose="05050102010706020507" pitchFamily="18" charset="2"/>
                                      </a:rPr>
                                    </m:ctrlPr>
                                  </m:fPr>
                                  <m:num>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12</m:t>
                                        </m:r>
                                      </m:sub>
                                    </m:sSub>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22</m:t>
                                        </m:r>
                                      </m:sub>
                                    </m:sSub>
                                    <m:r>
                                      <a:rPr lang="en-IN" sz="2400" i="1">
                                        <a:solidFill>
                                          <a:schemeClr val="bg1"/>
                                        </a:solidFill>
                                        <a:latin typeface="Cambria Math" panose="02040503050406030204" pitchFamily="18" charset="0"/>
                                        <a:sym typeface="Symbol" panose="05050102010706020507" pitchFamily="18" charset="2"/>
                                      </a:rPr>
                                      <m:t>−</m:t>
                                    </m:r>
                                    <m:sSubSup>
                                      <m:sSubSupPr>
                                        <m:ctrlPr>
                                          <a:rPr lang="en-IN" sz="2400" i="1">
                                            <a:solidFill>
                                              <a:schemeClr val="bg1"/>
                                            </a:solidFill>
                                            <a:latin typeface="Cambria Math" panose="02040503050406030204" pitchFamily="18" charset="0"/>
                                            <a:sym typeface="Symbol" panose="05050102010706020507" pitchFamily="18" charset="2"/>
                                          </a:rPr>
                                        </m:ctrlPr>
                                      </m:sSubSup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12</m:t>
                                        </m:r>
                                      </m:sub>
                                      <m:sup>
                                        <m:r>
                                          <a:rPr lang="en-IN" sz="2400" i="1">
                                            <a:solidFill>
                                              <a:schemeClr val="bg1"/>
                                            </a:solidFill>
                                            <a:latin typeface="Cambria Math" panose="02040503050406030204" pitchFamily="18" charset="0"/>
                                            <a:sym typeface="Symbol" panose="05050102010706020507" pitchFamily="18" charset="2"/>
                                          </a:rPr>
                                          <m:t>2</m:t>
                                        </m:r>
                                      </m:sup>
                                    </m:sSubSup>
                                  </m:den>
                                </m:f>
                              </m:e>
                              <m:e>
                                <m:f>
                                  <m:fPr>
                                    <m:ctrlPr>
                                      <a:rPr lang="en-IN" sz="2400" b="0" i="1" smtClean="0">
                                        <a:solidFill>
                                          <a:schemeClr val="bg1"/>
                                        </a:solidFill>
                                        <a:latin typeface="Cambria Math" panose="02040503050406030204" pitchFamily="18" charset="0"/>
                                        <a:sym typeface="Symbol" panose="05050102010706020507" pitchFamily="18" charset="2"/>
                                      </a:rPr>
                                    </m:ctrlPr>
                                  </m:fPr>
                                  <m:num>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num>
                                  <m:den>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ub>
                                    </m:sSub>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22</m:t>
                                        </m:r>
                                      </m:sub>
                                    </m:sSub>
                                    <m:r>
                                      <a:rPr lang="en-IN" sz="2400" i="1">
                                        <a:solidFill>
                                          <a:schemeClr val="bg1"/>
                                        </a:solidFill>
                                        <a:latin typeface="Cambria Math" panose="02040503050406030204" pitchFamily="18" charset="0"/>
                                        <a:sym typeface="Symbol" panose="05050102010706020507" pitchFamily="18" charset="2"/>
                                      </a:rPr>
                                      <m:t>−</m:t>
                                    </m:r>
                                    <m:sSubSup>
                                      <m:sSubSupPr>
                                        <m:ctrlPr>
                                          <a:rPr lang="en-IN" sz="2400" i="1">
                                            <a:solidFill>
                                              <a:schemeClr val="bg1"/>
                                            </a:solidFill>
                                            <a:latin typeface="Cambria Math" panose="02040503050406030204" pitchFamily="18" charset="0"/>
                                            <a:sym typeface="Symbol" panose="05050102010706020507" pitchFamily="18" charset="2"/>
                                          </a:rPr>
                                        </m:ctrlPr>
                                      </m:sSubSup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12</m:t>
                                        </m:r>
                                      </m:sub>
                                      <m:sup>
                                        <m:r>
                                          <a:rPr lang="en-IN" sz="2400" i="1">
                                            <a:solidFill>
                                              <a:schemeClr val="bg1"/>
                                            </a:solidFill>
                                            <a:latin typeface="Cambria Math" panose="02040503050406030204" pitchFamily="18" charset="0"/>
                                            <a:sym typeface="Symbol" panose="05050102010706020507" pitchFamily="18" charset="2"/>
                                          </a:rPr>
                                          <m:t>2</m:t>
                                        </m:r>
                                      </m:sup>
                                    </m:sSubSup>
                                  </m:den>
                                </m:f>
                              </m:e>
                            </m:mr>
                          </m:m>
                        </m:e>
                      </m:d>
                      <m:d>
                        <m:dPr>
                          <m:begChr m:val="["/>
                          <m:endChr m:val="]"/>
                          <m:ctrlPr>
                            <a:rPr lang="en-IN" sz="2400" b="1" i="1">
                              <a:solidFill>
                                <a:schemeClr val="bg1"/>
                              </a:solidFill>
                              <a:latin typeface="Cambria Math" panose="02040503050406030204" pitchFamily="18" charset="0"/>
                              <a:cs typeface="Arial" panose="020B0604020202020204" pitchFamily="34" charset="0"/>
                              <a:sym typeface="Symbol" panose="05050102010706020507" pitchFamily="18" charset="2"/>
                            </a:rPr>
                          </m:ctrlPr>
                        </m:dPr>
                        <m:e>
                          <m:m>
                            <m:mPr>
                              <m:mcs>
                                <m:mc>
                                  <m:mcPr>
                                    <m:count m:val="1"/>
                                    <m:mcJc m:val="center"/>
                                  </m:mcPr>
                                </m:mc>
                              </m:mcs>
                              <m:ctrlPr>
                                <a:rPr lang="en-IN" sz="2400" b="1" i="1">
                                  <a:solidFill>
                                    <a:schemeClr val="bg1"/>
                                  </a:solidFill>
                                  <a:latin typeface="Cambria Math" panose="02040503050406030204" pitchFamily="18" charset="0"/>
                                  <a:cs typeface="Arial" panose="020B0604020202020204" pitchFamily="34" charset="0"/>
                                  <a:sym typeface="Symbol" panose="05050102010706020507" pitchFamily="18" charset="2"/>
                                </a:rPr>
                              </m:ctrlPr>
                            </m:mPr>
                            <m:mr>
                              <m:e>
                                <m:sSub>
                                  <m:sSubPr>
                                    <m:ctrlPr>
                                      <a:rPr lang="en-US" sz="2400" i="1">
                                        <a:solidFill>
                                          <a:schemeClr val="bg1"/>
                                        </a:solidFill>
                                        <a:latin typeface="Cambria Math" panose="02040503050406030204" pitchFamily="18" charset="0"/>
                                        <a:cs typeface="Arial" panose="020B0604020202020204" pitchFamily="34" charset="0"/>
                                      </a:rPr>
                                    </m:ctrlPr>
                                  </m:sSubPr>
                                  <m:e>
                                    <m:r>
                                      <m:rPr>
                                        <m:sty m:val="p"/>
                                      </m:rPr>
                                      <a:rPr lang="en-US" sz="2400">
                                        <a:solidFill>
                                          <a:schemeClr val="bg1"/>
                                        </a:solidFill>
                                        <a:latin typeface="Cambria Math" panose="02040503050406030204" pitchFamily="18" charset="0"/>
                                        <a:cs typeface="Arial" panose="020B0604020202020204" pitchFamily="34" charset="0"/>
                                      </a:rPr>
                                      <m:t>x</m:t>
                                    </m:r>
                                  </m:e>
                                  <m:sub>
                                    <m:r>
                                      <m:rPr>
                                        <m:sty m:val="p"/>
                                      </m:rPr>
                                      <a:rPr lang="en-IN" sz="2400">
                                        <a:solidFill>
                                          <a:schemeClr val="bg1"/>
                                        </a:solidFill>
                                        <a:latin typeface="Cambria Math" panose="02040503050406030204" pitchFamily="18" charset="0"/>
                                        <a:cs typeface="Arial" panose="020B0604020202020204" pitchFamily="34" charset="0"/>
                                      </a:rPr>
                                      <m:t>i</m:t>
                                    </m:r>
                                    <m:r>
                                      <a:rPr lang="en-IN" sz="2400">
                                        <a:solidFill>
                                          <a:schemeClr val="bg1"/>
                                        </a:solidFill>
                                        <a:latin typeface="Cambria Math" panose="02040503050406030204" pitchFamily="18" charset="0"/>
                                        <a:cs typeface="Arial" panose="020B0604020202020204" pitchFamily="34" charset="0"/>
                                      </a:rPr>
                                      <m:t>,1</m:t>
                                    </m:r>
                                  </m:sub>
                                </m:sSub>
                                <m:r>
                                  <a:rPr lang="en-US" sz="2400">
                                    <a:solidFill>
                                      <a:schemeClr val="bg1"/>
                                    </a:solidFill>
                                    <a:latin typeface="Cambria Math" panose="02040503050406030204" pitchFamily="18" charset="0"/>
                                    <a:cs typeface="Arial" panose="020B0604020202020204" pitchFamily="34" charset="0"/>
                                  </a:rPr>
                                  <m:t>−</m:t>
                                </m:r>
                                <m:sSub>
                                  <m:sSub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a:solidFill>
                                          <a:schemeClr val="bg1"/>
                                        </a:solidFill>
                                        <a:latin typeface="Cambria Math" panose="02040503050406030204" pitchFamily="18" charset="0"/>
                                        <a:ea typeface="Cambria Math" panose="02040503050406030204" pitchFamily="18" charset="0"/>
                                        <a:cs typeface="Arial" panose="020B0604020202020204" pitchFamily="34" charset="0"/>
                                      </a:rPr>
                                      <m:t>1</m:t>
                                    </m:r>
                                  </m:sub>
                                </m:sSub>
                              </m:e>
                            </m:mr>
                            <m:mr>
                              <m:e>
                                <m:sSub>
                                  <m:sSubPr>
                                    <m:ctrlPr>
                                      <a:rPr lang="en-US" sz="2400" i="1">
                                        <a:solidFill>
                                          <a:schemeClr val="bg1"/>
                                        </a:solidFill>
                                        <a:latin typeface="Cambria Math" panose="02040503050406030204" pitchFamily="18" charset="0"/>
                                        <a:cs typeface="Arial" panose="020B0604020202020204" pitchFamily="34" charset="0"/>
                                      </a:rPr>
                                    </m:ctrlPr>
                                  </m:sSubPr>
                                  <m:e>
                                    <m:r>
                                      <m:rPr>
                                        <m:sty m:val="p"/>
                                      </m:rPr>
                                      <a:rPr lang="en-US" sz="2400">
                                        <a:solidFill>
                                          <a:schemeClr val="bg1"/>
                                        </a:solidFill>
                                        <a:latin typeface="Cambria Math" panose="02040503050406030204" pitchFamily="18" charset="0"/>
                                        <a:cs typeface="Arial" panose="020B0604020202020204" pitchFamily="34" charset="0"/>
                                      </a:rPr>
                                      <m:t>x</m:t>
                                    </m:r>
                                  </m:e>
                                  <m:sub>
                                    <m:r>
                                      <m:rPr>
                                        <m:sty m:val="p"/>
                                      </m:rPr>
                                      <a:rPr lang="en-IN" sz="2400">
                                        <a:solidFill>
                                          <a:schemeClr val="bg1"/>
                                        </a:solidFill>
                                        <a:latin typeface="Cambria Math" panose="02040503050406030204" pitchFamily="18" charset="0"/>
                                        <a:cs typeface="Arial" panose="020B0604020202020204" pitchFamily="34" charset="0"/>
                                      </a:rPr>
                                      <m:t>i</m:t>
                                    </m:r>
                                    <m:r>
                                      <a:rPr lang="en-IN" sz="2400">
                                        <a:solidFill>
                                          <a:schemeClr val="bg1"/>
                                        </a:solidFill>
                                        <a:latin typeface="Cambria Math" panose="02040503050406030204" pitchFamily="18" charset="0"/>
                                        <a:cs typeface="Arial" panose="020B0604020202020204" pitchFamily="34" charset="0"/>
                                      </a:rPr>
                                      <m:t>,2</m:t>
                                    </m:r>
                                  </m:sub>
                                </m:sSub>
                                <m:r>
                                  <a:rPr lang="en-US" sz="2400">
                                    <a:solidFill>
                                      <a:schemeClr val="bg1"/>
                                    </a:solidFill>
                                    <a:latin typeface="Cambria Math" panose="02040503050406030204" pitchFamily="18" charset="0"/>
                                    <a:cs typeface="Arial" panose="020B0604020202020204" pitchFamily="34" charset="0"/>
                                  </a:rPr>
                                  <m:t>−</m:t>
                                </m:r>
                                <m:sSub>
                                  <m:sSub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b>
                                </m:sSub>
                              </m:e>
                            </m:mr>
                          </m:m>
                        </m:e>
                      </m:d>
                      <m:r>
                        <a:rPr lang="en-IN" sz="2400" b="1"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bSup>
                        <m:sSubSupPr>
                          <m:ctrlPr>
                            <a:rPr lang="en-US"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SupPr>
                        <m:e>
                          <m:r>
                            <m:rPr>
                              <m:sty m:val="p"/>
                            </m:rP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d</m:t>
                          </m:r>
                        </m:e>
                        <m:sub>
                          <m:r>
                            <m:rPr>
                              <m:sty m:val="p"/>
                            </m:rP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i</m:t>
                          </m:r>
                        </m:sub>
                        <m:sup>
                          <m: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p>
                      </m:sSubSup>
                    </m:oMath>
                  </m:oMathPara>
                </a14:m>
                <a:endParaRPr lang="en-IN" sz="2400" dirty="0">
                  <a:solidFill>
                    <a:schemeClr val="bg1"/>
                  </a:solidFill>
                </a:endParaRPr>
              </a:p>
            </p:txBody>
          </p:sp>
        </mc:Choice>
        <mc:Fallback xmlns="">
          <p:sp>
            <p:nvSpPr>
              <p:cNvPr id="10" name="TextBox 9">
                <a:extLst>
                  <a:ext uri="{FF2B5EF4-FFF2-40B4-BE49-F238E27FC236}">
                    <a16:creationId xmlns:a16="http://schemas.microsoft.com/office/drawing/2014/main" id="{E08963AB-CCCD-0E97-621A-A38E38B0EB7F}"/>
                  </a:ext>
                </a:extLst>
              </p:cNvPr>
              <p:cNvSpPr txBox="1">
                <a:spLocks noRot="1" noChangeAspect="1" noMove="1" noResize="1" noEditPoints="1" noAdjustHandles="1" noChangeArrowheads="1" noChangeShapeType="1" noTextEdit="1"/>
              </p:cNvSpPr>
              <p:nvPr/>
            </p:nvSpPr>
            <p:spPr>
              <a:xfrm>
                <a:off x="406991" y="1212151"/>
                <a:ext cx="10859108" cy="2309991"/>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1150568" y="3959788"/>
                <a:ext cx="9780305" cy="11249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IN" sz="24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dPr>
                        <m:e>
                          <m:f>
                            <m:fPr>
                              <m:ctrlPr>
                                <a:rPr lang="en-IN" sz="24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fPr>
                            <m:num>
                              <m:r>
                                <a:rPr lang="en-IN" sz="2400" b="0" i="0" smtClean="0">
                                  <a:solidFill>
                                    <a:schemeClr val="bg1"/>
                                  </a:solidFill>
                                  <a:latin typeface="Cambria Math" panose="02040503050406030204" pitchFamily="18" charset="0"/>
                                  <a:cs typeface="Arial" panose="020B0604020202020204" pitchFamily="34" charset="0"/>
                                  <a:sym typeface="Symbol" panose="05050102010706020507" pitchFamily="18" charset="2"/>
                                </a:rPr>
                                <m:t>1</m:t>
                              </m:r>
                            </m:num>
                            <m:den>
                              <m:r>
                                <a:rPr lang="en-IN" sz="2400" b="0" i="0" smtClean="0">
                                  <a:solidFill>
                                    <a:schemeClr val="bg1"/>
                                  </a:solidFill>
                                  <a:latin typeface="Cambria Math" panose="02040503050406030204" pitchFamily="18" charset="0"/>
                                  <a:cs typeface="Arial" panose="020B0604020202020204" pitchFamily="34" charset="0"/>
                                  <a:sym typeface="Symbol" panose="05050102010706020507" pitchFamily="18" charset="2"/>
                                </a:rPr>
                                <m:t>1−</m:t>
                              </m:r>
                              <m:sSubSup>
                                <m:sSubSupPr>
                                  <m:ctrlPr>
                                    <a:rPr lang="en-IN" sz="2400" b="0" i="1" smtClean="0">
                                      <a:solidFill>
                                        <a:srgbClr val="FF00FF"/>
                                      </a:solidFill>
                                      <a:latin typeface="Cambria Math" panose="02040503050406030204" pitchFamily="18" charset="0"/>
                                      <a:cs typeface="Arial" panose="020B0604020202020204" pitchFamily="34" charset="0"/>
                                      <a:sym typeface="Symbol" panose="05050102010706020507" pitchFamily="18" charset="2"/>
                                    </a:rPr>
                                  </m:ctrlPr>
                                </m:sSubSupPr>
                                <m:e>
                                  <m:r>
                                    <a:rPr lang="en-IN" sz="2400" i="1">
                                      <a:solidFill>
                                        <a:srgbClr val="FF00FF"/>
                                      </a:solidFill>
                                      <a:latin typeface="Cambria Math" panose="02040503050406030204" pitchFamily="18" charset="0"/>
                                      <a:cs typeface="Arial" panose="020B0604020202020204" pitchFamily="34" charset="0"/>
                                      <a:sym typeface="Symbol" panose="05050102010706020507" pitchFamily="18" charset="2"/>
                                    </a:rPr>
                                    <m:t></m:t>
                                  </m:r>
                                </m:e>
                                <m:sub>
                                  <m:r>
                                    <a:rPr lang="en-IN" sz="2400" i="1">
                                      <a:solidFill>
                                        <a:srgbClr val="FF00FF"/>
                                      </a:solidFill>
                                      <a:latin typeface="Cambria Math" panose="02040503050406030204" pitchFamily="18" charset="0"/>
                                      <a:cs typeface="Arial" panose="020B0604020202020204" pitchFamily="34" charset="0"/>
                                      <a:sym typeface="Symbol" panose="05050102010706020507" pitchFamily="18" charset="2"/>
                                    </a:rPr>
                                    <m:t>12</m:t>
                                  </m:r>
                                </m:sub>
                                <m:sup>
                                  <m:r>
                                    <a:rPr lang="en-IN" sz="2400" b="0" i="0" smtClean="0">
                                      <a:solidFill>
                                        <a:srgbClr val="FF00FF"/>
                                      </a:solidFill>
                                      <a:latin typeface="Cambria Math" panose="02040503050406030204" pitchFamily="18" charset="0"/>
                                      <a:cs typeface="Arial" panose="020B0604020202020204" pitchFamily="34" charset="0"/>
                                      <a:sym typeface="Symbol" panose="05050102010706020507" pitchFamily="18" charset="2"/>
                                    </a:rPr>
                                    <m:t>2</m:t>
                                  </m:r>
                                </m:sup>
                              </m:sSubSup>
                            </m:den>
                          </m:f>
                        </m:e>
                      </m:d>
                      <m:r>
                        <a:rPr lang="en-IN" sz="2400" b="0" i="0" smtClean="0">
                          <a:solidFill>
                            <a:schemeClr val="bg1"/>
                          </a:solidFill>
                          <a:latin typeface="Cambria Math" panose="02040503050406030204" pitchFamily="18" charset="0"/>
                          <a:cs typeface="Arial" panose="020B0604020202020204" pitchFamily="34" charset="0"/>
                          <a:sym typeface="Symbol" panose="05050102010706020507" pitchFamily="18" charset="2"/>
                        </a:rPr>
                        <m:t>  </m:t>
                      </m:r>
                      <m:d>
                        <m:dPr>
                          <m:begChr m:val="["/>
                          <m:endChr m:val="]"/>
                          <m:ctrlPr>
                            <a:rPr lang="en-IN" sz="2400" b="0" i="1" smtClean="0">
                              <a:solidFill>
                                <a:schemeClr val="bg1"/>
                              </a:solidFill>
                              <a:latin typeface="Cambria Math" panose="02040503050406030204" pitchFamily="18" charset="0"/>
                              <a:cs typeface="Arial" panose="020B0604020202020204" pitchFamily="34" charset="0"/>
                            </a:rPr>
                          </m:ctrlPr>
                        </m:dPr>
                        <m:e>
                          <m:f>
                            <m:fPr>
                              <m:ctrlPr>
                                <a:rPr lang="en-IN" sz="2400" i="1" smtClean="0">
                                  <a:solidFill>
                                    <a:schemeClr val="bg1"/>
                                  </a:solidFill>
                                  <a:latin typeface="Cambria Math" panose="02040503050406030204" pitchFamily="18" charset="0"/>
                                  <a:cs typeface="Arial" panose="020B0604020202020204" pitchFamily="34" charset="0"/>
                                </a:rPr>
                              </m:ctrlPr>
                            </m:fPr>
                            <m:num>
                              <m:sSup>
                                <m:sSup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pPr>
                                <m:e>
                                  <m:d>
                                    <m:dPr>
                                      <m:ctrlPr>
                                        <a:rPr lang="en-IN" sz="2400" i="1">
                                          <a:solidFill>
                                            <a:schemeClr val="bg1"/>
                                          </a:solidFill>
                                          <a:latin typeface="Cambria Math" panose="02040503050406030204" pitchFamily="18" charset="0"/>
                                          <a:cs typeface="Arial" panose="020B0604020202020204" pitchFamily="34" charset="0"/>
                                        </a:rPr>
                                      </m:ctrlPr>
                                    </m:dPr>
                                    <m:e>
                                      <m:sSub>
                                        <m:sSubPr>
                                          <m:ctrlPr>
                                            <a:rPr lang="en-IN" sz="2400" i="1">
                                              <a:solidFill>
                                                <a:schemeClr val="bg1"/>
                                              </a:solidFill>
                                              <a:latin typeface="Cambria Math" panose="02040503050406030204" pitchFamily="18" charset="0"/>
                                              <a:cs typeface="Arial" panose="020B0604020202020204" pitchFamily="34" charset="0"/>
                                            </a:rPr>
                                          </m:ctrlPr>
                                        </m:sSubPr>
                                        <m:e>
                                          <m:r>
                                            <m:rPr>
                                              <m:sty m:val="p"/>
                                            </m:rPr>
                                            <a:rPr lang="en-IN" sz="2400" i="0">
                                              <a:solidFill>
                                                <a:schemeClr val="bg1"/>
                                              </a:solidFill>
                                              <a:latin typeface="Cambria Math" panose="02040503050406030204" pitchFamily="18" charset="0"/>
                                              <a:cs typeface="Arial" panose="020B0604020202020204" pitchFamily="34" charset="0"/>
                                            </a:rPr>
                                            <m:t>x</m:t>
                                          </m:r>
                                        </m:e>
                                        <m:sub>
                                          <m:r>
                                            <m:rPr>
                                              <m:sty m:val="p"/>
                                            </m:rPr>
                                            <a:rPr lang="en-IN" sz="2400" i="0">
                                              <a:solidFill>
                                                <a:schemeClr val="bg1"/>
                                              </a:solidFill>
                                              <a:latin typeface="Cambria Math" panose="02040503050406030204" pitchFamily="18" charset="0"/>
                                              <a:cs typeface="Arial" panose="020B0604020202020204" pitchFamily="34" charset="0"/>
                                            </a:rPr>
                                            <m:t>i</m:t>
                                          </m:r>
                                          <m:r>
                                            <a:rPr lang="en-IN" sz="2400" i="0">
                                              <a:solidFill>
                                                <a:schemeClr val="bg1"/>
                                              </a:solidFill>
                                              <a:latin typeface="Cambria Math" panose="02040503050406030204" pitchFamily="18" charset="0"/>
                                              <a:cs typeface="Arial" panose="020B0604020202020204" pitchFamily="34" charset="0"/>
                                            </a:rPr>
                                            <m:t>,1</m:t>
                                          </m:r>
                                        </m:sub>
                                      </m:sSub>
                                      <m:r>
                                        <a:rPr lang="en-IN" sz="2400" i="0">
                                          <a:solidFill>
                                            <a:schemeClr val="bg1"/>
                                          </a:solidFill>
                                          <a:latin typeface="Cambria Math" panose="02040503050406030204" pitchFamily="18" charset="0"/>
                                          <a:cs typeface="Arial" panose="020B0604020202020204" pitchFamily="34" charset="0"/>
                                        </a:rPr>
                                        <m:t>−</m:t>
                                      </m:r>
                                      <m:sSub>
                                        <m:sSub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i="0">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i="0">
                                              <a:solidFill>
                                                <a:schemeClr val="bg1"/>
                                              </a:solidFill>
                                              <a:latin typeface="Cambria Math" panose="02040503050406030204" pitchFamily="18" charset="0"/>
                                              <a:ea typeface="Cambria Math" panose="02040503050406030204" pitchFamily="18" charset="0"/>
                                              <a:cs typeface="Arial" panose="020B0604020202020204" pitchFamily="34" charset="0"/>
                                            </a:rPr>
                                            <m:t>1</m:t>
                                          </m:r>
                                        </m:sub>
                                      </m:sSub>
                                    </m:e>
                                  </m:d>
                                </m:e>
                                <m:sup>
                                  <m:r>
                                    <a:rPr lang="en-IN" sz="2400" i="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p>
                              </m:sSup>
                            </m:num>
                            <m:den>
                              <m:sSup>
                                <m:sSupPr>
                                  <m:ctrlPr>
                                    <a:rPr lang="en-IN" sz="2400" i="1">
                                      <a:solidFill>
                                        <a:schemeClr val="bg1"/>
                                      </a:solidFill>
                                      <a:latin typeface="Cambria Math" panose="02040503050406030204" pitchFamily="18" charset="0"/>
                                      <a:cs typeface="Arial" panose="020B0604020202020204" pitchFamily="34" charset="0"/>
                                    </a:rPr>
                                  </m:ctrlPr>
                                </m:sSupPr>
                                <m:e>
                                  <m:d>
                                    <m:dPr>
                                      <m:ctrlPr>
                                        <a:rPr lang="en-IN" sz="2400" i="1">
                                          <a:solidFill>
                                            <a:schemeClr val="bg1"/>
                                          </a:solidFill>
                                          <a:latin typeface="Cambria Math" panose="02040503050406030204" pitchFamily="18" charset="0"/>
                                          <a:cs typeface="Arial" panose="020B0604020202020204" pitchFamily="34" charset="0"/>
                                        </a:rPr>
                                      </m:ctrlPr>
                                    </m:dPr>
                                    <m:e>
                                      <m:rad>
                                        <m:radPr>
                                          <m:degHide m:val="on"/>
                                          <m:ctrlPr>
                                            <a:rPr lang="en-IN" sz="2400" i="1">
                                              <a:solidFill>
                                                <a:schemeClr val="bg1"/>
                                              </a:solidFill>
                                              <a:latin typeface="Cambria Math" panose="02040503050406030204" pitchFamily="18" charset="0"/>
                                              <a:cs typeface="Arial" panose="020B0604020202020204" pitchFamily="34" charset="0"/>
                                            </a:rPr>
                                          </m:ctrlPr>
                                        </m:radPr>
                                        <m:deg/>
                                        <m:e>
                                          <m:sSub>
                                            <m:sSub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IN" sz="2400" i="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sub>
                                              <m:r>
                                                <a:rPr lang="en-IN" sz="2400" i="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11</m:t>
                                              </m:r>
                                            </m:sub>
                                          </m:sSub>
                                        </m:e>
                                      </m:rad>
                                    </m:e>
                                  </m:d>
                                </m:e>
                                <m:sup>
                                  <m:r>
                                    <a:rPr lang="en-IN" sz="2400" i="0">
                                      <a:solidFill>
                                        <a:schemeClr val="bg1"/>
                                      </a:solidFill>
                                      <a:latin typeface="Cambria Math" panose="02040503050406030204" pitchFamily="18" charset="0"/>
                                      <a:cs typeface="Arial" panose="020B0604020202020204" pitchFamily="34" charset="0"/>
                                    </a:rPr>
                                    <m:t>2</m:t>
                                  </m:r>
                                </m:sup>
                              </m:sSup>
                            </m:den>
                          </m:f>
                          <m:r>
                            <a:rPr lang="en-IN" sz="2400" b="0" i="0" smtClean="0">
                              <a:solidFill>
                                <a:schemeClr val="bg1"/>
                              </a:solidFill>
                              <a:latin typeface="Cambria Math" panose="02040503050406030204" pitchFamily="18" charset="0"/>
                              <a:cs typeface="Arial" panose="020B0604020202020204" pitchFamily="34" charset="0"/>
                            </a:rPr>
                            <m:t>−2</m:t>
                          </m:r>
                          <m:sSub>
                            <m:sSubPr>
                              <m:ctrlPr>
                                <a:rPr lang="en-IN" sz="2400" b="0" i="1" smtClean="0">
                                  <a:solidFill>
                                    <a:srgbClr val="FF00FF"/>
                                  </a:solidFill>
                                  <a:latin typeface="Cambria Math" panose="02040503050406030204" pitchFamily="18" charset="0"/>
                                  <a:cs typeface="Arial" panose="020B0604020202020204" pitchFamily="34" charset="0"/>
                                  <a:sym typeface="Symbol" panose="05050102010706020507" pitchFamily="18" charset="2"/>
                                </a:rPr>
                              </m:ctrlPr>
                            </m:sSubPr>
                            <m:e>
                              <m:r>
                                <a:rPr lang="en-IN" sz="2400" b="0" i="1" smtClean="0">
                                  <a:solidFill>
                                    <a:srgbClr val="FF00FF"/>
                                  </a:solidFill>
                                  <a:latin typeface="Cambria Math" panose="02040503050406030204" pitchFamily="18" charset="0"/>
                                  <a:cs typeface="Arial" panose="020B0604020202020204" pitchFamily="34" charset="0"/>
                                  <a:sym typeface="Symbol" panose="05050102010706020507" pitchFamily="18" charset="2"/>
                                </a:rPr>
                                <m:t></m:t>
                              </m:r>
                            </m:e>
                            <m:sub>
                              <m:r>
                                <a:rPr lang="en-IN" sz="2400" b="0" i="1" smtClean="0">
                                  <a:solidFill>
                                    <a:srgbClr val="FF00FF"/>
                                  </a:solidFill>
                                  <a:latin typeface="Cambria Math" panose="02040503050406030204" pitchFamily="18" charset="0"/>
                                  <a:cs typeface="Arial" panose="020B0604020202020204" pitchFamily="34" charset="0"/>
                                  <a:sym typeface="Symbol" panose="05050102010706020507" pitchFamily="18" charset="2"/>
                                </a:rPr>
                                <m:t>12</m:t>
                              </m:r>
                            </m:sub>
                          </m:sSub>
                          <m:f>
                            <m:fPr>
                              <m:ctrlPr>
                                <a:rPr lang="en-IN" sz="2400" i="1">
                                  <a:solidFill>
                                    <a:schemeClr val="bg1"/>
                                  </a:solidFill>
                                  <a:latin typeface="Cambria Math" panose="02040503050406030204" pitchFamily="18" charset="0"/>
                                  <a:cs typeface="Arial" panose="020B0604020202020204" pitchFamily="34" charset="0"/>
                                </a:rPr>
                              </m:ctrlPr>
                            </m:fPr>
                            <m:num>
                              <m:d>
                                <m:dPr>
                                  <m:ctrlPr>
                                    <a:rPr lang="en-IN" sz="2400" i="1">
                                      <a:solidFill>
                                        <a:schemeClr val="bg1"/>
                                      </a:solidFill>
                                      <a:latin typeface="Cambria Math" panose="02040503050406030204" pitchFamily="18" charset="0"/>
                                      <a:cs typeface="Arial" panose="020B0604020202020204" pitchFamily="34" charset="0"/>
                                    </a:rPr>
                                  </m:ctrlPr>
                                </m:dPr>
                                <m:e>
                                  <m:sSub>
                                    <m:sSubPr>
                                      <m:ctrlPr>
                                        <a:rPr lang="en-IN" sz="2400" i="1">
                                          <a:solidFill>
                                            <a:schemeClr val="bg1"/>
                                          </a:solidFill>
                                          <a:latin typeface="Cambria Math" panose="02040503050406030204" pitchFamily="18" charset="0"/>
                                          <a:cs typeface="Arial" panose="020B0604020202020204" pitchFamily="34" charset="0"/>
                                        </a:rPr>
                                      </m:ctrlPr>
                                    </m:sSubPr>
                                    <m:e>
                                      <m:r>
                                        <m:rPr>
                                          <m:sty m:val="p"/>
                                        </m:rPr>
                                        <a:rPr lang="en-IN" sz="2400">
                                          <a:solidFill>
                                            <a:schemeClr val="bg1"/>
                                          </a:solidFill>
                                          <a:latin typeface="Cambria Math" panose="02040503050406030204" pitchFamily="18" charset="0"/>
                                          <a:cs typeface="Arial" panose="020B0604020202020204" pitchFamily="34" charset="0"/>
                                        </a:rPr>
                                        <m:t>x</m:t>
                                      </m:r>
                                    </m:e>
                                    <m:sub>
                                      <m:r>
                                        <m:rPr>
                                          <m:sty m:val="p"/>
                                        </m:rPr>
                                        <a:rPr lang="en-IN" sz="2400">
                                          <a:solidFill>
                                            <a:schemeClr val="bg1"/>
                                          </a:solidFill>
                                          <a:latin typeface="Cambria Math" panose="02040503050406030204" pitchFamily="18" charset="0"/>
                                          <a:cs typeface="Arial" panose="020B0604020202020204" pitchFamily="34" charset="0"/>
                                        </a:rPr>
                                        <m:t>i</m:t>
                                      </m:r>
                                      <m:r>
                                        <a:rPr lang="en-IN" sz="2400">
                                          <a:solidFill>
                                            <a:schemeClr val="bg1"/>
                                          </a:solidFill>
                                          <a:latin typeface="Cambria Math" panose="02040503050406030204" pitchFamily="18" charset="0"/>
                                          <a:cs typeface="Arial" panose="020B0604020202020204" pitchFamily="34" charset="0"/>
                                        </a:rPr>
                                        <m:t>,1</m:t>
                                      </m:r>
                                    </m:sub>
                                  </m:sSub>
                                  <m:r>
                                    <a:rPr lang="en-IN" sz="2400">
                                      <a:solidFill>
                                        <a:schemeClr val="bg1"/>
                                      </a:solidFill>
                                      <a:latin typeface="Cambria Math" panose="02040503050406030204" pitchFamily="18" charset="0"/>
                                      <a:cs typeface="Arial" panose="020B0604020202020204" pitchFamily="34" charset="0"/>
                                    </a:rPr>
                                    <m:t>−</m:t>
                                  </m:r>
                                  <m:sSub>
                                    <m:sSub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a:solidFill>
                                            <a:schemeClr val="bg1"/>
                                          </a:solidFill>
                                          <a:latin typeface="Cambria Math" panose="02040503050406030204" pitchFamily="18" charset="0"/>
                                          <a:ea typeface="Cambria Math" panose="02040503050406030204" pitchFamily="18" charset="0"/>
                                          <a:cs typeface="Arial" panose="020B0604020202020204" pitchFamily="34" charset="0"/>
                                        </a:rPr>
                                        <m:t>1</m:t>
                                      </m:r>
                                    </m:sub>
                                  </m:sSub>
                                </m:e>
                              </m:d>
                            </m:num>
                            <m:den>
                              <m:rad>
                                <m:radPr>
                                  <m:degHide m:val="on"/>
                                  <m:ctrlPr>
                                    <a:rPr lang="en-IN" sz="2400" i="1">
                                      <a:solidFill>
                                        <a:schemeClr val="bg1"/>
                                      </a:solidFill>
                                      <a:latin typeface="Cambria Math" panose="02040503050406030204" pitchFamily="18" charset="0"/>
                                      <a:cs typeface="Arial" panose="020B0604020202020204" pitchFamily="34" charset="0"/>
                                    </a:rPr>
                                  </m:ctrlPr>
                                </m:radPr>
                                <m:deg/>
                                <m:e>
                                  <m:sSub>
                                    <m:sSub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IN" sz="240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sub>
                                      <m:r>
                                        <a:rPr lang="en-IN" sz="240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11</m:t>
                                      </m:r>
                                    </m:sub>
                                  </m:sSub>
                                </m:e>
                              </m:rad>
                            </m:den>
                          </m:f>
                          <m:f>
                            <m:fPr>
                              <m:ctrlPr>
                                <a:rPr lang="en-IN" sz="2400" i="1">
                                  <a:solidFill>
                                    <a:schemeClr val="bg1"/>
                                  </a:solidFill>
                                  <a:latin typeface="Cambria Math" panose="02040503050406030204" pitchFamily="18" charset="0"/>
                                  <a:cs typeface="Arial" panose="020B0604020202020204" pitchFamily="34" charset="0"/>
                                </a:rPr>
                              </m:ctrlPr>
                            </m:fPr>
                            <m:num>
                              <m:d>
                                <m:dPr>
                                  <m:ctrlPr>
                                    <a:rPr lang="en-IN" sz="2400" i="1">
                                      <a:solidFill>
                                        <a:schemeClr val="bg1"/>
                                      </a:solidFill>
                                      <a:latin typeface="Cambria Math" panose="02040503050406030204" pitchFamily="18" charset="0"/>
                                      <a:cs typeface="Arial" panose="020B0604020202020204" pitchFamily="34" charset="0"/>
                                    </a:rPr>
                                  </m:ctrlPr>
                                </m:dPr>
                                <m:e>
                                  <m:sSub>
                                    <m:sSubPr>
                                      <m:ctrlPr>
                                        <a:rPr lang="en-IN" sz="2400" i="1">
                                          <a:solidFill>
                                            <a:schemeClr val="bg1"/>
                                          </a:solidFill>
                                          <a:latin typeface="Cambria Math" panose="02040503050406030204" pitchFamily="18" charset="0"/>
                                          <a:cs typeface="Arial" panose="020B0604020202020204" pitchFamily="34" charset="0"/>
                                        </a:rPr>
                                      </m:ctrlPr>
                                    </m:sSubPr>
                                    <m:e>
                                      <m:r>
                                        <m:rPr>
                                          <m:sty m:val="p"/>
                                        </m:rPr>
                                        <a:rPr lang="en-IN" sz="2400">
                                          <a:solidFill>
                                            <a:schemeClr val="bg1"/>
                                          </a:solidFill>
                                          <a:latin typeface="Cambria Math" panose="02040503050406030204" pitchFamily="18" charset="0"/>
                                          <a:cs typeface="Arial" panose="020B0604020202020204" pitchFamily="34" charset="0"/>
                                        </a:rPr>
                                        <m:t>x</m:t>
                                      </m:r>
                                    </m:e>
                                    <m:sub>
                                      <m:r>
                                        <m:rPr>
                                          <m:sty m:val="p"/>
                                        </m:rPr>
                                        <a:rPr lang="en-IN" sz="2400">
                                          <a:solidFill>
                                            <a:schemeClr val="bg1"/>
                                          </a:solidFill>
                                          <a:latin typeface="Cambria Math" panose="02040503050406030204" pitchFamily="18" charset="0"/>
                                          <a:cs typeface="Arial" panose="020B0604020202020204" pitchFamily="34" charset="0"/>
                                        </a:rPr>
                                        <m:t>i</m:t>
                                      </m:r>
                                      <m:r>
                                        <a:rPr lang="en-IN" sz="2400">
                                          <a:solidFill>
                                            <a:schemeClr val="bg1"/>
                                          </a:solidFill>
                                          <a:latin typeface="Cambria Math" panose="02040503050406030204" pitchFamily="18" charset="0"/>
                                          <a:cs typeface="Arial" panose="020B0604020202020204" pitchFamily="34" charset="0"/>
                                        </a:rPr>
                                        <m:t>,2</m:t>
                                      </m:r>
                                    </m:sub>
                                  </m:sSub>
                                  <m:r>
                                    <a:rPr lang="en-IN" sz="2400">
                                      <a:solidFill>
                                        <a:schemeClr val="bg1"/>
                                      </a:solidFill>
                                      <a:latin typeface="Cambria Math" panose="02040503050406030204" pitchFamily="18" charset="0"/>
                                      <a:cs typeface="Arial" panose="020B0604020202020204" pitchFamily="34" charset="0"/>
                                    </a:rPr>
                                    <m:t>−</m:t>
                                  </m:r>
                                  <m:sSub>
                                    <m:sSub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b>
                                  </m:sSub>
                                </m:e>
                              </m:d>
                            </m:num>
                            <m:den>
                              <m:rad>
                                <m:radPr>
                                  <m:degHide m:val="on"/>
                                  <m:ctrlPr>
                                    <a:rPr lang="en-IN" sz="2400" i="1">
                                      <a:solidFill>
                                        <a:schemeClr val="bg1"/>
                                      </a:solidFill>
                                      <a:latin typeface="Cambria Math" panose="02040503050406030204" pitchFamily="18" charset="0"/>
                                      <a:cs typeface="Arial" panose="020B0604020202020204" pitchFamily="34" charset="0"/>
                                    </a:rPr>
                                  </m:ctrlPr>
                                </m:radPr>
                                <m:deg/>
                                <m:e>
                                  <m:sSub>
                                    <m:sSub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IN" sz="240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sub>
                                      <m:r>
                                        <a:rPr lang="en-IN" sz="240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22</m:t>
                                      </m:r>
                                    </m:sub>
                                  </m:sSub>
                                </m:e>
                              </m:rad>
                            </m:den>
                          </m:f>
                          <m:r>
                            <a:rPr lang="en-IN" sz="2400" b="0" i="0" smtClean="0">
                              <a:solidFill>
                                <a:schemeClr val="bg1"/>
                              </a:solidFill>
                              <a:latin typeface="Cambria Math" panose="02040503050406030204" pitchFamily="18" charset="0"/>
                              <a:cs typeface="Arial" panose="020B0604020202020204" pitchFamily="34" charset="0"/>
                            </a:rPr>
                            <m:t>+</m:t>
                          </m:r>
                          <m:f>
                            <m:fPr>
                              <m:ctrlPr>
                                <a:rPr lang="en-IN" sz="2400" i="1">
                                  <a:solidFill>
                                    <a:schemeClr val="bg1"/>
                                  </a:solidFill>
                                  <a:latin typeface="Cambria Math" panose="02040503050406030204" pitchFamily="18" charset="0"/>
                                  <a:cs typeface="Arial" panose="020B0604020202020204" pitchFamily="34" charset="0"/>
                                </a:rPr>
                              </m:ctrlPr>
                            </m:fPr>
                            <m:num>
                              <m:sSup>
                                <m:sSup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pPr>
                                <m:e>
                                  <m:d>
                                    <m:dPr>
                                      <m:ctrlPr>
                                        <a:rPr lang="en-IN" sz="2400" i="1">
                                          <a:solidFill>
                                            <a:schemeClr val="bg1"/>
                                          </a:solidFill>
                                          <a:latin typeface="Cambria Math" panose="02040503050406030204" pitchFamily="18" charset="0"/>
                                          <a:cs typeface="Arial" panose="020B0604020202020204" pitchFamily="34" charset="0"/>
                                        </a:rPr>
                                      </m:ctrlPr>
                                    </m:dPr>
                                    <m:e>
                                      <m:sSub>
                                        <m:sSubPr>
                                          <m:ctrlPr>
                                            <a:rPr lang="en-IN" sz="2400" i="1">
                                              <a:solidFill>
                                                <a:schemeClr val="bg1"/>
                                              </a:solidFill>
                                              <a:latin typeface="Cambria Math" panose="02040503050406030204" pitchFamily="18" charset="0"/>
                                              <a:cs typeface="Arial" panose="020B0604020202020204" pitchFamily="34" charset="0"/>
                                            </a:rPr>
                                          </m:ctrlPr>
                                        </m:sSubPr>
                                        <m:e>
                                          <m:r>
                                            <m:rPr>
                                              <m:sty m:val="p"/>
                                            </m:rPr>
                                            <a:rPr lang="en-IN" sz="2400" i="0">
                                              <a:solidFill>
                                                <a:schemeClr val="bg1"/>
                                              </a:solidFill>
                                              <a:latin typeface="Cambria Math" panose="02040503050406030204" pitchFamily="18" charset="0"/>
                                              <a:cs typeface="Arial" panose="020B0604020202020204" pitchFamily="34" charset="0"/>
                                            </a:rPr>
                                            <m:t>x</m:t>
                                          </m:r>
                                        </m:e>
                                        <m:sub>
                                          <m:r>
                                            <m:rPr>
                                              <m:sty m:val="p"/>
                                            </m:rPr>
                                            <a:rPr lang="en-IN" sz="2400" i="0">
                                              <a:solidFill>
                                                <a:schemeClr val="bg1"/>
                                              </a:solidFill>
                                              <a:latin typeface="Cambria Math" panose="02040503050406030204" pitchFamily="18" charset="0"/>
                                              <a:cs typeface="Arial" panose="020B0604020202020204" pitchFamily="34" charset="0"/>
                                            </a:rPr>
                                            <m:t>i</m:t>
                                          </m:r>
                                          <m:r>
                                            <a:rPr lang="en-IN" sz="2400" i="0">
                                              <a:solidFill>
                                                <a:schemeClr val="bg1"/>
                                              </a:solidFill>
                                              <a:latin typeface="Cambria Math" panose="02040503050406030204" pitchFamily="18" charset="0"/>
                                              <a:cs typeface="Arial" panose="020B0604020202020204" pitchFamily="34" charset="0"/>
                                            </a:rPr>
                                            <m:t>,2</m:t>
                                          </m:r>
                                        </m:sub>
                                      </m:sSub>
                                      <m:r>
                                        <a:rPr lang="en-IN" sz="2400" i="0">
                                          <a:solidFill>
                                            <a:schemeClr val="bg1"/>
                                          </a:solidFill>
                                          <a:latin typeface="Cambria Math" panose="02040503050406030204" pitchFamily="18" charset="0"/>
                                          <a:cs typeface="Arial" panose="020B0604020202020204" pitchFamily="34" charset="0"/>
                                        </a:rPr>
                                        <m:t>−</m:t>
                                      </m:r>
                                      <m:sSub>
                                        <m:sSub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US" sz="2400" i="0">
                                              <a:solidFill>
                                                <a:schemeClr val="bg1"/>
                                              </a:solidFill>
                                              <a:latin typeface="Cambria Math" panose="02040503050406030204" pitchFamily="18" charset="0"/>
                                              <a:ea typeface="Cambria Math" panose="02040503050406030204" pitchFamily="18" charset="0"/>
                                              <a:cs typeface="Arial" panose="020B0604020202020204" pitchFamily="34" charset="0"/>
                                            </a:rPr>
                                            <m:t>μ</m:t>
                                          </m:r>
                                        </m:e>
                                        <m:sub>
                                          <m:r>
                                            <a:rPr lang="en-IN" sz="2400" i="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b>
                                      </m:sSub>
                                    </m:e>
                                  </m:d>
                                </m:e>
                                <m:sup>
                                  <m:r>
                                    <a:rPr lang="en-IN" sz="2400" i="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p>
                              </m:sSup>
                            </m:num>
                            <m:den>
                              <m:sSup>
                                <m:sSupPr>
                                  <m:ctrlPr>
                                    <a:rPr lang="en-IN" sz="2400" i="1">
                                      <a:solidFill>
                                        <a:schemeClr val="bg1"/>
                                      </a:solidFill>
                                      <a:latin typeface="Cambria Math" panose="02040503050406030204" pitchFamily="18" charset="0"/>
                                      <a:cs typeface="Arial" panose="020B0604020202020204" pitchFamily="34" charset="0"/>
                                    </a:rPr>
                                  </m:ctrlPr>
                                </m:sSupPr>
                                <m:e>
                                  <m:d>
                                    <m:dPr>
                                      <m:ctrlPr>
                                        <a:rPr lang="en-IN" sz="2400" i="1">
                                          <a:solidFill>
                                            <a:schemeClr val="bg1"/>
                                          </a:solidFill>
                                          <a:latin typeface="Cambria Math" panose="02040503050406030204" pitchFamily="18" charset="0"/>
                                          <a:cs typeface="Arial" panose="020B0604020202020204" pitchFamily="34" charset="0"/>
                                        </a:rPr>
                                      </m:ctrlPr>
                                    </m:dPr>
                                    <m:e>
                                      <m:rad>
                                        <m:radPr>
                                          <m:degHide m:val="on"/>
                                          <m:ctrlPr>
                                            <a:rPr lang="en-IN" sz="2400" i="1">
                                              <a:solidFill>
                                                <a:schemeClr val="bg1"/>
                                              </a:solidFill>
                                              <a:latin typeface="Cambria Math" panose="02040503050406030204" pitchFamily="18" charset="0"/>
                                              <a:cs typeface="Arial" panose="020B0604020202020204" pitchFamily="34" charset="0"/>
                                            </a:rPr>
                                          </m:ctrlPr>
                                        </m:radPr>
                                        <m:deg/>
                                        <m:e>
                                          <m:sSub>
                                            <m:sSub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Pr>
                                            <m:e>
                                              <m:r>
                                                <a:rPr lang="en-IN" sz="2400" i="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sub>
                                              <m:r>
                                                <a:rPr lang="en-IN" sz="2400" i="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22</m:t>
                                              </m:r>
                                            </m:sub>
                                          </m:sSub>
                                        </m:e>
                                      </m:rad>
                                    </m:e>
                                  </m:d>
                                </m:e>
                                <m:sup>
                                  <m:r>
                                    <a:rPr lang="en-IN" sz="2400" i="0">
                                      <a:solidFill>
                                        <a:schemeClr val="bg1"/>
                                      </a:solidFill>
                                      <a:latin typeface="Cambria Math" panose="02040503050406030204" pitchFamily="18" charset="0"/>
                                      <a:cs typeface="Arial" panose="020B0604020202020204" pitchFamily="34" charset="0"/>
                                    </a:rPr>
                                    <m:t>2</m:t>
                                  </m:r>
                                </m:sup>
                              </m:sSup>
                            </m:den>
                          </m:f>
                        </m:e>
                      </m:d>
                      <m:r>
                        <a:rPr lang="en-IN" sz="2400" b="0" i="0" smtClean="0">
                          <a:solidFill>
                            <a:schemeClr val="bg1"/>
                          </a:solidFill>
                          <a:latin typeface="Cambria Math" panose="02040503050406030204" pitchFamily="18" charset="0"/>
                          <a:cs typeface="Arial" panose="020B0604020202020204" pitchFamily="34" charset="0"/>
                        </a:rPr>
                        <m:t>=</m:t>
                      </m:r>
                      <m:sSubSup>
                        <m:sSubSupPr>
                          <m:ctrlPr>
                            <a:rPr lang="en-IN" sz="2400" b="0" i="1" smtClean="0">
                              <a:solidFill>
                                <a:schemeClr val="bg1"/>
                              </a:solidFill>
                              <a:latin typeface="Cambria Math" panose="02040503050406030204" pitchFamily="18" charset="0"/>
                              <a:cs typeface="Arial" panose="020B0604020202020204" pitchFamily="34" charset="0"/>
                            </a:rPr>
                          </m:ctrlPr>
                        </m:sSubSupPr>
                        <m:e>
                          <m:r>
                            <m:rPr>
                              <m:sty m:val="p"/>
                            </m:rPr>
                            <a:rPr lang="en-IN" sz="2400" b="0" i="0" smtClean="0">
                              <a:solidFill>
                                <a:schemeClr val="bg1"/>
                              </a:solidFill>
                              <a:latin typeface="Cambria Math" panose="02040503050406030204" pitchFamily="18" charset="0"/>
                              <a:cs typeface="Arial" panose="020B0604020202020204" pitchFamily="34" charset="0"/>
                            </a:rPr>
                            <m:t>d</m:t>
                          </m:r>
                        </m:e>
                        <m:sub>
                          <m:r>
                            <m:rPr>
                              <m:sty m:val="p"/>
                            </m:rPr>
                            <a:rPr lang="en-IN" sz="2400" b="0" i="0" smtClean="0">
                              <a:solidFill>
                                <a:schemeClr val="bg1"/>
                              </a:solidFill>
                              <a:latin typeface="Cambria Math" panose="02040503050406030204" pitchFamily="18" charset="0"/>
                              <a:cs typeface="Arial" panose="020B0604020202020204" pitchFamily="34" charset="0"/>
                            </a:rPr>
                            <m:t>i</m:t>
                          </m:r>
                        </m:sub>
                        <m:sup>
                          <m:r>
                            <a:rPr lang="en-IN" sz="2400" b="0" i="0" smtClean="0">
                              <a:solidFill>
                                <a:schemeClr val="bg1"/>
                              </a:solidFill>
                              <a:latin typeface="Cambria Math" panose="02040503050406030204" pitchFamily="18" charset="0"/>
                              <a:cs typeface="Arial" panose="020B0604020202020204" pitchFamily="34" charset="0"/>
                            </a:rPr>
                            <m:t>2</m:t>
                          </m:r>
                        </m:sup>
                      </m:sSubSup>
                    </m:oMath>
                  </m:oMathPara>
                </a14:m>
                <a:endParaRPr lang="en-IN" sz="2400" dirty="0">
                  <a:solidFill>
                    <a:schemeClr val="bg1"/>
                  </a:solidFill>
                </a:endParaRPr>
              </a:p>
            </p:txBody>
          </p:sp>
        </mc:Choice>
        <mc:Fallback xmlns="">
          <p:sp>
            <p:nvSpPr>
              <p:cNvPr id="2" name="Rectangle 1"/>
              <p:cNvSpPr>
                <a:spLocks noRot="1" noChangeAspect="1" noMove="1" noResize="1" noEditPoints="1" noAdjustHandles="1" noChangeArrowheads="1" noChangeShapeType="1" noTextEdit="1"/>
              </p:cNvSpPr>
              <p:nvPr/>
            </p:nvSpPr>
            <p:spPr>
              <a:xfrm>
                <a:off x="1150568" y="3959788"/>
                <a:ext cx="9780305" cy="1124988"/>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2180399" y="5712204"/>
                <a:ext cx="7962181" cy="715068"/>
              </a:xfrm>
              <a:prstGeom prst="rect">
                <a:avLst/>
              </a:prstGeom>
              <a:noFill/>
            </p:spPr>
            <p:txBody>
              <a:bodyPr wrap="square" rtlCol="0">
                <a:spAutoFit/>
              </a:bodyPr>
              <a:lstStyle/>
              <a:p>
                <a:pPr algn="ctr"/>
                <a:r>
                  <a:rPr lang="en-IN" sz="2000" dirty="0">
                    <a:solidFill>
                      <a:schemeClr val="bg1"/>
                    </a:solidFill>
                    <a:latin typeface="Arial" panose="020B0604020202020204" pitchFamily="34" charset="0"/>
                    <a:cs typeface="Arial" panose="020B0604020202020204" pitchFamily="34" charset="0"/>
                  </a:rPr>
                  <a:t>Here </a:t>
                </a:r>
                <a14:m>
                  <m:oMath xmlns:m="http://schemas.openxmlformats.org/officeDocument/2006/math">
                    <m:sSub>
                      <m:sSubPr>
                        <m:ctrlPr>
                          <a:rPr lang="en-IN" sz="2400" i="1">
                            <a:solidFill>
                              <a:srgbClr val="FF00FF"/>
                            </a:solidFill>
                            <a:latin typeface="Cambria Math" panose="02040503050406030204" pitchFamily="18" charset="0"/>
                            <a:cs typeface="Arial" panose="020B0604020202020204" pitchFamily="34" charset="0"/>
                            <a:sym typeface="Symbol" panose="05050102010706020507" pitchFamily="18" charset="2"/>
                          </a:rPr>
                        </m:ctrlPr>
                      </m:sSubPr>
                      <m:e>
                        <m:r>
                          <a:rPr lang="en-IN" sz="2400" i="1">
                            <a:solidFill>
                              <a:srgbClr val="FF00FF"/>
                            </a:solidFill>
                            <a:latin typeface="Cambria Math" panose="02040503050406030204" pitchFamily="18" charset="0"/>
                            <a:cs typeface="Arial" panose="020B0604020202020204" pitchFamily="34" charset="0"/>
                            <a:sym typeface="Symbol" panose="05050102010706020507" pitchFamily="18" charset="2"/>
                          </a:rPr>
                          <m:t></m:t>
                        </m:r>
                      </m:e>
                      <m:sub>
                        <m:r>
                          <a:rPr lang="en-IN" sz="2400" i="1">
                            <a:solidFill>
                              <a:srgbClr val="FF00FF"/>
                            </a:solidFill>
                            <a:latin typeface="Cambria Math" panose="02040503050406030204" pitchFamily="18" charset="0"/>
                            <a:cs typeface="Arial" panose="020B0604020202020204" pitchFamily="34" charset="0"/>
                            <a:sym typeface="Symbol" panose="05050102010706020507" pitchFamily="18" charset="2"/>
                          </a:rPr>
                          <m:t>12</m:t>
                        </m:r>
                      </m:sub>
                    </m:sSub>
                    <m:r>
                      <a:rPr lang="en-IN" sz="2400" b="0" i="0" smtClean="0">
                        <a:solidFill>
                          <a:srgbClr val="FF00FF"/>
                        </a:solidFill>
                        <a:latin typeface="Cambria Math" panose="02040503050406030204" pitchFamily="18" charset="0"/>
                        <a:cs typeface="Arial" panose="020B0604020202020204" pitchFamily="34" charset="0"/>
                        <a:sym typeface="Symbol" panose="05050102010706020507" pitchFamily="18" charset="2"/>
                      </a:rPr>
                      <m:t>=</m:t>
                    </m:r>
                    <m:f>
                      <m:fPr>
                        <m:ctrlPr>
                          <a:rPr lang="en-IN" sz="2400" b="0" i="1" smtClean="0">
                            <a:solidFill>
                              <a:schemeClr val="bg1"/>
                            </a:solidFill>
                            <a:latin typeface="Cambria Math" panose="02040503050406030204" pitchFamily="18" charset="0"/>
                            <a:sym typeface="Symbol" panose="05050102010706020507" pitchFamily="18" charset="2"/>
                          </a:rPr>
                        </m:ctrlPr>
                      </m:fPr>
                      <m:num>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m:t>
                            </m:r>
                            <m:r>
                              <a:rPr lang="en-IN" sz="2400" b="0" i="1" smtClean="0">
                                <a:solidFill>
                                  <a:schemeClr val="bg1"/>
                                </a:solidFill>
                                <a:latin typeface="Cambria Math" panose="02040503050406030204" pitchFamily="18" charset="0"/>
                                <a:sym typeface="Symbol" panose="05050102010706020507" pitchFamily="18" charset="2"/>
                              </a:rPr>
                              <m:t>2</m:t>
                            </m:r>
                          </m:sub>
                        </m:sSub>
                      </m:num>
                      <m:den>
                        <m:rad>
                          <m:radPr>
                            <m:degHide m:val="on"/>
                            <m:ctrlPr>
                              <a:rPr lang="en-IN" sz="2400" b="0" i="1" smtClean="0">
                                <a:solidFill>
                                  <a:schemeClr val="bg1"/>
                                </a:solidFill>
                                <a:latin typeface="Cambria Math" panose="02040503050406030204" pitchFamily="18" charset="0"/>
                                <a:sym typeface="Symbol" panose="05050102010706020507" pitchFamily="18" charset="2"/>
                              </a:rPr>
                            </m:ctrlPr>
                          </m:radPr>
                          <m:deg/>
                          <m:e>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i="1">
                                    <a:solidFill>
                                      <a:schemeClr val="bg1"/>
                                    </a:solidFill>
                                    <a:latin typeface="Cambria Math" panose="02040503050406030204" pitchFamily="18" charset="0"/>
                                    <a:sym typeface="Symbol" panose="05050102010706020507" pitchFamily="18" charset="2"/>
                                  </a:rPr>
                                  <m:t>11</m:t>
                                </m:r>
                                <m:sSub>
                                  <m:sSubPr>
                                    <m:ctrlPr>
                                      <a:rPr lang="en-IN" sz="2400" i="1">
                                        <a:solidFill>
                                          <a:schemeClr val="bg1"/>
                                        </a:solidFill>
                                        <a:latin typeface="Cambria Math" panose="02040503050406030204" pitchFamily="18" charset="0"/>
                                        <a:sym typeface="Symbol" panose="05050102010706020507" pitchFamily="18" charset="2"/>
                                      </a:rPr>
                                    </m:ctrlPr>
                                  </m:sSubPr>
                                  <m:e>
                                    <m:r>
                                      <a:rPr lang="en-IN" sz="2400" i="1">
                                        <a:solidFill>
                                          <a:schemeClr val="bg1"/>
                                        </a:solidFill>
                                        <a:latin typeface="Cambria Math" panose="02040503050406030204" pitchFamily="18" charset="0"/>
                                        <a:sym typeface="Symbol" panose="05050102010706020507" pitchFamily="18" charset="2"/>
                                      </a:rPr>
                                      <m:t></m:t>
                                    </m:r>
                                  </m:e>
                                  <m:sub>
                                    <m:r>
                                      <a:rPr lang="en-IN" sz="2400" b="0" i="1" smtClean="0">
                                        <a:solidFill>
                                          <a:schemeClr val="bg1"/>
                                        </a:solidFill>
                                        <a:latin typeface="Cambria Math" panose="02040503050406030204" pitchFamily="18" charset="0"/>
                                        <a:sym typeface="Symbol" panose="05050102010706020507" pitchFamily="18" charset="2"/>
                                      </a:rPr>
                                      <m:t>22</m:t>
                                    </m:r>
                                  </m:sub>
                                </m:sSub>
                              </m:sub>
                            </m:sSub>
                          </m:e>
                        </m:rad>
                      </m:den>
                    </m:f>
                  </m:oMath>
                </a14:m>
                <a:r>
                  <a:rPr lang="en-IN" sz="2000" dirty="0">
                    <a:solidFill>
                      <a:schemeClr val="bg1"/>
                    </a:solidFill>
                    <a:latin typeface="Arial" panose="020B0604020202020204" pitchFamily="34" charset="0"/>
                    <a:cs typeface="Arial" panose="020B0604020202020204" pitchFamily="34" charset="0"/>
                  </a:rPr>
                  <a:t> = Correlation Coefficient between </a:t>
                </a:r>
                <a:r>
                  <a:rPr lang="en-IN" sz="2000" b="1" dirty="0">
                    <a:solidFill>
                      <a:schemeClr val="bg1"/>
                    </a:solidFill>
                    <a:latin typeface="Arial" panose="020B0604020202020204" pitchFamily="34" charset="0"/>
                    <a:cs typeface="Arial" panose="020B0604020202020204" pitchFamily="34" charset="0"/>
                  </a:rPr>
                  <a:t>X</a:t>
                </a:r>
                <a:r>
                  <a:rPr lang="en-IN" sz="2000" b="1" baseline="-25000" dirty="0">
                    <a:solidFill>
                      <a:schemeClr val="bg1"/>
                    </a:solidFill>
                    <a:latin typeface="Arial" panose="020B0604020202020204" pitchFamily="34" charset="0"/>
                    <a:cs typeface="Arial" panose="020B0604020202020204" pitchFamily="34" charset="0"/>
                  </a:rPr>
                  <a:t>1</a:t>
                </a:r>
                <a:r>
                  <a:rPr lang="en-IN" sz="2000" dirty="0">
                    <a:solidFill>
                      <a:schemeClr val="bg1"/>
                    </a:solidFill>
                    <a:latin typeface="Arial" panose="020B0604020202020204" pitchFamily="34" charset="0"/>
                    <a:cs typeface="Arial" panose="020B0604020202020204" pitchFamily="34" charset="0"/>
                  </a:rPr>
                  <a:t> and </a:t>
                </a:r>
                <a:r>
                  <a:rPr lang="en-IN" sz="2000" b="1" dirty="0">
                    <a:solidFill>
                      <a:schemeClr val="bg1"/>
                    </a:solidFill>
                    <a:latin typeface="Arial" panose="020B0604020202020204" pitchFamily="34" charset="0"/>
                    <a:cs typeface="Arial" panose="020B0604020202020204" pitchFamily="34" charset="0"/>
                  </a:rPr>
                  <a:t>X</a:t>
                </a:r>
                <a:r>
                  <a:rPr lang="en-IN" sz="2000" b="1" baseline="-25000" dirty="0">
                    <a:solidFill>
                      <a:schemeClr val="bg1"/>
                    </a:solidFill>
                    <a:latin typeface="Arial" panose="020B0604020202020204" pitchFamily="34" charset="0"/>
                    <a:cs typeface="Arial" panose="020B0604020202020204" pitchFamily="34" charset="0"/>
                  </a:rPr>
                  <a:t>2</a:t>
                </a:r>
              </a:p>
            </p:txBody>
          </p:sp>
        </mc:Choice>
        <mc:Fallback xmlns="">
          <p:sp>
            <p:nvSpPr>
              <p:cNvPr id="5" name="TextBox 4"/>
              <p:cNvSpPr txBox="1">
                <a:spLocks noRot="1" noChangeAspect="1" noMove="1" noResize="1" noEditPoints="1" noAdjustHandles="1" noChangeArrowheads="1" noChangeShapeType="1" noTextEdit="1"/>
              </p:cNvSpPr>
              <p:nvPr/>
            </p:nvSpPr>
            <p:spPr>
              <a:xfrm>
                <a:off x="2180399" y="5712204"/>
                <a:ext cx="7962181" cy="715068"/>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3356CFB9-F6EA-1F90-E34C-ABD236EA59F9}"/>
                  </a:ext>
                </a:extLst>
              </p:cNvPr>
              <p:cNvSpPr/>
              <p:nvPr/>
            </p:nvSpPr>
            <p:spPr>
              <a:xfrm>
                <a:off x="3196253" y="1279076"/>
                <a:ext cx="3375732" cy="477503"/>
              </a:xfrm>
              <a:prstGeom prst="rect">
                <a:avLst/>
              </a:prstGeom>
              <a:solidFill>
                <a:schemeClr val="tx1"/>
              </a:solidFill>
            </p:spPr>
            <p:txBody>
              <a:bodyPr wrap="none">
                <a:spAutoFit/>
              </a:bodyPr>
              <a:lstStyle/>
              <a:p>
                <a14:m>
                  <m:oMath xmlns:m="http://schemas.openxmlformats.org/officeDocument/2006/math">
                    <m:r>
                      <a:rPr lang="en-IN" sz="2400" b="1" i="0" smtClean="0">
                        <a:solidFill>
                          <a:schemeClr val="bg1"/>
                        </a:solidFill>
                        <a:latin typeface="Cambria Math" panose="02040503050406030204" pitchFamily="18" charset="0"/>
                        <a:cs typeface="Arial" panose="020B0604020202020204" pitchFamily="34" charset="0"/>
                      </a:rPr>
                      <m:t>(</m:t>
                    </m:r>
                    <m:r>
                      <a:rPr lang="en-IN" sz="2400" b="1" i="0" smtClean="0">
                        <a:solidFill>
                          <a:schemeClr val="bg1"/>
                        </a:solidFill>
                        <a:latin typeface="Cambria Math" panose="02040503050406030204" pitchFamily="18" charset="0"/>
                        <a:cs typeface="Arial" panose="020B0604020202020204" pitchFamily="34" charset="0"/>
                      </a:rPr>
                      <m:t>𝐱</m:t>
                    </m:r>
                    <m:r>
                      <a:rPr lang="en-IN" sz="2400" b="1" i="0" smtClean="0">
                        <a:solidFill>
                          <a:schemeClr val="bg1"/>
                        </a:solidFill>
                        <a:latin typeface="Cambria Math" panose="02040503050406030204" pitchFamily="18" charset="0"/>
                        <a:cs typeface="Arial" panose="020B0604020202020204" pitchFamily="34" charset="0"/>
                      </a:rPr>
                      <m:t>−</m:t>
                    </m:r>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IN" sz="2400" b="1" i="1" dirty="0">
                        <a:solidFill>
                          <a:schemeClr val="accent6">
                            <a:lumMod val="75000"/>
                          </a:schemeClr>
                        </a:solidFill>
                        <a:latin typeface="Cambria Math" panose="02040503050406030204" pitchFamily="18" charset="0"/>
                        <a:cs typeface="Arial" panose="020B0604020202020204" pitchFamily="34" charset="0"/>
                        <a:sym typeface="Symbol" panose="05050102010706020507" pitchFamily="18" charset="2"/>
                      </a:rPr>
                      <m:t></m:t>
                    </m:r>
                  </m:oMath>
                </a14:m>
                <a:r>
                  <a:rPr lang="en-US" sz="2400" baseline="30000" dirty="0">
                    <a:solidFill>
                      <a:schemeClr val="bg1"/>
                    </a:solidFill>
                    <a:latin typeface="Arial" panose="020B0604020202020204" pitchFamily="34" charset="0"/>
                    <a:cs typeface="Arial" panose="020B0604020202020204" pitchFamily="34" charset="0"/>
                  </a:rPr>
                  <a:t>-1</a:t>
                </a:r>
                <a14:m>
                  <m:oMath xmlns:m="http://schemas.openxmlformats.org/officeDocument/2006/math">
                    <m:d>
                      <m:dPr>
                        <m:ctrlPr>
                          <a:rPr lang="en-IN" sz="2400" i="1">
                            <a:solidFill>
                              <a:schemeClr val="bg1"/>
                            </a:solidFill>
                            <a:latin typeface="Cambria Math" panose="02040503050406030204" pitchFamily="18" charset="0"/>
                            <a:cs typeface="Arial" panose="020B0604020202020204" pitchFamily="34" charset="0"/>
                          </a:rPr>
                        </m:ctrlPr>
                      </m:dPr>
                      <m:e>
                        <m:r>
                          <a:rPr lang="en-IN" sz="2400" b="1" i="0">
                            <a:solidFill>
                              <a:schemeClr val="bg1"/>
                            </a:solidFill>
                            <a:latin typeface="Cambria Math" panose="02040503050406030204" pitchFamily="18" charset="0"/>
                            <a:cs typeface="Arial" panose="020B0604020202020204" pitchFamily="34" charset="0"/>
                          </a:rPr>
                          <m:t>𝐱</m:t>
                        </m:r>
                        <m:r>
                          <a:rPr lang="en-IN" sz="2400" b="1" i="0">
                            <a:solidFill>
                              <a:schemeClr val="bg1"/>
                            </a:solidFill>
                            <a:latin typeface="Cambria Math" panose="02040503050406030204" pitchFamily="18" charset="0"/>
                            <a:cs typeface="Arial" panose="020B0604020202020204" pitchFamily="34" charset="0"/>
                          </a:rPr>
                          <m:t>−</m:t>
                        </m:r>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e>
                    </m:d>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pPr>
                      <m:e>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𝐝</m:t>
                        </m:r>
                      </m:e>
                      <m:sup>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𝟐</m:t>
                        </m:r>
                      </m:sup>
                    </m:sSup>
                  </m:oMath>
                </a14:m>
                <a:endParaRPr lang="en-IN" sz="2400" dirty="0">
                  <a:solidFill>
                    <a:schemeClr val="bg1"/>
                  </a:solidFill>
                </a:endParaRPr>
              </a:p>
            </p:txBody>
          </p:sp>
        </mc:Choice>
        <mc:Fallback xmlns="">
          <p:sp>
            <p:nvSpPr>
              <p:cNvPr id="4" name="Rectangle 3">
                <a:extLst>
                  <a:ext uri="{FF2B5EF4-FFF2-40B4-BE49-F238E27FC236}">
                    <a16:creationId xmlns:a16="http://schemas.microsoft.com/office/drawing/2014/main" id="{3356CFB9-F6EA-1F90-E34C-ABD236EA59F9}"/>
                  </a:ext>
                </a:extLst>
              </p:cNvPr>
              <p:cNvSpPr>
                <a:spLocks noRot="1" noChangeAspect="1" noMove="1" noResize="1" noEditPoints="1" noAdjustHandles="1" noChangeArrowheads="1" noChangeShapeType="1" noTextEdit="1"/>
              </p:cNvSpPr>
              <p:nvPr/>
            </p:nvSpPr>
            <p:spPr>
              <a:xfrm>
                <a:off x="3196253" y="1279076"/>
                <a:ext cx="3375732" cy="477503"/>
              </a:xfrm>
              <a:prstGeom prst="rect">
                <a:avLst/>
              </a:prstGeom>
              <a:blipFill>
                <a:blip r:embed="rId7"/>
                <a:stretch>
                  <a:fillRect l="-1444" t="-1282" b="-16667"/>
                </a:stretch>
              </a:blipFill>
            </p:spPr>
            <p:txBody>
              <a:bodyPr/>
              <a:lstStyle/>
              <a:p>
                <a:r>
                  <a:rPr lang="en-IN">
                    <a:noFill/>
                  </a:rPr>
                  <a:t> </a:t>
                </a:r>
              </a:p>
            </p:txBody>
          </p:sp>
        </mc:Fallback>
      </mc:AlternateContent>
      <p:grpSp>
        <p:nvGrpSpPr>
          <p:cNvPr id="13" name="Group 12">
            <a:extLst>
              <a:ext uri="{FF2B5EF4-FFF2-40B4-BE49-F238E27FC236}">
                <a16:creationId xmlns:a16="http://schemas.microsoft.com/office/drawing/2014/main" id="{16472C52-5EDB-D27E-103C-7CE0CD8A0B39}"/>
              </a:ext>
            </a:extLst>
          </p:cNvPr>
          <p:cNvGrpSpPr/>
          <p:nvPr/>
        </p:nvGrpSpPr>
        <p:grpSpPr>
          <a:xfrm>
            <a:off x="3227918" y="5106096"/>
            <a:ext cx="641160" cy="421200"/>
            <a:chOff x="3227918" y="5106096"/>
            <a:chExt cx="641160" cy="421200"/>
          </a:xfrm>
        </p:grpSpPr>
        <mc:AlternateContent xmlns:mc="http://schemas.openxmlformats.org/markup-compatibility/2006">
          <mc:Choice xmlns:p14="http://schemas.microsoft.com/office/powerpoint/2010/main" Requires="p14">
            <p:contentPart p14:bwMode="auto" r:id="rId8">
              <p14:nvContentPartPr>
                <p14:cNvPr id="11" name="Ink 10">
                  <a:extLst>
                    <a:ext uri="{FF2B5EF4-FFF2-40B4-BE49-F238E27FC236}">
                      <a16:creationId xmlns:a16="http://schemas.microsoft.com/office/drawing/2014/main" id="{3A0BF594-D274-2B2B-F147-450B25B8DFB2}"/>
                    </a:ext>
                  </a:extLst>
                </p14:cNvPr>
                <p14:cNvContentPartPr/>
                <p14:nvPr/>
              </p14:nvContentPartPr>
              <p14:xfrm>
                <a:off x="3227918" y="5106096"/>
                <a:ext cx="641160" cy="254160"/>
              </p14:xfrm>
            </p:contentPart>
          </mc:Choice>
          <mc:Fallback>
            <p:pic>
              <p:nvPicPr>
                <p:cNvPr id="11" name="Ink 10">
                  <a:extLst>
                    <a:ext uri="{FF2B5EF4-FFF2-40B4-BE49-F238E27FC236}">
                      <a16:creationId xmlns:a16="http://schemas.microsoft.com/office/drawing/2014/main" id="{3A0BF594-D274-2B2B-F147-450B25B8DFB2}"/>
                    </a:ext>
                  </a:extLst>
                </p:cNvPr>
                <p:cNvPicPr/>
                <p:nvPr/>
              </p:nvPicPr>
              <p:blipFill>
                <a:blip r:embed="rId9"/>
                <a:stretch>
                  <a:fillRect/>
                </a:stretch>
              </p:blipFill>
              <p:spPr>
                <a:xfrm>
                  <a:off x="3223598" y="5101776"/>
                  <a:ext cx="649800" cy="262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2" name="Ink 11">
                  <a:extLst>
                    <a:ext uri="{FF2B5EF4-FFF2-40B4-BE49-F238E27FC236}">
                      <a16:creationId xmlns:a16="http://schemas.microsoft.com/office/drawing/2014/main" id="{25CAEB26-AD10-781E-E80A-C2B0D9D77E06}"/>
                    </a:ext>
                  </a:extLst>
                </p14:cNvPr>
                <p14:cNvContentPartPr/>
                <p14:nvPr/>
              </p14:nvContentPartPr>
              <p14:xfrm>
                <a:off x="3293798" y="5279256"/>
                <a:ext cx="493560" cy="248040"/>
              </p14:xfrm>
            </p:contentPart>
          </mc:Choice>
          <mc:Fallback>
            <p:pic>
              <p:nvPicPr>
                <p:cNvPr id="12" name="Ink 11">
                  <a:extLst>
                    <a:ext uri="{FF2B5EF4-FFF2-40B4-BE49-F238E27FC236}">
                      <a16:creationId xmlns:a16="http://schemas.microsoft.com/office/drawing/2014/main" id="{25CAEB26-AD10-781E-E80A-C2B0D9D77E06}"/>
                    </a:ext>
                  </a:extLst>
                </p:cNvPr>
                <p:cNvPicPr/>
                <p:nvPr/>
              </p:nvPicPr>
              <p:blipFill>
                <a:blip r:embed="rId11"/>
                <a:stretch>
                  <a:fillRect/>
                </a:stretch>
              </p:blipFill>
              <p:spPr>
                <a:xfrm>
                  <a:off x="3289478" y="5274936"/>
                  <a:ext cx="502200" cy="256680"/>
                </a:xfrm>
                <a:prstGeom prst="rect">
                  <a:avLst/>
                </a:prstGeom>
              </p:spPr>
            </p:pic>
          </mc:Fallback>
        </mc:AlternateContent>
      </p:grpSp>
      <p:grpSp>
        <p:nvGrpSpPr>
          <p:cNvPr id="39" name="Group 38">
            <a:extLst>
              <a:ext uri="{FF2B5EF4-FFF2-40B4-BE49-F238E27FC236}">
                <a16:creationId xmlns:a16="http://schemas.microsoft.com/office/drawing/2014/main" id="{F977F75D-26B0-564B-CB33-0817C0AEEE37}"/>
              </a:ext>
            </a:extLst>
          </p:cNvPr>
          <p:cNvGrpSpPr/>
          <p:nvPr/>
        </p:nvGrpSpPr>
        <p:grpSpPr>
          <a:xfrm>
            <a:off x="5129078" y="3785256"/>
            <a:ext cx="3043800" cy="1882080"/>
            <a:chOff x="5129078" y="3785256"/>
            <a:chExt cx="3043800" cy="1882080"/>
          </a:xfrm>
        </p:grpSpPr>
        <mc:AlternateContent xmlns:mc="http://schemas.openxmlformats.org/markup-compatibility/2006">
          <mc:Choice xmlns:p14="http://schemas.microsoft.com/office/powerpoint/2010/main" Requires="p14">
            <p:contentPart p14:bwMode="auto" r:id="rId12">
              <p14:nvContentPartPr>
                <p14:cNvPr id="3" name="Ink 2">
                  <a:extLst>
                    <a:ext uri="{FF2B5EF4-FFF2-40B4-BE49-F238E27FC236}">
                      <a16:creationId xmlns:a16="http://schemas.microsoft.com/office/drawing/2014/main" id="{4A8CC3A9-D947-D290-4198-0BB24BA67922}"/>
                    </a:ext>
                  </a:extLst>
                </p14:cNvPr>
                <p14:cNvContentPartPr/>
                <p14:nvPr/>
              </p14:nvContentPartPr>
              <p14:xfrm>
                <a:off x="5129078" y="3785256"/>
                <a:ext cx="2952360" cy="1573200"/>
              </p14:xfrm>
            </p:contentPart>
          </mc:Choice>
          <mc:Fallback>
            <p:pic>
              <p:nvPicPr>
                <p:cNvPr id="3" name="Ink 2">
                  <a:extLst>
                    <a:ext uri="{FF2B5EF4-FFF2-40B4-BE49-F238E27FC236}">
                      <a16:creationId xmlns:a16="http://schemas.microsoft.com/office/drawing/2014/main" id="{4A8CC3A9-D947-D290-4198-0BB24BA67922}"/>
                    </a:ext>
                  </a:extLst>
                </p:cNvPr>
                <p:cNvPicPr/>
                <p:nvPr/>
              </p:nvPicPr>
              <p:blipFill>
                <a:blip r:embed="rId13"/>
                <a:stretch>
                  <a:fillRect/>
                </a:stretch>
              </p:blipFill>
              <p:spPr>
                <a:xfrm>
                  <a:off x="5124758" y="3780936"/>
                  <a:ext cx="2961000" cy="15818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7" name="Ink 6">
                  <a:extLst>
                    <a:ext uri="{FF2B5EF4-FFF2-40B4-BE49-F238E27FC236}">
                      <a16:creationId xmlns:a16="http://schemas.microsoft.com/office/drawing/2014/main" id="{CD67D019-C99D-A70E-C567-913FE71EAC7E}"/>
                    </a:ext>
                  </a:extLst>
                </p14:cNvPr>
                <p14:cNvContentPartPr/>
                <p14:nvPr/>
              </p14:nvContentPartPr>
              <p14:xfrm>
                <a:off x="7773638" y="3953736"/>
                <a:ext cx="399240" cy="1248120"/>
              </p14:xfrm>
            </p:contentPart>
          </mc:Choice>
          <mc:Fallback>
            <p:pic>
              <p:nvPicPr>
                <p:cNvPr id="7" name="Ink 6">
                  <a:extLst>
                    <a:ext uri="{FF2B5EF4-FFF2-40B4-BE49-F238E27FC236}">
                      <a16:creationId xmlns:a16="http://schemas.microsoft.com/office/drawing/2014/main" id="{CD67D019-C99D-A70E-C567-913FE71EAC7E}"/>
                    </a:ext>
                  </a:extLst>
                </p:cNvPr>
                <p:cNvPicPr/>
                <p:nvPr/>
              </p:nvPicPr>
              <p:blipFill>
                <a:blip r:embed="rId15"/>
                <a:stretch>
                  <a:fillRect/>
                </a:stretch>
              </p:blipFill>
              <p:spPr>
                <a:xfrm>
                  <a:off x="7769318" y="3949416"/>
                  <a:ext cx="407880" cy="12567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7" name="Ink 16">
                  <a:extLst>
                    <a:ext uri="{FF2B5EF4-FFF2-40B4-BE49-F238E27FC236}">
                      <a16:creationId xmlns:a16="http://schemas.microsoft.com/office/drawing/2014/main" id="{A00422AF-7843-1770-F364-F891FEBB019F}"/>
                    </a:ext>
                  </a:extLst>
                </p14:cNvPr>
                <p14:cNvContentPartPr/>
                <p14:nvPr/>
              </p14:nvContentPartPr>
              <p14:xfrm>
                <a:off x="5868518" y="5051016"/>
                <a:ext cx="127800" cy="212760"/>
              </p14:xfrm>
            </p:contentPart>
          </mc:Choice>
          <mc:Fallback>
            <p:pic>
              <p:nvPicPr>
                <p:cNvPr id="17" name="Ink 16">
                  <a:extLst>
                    <a:ext uri="{FF2B5EF4-FFF2-40B4-BE49-F238E27FC236}">
                      <a16:creationId xmlns:a16="http://schemas.microsoft.com/office/drawing/2014/main" id="{A00422AF-7843-1770-F364-F891FEBB019F}"/>
                    </a:ext>
                  </a:extLst>
                </p:cNvPr>
                <p:cNvPicPr/>
                <p:nvPr/>
              </p:nvPicPr>
              <p:blipFill>
                <a:blip r:embed="rId17"/>
                <a:stretch>
                  <a:fillRect/>
                </a:stretch>
              </p:blipFill>
              <p:spPr>
                <a:xfrm>
                  <a:off x="5863838" y="5046696"/>
                  <a:ext cx="13644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8" name="Ink 17">
                  <a:extLst>
                    <a:ext uri="{FF2B5EF4-FFF2-40B4-BE49-F238E27FC236}">
                      <a16:creationId xmlns:a16="http://schemas.microsoft.com/office/drawing/2014/main" id="{63BEA31A-25FE-02E0-D1E4-F639216938A0}"/>
                    </a:ext>
                  </a:extLst>
                </p14:cNvPr>
                <p14:cNvContentPartPr/>
                <p14:nvPr/>
              </p14:nvContentPartPr>
              <p14:xfrm>
                <a:off x="5867438" y="5187816"/>
                <a:ext cx="90000" cy="13680"/>
              </p14:xfrm>
            </p:contentPart>
          </mc:Choice>
          <mc:Fallback>
            <p:pic>
              <p:nvPicPr>
                <p:cNvPr id="18" name="Ink 17">
                  <a:extLst>
                    <a:ext uri="{FF2B5EF4-FFF2-40B4-BE49-F238E27FC236}">
                      <a16:creationId xmlns:a16="http://schemas.microsoft.com/office/drawing/2014/main" id="{63BEA31A-25FE-02E0-D1E4-F639216938A0}"/>
                    </a:ext>
                  </a:extLst>
                </p:cNvPr>
                <p:cNvPicPr/>
                <p:nvPr/>
              </p:nvPicPr>
              <p:blipFill>
                <a:blip r:embed="rId19"/>
                <a:stretch>
                  <a:fillRect/>
                </a:stretch>
              </p:blipFill>
              <p:spPr>
                <a:xfrm>
                  <a:off x="5863118" y="5183496"/>
                  <a:ext cx="9864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9" name="Ink 18">
                  <a:extLst>
                    <a:ext uri="{FF2B5EF4-FFF2-40B4-BE49-F238E27FC236}">
                      <a16:creationId xmlns:a16="http://schemas.microsoft.com/office/drawing/2014/main" id="{222FF2EC-C364-19C9-D35D-D56ED5670EB2}"/>
                    </a:ext>
                  </a:extLst>
                </p14:cNvPr>
                <p14:cNvContentPartPr/>
                <p14:nvPr/>
              </p14:nvContentPartPr>
              <p14:xfrm>
                <a:off x="6005678" y="5049216"/>
                <a:ext cx="116280" cy="211320"/>
              </p14:xfrm>
            </p:contentPart>
          </mc:Choice>
          <mc:Fallback>
            <p:pic>
              <p:nvPicPr>
                <p:cNvPr id="19" name="Ink 18">
                  <a:extLst>
                    <a:ext uri="{FF2B5EF4-FFF2-40B4-BE49-F238E27FC236}">
                      <a16:creationId xmlns:a16="http://schemas.microsoft.com/office/drawing/2014/main" id="{222FF2EC-C364-19C9-D35D-D56ED5670EB2}"/>
                    </a:ext>
                  </a:extLst>
                </p:cNvPr>
                <p:cNvPicPr/>
                <p:nvPr/>
              </p:nvPicPr>
              <p:blipFill>
                <a:blip r:embed="rId21"/>
                <a:stretch>
                  <a:fillRect/>
                </a:stretch>
              </p:blipFill>
              <p:spPr>
                <a:xfrm>
                  <a:off x="6001358" y="5044896"/>
                  <a:ext cx="12492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0" name="Ink 19">
                  <a:extLst>
                    <a:ext uri="{FF2B5EF4-FFF2-40B4-BE49-F238E27FC236}">
                      <a16:creationId xmlns:a16="http://schemas.microsoft.com/office/drawing/2014/main" id="{C9796EC8-558C-A94D-F73E-798972141779}"/>
                    </a:ext>
                  </a:extLst>
                </p14:cNvPr>
                <p14:cNvContentPartPr/>
                <p14:nvPr/>
              </p14:nvContentPartPr>
              <p14:xfrm>
                <a:off x="6128438" y="5025096"/>
                <a:ext cx="181440" cy="219960"/>
              </p14:xfrm>
            </p:contentPart>
          </mc:Choice>
          <mc:Fallback>
            <p:pic>
              <p:nvPicPr>
                <p:cNvPr id="20" name="Ink 19">
                  <a:extLst>
                    <a:ext uri="{FF2B5EF4-FFF2-40B4-BE49-F238E27FC236}">
                      <a16:creationId xmlns:a16="http://schemas.microsoft.com/office/drawing/2014/main" id="{C9796EC8-558C-A94D-F73E-798972141779}"/>
                    </a:ext>
                  </a:extLst>
                </p:cNvPr>
                <p:cNvPicPr/>
                <p:nvPr/>
              </p:nvPicPr>
              <p:blipFill>
                <a:blip r:embed="rId23"/>
                <a:stretch>
                  <a:fillRect/>
                </a:stretch>
              </p:blipFill>
              <p:spPr>
                <a:xfrm>
                  <a:off x="6124118" y="5020776"/>
                  <a:ext cx="19008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1" name="Ink 20">
                  <a:extLst>
                    <a:ext uri="{FF2B5EF4-FFF2-40B4-BE49-F238E27FC236}">
                      <a16:creationId xmlns:a16="http://schemas.microsoft.com/office/drawing/2014/main" id="{6F21EBEC-E8AC-E762-2BC1-CF608E57A575}"/>
                    </a:ext>
                  </a:extLst>
                </p14:cNvPr>
                <p14:cNvContentPartPr/>
                <p14:nvPr/>
              </p14:nvContentPartPr>
              <p14:xfrm>
                <a:off x="6259118" y="5084496"/>
                <a:ext cx="15840" cy="32040"/>
              </p14:xfrm>
            </p:contentPart>
          </mc:Choice>
          <mc:Fallback>
            <p:pic>
              <p:nvPicPr>
                <p:cNvPr id="21" name="Ink 20">
                  <a:extLst>
                    <a:ext uri="{FF2B5EF4-FFF2-40B4-BE49-F238E27FC236}">
                      <a16:creationId xmlns:a16="http://schemas.microsoft.com/office/drawing/2014/main" id="{6F21EBEC-E8AC-E762-2BC1-CF608E57A575}"/>
                    </a:ext>
                  </a:extLst>
                </p:cNvPr>
                <p:cNvPicPr/>
                <p:nvPr/>
              </p:nvPicPr>
              <p:blipFill>
                <a:blip r:embed="rId25"/>
                <a:stretch>
                  <a:fillRect/>
                </a:stretch>
              </p:blipFill>
              <p:spPr>
                <a:xfrm>
                  <a:off x="6254798" y="5080176"/>
                  <a:ext cx="2448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2" name="Ink 21">
                  <a:extLst>
                    <a:ext uri="{FF2B5EF4-FFF2-40B4-BE49-F238E27FC236}">
                      <a16:creationId xmlns:a16="http://schemas.microsoft.com/office/drawing/2014/main" id="{F57AB030-B405-101E-9A43-D75F55656AB8}"/>
                    </a:ext>
                  </a:extLst>
                </p14:cNvPr>
                <p14:cNvContentPartPr/>
                <p14:nvPr/>
              </p14:nvContentPartPr>
              <p14:xfrm>
                <a:off x="6308438" y="5051016"/>
                <a:ext cx="75960" cy="174960"/>
              </p14:xfrm>
            </p:contentPart>
          </mc:Choice>
          <mc:Fallback>
            <p:pic>
              <p:nvPicPr>
                <p:cNvPr id="22" name="Ink 21">
                  <a:extLst>
                    <a:ext uri="{FF2B5EF4-FFF2-40B4-BE49-F238E27FC236}">
                      <a16:creationId xmlns:a16="http://schemas.microsoft.com/office/drawing/2014/main" id="{F57AB030-B405-101E-9A43-D75F55656AB8}"/>
                    </a:ext>
                  </a:extLst>
                </p:cNvPr>
                <p:cNvPicPr/>
                <p:nvPr/>
              </p:nvPicPr>
              <p:blipFill>
                <a:blip r:embed="rId27"/>
                <a:stretch>
                  <a:fillRect/>
                </a:stretch>
              </p:blipFill>
              <p:spPr>
                <a:xfrm>
                  <a:off x="6304118" y="5046696"/>
                  <a:ext cx="8460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3" name="Ink 22">
                  <a:extLst>
                    <a:ext uri="{FF2B5EF4-FFF2-40B4-BE49-F238E27FC236}">
                      <a16:creationId xmlns:a16="http://schemas.microsoft.com/office/drawing/2014/main" id="{585AECBF-2557-2AF4-425F-31CC6A2A04B8}"/>
                    </a:ext>
                  </a:extLst>
                </p14:cNvPr>
                <p14:cNvContentPartPr/>
                <p14:nvPr/>
              </p14:nvContentPartPr>
              <p14:xfrm>
                <a:off x="6336158" y="5144976"/>
                <a:ext cx="117000" cy="76320"/>
              </p14:xfrm>
            </p:contentPart>
          </mc:Choice>
          <mc:Fallback>
            <p:pic>
              <p:nvPicPr>
                <p:cNvPr id="23" name="Ink 22">
                  <a:extLst>
                    <a:ext uri="{FF2B5EF4-FFF2-40B4-BE49-F238E27FC236}">
                      <a16:creationId xmlns:a16="http://schemas.microsoft.com/office/drawing/2014/main" id="{585AECBF-2557-2AF4-425F-31CC6A2A04B8}"/>
                    </a:ext>
                  </a:extLst>
                </p:cNvPr>
                <p:cNvPicPr/>
                <p:nvPr/>
              </p:nvPicPr>
              <p:blipFill>
                <a:blip r:embed="rId29"/>
                <a:stretch>
                  <a:fillRect/>
                </a:stretch>
              </p:blipFill>
              <p:spPr>
                <a:xfrm>
                  <a:off x="6331838" y="5140656"/>
                  <a:ext cx="12564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4" name="Ink 23">
                  <a:extLst>
                    <a:ext uri="{FF2B5EF4-FFF2-40B4-BE49-F238E27FC236}">
                      <a16:creationId xmlns:a16="http://schemas.microsoft.com/office/drawing/2014/main" id="{B30FBA9A-B254-C755-DBB2-524A86B630F4}"/>
                    </a:ext>
                  </a:extLst>
                </p14:cNvPr>
                <p14:cNvContentPartPr/>
                <p14:nvPr/>
              </p14:nvContentPartPr>
              <p14:xfrm>
                <a:off x="6398078" y="5072616"/>
                <a:ext cx="29160" cy="18720"/>
              </p14:xfrm>
            </p:contentPart>
          </mc:Choice>
          <mc:Fallback>
            <p:pic>
              <p:nvPicPr>
                <p:cNvPr id="24" name="Ink 23">
                  <a:extLst>
                    <a:ext uri="{FF2B5EF4-FFF2-40B4-BE49-F238E27FC236}">
                      <a16:creationId xmlns:a16="http://schemas.microsoft.com/office/drawing/2014/main" id="{B30FBA9A-B254-C755-DBB2-524A86B630F4}"/>
                    </a:ext>
                  </a:extLst>
                </p:cNvPr>
                <p:cNvPicPr/>
                <p:nvPr/>
              </p:nvPicPr>
              <p:blipFill>
                <a:blip r:embed="rId31"/>
                <a:stretch>
                  <a:fillRect/>
                </a:stretch>
              </p:blipFill>
              <p:spPr>
                <a:xfrm>
                  <a:off x="6393758" y="5068296"/>
                  <a:ext cx="3780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5" name="Ink 24">
                  <a:extLst>
                    <a:ext uri="{FF2B5EF4-FFF2-40B4-BE49-F238E27FC236}">
                      <a16:creationId xmlns:a16="http://schemas.microsoft.com/office/drawing/2014/main" id="{4A9D8CE5-192F-DC11-B722-5CF2FD3DD4B1}"/>
                    </a:ext>
                  </a:extLst>
                </p14:cNvPr>
                <p14:cNvContentPartPr/>
                <p14:nvPr/>
              </p14:nvContentPartPr>
              <p14:xfrm>
                <a:off x="6476558" y="5110416"/>
                <a:ext cx="207720" cy="119880"/>
              </p14:xfrm>
            </p:contentPart>
          </mc:Choice>
          <mc:Fallback>
            <p:pic>
              <p:nvPicPr>
                <p:cNvPr id="25" name="Ink 24">
                  <a:extLst>
                    <a:ext uri="{FF2B5EF4-FFF2-40B4-BE49-F238E27FC236}">
                      <a16:creationId xmlns:a16="http://schemas.microsoft.com/office/drawing/2014/main" id="{4A9D8CE5-192F-DC11-B722-5CF2FD3DD4B1}"/>
                    </a:ext>
                  </a:extLst>
                </p:cNvPr>
                <p:cNvPicPr/>
                <p:nvPr/>
              </p:nvPicPr>
              <p:blipFill>
                <a:blip r:embed="rId33"/>
                <a:stretch>
                  <a:fillRect/>
                </a:stretch>
              </p:blipFill>
              <p:spPr>
                <a:xfrm>
                  <a:off x="6472238" y="5106096"/>
                  <a:ext cx="21636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6" name="Ink 25">
                  <a:extLst>
                    <a:ext uri="{FF2B5EF4-FFF2-40B4-BE49-F238E27FC236}">
                      <a16:creationId xmlns:a16="http://schemas.microsoft.com/office/drawing/2014/main" id="{A1AA9853-2D2D-1E61-85E8-21E71F4898E6}"/>
                    </a:ext>
                  </a:extLst>
                </p14:cNvPr>
                <p14:cNvContentPartPr/>
                <p14:nvPr/>
              </p14:nvContentPartPr>
              <p14:xfrm>
                <a:off x="6660158" y="5013576"/>
                <a:ext cx="226440" cy="190440"/>
              </p14:xfrm>
            </p:contentPart>
          </mc:Choice>
          <mc:Fallback>
            <p:pic>
              <p:nvPicPr>
                <p:cNvPr id="26" name="Ink 25">
                  <a:extLst>
                    <a:ext uri="{FF2B5EF4-FFF2-40B4-BE49-F238E27FC236}">
                      <a16:creationId xmlns:a16="http://schemas.microsoft.com/office/drawing/2014/main" id="{A1AA9853-2D2D-1E61-85E8-21E71F4898E6}"/>
                    </a:ext>
                  </a:extLst>
                </p:cNvPr>
                <p:cNvPicPr/>
                <p:nvPr/>
              </p:nvPicPr>
              <p:blipFill>
                <a:blip r:embed="rId35"/>
                <a:stretch>
                  <a:fillRect/>
                </a:stretch>
              </p:blipFill>
              <p:spPr>
                <a:xfrm>
                  <a:off x="6655838" y="5009256"/>
                  <a:ext cx="23508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7" name="Ink 26">
                  <a:extLst>
                    <a:ext uri="{FF2B5EF4-FFF2-40B4-BE49-F238E27FC236}">
                      <a16:creationId xmlns:a16="http://schemas.microsoft.com/office/drawing/2014/main" id="{D22119E3-D42D-2A2A-FF75-999922862DE8}"/>
                    </a:ext>
                  </a:extLst>
                </p14:cNvPr>
                <p14:cNvContentPartPr/>
                <p14:nvPr/>
              </p14:nvContentPartPr>
              <p14:xfrm>
                <a:off x="7033838" y="4959216"/>
                <a:ext cx="43560" cy="244440"/>
              </p14:xfrm>
            </p:contentPart>
          </mc:Choice>
          <mc:Fallback>
            <p:pic>
              <p:nvPicPr>
                <p:cNvPr id="27" name="Ink 26">
                  <a:extLst>
                    <a:ext uri="{FF2B5EF4-FFF2-40B4-BE49-F238E27FC236}">
                      <a16:creationId xmlns:a16="http://schemas.microsoft.com/office/drawing/2014/main" id="{D22119E3-D42D-2A2A-FF75-999922862DE8}"/>
                    </a:ext>
                  </a:extLst>
                </p:cNvPr>
                <p:cNvPicPr/>
                <p:nvPr/>
              </p:nvPicPr>
              <p:blipFill>
                <a:blip r:embed="rId37"/>
                <a:stretch>
                  <a:fillRect/>
                </a:stretch>
              </p:blipFill>
              <p:spPr>
                <a:xfrm>
                  <a:off x="7029518" y="4954896"/>
                  <a:ext cx="52200" cy="2530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8" name="Ink 27">
                  <a:extLst>
                    <a:ext uri="{FF2B5EF4-FFF2-40B4-BE49-F238E27FC236}">
                      <a16:creationId xmlns:a16="http://schemas.microsoft.com/office/drawing/2014/main" id="{5B149761-8225-AECD-910B-807901EEEF13}"/>
                    </a:ext>
                  </a:extLst>
                </p14:cNvPr>
                <p14:cNvContentPartPr/>
                <p14:nvPr/>
              </p14:nvContentPartPr>
              <p14:xfrm>
                <a:off x="6969398" y="5049216"/>
                <a:ext cx="301320" cy="129240"/>
              </p14:xfrm>
            </p:contentPart>
          </mc:Choice>
          <mc:Fallback>
            <p:pic>
              <p:nvPicPr>
                <p:cNvPr id="28" name="Ink 27">
                  <a:extLst>
                    <a:ext uri="{FF2B5EF4-FFF2-40B4-BE49-F238E27FC236}">
                      <a16:creationId xmlns:a16="http://schemas.microsoft.com/office/drawing/2014/main" id="{5B149761-8225-AECD-910B-807901EEEF13}"/>
                    </a:ext>
                  </a:extLst>
                </p:cNvPr>
                <p:cNvPicPr/>
                <p:nvPr/>
              </p:nvPicPr>
              <p:blipFill>
                <a:blip r:embed="rId39"/>
                <a:stretch>
                  <a:fillRect/>
                </a:stretch>
              </p:blipFill>
              <p:spPr>
                <a:xfrm>
                  <a:off x="6965078" y="5044896"/>
                  <a:ext cx="30996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9" name="Ink 28">
                  <a:extLst>
                    <a:ext uri="{FF2B5EF4-FFF2-40B4-BE49-F238E27FC236}">
                      <a16:creationId xmlns:a16="http://schemas.microsoft.com/office/drawing/2014/main" id="{3A4EB036-5BDA-36B5-BFF3-8782D72FC51E}"/>
                    </a:ext>
                  </a:extLst>
                </p14:cNvPr>
                <p14:cNvContentPartPr/>
                <p14:nvPr/>
              </p14:nvContentPartPr>
              <p14:xfrm>
                <a:off x="7269998" y="5064336"/>
                <a:ext cx="203040" cy="88200"/>
              </p14:xfrm>
            </p:contentPart>
          </mc:Choice>
          <mc:Fallback>
            <p:pic>
              <p:nvPicPr>
                <p:cNvPr id="29" name="Ink 28">
                  <a:extLst>
                    <a:ext uri="{FF2B5EF4-FFF2-40B4-BE49-F238E27FC236}">
                      <a16:creationId xmlns:a16="http://schemas.microsoft.com/office/drawing/2014/main" id="{3A4EB036-5BDA-36B5-BFF3-8782D72FC51E}"/>
                    </a:ext>
                  </a:extLst>
                </p:cNvPr>
                <p:cNvPicPr/>
                <p:nvPr/>
              </p:nvPicPr>
              <p:blipFill>
                <a:blip r:embed="rId41"/>
                <a:stretch>
                  <a:fillRect/>
                </a:stretch>
              </p:blipFill>
              <p:spPr>
                <a:xfrm>
                  <a:off x="7265678" y="5060016"/>
                  <a:ext cx="211680" cy="968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0" name="Ink 29">
                  <a:extLst>
                    <a:ext uri="{FF2B5EF4-FFF2-40B4-BE49-F238E27FC236}">
                      <a16:creationId xmlns:a16="http://schemas.microsoft.com/office/drawing/2014/main" id="{07B8F2CF-6106-A2E1-76AB-14431C3BE6C7}"/>
                    </a:ext>
                  </a:extLst>
                </p14:cNvPr>
                <p14:cNvContentPartPr/>
                <p14:nvPr/>
              </p14:nvContentPartPr>
              <p14:xfrm>
                <a:off x="7486718" y="4954536"/>
                <a:ext cx="324000" cy="196920"/>
              </p14:xfrm>
            </p:contentPart>
          </mc:Choice>
          <mc:Fallback>
            <p:pic>
              <p:nvPicPr>
                <p:cNvPr id="30" name="Ink 29">
                  <a:extLst>
                    <a:ext uri="{FF2B5EF4-FFF2-40B4-BE49-F238E27FC236}">
                      <a16:creationId xmlns:a16="http://schemas.microsoft.com/office/drawing/2014/main" id="{07B8F2CF-6106-A2E1-76AB-14431C3BE6C7}"/>
                    </a:ext>
                  </a:extLst>
                </p:cNvPr>
                <p:cNvPicPr/>
                <p:nvPr/>
              </p:nvPicPr>
              <p:blipFill>
                <a:blip r:embed="rId43"/>
                <a:stretch>
                  <a:fillRect/>
                </a:stretch>
              </p:blipFill>
              <p:spPr>
                <a:xfrm>
                  <a:off x="7482398" y="4950216"/>
                  <a:ext cx="33264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1" name="Ink 30">
                  <a:extLst>
                    <a:ext uri="{FF2B5EF4-FFF2-40B4-BE49-F238E27FC236}">
                      <a16:creationId xmlns:a16="http://schemas.microsoft.com/office/drawing/2014/main" id="{FC27E84A-7CFF-7315-D693-D7C115CE3813}"/>
                    </a:ext>
                  </a:extLst>
                </p14:cNvPr>
                <p14:cNvContentPartPr/>
                <p14:nvPr/>
              </p14:nvContentPartPr>
              <p14:xfrm>
                <a:off x="7808198" y="4952016"/>
                <a:ext cx="151200" cy="161640"/>
              </p14:xfrm>
            </p:contentPart>
          </mc:Choice>
          <mc:Fallback>
            <p:pic>
              <p:nvPicPr>
                <p:cNvPr id="31" name="Ink 30">
                  <a:extLst>
                    <a:ext uri="{FF2B5EF4-FFF2-40B4-BE49-F238E27FC236}">
                      <a16:creationId xmlns:a16="http://schemas.microsoft.com/office/drawing/2014/main" id="{FC27E84A-7CFF-7315-D693-D7C115CE3813}"/>
                    </a:ext>
                  </a:extLst>
                </p:cNvPr>
                <p:cNvPicPr/>
                <p:nvPr/>
              </p:nvPicPr>
              <p:blipFill>
                <a:blip r:embed="rId45"/>
                <a:stretch>
                  <a:fillRect/>
                </a:stretch>
              </p:blipFill>
              <p:spPr>
                <a:xfrm>
                  <a:off x="7803878" y="4947696"/>
                  <a:ext cx="15984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2" name="Ink 31">
                  <a:extLst>
                    <a:ext uri="{FF2B5EF4-FFF2-40B4-BE49-F238E27FC236}">
                      <a16:creationId xmlns:a16="http://schemas.microsoft.com/office/drawing/2014/main" id="{EB80E68C-126C-187D-FDFC-246E84AA13E3}"/>
                    </a:ext>
                  </a:extLst>
                </p14:cNvPr>
                <p14:cNvContentPartPr/>
                <p14:nvPr/>
              </p14:nvContentPartPr>
              <p14:xfrm>
                <a:off x="6084158" y="5411016"/>
                <a:ext cx="305640" cy="256320"/>
              </p14:xfrm>
            </p:contentPart>
          </mc:Choice>
          <mc:Fallback>
            <p:pic>
              <p:nvPicPr>
                <p:cNvPr id="32" name="Ink 31">
                  <a:extLst>
                    <a:ext uri="{FF2B5EF4-FFF2-40B4-BE49-F238E27FC236}">
                      <a16:creationId xmlns:a16="http://schemas.microsoft.com/office/drawing/2014/main" id="{EB80E68C-126C-187D-FDFC-246E84AA13E3}"/>
                    </a:ext>
                  </a:extLst>
                </p:cNvPr>
                <p:cNvPicPr/>
                <p:nvPr/>
              </p:nvPicPr>
              <p:blipFill>
                <a:blip r:embed="rId47"/>
                <a:stretch>
                  <a:fillRect/>
                </a:stretch>
              </p:blipFill>
              <p:spPr>
                <a:xfrm>
                  <a:off x="6079838" y="5406696"/>
                  <a:ext cx="31428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3" name="Ink 32">
                  <a:extLst>
                    <a:ext uri="{FF2B5EF4-FFF2-40B4-BE49-F238E27FC236}">
                      <a16:creationId xmlns:a16="http://schemas.microsoft.com/office/drawing/2014/main" id="{4F12977D-9198-423B-1DE4-1EB5FC650CD0}"/>
                    </a:ext>
                  </a:extLst>
                </p14:cNvPr>
                <p14:cNvContentPartPr/>
                <p14:nvPr/>
              </p14:nvContentPartPr>
              <p14:xfrm>
                <a:off x="6426878" y="5497056"/>
                <a:ext cx="155520" cy="126720"/>
              </p14:xfrm>
            </p:contentPart>
          </mc:Choice>
          <mc:Fallback>
            <p:pic>
              <p:nvPicPr>
                <p:cNvPr id="33" name="Ink 32">
                  <a:extLst>
                    <a:ext uri="{FF2B5EF4-FFF2-40B4-BE49-F238E27FC236}">
                      <a16:creationId xmlns:a16="http://schemas.microsoft.com/office/drawing/2014/main" id="{4F12977D-9198-423B-1DE4-1EB5FC650CD0}"/>
                    </a:ext>
                  </a:extLst>
                </p:cNvPr>
                <p:cNvPicPr/>
                <p:nvPr/>
              </p:nvPicPr>
              <p:blipFill>
                <a:blip r:embed="rId49"/>
                <a:stretch>
                  <a:fillRect/>
                </a:stretch>
              </p:blipFill>
              <p:spPr>
                <a:xfrm>
                  <a:off x="6422558" y="5492736"/>
                  <a:ext cx="16416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4" name="Ink 33">
                  <a:extLst>
                    <a:ext uri="{FF2B5EF4-FFF2-40B4-BE49-F238E27FC236}">
                      <a16:creationId xmlns:a16="http://schemas.microsoft.com/office/drawing/2014/main" id="{1DDBDDC8-800F-250F-E78E-F637C0332108}"/>
                    </a:ext>
                  </a:extLst>
                </p14:cNvPr>
                <p14:cNvContentPartPr/>
                <p14:nvPr/>
              </p14:nvContentPartPr>
              <p14:xfrm>
                <a:off x="6551798" y="5511816"/>
                <a:ext cx="346680" cy="106560"/>
              </p14:xfrm>
            </p:contentPart>
          </mc:Choice>
          <mc:Fallback>
            <p:pic>
              <p:nvPicPr>
                <p:cNvPr id="34" name="Ink 33">
                  <a:extLst>
                    <a:ext uri="{FF2B5EF4-FFF2-40B4-BE49-F238E27FC236}">
                      <a16:creationId xmlns:a16="http://schemas.microsoft.com/office/drawing/2014/main" id="{1DDBDDC8-800F-250F-E78E-F637C0332108}"/>
                    </a:ext>
                  </a:extLst>
                </p:cNvPr>
                <p:cNvPicPr/>
                <p:nvPr/>
              </p:nvPicPr>
              <p:blipFill>
                <a:blip r:embed="rId51"/>
                <a:stretch>
                  <a:fillRect/>
                </a:stretch>
              </p:blipFill>
              <p:spPr>
                <a:xfrm>
                  <a:off x="6547478" y="5507496"/>
                  <a:ext cx="35532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5" name="Ink 34">
                  <a:extLst>
                    <a:ext uri="{FF2B5EF4-FFF2-40B4-BE49-F238E27FC236}">
                      <a16:creationId xmlns:a16="http://schemas.microsoft.com/office/drawing/2014/main" id="{0438BDB8-09D9-CF9A-C4D3-38F24C6FB68D}"/>
                    </a:ext>
                  </a:extLst>
                </p14:cNvPr>
                <p14:cNvContentPartPr/>
                <p14:nvPr/>
              </p14:nvContentPartPr>
              <p14:xfrm>
                <a:off x="6819998" y="5445576"/>
                <a:ext cx="54000" cy="65880"/>
              </p14:xfrm>
            </p:contentPart>
          </mc:Choice>
          <mc:Fallback>
            <p:pic>
              <p:nvPicPr>
                <p:cNvPr id="35" name="Ink 34">
                  <a:extLst>
                    <a:ext uri="{FF2B5EF4-FFF2-40B4-BE49-F238E27FC236}">
                      <a16:creationId xmlns:a16="http://schemas.microsoft.com/office/drawing/2014/main" id="{0438BDB8-09D9-CF9A-C4D3-38F24C6FB68D}"/>
                    </a:ext>
                  </a:extLst>
                </p:cNvPr>
                <p:cNvPicPr/>
                <p:nvPr/>
              </p:nvPicPr>
              <p:blipFill>
                <a:blip r:embed="rId53"/>
                <a:stretch>
                  <a:fillRect/>
                </a:stretch>
              </p:blipFill>
              <p:spPr>
                <a:xfrm>
                  <a:off x="6815678" y="5441256"/>
                  <a:ext cx="62640" cy="745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6" name="Ink 35">
                  <a:extLst>
                    <a:ext uri="{FF2B5EF4-FFF2-40B4-BE49-F238E27FC236}">
                      <a16:creationId xmlns:a16="http://schemas.microsoft.com/office/drawing/2014/main" id="{C8913F25-0719-8D91-F396-9F4C9A8C1054}"/>
                    </a:ext>
                  </a:extLst>
                </p14:cNvPr>
                <p14:cNvContentPartPr/>
                <p14:nvPr/>
              </p14:nvContentPartPr>
              <p14:xfrm>
                <a:off x="6915398" y="5502096"/>
                <a:ext cx="322560" cy="110880"/>
              </p14:xfrm>
            </p:contentPart>
          </mc:Choice>
          <mc:Fallback>
            <p:pic>
              <p:nvPicPr>
                <p:cNvPr id="36" name="Ink 35">
                  <a:extLst>
                    <a:ext uri="{FF2B5EF4-FFF2-40B4-BE49-F238E27FC236}">
                      <a16:creationId xmlns:a16="http://schemas.microsoft.com/office/drawing/2014/main" id="{C8913F25-0719-8D91-F396-9F4C9A8C1054}"/>
                    </a:ext>
                  </a:extLst>
                </p:cNvPr>
                <p:cNvPicPr/>
                <p:nvPr/>
              </p:nvPicPr>
              <p:blipFill>
                <a:blip r:embed="rId55"/>
                <a:stretch>
                  <a:fillRect/>
                </a:stretch>
              </p:blipFill>
              <p:spPr>
                <a:xfrm>
                  <a:off x="6911078" y="5497776"/>
                  <a:ext cx="33120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7" name="Ink 36">
                  <a:extLst>
                    <a:ext uri="{FF2B5EF4-FFF2-40B4-BE49-F238E27FC236}">
                      <a16:creationId xmlns:a16="http://schemas.microsoft.com/office/drawing/2014/main" id="{38AF60C7-D5DD-3A84-BBB2-E3AEA7C3B564}"/>
                    </a:ext>
                  </a:extLst>
                </p14:cNvPr>
                <p14:cNvContentPartPr/>
                <p14:nvPr/>
              </p14:nvContentPartPr>
              <p14:xfrm>
                <a:off x="7274678" y="5504616"/>
                <a:ext cx="381240" cy="93960"/>
              </p14:xfrm>
            </p:contentPart>
          </mc:Choice>
          <mc:Fallback>
            <p:pic>
              <p:nvPicPr>
                <p:cNvPr id="37" name="Ink 36">
                  <a:extLst>
                    <a:ext uri="{FF2B5EF4-FFF2-40B4-BE49-F238E27FC236}">
                      <a16:creationId xmlns:a16="http://schemas.microsoft.com/office/drawing/2014/main" id="{38AF60C7-D5DD-3A84-BBB2-E3AEA7C3B564}"/>
                    </a:ext>
                  </a:extLst>
                </p:cNvPr>
                <p:cNvPicPr/>
                <p:nvPr/>
              </p:nvPicPr>
              <p:blipFill>
                <a:blip r:embed="rId57"/>
                <a:stretch>
                  <a:fillRect/>
                </a:stretch>
              </p:blipFill>
              <p:spPr>
                <a:xfrm>
                  <a:off x="7270358" y="5500296"/>
                  <a:ext cx="389880" cy="102600"/>
                </a:xfrm>
                <a:prstGeom prst="rect">
                  <a:avLst/>
                </a:prstGeom>
              </p:spPr>
            </p:pic>
          </mc:Fallback>
        </mc:AlternateContent>
      </p:grpSp>
      <p:grpSp>
        <p:nvGrpSpPr>
          <p:cNvPr id="42" name="Group 41">
            <a:extLst>
              <a:ext uri="{FF2B5EF4-FFF2-40B4-BE49-F238E27FC236}">
                <a16:creationId xmlns:a16="http://schemas.microsoft.com/office/drawing/2014/main" id="{BD637B78-F35F-2EEA-A041-07D40CCE794A}"/>
              </a:ext>
            </a:extLst>
          </p:cNvPr>
          <p:cNvGrpSpPr/>
          <p:nvPr/>
        </p:nvGrpSpPr>
        <p:grpSpPr>
          <a:xfrm>
            <a:off x="1914638" y="5011416"/>
            <a:ext cx="417600" cy="222120"/>
            <a:chOff x="1914638" y="5011416"/>
            <a:chExt cx="417600" cy="222120"/>
          </a:xfrm>
        </p:grpSpPr>
        <mc:AlternateContent xmlns:mc="http://schemas.openxmlformats.org/markup-compatibility/2006">
          <mc:Choice xmlns:p14="http://schemas.microsoft.com/office/powerpoint/2010/main" Requires="p14">
            <p:contentPart p14:bwMode="auto" r:id="rId58">
              <p14:nvContentPartPr>
                <p14:cNvPr id="40" name="Ink 39">
                  <a:extLst>
                    <a:ext uri="{FF2B5EF4-FFF2-40B4-BE49-F238E27FC236}">
                      <a16:creationId xmlns:a16="http://schemas.microsoft.com/office/drawing/2014/main" id="{E92D3845-DC52-72DB-CF94-9F049CC823D7}"/>
                    </a:ext>
                  </a:extLst>
                </p14:cNvPr>
                <p14:cNvContentPartPr/>
                <p14:nvPr/>
              </p14:nvContentPartPr>
              <p14:xfrm>
                <a:off x="1945238" y="5011416"/>
                <a:ext cx="355680" cy="74160"/>
              </p14:xfrm>
            </p:contentPart>
          </mc:Choice>
          <mc:Fallback>
            <p:pic>
              <p:nvPicPr>
                <p:cNvPr id="40" name="Ink 39">
                  <a:extLst>
                    <a:ext uri="{FF2B5EF4-FFF2-40B4-BE49-F238E27FC236}">
                      <a16:creationId xmlns:a16="http://schemas.microsoft.com/office/drawing/2014/main" id="{E92D3845-DC52-72DB-CF94-9F049CC823D7}"/>
                    </a:ext>
                  </a:extLst>
                </p:cNvPr>
                <p:cNvPicPr/>
                <p:nvPr/>
              </p:nvPicPr>
              <p:blipFill>
                <a:blip r:embed="rId59"/>
                <a:stretch>
                  <a:fillRect/>
                </a:stretch>
              </p:blipFill>
              <p:spPr>
                <a:xfrm>
                  <a:off x="1940918" y="5007096"/>
                  <a:ext cx="364320" cy="828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1" name="Ink 40">
                  <a:extLst>
                    <a:ext uri="{FF2B5EF4-FFF2-40B4-BE49-F238E27FC236}">
                      <a16:creationId xmlns:a16="http://schemas.microsoft.com/office/drawing/2014/main" id="{A0443611-FBAC-B053-15F6-DEFAFC1F3442}"/>
                    </a:ext>
                  </a:extLst>
                </p14:cNvPr>
                <p14:cNvContentPartPr/>
                <p14:nvPr/>
              </p14:nvContentPartPr>
              <p14:xfrm>
                <a:off x="1914638" y="5102496"/>
                <a:ext cx="417600" cy="131040"/>
              </p14:xfrm>
            </p:contentPart>
          </mc:Choice>
          <mc:Fallback>
            <p:pic>
              <p:nvPicPr>
                <p:cNvPr id="41" name="Ink 40">
                  <a:extLst>
                    <a:ext uri="{FF2B5EF4-FFF2-40B4-BE49-F238E27FC236}">
                      <a16:creationId xmlns:a16="http://schemas.microsoft.com/office/drawing/2014/main" id="{A0443611-FBAC-B053-15F6-DEFAFC1F3442}"/>
                    </a:ext>
                  </a:extLst>
                </p:cNvPr>
                <p:cNvPicPr/>
                <p:nvPr/>
              </p:nvPicPr>
              <p:blipFill>
                <a:blip r:embed="rId61"/>
                <a:stretch>
                  <a:fillRect/>
                </a:stretch>
              </p:blipFill>
              <p:spPr>
                <a:xfrm>
                  <a:off x="1910318" y="5098176"/>
                  <a:ext cx="426240" cy="139680"/>
                </a:xfrm>
                <a:prstGeom prst="rect">
                  <a:avLst/>
                </a:prstGeom>
              </p:spPr>
            </p:pic>
          </mc:Fallback>
        </mc:AlternateContent>
      </p:grpSp>
      <p:grpSp>
        <p:nvGrpSpPr>
          <p:cNvPr id="126" name="Group 125">
            <a:extLst>
              <a:ext uri="{FF2B5EF4-FFF2-40B4-BE49-F238E27FC236}">
                <a16:creationId xmlns:a16="http://schemas.microsoft.com/office/drawing/2014/main" id="{DF67EAB8-C9B4-1005-36A6-8AE57C1C6804}"/>
              </a:ext>
            </a:extLst>
          </p:cNvPr>
          <p:cNvGrpSpPr/>
          <p:nvPr/>
        </p:nvGrpSpPr>
        <p:grpSpPr>
          <a:xfrm>
            <a:off x="6760238" y="6283656"/>
            <a:ext cx="850320" cy="362880"/>
            <a:chOff x="6760238" y="6283656"/>
            <a:chExt cx="850320" cy="362880"/>
          </a:xfrm>
        </p:grpSpPr>
        <mc:AlternateContent xmlns:mc="http://schemas.openxmlformats.org/markup-compatibility/2006">
          <mc:Choice xmlns:p14="http://schemas.microsoft.com/office/powerpoint/2010/main" Requires="p14">
            <p:contentPart p14:bwMode="auto" r:id="rId62">
              <p14:nvContentPartPr>
                <p14:cNvPr id="118" name="Ink 117">
                  <a:extLst>
                    <a:ext uri="{FF2B5EF4-FFF2-40B4-BE49-F238E27FC236}">
                      <a16:creationId xmlns:a16="http://schemas.microsoft.com/office/drawing/2014/main" id="{E82F3B94-4341-18CC-8E1D-D492D00D6106}"/>
                    </a:ext>
                  </a:extLst>
                </p14:cNvPr>
                <p14:cNvContentPartPr/>
                <p14:nvPr/>
              </p14:nvContentPartPr>
              <p14:xfrm>
                <a:off x="6760238" y="6283656"/>
                <a:ext cx="106200" cy="280080"/>
              </p14:xfrm>
            </p:contentPart>
          </mc:Choice>
          <mc:Fallback>
            <p:pic>
              <p:nvPicPr>
                <p:cNvPr id="118" name="Ink 117">
                  <a:extLst>
                    <a:ext uri="{FF2B5EF4-FFF2-40B4-BE49-F238E27FC236}">
                      <a16:creationId xmlns:a16="http://schemas.microsoft.com/office/drawing/2014/main" id="{E82F3B94-4341-18CC-8E1D-D492D00D6106}"/>
                    </a:ext>
                  </a:extLst>
                </p:cNvPr>
                <p:cNvPicPr/>
                <p:nvPr/>
              </p:nvPicPr>
              <p:blipFill>
                <a:blip r:embed="rId63"/>
                <a:stretch>
                  <a:fillRect/>
                </a:stretch>
              </p:blipFill>
              <p:spPr>
                <a:xfrm>
                  <a:off x="6755918" y="6279336"/>
                  <a:ext cx="114840" cy="2887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119" name="Ink 118">
                  <a:extLst>
                    <a:ext uri="{FF2B5EF4-FFF2-40B4-BE49-F238E27FC236}">
                      <a16:creationId xmlns:a16="http://schemas.microsoft.com/office/drawing/2014/main" id="{FADFE2EC-B0FB-32AE-2E02-1FF1B400614B}"/>
                    </a:ext>
                  </a:extLst>
                </p14:cNvPr>
                <p14:cNvContentPartPr/>
                <p14:nvPr/>
              </p14:nvContentPartPr>
              <p14:xfrm>
                <a:off x="6892718" y="6515496"/>
                <a:ext cx="84600" cy="102600"/>
              </p14:xfrm>
            </p:contentPart>
          </mc:Choice>
          <mc:Fallback>
            <p:pic>
              <p:nvPicPr>
                <p:cNvPr id="119" name="Ink 118">
                  <a:extLst>
                    <a:ext uri="{FF2B5EF4-FFF2-40B4-BE49-F238E27FC236}">
                      <a16:creationId xmlns:a16="http://schemas.microsoft.com/office/drawing/2014/main" id="{FADFE2EC-B0FB-32AE-2E02-1FF1B400614B}"/>
                    </a:ext>
                  </a:extLst>
                </p:cNvPr>
                <p:cNvPicPr/>
                <p:nvPr/>
              </p:nvPicPr>
              <p:blipFill>
                <a:blip r:embed="rId65"/>
                <a:stretch>
                  <a:fillRect/>
                </a:stretch>
              </p:blipFill>
              <p:spPr>
                <a:xfrm>
                  <a:off x="6888398" y="6511176"/>
                  <a:ext cx="9324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120" name="Ink 119">
                  <a:extLst>
                    <a:ext uri="{FF2B5EF4-FFF2-40B4-BE49-F238E27FC236}">
                      <a16:creationId xmlns:a16="http://schemas.microsoft.com/office/drawing/2014/main" id="{9FB76FEE-95AF-B9A4-70A4-9EA279652A8B}"/>
                    </a:ext>
                  </a:extLst>
                </p14:cNvPr>
                <p14:cNvContentPartPr/>
                <p14:nvPr/>
              </p14:nvContentPartPr>
              <p14:xfrm>
                <a:off x="7013318" y="6534576"/>
                <a:ext cx="111240" cy="91800"/>
              </p14:xfrm>
            </p:contentPart>
          </mc:Choice>
          <mc:Fallback>
            <p:pic>
              <p:nvPicPr>
                <p:cNvPr id="120" name="Ink 119">
                  <a:extLst>
                    <a:ext uri="{FF2B5EF4-FFF2-40B4-BE49-F238E27FC236}">
                      <a16:creationId xmlns:a16="http://schemas.microsoft.com/office/drawing/2014/main" id="{9FB76FEE-95AF-B9A4-70A4-9EA279652A8B}"/>
                    </a:ext>
                  </a:extLst>
                </p:cNvPr>
                <p:cNvPicPr/>
                <p:nvPr/>
              </p:nvPicPr>
              <p:blipFill>
                <a:blip r:embed="rId67"/>
                <a:stretch>
                  <a:fillRect/>
                </a:stretch>
              </p:blipFill>
              <p:spPr>
                <a:xfrm>
                  <a:off x="7008998" y="6530256"/>
                  <a:ext cx="11988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121" name="Ink 120">
                  <a:extLst>
                    <a:ext uri="{FF2B5EF4-FFF2-40B4-BE49-F238E27FC236}">
                      <a16:creationId xmlns:a16="http://schemas.microsoft.com/office/drawing/2014/main" id="{6B611580-725C-1A34-7BBE-BE092B5A6CC6}"/>
                    </a:ext>
                  </a:extLst>
                </p14:cNvPr>
                <p14:cNvContentPartPr/>
                <p14:nvPr/>
              </p14:nvContentPartPr>
              <p14:xfrm>
                <a:off x="7220678" y="6386976"/>
                <a:ext cx="99000" cy="12960"/>
              </p14:xfrm>
            </p:contentPart>
          </mc:Choice>
          <mc:Fallback>
            <p:pic>
              <p:nvPicPr>
                <p:cNvPr id="121" name="Ink 120">
                  <a:extLst>
                    <a:ext uri="{FF2B5EF4-FFF2-40B4-BE49-F238E27FC236}">
                      <a16:creationId xmlns:a16="http://schemas.microsoft.com/office/drawing/2014/main" id="{6B611580-725C-1A34-7BBE-BE092B5A6CC6}"/>
                    </a:ext>
                  </a:extLst>
                </p:cNvPr>
                <p:cNvPicPr/>
                <p:nvPr/>
              </p:nvPicPr>
              <p:blipFill>
                <a:blip r:embed="rId69"/>
                <a:stretch>
                  <a:fillRect/>
                </a:stretch>
              </p:blipFill>
              <p:spPr>
                <a:xfrm>
                  <a:off x="7216358" y="6382656"/>
                  <a:ext cx="10764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122" name="Ink 121">
                  <a:extLst>
                    <a:ext uri="{FF2B5EF4-FFF2-40B4-BE49-F238E27FC236}">
                      <a16:creationId xmlns:a16="http://schemas.microsoft.com/office/drawing/2014/main" id="{75463496-A4D5-76EE-E8D1-40942486B382}"/>
                    </a:ext>
                  </a:extLst>
                </p14:cNvPr>
                <p14:cNvContentPartPr/>
                <p14:nvPr/>
              </p14:nvContentPartPr>
              <p14:xfrm>
                <a:off x="7231478" y="6431256"/>
                <a:ext cx="129600" cy="30240"/>
              </p14:xfrm>
            </p:contentPart>
          </mc:Choice>
          <mc:Fallback>
            <p:pic>
              <p:nvPicPr>
                <p:cNvPr id="122" name="Ink 121">
                  <a:extLst>
                    <a:ext uri="{FF2B5EF4-FFF2-40B4-BE49-F238E27FC236}">
                      <a16:creationId xmlns:a16="http://schemas.microsoft.com/office/drawing/2014/main" id="{75463496-A4D5-76EE-E8D1-40942486B382}"/>
                    </a:ext>
                  </a:extLst>
                </p:cNvPr>
                <p:cNvPicPr/>
                <p:nvPr/>
              </p:nvPicPr>
              <p:blipFill>
                <a:blip r:embed="rId71"/>
                <a:stretch>
                  <a:fillRect/>
                </a:stretch>
              </p:blipFill>
              <p:spPr>
                <a:xfrm>
                  <a:off x="7227158" y="6426936"/>
                  <a:ext cx="13824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124" name="Ink 123">
                  <a:extLst>
                    <a:ext uri="{FF2B5EF4-FFF2-40B4-BE49-F238E27FC236}">
                      <a16:creationId xmlns:a16="http://schemas.microsoft.com/office/drawing/2014/main" id="{EF71A4FC-DC70-9CFD-F7B6-9FCB66CF29D6}"/>
                    </a:ext>
                  </a:extLst>
                </p14:cNvPr>
                <p14:cNvContentPartPr/>
                <p14:nvPr/>
              </p14:nvContentPartPr>
              <p14:xfrm>
                <a:off x="7425518" y="6376896"/>
                <a:ext cx="73080" cy="231840"/>
              </p14:xfrm>
            </p:contentPart>
          </mc:Choice>
          <mc:Fallback>
            <p:pic>
              <p:nvPicPr>
                <p:cNvPr id="124" name="Ink 123">
                  <a:extLst>
                    <a:ext uri="{FF2B5EF4-FFF2-40B4-BE49-F238E27FC236}">
                      <a16:creationId xmlns:a16="http://schemas.microsoft.com/office/drawing/2014/main" id="{EF71A4FC-DC70-9CFD-F7B6-9FCB66CF29D6}"/>
                    </a:ext>
                  </a:extLst>
                </p:cNvPr>
                <p:cNvPicPr/>
                <p:nvPr/>
              </p:nvPicPr>
              <p:blipFill>
                <a:blip r:embed="rId73"/>
                <a:stretch>
                  <a:fillRect/>
                </a:stretch>
              </p:blipFill>
              <p:spPr>
                <a:xfrm>
                  <a:off x="7421198" y="6372576"/>
                  <a:ext cx="8172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125" name="Ink 124">
                  <a:extLst>
                    <a:ext uri="{FF2B5EF4-FFF2-40B4-BE49-F238E27FC236}">
                      <a16:creationId xmlns:a16="http://schemas.microsoft.com/office/drawing/2014/main" id="{820622F8-6E0A-D494-CAB7-E0C1A9543867}"/>
                    </a:ext>
                  </a:extLst>
                </p14:cNvPr>
                <p14:cNvContentPartPr/>
                <p14:nvPr/>
              </p14:nvContentPartPr>
              <p14:xfrm>
                <a:off x="7417598" y="6601536"/>
                <a:ext cx="192960" cy="45000"/>
              </p14:xfrm>
            </p:contentPart>
          </mc:Choice>
          <mc:Fallback>
            <p:pic>
              <p:nvPicPr>
                <p:cNvPr id="125" name="Ink 124">
                  <a:extLst>
                    <a:ext uri="{FF2B5EF4-FFF2-40B4-BE49-F238E27FC236}">
                      <a16:creationId xmlns:a16="http://schemas.microsoft.com/office/drawing/2014/main" id="{820622F8-6E0A-D494-CAB7-E0C1A9543867}"/>
                    </a:ext>
                  </a:extLst>
                </p:cNvPr>
                <p:cNvPicPr/>
                <p:nvPr/>
              </p:nvPicPr>
              <p:blipFill>
                <a:blip r:embed="rId75"/>
                <a:stretch>
                  <a:fillRect/>
                </a:stretch>
              </p:blipFill>
              <p:spPr>
                <a:xfrm>
                  <a:off x="7413278" y="6597216"/>
                  <a:ext cx="201600" cy="53640"/>
                </a:xfrm>
                <a:prstGeom prst="rect">
                  <a:avLst/>
                </a:prstGeom>
              </p:spPr>
            </p:pic>
          </mc:Fallback>
        </mc:AlternateContent>
      </p:grpSp>
      <p:grpSp>
        <p:nvGrpSpPr>
          <p:cNvPr id="135" name="Group 134">
            <a:extLst>
              <a:ext uri="{FF2B5EF4-FFF2-40B4-BE49-F238E27FC236}">
                <a16:creationId xmlns:a16="http://schemas.microsoft.com/office/drawing/2014/main" id="{071D680A-CC2A-4277-3C09-862655AC6392}"/>
              </a:ext>
            </a:extLst>
          </p:cNvPr>
          <p:cNvGrpSpPr/>
          <p:nvPr/>
        </p:nvGrpSpPr>
        <p:grpSpPr>
          <a:xfrm>
            <a:off x="9098078" y="906696"/>
            <a:ext cx="640080" cy="410040"/>
            <a:chOff x="9098078" y="906696"/>
            <a:chExt cx="640080" cy="410040"/>
          </a:xfrm>
        </p:grpSpPr>
        <mc:AlternateContent xmlns:mc="http://schemas.openxmlformats.org/markup-compatibility/2006">
          <mc:Choice xmlns:p14="http://schemas.microsoft.com/office/powerpoint/2010/main" Requires="p14">
            <p:contentPart p14:bwMode="auto" r:id="rId76">
              <p14:nvContentPartPr>
                <p14:cNvPr id="127" name="Ink 126">
                  <a:extLst>
                    <a:ext uri="{FF2B5EF4-FFF2-40B4-BE49-F238E27FC236}">
                      <a16:creationId xmlns:a16="http://schemas.microsoft.com/office/drawing/2014/main" id="{9A2382CB-2E86-1924-F707-D7B6A8D74D10}"/>
                    </a:ext>
                  </a:extLst>
                </p14:cNvPr>
                <p14:cNvContentPartPr/>
                <p14:nvPr/>
              </p14:nvContentPartPr>
              <p14:xfrm>
                <a:off x="9098078" y="906696"/>
                <a:ext cx="126360" cy="326160"/>
              </p14:xfrm>
            </p:contentPart>
          </mc:Choice>
          <mc:Fallback>
            <p:pic>
              <p:nvPicPr>
                <p:cNvPr id="127" name="Ink 126">
                  <a:extLst>
                    <a:ext uri="{FF2B5EF4-FFF2-40B4-BE49-F238E27FC236}">
                      <a16:creationId xmlns:a16="http://schemas.microsoft.com/office/drawing/2014/main" id="{9A2382CB-2E86-1924-F707-D7B6A8D74D10}"/>
                    </a:ext>
                  </a:extLst>
                </p:cNvPr>
                <p:cNvPicPr/>
                <p:nvPr/>
              </p:nvPicPr>
              <p:blipFill>
                <a:blip r:embed="rId77"/>
                <a:stretch>
                  <a:fillRect/>
                </a:stretch>
              </p:blipFill>
              <p:spPr>
                <a:xfrm>
                  <a:off x="9093758" y="902376"/>
                  <a:ext cx="135000" cy="3348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128" name="Ink 127">
                  <a:extLst>
                    <a:ext uri="{FF2B5EF4-FFF2-40B4-BE49-F238E27FC236}">
                      <a16:creationId xmlns:a16="http://schemas.microsoft.com/office/drawing/2014/main" id="{3BC46BEA-2521-135A-A651-65320E9DC074}"/>
                    </a:ext>
                  </a:extLst>
                </p14:cNvPr>
                <p14:cNvContentPartPr/>
                <p14:nvPr/>
              </p14:nvContentPartPr>
              <p14:xfrm>
                <a:off x="9253238" y="1181376"/>
                <a:ext cx="1080" cy="135360"/>
              </p14:xfrm>
            </p:contentPart>
          </mc:Choice>
          <mc:Fallback>
            <p:pic>
              <p:nvPicPr>
                <p:cNvPr id="128" name="Ink 127">
                  <a:extLst>
                    <a:ext uri="{FF2B5EF4-FFF2-40B4-BE49-F238E27FC236}">
                      <a16:creationId xmlns:a16="http://schemas.microsoft.com/office/drawing/2014/main" id="{3BC46BEA-2521-135A-A651-65320E9DC074}"/>
                    </a:ext>
                  </a:extLst>
                </p:cNvPr>
                <p:cNvPicPr/>
                <p:nvPr/>
              </p:nvPicPr>
              <p:blipFill>
                <a:blip r:embed="rId79"/>
                <a:stretch>
                  <a:fillRect/>
                </a:stretch>
              </p:blipFill>
              <p:spPr>
                <a:xfrm>
                  <a:off x="9248918" y="1177056"/>
                  <a:ext cx="972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129" name="Ink 128">
                  <a:extLst>
                    <a:ext uri="{FF2B5EF4-FFF2-40B4-BE49-F238E27FC236}">
                      <a16:creationId xmlns:a16="http://schemas.microsoft.com/office/drawing/2014/main" id="{A1403F28-DEA5-26BF-BCE8-B125FF5FFDE7}"/>
                    </a:ext>
                  </a:extLst>
                </p14:cNvPr>
                <p14:cNvContentPartPr/>
                <p14:nvPr/>
              </p14:nvContentPartPr>
              <p14:xfrm>
                <a:off x="9329558" y="1205496"/>
                <a:ext cx="133200" cy="107640"/>
              </p14:xfrm>
            </p:contentPart>
          </mc:Choice>
          <mc:Fallback>
            <p:pic>
              <p:nvPicPr>
                <p:cNvPr id="129" name="Ink 128">
                  <a:extLst>
                    <a:ext uri="{FF2B5EF4-FFF2-40B4-BE49-F238E27FC236}">
                      <a16:creationId xmlns:a16="http://schemas.microsoft.com/office/drawing/2014/main" id="{A1403F28-DEA5-26BF-BCE8-B125FF5FFDE7}"/>
                    </a:ext>
                  </a:extLst>
                </p:cNvPr>
                <p:cNvPicPr/>
                <p:nvPr/>
              </p:nvPicPr>
              <p:blipFill>
                <a:blip r:embed="rId81"/>
                <a:stretch>
                  <a:fillRect/>
                </a:stretch>
              </p:blipFill>
              <p:spPr>
                <a:xfrm>
                  <a:off x="9325238" y="1201176"/>
                  <a:ext cx="14184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130" name="Ink 129">
                  <a:extLst>
                    <a:ext uri="{FF2B5EF4-FFF2-40B4-BE49-F238E27FC236}">
                      <a16:creationId xmlns:a16="http://schemas.microsoft.com/office/drawing/2014/main" id="{A1907306-DF7E-CF37-DB62-7B80127FCD43}"/>
                    </a:ext>
                  </a:extLst>
                </p14:cNvPr>
                <p14:cNvContentPartPr/>
                <p14:nvPr/>
              </p14:nvContentPartPr>
              <p14:xfrm>
                <a:off x="9615758" y="1082376"/>
                <a:ext cx="65880" cy="28080"/>
              </p14:xfrm>
            </p:contentPart>
          </mc:Choice>
          <mc:Fallback>
            <p:pic>
              <p:nvPicPr>
                <p:cNvPr id="130" name="Ink 129">
                  <a:extLst>
                    <a:ext uri="{FF2B5EF4-FFF2-40B4-BE49-F238E27FC236}">
                      <a16:creationId xmlns:a16="http://schemas.microsoft.com/office/drawing/2014/main" id="{A1907306-DF7E-CF37-DB62-7B80127FCD43}"/>
                    </a:ext>
                  </a:extLst>
                </p:cNvPr>
                <p:cNvPicPr/>
                <p:nvPr/>
              </p:nvPicPr>
              <p:blipFill>
                <a:blip r:embed="rId83"/>
                <a:stretch>
                  <a:fillRect/>
                </a:stretch>
              </p:blipFill>
              <p:spPr>
                <a:xfrm>
                  <a:off x="9611438" y="1078056"/>
                  <a:ext cx="74520" cy="367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131" name="Ink 130">
                  <a:extLst>
                    <a:ext uri="{FF2B5EF4-FFF2-40B4-BE49-F238E27FC236}">
                      <a16:creationId xmlns:a16="http://schemas.microsoft.com/office/drawing/2014/main" id="{10898190-17BC-A0A4-B9ED-EDE98F966508}"/>
                    </a:ext>
                  </a:extLst>
                </p14:cNvPr>
                <p14:cNvContentPartPr/>
                <p14:nvPr/>
              </p14:nvContentPartPr>
              <p14:xfrm>
                <a:off x="9618278" y="1145736"/>
                <a:ext cx="119880" cy="23760"/>
              </p14:xfrm>
            </p:contentPart>
          </mc:Choice>
          <mc:Fallback>
            <p:pic>
              <p:nvPicPr>
                <p:cNvPr id="131" name="Ink 130">
                  <a:extLst>
                    <a:ext uri="{FF2B5EF4-FFF2-40B4-BE49-F238E27FC236}">
                      <a16:creationId xmlns:a16="http://schemas.microsoft.com/office/drawing/2014/main" id="{10898190-17BC-A0A4-B9ED-EDE98F966508}"/>
                    </a:ext>
                  </a:extLst>
                </p:cNvPr>
                <p:cNvPicPr/>
                <p:nvPr/>
              </p:nvPicPr>
              <p:blipFill>
                <a:blip r:embed="rId85"/>
                <a:stretch>
                  <a:fillRect/>
                </a:stretch>
              </p:blipFill>
              <p:spPr>
                <a:xfrm>
                  <a:off x="9613958" y="1141416"/>
                  <a:ext cx="128520" cy="32400"/>
                </a:xfrm>
                <a:prstGeom prst="rect">
                  <a:avLst/>
                </a:prstGeom>
              </p:spPr>
            </p:pic>
          </mc:Fallback>
        </mc:AlternateContent>
      </p:grpSp>
      <p:grpSp>
        <p:nvGrpSpPr>
          <p:cNvPr id="134" name="Group 133">
            <a:extLst>
              <a:ext uri="{FF2B5EF4-FFF2-40B4-BE49-F238E27FC236}">
                <a16:creationId xmlns:a16="http://schemas.microsoft.com/office/drawing/2014/main" id="{8A4561ED-9848-E8DC-0488-25E8871BA436}"/>
              </a:ext>
            </a:extLst>
          </p:cNvPr>
          <p:cNvGrpSpPr/>
          <p:nvPr/>
        </p:nvGrpSpPr>
        <p:grpSpPr>
          <a:xfrm>
            <a:off x="10007078" y="808416"/>
            <a:ext cx="339840" cy="797400"/>
            <a:chOff x="10007078" y="808416"/>
            <a:chExt cx="339840" cy="797400"/>
          </a:xfrm>
        </p:grpSpPr>
        <mc:AlternateContent xmlns:mc="http://schemas.openxmlformats.org/markup-compatibility/2006">
          <mc:Choice xmlns:p14="http://schemas.microsoft.com/office/powerpoint/2010/main" Requires="p14">
            <p:contentPart p14:bwMode="auto" r:id="rId86">
              <p14:nvContentPartPr>
                <p14:cNvPr id="132" name="Ink 131">
                  <a:extLst>
                    <a:ext uri="{FF2B5EF4-FFF2-40B4-BE49-F238E27FC236}">
                      <a16:creationId xmlns:a16="http://schemas.microsoft.com/office/drawing/2014/main" id="{57829958-83C2-54B6-3BE2-B728BD7AA599}"/>
                    </a:ext>
                  </a:extLst>
                </p14:cNvPr>
                <p14:cNvContentPartPr/>
                <p14:nvPr/>
              </p14:nvContentPartPr>
              <p14:xfrm>
                <a:off x="10007078" y="808416"/>
                <a:ext cx="273240" cy="797400"/>
              </p14:xfrm>
            </p:contentPart>
          </mc:Choice>
          <mc:Fallback>
            <p:pic>
              <p:nvPicPr>
                <p:cNvPr id="132" name="Ink 131">
                  <a:extLst>
                    <a:ext uri="{FF2B5EF4-FFF2-40B4-BE49-F238E27FC236}">
                      <a16:creationId xmlns:a16="http://schemas.microsoft.com/office/drawing/2014/main" id="{57829958-83C2-54B6-3BE2-B728BD7AA599}"/>
                    </a:ext>
                  </a:extLst>
                </p:cNvPr>
                <p:cNvPicPr/>
                <p:nvPr/>
              </p:nvPicPr>
              <p:blipFill>
                <a:blip r:embed="rId87"/>
                <a:stretch>
                  <a:fillRect/>
                </a:stretch>
              </p:blipFill>
              <p:spPr>
                <a:xfrm>
                  <a:off x="10002758" y="804096"/>
                  <a:ext cx="281880" cy="80604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133" name="Ink 132">
                  <a:extLst>
                    <a:ext uri="{FF2B5EF4-FFF2-40B4-BE49-F238E27FC236}">
                      <a16:creationId xmlns:a16="http://schemas.microsoft.com/office/drawing/2014/main" id="{F3B45231-75CD-65D9-9F7F-21D3EBC4B871}"/>
                    </a:ext>
                  </a:extLst>
                </p14:cNvPr>
                <p14:cNvContentPartPr/>
                <p14:nvPr/>
              </p14:nvContentPartPr>
              <p14:xfrm>
                <a:off x="10342238" y="902016"/>
                <a:ext cx="4680" cy="164160"/>
              </p14:xfrm>
            </p:contentPart>
          </mc:Choice>
          <mc:Fallback>
            <p:pic>
              <p:nvPicPr>
                <p:cNvPr id="133" name="Ink 132">
                  <a:extLst>
                    <a:ext uri="{FF2B5EF4-FFF2-40B4-BE49-F238E27FC236}">
                      <a16:creationId xmlns:a16="http://schemas.microsoft.com/office/drawing/2014/main" id="{F3B45231-75CD-65D9-9F7F-21D3EBC4B871}"/>
                    </a:ext>
                  </a:extLst>
                </p:cNvPr>
                <p:cNvPicPr/>
                <p:nvPr/>
              </p:nvPicPr>
              <p:blipFill>
                <a:blip r:embed="rId89"/>
                <a:stretch>
                  <a:fillRect/>
                </a:stretch>
              </p:blipFill>
              <p:spPr>
                <a:xfrm>
                  <a:off x="10337918" y="897696"/>
                  <a:ext cx="13320" cy="1728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0">
            <p14:nvContentPartPr>
              <p14:cNvPr id="136" name="Ink 135">
                <a:extLst>
                  <a:ext uri="{FF2B5EF4-FFF2-40B4-BE49-F238E27FC236}">
                    <a16:creationId xmlns:a16="http://schemas.microsoft.com/office/drawing/2014/main" id="{83F1F18B-6AC6-706A-6F33-1F1E3B4B4D61}"/>
                  </a:ext>
                </a:extLst>
              </p14:cNvPr>
              <p14:cNvContentPartPr/>
              <p14:nvPr/>
            </p14:nvContentPartPr>
            <p14:xfrm>
              <a:off x="10945598" y="1286856"/>
              <a:ext cx="12960" cy="182880"/>
            </p14:xfrm>
          </p:contentPart>
        </mc:Choice>
        <mc:Fallback>
          <p:pic>
            <p:nvPicPr>
              <p:cNvPr id="136" name="Ink 135">
                <a:extLst>
                  <a:ext uri="{FF2B5EF4-FFF2-40B4-BE49-F238E27FC236}">
                    <a16:creationId xmlns:a16="http://schemas.microsoft.com/office/drawing/2014/main" id="{83F1F18B-6AC6-706A-6F33-1F1E3B4B4D61}"/>
                  </a:ext>
                </a:extLst>
              </p:cNvPr>
              <p:cNvPicPr/>
              <p:nvPr/>
            </p:nvPicPr>
            <p:blipFill>
              <a:blip r:embed="rId91"/>
              <a:stretch>
                <a:fillRect/>
              </a:stretch>
            </p:blipFill>
            <p:spPr>
              <a:xfrm>
                <a:off x="10941278" y="1282536"/>
                <a:ext cx="2160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138" name="Ink 137">
                <a:extLst>
                  <a:ext uri="{FF2B5EF4-FFF2-40B4-BE49-F238E27FC236}">
                    <a16:creationId xmlns:a16="http://schemas.microsoft.com/office/drawing/2014/main" id="{CACAD860-BA20-6149-1DDC-2783FE11AD52}"/>
                  </a:ext>
                </a:extLst>
              </p14:cNvPr>
              <p14:cNvContentPartPr/>
              <p14:nvPr/>
            </p14:nvContentPartPr>
            <p14:xfrm>
              <a:off x="10178438" y="1208376"/>
              <a:ext cx="169560" cy="160560"/>
            </p14:xfrm>
          </p:contentPart>
        </mc:Choice>
        <mc:Fallback>
          <p:pic>
            <p:nvPicPr>
              <p:cNvPr id="138" name="Ink 137">
                <a:extLst>
                  <a:ext uri="{FF2B5EF4-FFF2-40B4-BE49-F238E27FC236}">
                    <a16:creationId xmlns:a16="http://schemas.microsoft.com/office/drawing/2014/main" id="{CACAD860-BA20-6149-1DDC-2783FE11AD52}"/>
                  </a:ext>
                </a:extLst>
              </p:cNvPr>
              <p:cNvPicPr/>
              <p:nvPr/>
            </p:nvPicPr>
            <p:blipFill>
              <a:blip r:embed="rId93"/>
              <a:stretch>
                <a:fillRect/>
              </a:stretch>
            </p:blipFill>
            <p:spPr>
              <a:xfrm>
                <a:off x="10174118" y="1204056"/>
                <a:ext cx="178200" cy="169200"/>
              </a:xfrm>
              <a:prstGeom prst="rect">
                <a:avLst/>
              </a:prstGeom>
            </p:spPr>
          </p:pic>
        </mc:Fallback>
      </mc:AlternateContent>
      <p:grpSp>
        <p:nvGrpSpPr>
          <p:cNvPr id="146" name="Group 145">
            <a:extLst>
              <a:ext uri="{FF2B5EF4-FFF2-40B4-BE49-F238E27FC236}">
                <a16:creationId xmlns:a16="http://schemas.microsoft.com/office/drawing/2014/main" id="{6E536751-3B0E-43FF-8F23-26E5ECADC59E}"/>
              </a:ext>
            </a:extLst>
          </p:cNvPr>
          <p:cNvGrpSpPr/>
          <p:nvPr/>
        </p:nvGrpSpPr>
        <p:grpSpPr>
          <a:xfrm>
            <a:off x="10798718" y="749016"/>
            <a:ext cx="454680" cy="864000"/>
            <a:chOff x="10798718" y="749016"/>
            <a:chExt cx="454680" cy="864000"/>
          </a:xfrm>
        </p:grpSpPr>
        <mc:AlternateContent xmlns:mc="http://schemas.openxmlformats.org/markup-compatibility/2006">
          <mc:Choice xmlns:p14="http://schemas.microsoft.com/office/powerpoint/2010/main" Requires="p14">
            <p:contentPart p14:bwMode="auto" r:id="rId94">
              <p14:nvContentPartPr>
                <p14:cNvPr id="137" name="Ink 136">
                  <a:extLst>
                    <a:ext uri="{FF2B5EF4-FFF2-40B4-BE49-F238E27FC236}">
                      <a16:creationId xmlns:a16="http://schemas.microsoft.com/office/drawing/2014/main" id="{84A6431E-B119-AC02-BBCB-52A2DA37202A}"/>
                    </a:ext>
                  </a:extLst>
                </p14:cNvPr>
                <p14:cNvContentPartPr/>
                <p14:nvPr/>
              </p14:nvContentPartPr>
              <p14:xfrm>
                <a:off x="10798718" y="842976"/>
                <a:ext cx="191880" cy="124920"/>
              </p14:xfrm>
            </p:contentPart>
          </mc:Choice>
          <mc:Fallback>
            <p:pic>
              <p:nvPicPr>
                <p:cNvPr id="137" name="Ink 136">
                  <a:extLst>
                    <a:ext uri="{FF2B5EF4-FFF2-40B4-BE49-F238E27FC236}">
                      <a16:creationId xmlns:a16="http://schemas.microsoft.com/office/drawing/2014/main" id="{84A6431E-B119-AC02-BBCB-52A2DA37202A}"/>
                    </a:ext>
                  </a:extLst>
                </p:cNvPr>
                <p:cNvPicPr/>
                <p:nvPr/>
              </p:nvPicPr>
              <p:blipFill>
                <a:blip r:embed="rId95"/>
                <a:stretch>
                  <a:fillRect/>
                </a:stretch>
              </p:blipFill>
              <p:spPr>
                <a:xfrm>
                  <a:off x="10794398" y="838656"/>
                  <a:ext cx="20052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139" name="Ink 138">
                  <a:extLst>
                    <a:ext uri="{FF2B5EF4-FFF2-40B4-BE49-F238E27FC236}">
                      <a16:creationId xmlns:a16="http://schemas.microsoft.com/office/drawing/2014/main" id="{434D8C6F-595F-F550-5457-74CDF177C259}"/>
                    </a:ext>
                  </a:extLst>
                </p14:cNvPr>
                <p14:cNvContentPartPr/>
                <p14:nvPr/>
              </p14:nvContentPartPr>
              <p14:xfrm>
                <a:off x="10992758" y="886536"/>
                <a:ext cx="223920" cy="726480"/>
              </p14:xfrm>
            </p:contentPart>
          </mc:Choice>
          <mc:Fallback>
            <p:pic>
              <p:nvPicPr>
                <p:cNvPr id="139" name="Ink 138">
                  <a:extLst>
                    <a:ext uri="{FF2B5EF4-FFF2-40B4-BE49-F238E27FC236}">
                      <a16:creationId xmlns:a16="http://schemas.microsoft.com/office/drawing/2014/main" id="{434D8C6F-595F-F550-5457-74CDF177C259}"/>
                    </a:ext>
                  </a:extLst>
                </p:cNvPr>
                <p:cNvPicPr/>
                <p:nvPr/>
              </p:nvPicPr>
              <p:blipFill>
                <a:blip r:embed="rId97"/>
                <a:stretch>
                  <a:fillRect/>
                </a:stretch>
              </p:blipFill>
              <p:spPr>
                <a:xfrm>
                  <a:off x="10988438" y="882216"/>
                  <a:ext cx="232560" cy="7351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140" name="Ink 139">
                  <a:extLst>
                    <a:ext uri="{FF2B5EF4-FFF2-40B4-BE49-F238E27FC236}">
                      <a16:creationId xmlns:a16="http://schemas.microsoft.com/office/drawing/2014/main" id="{370C3CD9-C81A-8B27-6B44-E4E67434B281}"/>
                    </a:ext>
                  </a:extLst>
                </p14:cNvPr>
                <p14:cNvContentPartPr/>
                <p14:nvPr/>
              </p14:nvContentPartPr>
              <p14:xfrm>
                <a:off x="11098238" y="824256"/>
                <a:ext cx="360" cy="360"/>
              </p14:xfrm>
            </p:contentPart>
          </mc:Choice>
          <mc:Fallback>
            <p:pic>
              <p:nvPicPr>
                <p:cNvPr id="140" name="Ink 139">
                  <a:extLst>
                    <a:ext uri="{FF2B5EF4-FFF2-40B4-BE49-F238E27FC236}">
                      <a16:creationId xmlns:a16="http://schemas.microsoft.com/office/drawing/2014/main" id="{370C3CD9-C81A-8B27-6B44-E4E67434B281}"/>
                    </a:ext>
                  </a:extLst>
                </p:cNvPr>
                <p:cNvPicPr/>
                <p:nvPr/>
              </p:nvPicPr>
              <p:blipFill>
                <a:blip r:embed="rId99"/>
                <a:stretch>
                  <a:fillRect/>
                </a:stretch>
              </p:blipFill>
              <p:spPr>
                <a:xfrm>
                  <a:off x="11093918" y="81993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141" name="Ink 140">
                  <a:extLst>
                    <a:ext uri="{FF2B5EF4-FFF2-40B4-BE49-F238E27FC236}">
                      <a16:creationId xmlns:a16="http://schemas.microsoft.com/office/drawing/2014/main" id="{21D694F2-8825-22BA-41FB-3ED9AF4B5994}"/>
                    </a:ext>
                  </a:extLst>
                </p14:cNvPr>
                <p14:cNvContentPartPr/>
                <p14:nvPr/>
              </p14:nvContentPartPr>
              <p14:xfrm>
                <a:off x="11215238" y="924336"/>
                <a:ext cx="21600" cy="200880"/>
              </p14:xfrm>
            </p:contentPart>
          </mc:Choice>
          <mc:Fallback>
            <p:pic>
              <p:nvPicPr>
                <p:cNvPr id="141" name="Ink 140">
                  <a:extLst>
                    <a:ext uri="{FF2B5EF4-FFF2-40B4-BE49-F238E27FC236}">
                      <a16:creationId xmlns:a16="http://schemas.microsoft.com/office/drawing/2014/main" id="{21D694F2-8825-22BA-41FB-3ED9AF4B5994}"/>
                    </a:ext>
                  </a:extLst>
                </p:cNvPr>
                <p:cNvPicPr/>
                <p:nvPr/>
              </p:nvPicPr>
              <p:blipFill>
                <a:blip r:embed="rId101"/>
                <a:stretch>
                  <a:fillRect/>
                </a:stretch>
              </p:blipFill>
              <p:spPr>
                <a:xfrm>
                  <a:off x="11210918" y="920016"/>
                  <a:ext cx="3024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142" name="Ink 141">
                  <a:extLst>
                    <a:ext uri="{FF2B5EF4-FFF2-40B4-BE49-F238E27FC236}">
                      <a16:creationId xmlns:a16="http://schemas.microsoft.com/office/drawing/2014/main" id="{10DC10B5-0DF5-F191-7AB3-46815E76A4F5}"/>
                    </a:ext>
                  </a:extLst>
                </p14:cNvPr>
                <p14:cNvContentPartPr/>
                <p14:nvPr/>
              </p14:nvContentPartPr>
              <p14:xfrm>
                <a:off x="11182478" y="870336"/>
                <a:ext cx="34920" cy="475200"/>
              </p14:xfrm>
            </p:contentPart>
          </mc:Choice>
          <mc:Fallback>
            <p:pic>
              <p:nvPicPr>
                <p:cNvPr id="142" name="Ink 141">
                  <a:extLst>
                    <a:ext uri="{FF2B5EF4-FFF2-40B4-BE49-F238E27FC236}">
                      <a16:creationId xmlns:a16="http://schemas.microsoft.com/office/drawing/2014/main" id="{10DC10B5-0DF5-F191-7AB3-46815E76A4F5}"/>
                    </a:ext>
                  </a:extLst>
                </p:cNvPr>
                <p:cNvPicPr/>
                <p:nvPr/>
              </p:nvPicPr>
              <p:blipFill>
                <a:blip r:embed="rId103"/>
                <a:stretch>
                  <a:fillRect/>
                </a:stretch>
              </p:blipFill>
              <p:spPr>
                <a:xfrm>
                  <a:off x="11178158" y="866016"/>
                  <a:ext cx="43560" cy="4838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144" name="Ink 143">
                  <a:extLst>
                    <a:ext uri="{FF2B5EF4-FFF2-40B4-BE49-F238E27FC236}">
                      <a16:creationId xmlns:a16="http://schemas.microsoft.com/office/drawing/2014/main" id="{A4CC5A0F-16C4-8BEF-7C0F-A3F126942F99}"/>
                    </a:ext>
                  </a:extLst>
                </p14:cNvPr>
                <p14:cNvContentPartPr/>
                <p14:nvPr/>
              </p14:nvContentPartPr>
              <p14:xfrm>
                <a:off x="11191838" y="756216"/>
                <a:ext cx="61560" cy="264960"/>
              </p14:xfrm>
            </p:contentPart>
          </mc:Choice>
          <mc:Fallback>
            <p:pic>
              <p:nvPicPr>
                <p:cNvPr id="144" name="Ink 143">
                  <a:extLst>
                    <a:ext uri="{FF2B5EF4-FFF2-40B4-BE49-F238E27FC236}">
                      <a16:creationId xmlns:a16="http://schemas.microsoft.com/office/drawing/2014/main" id="{A4CC5A0F-16C4-8BEF-7C0F-A3F126942F99}"/>
                    </a:ext>
                  </a:extLst>
                </p:cNvPr>
                <p:cNvPicPr/>
                <p:nvPr/>
              </p:nvPicPr>
              <p:blipFill>
                <a:blip r:embed="rId105"/>
                <a:stretch>
                  <a:fillRect/>
                </a:stretch>
              </p:blipFill>
              <p:spPr>
                <a:xfrm>
                  <a:off x="11187518" y="751896"/>
                  <a:ext cx="70200" cy="2736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145" name="Ink 144">
                  <a:extLst>
                    <a:ext uri="{FF2B5EF4-FFF2-40B4-BE49-F238E27FC236}">
                      <a16:creationId xmlns:a16="http://schemas.microsoft.com/office/drawing/2014/main" id="{149BFBCA-5C86-3CB3-1EBC-78F8E5614BAD}"/>
                    </a:ext>
                  </a:extLst>
                </p14:cNvPr>
                <p14:cNvContentPartPr/>
                <p14:nvPr/>
              </p14:nvContentPartPr>
              <p14:xfrm>
                <a:off x="11041718" y="749016"/>
                <a:ext cx="39600" cy="6840"/>
              </p14:xfrm>
            </p:contentPart>
          </mc:Choice>
          <mc:Fallback>
            <p:pic>
              <p:nvPicPr>
                <p:cNvPr id="145" name="Ink 144">
                  <a:extLst>
                    <a:ext uri="{FF2B5EF4-FFF2-40B4-BE49-F238E27FC236}">
                      <a16:creationId xmlns:a16="http://schemas.microsoft.com/office/drawing/2014/main" id="{149BFBCA-5C86-3CB3-1EBC-78F8E5614BAD}"/>
                    </a:ext>
                  </a:extLst>
                </p:cNvPr>
                <p:cNvPicPr/>
                <p:nvPr/>
              </p:nvPicPr>
              <p:blipFill>
                <a:blip r:embed="rId107"/>
                <a:stretch>
                  <a:fillRect/>
                </a:stretch>
              </p:blipFill>
              <p:spPr>
                <a:xfrm>
                  <a:off x="11037398" y="744696"/>
                  <a:ext cx="48240" cy="154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8">
            <p14:nvContentPartPr>
              <p14:cNvPr id="147" name="Ink 146">
                <a:extLst>
                  <a:ext uri="{FF2B5EF4-FFF2-40B4-BE49-F238E27FC236}">
                    <a16:creationId xmlns:a16="http://schemas.microsoft.com/office/drawing/2014/main" id="{B2374B68-243F-7FCE-98A3-8A4FEE06F86C}"/>
                  </a:ext>
                </a:extLst>
              </p14:cNvPr>
              <p14:cNvContentPartPr/>
              <p14:nvPr/>
            </p14:nvContentPartPr>
            <p14:xfrm>
              <a:off x="3912638" y="5612976"/>
              <a:ext cx="1111680" cy="1125720"/>
            </p14:xfrm>
          </p:contentPart>
        </mc:Choice>
        <mc:Fallback>
          <p:pic>
            <p:nvPicPr>
              <p:cNvPr id="147" name="Ink 146">
                <a:extLst>
                  <a:ext uri="{FF2B5EF4-FFF2-40B4-BE49-F238E27FC236}">
                    <a16:creationId xmlns:a16="http://schemas.microsoft.com/office/drawing/2014/main" id="{B2374B68-243F-7FCE-98A3-8A4FEE06F86C}"/>
                  </a:ext>
                </a:extLst>
              </p:cNvPr>
              <p:cNvPicPr/>
              <p:nvPr/>
            </p:nvPicPr>
            <p:blipFill>
              <a:blip r:embed="rId109"/>
              <a:stretch>
                <a:fillRect/>
              </a:stretch>
            </p:blipFill>
            <p:spPr>
              <a:xfrm>
                <a:off x="3908318" y="5608656"/>
                <a:ext cx="1120320" cy="1134360"/>
              </a:xfrm>
              <a:prstGeom prst="rect">
                <a:avLst/>
              </a:prstGeom>
            </p:spPr>
          </p:pic>
        </mc:Fallback>
      </mc:AlternateContent>
      <p:grpSp>
        <p:nvGrpSpPr>
          <p:cNvPr id="149" name="Group 148">
            <a:extLst>
              <a:ext uri="{FF2B5EF4-FFF2-40B4-BE49-F238E27FC236}">
                <a16:creationId xmlns:a16="http://schemas.microsoft.com/office/drawing/2014/main" id="{02481586-FD5A-01D5-9D8D-044446D634D0}"/>
              </a:ext>
            </a:extLst>
          </p:cNvPr>
          <p:cNvGrpSpPr/>
          <p:nvPr/>
        </p:nvGrpSpPr>
        <p:grpSpPr>
          <a:xfrm>
            <a:off x="8783438" y="5109336"/>
            <a:ext cx="3516480" cy="1861200"/>
            <a:chOff x="8783438" y="5109336"/>
            <a:chExt cx="3516480" cy="1861200"/>
          </a:xfrm>
        </p:grpSpPr>
        <mc:AlternateContent xmlns:mc="http://schemas.openxmlformats.org/markup-compatibility/2006">
          <mc:Choice xmlns:p14="http://schemas.microsoft.com/office/powerpoint/2010/main" Requires="p14">
            <p:contentPart p14:bwMode="auto" r:id="rId110">
              <p14:nvContentPartPr>
                <p14:cNvPr id="14" name="Ink 13">
                  <a:extLst>
                    <a:ext uri="{FF2B5EF4-FFF2-40B4-BE49-F238E27FC236}">
                      <a16:creationId xmlns:a16="http://schemas.microsoft.com/office/drawing/2014/main" id="{D18C1296-7B21-29E9-9AD5-5D3FB123B816}"/>
                    </a:ext>
                  </a:extLst>
                </p14:cNvPr>
                <p14:cNvContentPartPr/>
                <p14:nvPr/>
              </p14:nvContentPartPr>
              <p14:xfrm>
                <a:off x="8783438" y="5222736"/>
                <a:ext cx="874080" cy="265320"/>
              </p14:xfrm>
            </p:contentPart>
          </mc:Choice>
          <mc:Fallback>
            <p:pic>
              <p:nvPicPr>
                <p:cNvPr id="14" name="Ink 13">
                  <a:extLst>
                    <a:ext uri="{FF2B5EF4-FFF2-40B4-BE49-F238E27FC236}">
                      <a16:creationId xmlns:a16="http://schemas.microsoft.com/office/drawing/2014/main" id="{D18C1296-7B21-29E9-9AD5-5D3FB123B816}"/>
                    </a:ext>
                  </a:extLst>
                </p:cNvPr>
                <p:cNvPicPr/>
                <p:nvPr/>
              </p:nvPicPr>
              <p:blipFill>
                <a:blip r:embed="rId111"/>
                <a:stretch>
                  <a:fillRect/>
                </a:stretch>
              </p:blipFill>
              <p:spPr>
                <a:xfrm>
                  <a:off x="8779118" y="5218416"/>
                  <a:ext cx="882720" cy="2739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5" name="Ink 14">
                  <a:extLst>
                    <a:ext uri="{FF2B5EF4-FFF2-40B4-BE49-F238E27FC236}">
                      <a16:creationId xmlns:a16="http://schemas.microsoft.com/office/drawing/2014/main" id="{87D21410-340E-CB6C-FDAA-DC9FA1361B96}"/>
                    </a:ext>
                  </a:extLst>
                </p14:cNvPr>
                <p14:cNvContentPartPr/>
                <p14:nvPr/>
              </p14:nvContentPartPr>
              <p14:xfrm>
                <a:off x="8788838" y="5368536"/>
                <a:ext cx="784800" cy="281880"/>
              </p14:xfrm>
            </p:contentPart>
          </mc:Choice>
          <mc:Fallback>
            <p:pic>
              <p:nvPicPr>
                <p:cNvPr id="15" name="Ink 14">
                  <a:extLst>
                    <a:ext uri="{FF2B5EF4-FFF2-40B4-BE49-F238E27FC236}">
                      <a16:creationId xmlns:a16="http://schemas.microsoft.com/office/drawing/2014/main" id="{87D21410-340E-CB6C-FDAA-DC9FA1361B96}"/>
                    </a:ext>
                  </a:extLst>
                </p:cNvPr>
                <p:cNvPicPr/>
                <p:nvPr/>
              </p:nvPicPr>
              <p:blipFill>
                <a:blip r:embed="rId113"/>
                <a:stretch>
                  <a:fillRect/>
                </a:stretch>
              </p:blipFill>
              <p:spPr>
                <a:xfrm>
                  <a:off x="8784518" y="5364216"/>
                  <a:ext cx="793440" cy="2905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43" name="Ink 42">
                  <a:extLst>
                    <a:ext uri="{FF2B5EF4-FFF2-40B4-BE49-F238E27FC236}">
                      <a16:creationId xmlns:a16="http://schemas.microsoft.com/office/drawing/2014/main" id="{93E19998-853F-551C-0702-61D7500505A4}"/>
                    </a:ext>
                  </a:extLst>
                </p14:cNvPr>
                <p14:cNvContentPartPr/>
                <p14:nvPr/>
              </p14:nvContentPartPr>
              <p14:xfrm>
                <a:off x="10618358" y="5182416"/>
                <a:ext cx="123480" cy="252360"/>
              </p14:xfrm>
            </p:contentPart>
          </mc:Choice>
          <mc:Fallback>
            <p:pic>
              <p:nvPicPr>
                <p:cNvPr id="43" name="Ink 42">
                  <a:extLst>
                    <a:ext uri="{FF2B5EF4-FFF2-40B4-BE49-F238E27FC236}">
                      <a16:creationId xmlns:a16="http://schemas.microsoft.com/office/drawing/2014/main" id="{93E19998-853F-551C-0702-61D7500505A4}"/>
                    </a:ext>
                  </a:extLst>
                </p:cNvPr>
                <p:cNvPicPr/>
                <p:nvPr/>
              </p:nvPicPr>
              <p:blipFill>
                <a:blip r:embed="rId115"/>
                <a:stretch>
                  <a:fillRect/>
                </a:stretch>
              </p:blipFill>
              <p:spPr>
                <a:xfrm>
                  <a:off x="10614038" y="5178096"/>
                  <a:ext cx="13212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44" name="Ink 43">
                  <a:extLst>
                    <a:ext uri="{FF2B5EF4-FFF2-40B4-BE49-F238E27FC236}">
                      <a16:creationId xmlns:a16="http://schemas.microsoft.com/office/drawing/2014/main" id="{710B75BD-4855-F2D2-C237-C5472DD27368}"/>
                    </a:ext>
                  </a:extLst>
                </p14:cNvPr>
                <p14:cNvContentPartPr/>
                <p14:nvPr/>
              </p14:nvContentPartPr>
              <p14:xfrm>
                <a:off x="10747598" y="5312736"/>
                <a:ext cx="216720" cy="107640"/>
              </p14:xfrm>
            </p:contentPart>
          </mc:Choice>
          <mc:Fallback>
            <p:pic>
              <p:nvPicPr>
                <p:cNvPr id="44" name="Ink 43">
                  <a:extLst>
                    <a:ext uri="{FF2B5EF4-FFF2-40B4-BE49-F238E27FC236}">
                      <a16:creationId xmlns:a16="http://schemas.microsoft.com/office/drawing/2014/main" id="{710B75BD-4855-F2D2-C237-C5472DD27368}"/>
                    </a:ext>
                  </a:extLst>
                </p:cNvPr>
                <p:cNvPicPr/>
                <p:nvPr/>
              </p:nvPicPr>
              <p:blipFill>
                <a:blip r:embed="rId117"/>
                <a:stretch>
                  <a:fillRect/>
                </a:stretch>
              </p:blipFill>
              <p:spPr>
                <a:xfrm>
                  <a:off x="10743278" y="5308416"/>
                  <a:ext cx="22536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45" name="Ink 44">
                  <a:extLst>
                    <a:ext uri="{FF2B5EF4-FFF2-40B4-BE49-F238E27FC236}">
                      <a16:creationId xmlns:a16="http://schemas.microsoft.com/office/drawing/2014/main" id="{F3B80276-7BF2-77B8-772A-B35B39FCC4D3}"/>
                    </a:ext>
                  </a:extLst>
                </p14:cNvPr>
                <p14:cNvContentPartPr/>
                <p14:nvPr/>
              </p14:nvContentPartPr>
              <p14:xfrm>
                <a:off x="11034878" y="5200056"/>
                <a:ext cx="63720" cy="202320"/>
              </p14:xfrm>
            </p:contentPart>
          </mc:Choice>
          <mc:Fallback>
            <p:pic>
              <p:nvPicPr>
                <p:cNvPr id="45" name="Ink 44">
                  <a:extLst>
                    <a:ext uri="{FF2B5EF4-FFF2-40B4-BE49-F238E27FC236}">
                      <a16:creationId xmlns:a16="http://schemas.microsoft.com/office/drawing/2014/main" id="{F3B80276-7BF2-77B8-772A-B35B39FCC4D3}"/>
                    </a:ext>
                  </a:extLst>
                </p:cNvPr>
                <p:cNvPicPr/>
                <p:nvPr/>
              </p:nvPicPr>
              <p:blipFill>
                <a:blip r:embed="rId119"/>
                <a:stretch>
                  <a:fillRect/>
                </a:stretch>
              </p:blipFill>
              <p:spPr>
                <a:xfrm>
                  <a:off x="11030558" y="5195736"/>
                  <a:ext cx="7236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46" name="Ink 45">
                  <a:extLst>
                    <a:ext uri="{FF2B5EF4-FFF2-40B4-BE49-F238E27FC236}">
                      <a16:creationId xmlns:a16="http://schemas.microsoft.com/office/drawing/2014/main" id="{E50F56BC-1253-2093-CF5B-A5AE84DF2EDC}"/>
                    </a:ext>
                  </a:extLst>
                </p14:cNvPr>
                <p14:cNvContentPartPr/>
                <p14:nvPr/>
              </p14:nvContentPartPr>
              <p14:xfrm>
                <a:off x="11156558" y="5228136"/>
                <a:ext cx="114480" cy="79920"/>
              </p14:xfrm>
            </p:contentPart>
          </mc:Choice>
          <mc:Fallback>
            <p:pic>
              <p:nvPicPr>
                <p:cNvPr id="46" name="Ink 45">
                  <a:extLst>
                    <a:ext uri="{FF2B5EF4-FFF2-40B4-BE49-F238E27FC236}">
                      <a16:creationId xmlns:a16="http://schemas.microsoft.com/office/drawing/2014/main" id="{E50F56BC-1253-2093-CF5B-A5AE84DF2EDC}"/>
                    </a:ext>
                  </a:extLst>
                </p:cNvPr>
                <p:cNvPicPr/>
                <p:nvPr/>
              </p:nvPicPr>
              <p:blipFill>
                <a:blip r:embed="rId121"/>
                <a:stretch>
                  <a:fillRect/>
                </a:stretch>
              </p:blipFill>
              <p:spPr>
                <a:xfrm>
                  <a:off x="11152238" y="5223816"/>
                  <a:ext cx="12312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47" name="Ink 46">
                  <a:extLst>
                    <a:ext uri="{FF2B5EF4-FFF2-40B4-BE49-F238E27FC236}">
                      <a16:creationId xmlns:a16="http://schemas.microsoft.com/office/drawing/2014/main" id="{C7EC5674-98EF-FFAB-ED36-70721ACE7BFD}"/>
                    </a:ext>
                  </a:extLst>
                </p14:cNvPr>
                <p14:cNvContentPartPr/>
                <p14:nvPr/>
              </p14:nvContentPartPr>
              <p14:xfrm>
                <a:off x="11164838" y="5206536"/>
                <a:ext cx="109800" cy="147240"/>
              </p14:xfrm>
            </p:contentPart>
          </mc:Choice>
          <mc:Fallback>
            <p:pic>
              <p:nvPicPr>
                <p:cNvPr id="47" name="Ink 46">
                  <a:extLst>
                    <a:ext uri="{FF2B5EF4-FFF2-40B4-BE49-F238E27FC236}">
                      <a16:creationId xmlns:a16="http://schemas.microsoft.com/office/drawing/2014/main" id="{C7EC5674-98EF-FFAB-ED36-70721ACE7BFD}"/>
                    </a:ext>
                  </a:extLst>
                </p:cNvPr>
                <p:cNvPicPr/>
                <p:nvPr/>
              </p:nvPicPr>
              <p:blipFill>
                <a:blip r:embed="rId123"/>
                <a:stretch>
                  <a:fillRect/>
                </a:stretch>
              </p:blipFill>
              <p:spPr>
                <a:xfrm>
                  <a:off x="11160518" y="5202216"/>
                  <a:ext cx="11844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48" name="Ink 47">
                  <a:extLst>
                    <a:ext uri="{FF2B5EF4-FFF2-40B4-BE49-F238E27FC236}">
                      <a16:creationId xmlns:a16="http://schemas.microsoft.com/office/drawing/2014/main" id="{1C8564CF-3F76-81F1-C4D2-460276606417}"/>
                    </a:ext>
                  </a:extLst>
                </p14:cNvPr>
                <p14:cNvContentPartPr/>
                <p14:nvPr/>
              </p14:nvContentPartPr>
              <p14:xfrm>
                <a:off x="11364278" y="5283936"/>
                <a:ext cx="37800" cy="109440"/>
              </p14:xfrm>
            </p:contentPart>
          </mc:Choice>
          <mc:Fallback>
            <p:pic>
              <p:nvPicPr>
                <p:cNvPr id="48" name="Ink 47">
                  <a:extLst>
                    <a:ext uri="{FF2B5EF4-FFF2-40B4-BE49-F238E27FC236}">
                      <a16:creationId xmlns:a16="http://schemas.microsoft.com/office/drawing/2014/main" id="{1C8564CF-3F76-81F1-C4D2-460276606417}"/>
                    </a:ext>
                  </a:extLst>
                </p:cNvPr>
                <p:cNvPicPr/>
                <p:nvPr/>
              </p:nvPicPr>
              <p:blipFill>
                <a:blip r:embed="rId125"/>
                <a:stretch>
                  <a:fillRect/>
                </a:stretch>
              </p:blipFill>
              <p:spPr>
                <a:xfrm>
                  <a:off x="11359958" y="5279616"/>
                  <a:ext cx="4644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49" name="Ink 48">
                  <a:extLst>
                    <a:ext uri="{FF2B5EF4-FFF2-40B4-BE49-F238E27FC236}">
                      <a16:creationId xmlns:a16="http://schemas.microsoft.com/office/drawing/2014/main" id="{E32AB424-722F-C574-2501-C672D06438D1}"/>
                    </a:ext>
                  </a:extLst>
                </p14:cNvPr>
                <p14:cNvContentPartPr/>
                <p14:nvPr/>
              </p14:nvContentPartPr>
              <p14:xfrm>
                <a:off x="11388398" y="5109336"/>
                <a:ext cx="153720" cy="337320"/>
              </p14:xfrm>
            </p:contentPart>
          </mc:Choice>
          <mc:Fallback>
            <p:pic>
              <p:nvPicPr>
                <p:cNvPr id="49" name="Ink 48">
                  <a:extLst>
                    <a:ext uri="{FF2B5EF4-FFF2-40B4-BE49-F238E27FC236}">
                      <a16:creationId xmlns:a16="http://schemas.microsoft.com/office/drawing/2014/main" id="{E32AB424-722F-C574-2501-C672D06438D1}"/>
                    </a:ext>
                  </a:extLst>
                </p:cNvPr>
                <p:cNvPicPr/>
                <p:nvPr/>
              </p:nvPicPr>
              <p:blipFill>
                <a:blip r:embed="rId127"/>
                <a:stretch>
                  <a:fillRect/>
                </a:stretch>
              </p:blipFill>
              <p:spPr>
                <a:xfrm>
                  <a:off x="11384078" y="5105016"/>
                  <a:ext cx="162360" cy="3459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51" name="Ink 50">
                  <a:extLst>
                    <a:ext uri="{FF2B5EF4-FFF2-40B4-BE49-F238E27FC236}">
                      <a16:creationId xmlns:a16="http://schemas.microsoft.com/office/drawing/2014/main" id="{0A70BA6A-5D58-E76B-AAC1-DBF716803C16}"/>
                    </a:ext>
                  </a:extLst>
                </p14:cNvPr>
                <p14:cNvContentPartPr/>
                <p14:nvPr/>
              </p14:nvContentPartPr>
              <p14:xfrm>
                <a:off x="10576238" y="5490576"/>
                <a:ext cx="1053000" cy="140040"/>
              </p14:xfrm>
            </p:contentPart>
          </mc:Choice>
          <mc:Fallback>
            <p:pic>
              <p:nvPicPr>
                <p:cNvPr id="51" name="Ink 50">
                  <a:extLst>
                    <a:ext uri="{FF2B5EF4-FFF2-40B4-BE49-F238E27FC236}">
                      <a16:creationId xmlns:a16="http://schemas.microsoft.com/office/drawing/2014/main" id="{0A70BA6A-5D58-E76B-AAC1-DBF716803C16}"/>
                    </a:ext>
                  </a:extLst>
                </p:cNvPr>
                <p:cNvPicPr/>
                <p:nvPr/>
              </p:nvPicPr>
              <p:blipFill>
                <a:blip r:embed="rId129"/>
                <a:stretch>
                  <a:fillRect/>
                </a:stretch>
              </p:blipFill>
              <p:spPr>
                <a:xfrm>
                  <a:off x="10571918" y="5486256"/>
                  <a:ext cx="106164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52" name="Ink 51">
                  <a:extLst>
                    <a:ext uri="{FF2B5EF4-FFF2-40B4-BE49-F238E27FC236}">
                      <a16:creationId xmlns:a16="http://schemas.microsoft.com/office/drawing/2014/main" id="{DA61153F-D294-37C6-61B6-A45635BA2087}"/>
                    </a:ext>
                  </a:extLst>
                </p14:cNvPr>
                <p14:cNvContentPartPr/>
                <p14:nvPr/>
              </p14:nvContentPartPr>
              <p14:xfrm>
                <a:off x="10511798" y="5597856"/>
                <a:ext cx="951480" cy="314280"/>
              </p14:xfrm>
            </p:contentPart>
          </mc:Choice>
          <mc:Fallback>
            <p:pic>
              <p:nvPicPr>
                <p:cNvPr id="52" name="Ink 51">
                  <a:extLst>
                    <a:ext uri="{FF2B5EF4-FFF2-40B4-BE49-F238E27FC236}">
                      <a16:creationId xmlns:a16="http://schemas.microsoft.com/office/drawing/2014/main" id="{DA61153F-D294-37C6-61B6-A45635BA2087}"/>
                    </a:ext>
                  </a:extLst>
                </p:cNvPr>
                <p:cNvPicPr/>
                <p:nvPr/>
              </p:nvPicPr>
              <p:blipFill>
                <a:blip r:embed="rId131"/>
                <a:stretch>
                  <a:fillRect/>
                </a:stretch>
              </p:blipFill>
              <p:spPr>
                <a:xfrm>
                  <a:off x="10507478" y="5593536"/>
                  <a:ext cx="960120" cy="32292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53" name="Ink 52">
                  <a:extLst>
                    <a:ext uri="{FF2B5EF4-FFF2-40B4-BE49-F238E27FC236}">
                      <a16:creationId xmlns:a16="http://schemas.microsoft.com/office/drawing/2014/main" id="{06A21EAE-39D9-36C9-A92C-89349974C4BF}"/>
                    </a:ext>
                  </a:extLst>
                </p14:cNvPr>
                <p14:cNvContentPartPr/>
                <p14:nvPr/>
              </p14:nvContentPartPr>
              <p14:xfrm>
                <a:off x="10769558" y="5775696"/>
                <a:ext cx="360" cy="360"/>
              </p14:xfrm>
            </p:contentPart>
          </mc:Choice>
          <mc:Fallback>
            <p:pic>
              <p:nvPicPr>
                <p:cNvPr id="53" name="Ink 52">
                  <a:extLst>
                    <a:ext uri="{FF2B5EF4-FFF2-40B4-BE49-F238E27FC236}">
                      <a16:creationId xmlns:a16="http://schemas.microsoft.com/office/drawing/2014/main" id="{06A21EAE-39D9-36C9-A92C-89349974C4BF}"/>
                    </a:ext>
                  </a:extLst>
                </p:cNvPr>
                <p:cNvPicPr/>
                <p:nvPr/>
              </p:nvPicPr>
              <p:blipFill>
                <a:blip r:embed="rId99"/>
                <a:stretch>
                  <a:fillRect/>
                </a:stretch>
              </p:blipFill>
              <p:spPr>
                <a:xfrm>
                  <a:off x="10765238" y="577137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54" name="Ink 53">
                  <a:extLst>
                    <a:ext uri="{FF2B5EF4-FFF2-40B4-BE49-F238E27FC236}">
                      <a16:creationId xmlns:a16="http://schemas.microsoft.com/office/drawing/2014/main" id="{3F74D8A6-EA64-931E-F205-83030A9BE9EC}"/>
                    </a:ext>
                  </a:extLst>
                </p14:cNvPr>
                <p14:cNvContentPartPr/>
                <p14:nvPr/>
              </p14:nvContentPartPr>
              <p14:xfrm>
                <a:off x="10762358" y="5768496"/>
                <a:ext cx="360" cy="360"/>
              </p14:xfrm>
            </p:contentPart>
          </mc:Choice>
          <mc:Fallback>
            <p:pic>
              <p:nvPicPr>
                <p:cNvPr id="54" name="Ink 53">
                  <a:extLst>
                    <a:ext uri="{FF2B5EF4-FFF2-40B4-BE49-F238E27FC236}">
                      <a16:creationId xmlns:a16="http://schemas.microsoft.com/office/drawing/2014/main" id="{3F74D8A6-EA64-931E-F205-83030A9BE9EC}"/>
                    </a:ext>
                  </a:extLst>
                </p:cNvPr>
                <p:cNvPicPr/>
                <p:nvPr/>
              </p:nvPicPr>
              <p:blipFill>
                <a:blip r:embed="rId99"/>
                <a:stretch>
                  <a:fillRect/>
                </a:stretch>
              </p:blipFill>
              <p:spPr>
                <a:xfrm>
                  <a:off x="10758038" y="576417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55" name="Ink 54">
                  <a:extLst>
                    <a:ext uri="{FF2B5EF4-FFF2-40B4-BE49-F238E27FC236}">
                      <a16:creationId xmlns:a16="http://schemas.microsoft.com/office/drawing/2014/main" id="{0ADC010C-3DDA-3B16-D63A-66FDEF86C6B0}"/>
                    </a:ext>
                  </a:extLst>
                </p14:cNvPr>
                <p14:cNvContentPartPr/>
                <p14:nvPr/>
              </p14:nvContentPartPr>
              <p14:xfrm>
                <a:off x="10755518" y="5724216"/>
                <a:ext cx="110880" cy="170640"/>
              </p14:xfrm>
            </p:contentPart>
          </mc:Choice>
          <mc:Fallback>
            <p:pic>
              <p:nvPicPr>
                <p:cNvPr id="55" name="Ink 54">
                  <a:extLst>
                    <a:ext uri="{FF2B5EF4-FFF2-40B4-BE49-F238E27FC236}">
                      <a16:creationId xmlns:a16="http://schemas.microsoft.com/office/drawing/2014/main" id="{0ADC010C-3DDA-3B16-D63A-66FDEF86C6B0}"/>
                    </a:ext>
                  </a:extLst>
                </p:cNvPr>
                <p:cNvPicPr/>
                <p:nvPr/>
              </p:nvPicPr>
              <p:blipFill>
                <a:blip r:embed="rId135"/>
                <a:stretch>
                  <a:fillRect/>
                </a:stretch>
              </p:blipFill>
              <p:spPr>
                <a:xfrm>
                  <a:off x="10751198" y="5719896"/>
                  <a:ext cx="11952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56" name="Ink 55">
                  <a:extLst>
                    <a:ext uri="{FF2B5EF4-FFF2-40B4-BE49-F238E27FC236}">
                      <a16:creationId xmlns:a16="http://schemas.microsoft.com/office/drawing/2014/main" id="{A9156F96-5079-7376-8463-694E447A97FF}"/>
                    </a:ext>
                  </a:extLst>
                </p14:cNvPr>
                <p14:cNvContentPartPr/>
                <p14:nvPr/>
              </p14:nvContentPartPr>
              <p14:xfrm>
                <a:off x="10872518" y="5814576"/>
                <a:ext cx="153360" cy="63000"/>
              </p14:xfrm>
            </p:contentPart>
          </mc:Choice>
          <mc:Fallback>
            <p:pic>
              <p:nvPicPr>
                <p:cNvPr id="56" name="Ink 55">
                  <a:extLst>
                    <a:ext uri="{FF2B5EF4-FFF2-40B4-BE49-F238E27FC236}">
                      <a16:creationId xmlns:a16="http://schemas.microsoft.com/office/drawing/2014/main" id="{A9156F96-5079-7376-8463-694E447A97FF}"/>
                    </a:ext>
                  </a:extLst>
                </p:cNvPr>
                <p:cNvPicPr/>
                <p:nvPr/>
              </p:nvPicPr>
              <p:blipFill>
                <a:blip r:embed="rId137"/>
                <a:stretch>
                  <a:fillRect/>
                </a:stretch>
              </p:blipFill>
              <p:spPr>
                <a:xfrm>
                  <a:off x="10868198" y="5810256"/>
                  <a:ext cx="162000" cy="716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57" name="Ink 56">
                  <a:extLst>
                    <a:ext uri="{FF2B5EF4-FFF2-40B4-BE49-F238E27FC236}">
                      <a16:creationId xmlns:a16="http://schemas.microsoft.com/office/drawing/2014/main" id="{E3EDDB24-DF3E-F09F-DDBB-CE08F0F240AD}"/>
                    </a:ext>
                  </a:extLst>
                </p14:cNvPr>
                <p14:cNvContentPartPr/>
                <p14:nvPr/>
              </p14:nvContentPartPr>
              <p14:xfrm>
                <a:off x="11070518" y="5762736"/>
                <a:ext cx="41400" cy="109440"/>
              </p14:xfrm>
            </p:contentPart>
          </mc:Choice>
          <mc:Fallback>
            <p:pic>
              <p:nvPicPr>
                <p:cNvPr id="57" name="Ink 56">
                  <a:extLst>
                    <a:ext uri="{FF2B5EF4-FFF2-40B4-BE49-F238E27FC236}">
                      <a16:creationId xmlns:a16="http://schemas.microsoft.com/office/drawing/2014/main" id="{E3EDDB24-DF3E-F09F-DDBB-CE08F0F240AD}"/>
                    </a:ext>
                  </a:extLst>
                </p:cNvPr>
                <p:cNvPicPr/>
                <p:nvPr/>
              </p:nvPicPr>
              <p:blipFill>
                <a:blip r:embed="rId139"/>
                <a:stretch>
                  <a:fillRect/>
                </a:stretch>
              </p:blipFill>
              <p:spPr>
                <a:xfrm>
                  <a:off x="11066198" y="5758416"/>
                  <a:ext cx="5004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58" name="Ink 57">
                  <a:extLst>
                    <a:ext uri="{FF2B5EF4-FFF2-40B4-BE49-F238E27FC236}">
                      <a16:creationId xmlns:a16="http://schemas.microsoft.com/office/drawing/2014/main" id="{DDC9003A-CA04-DF15-B7F8-FA64165BBDAF}"/>
                    </a:ext>
                  </a:extLst>
                </p14:cNvPr>
                <p14:cNvContentPartPr/>
                <p14:nvPr/>
              </p14:nvContentPartPr>
              <p14:xfrm>
                <a:off x="11118038" y="5769216"/>
                <a:ext cx="99000" cy="41040"/>
              </p14:xfrm>
            </p:contentPart>
          </mc:Choice>
          <mc:Fallback>
            <p:pic>
              <p:nvPicPr>
                <p:cNvPr id="58" name="Ink 57">
                  <a:extLst>
                    <a:ext uri="{FF2B5EF4-FFF2-40B4-BE49-F238E27FC236}">
                      <a16:creationId xmlns:a16="http://schemas.microsoft.com/office/drawing/2014/main" id="{DDC9003A-CA04-DF15-B7F8-FA64165BBDAF}"/>
                    </a:ext>
                  </a:extLst>
                </p:cNvPr>
                <p:cNvPicPr/>
                <p:nvPr/>
              </p:nvPicPr>
              <p:blipFill>
                <a:blip r:embed="rId141"/>
                <a:stretch>
                  <a:fillRect/>
                </a:stretch>
              </p:blipFill>
              <p:spPr>
                <a:xfrm>
                  <a:off x="11113718" y="5764896"/>
                  <a:ext cx="10764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59" name="Ink 58">
                  <a:extLst>
                    <a:ext uri="{FF2B5EF4-FFF2-40B4-BE49-F238E27FC236}">
                      <a16:creationId xmlns:a16="http://schemas.microsoft.com/office/drawing/2014/main" id="{7B9CE99D-ECB6-8B29-711B-6A7D93D5B749}"/>
                    </a:ext>
                  </a:extLst>
                </p14:cNvPr>
                <p14:cNvContentPartPr/>
                <p14:nvPr/>
              </p14:nvContentPartPr>
              <p14:xfrm>
                <a:off x="11162678" y="5752296"/>
                <a:ext cx="43920" cy="88920"/>
              </p14:xfrm>
            </p:contentPart>
          </mc:Choice>
          <mc:Fallback>
            <p:pic>
              <p:nvPicPr>
                <p:cNvPr id="59" name="Ink 58">
                  <a:extLst>
                    <a:ext uri="{FF2B5EF4-FFF2-40B4-BE49-F238E27FC236}">
                      <a16:creationId xmlns:a16="http://schemas.microsoft.com/office/drawing/2014/main" id="{7B9CE99D-ECB6-8B29-711B-6A7D93D5B749}"/>
                    </a:ext>
                  </a:extLst>
                </p:cNvPr>
                <p:cNvPicPr/>
                <p:nvPr/>
              </p:nvPicPr>
              <p:blipFill>
                <a:blip r:embed="rId143"/>
                <a:stretch>
                  <a:fillRect/>
                </a:stretch>
              </p:blipFill>
              <p:spPr>
                <a:xfrm>
                  <a:off x="11158358" y="5747976"/>
                  <a:ext cx="52560" cy="9756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60" name="Ink 59">
                  <a:extLst>
                    <a:ext uri="{FF2B5EF4-FFF2-40B4-BE49-F238E27FC236}">
                      <a16:creationId xmlns:a16="http://schemas.microsoft.com/office/drawing/2014/main" id="{F87F5ADB-9822-66FF-C630-1A8532C9B666}"/>
                    </a:ext>
                  </a:extLst>
                </p14:cNvPr>
                <p14:cNvContentPartPr/>
                <p14:nvPr/>
              </p14:nvContentPartPr>
              <p14:xfrm>
                <a:off x="11244038" y="5807736"/>
                <a:ext cx="1800" cy="74160"/>
              </p14:xfrm>
            </p:contentPart>
          </mc:Choice>
          <mc:Fallback>
            <p:pic>
              <p:nvPicPr>
                <p:cNvPr id="60" name="Ink 59">
                  <a:extLst>
                    <a:ext uri="{FF2B5EF4-FFF2-40B4-BE49-F238E27FC236}">
                      <a16:creationId xmlns:a16="http://schemas.microsoft.com/office/drawing/2014/main" id="{F87F5ADB-9822-66FF-C630-1A8532C9B666}"/>
                    </a:ext>
                  </a:extLst>
                </p:cNvPr>
                <p:cNvPicPr/>
                <p:nvPr/>
              </p:nvPicPr>
              <p:blipFill>
                <a:blip r:embed="rId145"/>
                <a:stretch>
                  <a:fillRect/>
                </a:stretch>
              </p:blipFill>
              <p:spPr>
                <a:xfrm>
                  <a:off x="11239718" y="5803416"/>
                  <a:ext cx="10440" cy="8280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61" name="Ink 60">
                  <a:extLst>
                    <a:ext uri="{FF2B5EF4-FFF2-40B4-BE49-F238E27FC236}">
                      <a16:creationId xmlns:a16="http://schemas.microsoft.com/office/drawing/2014/main" id="{EEF19A1F-C81B-9B04-A159-17986AEF0055}"/>
                    </a:ext>
                  </a:extLst>
                </p14:cNvPr>
                <p14:cNvContentPartPr/>
                <p14:nvPr/>
              </p14:nvContentPartPr>
              <p14:xfrm>
                <a:off x="11267078" y="5702976"/>
                <a:ext cx="57240" cy="196200"/>
              </p14:xfrm>
            </p:contentPart>
          </mc:Choice>
          <mc:Fallback>
            <p:pic>
              <p:nvPicPr>
                <p:cNvPr id="61" name="Ink 60">
                  <a:extLst>
                    <a:ext uri="{FF2B5EF4-FFF2-40B4-BE49-F238E27FC236}">
                      <a16:creationId xmlns:a16="http://schemas.microsoft.com/office/drawing/2014/main" id="{EEF19A1F-C81B-9B04-A159-17986AEF0055}"/>
                    </a:ext>
                  </a:extLst>
                </p:cNvPr>
                <p:cNvPicPr/>
                <p:nvPr/>
              </p:nvPicPr>
              <p:blipFill>
                <a:blip r:embed="rId147"/>
                <a:stretch>
                  <a:fillRect/>
                </a:stretch>
              </p:blipFill>
              <p:spPr>
                <a:xfrm>
                  <a:off x="11262758" y="5698656"/>
                  <a:ext cx="6588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62" name="Ink 61">
                  <a:extLst>
                    <a:ext uri="{FF2B5EF4-FFF2-40B4-BE49-F238E27FC236}">
                      <a16:creationId xmlns:a16="http://schemas.microsoft.com/office/drawing/2014/main" id="{06F54A5C-B181-4F0E-DE26-FFB8F575D903}"/>
                    </a:ext>
                  </a:extLst>
                </p14:cNvPr>
                <p14:cNvContentPartPr/>
                <p14:nvPr/>
              </p14:nvContentPartPr>
              <p14:xfrm>
                <a:off x="11377598" y="5672016"/>
                <a:ext cx="87480" cy="99000"/>
              </p14:xfrm>
            </p:contentPart>
          </mc:Choice>
          <mc:Fallback>
            <p:pic>
              <p:nvPicPr>
                <p:cNvPr id="62" name="Ink 61">
                  <a:extLst>
                    <a:ext uri="{FF2B5EF4-FFF2-40B4-BE49-F238E27FC236}">
                      <a16:creationId xmlns:a16="http://schemas.microsoft.com/office/drawing/2014/main" id="{06F54A5C-B181-4F0E-DE26-FFB8F575D903}"/>
                    </a:ext>
                  </a:extLst>
                </p:cNvPr>
                <p:cNvPicPr/>
                <p:nvPr/>
              </p:nvPicPr>
              <p:blipFill>
                <a:blip r:embed="rId149"/>
                <a:stretch>
                  <a:fillRect/>
                </a:stretch>
              </p:blipFill>
              <p:spPr>
                <a:xfrm>
                  <a:off x="11373278" y="5667696"/>
                  <a:ext cx="96120" cy="10764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63" name="Ink 62">
                  <a:extLst>
                    <a:ext uri="{FF2B5EF4-FFF2-40B4-BE49-F238E27FC236}">
                      <a16:creationId xmlns:a16="http://schemas.microsoft.com/office/drawing/2014/main" id="{0C86017C-0631-A752-3CCA-4808B0B0128B}"/>
                    </a:ext>
                  </a:extLst>
                </p14:cNvPr>
                <p14:cNvContentPartPr/>
                <p14:nvPr/>
              </p14:nvContentPartPr>
              <p14:xfrm>
                <a:off x="11484878" y="5722056"/>
                <a:ext cx="156240" cy="69840"/>
              </p14:xfrm>
            </p:contentPart>
          </mc:Choice>
          <mc:Fallback>
            <p:pic>
              <p:nvPicPr>
                <p:cNvPr id="63" name="Ink 62">
                  <a:extLst>
                    <a:ext uri="{FF2B5EF4-FFF2-40B4-BE49-F238E27FC236}">
                      <a16:creationId xmlns:a16="http://schemas.microsoft.com/office/drawing/2014/main" id="{0C86017C-0631-A752-3CCA-4808B0B0128B}"/>
                    </a:ext>
                  </a:extLst>
                </p:cNvPr>
                <p:cNvPicPr/>
                <p:nvPr/>
              </p:nvPicPr>
              <p:blipFill>
                <a:blip r:embed="rId151"/>
                <a:stretch>
                  <a:fillRect/>
                </a:stretch>
              </p:blipFill>
              <p:spPr>
                <a:xfrm>
                  <a:off x="11480558" y="5717736"/>
                  <a:ext cx="16488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64" name="Ink 63">
                  <a:extLst>
                    <a:ext uri="{FF2B5EF4-FFF2-40B4-BE49-F238E27FC236}">
                      <a16:creationId xmlns:a16="http://schemas.microsoft.com/office/drawing/2014/main" id="{AA15020F-02B6-AC0E-8D42-121BF8AF3843}"/>
                    </a:ext>
                  </a:extLst>
                </p14:cNvPr>
                <p14:cNvContentPartPr/>
                <p14:nvPr/>
              </p14:nvContentPartPr>
              <p14:xfrm>
                <a:off x="11683598" y="5649336"/>
                <a:ext cx="59400" cy="141480"/>
              </p14:xfrm>
            </p:contentPart>
          </mc:Choice>
          <mc:Fallback>
            <p:pic>
              <p:nvPicPr>
                <p:cNvPr id="64" name="Ink 63">
                  <a:extLst>
                    <a:ext uri="{FF2B5EF4-FFF2-40B4-BE49-F238E27FC236}">
                      <a16:creationId xmlns:a16="http://schemas.microsoft.com/office/drawing/2014/main" id="{AA15020F-02B6-AC0E-8D42-121BF8AF3843}"/>
                    </a:ext>
                  </a:extLst>
                </p:cNvPr>
                <p:cNvPicPr/>
                <p:nvPr/>
              </p:nvPicPr>
              <p:blipFill>
                <a:blip r:embed="rId153"/>
                <a:stretch>
                  <a:fillRect/>
                </a:stretch>
              </p:blipFill>
              <p:spPr>
                <a:xfrm>
                  <a:off x="11679278" y="5645016"/>
                  <a:ext cx="6804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65" name="Ink 64">
                  <a:extLst>
                    <a:ext uri="{FF2B5EF4-FFF2-40B4-BE49-F238E27FC236}">
                      <a16:creationId xmlns:a16="http://schemas.microsoft.com/office/drawing/2014/main" id="{A799774B-28C5-A0CF-3C24-54E66848982E}"/>
                    </a:ext>
                  </a:extLst>
                </p14:cNvPr>
                <p14:cNvContentPartPr/>
                <p14:nvPr/>
              </p14:nvContentPartPr>
              <p14:xfrm>
                <a:off x="11773238" y="5672376"/>
                <a:ext cx="90000" cy="75600"/>
              </p14:xfrm>
            </p:contentPart>
          </mc:Choice>
          <mc:Fallback>
            <p:pic>
              <p:nvPicPr>
                <p:cNvPr id="65" name="Ink 64">
                  <a:extLst>
                    <a:ext uri="{FF2B5EF4-FFF2-40B4-BE49-F238E27FC236}">
                      <a16:creationId xmlns:a16="http://schemas.microsoft.com/office/drawing/2014/main" id="{A799774B-28C5-A0CF-3C24-54E66848982E}"/>
                    </a:ext>
                  </a:extLst>
                </p:cNvPr>
                <p:cNvPicPr/>
                <p:nvPr/>
              </p:nvPicPr>
              <p:blipFill>
                <a:blip r:embed="rId155"/>
                <a:stretch>
                  <a:fillRect/>
                </a:stretch>
              </p:blipFill>
              <p:spPr>
                <a:xfrm>
                  <a:off x="11768918" y="5668056"/>
                  <a:ext cx="9864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66" name="Ink 65">
                  <a:extLst>
                    <a:ext uri="{FF2B5EF4-FFF2-40B4-BE49-F238E27FC236}">
                      <a16:creationId xmlns:a16="http://schemas.microsoft.com/office/drawing/2014/main" id="{7AD1FE76-5852-9DE2-B109-EAAC1AE961D2}"/>
                    </a:ext>
                  </a:extLst>
                </p14:cNvPr>
                <p14:cNvContentPartPr/>
                <p14:nvPr/>
              </p14:nvContentPartPr>
              <p14:xfrm>
                <a:off x="11790158" y="5672376"/>
                <a:ext cx="67320" cy="113760"/>
              </p14:xfrm>
            </p:contentPart>
          </mc:Choice>
          <mc:Fallback>
            <p:pic>
              <p:nvPicPr>
                <p:cNvPr id="66" name="Ink 65">
                  <a:extLst>
                    <a:ext uri="{FF2B5EF4-FFF2-40B4-BE49-F238E27FC236}">
                      <a16:creationId xmlns:a16="http://schemas.microsoft.com/office/drawing/2014/main" id="{7AD1FE76-5852-9DE2-B109-EAAC1AE961D2}"/>
                    </a:ext>
                  </a:extLst>
                </p:cNvPr>
                <p:cNvPicPr/>
                <p:nvPr/>
              </p:nvPicPr>
              <p:blipFill>
                <a:blip r:embed="rId157"/>
                <a:stretch>
                  <a:fillRect/>
                </a:stretch>
              </p:blipFill>
              <p:spPr>
                <a:xfrm>
                  <a:off x="11785838" y="5668056"/>
                  <a:ext cx="7596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67" name="Ink 66">
                  <a:extLst>
                    <a:ext uri="{FF2B5EF4-FFF2-40B4-BE49-F238E27FC236}">
                      <a16:creationId xmlns:a16="http://schemas.microsoft.com/office/drawing/2014/main" id="{22D95E8B-4071-7E47-EF4C-3FB0BFC4BB17}"/>
                    </a:ext>
                  </a:extLst>
                </p14:cNvPr>
                <p14:cNvContentPartPr/>
                <p14:nvPr/>
              </p14:nvContentPartPr>
              <p14:xfrm>
                <a:off x="11887358" y="5727816"/>
                <a:ext cx="7560" cy="83520"/>
              </p14:xfrm>
            </p:contentPart>
          </mc:Choice>
          <mc:Fallback>
            <p:pic>
              <p:nvPicPr>
                <p:cNvPr id="67" name="Ink 66">
                  <a:extLst>
                    <a:ext uri="{FF2B5EF4-FFF2-40B4-BE49-F238E27FC236}">
                      <a16:creationId xmlns:a16="http://schemas.microsoft.com/office/drawing/2014/main" id="{22D95E8B-4071-7E47-EF4C-3FB0BFC4BB17}"/>
                    </a:ext>
                  </a:extLst>
                </p:cNvPr>
                <p:cNvPicPr/>
                <p:nvPr/>
              </p:nvPicPr>
              <p:blipFill>
                <a:blip r:embed="rId159"/>
                <a:stretch>
                  <a:fillRect/>
                </a:stretch>
              </p:blipFill>
              <p:spPr>
                <a:xfrm>
                  <a:off x="11883038" y="5723496"/>
                  <a:ext cx="1620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68" name="Ink 67">
                  <a:extLst>
                    <a:ext uri="{FF2B5EF4-FFF2-40B4-BE49-F238E27FC236}">
                      <a16:creationId xmlns:a16="http://schemas.microsoft.com/office/drawing/2014/main" id="{526CA579-2FA5-E4D1-0D3B-01C1D0C85C9C}"/>
                    </a:ext>
                  </a:extLst>
                </p14:cNvPr>
                <p14:cNvContentPartPr/>
                <p14:nvPr/>
              </p14:nvContentPartPr>
              <p14:xfrm>
                <a:off x="11920838" y="5596776"/>
                <a:ext cx="103680" cy="227520"/>
              </p14:xfrm>
            </p:contentPart>
          </mc:Choice>
          <mc:Fallback>
            <p:pic>
              <p:nvPicPr>
                <p:cNvPr id="68" name="Ink 67">
                  <a:extLst>
                    <a:ext uri="{FF2B5EF4-FFF2-40B4-BE49-F238E27FC236}">
                      <a16:creationId xmlns:a16="http://schemas.microsoft.com/office/drawing/2014/main" id="{526CA579-2FA5-E4D1-0D3B-01C1D0C85C9C}"/>
                    </a:ext>
                  </a:extLst>
                </p:cNvPr>
                <p:cNvPicPr/>
                <p:nvPr/>
              </p:nvPicPr>
              <p:blipFill>
                <a:blip r:embed="rId161"/>
                <a:stretch>
                  <a:fillRect/>
                </a:stretch>
              </p:blipFill>
              <p:spPr>
                <a:xfrm>
                  <a:off x="11916518" y="5592456"/>
                  <a:ext cx="11232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70" name="Ink 69">
                  <a:extLst>
                    <a:ext uri="{FF2B5EF4-FFF2-40B4-BE49-F238E27FC236}">
                      <a16:creationId xmlns:a16="http://schemas.microsoft.com/office/drawing/2014/main" id="{3A63F966-EC4F-B8D3-586C-79660528C397}"/>
                    </a:ext>
                  </a:extLst>
                </p14:cNvPr>
                <p14:cNvContentPartPr/>
                <p14:nvPr/>
              </p14:nvContentPartPr>
              <p14:xfrm>
                <a:off x="10336478" y="5515416"/>
                <a:ext cx="132120" cy="30960"/>
              </p14:xfrm>
            </p:contentPart>
          </mc:Choice>
          <mc:Fallback>
            <p:pic>
              <p:nvPicPr>
                <p:cNvPr id="70" name="Ink 69">
                  <a:extLst>
                    <a:ext uri="{FF2B5EF4-FFF2-40B4-BE49-F238E27FC236}">
                      <a16:creationId xmlns:a16="http://schemas.microsoft.com/office/drawing/2014/main" id="{3A63F966-EC4F-B8D3-586C-79660528C397}"/>
                    </a:ext>
                  </a:extLst>
                </p:cNvPr>
                <p:cNvPicPr/>
                <p:nvPr/>
              </p:nvPicPr>
              <p:blipFill>
                <a:blip r:embed="rId163"/>
                <a:stretch>
                  <a:fillRect/>
                </a:stretch>
              </p:blipFill>
              <p:spPr>
                <a:xfrm>
                  <a:off x="10332158" y="5511096"/>
                  <a:ext cx="14076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71" name="Ink 70">
                  <a:extLst>
                    <a:ext uri="{FF2B5EF4-FFF2-40B4-BE49-F238E27FC236}">
                      <a16:creationId xmlns:a16="http://schemas.microsoft.com/office/drawing/2014/main" id="{091AD83B-D204-FA7C-B5F7-3E901ABFEA6B}"/>
                    </a:ext>
                  </a:extLst>
                </p14:cNvPr>
                <p14:cNvContentPartPr/>
                <p14:nvPr/>
              </p14:nvContentPartPr>
              <p14:xfrm>
                <a:off x="10317758" y="5591736"/>
                <a:ext cx="138600" cy="22680"/>
              </p14:xfrm>
            </p:contentPart>
          </mc:Choice>
          <mc:Fallback>
            <p:pic>
              <p:nvPicPr>
                <p:cNvPr id="71" name="Ink 70">
                  <a:extLst>
                    <a:ext uri="{FF2B5EF4-FFF2-40B4-BE49-F238E27FC236}">
                      <a16:creationId xmlns:a16="http://schemas.microsoft.com/office/drawing/2014/main" id="{091AD83B-D204-FA7C-B5F7-3E901ABFEA6B}"/>
                    </a:ext>
                  </a:extLst>
                </p:cNvPr>
                <p:cNvPicPr/>
                <p:nvPr/>
              </p:nvPicPr>
              <p:blipFill>
                <a:blip r:embed="rId165"/>
                <a:stretch>
                  <a:fillRect/>
                </a:stretch>
              </p:blipFill>
              <p:spPr>
                <a:xfrm>
                  <a:off x="10313438" y="5587416"/>
                  <a:ext cx="14724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72" name="Ink 71">
                  <a:extLst>
                    <a:ext uri="{FF2B5EF4-FFF2-40B4-BE49-F238E27FC236}">
                      <a16:creationId xmlns:a16="http://schemas.microsoft.com/office/drawing/2014/main" id="{8884E3DB-922E-4C15-00E3-A1C26C252B7D}"/>
                    </a:ext>
                  </a:extLst>
                </p14:cNvPr>
                <p14:cNvContentPartPr/>
                <p14:nvPr/>
              </p14:nvContentPartPr>
              <p14:xfrm>
                <a:off x="9799718" y="5445936"/>
                <a:ext cx="144000" cy="283320"/>
              </p14:xfrm>
            </p:contentPart>
          </mc:Choice>
          <mc:Fallback>
            <p:pic>
              <p:nvPicPr>
                <p:cNvPr id="72" name="Ink 71">
                  <a:extLst>
                    <a:ext uri="{FF2B5EF4-FFF2-40B4-BE49-F238E27FC236}">
                      <a16:creationId xmlns:a16="http://schemas.microsoft.com/office/drawing/2014/main" id="{8884E3DB-922E-4C15-00E3-A1C26C252B7D}"/>
                    </a:ext>
                  </a:extLst>
                </p:cNvPr>
                <p:cNvPicPr/>
                <p:nvPr/>
              </p:nvPicPr>
              <p:blipFill>
                <a:blip r:embed="rId167"/>
                <a:stretch>
                  <a:fillRect/>
                </a:stretch>
              </p:blipFill>
              <p:spPr>
                <a:xfrm>
                  <a:off x="9795398" y="5441616"/>
                  <a:ext cx="152640" cy="29196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73" name="Ink 72">
                  <a:extLst>
                    <a:ext uri="{FF2B5EF4-FFF2-40B4-BE49-F238E27FC236}">
                      <a16:creationId xmlns:a16="http://schemas.microsoft.com/office/drawing/2014/main" id="{3418C937-4370-0183-0F93-63B62AB029E5}"/>
                    </a:ext>
                  </a:extLst>
                </p14:cNvPr>
                <p14:cNvContentPartPr/>
                <p14:nvPr/>
              </p14:nvContentPartPr>
              <p14:xfrm>
                <a:off x="9963158" y="5655456"/>
                <a:ext cx="35280" cy="99720"/>
              </p14:xfrm>
            </p:contentPart>
          </mc:Choice>
          <mc:Fallback>
            <p:pic>
              <p:nvPicPr>
                <p:cNvPr id="73" name="Ink 72">
                  <a:extLst>
                    <a:ext uri="{FF2B5EF4-FFF2-40B4-BE49-F238E27FC236}">
                      <a16:creationId xmlns:a16="http://schemas.microsoft.com/office/drawing/2014/main" id="{3418C937-4370-0183-0F93-63B62AB029E5}"/>
                    </a:ext>
                  </a:extLst>
                </p:cNvPr>
                <p:cNvPicPr/>
                <p:nvPr/>
              </p:nvPicPr>
              <p:blipFill>
                <a:blip r:embed="rId169"/>
                <a:stretch>
                  <a:fillRect/>
                </a:stretch>
              </p:blipFill>
              <p:spPr>
                <a:xfrm>
                  <a:off x="9958838" y="5651136"/>
                  <a:ext cx="4392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74" name="Ink 73">
                  <a:extLst>
                    <a:ext uri="{FF2B5EF4-FFF2-40B4-BE49-F238E27FC236}">
                      <a16:creationId xmlns:a16="http://schemas.microsoft.com/office/drawing/2014/main" id="{1E86395A-8A5F-81C7-75FD-FCDBFC05E4F8}"/>
                    </a:ext>
                  </a:extLst>
                </p14:cNvPr>
                <p14:cNvContentPartPr/>
                <p14:nvPr/>
              </p14:nvContentPartPr>
              <p14:xfrm>
                <a:off x="10021118" y="5685336"/>
                <a:ext cx="25200" cy="83520"/>
              </p14:xfrm>
            </p:contentPart>
          </mc:Choice>
          <mc:Fallback>
            <p:pic>
              <p:nvPicPr>
                <p:cNvPr id="74" name="Ink 73">
                  <a:extLst>
                    <a:ext uri="{FF2B5EF4-FFF2-40B4-BE49-F238E27FC236}">
                      <a16:creationId xmlns:a16="http://schemas.microsoft.com/office/drawing/2014/main" id="{1E86395A-8A5F-81C7-75FD-FCDBFC05E4F8}"/>
                    </a:ext>
                  </a:extLst>
                </p:cNvPr>
                <p:cNvPicPr/>
                <p:nvPr/>
              </p:nvPicPr>
              <p:blipFill>
                <a:blip r:embed="rId171"/>
                <a:stretch>
                  <a:fillRect/>
                </a:stretch>
              </p:blipFill>
              <p:spPr>
                <a:xfrm>
                  <a:off x="10016798" y="5681016"/>
                  <a:ext cx="3384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75" name="Ink 74">
                  <a:extLst>
                    <a:ext uri="{FF2B5EF4-FFF2-40B4-BE49-F238E27FC236}">
                      <a16:creationId xmlns:a16="http://schemas.microsoft.com/office/drawing/2014/main" id="{DA53F8D2-6EC8-A11E-29B1-D2E0B778D3EF}"/>
                    </a:ext>
                  </a:extLst>
                </p14:cNvPr>
                <p14:cNvContentPartPr/>
                <p14:nvPr/>
              </p14:nvContentPartPr>
              <p14:xfrm>
                <a:off x="9924998" y="6066216"/>
                <a:ext cx="119520" cy="267480"/>
              </p14:xfrm>
            </p:contentPart>
          </mc:Choice>
          <mc:Fallback>
            <p:pic>
              <p:nvPicPr>
                <p:cNvPr id="75" name="Ink 74">
                  <a:extLst>
                    <a:ext uri="{FF2B5EF4-FFF2-40B4-BE49-F238E27FC236}">
                      <a16:creationId xmlns:a16="http://schemas.microsoft.com/office/drawing/2014/main" id="{DA53F8D2-6EC8-A11E-29B1-D2E0B778D3EF}"/>
                    </a:ext>
                  </a:extLst>
                </p:cNvPr>
                <p:cNvPicPr/>
                <p:nvPr/>
              </p:nvPicPr>
              <p:blipFill>
                <a:blip r:embed="rId173"/>
                <a:stretch>
                  <a:fillRect/>
                </a:stretch>
              </p:blipFill>
              <p:spPr>
                <a:xfrm>
                  <a:off x="9920678" y="6061896"/>
                  <a:ext cx="128160" cy="27612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76" name="Ink 75">
                  <a:extLst>
                    <a:ext uri="{FF2B5EF4-FFF2-40B4-BE49-F238E27FC236}">
                      <a16:creationId xmlns:a16="http://schemas.microsoft.com/office/drawing/2014/main" id="{8876F718-5CAA-0897-7223-C1CA3DB91F52}"/>
                    </a:ext>
                  </a:extLst>
                </p14:cNvPr>
                <p14:cNvContentPartPr/>
                <p14:nvPr/>
              </p14:nvContentPartPr>
              <p14:xfrm>
                <a:off x="10013198" y="6288336"/>
                <a:ext cx="5760" cy="115560"/>
              </p14:xfrm>
            </p:contentPart>
          </mc:Choice>
          <mc:Fallback>
            <p:pic>
              <p:nvPicPr>
                <p:cNvPr id="76" name="Ink 75">
                  <a:extLst>
                    <a:ext uri="{FF2B5EF4-FFF2-40B4-BE49-F238E27FC236}">
                      <a16:creationId xmlns:a16="http://schemas.microsoft.com/office/drawing/2014/main" id="{8876F718-5CAA-0897-7223-C1CA3DB91F52}"/>
                    </a:ext>
                  </a:extLst>
                </p:cNvPr>
                <p:cNvPicPr/>
                <p:nvPr/>
              </p:nvPicPr>
              <p:blipFill>
                <a:blip r:embed="rId175"/>
                <a:stretch>
                  <a:fillRect/>
                </a:stretch>
              </p:blipFill>
              <p:spPr>
                <a:xfrm>
                  <a:off x="10008878" y="6284016"/>
                  <a:ext cx="14400" cy="12420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77" name="Ink 76">
                  <a:extLst>
                    <a:ext uri="{FF2B5EF4-FFF2-40B4-BE49-F238E27FC236}">
                      <a16:creationId xmlns:a16="http://schemas.microsoft.com/office/drawing/2014/main" id="{FD8C163A-0CFF-9E02-33BB-7FC06BE6955B}"/>
                    </a:ext>
                  </a:extLst>
                </p14:cNvPr>
                <p14:cNvContentPartPr/>
                <p14:nvPr/>
              </p14:nvContentPartPr>
              <p14:xfrm>
                <a:off x="10043438" y="6294816"/>
                <a:ext cx="141840" cy="101520"/>
              </p14:xfrm>
            </p:contentPart>
          </mc:Choice>
          <mc:Fallback>
            <p:pic>
              <p:nvPicPr>
                <p:cNvPr id="77" name="Ink 76">
                  <a:extLst>
                    <a:ext uri="{FF2B5EF4-FFF2-40B4-BE49-F238E27FC236}">
                      <a16:creationId xmlns:a16="http://schemas.microsoft.com/office/drawing/2014/main" id="{FD8C163A-0CFF-9E02-33BB-7FC06BE6955B}"/>
                    </a:ext>
                  </a:extLst>
                </p:cNvPr>
                <p:cNvPicPr/>
                <p:nvPr/>
              </p:nvPicPr>
              <p:blipFill>
                <a:blip r:embed="rId177"/>
                <a:stretch>
                  <a:fillRect/>
                </a:stretch>
              </p:blipFill>
              <p:spPr>
                <a:xfrm>
                  <a:off x="10039118" y="6290496"/>
                  <a:ext cx="150480" cy="11016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78" name="Ink 77">
                  <a:extLst>
                    <a:ext uri="{FF2B5EF4-FFF2-40B4-BE49-F238E27FC236}">
                      <a16:creationId xmlns:a16="http://schemas.microsoft.com/office/drawing/2014/main" id="{F82C96EE-ECEC-2D92-84E1-35B246D2C3E8}"/>
                    </a:ext>
                  </a:extLst>
                </p14:cNvPr>
                <p14:cNvContentPartPr/>
                <p14:nvPr/>
              </p14:nvContentPartPr>
              <p14:xfrm>
                <a:off x="10210478" y="6141816"/>
                <a:ext cx="75240" cy="22320"/>
              </p14:xfrm>
            </p:contentPart>
          </mc:Choice>
          <mc:Fallback>
            <p:pic>
              <p:nvPicPr>
                <p:cNvPr id="78" name="Ink 77">
                  <a:extLst>
                    <a:ext uri="{FF2B5EF4-FFF2-40B4-BE49-F238E27FC236}">
                      <a16:creationId xmlns:a16="http://schemas.microsoft.com/office/drawing/2014/main" id="{F82C96EE-ECEC-2D92-84E1-35B246D2C3E8}"/>
                    </a:ext>
                  </a:extLst>
                </p:cNvPr>
                <p:cNvPicPr/>
                <p:nvPr/>
              </p:nvPicPr>
              <p:blipFill>
                <a:blip r:embed="rId179"/>
                <a:stretch>
                  <a:fillRect/>
                </a:stretch>
              </p:blipFill>
              <p:spPr>
                <a:xfrm>
                  <a:off x="10206158" y="6137496"/>
                  <a:ext cx="8388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79" name="Ink 78">
                  <a:extLst>
                    <a:ext uri="{FF2B5EF4-FFF2-40B4-BE49-F238E27FC236}">
                      <a16:creationId xmlns:a16="http://schemas.microsoft.com/office/drawing/2014/main" id="{7FE14FDB-D0C0-06D3-FBE9-3BD8B4D0D38A}"/>
                    </a:ext>
                  </a:extLst>
                </p14:cNvPr>
                <p14:cNvContentPartPr/>
                <p14:nvPr/>
              </p14:nvContentPartPr>
              <p14:xfrm>
                <a:off x="10215158" y="6193656"/>
                <a:ext cx="125640" cy="19440"/>
              </p14:xfrm>
            </p:contentPart>
          </mc:Choice>
          <mc:Fallback>
            <p:pic>
              <p:nvPicPr>
                <p:cNvPr id="79" name="Ink 78">
                  <a:extLst>
                    <a:ext uri="{FF2B5EF4-FFF2-40B4-BE49-F238E27FC236}">
                      <a16:creationId xmlns:a16="http://schemas.microsoft.com/office/drawing/2014/main" id="{7FE14FDB-D0C0-06D3-FBE9-3BD8B4D0D38A}"/>
                    </a:ext>
                  </a:extLst>
                </p:cNvPr>
                <p:cNvPicPr/>
                <p:nvPr/>
              </p:nvPicPr>
              <p:blipFill>
                <a:blip r:embed="rId181"/>
                <a:stretch>
                  <a:fillRect/>
                </a:stretch>
              </p:blipFill>
              <p:spPr>
                <a:xfrm>
                  <a:off x="10210838" y="6189336"/>
                  <a:ext cx="13428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84" name="Ink 83">
                  <a:extLst>
                    <a:ext uri="{FF2B5EF4-FFF2-40B4-BE49-F238E27FC236}">
                      <a16:creationId xmlns:a16="http://schemas.microsoft.com/office/drawing/2014/main" id="{FEF45220-1199-352F-04F6-DFE5D20EA43A}"/>
                    </a:ext>
                  </a:extLst>
                </p14:cNvPr>
                <p14:cNvContentPartPr/>
                <p14:nvPr/>
              </p14:nvContentPartPr>
              <p14:xfrm>
                <a:off x="10684238" y="6026976"/>
                <a:ext cx="178200" cy="207360"/>
              </p14:xfrm>
            </p:contentPart>
          </mc:Choice>
          <mc:Fallback>
            <p:pic>
              <p:nvPicPr>
                <p:cNvPr id="84" name="Ink 83">
                  <a:extLst>
                    <a:ext uri="{FF2B5EF4-FFF2-40B4-BE49-F238E27FC236}">
                      <a16:creationId xmlns:a16="http://schemas.microsoft.com/office/drawing/2014/main" id="{FEF45220-1199-352F-04F6-DFE5D20EA43A}"/>
                    </a:ext>
                  </a:extLst>
                </p:cNvPr>
                <p:cNvPicPr/>
                <p:nvPr/>
              </p:nvPicPr>
              <p:blipFill>
                <a:blip r:embed="rId183"/>
                <a:stretch>
                  <a:fillRect/>
                </a:stretch>
              </p:blipFill>
              <p:spPr>
                <a:xfrm>
                  <a:off x="10679918" y="6022656"/>
                  <a:ext cx="1868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85" name="Ink 84">
                  <a:extLst>
                    <a:ext uri="{FF2B5EF4-FFF2-40B4-BE49-F238E27FC236}">
                      <a16:creationId xmlns:a16="http://schemas.microsoft.com/office/drawing/2014/main" id="{7900009E-F31E-C88F-4B5A-2457917FDD14}"/>
                    </a:ext>
                  </a:extLst>
                </p14:cNvPr>
                <p14:cNvContentPartPr/>
                <p14:nvPr/>
              </p14:nvContentPartPr>
              <p14:xfrm>
                <a:off x="10858118" y="6131736"/>
                <a:ext cx="74160" cy="73440"/>
              </p14:xfrm>
            </p:contentPart>
          </mc:Choice>
          <mc:Fallback>
            <p:pic>
              <p:nvPicPr>
                <p:cNvPr id="85" name="Ink 84">
                  <a:extLst>
                    <a:ext uri="{FF2B5EF4-FFF2-40B4-BE49-F238E27FC236}">
                      <a16:creationId xmlns:a16="http://schemas.microsoft.com/office/drawing/2014/main" id="{7900009E-F31E-C88F-4B5A-2457917FDD14}"/>
                    </a:ext>
                  </a:extLst>
                </p:cNvPr>
                <p:cNvPicPr/>
                <p:nvPr/>
              </p:nvPicPr>
              <p:blipFill>
                <a:blip r:embed="rId185"/>
                <a:stretch>
                  <a:fillRect/>
                </a:stretch>
              </p:blipFill>
              <p:spPr>
                <a:xfrm>
                  <a:off x="10853798" y="6127416"/>
                  <a:ext cx="82800" cy="8208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86" name="Ink 85">
                  <a:extLst>
                    <a:ext uri="{FF2B5EF4-FFF2-40B4-BE49-F238E27FC236}">
                      <a16:creationId xmlns:a16="http://schemas.microsoft.com/office/drawing/2014/main" id="{9D74D348-E091-4C12-7085-879B913A60FC}"/>
                    </a:ext>
                  </a:extLst>
                </p14:cNvPr>
                <p14:cNvContentPartPr/>
                <p14:nvPr/>
              </p14:nvContentPartPr>
              <p14:xfrm>
                <a:off x="10955318" y="6064056"/>
                <a:ext cx="136080" cy="122400"/>
              </p14:xfrm>
            </p:contentPart>
          </mc:Choice>
          <mc:Fallback>
            <p:pic>
              <p:nvPicPr>
                <p:cNvPr id="86" name="Ink 85">
                  <a:extLst>
                    <a:ext uri="{FF2B5EF4-FFF2-40B4-BE49-F238E27FC236}">
                      <a16:creationId xmlns:a16="http://schemas.microsoft.com/office/drawing/2014/main" id="{9D74D348-E091-4C12-7085-879B913A60FC}"/>
                    </a:ext>
                  </a:extLst>
                </p:cNvPr>
                <p:cNvPicPr/>
                <p:nvPr/>
              </p:nvPicPr>
              <p:blipFill>
                <a:blip r:embed="rId187"/>
                <a:stretch>
                  <a:fillRect/>
                </a:stretch>
              </p:blipFill>
              <p:spPr>
                <a:xfrm>
                  <a:off x="10950998" y="6059736"/>
                  <a:ext cx="14472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87" name="Ink 86">
                  <a:extLst>
                    <a:ext uri="{FF2B5EF4-FFF2-40B4-BE49-F238E27FC236}">
                      <a16:creationId xmlns:a16="http://schemas.microsoft.com/office/drawing/2014/main" id="{78918BA6-9B7F-C27B-E1DB-5C88E4662BD9}"/>
                    </a:ext>
                  </a:extLst>
                </p14:cNvPr>
                <p14:cNvContentPartPr/>
                <p14:nvPr/>
              </p14:nvContentPartPr>
              <p14:xfrm>
                <a:off x="11133878" y="5967576"/>
                <a:ext cx="145800" cy="201600"/>
              </p14:xfrm>
            </p:contentPart>
          </mc:Choice>
          <mc:Fallback>
            <p:pic>
              <p:nvPicPr>
                <p:cNvPr id="87" name="Ink 86">
                  <a:extLst>
                    <a:ext uri="{FF2B5EF4-FFF2-40B4-BE49-F238E27FC236}">
                      <a16:creationId xmlns:a16="http://schemas.microsoft.com/office/drawing/2014/main" id="{78918BA6-9B7F-C27B-E1DB-5C88E4662BD9}"/>
                    </a:ext>
                  </a:extLst>
                </p:cNvPr>
                <p:cNvPicPr/>
                <p:nvPr/>
              </p:nvPicPr>
              <p:blipFill>
                <a:blip r:embed="rId189"/>
                <a:stretch>
                  <a:fillRect/>
                </a:stretch>
              </p:blipFill>
              <p:spPr>
                <a:xfrm>
                  <a:off x="11129558" y="5963256"/>
                  <a:ext cx="154440" cy="21024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88" name="Ink 87">
                  <a:extLst>
                    <a:ext uri="{FF2B5EF4-FFF2-40B4-BE49-F238E27FC236}">
                      <a16:creationId xmlns:a16="http://schemas.microsoft.com/office/drawing/2014/main" id="{A3AA0AF2-BBB4-3372-105D-F29C715E835A}"/>
                    </a:ext>
                  </a:extLst>
                </p14:cNvPr>
                <p14:cNvContentPartPr/>
                <p14:nvPr/>
              </p14:nvContentPartPr>
              <p14:xfrm>
                <a:off x="11322878" y="5972976"/>
                <a:ext cx="152640" cy="98280"/>
              </p14:xfrm>
            </p:contentPart>
          </mc:Choice>
          <mc:Fallback>
            <p:pic>
              <p:nvPicPr>
                <p:cNvPr id="88" name="Ink 87">
                  <a:extLst>
                    <a:ext uri="{FF2B5EF4-FFF2-40B4-BE49-F238E27FC236}">
                      <a16:creationId xmlns:a16="http://schemas.microsoft.com/office/drawing/2014/main" id="{A3AA0AF2-BBB4-3372-105D-F29C715E835A}"/>
                    </a:ext>
                  </a:extLst>
                </p:cNvPr>
                <p:cNvPicPr/>
                <p:nvPr/>
              </p:nvPicPr>
              <p:blipFill>
                <a:blip r:embed="rId191"/>
                <a:stretch>
                  <a:fillRect/>
                </a:stretch>
              </p:blipFill>
              <p:spPr>
                <a:xfrm>
                  <a:off x="11318558" y="5968656"/>
                  <a:ext cx="16128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89" name="Ink 88">
                  <a:extLst>
                    <a:ext uri="{FF2B5EF4-FFF2-40B4-BE49-F238E27FC236}">
                      <a16:creationId xmlns:a16="http://schemas.microsoft.com/office/drawing/2014/main" id="{D06BC147-CB0D-F065-0217-9710FF9E5FDB}"/>
                    </a:ext>
                  </a:extLst>
                </p14:cNvPr>
                <p14:cNvContentPartPr/>
                <p14:nvPr/>
              </p14:nvContentPartPr>
              <p14:xfrm>
                <a:off x="11366078" y="5960736"/>
                <a:ext cx="81720" cy="153360"/>
              </p14:xfrm>
            </p:contentPart>
          </mc:Choice>
          <mc:Fallback>
            <p:pic>
              <p:nvPicPr>
                <p:cNvPr id="89" name="Ink 88">
                  <a:extLst>
                    <a:ext uri="{FF2B5EF4-FFF2-40B4-BE49-F238E27FC236}">
                      <a16:creationId xmlns:a16="http://schemas.microsoft.com/office/drawing/2014/main" id="{D06BC147-CB0D-F065-0217-9710FF9E5FDB}"/>
                    </a:ext>
                  </a:extLst>
                </p:cNvPr>
                <p:cNvPicPr/>
                <p:nvPr/>
              </p:nvPicPr>
              <p:blipFill>
                <a:blip r:embed="rId193"/>
                <a:stretch>
                  <a:fillRect/>
                </a:stretch>
              </p:blipFill>
              <p:spPr>
                <a:xfrm>
                  <a:off x="11361758" y="5956416"/>
                  <a:ext cx="9036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90" name="Ink 89">
                  <a:extLst>
                    <a:ext uri="{FF2B5EF4-FFF2-40B4-BE49-F238E27FC236}">
                      <a16:creationId xmlns:a16="http://schemas.microsoft.com/office/drawing/2014/main" id="{FA7C1C9D-E397-7057-A096-33645F5C54B4}"/>
                    </a:ext>
                  </a:extLst>
                </p14:cNvPr>
                <p14:cNvContentPartPr/>
                <p14:nvPr/>
              </p14:nvContentPartPr>
              <p14:xfrm>
                <a:off x="11496758" y="6055776"/>
                <a:ext cx="16560" cy="97200"/>
              </p14:xfrm>
            </p:contentPart>
          </mc:Choice>
          <mc:Fallback>
            <p:pic>
              <p:nvPicPr>
                <p:cNvPr id="90" name="Ink 89">
                  <a:extLst>
                    <a:ext uri="{FF2B5EF4-FFF2-40B4-BE49-F238E27FC236}">
                      <a16:creationId xmlns:a16="http://schemas.microsoft.com/office/drawing/2014/main" id="{FA7C1C9D-E397-7057-A096-33645F5C54B4}"/>
                    </a:ext>
                  </a:extLst>
                </p:cNvPr>
                <p:cNvPicPr/>
                <p:nvPr/>
              </p:nvPicPr>
              <p:blipFill>
                <a:blip r:embed="rId195"/>
                <a:stretch>
                  <a:fillRect/>
                </a:stretch>
              </p:blipFill>
              <p:spPr>
                <a:xfrm>
                  <a:off x="11492438" y="6051456"/>
                  <a:ext cx="2520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91" name="Ink 90">
                  <a:extLst>
                    <a:ext uri="{FF2B5EF4-FFF2-40B4-BE49-F238E27FC236}">
                      <a16:creationId xmlns:a16="http://schemas.microsoft.com/office/drawing/2014/main" id="{3599F562-8394-C84B-9937-3C765FA46BEF}"/>
                    </a:ext>
                  </a:extLst>
                </p14:cNvPr>
                <p14:cNvContentPartPr/>
                <p14:nvPr/>
              </p14:nvContentPartPr>
              <p14:xfrm>
                <a:off x="11527718" y="6083856"/>
                <a:ext cx="69480" cy="108720"/>
              </p14:xfrm>
            </p:contentPart>
          </mc:Choice>
          <mc:Fallback>
            <p:pic>
              <p:nvPicPr>
                <p:cNvPr id="91" name="Ink 90">
                  <a:extLst>
                    <a:ext uri="{FF2B5EF4-FFF2-40B4-BE49-F238E27FC236}">
                      <a16:creationId xmlns:a16="http://schemas.microsoft.com/office/drawing/2014/main" id="{3599F562-8394-C84B-9937-3C765FA46BEF}"/>
                    </a:ext>
                  </a:extLst>
                </p:cNvPr>
                <p:cNvPicPr/>
                <p:nvPr/>
              </p:nvPicPr>
              <p:blipFill>
                <a:blip r:embed="rId197"/>
                <a:stretch>
                  <a:fillRect/>
                </a:stretch>
              </p:blipFill>
              <p:spPr>
                <a:xfrm>
                  <a:off x="11523398" y="6079536"/>
                  <a:ext cx="7812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92" name="Ink 91">
                  <a:extLst>
                    <a:ext uri="{FF2B5EF4-FFF2-40B4-BE49-F238E27FC236}">
                      <a16:creationId xmlns:a16="http://schemas.microsoft.com/office/drawing/2014/main" id="{DAB52739-45BC-84C0-4A2E-2955A272AF68}"/>
                    </a:ext>
                  </a:extLst>
                </p14:cNvPr>
                <p14:cNvContentPartPr/>
                <p14:nvPr/>
              </p14:nvContentPartPr>
              <p14:xfrm>
                <a:off x="11625998" y="5982336"/>
                <a:ext cx="179280" cy="86760"/>
              </p14:xfrm>
            </p:contentPart>
          </mc:Choice>
          <mc:Fallback>
            <p:pic>
              <p:nvPicPr>
                <p:cNvPr id="92" name="Ink 91">
                  <a:extLst>
                    <a:ext uri="{FF2B5EF4-FFF2-40B4-BE49-F238E27FC236}">
                      <a16:creationId xmlns:a16="http://schemas.microsoft.com/office/drawing/2014/main" id="{DAB52739-45BC-84C0-4A2E-2955A272AF68}"/>
                    </a:ext>
                  </a:extLst>
                </p:cNvPr>
                <p:cNvPicPr/>
                <p:nvPr/>
              </p:nvPicPr>
              <p:blipFill>
                <a:blip r:embed="rId199"/>
                <a:stretch>
                  <a:fillRect/>
                </a:stretch>
              </p:blipFill>
              <p:spPr>
                <a:xfrm>
                  <a:off x="11621678" y="5978016"/>
                  <a:ext cx="18792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93" name="Ink 92">
                  <a:extLst>
                    <a:ext uri="{FF2B5EF4-FFF2-40B4-BE49-F238E27FC236}">
                      <a16:creationId xmlns:a16="http://schemas.microsoft.com/office/drawing/2014/main" id="{437648D5-F4A4-8ABC-8A45-26765127934F}"/>
                    </a:ext>
                  </a:extLst>
                </p14:cNvPr>
                <p14:cNvContentPartPr/>
                <p14:nvPr/>
              </p14:nvContentPartPr>
              <p14:xfrm>
                <a:off x="11692598" y="5963976"/>
                <a:ext cx="77040" cy="145800"/>
              </p14:xfrm>
            </p:contentPart>
          </mc:Choice>
          <mc:Fallback>
            <p:pic>
              <p:nvPicPr>
                <p:cNvPr id="93" name="Ink 92">
                  <a:extLst>
                    <a:ext uri="{FF2B5EF4-FFF2-40B4-BE49-F238E27FC236}">
                      <a16:creationId xmlns:a16="http://schemas.microsoft.com/office/drawing/2014/main" id="{437648D5-F4A4-8ABC-8A45-26765127934F}"/>
                    </a:ext>
                  </a:extLst>
                </p:cNvPr>
                <p:cNvPicPr/>
                <p:nvPr/>
              </p:nvPicPr>
              <p:blipFill>
                <a:blip r:embed="rId201"/>
                <a:stretch>
                  <a:fillRect/>
                </a:stretch>
              </p:blipFill>
              <p:spPr>
                <a:xfrm>
                  <a:off x="11688278" y="5959656"/>
                  <a:ext cx="8568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94" name="Ink 93">
                  <a:extLst>
                    <a:ext uri="{FF2B5EF4-FFF2-40B4-BE49-F238E27FC236}">
                      <a16:creationId xmlns:a16="http://schemas.microsoft.com/office/drawing/2014/main" id="{F6DC221F-6CAB-23F6-1CE3-5FFED6C01035}"/>
                    </a:ext>
                  </a:extLst>
                </p14:cNvPr>
                <p14:cNvContentPartPr/>
                <p14:nvPr/>
              </p14:nvContentPartPr>
              <p14:xfrm>
                <a:off x="11811038" y="6079896"/>
                <a:ext cx="111960" cy="74880"/>
              </p14:xfrm>
            </p:contentPart>
          </mc:Choice>
          <mc:Fallback>
            <p:pic>
              <p:nvPicPr>
                <p:cNvPr id="94" name="Ink 93">
                  <a:extLst>
                    <a:ext uri="{FF2B5EF4-FFF2-40B4-BE49-F238E27FC236}">
                      <a16:creationId xmlns:a16="http://schemas.microsoft.com/office/drawing/2014/main" id="{F6DC221F-6CAB-23F6-1CE3-5FFED6C01035}"/>
                    </a:ext>
                  </a:extLst>
                </p:cNvPr>
                <p:cNvPicPr/>
                <p:nvPr/>
              </p:nvPicPr>
              <p:blipFill>
                <a:blip r:embed="rId203"/>
                <a:stretch>
                  <a:fillRect/>
                </a:stretch>
              </p:blipFill>
              <p:spPr>
                <a:xfrm>
                  <a:off x="11806718" y="6075576"/>
                  <a:ext cx="120600" cy="8352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95" name="Ink 94">
                  <a:extLst>
                    <a:ext uri="{FF2B5EF4-FFF2-40B4-BE49-F238E27FC236}">
                      <a16:creationId xmlns:a16="http://schemas.microsoft.com/office/drawing/2014/main" id="{B7886010-ADC2-43C7-8B4C-80C62331B70D}"/>
                    </a:ext>
                  </a:extLst>
                </p14:cNvPr>
                <p14:cNvContentPartPr/>
                <p14:nvPr/>
              </p14:nvContentPartPr>
              <p14:xfrm>
                <a:off x="11912198" y="5894856"/>
                <a:ext cx="81720" cy="306000"/>
              </p14:xfrm>
            </p:contentPart>
          </mc:Choice>
          <mc:Fallback>
            <p:pic>
              <p:nvPicPr>
                <p:cNvPr id="95" name="Ink 94">
                  <a:extLst>
                    <a:ext uri="{FF2B5EF4-FFF2-40B4-BE49-F238E27FC236}">
                      <a16:creationId xmlns:a16="http://schemas.microsoft.com/office/drawing/2014/main" id="{B7886010-ADC2-43C7-8B4C-80C62331B70D}"/>
                    </a:ext>
                  </a:extLst>
                </p:cNvPr>
                <p:cNvPicPr/>
                <p:nvPr/>
              </p:nvPicPr>
              <p:blipFill>
                <a:blip r:embed="rId205"/>
                <a:stretch>
                  <a:fillRect/>
                </a:stretch>
              </p:blipFill>
              <p:spPr>
                <a:xfrm>
                  <a:off x="11907878" y="5890536"/>
                  <a:ext cx="90360" cy="31464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96" name="Ink 95">
                  <a:extLst>
                    <a:ext uri="{FF2B5EF4-FFF2-40B4-BE49-F238E27FC236}">
                      <a16:creationId xmlns:a16="http://schemas.microsoft.com/office/drawing/2014/main" id="{FF970982-7811-C521-BC0F-5428A0969C8E}"/>
                    </a:ext>
                  </a:extLst>
                </p14:cNvPr>
                <p14:cNvContentPartPr/>
                <p14:nvPr/>
              </p14:nvContentPartPr>
              <p14:xfrm>
                <a:off x="10679558" y="6269616"/>
                <a:ext cx="1340640" cy="152640"/>
              </p14:xfrm>
            </p:contentPart>
          </mc:Choice>
          <mc:Fallback>
            <p:pic>
              <p:nvPicPr>
                <p:cNvPr id="96" name="Ink 95">
                  <a:extLst>
                    <a:ext uri="{FF2B5EF4-FFF2-40B4-BE49-F238E27FC236}">
                      <a16:creationId xmlns:a16="http://schemas.microsoft.com/office/drawing/2014/main" id="{FF970982-7811-C521-BC0F-5428A0969C8E}"/>
                    </a:ext>
                  </a:extLst>
                </p:cNvPr>
                <p:cNvPicPr/>
                <p:nvPr/>
              </p:nvPicPr>
              <p:blipFill>
                <a:blip r:embed="rId207"/>
                <a:stretch>
                  <a:fillRect/>
                </a:stretch>
              </p:blipFill>
              <p:spPr>
                <a:xfrm>
                  <a:off x="10675238" y="6265296"/>
                  <a:ext cx="134928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97" name="Ink 96">
                  <a:extLst>
                    <a:ext uri="{FF2B5EF4-FFF2-40B4-BE49-F238E27FC236}">
                      <a16:creationId xmlns:a16="http://schemas.microsoft.com/office/drawing/2014/main" id="{5448A67B-5C72-C6D8-C9D2-CBC0438BC23E}"/>
                    </a:ext>
                  </a:extLst>
                </p14:cNvPr>
                <p14:cNvContentPartPr/>
                <p14:nvPr/>
              </p14:nvContentPartPr>
              <p14:xfrm>
                <a:off x="10752998" y="6373656"/>
                <a:ext cx="1091880" cy="402120"/>
              </p14:xfrm>
            </p:contentPart>
          </mc:Choice>
          <mc:Fallback>
            <p:pic>
              <p:nvPicPr>
                <p:cNvPr id="97" name="Ink 96">
                  <a:extLst>
                    <a:ext uri="{FF2B5EF4-FFF2-40B4-BE49-F238E27FC236}">
                      <a16:creationId xmlns:a16="http://schemas.microsoft.com/office/drawing/2014/main" id="{5448A67B-5C72-C6D8-C9D2-CBC0438BC23E}"/>
                    </a:ext>
                  </a:extLst>
                </p:cNvPr>
                <p:cNvPicPr/>
                <p:nvPr/>
              </p:nvPicPr>
              <p:blipFill>
                <a:blip r:embed="rId209"/>
                <a:stretch>
                  <a:fillRect/>
                </a:stretch>
              </p:blipFill>
              <p:spPr>
                <a:xfrm>
                  <a:off x="10748678" y="6369336"/>
                  <a:ext cx="1100520" cy="41076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98" name="Ink 97">
                  <a:extLst>
                    <a:ext uri="{FF2B5EF4-FFF2-40B4-BE49-F238E27FC236}">
                      <a16:creationId xmlns:a16="http://schemas.microsoft.com/office/drawing/2014/main" id="{FC7369FA-878F-2599-9421-A04AA152F701}"/>
                    </a:ext>
                  </a:extLst>
                </p14:cNvPr>
                <p14:cNvContentPartPr/>
                <p14:nvPr/>
              </p14:nvContentPartPr>
              <p14:xfrm>
                <a:off x="10921118" y="6557976"/>
                <a:ext cx="133200" cy="135720"/>
              </p14:xfrm>
            </p:contentPart>
          </mc:Choice>
          <mc:Fallback>
            <p:pic>
              <p:nvPicPr>
                <p:cNvPr id="98" name="Ink 97">
                  <a:extLst>
                    <a:ext uri="{FF2B5EF4-FFF2-40B4-BE49-F238E27FC236}">
                      <a16:creationId xmlns:a16="http://schemas.microsoft.com/office/drawing/2014/main" id="{FC7369FA-878F-2599-9421-A04AA152F701}"/>
                    </a:ext>
                  </a:extLst>
                </p:cNvPr>
                <p:cNvPicPr/>
                <p:nvPr/>
              </p:nvPicPr>
              <p:blipFill>
                <a:blip r:embed="rId211"/>
                <a:stretch>
                  <a:fillRect/>
                </a:stretch>
              </p:blipFill>
              <p:spPr>
                <a:xfrm>
                  <a:off x="10916798" y="6553656"/>
                  <a:ext cx="14184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99" name="Ink 98">
                  <a:extLst>
                    <a:ext uri="{FF2B5EF4-FFF2-40B4-BE49-F238E27FC236}">
                      <a16:creationId xmlns:a16="http://schemas.microsoft.com/office/drawing/2014/main" id="{71970CF4-E2C9-DB9D-6F20-9ACC48AA492A}"/>
                    </a:ext>
                  </a:extLst>
                </p14:cNvPr>
                <p14:cNvContentPartPr/>
                <p14:nvPr/>
              </p14:nvContentPartPr>
              <p14:xfrm>
                <a:off x="11041718" y="6619896"/>
                <a:ext cx="178560" cy="56880"/>
              </p14:xfrm>
            </p:contentPart>
          </mc:Choice>
          <mc:Fallback>
            <p:pic>
              <p:nvPicPr>
                <p:cNvPr id="99" name="Ink 98">
                  <a:extLst>
                    <a:ext uri="{FF2B5EF4-FFF2-40B4-BE49-F238E27FC236}">
                      <a16:creationId xmlns:a16="http://schemas.microsoft.com/office/drawing/2014/main" id="{71970CF4-E2C9-DB9D-6F20-9ACC48AA492A}"/>
                    </a:ext>
                  </a:extLst>
                </p:cNvPr>
                <p:cNvPicPr/>
                <p:nvPr/>
              </p:nvPicPr>
              <p:blipFill>
                <a:blip r:embed="rId213"/>
                <a:stretch>
                  <a:fillRect/>
                </a:stretch>
              </p:blipFill>
              <p:spPr>
                <a:xfrm>
                  <a:off x="11037398" y="6615576"/>
                  <a:ext cx="18720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00" name="Ink 99">
                  <a:extLst>
                    <a:ext uri="{FF2B5EF4-FFF2-40B4-BE49-F238E27FC236}">
                      <a16:creationId xmlns:a16="http://schemas.microsoft.com/office/drawing/2014/main" id="{6D0E8AE3-EC91-656A-09FE-8F4F2B910A40}"/>
                    </a:ext>
                  </a:extLst>
                </p14:cNvPr>
                <p14:cNvContentPartPr/>
                <p14:nvPr/>
              </p14:nvContentPartPr>
              <p14:xfrm>
                <a:off x="11225318" y="6511176"/>
                <a:ext cx="57960" cy="176760"/>
              </p14:xfrm>
            </p:contentPart>
          </mc:Choice>
          <mc:Fallback>
            <p:pic>
              <p:nvPicPr>
                <p:cNvPr id="100" name="Ink 99">
                  <a:extLst>
                    <a:ext uri="{FF2B5EF4-FFF2-40B4-BE49-F238E27FC236}">
                      <a16:creationId xmlns:a16="http://schemas.microsoft.com/office/drawing/2014/main" id="{6D0E8AE3-EC91-656A-09FE-8F4F2B910A40}"/>
                    </a:ext>
                  </a:extLst>
                </p:cNvPr>
                <p:cNvPicPr/>
                <p:nvPr/>
              </p:nvPicPr>
              <p:blipFill>
                <a:blip r:embed="rId215"/>
                <a:stretch>
                  <a:fillRect/>
                </a:stretch>
              </p:blipFill>
              <p:spPr>
                <a:xfrm>
                  <a:off x="11220998" y="6506856"/>
                  <a:ext cx="6660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01" name="Ink 100">
                  <a:extLst>
                    <a:ext uri="{FF2B5EF4-FFF2-40B4-BE49-F238E27FC236}">
                      <a16:creationId xmlns:a16="http://schemas.microsoft.com/office/drawing/2014/main" id="{F4507F71-A89F-4B1C-7062-0000ECC58951}"/>
                    </a:ext>
                  </a:extLst>
                </p14:cNvPr>
                <p14:cNvContentPartPr/>
                <p14:nvPr/>
              </p14:nvContentPartPr>
              <p14:xfrm>
                <a:off x="11299838" y="6531696"/>
                <a:ext cx="110520" cy="97560"/>
              </p14:xfrm>
            </p:contentPart>
          </mc:Choice>
          <mc:Fallback>
            <p:pic>
              <p:nvPicPr>
                <p:cNvPr id="101" name="Ink 100">
                  <a:extLst>
                    <a:ext uri="{FF2B5EF4-FFF2-40B4-BE49-F238E27FC236}">
                      <a16:creationId xmlns:a16="http://schemas.microsoft.com/office/drawing/2014/main" id="{F4507F71-A89F-4B1C-7062-0000ECC58951}"/>
                    </a:ext>
                  </a:extLst>
                </p:cNvPr>
                <p:cNvPicPr/>
                <p:nvPr/>
              </p:nvPicPr>
              <p:blipFill>
                <a:blip r:embed="rId217"/>
                <a:stretch>
                  <a:fillRect/>
                </a:stretch>
              </p:blipFill>
              <p:spPr>
                <a:xfrm>
                  <a:off x="11295518" y="6527376"/>
                  <a:ext cx="11916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02" name="Ink 101">
                  <a:extLst>
                    <a:ext uri="{FF2B5EF4-FFF2-40B4-BE49-F238E27FC236}">
                      <a16:creationId xmlns:a16="http://schemas.microsoft.com/office/drawing/2014/main" id="{175D4521-604F-09CC-3699-9A1EB2E97B4B}"/>
                    </a:ext>
                  </a:extLst>
                </p14:cNvPr>
                <p14:cNvContentPartPr/>
                <p14:nvPr/>
              </p14:nvContentPartPr>
              <p14:xfrm>
                <a:off x="11323958" y="6537096"/>
                <a:ext cx="66600" cy="143640"/>
              </p14:xfrm>
            </p:contentPart>
          </mc:Choice>
          <mc:Fallback>
            <p:pic>
              <p:nvPicPr>
                <p:cNvPr id="102" name="Ink 101">
                  <a:extLst>
                    <a:ext uri="{FF2B5EF4-FFF2-40B4-BE49-F238E27FC236}">
                      <a16:creationId xmlns:a16="http://schemas.microsoft.com/office/drawing/2014/main" id="{175D4521-604F-09CC-3699-9A1EB2E97B4B}"/>
                    </a:ext>
                  </a:extLst>
                </p:cNvPr>
                <p:cNvPicPr/>
                <p:nvPr/>
              </p:nvPicPr>
              <p:blipFill>
                <a:blip r:embed="rId219"/>
                <a:stretch>
                  <a:fillRect/>
                </a:stretch>
              </p:blipFill>
              <p:spPr>
                <a:xfrm>
                  <a:off x="11319638" y="6532776"/>
                  <a:ext cx="7524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03" name="Ink 102">
                  <a:extLst>
                    <a:ext uri="{FF2B5EF4-FFF2-40B4-BE49-F238E27FC236}">
                      <a16:creationId xmlns:a16="http://schemas.microsoft.com/office/drawing/2014/main" id="{F574689B-B9C7-FECF-353E-3E77865144E1}"/>
                    </a:ext>
                  </a:extLst>
                </p14:cNvPr>
                <p14:cNvContentPartPr/>
                <p14:nvPr/>
              </p14:nvContentPartPr>
              <p14:xfrm>
                <a:off x="11411438" y="6609816"/>
                <a:ext cx="21600" cy="81360"/>
              </p14:xfrm>
            </p:contentPart>
          </mc:Choice>
          <mc:Fallback>
            <p:pic>
              <p:nvPicPr>
                <p:cNvPr id="103" name="Ink 102">
                  <a:extLst>
                    <a:ext uri="{FF2B5EF4-FFF2-40B4-BE49-F238E27FC236}">
                      <a16:creationId xmlns:a16="http://schemas.microsoft.com/office/drawing/2014/main" id="{F574689B-B9C7-FECF-353E-3E77865144E1}"/>
                    </a:ext>
                  </a:extLst>
                </p:cNvPr>
                <p:cNvPicPr/>
                <p:nvPr/>
              </p:nvPicPr>
              <p:blipFill>
                <a:blip r:embed="rId221"/>
                <a:stretch>
                  <a:fillRect/>
                </a:stretch>
              </p:blipFill>
              <p:spPr>
                <a:xfrm>
                  <a:off x="11407118" y="6605496"/>
                  <a:ext cx="3024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04" name="Ink 103">
                  <a:extLst>
                    <a:ext uri="{FF2B5EF4-FFF2-40B4-BE49-F238E27FC236}">
                      <a16:creationId xmlns:a16="http://schemas.microsoft.com/office/drawing/2014/main" id="{28840565-D02E-0809-8FD0-6B44D4AA72B0}"/>
                    </a:ext>
                  </a:extLst>
                </p14:cNvPr>
                <p14:cNvContentPartPr/>
                <p14:nvPr/>
              </p14:nvContentPartPr>
              <p14:xfrm>
                <a:off x="11456078" y="6498216"/>
                <a:ext cx="49680" cy="255960"/>
              </p14:xfrm>
            </p:contentPart>
          </mc:Choice>
          <mc:Fallback>
            <p:pic>
              <p:nvPicPr>
                <p:cNvPr id="104" name="Ink 103">
                  <a:extLst>
                    <a:ext uri="{FF2B5EF4-FFF2-40B4-BE49-F238E27FC236}">
                      <a16:creationId xmlns:a16="http://schemas.microsoft.com/office/drawing/2014/main" id="{28840565-D02E-0809-8FD0-6B44D4AA72B0}"/>
                    </a:ext>
                  </a:extLst>
                </p:cNvPr>
                <p:cNvPicPr/>
                <p:nvPr/>
              </p:nvPicPr>
              <p:blipFill>
                <a:blip r:embed="rId223"/>
                <a:stretch>
                  <a:fillRect/>
                </a:stretch>
              </p:blipFill>
              <p:spPr>
                <a:xfrm>
                  <a:off x="11451758" y="6493896"/>
                  <a:ext cx="58320" cy="26460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05" name="Ink 104">
                  <a:extLst>
                    <a:ext uri="{FF2B5EF4-FFF2-40B4-BE49-F238E27FC236}">
                      <a16:creationId xmlns:a16="http://schemas.microsoft.com/office/drawing/2014/main" id="{D9532A92-42B8-D1DF-D75C-35B42ABD5332}"/>
                    </a:ext>
                  </a:extLst>
                </p14:cNvPr>
                <p14:cNvContentPartPr/>
                <p14:nvPr/>
              </p14:nvContentPartPr>
              <p14:xfrm>
                <a:off x="11582078" y="6502896"/>
                <a:ext cx="83160" cy="133920"/>
              </p14:xfrm>
            </p:contentPart>
          </mc:Choice>
          <mc:Fallback>
            <p:pic>
              <p:nvPicPr>
                <p:cNvPr id="105" name="Ink 104">
                  <a:extLst>
                    <a:ext uri="{FF2B5EF4-FFF2-40B4-BE49-F238E27FC236}">
                      <a16:creationId xmlns:a16="http://schemas.microsoft.com/office/drawing/2014/main" id="{D9532A92-42B8-D1DF-D75C-35B42ABD5332}"/>
                    </a:ext>
                  </a:extLst>
                </p:cNvPr>
                <p:cNvPicPr/>
                <p:nvPr/>
              </p:nvPicPr>
              <p:blipFill>
                <a:blip r:embed="rId225"/>
                <a:stretch>
                  <a:fillRect/>
                </a:stretch>
              </p:blipFill>
              <p:spPr>
                <a:xfrm>
                  <a:off x="11577758" y="6498576"/>
                  <a:ext cx="9180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06" name="Ink 105">
                  <a:extLst>
                    <a:ext uri="{FF2B5EF4-FFF2-40B4-BE49-F238E27FC236}">
                      <a16:creationId xmlns:a16="http://schemas.microsoft.com/office/drawing/2014/main" id="{36B24A9F-875E-5A59-81D1-17134AF79E63}"/>
                    </a:ext>
                  </a:extLst>
                </p14:cNvPr>
                <p14:cNvContentPartPr/>
                <p14:nvPr/>
              </p14:nvContentPartPr>
              <p14:xfrm>
                <a:off x="11671718" y="6592176"/>
                <a:ext cx="153720" cy="58680"/>
              </p14:xfrm>
            </p:contentPart>
          </mc:Choice>
          <mc:Fallback>
            <p:pic>
              <p:nvPicPr>
                <p:cNvPr id="106" name="Ink 105">
                  <a:extLst>
                    <a:ext uri="{FF2B5EF4-FFF2-40B4-BE49-F238E27FC236}">
                      <a16:creationId xmlns:a16="http://schemas.microsoft.com/office/drawing/2014/main" id="{36B24A9F-875E-5A59-81D1-17134AF79E63}"/>
                    </a:ext>
                  </a:extLst>
                </p:cNvPr>
                <p:cNvPicPr/>
                <p:nvPr/>
              </p:nvPicPr>
              <p:blipFill>
                <a:blip r:embed="rId227"/>
                <a:stretch>
                  <a:fillRect/>
                </a:stretch>
              </p:blipFill>
              <p:spPr>
                <a:xfrm>
                  <a:off x="11667398" y="6587856"/>
                  <a:ext cx="162360" cy="6732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07" name="Ink 106">
                  <a:extLst>
                    <a:ext uri="{FF2B5EF4-FFF2-40B4-BE49-F238E27FC236}">
                      <a16:creationId xmlns:a16="http://schemas.microsoft.com/office/drawing/2014/main" id="{920FF834-8149-85C7-2EF4-726CF0C588F8}"/>
                    </a:ext>
                  </a:extLst>
                </p14:cNvPr>
                <p14:cNvContentPartPr/>
                <p14:nvPr/>
              </p14:nvContentPartPr>
              <p14:xfrm>
                <a:off x="11838038" y="6484536"/>
                <a:ext cx="52920" cy="188280"/>
              </p14:xfrm>
            </p:contentPart>
          </mc:Choice>
          <mc:Fallback>
            <p:pic>
              <p:nvPicPr>
                <p:cNvPr id="107" name="Ink 106">
                  <a:extLst>
                    <a:ext uri="{FF2B5EF4-FFF2-40B4-BE49-F238E27FC236}">
                      <a16:creationId xmlns:a16="http://schemas.microsoft.com/office/drawing/2014/main" id="{920FF834-8149-85C7-2EF4-726CF0C588F8}"/>
                    </a:ext>
                  </a:extLst>
                </p:cNvPr>
                <p:cNvPicPr/>
                <p:nvPr/>
              </p:nvPicPr>
              <p:blipFill>
                <a:blip r:embed="rId229"/>
                <a:stretch>
                  <a:fillRect/>
                </a:stretch>
              </p:blipFill>
              <p:spPr>
                <a:xfrm>
                  <a:off x="11833718" y="6480216"/>
                  <a:ext cx="61560" cy="19692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08" name="Ink 107">
                  <a:extLst>
                    <a:ext uri="{FF2B5EF4-FFF2-40B4-BE49-F238E27FC236}">
                      <a16:creationId xmlns:a16="http://schemas.microsoft.com/office/drawing/2014/main" id="{60DD5C22-0532-454B-EE3B-B3B57CC626B6}"/>
                    </a:ext>
                  </a:extLst>
                </p14:cNvPr>
                <p14:cNvContentPartPr/>
                <p14:nvPr/>
              </p14:nvContentPartPr>
              <p14:xfrm>
                <a:off x="11909318" y="6527016"/>
                <a:ext cx="113040" cy="91440"/>
              </p14:xfrm>
            </p:contentPart>
          </mc:Choice>
          <mc:Fallback>
            <p:pic>
              <p:nvPicPr>
                <p:cNvPr id="108" name="Ink 107">
                  <a:extLst>
                    <a:ext uri="{FF2B5EF4-FFF2-40B4-BE49-F238E27FC236}">
                      <a16:creationId xmlns:a16="http://schemas.microsoft.com/office/drawing/2014/main" id="{60DD5C22-0532-454B-EE3B-B3B57CC626B6}"/>
                    </a:ext>
                  </a:extLst>
                </p:cNvPr>
                <p:cNvPicPr/>
                <p:nvPr/>
              </p:nvPicPr>
              <p:blipFill>
                <a:blip r:embed="rId231"/>
                <a:stretch>
                  <a:fillRect/>
                </a:stretch>
              </p:blipFill>
              <p:spPr>
                <a:xfrm>
                  <a:off x="11904998" y="6522696"/>
                  <a:ext cx="12168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09" name="Ink 108">
                  <a:extLst>
                    <a:ext uri="{FF2B5EF4-FFF2-40B4-BE49-F238E27FC236}">
                      <a16:creationId xmlns:a16="http://schemas.microsoft.com/office/drawing/2014/main" id="{B5590767-0BD3-DC9B-929C-BF62F5445369}"/>
                    </a:ext>
                  </a:extLst>
                </p14:cNvPr>
                <p14:cNvContentPartPr/>
                <p14:nvPr/>
              </p14:nvContentPartPr>
              <p14:xfrm>
                <a:off x="11958638" y="6525576"/>
                <a:ext cx="48600" cy="104040"/>
              </p14:xfrm>
            </p:contentPart>
          </mc:Choice>
          <mc:Fallback>
            <p:pic>
              <p:nvPicPr>
                <p:cNvPr id="109" name="Ink 108">
                  <a:extLst>
                    <a:ext uri="{FF2B5EF4-FFF2-40B4-BE49-F238E27FC236}">
                      <a16:creationId xmlns:a16="http://schemas.microsoft.com/office/drawing/2014/main" id="{B5590767-0BD3-DC9B-929C-BF62F5445369}"/>
                    </a:ext>
                  </a:extLst>
                </p:cNvPr>
                <p:cNvPicPr/>
                <p:nvPr/>
              </p:nvPicPr>
              <p:blipFill>
                <a:blip r:embed="rId233"/>
                <a:stretch>
                  <a:fillRect/>
                </a:stretch>
              </p:blipFill>
              <p:spPr>
                <a:xfrm>
                  <a:off x="11954318" y="6521256"/>
                  <a:ext cx="5724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10" name="Ink 109">
                  <a:extLst>
                    <a:ext uri="{FF2B5EF4-FFF2-40B4-BE49-F238E27FC236}">
                      <a16:creationId xmlns:a16="http://schemas.microsoft.com/office/drawing/2014/main" id="{00DB13DC-2213-FEBF-A9A2-DD857BC93DE5}"/>
                    </a:ext>
                  </a:extLst>
                </p14:cNvPr>
                <p14:cNvContentPartPr/>
                <p14:nvPr/>
              </p14:nvContentPartPr>
              <p14:xfrm>
                <a:off x="12030998" y="6604056"/>
                <a:ext cx="88560" cy="70200"/>
              </p14:xfrm>
            </p:contentPart>
          </mc:Choice>
          <mc:Fallback>
            <p:pic>
              <p:nvPicPr>
                <p:cNvPr id="110" name="Ink 109">
                  <a:extLst>
                    <a:ext uri="{FF2B5EF4-FFF2-40B4-BE49-F238E27FC236}">
                      <a16:creationId xmlns:a16="http://schemas.microsoft.com/office/drawing/2014/main" id="{00DB13DC-2213-FEBF-A9A2-DD857BC93DE5}"/>
                    </a:ext>
                  </a:extLst>
                </p:cNvPr>
                <p:cNvPicPr/>
                <p:nvPr/>
              </p:nvPicPr>
              <p:blipFill>
                <a:blip r:embed="rId235"/>
                <a:stretch>
                  <a:fillRect/>
                </a:stretch>
              </p:blipFill>
              <p:spPr>
                <a:xfrm>
                  <a:off x="12026678" y="6599736"/>
                  <a:ext cx="9720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11" name="Ink 110">
                  <a:extLst>
                    <a:ext uri="{FF2B5EF4-FFF2-40B4-BE49-F238E27FC236}">
                      <a16:creationId xmlns:a16="http://schemas.microsoft.com/office/drawing/2014/main" id="{7A5B5500-7727-2DB0-28B7-80DBE1E32756}"/>
                    </a:ext>
                  </a:extLst>
                </p14:cNvPr>
                <p14:cNvContentPartPr/>
                <p14:nvPr/>
              </p14:nvContentPartPr>
              <p14:xfrm>
                <a:off x="12045038" y="6447816"/>
                <a:ext cx="68400" cy="265320"/>
              </p14:xfrm>
            </p:contentPart>
          </mc:Choice>
          <mc:Fallback>
            <p:pic>
              <p:nvPicPr>
                <p:cNvPr id="111" name="Ink 110">
                  <a:extLst>
                    <a:ext uri="{FF2B5EF4-FFF2-40B4-BE49-F238E27FC236}">
                      <a16:creationId xmlns:a16="http://schemas.microsoft.com/office/drawing/2014/main" id="{7A5B5500-7727-2DB0-28B7-80DBE1E32756}"/>
                    </a:ext>
                  </a:extLst>
                </p:cNvPr>
                <p:cNvPicPr/>
                <p:nvPr/>
              </p:nvPicPr>
              <p:blipFill>
                <a:blip r:embed="rId237"/>
                <a:stretch>
                  <a:fillRect/>
                </a:stretch>
              </p:blipFill>
              <p:spPr>
                <a:xfrm>
                  <a:off x="12040718" y="6443496"/>
                  <a:ext cx="77040" cy="27396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13" name="Ink 112">
                  <a:extLst>
                    <a:ext uri="{FF2B5EF4-FFF2-40B4-BE49-F238E27FC236}">
                      <a16:creationId xmlns:a16="http://schemas.microsoft.com/office/drawing/2014/main" id="{2871D7E7-E8D1-11B0-B3E3-118ED2CC700C}"/>
                    </a:ext>
                  </a:extLst>
                </p14:cNvPr>
                <p14:cNvContentPartPr/>
                <p14:nvPr/>
              </p14:nvContentPartPr>
              <p14:xfrm>
                <a:off x="11805638" y="5398776"/>
                <a:ext cx="118800" cy="13320"/>
              </p14:xfrm>
            </p:contentPart>
          </mc:Choice>
          <mc:Fallback>
            <p:pic>
              <p:nvPicPr>
                <p:cNvPr id="113" name="Ink 112">
                  <a:extLst>
                    <a:ext uri="{FF2B5EF4-FFF2-40B4-BE49-F238E27FC236}">
                      <a16:creationId xmlns:a16="http://schemas.microsoft.com/office/drawing/2014/main" id="{2871D7E7-E8D1-11B0-B3E3-118ED2CC700C}"/>
                    </a:ext>
                  </a:extLst>
                </p:cNvPr>
                <p:cNvPicPr/>
                <p:nvPr/>
              </p:nvPicPr>
              <p:blipFill>
                <a:blip r:embed="rId239"/>
                <a:stretch>
                  <a:fillRect/>
                </a:stretch>
              </p:blipFill>
              <p:spPr>
                <a:xfrm>
                  <a:off x="11801318" y="5394456"/>
                  <a:ext cx="12744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14" name="Ink 113">
                  <a:extLst>
                    <a:ext uri="{FF2B5EF4-FFF2-40B4-BE49-F238E27FC236}">
                      <a16:creationId xmlns:a16="http://schemas.microsoft.com/office/drawing/2014/main" id="{2C686364-B8FA-1FD3-CB9B-3A1EBF13293C}"/>
                    </a:ext>
                  </a:extLst>
                </p14:cNvPr>
                <p14:cNvContentPartPr/>
                <p14:nvPr/>
              </p14:nvContentPartPr>
              <p14:xfrm>
                <a:off x="11795558" y="5461776"/>
                <a:ext cx="181080" cy="19080"/>
              </p14:xfrm>
            </p:contentPart>
          </mc:Choice>
          <mc:Fallback>
            <p:pic>
              <p:nvPicPr>
                <p:cNvPr id="114" name="Ink 113">
                  <a:extLst>
                    <a:ext uri="{FF2B5EF4-FFF2-40B4-BE49-F238E27FC236}">
                      <a16:creationId xmlns:a16="http://schemas.microsoft.com/office/drawing/2014/main" id="{2C686364-B8FA-1FD3-CB9B-3A1EBF13293C}"/>
                    </a:ext>
                  </a:extLst>
                </p:cNvPr>
                <p:cNvPicPr/>
                <p:nvPr/>
              </p:nvPicPr>
              <p:blipFill>
                <a:blip r:embed="rId241"/>
                <a:stretch>
                  <a:fillRect/>
                </a:stretch>
              </p:blipFill>
              <p:spPr>
                <a:xfrm>
                  <a:off x="11791238" y="5457456"/>
                  <a:ext cx="18972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15" name="Ink 114">
                  <a:extLst>
                    <a:ext uri="{FF2B5EF4-FFF2-40B4-BE49-F238E27FC236}">
                      <a16:creationId xmlns:a16="http://schemas.microsoft.com/office/drawing/2014/main" id="{13B055EC-343B-28C6-FC99-B9DF54011E63}"/>
                    </a:ext>
                  </a:extLst>
                </p14:cNvPr>
                <p14:cNvContentPartPr/>
                <p14:nvPr/>
              </p14:nvContentPartPr>
              <p14:xfrm>
                <a:off x="11995718" y="5305176"/>
                <a:ext cx="90360" cy="174960"/>
              </p14:xfrm>
            </p:contentPart>
          </mc:Choice>
          <mc:Fallback>
            <p:pic>
              <p:nvPicPr>
                <p:cNvPr id="115" name="Ink 114">
                  <a:extLst>
                    <a:ext uri="{FF2B5EF4-FFF2-40B4-BE49-F238E27FC236}">
                      <a16:creationId xmlns:a16="http://schemas.microsoft.com/office/drawing/2014/main" id="{13B055EC-343B-28C6-FC99-B9DF54011E63}"/>
                    </a:ext>
                  </a:extLst>
                </p:cNvPr>
                <p:cNvPicPr/>
                <p:nvPr/>
              </p:nvPicPr>
              <p:blipFill>
                <a:blip r:embed="rId243"/>
                <a:stretch>
                  <a:fillRect/>
                </a:stretch>
              </p:blipFill>
              <p:spPr>
                <a:xfrm>
                  <a:off x="11991398" y="5300856"/>
                  <a:ext cx="9900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16" name="Ink 115">
                  <a:extLst>
                    <a:ext uri="{FF2B5EF4-FFF2-40B4-BE49-F238E27FC236}">
                      <a16:creationId xmlns:a16="http://schemas.microsoft.com/office/drawing/2014/main" id="{8F83F114-7E76-036C-FD0B-340C9EF69B0A}"/>
                    </a:ext>
                  </a:extLst>
                </p14:cNvPr>
                <p14:cNvContentPartPr/>
                <p14:nvPr/>
              </p14:nvContentPartPr>
              <p14:xfrm>
                <a:off x="12014078" y="5476176"/>
                <a:ext cx="149400" cy="21240"/>
              </p14:xfrm>
            </p:contentPart>
          </mc:Choice>
          <mc:Fallback>
            <p:pic>
              <p:nvPicPr>
                <p:cNvPr id="116" name="Ink 115">
                  <a:extLst>
                    <a:ext uri="{FF2B5EF4-FFF2-40B4-BE49-F238E27FC236}">
                      <a16:creationId xmlns:a16="http://schemas.microsoft.com/office/drawing/2014/main" id="{8F83F114-7E76-036C-FD0B-340C9EF69B0A}"/>
                    </a:ext>
                  </a:extLst>
                </p:cNvPr>
                <p:cNvPicPr/>
                <p:nvPr/>
              </p:nvPicPr>
              <p:blipFill>
                <a:blip r:embed="rId245"/>
                <a:stretch>
                  <a:fillRect/>
                </a:stretch>
              </p:blipFill>
              <p:spPr>
                <a:xfrm>
                  <a:off x="12009758" y="5471856"/>
                  <a:ext cx="15804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48" name="Ink 147">
                  <a:extLst>
                    <a:ext uri="{FF2B5EF4-FFF2-40B4-BE49-F238E27FC236}">
                      <a16:creationId xmlns:a16="http://schemas.microsoft.com/office/drawing/2014/main" id="{DF2918F2-26CF-99E7-82CD-54D98905CD35}"/>
                    </a:ext>
                  </a:extLst>
                </p14:cNvPr>
                <p14:cNvContentPartPr/>
                <p14:nvPr/>
              </p14:nvContentPartPr>
              <p14:xfrm>
                <a:off x="9860558" y="5864256"/>
                <a:ext cx="2439360" cy="1106280"/>
              </p14:xfrm>
            </p:contentPart>
          </mc:Choice>
          <mc:Fallback>
            <p:pic>
              <p:nvPicPr>
                <p:cNvPr id="148" name="Ink 147">
                  <a:extLst>
                    <a:ext uri="{FF2B5EF4-FFF2-40B4-BE49-F238E27FC236}">
                      <a16:creationId xmlns:a16="http://schemas.microsoft.com/office/drawing/2014/main" id="{DF2918F2-26CF-99E7-82CD-54D98905CD35}"/>
                    </a:ext>
                  </a:extLst>
                </p:cNvPr>
                <p:cNvPicPr/>
                <p:nvPr/>
              </p:nvPicPr>
              <p:blipFill>
                <a:blip r:embed="rId247"/>
                <a:stretch>
                  <a:fillRect/>
                </a:stretch>
              </p:blipFill>
              <p:spPr>
                <a:xfrm>
                  <a:off x="9856238" y="5859936"/>
                  <a:ext cx="2448000" cy="1114920"/>
                </a:xfrm>
                <a:prstGeom prst="rect">
                  <a:avLst/>
                </a:prstGeom>
              </p:spPr>
            </p:pic>
          </mc:Fallback>
        </mc:AlternateContent>
      </p:grpSp>
    </p:spTree>
    <p:extLst>
      <p:ext uri="{BB962C8B-B14F-4D97-AF65-F5344CB8AC3E}">
        <p14:creationId xmlns:p14="http://schemas.microsoft.com/office/powerpoint/2010/main" val="20806460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D5C47-C39B-A268-7416-BC66DF5C13CC}"/>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A1E829DB-0C30-055E-F8BE-46E315059D2F}"/>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latin typeface="Arial" pitchFamily="34" charset="0"/>
                <a:cs typeface="Arial" pitchFamily="34" charset="0"/>
              </a:rPr>
              <a:t>Chi-Square Distribution and </a:t>
            </a:r>
            <a:r>
              <a:rPr lang="en-US" sz="3600" dirty="0" err="1">
                <a:solidFill>
                  <a:srgbClr val="0070C0"/>
                </a:solidFill>
                <a:latin typeface="Arial" pitchFamily="34" charset="0"/>
                <a:cs typeface="Arial" pitchFamily="34" charset="0"/>
              </a:rPr>
              <a:t>Mahalanobis</a:t>
            </a:r>
            <a:r>
              <a:rPr lang="en-US" sz="3600" dirty="0">
                <a:solidFill>
                  <a:srgbClr val="0070C0"/>
                </a:solidFill>
                <a:latin typeface="Arial" pitchFamily="34" charset="0"/>
                <a:cs typeface="Arial" pitchFamily="34" charset="0"/>
              </a:rPr>
              <a:t> Distance</a:t>
            </a:r>
            <a:endParaRPr lang="en-IN" sz="3600" dirty="0">
              <a:solidFill>
                <a:srgbClr val="0070C0"/>
              </a:solidFill>
              <a:latin typeface="Arial" pitchFamily="34" charset="0"/>
              <a:cs typeface="Arial" pitchFamily="34" charset="0"/>
            </a:endParaRPr>
          </a:p>
        </p:txBody>
      </p:sp>
      <p:sp>
        <p:nvSpPr>
          <p:cNvPr id="6" name="TextBox 5">
            <a:extLst>
              <a:ext uri="{FF2B5EF4-FFF2-40B4-BE49-F238E27FC236}">
                <a16:creationId xmlns:a16="http://schemas.microsoft.com/office/drawing/2014/main" id="{A8D1F681-A9FE-2FAC-B038-DABBB44DBF1D}"/>
              </a:ext>
            </a:extLst>
          </p:cNvPr>
          <p:cNvSpPr txBox="1"/>
          <p:nvPr/>
        </p:nvSpPr>
        <p:spPr>
          <a:xfrm>
            <a:off x="239349" y="831117"/>
            <a:ext cx="11571136" cy="5509200"/>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What will be the shape of the following equation? </a:t>
            </a:r>
          </a:p>
          <a:p>
            <a:pPr marL="285750" indent="-285750" algn="just">
              <a:lnSpc>
                <a:spcPct val="200000"/>
              </a:lnSpc>
              <a:buClr>
                <a:srgbClr val="0000FF"/>
              </a:buClr>
              <a:buFont typeface="Wingdings" panose="05000000000000000000" pitchFamily="2" charset="2"/>
              <a:buChar char="v"/>
            </a:pPr>
            <a:endParaRPr lang="en-US" sz="2200" dirty="0">
              <a:solidFill>
                <a:schemeClr val="bg1"/>
              </a:solidFill>
              <a:latin typeface="Arial" panose="020B0604020202020204" pitchFamily="34" charset="0"/>
              <a:cs typeface="Arial" panose="020B0604020202020204" pitchFamily="34" charset="0"/>
            </a:endParaRPr>
          </a:p>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Here </a:t>
            </a:r>
            <a:r>
              <a:rPr lang="en-US" sz="2200" b="1" dirty="0">
                <a:solidFill>
                  <a:schemeClr val="bg1"/>
                </a:solidFill>
                <a:latin typeface="Arial" panose="020B0604020202020204" pitchFamily="34" charset="0"/>
                <a:cs typeface="Arial" panose="020B0604020202020204" pitchFamily="34" charset="0"/>
              </a:rPr>
              <a:t>X</a:t>
            </a:r>
            <a:r>
              <a:rPr lang="en-US" sz="2200" dirty="0">
                <a:solidFill>
                  <a:schemeClr val="bg1"/>
                </a:solidFill>
                <a:latin typeface="Arial" panose="020B0604020202020204" pitchFamily="34" charset="0"/>
                <a:cs typeface="Arial" panose="020B0604020202020204" pitchFamily="34" charset="0"/>
              </a:rPr>
              <a:t> is p-variable vector</a:t>
            </a:r>
          </a:p>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For p- dimension, the shape will be an ellipsoid centered at </a:t>
            </a:r>
            <a:r>
              <a:rPr lang="en-US" sz="2200" b="1" dirty="0">
                <a:solidFill>
                  <a:schemeClr val="bg1"/>
                </a:solidFill>
                <a:latin typeface="Arial" panose="020B0604020202020204" pitchFamily="34" charset="0"/>
                <a:cs typeface="Arial" panose="020B0604020202020204" pitchFamily="34" charset="0"/>
              </a:rPr>
              <a:t>μ</a:t>
            </a:r>
            <a:r>
              <a:rPr lang="en-US" sz="2200" dirty="0">
                <a:solidFill>
                  <a:schemeClr val="bg1"/>
                </a:solidFill>
                <a:latin typeface="Arial" panose="020B0604020202020204" pitchFamily="34" charset="0"/>
                <a:cs typeface="Arial" panose="020B0604020202020204" pitchFamily="34" charset="0"/>
              </a:rPr>
              <a:t>=[μ</a:t>
            </a:r>
            <a:r>
              <a:rPr lang="en-US" sz="2200" baseline="-25000" dirty="0">
                <a:solidFill>
                  <a:schemeClr val="bg1"/>
                </a:solidFill>
                <a:latin typeface="Arial" panose="020B0604020202020204" pitchFamily="34" charset="0"/>
                <a:cs typeface="Arial" panose="020B0604020202020204" pitchFamily="34" charset="0"/>
              </a:rPr>
              <a:t>1</a:t>
            </a:r>
            <a:r>
              <a:rPr lang="en-US" sz="2200" dirty="0">
                <a:solidFill>
                  <a:schemeClr val="bg1"/>
                </a:solidFill>
                <a:latin typeface="Arial" panose="020B0604020202020204" pitchFamily="34" charset="0"/>
                <a:cs typeface="Arial" panose="020B0604020202020204" pitchFamily="34" charset="0"/>
              </a:rPr>
              <a:t>,μ</a:t>
            </a:r>
            <a:r>
              <a:rPr lang="en-US" sz="2200" baseline="-25000" dirty="0">
                <a:solidFill>
                  <a:schemeClr val="bg1"/>
                </a:solidFill>
                <a:latin typeface="Arial" panose="020B0604020202020204" pitchFamily="34" charset="0"/>
                <a:cs typeface="Arial" panose="020B0604020202020204" pitchFamily="34" charset="0"/>
              </a:rPr>
              <a:t>2</a:t>
            </a:r>
            <a:r>
              <a:rPr lang="en-US" sz="2200" dirty="0">
                <a:solidFill>
                  <a:schemeClr val="bg1"/>
                </a:solidFill>
                <a:latin typeface="Arial" panose="020B0604020202020204" pitchFamily="34" charset="0"/>
                <a:cs typeface="Arial" panose="020B0604020202020204" pitchFamily="34" charset="0"/>
              </a:rPr>
              <a:t>,…,</a:t>
            </a:r>
            <a:r>
              <a:rPr lang="en-US" sz="2200" dirty="0" err="1">
                <a:solidFill>
                  <a:schemeClr val="bg1"/>
                </a:solidFill>
                <a:latin typeface="Arial" panose="020B0604020202020204" pitchFamily="34" charset="0"/>
                <a:cs typeface="Arial" panose="020B0604020202020204" pitchFamily="34" charset="0"/>
              </a:rPr>
              <a:t>μ</a:t>
            </a:r>
            <a:r>
              <a:rPr lang="en-US" sz="2200" baseline="-25000" dirty="0" err="1">
                <a:solidFill>
                  <a:schemeClr val="bg1"/>
                </a:solidFill>
                <a:latin typeface="Arial" panose="020B0604020202020204" pitchFamily="34" charset="0"/>
                <a:cs typeface="Arial" panose="020B0604020202020204" pitchFamily="34" charset="0"/>
              </a:rPr>
              <a:t>p</a:t>
            </a:r>
            <a:r>
              <a:rPr lang="en-US" sz="2200" dirty="0">
                <a:solidFill>
                  <a:schemeClr val="bg1"/>
                </a:solidFill>
                <a:latin typeface="Arial" panose="020B0604020202020204" pitchFamily="34" charset="0"/>
                <a:cs typeface="Arial" panose="020B0604020202020204" pitchFamily="34" charset="0"/>
              </a:rPr>
              <a:t>]</a:t>
            </a:r>
            <a:r>
              <a:rPr lang="en-US" sz="2200" baseline="30000" dirty="0">
                <a:solidFill>
                  <a:schemeClr val="bg1"/>
                </a:solidFill>
                <a:latin typeface="Arial" panose="020B0604020202020204" pitchFamily="34" charset="0"/>
                <a:cs typeface="Arial" panose="020B0604020202020204" pitchFamily="34" charset="0"/>
              </a:rPr>
              <a:t>T</a:t>
            </a:r>
            <a:r>
              <a:rPr lang="en-US" sz="2200" dirty="0">
                <a:solidFill>
                  <a:schemeClr val="bg1"/>
                </a:solidFill>
                <a:latin typeface="Arial" panose="020B0604020202020204" pitchFamily="34" charset="0"/>
                <a:cs typeface="Arial" panose="020B0604020202020204" pitchFamily="34" charset="0"/>
              </a:rPr>
              <a:t>. </a:t>
            </a:r>
          </a:p>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So for the most general case, we have</a:t>
            </a:r>
          </a:p>
          <a:p>
            <a:pPr algn="ctr">
              <a:lnSpc>
                <a:spcPct val="200000"/>
              </a:lnSpc>
              <a:buClr>
                <a:srgbClr val="0000FF"/>
              </a:buClr>
            </a:pPr>
            <a:endParaRPr lang="en-US" sz="2200" dirty="0">
              <a:solidFill>
                <a:schemeClr val="bg1"/>
              </a:solidFill>
              <a:latin typeface="Arial" panose="020B0604020202020204" pitchFamily="34" charset="0"/>
              <a:cs typeface="Arial" panose="020B0604020202020204" pitchFamily="34" charset="0"/>
            </a:endParaRPr>
          </a:p>
          <a:p>
            <a:pPr algn="just">
              <a:lnSpc>
                <a:spcPct val="200000"/>
              </a:lnSpc>
              <a:buClr>
                <a:srgbClr val="0000FF"/>
              </a:buClr>
            </a:pPr>
            <a:r>
              <a:rPr lang="en-US" sz="2200" dirty="0">
                <a:solidFill>
                  <a:schemeClr val="bg1"/>
                </a:solidFill>
                <a:latin typeface="Arial" panose="020B0604020202020204" pitchFamily="34" charset="0"/>
                <a:cs typeface="Arial" panose="020B0604020202020204" pitchFamily="34" charset="0"/>
              </a:rPr>
              <a:t>   which is an ellipsoid of p- axes</a:t>
            </a:r>
          </a:p>
          <a:p>
            <a:pPr algn="just">
              <a:lnSpc>
                <a:spcPct val="200000"/>
              </a:lnSpc>
              <a:buClr>
                <a:srgbClr val="0000FF"/>
              </a:buClr>
            </a:pPr>
            <a:endParaRPr lang="en-US" sz="2200"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Rectangle 7"/>
              <p:cNvSpPr/>
              <p:nvPr/>
            </p:nvSpPr>
            <p:spPr>
              <a:xfrm>
                <a:off x="3972630" y="1591713"/>
                <a:ext cx="3330848" cy="470000"/>
              </a:xfrm>
              <a:prstGeom prst="rect">
                <a:avLst/>
              </a:prstGeom>
            </p:spPr>
            <p:txBody>
              <a:bodyPr wrap="none">
                <a:spAutoFit/>
              </a:bodyPr>
              <a:lstStyle/>
              <a:p>
                <a14:m>
                  <m:oMath xmlns:m="http://schemas.openxmlformats.org/officeDocument/2006/math">
                    <m:r>
                      <a:rPr lang="en-IN" sz="2400" b="1" i="0" smtClean="0">
                        <a:solidFill>
                          <a:schemeClr val="bg1"/>
                        </a:solidFill>
                        <a:latin typeface="Cambria Math" panose="02040503050406030204" pitchFamily="18" charset="0"/>
                        <a:cs typeface="Arial" panose="020B0604020202020204" pitchFamily="34" charset="0"/>
                      </a:rPr>
                      <m:t>(</m:t>
                    </m:r>
                    <m:r>
                      <a:rPr lang="en-IN" sz="2400" b="1" i="0" smtClean="0">
                        <a:solidFill>
                          <a:schemeClr val="bg1"/>
                        </a:solidFill>
                        <a:latin typeface="Cambria Math" panose="02040503050406030204" pitchFamily="18" charset="0"/>
                        <a:cs typeface="Arial" panose="020B0604020202020204" pitchFamily="34" charset="0"/>
                      </a:rPr>
                      <m:t>𝐱</m:t>
                    </m:r>
                    <m:r>
                      <a:rPr lang="en-IN" sz="2400" b="1" i="0" smtClean="0">
                        <a:solidFill>
                          <a:schemeClr val="bg1"/>
                        </a:solidFill>
                        <a:latin typeface="Cambria Math" panose="02040503050406030204" pitchFamily="18" charset="0"/>
                        <a:cs typeface="Arial" panose="020B0604020202020204" pitchFamily="34" charset="0"/>
                      </a:rPr>
                      <m:t>−</m:t>
                    </m:r>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IN" sz="2400" b="1" i="1" dirty="0"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oMath>
                </a14:m>
                <a:r>
                  <a:rPr lang="en-US" sz="2400" b="1" baseline="30000" dirty="0">
                    <a:solidFill>
                      <a:schemeClr val="bg1"/>
                    </a:solidFill>
                    <a:latin typeface="Arial" panose="020B0604020202020204" pitchFamily="34" charset="0"/>
                    <a:cs typeface="Arial" panose="020B0604020202020204" pitchFamily="34" charset="0"/>
                  </a:rPr>
                  <a:t>-1</a:t>
                </a:r>
                <a14:m>
                  <m:oMath xmlns:m="http://schemas.openxmlformats.org/officeDocument/2006/math">
                    <m:d>
                      <m:dPr>
                        <m:ctrlPr>
                          <a:rPr lang="en-IN" sz="2400" i="1">
                            <a:solidFill>
                              <a:schemeClr val="bg1"/>
                            </a:solidFill>
                            <a:latin typeface="Cambria Math" panose="02040503050406030204" pitchFamily="18" charset="0"/>
                            <a:cs typeface="Arial" panose="020B0604020202020204" pitchFamily="34" charset="0"/>
                          </a:rPr>
                        </m:ctrlPr>
                      </m:dPr>
                      <m:e>
                        <m:r>
                          <a:rPr lang="en-IN" sz="2400" b="1" i="0">
                            <a:solidFill>
                              <a:schemeClr val="bg1"/>
                            </a:solidFill>
                            <a:latin typeface="Cambria Math" panose="02040503050406030204" pitchFamily="18" charset="0"/>
                            <a:cs typeface="Arial" panose="020B0604020202020204" pitchFamily="34" charset="0"/>
                          </a:rPr>
                          <m:t>𝐱</m:t>
                        </m:r>
                        <m:r>
                          <a:rPr lang="en-IN" sz="2400" b="1" i="0">
                            <a:solidFill>
                              <a:schemeClr val="bg1"/>
                            </a:solidFill>
                            <a:latin typeface="Cambria Math" panose="02040503050406030204" pitchFamily="18" charset="0"/>
                            <a:cs typeface="Arial" panose="020B0604020202020204" pitchFamily="34" charset="0"/>
                          </a:rPr>
                          <m:t>−</m:t>
                        </m:r>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e>
                    </m:d>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pPr>
                      <m:e>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𝐝</m:t>
                        </m:r>
                      </m:e>
                      <m:sup>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𝟐</m:t>
                        </m:r>
                      </m:sup>
                    </m:sSup>
                  </m:oMath>
                </a14:m>
                <a:endParaRPr lang="en-IN" sz="2400" dirty="0">
                  <a:solidFill>
                    <a:schemeClr val="bg1"/>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3972630" y="1591713"/>
                <a:ext cx="3330848" cy="470000"/>
              </a:xfrm>
              <a:prstGeom prst="rect">
                <a:avLst/>
              </a:prstGeom>
              <a:blipFill>
                <a:blip r:embed="rId3"/>
                <a:stretch>
                  <a:fillRect l="-1648" t="-1299" b="-1818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4240049" y="4429804"/>
                <a:ext cx="3330848" cy="470000"/>
              </a:xfrm>
              <a:prstGeom prst="rect">
                <a:avLst/>
              </a:prstGeom>
            </p:spPr>
            <p:txBody>
              <a:bodyPr wrap="none">
                <a:spAutoFit/>
              </a:bodyPr>
              <a:lstStyle/>
              <a:p>
                <a14:m>
                  <m:oMath xmlns:m="http://schemas.openxmlformats.org/officeDocument/2006/math">
                    <m:r>
                      <a:rPr lang="en-IN" sz="2400" b="1" i="0" smtClean="0">
                        <a:solidFill>
                          <a:schemeClr val="bg1"/>
                        </a:solidFill>
                        <a:latin typeface="Cambria Math" panose="02040503050406030204" pitchFamily="18" charset="0"/>
                        <a:cs typeface="Arial" panose="020B0604020202020204" pitchFamily="34" charset="0"/>
                      </a:rPr>
                      <m:t>(</m:t>
                    </m:r>
                    <m:r>
                      <a:rPr lang="en-IN" sz="2400" b="1" i="0" smtClean="0">
                        <a:solidFill>
                          <a:schemeClr val="bg1"/>
                        </a:solidFill>
                        <a:latin typeface="Cambria Math" panose="02040503050406030204" pitchFamily="18" charset="0"/>
                        <a:cs typeface="Arial" panose="020B0604020202020204" pitchFamily="34" charset="0"/>
                      </a:rPr>
                      <m:t>𝐱</m:t>
                    </m:r>
                    <m:r>
                      <a:rPr lang="en-IN" sz="2400" b="1" i="0" smtClean="0">
                        <a:solidFill>
                          <a:schemeClr val="bg1"/>
                        </a:solidFill>
                        <a:latin typeface="Cambria Math" panose="02040503050406030204" pitchFamily="18" charset="0"/>
                        <a:cs typeface="Arial" panose="020B0604020202020204" pitchFamily="34" charset="0"/>
                      </a:rPr>
                      <m:t>−</m:t>
                    </m:r>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IN" sz="2400" b="1" i="1" dirty="0">
                        <a:solidFill>
                          <a:schemeClr val="bg1"/>
                        </a:solidFill>
                        <a:latin typeface="Cambria Math" panose="02040503050406030204" pitchFamily="18" charset="0"/>
                        <a:cs typeface="Arial" panose="020B0604020202020204" pitchFamily="34" charset="0"/>
                        <a:sym typeface="Symbol" panose="05050102010706020507" pitchFamily="18" charset="2"/>
                      </a:rPr>
                      <m:t></m:t>
                    </m:r>
                  </m:oMath>
                </a14:m>
                <a:r>
                  <a:rPr lang="en-US" sz="2400" b="1" baseline="30000" dirty="0">
                    <a:solidFill>
                      <a:schemeClr val="bg1"/>
                    </a:solidFill>
                    <a:latin typeface="Arial" panose="020B0604020202020204" pitchFamily="34" charset="0"/>
                    <a:cs typeface="Arial" panose="020B0604020202020204" pitchFamily="34" charset="0"/>
                  </a:rPr>
                  <a:t>-1</a:t>
                </a:r>
                <a14:m>
                  <m:oMath xmlns:m="http://schemas.openxmlformats.org/officeDocument/2006/math">
                    <m:d>
                      <m:dPr>
                        <m:ctrlPr>
                          <a:rPr lang="en-IN" sz="2400" i="1">
                            <a:solidFill>
                              <a:schemeClr val="bg1"/>
                            </a:solidFill>
                            <a:latin typeface="Cambria Math" panose="02040503050406030204" pitchFamily="18" charset="0"/>
                            <a:cs typeface="Arial" panose="020B0604020202020204" pitchFamily="34" charset="0"/>
                          </a:rPr>
                        </m:ctrlPr>
                      </m:dPr>
                      <m:e>
                        <m:r>
                          <a:rPr lang="en-IN" sz="2400" b="1" i="0">
                            <a:solidFill>
                              <a:schemeClr val="bg1"/>
                            </a:solidFill>
                            <a:latin typeface="Cambria Math" panose="02040503050406030204" pitchFamily="18" charset="0"/>
                            <a:cs typeface="Arial" panose="020B0604020202020204" pitchFamily="34" charset="0"/>
                          </a:rPr>
                          <m:t>𝐱</m:t>
                        </m:r>
                        <m:r>
                          <a:rPr lang="en-IN" sz="2400" b="1" i="0">
                            <a:solidFill>
                              <a:schemeClr val="bg1"/>
                            </a:solidFill>
                            <a:latin typeface="Cambria Math" panose="02040503050406030204" pitchFamily="18" charset="0"/>
                            <a:cs typeface="Arial" panose="020B0604020202020204" pitchFamily="34" charset="0"/>
                          </a:rPr>
                          <m:t>−</m:t>
                        </m:r>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e>
                    </m:d>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24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pPr>
                      <m:e>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𝐝</m:t>
                        </m:r>
                      </m:e>
                      <m:sup>
                        <m:r>
                          <a:rPr lang="en-IN" sz="2400" b="1" i="0">
                            <a:solidFill>
                              <a:schemeClr val="bg1"/>
                            </a:solidFill>
                            <a:latin typeface="Cambria Math" panose="02040503050406030204" pitchFamily="18" charset="0"/>
                            <a:ea typeface="Cambria Math" panose="02040503050406030204" pitchFamily="18" charset="0"/>
                            <a:cs typeface="Arial" panose="020B0604020202020204" pitchFamily="34" charset="0"/>
                          </a:rPr>
                          <m:t>𝟐</m:t>
                        </m:r>
                      </m:sup>
                    </m:sSup>
                  </m:oMath>
                </a14:m>
                <a:endParaRPr lang="en-IN" sz="2400" dirty="0">
                  <a:solidFill>
                    <a:schemeClr val="bg1"/>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4240049" y="4429804"/>
                <a:ext cx="3330848" cy="470000"/>
              </a:xfrm>
              <a:prstGeom prst="rect">
                <a:avLst/>
              </a:prstGeom>
              <a:blipFill>
                <a:blip r:embed="rId4"/>
                <a:stretch>
                  <a:fillRect l="-1648" t="-1299" b="-18182"/>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977D57BD-F626-B028-6224-A13C0A5A91E5}"/>
                  </a:ext>
                </a:extLst>
              </p14:cNvPr>
              <p14:cNvContentPartPr/>
              <p14:nvPr/>
            </p14:nvContentPartPr>
            <p14:xfrm>
              <a:off x="4064558" y="2466936"/>
              <a:ext cx="355320" cy="276480"/>
            </p14:xfrm>
          </p:contentPart>
        </mc:Choice>
        <mc:Fallback>
          <p:pic>
            <p:nvPicPr>
              <p:cNvPr id="2" name="Ink 1">
                <a:extLst>
                  <a:ext uri="{FF2B5EF4-FFF2-40B4-BE49-F238E27FC236}">
                    <a16:creationId xmlns:a16="http://schemas.microsoft.com/office/drawing/2014/main" id="{977D57BD-F626-B028-6224-A13C0A5A91E5}"/>
                  </a:ext>
                </a:extLst>
              </p:cNvPr>
              <p:cNvPicPr/>
              <p:nvPr/>
            </p:nvPicPr>
            <p:blipFill>
              <a:blip r:embed="rId6"/>
              <a:stretch>
                <a:fillRect/>
              </a:stretch>
            </p:blipFill>
            <p:spPr>
              <a:xfrm>
                <a:off x="4060238" y="2462616"/>
                <a:ext cx="363960" cy="285120"/>
              </a:xfrm>
              <a:prstGeom prst="rect">
                <a:avLst/>
              </a:prstGeom>
            </p:spPr>
          </p:pic>
        </mc:Fallback>
      </mc:AlternateContent>
      <p:grpSp>
        <p:nvGrpSpPr>
          <p:cNvPr id="13" name="Group 12">
            <a:extLst>
              <a:ext uri="{FF2B5EF4-FFF2-40B4-BE49-F238E27FC236}">
                <a16:creationId xmlns:a16="http://schemas.microsoft.com/office/drawing/2014/main" id="{5EA2C975-CFF8-959C-A248-2C950CCF618B}"/>
              </a:ext>
            </a:extLst>
          </p:cNvPr>
          <p:cNvGrpSpPr/>
          <p:nvPr/>
        </p:nvGrpSpPr>
        <p:grpSpPr>
          <a:xfrm>
            <a:off x="4817678" y="2398536"/>
            <a:ext cx="1320120" cy="491760"/>
            <a:chOff x="4817678" y="2398536"/>
            <a:chExt cx="1320120" cy="491760"/>
          </a:xfrm>
        </p:grpSpPr>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BADE2BB4-9C00-759B-3B04-5BCEBCB5220D}"/>
                    </a:ext>
                  </a:extLst>
                </p14:cNvPr>
                <p14:cNvContentPartPr/>
                <p14:nvPr/>
              </p14:nvContentPartPr>
              <p14:xfrm>
                <a:off x="4845398" y="2515896"/>
                <a:ext cx="26640" cy="367200"/>
              </p14:xfrm>
            </p:contentPart>
          </mc:Choice>
          <mc:Fallback>
            <p:pic>
              <p:nvPicPr>
                <p:cNvPr id="3" name="Ink 2">
                  <a:extLst>
                    <a:ext uri="{FF2B5EF4-FFF2-40B4-BE49-F238E27FC236}">
                      <a16:creationId xmlns:a16="http://schemas.microsoft.com/office/drawing/2014/main" id="{BADE2BB4-9C00-759B-3B04-5BCEBCB5220D}"/>
                    </a:ext>
                  </a:extLst>
                </p:cNvPr>
                <p:cNvPicPr/>
                <p:nvPr/>
              </p:nvPicPr>
              <p:blipFill>
                <a:blip r:embed="rId8"/>
                <a:stretch>
                  <a:fillRect/>
                </a:stretch>
              </p:blipFill>
              <p:spPr>
                <a:xfrm>
                  <a:off x="4841078" y="2511576"/>
                  <a:ext cx="35280" cy="3758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4" name="Ink 3">
                  <a:extLst>
                    <a:ext uri="{FF2B5EF4-FFF2-40B4-BE49-F238E27FC236}">
                      <a16:creationId xmlns:a16="http://schemas.microsoft.com/office/drawing/2014/main" id="{41F10CE3-5854-EE16-8AAA-090E06DFE71B}"/>
                    </a:ext>
                  </a:extLst>
                </p14:cNvPr>
                <p14:cNvContentPartPr/>
                <p14:nvPr/>
              </p14:nvContentPartPr>
              <p14:xfrm>
                <a:off x="4817678" y="2582856"/>
                <a:ext cx="94680" cy="141120"/>
              </p14:xfrm>
            </p:contentPart>
          </mc:Choice>
          <mc:Fallback>
            <p:pic>
              <p:nvPicPr>
                <p:cNvPr id="4" name="Ink 3">
                  <a:extLst>
                    <a:ext uri="{FF2B5EF4-FFF2-40B4-BE49-F238E27FC236}">
                      <a16:creationId xmlns:a16="http://schemas.microsoft.com/office/drawing/2014/main" id="{41F10CE3-5854-EE16-8AAA-090E06DFE71B}"/>
                    </a:ext>
                  </a:extLst>
                </p:cNvPr>
                <p:cNvPicPr/>
                <p:nvPr/>
              </p:nvPicPr>
              <p:blipFill>
                <a:blip r:embed="rId10"/>
                <a:stretch>
                  <a:fillRect/>
                </a:stretch>
              </p:blipFill>
              <p:spPr>
                <a:xfrm>
                  <a:off x="4813358" y="2578536"/>
                  <a:ext cx="10332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5" name="Ink 4">
                  <a:extLst>
                    <a:ext uri="{FF2B5EF4-FFF2-40B4-BE49-F238E27FC236}">
                      <a16:creationId xmlns:a16="http://schemas.microsoft.com/office/drawing/2014/main" id="{30D6EAAE-13F2-A273-2B7F-EF64F1265FC3}"/>
                    </a:ext>
                  </a:extLst>
                </p14:cNvPr>
                <p14:cNvContentPartPr/>
                <p14:nvPr/>
              </p14:nvContentPartPr>
              <p14:xfrm>
                <a:off x="5135558" y="2398536"/>
                <a:ext cx="195480" cy="491760"/>
              </p14:xfrm>
            </p:contentPart>
          </mc:Choice>
          <mc:Fallback>
            <p:pic>
              <p:nvPicPr>
                <p:cNvPr id="5" name="Ink 4">
                  <a:extLst>
                    <a:ext uri="{FF2B5EF4-FFF2-40B4-BE49-F238E27FC236}">
                      <a16:creationId xmlns:a16="http://schemas.microsoft.com/office/drawing/2014/main" id="{30D6EAAE-13F2-A273-2B7F-EF64F1265FC3}"/>
                    </a:ext>
                  </a:extLst>
                </p:cNvPr>
                <p:cNvPicPr/>
                <p:nvPr/>
              </p:nvPicPr>
              <p:blipFill>
                <a:blip r:embed="rId12"/>
                <a:stretch>
                  <a:fillRect/>
                </a:stretch>
              </p:blipFill>
              <p:spPr>
                <a:xfrm>
                  <a:off x="5131238" y="2394216"/>
                  <a:ext cx="204120" cy="5004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7" name="Ink 6">
                  <a:extLst>
                    <a:ext uri="{FF2B5EF4-FFF2-40B4-BE49-F238E27FC236}">
                      <a16:creationId xmlns:a16="http://schemas.microsoft.com/office/drawing/2014/main" id="{EB32586A-95F5-4A26-0B6C-E35766A72AA8}"/>
                    </a:ext>
                  </a:extLst>
                </p14:cNvPr>
                <p14:cNvContentPartPr/>
                <p14:nvPr/>
              </p14:nvContentPartPr>
              <p14:xfrm>
                <a:off x="5085158" y="2593656"/>
                <a:ext cx="351360" cy="131760"/>
              </p14:xfrm>
            </p:contentPart>
          </mc:Choice>
          <mc:Fallback>
            <p:pic>
              <p:nvPicPr>
                <p:cNvPr id="7" name="Ink 6">
                  <a:extLst>
                    <a:ext uri="{FF2B5EF4-FFF2-40B4-BE49-F238E27FC236}">
                      <a16:creationId xmlns:a16="http://schemas.microsoft.com/office/drawing/2014/main" id="{EB32586A-95F5-4A26-0B6C-E35766A72AA8}"/>
                    </a:ext>
                  </a:extLst>
                </p:cNvPr>
                <p:cNvPicPr/>
                <p:nvPr/>
              </p:nvPicPr>
              <p:blipFill>
                <a:blip r:embed="rId14"/>
                <a:stretch>
                  <a:fillRect/>
                </a:stretch>
              </p:blipFill>
              <p:spPr>
                <a:xfrm>
                  <a:off x="5080838" y="2589336"/>
                  <a:ext cx="36000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Ink 9">
                  <a:extLst>
                    <a:ext uri="{FF2B5EF4-FFF2-40B4-BE49-F238E27FC236}">
                      <a16:creationId xmlns:a16="http://schemas.microsoft.com/office/drawing/2014/main" id="{4B661789-4ADB-A270-4E7A-6820E4C80FD6}"/>
                    </a:ext>
                  </a:extLst>
                </p14:cNvPr>
                <p14:cNvContentPartPr/>
                <p14:nvPr/>
              </p14:nvContentPartPr>
              <p14:xfrm>
                <a:off x="5425358" y="2633256"/>
                <a:ext cx="146520" cy="75600"/>
              </p14:xfrm>
            </p:contentPart>
          </mc:Choice>
          <mc:Fallback>
            <p:pic>
              <p:nvPicPr>
                <p:cNvPr id="10" name="Ink 9">
                  <a:extLst>
                    <a:ext uri="{FF2B5EF4-FFF2-40B4-BE49-F238E27FC236}">
                      <a16:creationId xmlns:a16="http://schemas.microsoft.com/office/drawing/2014/main" id="{4B661789-4ADB-A270-4E7A-6820E4C80FD6}"/>
                    </a:ext>
                  </a:extLst>
                </p:cNvPr>
                <p:cNvPicPr/>
                <p:nvPr/>
              </p:nvPicPr>
              <p:blipFill>
                <a:blip r:embed="rId16"/>
                <a:stretch>
                  <a:fillRect/>
                </a:stretch>
              </p:blipFill>
              <p:spPr>
                <a:xfrm>
                  <a:off x="5421038" y="2628936"/>
                  <a:ext cx="15516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1" name="Ink 10">
                  <a:extLst>
                    <a:ext uri="{FF2B5EF4-FFF2-40B4-BE49-F238E27FC236}">
                      <a16:creationId xmlns:a16="http://schemas.microsoft.com/office/drawing/2014/main" id="{35002AF4-138B-CC57-579C-86184000277F}"/>
                    </a:ext>
                  </a:extLst>
                </p14:cNvPr>
                <p14:cNvContentPartPr/>
                <p14:nvPr/>
              </p14:nvContentPartPr>
              <p14:xfrm>
                <a:off x="5597438" y="2478456"/>
                <a:ext cx="10440" cy="222840"/>
              </p14:xfrm>
            </p:contentPart>
          </mc:Choice>
          <mc:Fallback>
            <p:pic>
              <p:nvPicPr>
                <p:cNvPr id="11" name="Ink 10">
                  <a:extLst>
                    <a:ext uri="{FF2B5EF4-FFF2-40B4-BE49-F238E27FC236}">
                      <a16:creationId xmlns:a16="http://schemas.microsoft.com/office/drawing/2014/main" id="{35002AF4-138B-CC57-579C-86184000277F}"/>
                    </a:ext>
                  </a:extLst>
                </p:cNvPr>
                <p:cNvPicPr/>
                <p:nvPr/>
              </p:nvPicPr>
              <p:blipFill>
                <a:blip r:embed="rId18"/>
                <a:stretch>
                  <a:fillRect/>
                </a:stretch>
              </p:blipFill>
              <p:spPr>
                <a:xfrm>
                  <a:off x="5593118" y="2474136"/>
                  <a:ext cx="1908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2" name="Ink 11">
                  <a:extLst>
                    <a:ext uri="{FF2B5EF4-FFF2-40B4-BE49-F238E27FC236}">
                      <a16:creationId xmlns:a16="http://schemas.microsoft.com/office/drawing/2014/main" id="{E8F6F2C7-84EF-2C7B-45B9-9C22B7A73C49}"/>
                    </a:ext>
                  </a:extLst>
                </p14:cNvPr>
                <p14:cNvContentPartPr/>
                <p14:nvPr/>
              </p14:nvContentPartPr>
              <p14:xfrm>
                <a:off x="5583398" y="2593296"/>
                <a:ext cx="554400" cy="101880"/>
              </p14:xfrm>
            </p:contentPart>
          </mc:Choice>
          <mc:Fallback>
            <p:pic>
              <p:nvPicPr>
                <p:cNvPr id="12" name="Ink 11">
                  <a:extLst>
                    <a:ext uri="{FF2B5EF4-FFF2-40B4-BE49-F238E27FC236}">
                      <a16:creationId xmlns:a16="http://schemas.microsoft.com/office/drawing/2014/main" id="{E8F6F2C7-84EF-2C7B-45B9-9C22B7A73C49}"/>
                    </a:ext>
                  </a:extLst>
                </p:cNvPr>
                <p:cNvPicPr/>
                <p:nvPr/>
              </p:nvPicPr>
              <p:blipFill>
                <a:blip r:embed="rId20"/>
                <a:stretch>
                  <a:fillRect/>
                </a:stretch>
              </p:blipFill>
              <p:spPr>
                <a:xfrm>
                  <a:off x="5579078" y="2588976"/>
                  <a:ext cx="563040" cy="110520"/>
                </a:xfrm>
                <a:prstGeom prst="rect">
                  <a:avLst/>
                </a:prstGeom>
              </p:spPr>
            </p:pic>
          </mc:Fallback>
        </mc:AlternateContent>
      </p:grpSp>
      <p:grpSp>
        <p:nvGrpSpPr>
          <p:cNvPr id="16" name="Group 15">
            <a:extLst>
              <a:ext uri="{FF2B5EF4-FFF2-40B4-BE49-F238E27FC236}">
                <a16:creationId xmlns:a16="http://schemas.microsoft.com/office/drawing/2014/main" id="{8B5E3C38-DF6C-2C56-E3FE-B7861313C395}"/>
              </a:ext>
            </a:extLst>
          </p:cNvPr>
          <p:cNvGrpSpPr/>
          <p:nvPr/>
        </p:nvGrpSpPr>
        <p:grpSpPr>
          <a:xfrm>
            <a:off x="8421278" y="3546576"/>
            <a:ext cx="1231200" cy="128160"/>
            <a:chOff x="8421278" y="3546576"/>
            <a:chExt cx="1231200" cy="128160"/>
          </a:xfrm>
        </p:grpSpPr>
        <mc:AlternateContent xmlns:mc="http://schemas.openxmlformats.org/markup-compatibility/2006">
          <mc:Choice xmlns:p14="http://schemas.microsoft.com/office/powerpoint/2010/main" Requires="p14">
            <p:contentPart p14:bwMode="auto" r:id="rId21">
              <p14:nvContentPartPr>
                <p14:cNvPr id="14" name="Ink 13">
                  <a:extLst>
                    <a:ext uri="{FF2B5EF4-FFF2-40B4-BE49-F238E27FC236}">
                      <a16:creationId xmlns:a16="http://schemas.microsoft.com/office/drawing/2014/main" id="{E6C40205-01A0-7596-3970-F1F900A115B1}"/>
                    </a:ext>
                  </a:extLst>
                </p14:cNvPr>
                <p14:cNvContentPartPr/>
                <p14:nvPr/>
              </p14:nvContentPartPr>
              <p14:xfrm>
                <a:off x="8421278" y="3595536"/>
                <a:ext cx="1231200" cy="79200"/>
              </p14:xfrm>
            </p:contentPart>
          </mc:Choice>
          <mc:Fallback>
            <p:pic>
              <p:nvPicPr>
                <p:cNvPr id="14" name="Ink 13">
                  <a:extLst>
                    <a:ext uri="{FF2B5EF4-FFF2-40B4-BE49-F238E27FC236}">
                      <a16:creationId xmlns:a16="http://schemas.microsoft.com/office/drawing/2014/main" id="{E6C40205-01A0-7596-3970-F1F900A115B1}"/>
                    </a:ext>
                  </a:extLst>
                </p:cNvPr>
                <p:cNvPicPr/>
                <p:nvPr/>
              </p:nvPicPr>
              <p:blipFill>
                <a:blip r:embed="rId22"/>
                <a:stretch>
                  <a:fillRect/>
                </a:stretch>
              </p:blipFill>
              <p:spPr>
                <a:xfrm>
                  <a:off x="8416958" y="3591216"/>
                  <a:ext cx="1239840" cy="878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5" name="Ink 14">
                  <a:extLst>
                    <a:ext uri="{FF2B5EF4-FFF2-40B4-BE49-F238E27FC236}">
                      <a16:creationId xmlns:a16="http://schemas.microsoft.com/office/drawing/2014/main" id="{1A041DD8-9F6D-D14F-8660-7F09EC677456}"/>
                    </a:ext>
                  </a:extLst>
                </p14:cNvPr>
                <p14:cNvContentPartPr/>
                <p14:nvPr/>
              </p14:nvContentPartPr>
              <p14:xfrm>
                <a:off x="8650238" y="3546576"/>
                <a:ext cx="985320" cy="48600"/>
              </p14:xfrm>
            </p:contentPart>
          </mc:Choice>
          <mc:Fallback>
            <p:pic>
              <p:nvPicPr>
                <p:cNvPr id="15" name="Ink 14">
                  <a:extLst>
                    <a:ext uri="{FF2B5EF4-FFF2-40B4-BE49-F238E27FC236}">
                      <a16:creationId xmlns:a16="http://schemas.microsoft.com/office/drawing/2014/main" id="{1A041DD8-9F6D-D14F-8660-7F09EC677456}"/>
                    </a:ext>
                  </a:extLst>
                </p:cNvPr>
                <p:cNvPicPr/>
                <p:nvPr/>
              </p:nvPicPr>
              <p:blipFill>
                <a:blip r:embed="rId24"/>
                <a:stretch>
                  <a:fillRect/>
                </a:stretch>
              </p:blipFill>
              <p:spPr>
                <a:xfrm>
                  <a:off x="8645918" y="3542256"/>
                  <a:ext cx="993960" cy="57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5">
            <p14:nvContentPartPr>
              <p14:cNvPr id="17" name="Ink 16">
                <a:extLst>
                  <a:ext uri="{FF2B5EF4-FFF2-40B4-BE49-F238E27FC236}">
                    <a16:creationId xmlns:a16="http://schemas.microsoft.com/office/drawing/2014/main" id="{74A3BAC2-CB82-1AFC-0753-226700BE39A9}"/>
                  </a:ext>
                </a:extLst>
              </p14:cNvPr>
              <p14:cNvContentPartPr/>
              <p14:nvPr/>
            </p14:nvContentPartPr>
            <p14:xfrm>
              <a:off x="1920398" y="4864536"/>
              <a:ext cx="1207080" cy="859680"/>
            </p14:xfrm>
          </p:contentPart>
        </mc:Choice>
        <mc:Fallback>
          <p:pic>
            <p:nvPicPr>
              <p:cNvPr id="17" name="Ink 16">
                <a:extLst>
                  <a:ext uri="{FF2B5EF4-FFF2-40B4-BE49-F238E27FC236}">
                    <a16:creationId xmlns:a16="http://schemas.microsoft.com/office/drawing/2014/main" id="{74A3BAC2-CB82-1AFC-0753-226700BE39A9}"/>
                  </a:ext>
                </a:extLst>
              </p:cNvPr>
              <p:cNvPicPr/>
              <p:nvPr/>
            </p:nvPicPr>
            <p:blipFill>
              <a:blip r:embed="rId26"/>
              <a:stretch>
                <a:fillRect/>
              </a:stretch>
            </p:blipFill>
            <p:spPr>
              <a:xfrm>
                <a:off x="1916078" y="4860216"/>
                <a:ext cx="1215720" cy="868320"/>
              </a:xfrm>
              <a:prstGeom prst="rect">
                <a:avLst/>
              </a:prstGeom>
            </p:spPr>
          </p:pic>
        </mc:Fallback>
      </mc:AlternateContent>
      <p:grpSp>
        <p:nvGrpSpPr>
          <p:cNvPr id="33" name="Group 32">
            <a:extLst>
              <a:ext uri="{FF2B5EF4-FFF2-40B4-BE49-F238E27FC236}">
                <a16:creationId xmlns:a16="http://schemas.microsoft.com/office/drawing/2014/main" id="{33A2CAEC-0422-F0DE-0CC0-9E3F835431F2}"/>
              </a:ext>
            </a:extLst>
          </p:cNvPr>
          <p:cNvGrpSpPr/>
          <p:nvPr/>
        </p:nvGrpSpPr>
        <p:grpSpPr>
          <a:xfrm>
            <a:off x="8678318" y="4062816"/>
            <a:ext cx="2604240" cy="1423440"/>
            <a:chOff x="8678318" y="4062816"/>
            <a:chExt cx="2604240" cy="1423440"/>
          </a:xfrm>
        </p:grpSpPr>
        <mc:AlternateContent xmlns:mc="http://schemas.openxmlformats.org/markup-compatibility/2006">
          <mc:Choice xmlns:p14="http://schemas.microsoft.com/office/powerpoint/2010/main" Requires="p14">
            <p:contentPart p14:bwMode="auto" r:id="rId27">
              <p14:nvContentPartPr>
                <p14:cNvPr id="18" name="Ink 17">
                  <a:extLst>
                    <a:ext uri="{FF2B5EF4-FFF2-40B4-BE49-F238E27FC236}">
                      <a16:creationId xmlns:a16="http://schemas.microsoft.com/office/drawing/2014/main" id="{F2BED3B9-A80F-5CDF-3B22-B4FBFE1CE14E}"/>
                    </a:ext>
                  </a:extLst>
                </p14:cNvPr>
                <p14:cNvContentPartPr/>
                <p14:nvPr/>
              </p14:nvContentPartPr>
              <p14:xfrm>
                <a:off x="9439358" y="4125096"/>
                <a:ext cx="34560" cy="1361160"/>
              </p14:xfrm>
            </p:contentPart>
          </mc:Choice>
          <mc:Fallback>
            <p:pic>
              <p:nvPicPr>
                <p:cNvPr id="18" name="Ink 17">
                  <a:extLst>
                    <a:ext uri="{FF2B5EF4-FFF2-40B4-BE49-F238E27FC236}">
                      <a16:creationId xmlns:a16="http://schemas.microsoft.com/office/drawing/2014/main" id="{F2BED3B9-A80F-5CDF-3B22-B4FBFE1CE14E}"/>
                    </a:ext>
                  </a:extLst>
                </p:cNvPr>
                <p:cNvPicPr/>
                <p:nvPr/>
              </p:nvPicPr>
              <p:blipFill>
                <a:blip r:embed="rId28"/>
                <a:stretch>
                  <a:fillRect/>
                </a:stretch>
              </p:blipFill>
              <p:spPr>
                <a:xfrm>
                  <a:off x="9435038" y="4120776"/>
                  <a:ext cx="43200" cy="13698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9" name="Ink 18">
                  <a:extLst>
                    <a:ext uri="{FF2B5EF4-FFF2-40B4-BE49-F238E27FC236}">
                      <a16:creationId xmlns:a16="http://schemas.microsoft.com/office/drawing/2014/main" id="{AF8CDF9C-7C17-369E-ED12-12A38B4DB00E}"/>
                    </a:ext>
                  </a:extLst>
                </p14:cNvPr>
                <p14:cNvContentPartPr/>
                <p14:nvPr/>
              </p14:nvContentPartPr>
              <p14:xfrm>
                <a:off x="8678318" y="4716936"/>
                <a:ext cx="1932840" cy="273600"/>
              </p14:xfrm>
            </p:contentPart>
          </mc:Choice>
          <mc:Fallback>
            <p:pic>
              <p:nvPicPr>
                <p:cNvPr id="19" name="Ink 18">
                  <a:extLst>
                    <a:ext uri="{FF2B5EF4-FFF2-40B4-BE49-F238E27FC236}">
                      <a16:creationId xmlns:a16="http://schemas.microsoft.com/office/drawing/2014/main" id="{AF8CDF9C-7C17-369E-ED12-12A38B4DB00E}"/>
                    </a:ext>
                  </a:extLst>
                </p:cNvPr>
                <p:cNvPicPr/>
                <p:nvPr/>
              </p:nvPicPr>
              <p:blipFill>
                <a:blip r:embed="rId30"/>
                <a:stretch>
                  <a:fillRect/>
                </a:stretch>
              </p:blipFill>
              <p:spPr>
                <a:xfrm>
                  <a:off x="8673998" y="4712616"/>
                  <a:ext cx="1941480" cy="28224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0" name="Ink 19">
                  <a:extLst>
                    <a:ext uri="{FF2B5EF4-FFF2-40B4-BE49-F238E27FC236}">
                      <a16:creationId xmlns:a16="http://schemas.microsoft.com/office/drawing/2014/main" id="{76579D50-59FA-6D91-C38A-8EE90E23637D}"/>
                    </a:ext>
                  </a:extLst>
                </p14:cNvPr>
                <p14:cNvContentPartPr/>
                <p14:nvPr/>
              </p14:nvContentPartPr>
              <p14:xfrm>
                <a:off x="8873078" y="4573656"/>
                <a:ext cx="1565640" cy="610560"/>
              </p14:xfrm>
            </p:contentPart>
          </mc:Choice>
          <mc:Fallback>
            <p:pic>
              <p:nvPicPr>
                <p:cNvPr id="20" name="Ink 19">
                  <a:extLst>
                    <a:ext uri="{FF2B5EF4-FFF2-40B4-BE49-F238E27FC236}">
                      <a16:creationId xmlns:a16="http://schemas.microsoft.com/office/drawing/2014/main" id="{76579D50-59FA-6D91-C38A-8EE90E23637D}"/>
                    </a:ext>
                  </a:extLst>
                </p:cNvPr>
                <p:cNvPicPr/>
                <p:nvPr/>
              </p:nvPicPr>
              <p:blipFill>
                <a:blip r:embed="rId32"/>
                <a:stretch>
                  <a:fillRect/>
                </a:stretch>
              </p:blipFill>
              <p:spPr>
                <a:xfrm>
                  <a:off x="8868758" y="4569336"/>
                  <a:ext cx="1574280" cy="6192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2" name="Ink 21">
                  <a:extLst>
                    <a:ext uri="{FF2B5EF4-FFF2-40B4-BE49-F238E27FC236}">
                      <a16:creationId xmlns:a16="http://schemas.microsoft.com/office/drawing/2014/main" id="{7B3307C2-4B17-0CE8-19CF-528F71F4CF86}"/>
                    </a:ext>
                  </a:extLst>
                </p14:cNvPr>
                <p14:cNvContentPartPr/>
                <p14:nvPr/>
              </p14:nvContentPartPr>
              <p14:xfrm>
                <a:off x="8960198" y="4339656"/>
                <a:ext cx="1173960" cy="1001520"/>
              </p14:xfrm>
            </p:contentPart>
          </mc:Choice>
          <mc:Fallback>
            <p:pic>
              <p:nvPicPr>
                <p:cNvPr id="22" name="Ink 21">
                  <a:extLst>
                    <a:ext uri="{FF2B5EF4-FFF2-40B4-BE49-F238E27FC236}">
                      <a16:creationId xmlns:a16="http://schemas.microsoft.com/office/drawing/2014/main" id="{7B3307C2-4B17-0CE8-19CF-528F71F4CF86}"/>
                    </a:ext>
                  </a:extLst>
                </p:cNvPr>
                <p:cNvPicPr/>
                <p:nvPr/>
              </p:nvPicPr>
              <p:blipFill>
                <a:blip r:embed="rId34"/>
                <a:stretch>
                  <a:fillRect/>
                </a:stretch>
              </p:blipFill>
              <p:spPr>
                <a:xfrm>
                  <a:off x="8955878" y="4335336"/>
                  <a:ext cx="1182600" cy="10101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4" name="Ink 23">
                  <a:extLst>
                    <a:ext uri="{FF2B5EF4-FFF2-40B4-BE49-F238E27FC236}">
                      <a16:creationId xmlns:a16="http://schemas.microsoft.com/office/drawing/2014/main" id="{CDD01F75-77B7-5C68-1A6C-2F1C7E999EB5}"/>
                    </a:ext>
                  </a:extLst>
                </p14:cNvPr>
                <p14:cNvContentPartPr/>
                <p14:nvPr/>
              </p14:nvContentPartPr>
              <p14:xfrm>
                <a:off x="10215878" y="4177656"/>
                <a:ext cx="166320" cy="321120"/>
              </p14:xfrm>
            </p:contentPart>
          </mc:Choice>
          <mc:Fallback>
            <p:pic>
              <p:nvPicPr>
                <p:cNvPr id="24" name="Ink 23">
                  <a:extLst>
                    <a:ext uri="{FF2B5EF4-FFF2-40B4-BE49-F238E27FC236}">
                      <a16:creationId xmlns:a16="http://schemas.microsoft.com/office/drawing/2014/main" id="{CDD01F75-77B7-5C68-1A6C-2F1C7E999EB5}"/>
                    </a:ext>
                  </a:extLst>
                </p:cNvPr>
                <p:cNvPicPr/>
                <p:nvPr/>
              </p:nvPicPr>
              <p:blipFill>
                <a:blip r:embed="rId36"/>
                <a:stretch>
                  <a:fillRect/>
                </a:stretch>
              </p:blipFill>
              <p:spPr>
                <a:xfrm>
                  <a:off x="10211558" y="4173336"/>
                  <a:ext cx="174960" cy="32976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5" name="Ink 24">
                  <a:extLst>
                    <a:ext uri="{FF2B5EF4-FFF2-40B4-BE49-F238E27FC236}">
                      <a16:creationId xmlns:a16="http://schemas.microsoft.com/office/drawing/2014/main" id="{84B7107C-B09B-8F62-3048-4657FCD9C333}"/>
                    </a:ext>
                  </a:extLst>
                </p14:cNvPr>
                <p14:cNvContentPartPr/>
                <p14:nvPr/>
              </p14:nvContentPartPr>
              <p14:xfrm>
                <a:off x="10399118" y="4166136"/>
                <a:ext cx="74880" cy="214200"/>
              </p14:xfrm>
            </p:contentPart>
          </mc:Choice>
          <mc:Fallback>
            <p:pic>
              <p:nvPicPr>
                <p:cNvPr id="25" name="Ink 24">
                  <a:extLst>
                    <a:ext uri="{FF2B5EF4-FFF2-40B4-BE49-F238E27FC236}">
                      <a16:creationId xmlns:a16="http://schemas.microsoft.com/office/drawing/2014/main" id="{84B7107C-B09B-8F62-3048-4657FCD9C333}"/>
                    </a:ext>
                  </a:extLst>
                </p:cNvPr>
                <p:cNvPicPr/>
                <p:nvPr/>
              </p:nvPicPr>
              <p:blipFill>
                <a:blip r:embed="rId38"/>
                <a:stretch>
                  <a:fillRect/>
                </a:stretch>
              </p:blipFill>
              <p:spPr>
                <a:xfrm>
                  <a:off x="10394798" y="4161816"/>
                  <a:ext cx="83520" cy="22284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6" name="Ink 25">
                  <a:extLst>
                    <a:ext uri="{FF2B5EF4-FFF2-40B4-BE49-F238E27FC236}">
                      <a16:creationId xmlns:a16="http://schemas.microsoft.com/office/drawing/2014/main" id="{FC7C8BDF-EDDD-D536-E2FC-5A73D14A2116}"/>
                    </a:ext>
                  </a:extLst>
                </p14:cNvPr>
                <p14:cNvContentPartPr/>
                <p14:nvPr/>
              </p14:nvContentPartPr>
              <p14:xfrm>
                <a:off x="10490558" y="4165416"/>
                <a:ext cx="69840" cy="180360"/>
              </p14:xfrm>
            </p:contentPart>
          </mc:Choice>
          <mc:Fallback>
            <p:pic>
              <p:nvPicPr>
                <p:cNvPr id="26" name="Ink 25">
                  <a:extLst>
                    <a:ext uri="{FF2B5EF4-FFF2-40B4-BE49-F238E27FC236}">
                      <a16:creationId xmlns:a16="http://schemas.microsoft.com/office/drawing/2014/main" id="{FC7C8BDF-EDDD-D536-E2FC-5A73D14A2116}"/>
                    </a:ext>
                  </a:extLst>
                </p:cNvPr>
                <p:cNvPicPr/>
                <p:nvPr/>
              </p:nvPicPr>
              <p:blipFill>
                <a:blip r:embed="rId40"/>
                <a:stretch>
                  <a:fillRect/>
                </a:stretch>
              </p:blipFill>
              <p:spPr>
                <a:xfrm>
                  <a:off x="10486238" y="4161096"/>
                  <a:ext cx="7848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7" name="Ink 26">
                  <a:extLst>
                    <a:ext uri="{FF2B5EF4-FFF2-40B4-BE49-F238E27FC236}">
                      <a16:creationId xmlns:a16="http://schemas.microsoft.com/office/drawing/2014/main" id="{17617F02-0C54-2C42-1241-62E0289174F2}"/>
                    </a:ext>
                  </a:extLst>
                </p14:cNvPr>
                <p14:cNvContentPartPr/>
                <p14:nvPr/>
              </p14:nvContentPartPr>
              <p14:xfrm>
                <a:off x="10576238" y="4284936"/>
                <a:ext cx="48600" cy="76320"/>
              </p14:xfrm>
            </p:contentPart>
          </mc:Choice>
          <mc:Fallback>
            <p:pic>
              <p:nvPicPr>
                <p:cNvPr id="27" name="Ink 26">
                  <a:extLst>
                    <a:ext uri="{FF2B5EF4-FFF2-40B4-BE49-F238E27FC236}">
                      <a16:creationId xmlns:a16="http://schemas.microsoft.com/office/drawing/2014/main" id="{17617F02-0C54-2C42-1241-62E0289174F2}"/>
                    </a:ext>
                  </a:extLst>
                </p:cNvPr>
                <p:cNvPicPr/>
                <p:nvPr/>
              </p:nvPicPr>
              <p:blipFill>
                <a:blip r:embed="rId42"/>
                <a:stretch>
                  <a:fillRect/>
                </a:stretch>
              </p:blipFill>
              <p:spPr>
                <a:xfrm>
                  <a:off x="10571918" y="4280616"/>
                  <a:ext cx="5724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8" name="Ink 27">
                  <a:extLst>
                    <a:ext uri="{FF2B5EF4-FFF2-40B4-BE49-F238E27FC236}">
                      <a16:creationId xmlns:a16="http://schemas.microsoft.com/office/drawing/2014/main" id="{E21D0AE1-1382-51AE-C451-DA0D6C900820}"/>
                    </a:ext>
                  </a:extLst>
                </p14:cNvPr>
                <p14:cNvContentPartPr/>
                <p14:nvPr/>
              </p14:nvContentPartPr>
              <p14:xfrm>
                <a:off x="10552478" y="4181256"/>
                <a:ext cx="1080" cy="15840"/>
              </p14:xfrm>
            </p:contentPart>
          </mc:Choice>
          <mc:Fallback>
            <p:pic>
              <p:nvPicPr>
                <p:cNvPr id="28" name="Ink 27">
                  <a:extLst>
                    <a:ext uri="{FF2B5EF4-FFF2-40B4-BE49-F238E27FC236}">
                      <a16:creationId xmlns:a16="http://schemas.microsoft.com/office/drawing/2014/main" id="{E21D0AE1-1382-51AE-C451-DA0D6C900820}"/>
                    </a:ext>
                  </a:extLst>
                </p:cNvPr>
                <p:cNvPicPr/>
                <p:nvPr/>
              </p:nvPicPr>
              <p:blipFill>
                <a:blip r:embed="rId44"/>
                <a:stretch>
                  <a:fillRect/>
                </a:stretch>
              </p:blipFill>
              <p:spPr>
                <a:xfrm>
                  <a:off x="10548158" y="4176936"/>
                  <a:ext cx="972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9" name="Ink 28">
                  <a:extLst>
                    <a:ext uri="{FF2B5EF4-FFF2-40B4-BE49-F238E27FC236}">
                      <a16:creationId xmlns:a16="http://schemas.microsoft.com/office/drawing/2014/main" id="{931A9E51-A51A-4250-C1C3-635F93F5AEA0}"/>
                    </a:ext>
                  </a:extLst>
                </p14:cNvPr>
                <p14:cNvContentPartPr/>
                <p14:nvPr/>
              </p14:nvContentPartPr>
              <p14:xfrm>
                <a:off x="10633118" y="4215816"/>
                <a:ext cx="143280" cy="227880"/>
              </p14:xfrm>
            </p:contentPart>
          </mc:Choice>
          <mc:Fallback>
            <p:pic>
              <p:nvPicPr>
                <p:cNvPr id="29" name="Ink 28">
                  <a:extLst>
                    <a:ext uri="{FF2B5EF4-FFF2-40B4-BE49-F238E27FC236}">
                      <a16:creationId xmlns:a16="http://schemas.microsoft.com/office/drawing/2014/main" id="{931A9E51-A51A-4250-C1C3-635F93F5AEA0}"/>
                    </a:ext>
                  </a:extLst>
                </p:cNvPr>
                <p:cNvPicPr/>
                <p:nvPr/>
              </p:nvPicPr>
              <p:blipFill>
                <a:blip r:embed="rId46"/>
                <a:stretch>
                  <a:fillRect/>
                </a:stretch>
              </p:blipFill>
              <p:spPr>
                <a:xfrm>
                  <a:off x="10628798" y="4211496"/>
                  <a:ext cx="151920" cy="23652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0" name="Ink 29">
                  <a:extLst>
                    <a:ext uri="{FF2B5EF4-FFF2-40B4-BE49-F238E27FC236}">
                      <a16:creationId xmlns:a16="http://schemas.microsoft.com/office/drawing/2014/main" id="{020703EC-47DD-E45A-5F36-85901FD3D6FB}"/>
                    </a:ext>
                  </a:extLst>
                </p14:cNvPr>
                <p14:cNvContentPartPr/>
                <p14:nvPr/>
              </p14:nvContentPartPr>
              <p14:xfrm>
                <a:off x="10813478" y="4203216"/>
                <a:ext cx="236880" cy="116280"/>
              </p14:xfrm>
            </p:contentPart>
          </mc:Choice>
          <mc:Fallback>
            <p:pic>
              <p:nvPicPr>
                <p:cNvPr id="30" name="Ink 29">
                  <a:extLst>
                    <a:ext uri="{FF2B5EF4-FFF2-40B4-BE49-F238E27FC236}">
                      <a16:creationId xmlns:a16="http://schemas.microsoft.com/office/drawing/2014/main" id="{020703EC-47DD-E45A-5F36-85901FD3D6FB}"/>
                    </a:ext>
                  </a:extLst>
                </p:cNvPr>
                <p:cNvPicPr/>
                <p:nvPr/>
              </p:nvPicPr>
              <p:blipFill>
                <a:blip r:embed="rId48"/>
                <a:stretch>
                  <a:fillRect/>
                </a:stretch>
              </p:blipFill>
              <p:spPr>
                <a:xfrm>
                  <a:off x="10809158" y="4198896"/>
                  <a:ext cx="24552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1" name="Ink 30">
                  <a:extLst>
                    <a:ext uri="{FF2B5EF4-FFF2-40B4-BE49-F238E27FC236}">
                      <a16:creationId xmlns:a16="http://schemas.microsoft.com/office/drawing/2014/main" id="{5816F376-29D2-48C1-3889-A9B917BDDDF5}"/>
                    </a:ext>
                  </a:extLst>
                </p14:cNvPr>
                <p14:cNvContentPartPr/>
                <p14:nvPr/>
              </p14:nvContentPartPr>
              <p14:xfrm>
                <a:off x="11041358" y="4137696"/>
                <a:ext cx="52200" cy="27000"/>
              </p14:xfrm>
            </p:contentPart>
          </mc:Choice>
          <mc:Fallback>
            <p:pic>
              <p:nvPicPr>
                <p:cNvPr id="31" name="Ink 30">
                  <a:extLst>
                    <a:ext uri="{FF2B5EF4-FFF2-40B4-BE49-F238E27FC236}">
                      <a16:creationId xmlns:a16="http://schemas.microsoft.com/office/drawing/2014/main" id="{5816F376-29D2-48C1-3889-A9B917BDDDF5}"/>
                    </a:ext>
                  </a:extLst>
                </p:cNvPr>
                <p:cNvPicPr/>
                <p:nvPr/>
              </p:nvPicPr>
              <p:blipFill>
                <a:blip r:embed="rId50"/>
                <a:stretch>
                  <a:fillRect/>
                </a:stretch>
              </p:blipFill>
              <p:spPr>
                <a:xfrm>
                  <a:off x="11037038" y="4133376"/>
                  <a:ext cx="60840" cy="3564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2" name="Ink 31">
                  <a:extLst>
                    <a:ext uri="{FF2B5EF4-FFF2-40B4-BE49-F238E27FC236}">
                      <a16:creationId xmlns:a16="http://schemas.microsoft.com/office/drawing/2014/main" id="{97275CF8-D231-E9F9-F622-DD91B2A75E76}"/>
                    </a:ext>
                  </a:extLst>
                </p14:cNvPr>
                <p14:cNvContentPartPr/>
                <p14:nvPr/>
              </p14:nvContentPartPr>
              <p14:xfrm>
                <a:off x="11143598" y="4062816"/>
                <a:ext cx="138960" cy="180720"/>
              </p14:xfrm>
            </p:contentPart>
          </mc:Choice>
          <mc:Fallback>
            <p:pic>
              <p:nvPicPr>
                <p:cNvPr id="32" name="Ink 31">
                  <a:extLst>
                    <a:ext uri="{FF2B5EF4-FFF2-40B4-BE49-F238E27FC236}">
                      <a16:creationId xmlns:a16="http://schemas.microsoft.com/office/drawing/2014/main" id="{97275CF8-D231-E9F9-F622-DD91B2A75E76}"/>
                    </a:ext>
                  </a:extLst>
                </p:cNvPr>
                <p:cNvPicPr/>
                <p:nvPr/>
              </p:nvPicPr>
              <p:blipFill>
                <a:blip r:embed="rId52"/>
                <a:stretch>
                  <a:fillRect/>
                </a:stretch>
              </p:blipFill>
              <p:spPr>
                <a:xfrm>
                  <a:off x="11139278" y="4058496"/>
                  <a:ext cx="147600" cy="189360"/>
                </a:xfrm>
                <a:prstGeom prst="rect">
                  <a:avLst/>
                </a:prstGeom>
              </p:spPr>
            </p:pic>
          </mc:Fallback>
        </mc:AlternateContent>
      </p:grpSp>
    </p:spTree>
    <p:extLst>
      <p:ext uri="{BB962C8B-B14F-4D97-AF65-F5344CB8AC3E}">
        <p14:creationId xmlns:p14="http://schemas.microsoft.com/office/powerpoint/2010/main" val="36356944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D5C47-C39B-A268-7416-BC66DF5C13CC}"/>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A1E829DB-0C30-055E-F8BE-46E315059D2F}"/>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latin typeface="Arial" pitchFamily="34" charset="0"/>
                <a:cs typeface="Arial" pitchFamily="34" charset="0"/>
              </a:rPr>
              <a:t>So How to Find d</a:t>
            </a:r>
            <a:r>
              <a:rPr lang="en-US" sz="3600" baseline="-25000" dirty="0">
                <a:solidFill>
                  <a:srgbClr val="0070C0"/>
                </a:solidFill>
                <a:latin typeface="Arial" pitchFamily="34" charset="0"/>
                <a:cs typeface="Arial" pitchFamily="34" charset="0"/>
              </a:rPr>
              <a:t>i</a:t>
            </a:r>
            <a:r>
              <a:rPr lang="en-US" sz="3600" baseline="30000" dirty="0">
                <a:solidFill>
                  <a:srgbClr val="0070C0"/>
                </a:solidFill>
                <a:latin typeface="Arial" pitchFamily="34" charset="0"/>
                <a:cs typeface="Arial" pitchFamily="34" charset="0"/>
              </a:rPr>
              <a:t>2</a:t>
            </a:r>
            <a:r>
              <a:rPr lang="en-US" sz="3600" dirty="0">
                <a:solidFill>
                  <a:srgbClr val="0070C0"/>
                </a:solidFill>
                <a:latin typeface="Arial" pitchFamily="34" charset="0"/>
                <a:cs typeface="Arial" pitchFamily="34" charset="0"/>
              </a:rPr>
              <a:t>?</a:t>
            </a:r>
            <a:endParaRPr lang="en-IN" sz="3600" dirty="0">
              <a:solidFill>
                <a:srgbClr val="0070C0"/>
              </a:solidFill>
              <a:latin typeface="Arial" pitchFamily="34" charset="0"/>
              <a:cs typeface="Arial" pitchFamily="34" charset="0"/>
            </a:endParaRPr>
          </a:p>
        </p:txBody>
      </p:sp>
      <p:sp>
        <p:nvSpPr>
          <p:cNvPr id="6" name="TextBox 5">
            <a:extLst>
              <a:ext uri="{FF2B5EF4-FFF2-40B4-BE49-F238E27FC236}">
                <a16:creationId xmlns:a16="http://schemas.microsoft.com/office/drawing/2014/main" id="{A8D1F681-A9FE-2FAC-B038-DABBB44DBF1D}"/>
              </a:ext>
            </a:extLst>
          </p:cNvPr>
          <p:cNvSpPr txBox="1"/>
          <p:nvPr/>
        </p:nvSpPr>
        <p:spPr>
          <a:xfrm>
            <a:off x="308360" y="2243421"/>
            <a:ext cx="11571136" cy="3046988"/>
          </a:xfrm>
          <a:prstGeom prst="rect">
            <a:avLst/>
          </a:prstGeom>
          <a:noFill/>
        </p:spPr>
        <p:txBody>
          <a:bodyPr wrap="square" rtlCol="0">
            <a:spAutoFit/>
          </a:bodyPr>
          <a:lstStyle/>
          <a:p>
            <a:pPr algn="ctr">
              <a:lnSpc>
                <a:spcPct val="200000"/>
              </a:lnSpc>
              <a:buClr>
                <a:srgbClr val="0000FF"/>
              </a:buClr>
            </a:pPr>
            <a:r>
              <a:rPr lang="en-US" sz="2400" dirty="0">
                <a:solidFill>
                  <a:srgbClr val="C00000"/>
                </a:solidFill>
                <a:latin typeface="Arial" panose="020B0604020202020204" pitchFamily="34" charset="0"/>
                <a:cs typeface="Arial" panose="020B0604020202020204" pitchFamily="34" charset="0"/>
              </a:rPr>
              <a:t>The parameter d</a:t>
            </a:r>
            <a:r>
              <a:rPr lang="en-US" sz="2400" baseline="30000" dirty="0">
                <a:solidFill>
                  <a:srgbClr val="C00000"/>
                </a:solidFill>
                <a:latin typeface="Arial" panose="020B0604020202020204" pitchFamily="34" charset="0"/>
                <a:cs typeface="Arial" panose="020B0604020202020204" pitchFamily="34" charset="0"/>
              </a:rPr>
              <a:t>2</a:t>
            </a:r>
            <a:r>
              <a:rPr lang="en-US" sz="2400" dirty="0">
                <a:solidFill>
                  <a:srgbClr val="C00000"/>
                </a:solidFill>
                <a:latin typeface="Arial" panose="020B0604020202020204" pitchFamily="34" charset="0"/>
                <a:cs typeface="Arial" panose="020B0604020202020204" pitchFamily="34" charset="0"/>
              </a:rPr>
              <a:t> is known as squared statistical distance of </a:t>
            </a:r>
            <a:r>
              <a:rPr lang="en-US" sz="2400" b="1" dirty="0">
                <a:solidFill>
                  <a:srgbClr val="C00000"/>
                </a:solidFill>
                <a:latin typeface="Arial" panose="020B0604020202020204" pitchFamily="34" charset="0"/>
                <a:cs typeface="Arial" panose="020B0604020202020204" pitchFamily="34" charset="0"/>
              </a:rPr>
              <a:t>x</a:t>
            </a:r>
            <a:r>
              <a:rPr lang="en-US" sz="2400" dirty="0">
                <a:solidFill>
                  <a:srgbClr val="C00000"/>
                </a:solidFill>
                <a:latin typeface="Arial" panose="020B0604020202020204" pitchFamily="34" charset="0"/>
                <a:cs typeface="Arial" panose="020B0604020202020204" pitchFamily="34" charset="0"/>
              </a:rPr>
              <a:t> from </a:t>
            </a:r>
            <a:r>
              <a:rPr lang="en-US" sz="2400" b="1" dirty="0">
                <a:solidFill>
                  <a:srgbClr val="C00000"/>
                </a:solidFill>
                <a:latin typeface="Arial" panose="020B0604020202020204" pitchFamily="34" charset="0"/>
                <a:cs typeface="Arial" panose="020B0604020202020204" pitchFamily="34" charset="0"/>
              </a:rPr>
              <a:t>μ</a:t>
            </a:r>
            <a:r>
              <a:rPr lang="en-US" sz="2400" dirty="0">
                <a:solidFill>
                  <a:srgbClr val="C00000"/>
                </a:solidFill>
                <a:latin typeface="Arial" panose="020B0604020202020204" pitchFamily="34" charset="0"/>
                <a:cs typeface="Arial" panose="020B0604020202020204" pitchFamily="34" charset="0"/>
              </a:rPr>
              <a:t>. </a:t>
            </a:r>
          </a:p>
          <a:p>
            <a:pPr algn="ctr">
              <a:lnSpc>
                <a:spcPct val="200000"/>
              </a:lnSpc>
              <a:buClr>
                <a:srgbClr val="0000FF"/>
              </a:buClr>
            </a:pPr>
            <a:endParaRPr lang="en-US" sz="2400" dirty="0">
              <a:solidFill>
                <a:schemeClr val="bg1"/>
              </a:solidFill>
              <a:latin typeface="Arial" panose="020B0604020202020204" pitchFamily="34" charset="0"/>
              <a:cs typeface="Arial" panose="020B0604020202020204" pitchFamily="34" charset="0"/>
            </a:endParaRPr>
          </a:p>
          <a:p>
            <a:pPr marL="342900" indent="-342900" algn="ctr">
              <a:lnSpc>
                <a:spcPct val="200000"/>
              </a:lnSpc>
              <a:buClr>
                <a:srgbClr val="0000FF"/>
              </a:buClr>
              <a:buFont typeface="Wingdings" panose="05000000000000000000" pitchFamily="2" charset="2"/>
              <a:buChar char="v"/>
            </a:pPr>
            <a:endParaRPr lang="en-US" sz="2400" dirty="0">
              <a:solidFill>
                <a:schemeClr val="bg1"/>
              </a:solidFill>
              <a:latin typeface="Arial" panose="020B0604020202020204" pitchFamily="34" charset="0"/>
              <a:cs typeface="Arial" panose="020B0604020202020204" pitchFamily="34" charset="0"/>
            </a:endParaRPr>
          </a:p>
          <a:p>
            <a:pPr algn="ctr">
              <a:lnSpc>
                <a:spcPct val="200000"/>
              </a:lnSpc>
              <a:buClr>
                <a:srgbClr val="0000FF"/>
              </a:buClr>
            </a:pPr>
            <a:r>
              <a:rPr lang="en-US" sz="2400" i="1" dirty="0">
                <a:solidFill>
                  <a:srgbClr val="C00000"/>
                </a:solidFill>
                <a:latin typeface="Arial" panose="020B0604020202020204" pitchFamily="34" charset="0"/>
                <a:cs typeface="Arial" panose="020B0604020202020204" pitchFamily="34" charset="0"/>
              </a:rPr>
              <a:t>follows chi- square (</a:t>
            </a:r>
            <a:r>
              <a:rPr lang="en-US" sz="2400" i="1" dirty="0">
                <a:solidFill>
                  <a:srgbClr val="C00000"/>
                </a:solidFill>
                <a:latin typeface="Arial" panose="020B0604020202020204" pitchFamily="34" charset="0"/>
                <a:cs typeface="Arial" panose="020B0604020202020204" pitchFamily="34" charset="0"/>
                <a:sym typeface="Symbol" panose="05050102010706020507" pitchFamily="18" charset="2"/>
              </a:rPr>
              <a:t></a:t>
            </a:r>
            <a:r>
              <a:rPr lang="en-US" sz="2400" i="1" baseline="-25000" dirty="0">
                <a:solidFill>
                  <a:srgbClr val="C00000"/>
                </a:solidFill>
                <a:latin typeface="Arial" panose="020B0604020202020204" pitchFamily="34" charset="0"/>
                <a:cs typeface="Arial" panose="020B0604020202020204" pitchFamily="34" charset="0"/>
                <a:sym typeface="Symbol" panose="05050102010706020507" pitchFamily="18" charset="2"/>
              </a:rPr>
              <a:t>p</a:t>
            </a:r>
            <a:r>
              <a:rPr lang="en-US" sz="2400" i="1" baseline="30000" dirty="0">
                <a:solidFill>
                  <a:srgbClr val="C00000"/>
                </a:solidFill>
                <a:latin typeface="Arial" panose="020B0604020202020204" pitchFamily="34" charset="0"/>
                <a:cs typeface="Arial" panose="020B0604020202020204" pitchFamily="34" charset="0"/>
                <a:sym typeface="Symbol" panose="05050102010706020507" pitchFamily="18" charset="2"/>
              </a:rPr>
              <a:t>2</a:t>
            </a:r>
            <a:r>
              <a:rPr lang="en-US" sz="2400" i="1" dirty="0">
                <a:solidFill>
                  <a:srgbClr val="C00000"/>
                </a:solidFill>
                <a:latin typeface="Arial" panose="020B0604020202020204" pitchFamily="34" charset="0"/>
                <a:cs typeface="Arial" panose="020B0604020202020204" pitchFamily="34" charset="0"/>
              </a:rPr>
              <a:t> ) distribution with p degrees of freedom</a:t>
            </a:r>
          </a:p>
        </p:txBody>
      </p:sp>
      <mc:AlternateContent xmlns:mc="http://schemas.openxmlformats.org/markup-compatibility/2006" xmlns:a14="http://schemas.microsoft.com/office/drawing/2010/main">
        <mc:Choice Requires="a14">
          <p:sp>
            <p:nvSpPr>
              <p:cNvPr id="7" name="Rectangle 6"/>
              <p:cNvSpPr/>
              <p:nvPr/>
            </p:nvSpPr>
            <p:spPr>
              <a:xfrm>
                <a:off x="4359493" y="1454983"/>
                <a:ext cx="3855094" cy="532966"/>
              </a:xfrm>
              <a:prstGeom prst="rect">
                <a:avLst/>
              </a:prstGeom>
            </p:spPr>
            <p:txBody>
              <a:bodyPr wrap="none">
                <a:spAutoFit/>
              </a:bodyPr>
              <a:lstStyle/>
              <a:p>
                <a14:m>
                  <m:oMath xmlns:m="http://schemas.openxmlformats.org/officeDocument/2006/math">
                    <m:r>
                      <a:rPr lang="en-IN" sz="2800" b="1" i="0" smtClean="0">
                        <a:solidFill>
                          <a:schemeClr val="bg1"/>
                        </a:solidFill>
                        <a:latin typeface="Cambria Math" panose="02040503050406030204" pitchFamily="18" charset="0"/>
                        <a:cs typeface="Arial" panose="020B0604020202020204" pitchFamily="34" charset="0"/>
                      </a:rPr>
                      <m:t>(</m:t>
                    </m:r>
                    <m:r>
                      <a:rPr lang="en-IN" sz="2800" b="1" i="0" smtClean="0">
                        <a:solidFill>
                          <a:schemeClr val="bg1"/>
                        </a:solidFill>
                        <a:latin typeface="Cambria Math" panose="02040503050406030204" pitchFamily="18" charset="0"/>
                        <a:cs typeface="Arial" panose="020B0604020202020204" pitchFamily="34" charset="0"/>
                      </a:rPr>
                      <m:t>𝐱</m:t>
                    </m:r>
                    <m:r>
                      <a:rPr lang="en-IN" sz="2800" b="1" i="0" smtClean="0">
                        <a:solidFill>
                          <a:schemeClr val="bg1"/>
                        </a:solidFill>
                        <a:latin typeface="Cambria Math" panose="02040503050406030204" pitchFamily="18" charset="0"/>
                        <a:cs typeface="Arial" panose="020B0604020202020204" pitchFamily="34" charset="0"/>
                      </a:rPr>
                      <m:t>−</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IN" sz="2800" b="1" i="1" dirty="0">
                        <a:solidFill>
                          <a:schemeClr val="bg1"/>
                        </a:solidFill>
                        <a:latin typeface="Cambria Math" panose="02040503050406030204" pitchFamily="18" charset="0"/>
                        <a:cs typeface="Arial" panose="020B0604020202020204" pitchFamily="34" charset="0"/>
                        <a:sym typeface="Symbol" panose="05050102010706020507" pitchFamily="18" charset="2"/>
                      </a:rPr>
                      <m:t></m:t>
                    </m:r>
                  </m:oMath>
                </a14:m>
                <a:r>
                  <a:rPr lang="en-US" sz="2800" b="1" baseline="30000" dirty="0">
                    <a:solidFill>
                      <a:schemeClr val="bg1"/>
                    </a:solidFill>
                    <a:latin typeface="Arial" panose="020B0604020202020204" pitchFamily="34" charset="0"/>
                    <a:cs typeface="Arial" panose="020B0604020202020204" pitchFamily="34" charset="0"/>
                  </a:rPr>
                  <a:t>-1</a:t>
                </a:r>
                <a14:m>
                  <m:oMath xmlns:m="http://schemas.openxmlformats.org/officeDocument/2006/math">
                    <m:d>
                      <m:dPr>
                        <m:ctrlPr>
                          <a:rPr lang="en-IN" sz="2800" i="1">
                            <a:solidFill>
                              <a:schemeClr val="bg1"/>
                            </a:solidFill>
                            <a:latin typeface="Cambria Math" panose="02040503050406030204" pitchFamily="18" charset="0"/>
                            <a:cs typeface="Arial" panose="020B0604020202020204" pitchFamily="34" charset="0"/>
                          </a:rPr>
                        </m:ctrlPr>
                      </m:dPr>
                      <m:e>
                        <m:r>
                          <a:rPr lang="en-IN" sz="2800" b="1" i="0">
                            <a:solidFill>
                              <a:schemeClr val="bg1"/>
                            </a:solidFill>
                            <a:latin typeface="Cambria Math" panose="02040503050406030204" pitchFamily="18" charset="0"/>
                            <a:cs typeface="Arial" panose="020B0604020202020204" pitchFamily="34" charset="0"/>
                          </a:rPr>
                          <m:t>𝐱</m:t>
                        </m:r>
                        <m:r>
                          <a:rPr lang="en-IN" sz="2800" b="1" i="0">
                            <a:solidFill>
                              <a:schemeClr val="bg1"/>
                            </a:solidFill>
                            <a:latin typeface="Cambria Math" panose="02040503050406030204" pitchFamily="18" charset="0"/>
                            <a:cs typeface="Arial" panose="020B0604020202020204" pitchFamily="34" charset="0"/>
                          </a:rPr>
                          <m:t>−</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e>
                    </m:d>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28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IN" sz="2800" b="0" i="0">
                            <a:solidFill>
                              <a:schemeClr val="bg1"/>
                            </a:solidFill>
                            <a:latin typeface="Cambria Math" panose="02040503050406030204" pitchFamily="18" charset="0"/>
                            <a:ea typeface="Cambria Math" panose="02040503050406030204" pitchFamily="18" charset="0"/>
                            <a:cs typeface="Arial" panose="020B0604020202020204" pitchFamily="34" charset="0"/>
                          </a:rPr>
                          <m:t>d</m:t>
                        </m:r>
                      </m:e>
                      <m:sup>
                        <m:r>
                          <a:rPr lang="en-IN" sz="2800" b="0" i="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p>
                    </m:sSup>
                  </m:oMath>
                </a14:m>
                <a:endParaRPr lang="en-IN" sz="2800" dirty="0">
                  <a:solidFill>
                    <a:schemeClr val="bg1"/>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4359493" y="1454983"/>
                <a:ext cx="3855094" cy="532966"/>
              </a:xfrm>
              <a:prstGeom prst="rect">
                <a:avLst/>
              </a:prstGeom>
              <a:blipFill>
                <a:blip r:embed="rId3"/>
                <a:stretch>
                  <a:fillRect t="-68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4227221" y="3500432"/>
                <a:ext cx="3855094" cy="532966"/>
              </a:xfrm>
              <a:prstGeom prst="rect">
                <a:avLst/>
              </a:prstGeom>
            </p:spPr>
            <p:txBody>
              <a:bodyPr wrap="none">
                <a:spAutoFit/>
              </a:bodyPr>
              <a:lstStyle/>
              <a:p>
                <a14:m>
                  <m:oMath xmlns:m="http://schemas.openxmlformats.org/officeDocument/2006/math">
                    <m:r>
                      <a:rPr lang="en-IN" sz="2800" b="1" i="0" smtClean="0">
                        <a:solidFill>
                          <a:schemeClr val="bg1"/>
                        </a:solidFill>
                        <a:latin typeface="Cambria Math" panose="02040503050406030204" pitchFamily="18" charset="0"/>
                        <a:cs typeface="Arial" panose="020B0604020202020204" pitchFamily="34" charset="0"/>
                      </a:rPr>
                      <m:t>(</m:t>
                    </m:r>
                    <m:r>
                      <a:rPr lang="en-IN" sz="2800" b="1" i="0" smtClean="0">
                        <a:solidFill>
                          <a:schemeClr val="bg1"/>
                        </a:solidFill>
                        <a:latin typeface="Cambria Math" panose="02040503050406030204" pitchFamily="18" charset="0"/>
                        <a:cs typeface="Arial" panose="020B0604020202020204" pitchFamily="34" charset="0"/>
                      </a:rPr>
                      <m:t>𝐱</m:t>
                    </m:r>
                    <m:r>
                      <a:rPr lang="en-IN" sz="2800" b="1" i="0" smtClean="0">
                        <a:solidFill>
                          <a:schemeClr val="bg1"/>
                        </a:solidFill>
                        <a:latin typeface="Cambria Math" panose="02040503050406030204" pitchFamily="18" charset="0"/>
                        <a:cs typeface="Arial" panose="020B0604020202020204" pitchFamily="34" charset="0"/>
                      </a:rPr>
                      <m:t>−</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IN" sz="2800" b="1" i="1" dirty="0">
                        <a:solidFill>
                          <a:schemeClr val="bg1"/>
                        </a:solidFill>
                        <a:latin typeface="Cambria Math" panose="02040503050406030204" pitchFamily="18" charset="0"/>
                        <a:cs typeface="Arial" panose="020B0604020202020204" pitchFamily="34" charset="0"/>
                        <a:sym typeface="Symbol" panose="05050102010706020507" pitchFamily="18" charset="2"/>
                      </a:rPr>
                      <m:t></m:t>
                    </m:r>
                  </m:oMath>
                </a14:m>
                <a:r>
                  <a:rPr lang="en-US" sz="2800" b="1" baseline="30000" dirty="0">
                    <a:solidFill>
                      <a:schemeClr val="bg1"/>
                    </a:solidFill>
                    <a:latin typeface="Arial" panose="020B0604020202020204" pitchFamily="34" charset="0"/>
                    <a:cs typeface="Arial" panose="020B0604020202020204" pitchFamily="34" charset="0"/>
                  </a:rPr>
                  <a:t>-1</a:t>
                </a:r>
                <a14:m>
                  <m:oMath xmlns:m="http://schemas.openxmlformats.org/officeDocument/2006/math">
                    <m:d>
                      <m:dPr>
                        <m:ctrlPr>
                          <a:rPr lang="en-IN" sz="2800" i="1">
                            <a:solidFill>
                              <a:schemeClr val="bg1"/>
                            </a:solidFill>
                            <a:latin typeface="Cambria Math" panose="02040503050406030204" pitchFamily="18" charset="0"/>
                            <a:cs typeface="Arial" panose="020B0604020202020204" pitchFamily="34" charset="0"/>
                          </a:rPr>
                        </m:ctrlPr>
                      </m:dPr>
                      <m:e>
                        <m:r>
                          <a:rPr lang="en-IN" sz="2800" b="1" i="0">
                            <a:solidFill>
                              <a:schemeClr val="bg1"/>
                            </a:solidFill>
                            <a:latin typeface="Cambria Math" panose="02040503050406030204" pitchFamily="18" charset="0"/>
                            <a:cs typeface="Arial" panose="020B0604020202020204" pitchFamily="34" charset="0"/>
                          </a:rPr>
                          <m:t>𝐱</m:t>
                        </m:r>
                        <m:r>
                          <a:rPr lang="en-IN" sz="2800" b="1" i="0">
                            <a:solidFill>
                              <a:schemeClr val="bg1"/>
                            </a:solidFill>
                            <a:latin typeface="Cambria Math" panose="02040503050406030204" pitchFamily="18" charset="0"/>
                            <a:cs typeface="Arial" panose="020B0604020202020204" pitchFamily="34" charset="0"/>
                          </a:rPr>
                          <m:t>−</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e>
                    </m:d>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28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IN" sz="2800" b="0" i="0">
                            <a:solidFill>
                              <a:schemeClr val="bg1"/>
                            </a:solidFill>
                            <a:latin typeface="Cambria Math" panose="02040503050406030204" pitchFamily="18" charset="0"/>
                            <a:ea typeface="Cambria Math" panose="02040503050406030204" pitchFamily="18" charset="0"/>
                            <a:cs typeface="Arial" panose="020B0604020202020204" pitchFamily="34" charset="0"/>
                          </a:rPr>
                          <m:t>d</m:t>
                        </m:r>
                      </m:e>
                      <m:sup>
                        <m:r>
                          <a:rPr lang="en-IN" sz="2800" b="0" i="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p>
                    </m:sSup>
                  </m:oMath>
                </a14:m>
                <a:endParaRPr lang="en-IN" sz="2800" dirty="0">
                  <a:solidFill>
                    <a:schemeClr val="bg1"/>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4227221" y="3500432"/>
                <a:ext cx="3855094" cy="532966"/>
              </a:xfrm>
              <a:prstGeom prst="rect">
                <a:avLst/>
              </a:prstGeom>
              <a:blipFill>
                <a:blip r:embed="rId4"/>
                <a:stretch>
                  <a:fillRect t="-6818"/>
                </a:stretch>
              </a:blipFill>
            </p:spPr>
            <p:txBody>
              <a:bodyPr/>
              <a:lstStyle/>
              <a:p>
                <a:r>
                  <a:rPr lang="en-IN">
                    <a:noFill/>
                  </a:rPr>
                  <a:t> </a:t>
                </a:r>
              </a:p>
            </p:txBody>
          </p:sp>
        </mc:Fallback>
      </mc:AlternateContent>
    </p:spTree>
    <p:extLst>
      <p:ext uri="{BB962C8B-B14F-4D97-AF65-F5344CB8AC3E}">
        <p14:creationId xmlns:p14="http://schemas.microsoft.com/office/powerpoint/2010/main" val="21497890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 name="Group 93">
            <a:extLst>
              <a:ext uri="{FF2B5EF4-FFF2-40B4-BE49-F238E27FC236}">
                <a16:creationId xmlns:a16="http://schemas.microsoft.com/office/drawing/2014/main" id="{E6A91A09-AE49-E8E3-29CC-8C333DB4D921}"/>
              </a:ext>
            </a:extLst>
          </p:cNvPr>
          <p:cNvGrpSpPr/>
          <p:nvPr/>
        </p:nvGrpSpPr>
        <p:grpSpPr>
          <a:xfrm>
            <a:off x="1905278" y="247536"/>
            <a:ext cx="4144680" cy="2773800"/>
            <a:chOff x="1905278" y="247536"/>
            <a:chExt cx="4144680" cy="277380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6F873F74-B3EB-3810-656A-8F676C604388}"/>
                    </a:ext>
                  </a:extLst>
                </p14:cNvPr>
                <p14:cNvContentPartPr/>
                <p14:nvPr/>
              </p14:nvContentPartPr>
              <p14:xfrm>
                <a:off x="2194718" y="653976"/>
                <a:ext cx="299520" cy="312840"/>
              </p14:xfrm>
            </p:contentPart>
          </mc:Choice>
          <mc:Fallback>
            <p:pic>
              <p:nvPicPr>
                <p:cNvPr id="4" name="Ink 3">
                  <a:extLst>
                    <a:ext uri="{FF2B5EF4-FFF2-40B4-BE49-F238E27FC236}">
                      <a16:creationId xmlns:a16="http://schemas.microsoft.com/office/drawing/2014/main" id="{6F873F74-B3EB-3810-656A-8F676C604388}"/>
                    </a:ext>
                  </a:extLst>
                </p:cNvPr>
                <p:cNvPicPr/>
                <p:nvPr/>
              </p:nvPicPr>
              <p:blipFill>
                <a:blip r:embed="rId3"/>
                <a:stretch>
                  <a:fillRect/>
                </a:stretch>
              </p:blipFill>
              <p:spPr>
                <a:xfrm>
                  <a:off x="2190398" y="649656"/>
                  <a:ext cx="308160" cy="3214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798F06CA-97DB-77FF-2C7E-0C56C4F1BA06}"/>
                    </a:ext>
                  </a:extLst>
                </p14:cNvPr>
                <p14:cNvContentPartPr/>
                <p14:nvPr/>
              </p14:nvContentPartPr>
              <p14:xfrm>
                <a:off x="2490638" y="825696"/>
                <a:ext cx="101160" cy="63720"/>
              </p14:xfrm>
            </p:contentPart>
          </mc:Choice>
          <mc:Fallback>
            <p:pic>
              <p:nvPicPr>
                <p:cNvPr id="5" name="Ink 4">
                  <a:extLst>
                    <a:ext uri="{FF2B5EF4-FFF2-40B4-BE49-F238E27FC236}">
                      <a16:creationId xmlns:a16="http://schemas.microsoft.com/office/drawing/2014/main" id="{798F06CA-97DB-77FF-2C7E-0C56C4F1BA06}"/>
                    </a:ext>
                  </a:extLst>
                </p:cNvPr>
                <p:cNvPicPr/>
                <p:nvPr/>
              </p:nvPicPr>
              <p:blipFill>
                <a:blip r:embed="rId5"/>
                <a:stretch>
                  <a:fillRect/>
                </a:stretch>
              </p:blipFill>
              <p:spPr>
                <a:xfrm>
                  <a:off x="2486318" y="821376"/>
                  <a:ext cx="10980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97A0FE0E-D7FA-65CD-24DB-3619E79C00C0}"/>
                    </a:ext>
                  </a:extLst>
                </p14:cNvPr>
                <p14:cNvContentPartPr/>
                <p14:nvPr/>
              </p14:nvContentPartPr>
              <p14:xfrm>
                <a:off x="2589278" y="712296"/>
                <a:ext cx="54720" cy="189360"/>
              </p14:xfrm>
            </p:contentPart>
          </mc:Choice>
          <mc:Fallback>
            <p:pic>
              <p:nvPicPr>
                <p:cNvPr id="6" name="Ink 5">
                  <a:extLst>
                    <a:ext uri="{FF2B5EF4-FFF2-40B4-BE49-F238E27FC236}">
                      <a16:creationId xmlns:a16="http://schemas.microsoft.com/office/drawing/2014/main" id="{97A0FE0E-D7FA-65CD-24DB-3619E79C00C0}"/>
                    </a:ext>
                  </a:extLst>
                </p:cNvPr>
                <p:cNvPicPr/>
                <p:nvPr/>
              </p:nvPicPr>
              <p:blipFill>
                <a:blip r:embed="rId7"/>
                <a:stretch>
                  <a:fillRect/>
                </a:stretch>
              </p:blipFill>
              <p:spPr>
                <a:xfrm>
                  <a:off x="2584958" y="707976"/>
                  <a:ext cx="6336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3BF15DEF-E6AB-6CCE-22D9-62BF0341692C}"/>
                    </a:ext>
                  </a:extLst>
                </p14:cNvPr>
                <p14:cNvContentPartPr/>
                <p14:nvPr/>
              </p14:nvContentPartPr>
              <p14:xfrm>
                <a:off x="2598278" y="787536"/>
                <a:ext cx="384120" cy="81720"/>
              </p14:xfrm>
            </p:contentPart>
          </mc:Choice>
          <mc:Fallback>
            <p:pic>
              <p:nvPicPr>
                <p:cNvPr id="7" name="Ink 6">
                  <a:extLst>
                    <a:ext uri="{FF2B5EF4-FFF2-40B4-BE49-F238E27FC236}">
                      <a16:creationId xmlns:a16="http://schemas.microsoft.com/office/drawing/2014/main" id="{3BF15DEF-E6AB-6CCE-22D9-62BF0341692C}"/>
                    </a:ext>
                  </a:extLst>
                </p:cNvPr>
                <p:cNvPicPr/>
                <p:nvPr/>
              </p:nvPicPr>
              <p:blipFill>
                <a:blip r:embed="rId9"/>
                <a:stretch>
                  <a:fillRect/>
                </a:stretch>
              </p:blipFill>
              <p:spPr>
                <a:xfrm>
                  <a:off x="2593958" y="783216"/>
                  <a:ext cx="392760" cy="903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6AB00311-97E2-3863-E110-4A44F4312977}"/>
                    </a:ext>
                  </a:extLst>
                </p14:cNvPr>
                <p14:cNvContentPartPr/>
                <p14:nvPr/>
              </p14:nvContentPartPr>
              <p14:xfrm>
                <a:off x="2896358" y="671256"/>
                <a:ext cx="360" cy="360"/>
              </p14:xfrm>
            </p:contentPart>
          </mc:Choice>
          <mc:Fallback>
            <p:pic>
              <p:nvPicPr>
                <p:cNvPr id="8" name="Ink 7">
                  <a:extLst>
                    <a:ext uri="{FF2B5EF4-FFF2-40B4-BE49-F238E27FC236}">
                      <a16:creationId xmlns:a16="http://schemas.microsoft.com/office/drawing/2014/main" id="{6AB00311-97E2-3863-E110-4A44F4312977}"/>
                    </a:ext>
                  </a:extLst>
                </p:cNvPr>
                <p:cNvPicPr/>
                <p:nvPr/>
              </p:nvPicPr>
              <p:blipFill>
                <a:blip r:embed="rId11"/>
                <a:stretch>
                  <a:fillRect/>
                </a:stretch>
              </p:blipFill>
              <p:spPr>
                <a:xfrm>
                  <a:off x="2892038" y="66693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20D97BC6-0D57-3676-5AF5-FC2870405CB7}"/>
                    </a:ext>
                  </a:extLst>
                </p14:cNvPr>
                <p14:cNvContentPartPr/>
                <p14:nvPr/>
              </p14:nvContentPartPr>
              <p14:xfrm>
                <a:off x="2979878" y="765576"/>
                <a:ext cx="137160" cy="46440"/>
              </p14:xfrm>
            </p:contentPart>
          </mc:Choice>
          <mc:Fallback>
            <p:pic>
              <p:nvPicPr>
                <p:cNvPr id="9" name="Ink 8">
                  <a:extLst>
                    <a:ext uri="{FF2B5EF4-FFF2-40B4-BE49-F238E27FC236}">
                      <a16:creationId xmlns:a16="http://schemas.microsoft.com/office/drawing/2014/main" id="{20D97BC6-0D57-3676-5AF5-FC2870405CB7}"/>
                    </a:ext>
                  </a:extLst>
                </p:cNvPr>
                <p:cNvPicPr/>
                <p:nvPr/>
              </p:nvPicPr>
              <p:blipFill>
                <a:blip r:embed="rId13"/>
                <a:stretch>
                  <a:fillRect/>
                </a:stretch>
              </p:blipFill>
              <p:spPr>
                <a:xfrm>
                  <a:off x="2975558" y="761256"/>
                  <a:ext cx="145800" cy="550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0C800067-5AE7-6C2C-884A-76ECAF004C98}"/>
                    </a:ext>
                  </a:extLst>
                </p14:cNvPr>
                <p14:cNvContentPartPr/>
                <p14:nvPr/>
              </p14:nvContentPartPr>
              <p14:xfrm>
                <a:off x="3121718" y="728136"/>
                <a:ext cx="94320" cy="200520"/>
              </p14:xfrm>
            </p:contentPart>
          </mc:Choice>
          <mc:Fallback>
            <p:pic>
              <p:nvPicPr>
                <p:cNvPr id="10" name="Ink 9">
                  <a:extLst>
                    <a:ext uri="{FF2B5EF4-FFF2-40B4-BE49-F238E27FC236}">
                      <a16:creationId xmlns:a16="http://schemas.microsoft.com/office/drawing/2014/main" id="{0C800067-5AE7-6C2C-884A-76ECAF004C98}"/>
                    </a:ext>
                  </a:extLst>
                </p:cNvPr>
                <p:cNvPicPr/>
                <p:nvPr/>
              </p:nvPicPr>
              <p:blipFill>
                <a:blip r:embed="rId15"/>
                <a:stretch>
                  <a:fillRect/>
                </a:stretch>
              </p:blipFill>
              <p:spPr>
                <a:xfrm>
                  <a:off x="3117398" y="723816"/>
                  <a:ext cx="10296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913CAA71-7A85-A9E9-1F91-BD7310986CF4}"/>
                    </a:ext>
                  </a:extLst>
                </p14:cNvPr>
                <p14:cNvContentPartPr/>
                <p14:nvPr/>
              </p14:nvContentPartPr>
              <p14:xfrm>
                <a:off x="3817598" y="435096"/>
                <a:ext cx="244800" cy="182160"/>
              </p14:xfrm>
            </p:contentPart>
          </mc:Choice>
          <mc:Fallback>
            <p:pic>
              <p:nvPicPr>
                <p:cNvPr id="11" name="Ink 10">
                  <a:extLst>
                    <a:ext uri="{FF2B5EF4-FFF2-40B4-BE49-F238E27FC236}">
                      <a16:creationId xmlns:a16="http://schemas.microsoft.com/office/drawing/2014/main" id="{913CAA71-7A85-A9E9-1F91-BD7310986CF4}"/>
                    </a:ext>
                  </a:extLst>
                </p:cNvPr>
                <p:cNvPicPr/>
                <p:nvPr/>
              </p:nvPicPr>
              <p:blipFill>
                <a:blip r:embed="rId17"/>
                <a:stretch>
                  <a:fillRect/>
                </a:stretch>
              </p:blipFill>
              <p:spPr>
                <a:xfrm>
                  <a:off x="3813278" y="430776"/>
                  <a:ext cx="25344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B077AA0D-0F6A-AEB1-BAA3-25A765C21314}"/>
                    </a:ext>
                  </a:extLst>
                </p14:cNvPr>
                <p14:cNvContentPartPr/>
                <p14:nvPr/>
              </p14:nvContentPartPr>
              <p14:xfrm>
                <a:off x="3851798" y="377856"/>
                <a:ext cx="142200" cy="278280"/>
              </p14:xfrm>
            </p:contentPart>
          </mc:Choice>
          <mc:Fallback>
            <p:pic>
              <p:nvPicPr>
                <p:cNvPr id="12" name="Ink 11">
                  <a:extLst>
                    <a:ext uri="{FF2B5EF4-FFF2-40B4-BE49-F238E27FC236}">
                      <a16:creationId xmlns:a16="http://schemas.microsoft.com/office/drawing/2014/main" id="{B077AA0D-0F6A-AEB1-BAA3-25A765C21314}"/>
                    </a:ext>
                  </a:extLst>
                </p:cNvPr>
                <p:cNvPicPr/>
                <p:nvPr/>
              </p:nvPicPr>
              <p:blipFill>
                <a:blip r:embed="rId19"/>
                <a:stretch>
                  <a:fillRect/>
                </a:stretch>
              </p:blipFill>
              <p:spPr>
                <a:xfrm>
                  <a:off x="3847478" y="373536"/>
                  <a:ext cx="15084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5" name="Ink 14">
                  <a:extLst>
                    <a:ext uri="{FF2B5EF4-FFF2-40B4-BE49-F238E27FC236}">
                      <a16:creationId xmlns:a16="http://schemas.microsoft.com/office/drawing/2014/main" id="{D3FC32D6-8A1C-78B9-92FD-1373DF2A8267}"/>
                    </a:ext>
                  </a:extLst>
                </p14:cNvPr>
                <p14:cNvContentPartPr/>
                <p14:nvPr/>
              </p14:nvContentPartPr>
              <p14:xfrm>
                <a:off x="4086878" y="561096"/>
                <a:ext cx="61920" cy="113040"/>
              </p14:xfrm>
            </p:contentPart>
          </mc:Choice>
          <mc:Fallback>
            <p:pic>
              <p:nvPicPr>
                <p:cNvPr id="15" name="Ink 14">
                  <a:extLst>
                    <a:ext uri="{FF2B5EF4-FFF2-40B4-BE49-F238E27FC236}">
                      <a16:creationId xmlns:a16="http://schemas.microsoft.com/office/drawing/2014/main" id="{D3FC32D6-8A1C-78B9-92FD-1373DF2A8267}"/>
                    </a:ext>
                  </a:extLst>
                </p:cNvPr>
                <p:cNvPicPr/>
                <p:nvPr/>
              </p:nvPicPr>
              <p:blipFill>
                <a:blip r:embed="rId21"/>
                <a:stretch>
                  <a:fillRect/>
                </a:stretch>
              </p:blipFill>
              <p:spPr>
                <a:xfrm>
                  <a:off x="4082558" y="556776"/>
                  <a:ext cx="70560" cy="1216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6" name="Ink 15">
                  <a:extLst>
                    <a:ext uri="{FF2B5EF4-FFF2-40B4-BE49-F238E27FC236}">
                      <a16:creationId xmlns:a16="http://schemas.microsoft.com/office/drawing/2014/main" id="{C5B8BC0E-13DF-72F7-2B9F-C86C397C5C9D}"/>
                    </a:ext>
                  </a:extLst>
                </p14:cNvPr>
                <p14:cNvContentPartPr/>
                <p14:nvPr/>
              </p14:nvContentPartPr>
              <p14:xfrm>
                <a:off x="4101998" y="479736"/>
                <a:ext cx="1440" cy="9360"/>
              </p14:xfrm>
            </p:contentPart>
          </mc:Choice>
          <mc:Fallback>
            <p:pic>
              <p:nvPicPr>
                <p:cNvPr id="16" name="Ink 15">
                  <a:extLst>
                    <a:ext uri="{FF2B5EF4-FFF2-40B4-BE49-F238E27FC236}">
                      <a16:creationId xmlns:a16="http://schemas.microsoft.com/office/drawing/2014/main" id="{C5B8BC0E-13DF-72F7-2B9F-C86C397C5C9D}"/>
                    </a:ext>
                  </a:extLst>
                </p:cNvPr>
                <p:cNvPicPr/>
                <p:nvPr/>
              </p:nvPicPr>
              <p:blipFill>
                <a:blip r:embed="rId23"/>
                <a:stretch>
                  <a:fillRect/>
                </a:stretch>
              </p:blipFill>
              <p:spPr>
                <a:xfrm>
                  <a:off x="4097678" y="475416"/>
                  <a:ext cx="100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7" name="Ink 16">
                  <a:extLst>
                    <a:ext uri="{FF2B5EF4-FFF2-40B4-BE49-F238E27FC236}">
                      <a16:creationId xmlns:a16="http://schemas.microsoft.com/office/drawing/2014/main" id="{5045867D-083D-D50C-A6CF-6D634C899B27}"/>
                    </a:ext>
                  </a:extLst>
                </p14:cNvPr>
                <p14:cNvContentPartPr/>
                <p14:nvPr/>
              </p14:nvContentPartPr>
              <p14:xfrm>
                <a:off x="4260758" y="424656"/>
                <a:ext cx="254160" cy="41400"/>
              </p14:xfrm>
            </p:contentPart>
          </mc:Choice>
          <mc:Fallback>
            <p:pic>
              <p:nvPicPr>
                <p:cNvPr id="17" name="Ink 16">
                  <a:extLst>
                    <a:ext uri="{FF2B5EF4-FFF2-40B4-BE49-F238E27FC236}">
                      <a16:creationId xmlns:a16="http://schemas.microsoft.com/office/drawing/2014/main" id="{5045867D-083D-D50C-A6CF-6D634C899B27}"/>
                    </a:ext>
                  </a:extLst>
                </p:cNvPr>
                <p:cNvPicPr/>
                <p:nvPr/>
              </p:nvPicPr>
              <p:blipFill>
                <a:blip r:embed="rId25"/>
                <a:stretch>
                  <a:fillRect/>
                </a:stretch>
              </p:blipFill>
              <p:spPr>
                <a:xfrm>
                  <a:off x="4256438" y="420336"/>
                  <a:ext cx="26280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8" name="Ink 17">
                  <a:extLst>
                    <a:ext uri="{FF2B5EF4-FFF2-40B4-BE49-F238E27FC236}">
                      <a16:creationId xmlns:a16="http://schemas.microsoft.com/office/drawing/2014/main" id="{F88FBD95-2183-D30B-CF73-F9AD05990D5B}"/>
                    </a:ext>
                  </a:extLst>
                </p14:cNvPr>
                <p14:cNvContentPartPr/>
                <p14:nvPr/>
              </p14:nvContentPartPr>
              <p14:xfrm>
                <a:off x="4616438" y="247536"/>
                <a:ext cx="223560" cy="339480"/>
              </p14:xfrm>
            </p:contentPart>
          </mc:Choice>
          <mc:Fallback>
            <p:pic>
              <p:nvPicPr>
                <p:cNvPr id="18" name="Ink 17">
                  <a:extLst>
                    <a:ext uri="{FF2B5EF4-FFF2-40B4-BE49-F238E27FC236}">
                      <a16:creationId xmlns:a16="http://schemas.microsoft.com/office/drawing/2014/main" id="{F88FBD95-2183-D30B-CF73-F9AD05990D5B}"/>
                    </a:ext>
                  </a:extLst>
                </p:cNvPr>
                <p:cNvPicPr/>
                <p:nvPr/>
              </p:nvPicPr>
              <p:blipFill>
                <a:blip r:embed="rId27"/>
                <a:stretch>
                  <a:fillRect/>
                </a:stretch>
              </p:blipFill>
              <p:spPr>
                <a:xfrm>
                  <a:off x="4612118" y="243216"/>
                  <a:ext cx="232200" cy="3481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0" name="Ink 19">
                  <a:extLst>
                    <a:ext uri="{FF2B5EF4-FFF2-40B4-BE49-F238E27FC236}">
                      <a16:creationId xmlns:a16="http://schemas.microsoft.com/office/drawing/2014/main" id="{0357C1B4-8E7C-5B61-3D6C-F8A93C181D2A}"/>
                    </a:ext>
                  </a:extLst>
                </p14:cNvPr>
                <p14:cNvContentPartPr/>
                <p14:nvPr/>
              </p14:nvContentPartPr>
              <p14:xfrm>
                <a:off x="2251598" y="1261656"/>
                <a:ext cx="155880" cy="252360"/>
              </p14:xfrm>
            </p:contentPart>
          </mc:Choice>
          <mc:Fallback>
            <p:pic>
              <p:nvPicPr>
                <p:cNvPr id="20" name="Ink 19">
                  <a:extLst>
                    <a:ext uri="{FF2B5EF4-FFF2-40B4-BE49-F238E27FC236}">
                      <a16:creationId xmlns:a16="http://schemas.microsoft.com/office/drawing/2014/main" id="{0357C1B4-8E7C-5B61-3D6C-F8A93C181D2A}"/>
                    </a:ext>
                  </a:extLst>
                </p:cNvPr>
                <p:cNvPicPr/>
                <p:nvPr/>
              </p:nvPicPr>
              <p:blipFill>
                <a:blip r:embed="rId29"/>
                <a:stretch>
                  <a:fillRect/>
                </a:stretch>
              </p:blipFill>
              <p:spPr>
                <a:xfrm>
                  <a:off x="2247278" y="1257336"/>
                  <a:ext cx="16452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1" name="Ink 20">
                  <a:extLst>
                    <a:ext uri="{FF2B5EF4-FFF2-40B4-BE49-F238E27FC236}">
                      <a16:creationId xmlns:a16="http://schemas.microsoft.com/office/drawing/2014/main" id="{988C1357-A9DA-2732-9AA7-85217DAE58F1}"/>
                    </a:ext>
                  </a:extLst>
                </p14:cNvPr>
                <p14:cNvContentPartPr/>
                <p14:nvPr/>
              </p14:nvContentPartPr>
              <p14:xfrm>
                <a:off x="2434478" y="1331496"/>
                <a:ext cx="128520" cy="144360"/>
              </p14:xfrm>
            </p:contentPart>
          </mc:Choice>
          <mc:Fallback>
            <p:pic>
              <p:nvPicPr>
                <p:cNvPr id="21" name="Ink 20">
                  <a:extLst>
                    <a:ext uri="{FF2B5EF4-FFF2-40B4-BE49-F238E27FC236}">
                      <a16:creationId xmlns:a16="http://schemas.microsoft.com/office/drawing/2014/main" id="{988C1357-A9DA-2732-9AA7-85217DAE58F1}"/>
                    </a:ext>
                  </a:extLst>
                </p:cNvPr>
                <p:cNvPicPr/>
                <p:nvPr/>
              </p:nvPicPr>
              <p:blipFill>
                <a:blip r:embed="rId31"/>
                <a:stretch>
                  <a:fillRect/>
                </a:stretch>
              </p:blipFill>
              <p:spPr>
                <a:xfrm>
                  <a:off x="2430158" y="1327176"/>
                  <a:ext cx="13716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2" name="Ink 21">
                  <a:extLst>
                    <a:ext uri="{FF2B5EF4-FFF2-40B4-BE49-F238E27FC236}">
                      <a16:creationId xmlns:a16="http://schemas.microsoft.com/office/drawing/2014/main" id="{B596A9C3-D68A-4BA2-FE40-45833E2B0819}"/>
                    </a:ext>
                  </a:extLst>
                </p14:cNvPr>
                <p14:cNvContentPartPr/>
                <p14:nvPr/>
              </p14:nvContentPartPr>
              <p14:xfrm>
                <a:off x="2582078" y="1240416"/>
                <a:ext cx="278280" cy="193320"/>
              </p14:xfrm>
            </p:contentPart>
          </mc:Choice>
          <mc:Fallback>
            <p:pic>
              <p:nvPicPr>
                <p:cNvPr id="22" name="Ink 21">
                  <a:extLst>
                    <a:ext uri="{FF2B5EF4-FFF2-40B4-BE49-F238E27FC236}">
                      <a16:creationId xmlns:a16="http://schemas.microsoft.com/office/drawing/2014/main" id="{B596A9C3-D68A-4BA2-FE40-45833E2B0819}"/>
                    </a:ext>
                  </a:extLst>
                </p:cNvPr>
                <p:cNvPicPr/>
                <p:nvPr/>
              </p:nvPicPr>
              <p:blipFill>
                <a:blip r:embed="rId33"/>
                <a:stretch>
                  <a:fillRect/>
                </a:stretch>
              </p:blipFill>
              <p:spPr>
                <a:xfrm>
                  <a:off x="2577758" y="1236096"/>
                  <a:ext cx="286920" cy="2019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3" name="Ink 22">
                  <a:extLst>
                    <a:ext uri="{FF2B5EF4-FFF2-40B4-BE49-F238E27FC236}">
                      <a16:creationId xmlns:a16="http://schemas.microsoft.com/office/drawing/2014/main" id="{8E25ACE2-F1DF-9511-D201-882C0A6FAE50}"/>
                    </a:ext>
                  </a:extLst>
                </p14:cNvPr>
                <p14:cNvContentPartPr/>
                <p14:nvPr/>
              </p14:nvContentPartPr>
              <p14:xfrm>
                <a:off x="2791958" y="1269216"/>
                <a:ext cx="18000" cy="3240"/>
              </p14:xfrm>
            </p:contentPart>
          </mc:Choice>
          <mc:Fallback>
            <p:pic>
              <p:nvPicPr>
                <p:cNvPr id="23" name="Ink 22">
                  <a:extLst>
                    <a:ext uri="{FF2B5EF4-FFF2-40B4-BE49-F238E27FC236}">
                      <a16:creationId xmlns:a16="http://schemas.microsoft.com/office/drawing/2014/main" id="{8E25ACE2-F1DF-9511-D201-882C0A6FAE50}"/>
                    </a:ext>
                  </a:extLst>
                </p:cNvPr>
                <p:cNvPicPr/>
                <p:nvPr/>
              </p:nvPicPr>
              <p:blipFill>
                <a:blip r:embed="rId35"/>
                <a:stretch>
                  <a:fillRect/>
                </a:stretch>
              </p:blipFill>
              <p:spPr>
                <a:xfrm>
                  <a:off x="2787638" y="1264896"/>
                  <a:ext cx="26640" cy="118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4" name="Ink 23">
                  <a:extLst>
                    <a:ext uri="{FF2B5EF4-FFF2-40B4-BE49-F238E27FC236}">
                      <a16:creationId xmlns:a16="http://schemas.microsoft.com/office/drawing/2014/main" id="{B76133EA-3A5C-2BB0-440F-475EB49841A2}"/>
                    </a:ext>
                  </a:extLst>
                </p14:cNvPr>
                <p14:cNvContentPartPr/>
                <p14:nvPr/>
              </p14:nvContentPartPr>
              <p14:xfrm>
                <a:off x="2854958" y="1291896"/>
                <a:ext cx="107640" cy="71280"/>
              </p14:xfrm>
            </p:contentPart>
          </mc:Choice>
          <mc:Fallback>
            <p:pic>
              <p:nvPicPr>
                <p:cNvPr id="24" name="Ink 23">
                  <a:extLst>
                    <a:ext uri="{FF2B5EF4-FFF2-40B4-BE49-F238E27FC236}">
                      <a16:creationId xmlns:a16="http://schemas.microsoft.com/office/drawing/2014/main" id="{B76133EA-3A5C-2BB0-440F-475EB49841A2}"/>
                    </a:ext>
                  </a:extLst>
                </p:cNvPr>
                <p:cNvPicPr/>
                <p:nvPr/>
              </p:nvPicPr>
              <p:blipFill>
                <a:blip r:embed="rId37"/>
                <a:stretch>
                  <a:fillRect/>
                </a:stretch>
              </p:blipFill>
              <p:spPr>
                <a:xfrm>
                  <a:off x="2850638" y="1287576"/>
                  <a:ext cx="11628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5" name="Ink 24">
                  <a:extLst>
                    <a:ext uri="{FF2B5EF4-FFF2-40B4-BE49-F238E27FC236}">
                      <a16:creationId xmlns:a16="http://schemas.microsoft.com/office/drawing/2014/main" id="{4F42933B-8928-3D20-BAF5-A802F99B3455}"/>
                    </a:ext>
                  </a:extLst>
                </p14:cNvPr>
                <p14:cNvContentPartPr/>
                <p14:nvPr/>
              </p14:nvContentPartPr>
              <p14:xfrm>
                <a:off x="2982758" y="1259496"/>
                <a:ext cx="150480" cy="264960"/>
              </p14:xfrm>
            </p:contentPart>
          </mc:Choice>
          <mc:Fallback>
            <p:pic>
              <p:nvPicPr>
                <p:cNvPr id="25" name="Ink 24">
                  <a:extLst>
                    <a:ext uri="{FF2B5EF4-FFF2-40B4-BE49-F238E27FC236}">
                      <a16:creationId xmlns:a16="http://schemas.microsoft.com/office/drawing/2014/main" id="{4F42933B-8928-3D20-BAF5-A802F99B3455}"/>
                    </a:ext>
                  </a:extLst>
                </p:cNvPr>
                <p:cNvPicPr/>
                <p:nvPr/>
              </p:nvPicPr>
              <p:blipFill>
                <a:blip r:embed="rId39"/>
                <a:stretch>
                  <a:fillRect/>
                </a:stretch>
              </p:blipFill>
              <p:spPr>
                <a:xfrm>
                  <a:off x="2978438" y="1255176"/>
                  <a:ext cx="159120" cy="2736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6" name="Ink 25">
                  <a:extLst>
                    <a:ext uri="{FF2B5EF4-FFF2-40B4-BE49-F238E27FC236}">
                      <a16:creationId xmlns:a16="http://schemas.microsoft.com/office/drawing/2014/main" id="{A09C30E1-B40C-295B-6282-CC0C7869561B}"/>
                    </a:ext>
                  </a:extLst>
                </p14:cNvPr>
                <p14:cNvContentPartPr/>
                <p14:nvPr/>
              </p14:nvContentPartPr>
              <p14:xfrm>
                <a:off x="3791678" y="946656"/>
                <a:ext cx="176040" cy="113760"/>
              </p14:xfrm>
            </p:contentPart>
          </mc:Choice>
          <mc:Fallback>
            <p:pic>
              <p:nvPicPr>
                <p:cNvPr id="26" name="Ink 25">
                  <a:extLst>
                    <a:ext uri="{FF2B5EF4-FFF2-40B4-BE49-F238E27FC236}">
                      <a16:creationId xmlns:a16="http://schemas.microsoft.com/office/drawing/2014/main" id="{A09C30E1-B40C-295B-6282-CC0C7869561B}"/>
                    </a:ext>
                  </a:extLst>
                </p:cNvPr>
                <p:cNvPicPr/>
                <p:nvPr/>
              </p:nvPicPr>
              <p:blipFill>
                <a:blip r:embed="rId41"/>
                <a:stretch>
                  <a:fillRect/>
                </a:stretch>
              </p:blipFill>
              <p:spPr>
                <a:xfrm>
                  <a:off x="3787358" y="942336"/>
                  <a:ext cx="18468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7" name="Ink 26">
                  <a:extLst>
                    <a:ext uri="{FF2B5EF4-FFF2-40B4-BE49-F238E27FC236}">
                      <a16:creationId xmlns:a16="http://schemas.microsoft.com/office/drawing/2014/main" id="{33637D7E-BE97-C930-CFE1-0A9A79A52599}"/>
                    </a:ext>
                  </a:extLst>
                </p14:cNvPr>
                <p14:cNvContentPartPr/>
                <p14:nvPr/>
              </p14:nvContentPartPr>
              <p14:xfrm>
                <a:off x="3812918" y="906696"/>
                <a:ext cx="100440" cy="204120"/>
              </p14:xfrm>
            </p:contentPart>
          </mc:Choice>
          <mc:Fallback>
            <p:pic>
              <p:nvPicPr>
                <p:cNvPr id="27" name="Ink 26">
                  <a:extLst>
                    <a:ext uri="{FF2B5EF4-FFF2-40B4-BE49-F238E27FC236}">
                      <a16:creationId xmlns:a16="http://schemas.microsoft.com/office/drawing/2014/main" id="{33637D7E-BE97-C930-CFE1-0A9A79A52599}"/>
                    </a:ext>
                  </a:extLst>
                </p:cNvPr>
                <p:cNvPicPr/>
                <p:nvPr/>
              </p:nvPicPr>
              <p:blipFill>
                <a:blip r:embed="rId43"/>
                <a:stretch>
                  <a:fillRect/>
                </a:stretch>
              </p:blipFill>
              <p:spPr>
                <a:xfrm>
                  <a:off x="3808598" y="902376"/>
                  <a:ext cx="109080" cy="2127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8" name="Ink 27">
                  <a:extLst>
                    <a:ext uri="{FF2B5EF4-FFF2-40B4-BE49-F238E27FC236}">
                      <a16:creationId xmlns:a16="http://schemas.microsoft.com/office/drawing/2014/main" id="{D38E10EA-7A9E-9D8E-7F23-E7E1A11C783F}"/>
                    </a:ext>
                  </a:extLst>
                </p14:cNvPr>
                <p14:cNvContentPartPr/>
                <p14:nvPr/>
              </p14:nvContentPartPr>
              <p14:xfrm>
                <a:off x="4003358" y="1002456"/>
                <a:ext cx="16200" cy="123840"/>
              </p14:xfrm>
            </p:contentPart>
          </mc:Choice>
          <mc:Fallback>
            <p:pic>
              <p:nvPicPr>
                <p:cNvPr id="28" name="Ink 27">
                  <a:extLst>
                    <a:ext uri="{FF2B5EF4-FFF2-40B4-BE49-F238E27FC236}">
                      <a16:creationId xmlns:a16="http://schemas.microsoft.com/office/drawing/2014/main" id="{D38E10EA-7A9E-9D8E-7F23-E7E1A11C783F}"/>
                    </a:ext>
                  </a:extLst>
                </p:cNvPr>
                <p:cNvPicPr/>
                <p:nvPr/>
              </p:nvPicPr>
              <p:blipFill>
                <a:blip r:embed="rId45"/>
                <a:stretch>
                  <a:fillRect/>
                </a:stretch>
              </p:blipFill>
              <p:spPr>
                <a:xfrm>
                  <a:off x="3999038" y="998136"/>
                  <a:ext cx="2484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9" name="Ink 28">
                  <a:extLst>
                    <a:ext uri="{FF2B5EF4-FFF2-40B4-BE49-F238E27FC236}">
                      <a16:creationId xmlns:a16="http://schemas.microsoft.com/office/drawing/2014/main" id="{6D19F20E-FD11-AC3B-BDF6-78119816A114}"/>
                    </a:ext>
                  </a:extLst>
                </p14:cNvPr>
                <p14:cNvContentPartPr/>
                <p14:nvPr/>
              </p14:nvContentPartPr>
              <p14:xfrm>
                <a:off x="3987158" y="955656"/>
                <a:ext cx="360" cy="360"/>
              </p14:xfrm>
            </p:contentPart>
          </mc:Choice>
          <mc:Fallback>
            <p:pic>
              <p:nvPicPr>
                <p:cNvPr id="29" name="Ink 28">
                  <a:extLst>
                    <a:ext uri="{FF2B5EF4-FFF2-40B4-BE49-F238E27FC236}">
                      <a16:creationId xmlns:a16="http://schemas.microsoft.com/office/drawing/2014/main" id="{6D19F20E-FD11-AC3B-BDF6-78119816A114}"/>
                    </a:ext>
                  </a:extLst>
                </p:cNvPr>
                <p:cNvPicPr/>
                <p:nvPr/>
              </p:nvPicPr>
              <p:blipFill>
                <a:blip r:embed="rId11"/>
                <a:stretch>
                  <a:fillRect/>
                </a:stretch>
              </p:blipFill>
              <p:spPr>
                <a:xfrm>
                  <a:off x="3982838" y="95133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0" name="Ink 29">
                  <a:extLst>
                    <a:ext uri="{FF2B5EF4-FFF2-40B4-BE49-F238E27FC236}">
                      <a16:creationId xmlns:a16="http://schemas.microsoft.com/office/drawing/2014/main" id="{7F6770DA-A97E-86BD-0D1D-334F9D831D18}"/>
                    </a:ext>
                  </a:extLst>
                </p14:cNvPr>
                <p14:cNvContentPartPr/>
                <p14:nvPr/>
              </p14:nvContentPartPr>
              <p14:xfrm>
                <a:off x="4138718" y="890856"/>
                <a:ext cx="204120" cy="66960"/>
              </p14:xfrm>
            </p:contentPart>
          </mc:Choice>
          <mc:Fallback>
            <p:pic>
              <p:nvPicPr>
                <p:cNvPr id="30" name="Ink 29">
                  <a:extLst>
                    <a:ext uri="{FF2B5EF4-FFF2-40B4-BE49-F238E27FC236}">
                      <a16:creationId xmlns:a16="http://schemas.microsoft.com/office/drawing/2014/main" id="{7F6770DA-A97E-86BD-0D1D-334F9D831D18}"/>
                    </a:ext>
                  </a:extLst>
                </p:cNvPr>
                <p:cNvPicPr/>
                <p:nvPr/>
              </p:nvPicPr>
              <p:blipFill>
                <a:blip r:embed="rId48"/>
                <a:stretch>
                  <a:fillRect/>
                </a:stretch>
              </p:blipFill>
              <p:spPr>
                <a:xfrm>
                  <a:off x="4134398" y="886536"/>
                  <a:ext cx="212760" cy="7560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1" name="Ink 30">
                  <a:extLst>
                    <a:ext uri="{FF2B5EF4-FFF2-40B4-BE49-F238E27FC236}">
                      <a16:creationId xmlns:a16="http://schemas.microsoft.com/office/drawing/2014/main" id="{20E63A04-DF58-8E82-8AEA-0CDDD277A628}"/>
                    </a:ext>
                  </a:extLst>
                </p14:cNvPr>
                <p14:cNvContentPartPr/>
                <p14:nvPr/>
              </p14:nvContentPartPr>
              <p14:xfrm>
                <a:off x="4436078" y="783216"/>
                <a:ext cx="202320" cy="207000"/>
              </p14:xfrm>
            </p:contentPart>
          </mc:Choice>
          <mc:Fallback>
            <p:pic>
              <p:nvPicPr>
                <p:cNvPr id="31" name="Ink 30">
                  <a:extLst>
                    <a:ext uri="{FF2B5EF4-FFF2-40B4-BE49-F238E27FC236}">
                      <a16:creationId xmlns:a16="http://schemas.microsoft.com/office/drawing/2014/main" id="{20E63A04-DF58-8E82-8AEA-0CDDD277A628}"/>
                    </a:ext>
                  </a:extLst>
                </p:cNvPr>
                <p:cNvPicPr/>
                <p:nvPr/>
              </p:nvPicPr>
              <p:blipFill>
                <a:blip r:embed="rId50"/>
                <a:stretch>
                  <a:fillRect/>
                </a:stretch>
              </p:blipFill>
              <p:spPr>
                <a:xfrm>
                  <a:off x="4431758" y="778896"/>
                  <a:ext cx="210960" cy="21564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2" name="Ink 31">
                  <a:extLst>
                    <a:ext uri="{FF2B5EF4-FFF2-40B4-BE49-F238E27FC236}">
                      <a16:creationId xmlns:a16="http://schemas.microsoft.com/office/drawing/2014/main" id="{2CBFD804-4EF9-33DC-8CD1-1B0E8007AF7B}"/>
                    </a:ext>
                  </a:extLst>
                </p14:cNvPr>
                <p14:cNvContentPartPr/>
                <p14:nvPr/>
              </p14:nvContentPartPr>
              <p14:xfrm>
                <a:off x="3658838" y="995256"/>
                <a:ext cx="1023480" cy="327960"/>
              </p14:xfrm>
            </p:contentPart>
          </mc:Choice>
          <mc:Fallback>
            <p:pic>
              <p:nvPicPr>
                <p:cNvPr id="32" name="Ink 31">
                  <a:extLst>
                    <a:ext uri="{FF2B5EF4-FFF2-40B4-BE49-F238E27FC236}">
                      <a16:creationId xmlns:a16="http://schemas.microsoft.com/office/drawing/2014/main" id="{2CBFD804-4EF9-33DC-8CD1-1B0E8007AF7B}"/>
                    </a:ext>
                  </a:extLst>
                </p:cNvPr>
                <p:cNvPicPr/>
                <p:nvPr/>
              </p:nvPicPr>
              <p:blipFill>
                <a:blip r:embed="rId52"/>
                <a:stretch>
                  <a:fillRect/>
                </a:stretch>
              </p:blipFill>
              <p:spPr>
                <a:xfrm>
                  <a:off x="3654518" y="990936"/>
                  <a:ext cx="1032120" cy="3366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5" name="Ink 34">
                  <a:extLst>
                    <a:ext uri="{FF2B5EF4-FFF2-40B4-BE49-F238E27FC236}">
                      <a16:creationId xmlns:a16="http://schemas.microsoft.com/office/drawing/2014/main" id="{C24ACF5C-2B81-5320-E3BB-B016C089CB87}"/>
                    </a:ext>
                  </a:extLst>
                </p14:cNvPr>
                <p14:cNvContentPartPr/>
                <p14:nvPr/>
              </p14:nvContentPartPr>
              <p14:xfrm>
                <a:off x="4050518" y="1165536"/>
                <a:ext cx="253800" cy="290880"/>
              </p14:xfrm>
            </p:contentPart>
          </mc:Choice>
          <mc:Fallback>
            <p:pic>
              <p:nvPicPr>
                <p:cNvPr id="35" name="Ink 34">
                  <a:extLst>
                    <a:ext uri="{FF2B5EF4-FFF2-40B4-BE49-F238E27FC236}">
                      <a16:creationId xmlns:a16="http://schemas.microsoft.com/office/drawing/2014/main" id="{C24ACF5C-2B81-5320-E3BB-B016C089CB87}"/>
                    </a:ext>
                  </a:extLst>
                </p:cNvPr>
                <p:cNvPicPr/>
                <p:nvPr/>
              </p:nvPicPr>
              <p:blipFill>
                <a:blip r:embed="rId54"/>
                <a:stretch>
                  <a:fillRect/>
                </a:stretch>
              </p:blipFill>
              <p:spPr>
                <a:xfrm>
                  <a:off x="4046198" y="1161216"/>
                  <a:ext cx="262440" cy="29952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7" name="Ink 36">
                  <a:extLst>
                    <a:ext uri="{FF2B5EF4-FFF2-40B4-BE49-F238E27FC236}">
                      <a16:creationId xmlns:a16="http://schemas.microsoft.com/office/drawing/2014/main" id="{273EBB7F-8E25-9D6F-1B60-BFE99092DBFB}"/>
                    </a:ext>
                  </a:extLst>
                </p14:cNvPr>
                <p14:cNvContentPartPr/>
                <p14:nvPr/>
              </p14:nvContentPartPr>
              <p14:xfrm>
                <a:off x="1905278" y="2136456"/>
                <a:ext cx="261000" cy="414360"/>
              </p14:xfrm>
            </p:contentPart>
          </mc:Choice>
          <mc:Fallback>
            <p:pic>
              <p:nvPicPr>
                <p:cNvPr id="37" name="Ink 36">
                  <a:extLst>
                    <a:ext uri="{FF2B5EF4-FFF2-40B4-BE49-F238E27FC236}">
                      <a16:creationId xmlns:a16="http://schemas.microsoft.com/office/drawing/2014/main" id="{273EBB7F-8E25-9D6F-1B60-BFE99092DBFB}"/>
                    </a:ext>
                  </a:extLst>
                </p:cNvPr>
                <p:cNvPicPr/>
                <p:nvPr/>
              </p:nvPicPr>
              <p:blipFill>
                <a:blip r:embed="rId56"/>
                <a:stretch>
                  <a:fillRect/>
                </a:stretch>
              </p:blipFill>
              <p:spPr>
                <a:xfrm>
                  <a:off x="1900958" y="2132136"/>
                  <a:ext cx="269640" cy="4230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8" name="Ink 37">
                  <a:extLst>
                    <a:ext uri="{FF2B5EF4-FFF2-40B4-BE49-F238E27FC236}">
                      <a16:creationId xmlns:a16="http://schemas.microsoft.com/office/drawing/2014/main" id="{4221899B-F32C-5D89-562D-5D926E20E2A2}"/>
                    </a:ext>
                  </a:extLst>
                </p14:cNvPr>
                <p14:cNvContentPartPr/>
                <p14:nvPr/>
              </p14:nvContentPartPr>
              <p14:xfrm>
                <a:off x="2151878" y="2144376"/>
                <a:ext cx="60840" cy="343080"/>
              </p14:xfrm>
            </p:contentPart>
          </mc:Choice>
          <mc:Fallback>
            <p:pic>
              <p:nvPicPr>
                <p:cNvPr id="38" name="Ink 37">
                  <a:extLst>
                    <a:ext uri="{FF2B5EF4-FFF2-40B4-BE49-F238E27FC236}">
                      <a16:creationId xmlns:a16="http://schemas.microsoft.com/office/drawing/2014/main" id="{4221899B-F32C-5D89-562D-5D926E20E2A2}"/>
                    </a:ext>
                  </a:extLst>
                </p:cNvPr>
                <p:cNvPicPr/>
                <p:nvPr/>
              </p:nvPicPr>
              <p:blipFill>
                <a:blip r:embed="rId58"/>
                <a:stretch>
                  <a:fillRect/>
                </a:stretch>
              </p:blipFill>
              <p:spPr>
                <a:xfrm>
                  <a:off x="2147558" y="2140056"/>
                  <a:ext cx="69480" cy="35172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9" name="Ink 38">
                  <a:extLst>
                    <a:ext uri="{FF2B5EF4-FFF2-40B4-BE49-F238E27FC236}">
                      <a16:creationId xmlns:a16="http://schemas.microsoft.com/office/drawing/2014/main" id="{4B99EF04-ADD2-A5BE-D3B0-D582FA3C71C8}"/>
                    </a:ext>
                  </a:extLst>
                </p14:cNvPr>
                <p14:cNvContentPartPr/>
                <p14:nvPr/>
              </p14:nvContentPartPr>
              <p14:xfrm>
                <a:off x="2127038" y="2290896"/>
                <a:ext cx="163440" cy="134280"/>
              </p14:xfrm>
            </p:contentPart>
          </mc:Choice>
          <mc:Fallback>
            <p:pic>
              <p:nvPicPr>
                <p:cNvPr id="39" name="Ink 38">
                  <a:extLst>
                    <a:ext uri="{FF2B5EF4-FFF2-40B4-BE49-F238E27FC236}">
                      <a16:creationId xmlns:a16="http://schemas.microsoft.com/office/drawing/2014/main" id="{4B99EF04-ADD2-A5BE-D3B0-D582FA3C71C8}"/>
                    </a:ext>
                  </a:extLst>
                </p:cNvPr>
                <p:cNvPicPr/>
                <p:nvPr/>
              </p:nvPicPr>
              <p:blipFill>
                <a:blip r:embed="rId60"/>
                <a:stretch>
                  <a:fillRect/>
                </a:stretch>
              </p:blipFill>
              <p:spPr>
                <a:xfrm>
                  <a:off x="2122718" y="2286576"/>
                  <a:ext cx="17208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40" name="Ink 39">
                  <a:extLst>
                    <a:ext uri="{FF2B5EF4-FFF2-40B4-BE49-F238E27FC236}">
                      <a16:creationId xmlns:a16="http://schemas.microsoft.com/office/drawing/2014/main" id="{550B59FD-FBCA-F813-F8F8-E5882C144014}"/>
                    </a:ext>
                  </a:extLst>
                </p14:cNvPr>
                <p14:cNvContentPartPr/>
                <p14:nvPr/>
              </p14:nvContentPartPr>
              <p14:xfrm>
                <a:off x="2262038" y="2253456"/>
                <a:ext cx="129240" cy="136800"/>
              </p14:xfrm>
            </p:contentPart>
          </mc:Choice>
          <mc:Fallback>
            <p:pic>
              <p:nvPicPr>
                <p:cNvPr id="40" name="Ink 39">
                  <a:extLst>
                    <a:ext uri="{FF2B5EF4-FFF2-40B4-BE49-F238E27FC236}">
                      <a16:creationId xmlns:a16="http://schemas.microsoft.com/office/drawing/2014/main" id="{550B59FD-FBCA-F813-F8F8-E5882C144014}"/>
                    </a:ext>
                  </a:extLst>
                </p:cNvPr>
                <p:cNvPicPr/>
                <p:nvPr/>
              </p:nvPicPr>
              <p:blipFill>
                <a:blip r:embed="rId62"/>
                <a:stretch>
                  <a:fillRect/>
                </a:stretch>
              </p:blipFill>
              <p:spPr>
                <a:xfrm>
                  <a:off x="2257718" y="2249136"/>
                  <a:ext cx="13788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1" name="Ink 40">
                  <a:extLst>
                    <a:ext uri="{FF2B5EF4-FFF2-40B4-BE49-F238E27FC236}">
                      <a16:creationId xmlns:a16="http://schemas.microsoft.com/office/drawing/2014/main" id="{2F79BEEA-1527-5554-3FC8-EE0F3CF64718}"/>
                    </a:ext>
                  </a:extLst>
                </p14:cNvPr>
                <p14:cNvContentPartPr/>
                <p14:nvPr/>
              </p14:nvContentPartPr>
              <p14:xfrm>
                <a:off x="2383718" y="2314656"/>
                <a:ext cx="96120" cy="56520"/>
              </p14:xfrm>
            </p:contentPart>
          </mc:Choice>
          <mc:Fallback>
            <p:pic>
              <p:nvPicPr>
                <p:cNvPr id="41" name="Ink 40">
                  <a:extLst>
                    <a:ext uri="{FF2B5EF4-FFF2-40B4-BE49-F238E27FC236}">
                      <a16:creationId xmlns:a16="http://schemas.microsoft.com/office/drawing/2014/main" id="{2F79BEEA-1527-5554-3FC8-EE0F3CF64718}"/>
                    </a:ext>
                  </a:extLst>
                </p:cNvPr>
                <p:cNvPicPr/>
                <p:nvPr/>
              </p:nvPicPr>
              <p:blipFill>
                <a:blip r:embed="rId64"/>
                <a:stretch>
                  <a:fillRect/>
                </a:stretch>
              </p:blipFill>
              <p:spPr>
                <a:xfrm>
                  <a:off x="2379398" y="2310336"/>
                  <a:ext cx="10476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2" name="Ink 41">
                  <a:extLst>
                    <a:ext uri="{FF2B5EF4-FFF2-40B4-BE49-F238E27FC236}">
                      <a16:creationId xmlns:a16="http://schemas.microsoft.com/office/drawing/2014/main" id="{F580ECA5-CC3D-FB47-289E-ACB9E0A18CF6}"/>
                    </a:ext>
                  </a:extLst>
                </p14:cNvPr>
                <p14:cNvContentPartPr/>
                <p14:nvPr/>
              </p14:nvContentPartPr>
              <p14:xfrm>
                <a:off x="2517278" y="2102616"/>
                <a:ext cx="100440" cy="239400"/>
              </p14:xfrm>
            </p:contentPart>
          </mc:Choice>
          <mc:Fallback>
            <p:pic>
              <p:nvPicPr>
                <p:cNvPr id="42" name="Ink 41">
                  <a:extLst>
                    <a:ext uri="{FF2B5EF4-FFF2-40B4-BE49-F238E27FC236}">
                      <a16:creationId xmlns:a16="http://schemas.microsoft.com/office/drawing/2014/main" id="{F580ECA5-CC3D-FB47-289E-ACB9E0A18CF6}"/>
                    </a:ext>
                  </a:extLst>
                </p:cNvPr>
                <p:cNvPicPr/>
                <p:nvPr/>
              </p:nvPicPr>
              <p:blipFill>
                <a:blip r:embed="rId66"/>
                <a:stretch>
                  <a:fillRect/>
                </a:stretch>
              </p:blipFill>
              <p:spPr>
                <a:xfrm>
                  <a:off x="2512958" y="2098296"/>
                  <a:ext cx="10908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4" name="Ink 43">
                  <a:extLst>
                    <a:ext uri="{FF2B5EF4-FFF2-40B4-BE49-F238E27FC236}">
                      <a16:creationId xmlns:a16="http://schemas.microsoft.com/office/drawing/2014/main" id="{AA71F3AA-1443-7334-76C9-F3A815539179}"/>
                    </a:ext>
                  </a:extLst>
                </p14:cNvPr>
                <p14:cNvContentPartPr/>
                <p14:nvPr/>
              </p14:nvContentPartPr>
              <p14:xfrm>
                <a:off x="2629958" y="2189016"/>
                <a:ext cx="225720" cy="70200"/>
              </p14:xfrm>
            </p:contentPart>
          </mc:Choice>
          <mc:Fallback>
            <p:pic>
              <p:nvPicPr>
                <p:cNvPr id="44" name="Ink 43">
                  <a:extLst>
                    <a:ext uri="{FF2B5EF4-FFF2-40B4-BE49-F238E27FC236}">
                      <a16:creationId xmlns:a16="http://schemas.microsoft.com/office/drawing/2014/main" id="{AA71F3AA-1443-7334-76C9-F3A815539179}"/>
                    </a:ext>
                  </a:extLst>
                </p:cNvPr>
                <p:cNvPicPr/>
                <p:nvPr/>
              </p:nvPicPr>
              <p:blipFill>
                <a:blip r:embed="rId68"/>
                <a:stretch>
                  <a:fillRect/>
                </a:stretch>
              </p:blipFill>
              <p:spPr>
                <a:xfrm>
                  <a:off x="2625638" y="2184696"/>
                  <a:ext cx="23436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5" name="Ink 44">
                  <a:extLst>
                    <a:ext uri="{FF2B5EF4-FFF2-40B4-BE49-F238E27FC236}">
                      <a16:creationId xmlns:a16="http://schemas.microsoft.com/office/drawing/2014/main" id="{CE00C545-2010-4530-E5C4-DCCE75940CFA}"/>
                    </a:ext>
                  </a:extLst>
                </p14:cNvPr>
                <p14:cNvContentPartPr/>
                <p14:nvPr/>
              </p14:nvContentPartPr>
              <p14:xfrm>
                <a:off x="2883758" y="2007576"/>
                <a:ext cx="177840" cy="213480"/>
              </p14:xfrm>
            </p:contentPart>
          </mc:Choice>
          <mc:Fallback>
            <p:pic>
              <p:nvPicPr>
                <p:cNvPr id="45" name="Ink 44">
                  <a:extLst>
                    <a:ext uri="{FF2B5EF4-FFF2-40B4-BE49-F238E27FC236}">
                      <a16:creationId xmlns:a16="http://schemas.microsoft.com/office/drawing/2014/main" id="{CE00C545-2010-4530-E5C4-DCCE75940CFA}"/>
                    </a:ext>
                  </a:extLst>
                </p:cNvPr>
                <p:cNvPicPr/>
                <p:nvPr/>
              </p:nvPicPr>
              <p:blipFill>
                <a:blip r:embed="rId70"/>
                <a:stretch>
                  <a:fillRect/>
                </a:stretch>
              </p:blipFill>
              <p:spPr>
                <a:xfrm>
                  <a:off x="2879438" y="2003256"/>
                  <a:ext cx="18648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6" name="Ink 45">
                  <a:extLst>
                    <a:ext uri="{FF2B5EF4-FFF2-40B4-BE49-F238E27FC236}">
                      <a16:creationId xmlns:a16="http://schemas.microsoft.com/office/drawing/2014/main" id="{482BDECD-3A11-4E9F-BD56-2B037CE62B63}"/>
                    </a:ext>
                  </a:extLst>
                </p14:cNvPr>
                <p14:cNvContentPartPr/>
                <p14:nvPr/>
              </p14:nvContentPartPr>
              <p14:xfrm>
                <a:off x="2983478" y="2010456"/>
                <a:ext cx="32400" cy="6840"/>
              </p14:xfrm>
            </p:contentPart>
          </mc:Choice>
          <mc:Fallback>
            <p:pic>
              <p:nvPicPr>
                <p:cNvPr id="46" name="Ink 45">
                  <a:extLst>
                    <a:ext uri="{FF2B5EF4-FFF2-40B4-BE49-F238E27FC236}">
                      <a16:creationId xmlns:a16="http://schemas.microsoft.com/office/drawing/2014/main" id="{482BDECD-3A11-4E9F-BD56-2B037CE62B63}"/>
                    </a:ext>
                  </a:extLst>
                </p:cNvPr>
                <p:cNvPicPr/>
                <p:nvPr/>
              </p:nvPicPr>
              <p:blipFill>
                <a:blip r:embed="rId72"/>
                <a:stretch>
                  <a:fillRect/>
                </a:stretch>
              </p:blipFill>
              <p:spPr>
                <a:xfrm>
                  <a:off x="2979158" y="2006136"/>
                  <a:ext cx="41040" cy="1548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7" name="Ink 46">
                  <a:extLst>
                    <a:ext uri="{FF2B5EF4-FFF2-40B4-BE49-F238E27FC236}">
                      <a16:creationId xmlns:a16="http://schemas.microsoft.com/office/drawing/2014/main" id="{805FD442-A596-365F-5AE7-75A2DA7442D0}"/>
                    </a:ext>
                  </a:extLst>
                </p14:cNvPr>
                <p14:cNvContentPartPr/>
                <p14:nvPr/>
              </p14:nvContentPartPr>
              <p14:xfrm>
                <a:off x="3061238" y="2102976"/>
                <a:ext cx="145800" cy="246960"/>
              </p14:xfrm>
            </p:contentPart>
          </mc:Choice>
          <mc:Fallback>
            <p:pic>
              <p:nvPicPr>
                <p:cNvPr id="47" name="Ink 46">
                  <a:extLst>
                    <a:ext uri="{FF2B5EF4-FFF2-40B4-BE49-F238E27FC236}">
                      <a16:creationId xmlns:a16="http://schemas.microsoft.com/office/drawing/2014/main" id="{805FD442-A596-365F-5AE7-75A2DA7442D0}"/>
                    </a:ext>
                  </a:extLst>
                </p:cNvPr>
                <p:cNvPicPr/>
                <p:nvPr/>
              </p:nvPicPr>
              <p:blipFill>
                <a:blip r:embed="rId74"/>
                <a:stretch>
                  <a:fillRect/>
                </a:stretch>
              </p:blipFill>
              <p:spPr>
                <a:xfrm>
                  <a:off x="3056918" y="2098656"/>
                  <a:ext cx="15444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8" name="Ink 47">
                  <a:extLst>
                    <a:ext uri="{FF2B5EF4-FFF2-40B4-BE49-F238E27FC236}">
                      <a16:creationId xmlns:a16="http://schemas.microsoft.com/office/drawing/2014/main" id="{AC42D7C5-72E5-E070-DCFF-00773B44F355}"/>
                    </a:ext>
                  </a:extLst>
                </p14:cNvPr>
                <p14:cNvContentPartPr/>
                <p14:nvPr/>
              </p14:nvContentPartPr>
              <p14:xfrm>
                <a:off x="3162038" y="2038536"/>
                <a:ext cx="23760" cy="3240"/>
              </p14:xfrm>
            </p:contentPart>
          </mc:Choice>
          <mc:Fallback>
            <p:pic>
              <p:nvPicPr>
                <p:cNvPr id="48" name="Ink 47">
                  <a:extLst>
                    <a:ext uri="{FF2B5EF4-FFF2-40B4-BE49-F238E27FC236}">
                      <a16:creationId xmlns:a16="http://schemas.microsoft.com/office/drawing/2014/main" id="{AC42D7C5-72E5-E070-DCFF-00773B44F355}"/>
                    </a:ext>
                  </a:extLst>
                </p:cNvPr>
                <p:cNvPicPr/>
                <p:nvPr/>
              </p:nvPicPr>
              <p:blipFill>
                <a:blip r:embed="rId76"/>
                <a:stretch>
                  <a:fillRect/>
                </a:stretch>
              </p:blipFill>
              <p:spPr>
                <a:xfrm>
                  <a:off x="3157718" y="2034216"/>
                  <a:ext cx="32400" cy="1188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9" name="Ink 48">
                  <a:extLst>
                    <a:ext uri="{FF2B5EF4-FFF2-40B4-BE49-F238E27FC236}">
                      <a16:creationId xmlns:a16="http://schemas.microsoft.com/office/drawing/2014/main" id="{88E69747-4BC9-E855-2C4B-E7CB3E0CC32C}"/>
                    </a:ext>
                  </a:extLst>
                </p14:cNvPr>
                <p14:cNvContentPartPr/>
                <p14:nvPr/>
              </p14:nvContentPartPr>
              <p14:xfrm>
                <a:off x="3225758" y="2093616"/>
                <a:ext cx="132120" cy="283680"/>
              </p14:xfrm>
            </p:contentPart>
          </mc:Choice>
          <mc:Fallback>
            <p:pic>
              <p:nvPicPr>
                <p:cNvPr id="49" name="Ink 48">
                  <a:extLst>
                    <a:ext uri="{FF2B5EF4-FFF2-40B4-BE49-F238E27FC236}">
                      <a16:creationId xmlns:a16="http://schemas.microsoft.com/office/drawing/2014/main" id="{88E69747-4BC9-E855-2C4B-E7CB3E0CC32C}"/>
                    </a:ext>
                  </a:extLst>
                </p:cNvPr>
                <p:cNvPicPr/>
                <p:nvPr/>
              </p:nvPicPr>
              <p:blipFill>
                <a:blip r:embed="rId78"/>
                <a:stretch>
                  <a:fillRect/>
                </a:stretch>
              </p:blipFill>
              <p:spPr>
                <a:xfrm>
                  <a:off x="3221438" y="2089296"/>
                  <a:ext cx="14076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51" name="Ink 50">
                  <a:extLst>
                    <a:ext uri="{FF2B5EF4-FFF2-40B4-BE49-F238E27FC236}">
                      <a16:creationId xmlns:a16="http://schemas.microsoft.com/office/drawing/2014/main" id="{7A1F933C-C316-D54F-3896-D11C65501071}"/>
                    </a:ext>
                  </a:extLst>
                </p14:cNvPr>
                <p14:cNvContentPartPr/>
                <p14:nvPr/>
              </p14:nvContentPartPr>
              <p14:xfrm>
                <a:off x="4087238" y="1705896"/>
                <a:ext cx="199440" cy="172800"/>
              </p14:xfrm>
            </p:contentPart>
          </mc:Choice>
          <mc:Fallback>
            <p:pic>
              <p:nvPicPr>
                <p:cNvPr id="51" name="Ink 50">
                  <a:extLst>
                    <a:ext uri="{FF2B5EF4-FFF2-40B4-BE49-F238E27FC236}">
                      <a16:creationId xmlns:a16="http://schemas.microsoft.com/office/drawing/2014/main" id="{7A1F933C-C316-D54F-3896-D11C65501071}"/>
                    </a:ext>
                  </a:extLst>
                </p:cNvPr>
                <p:cNvPicPr/>
                <p:nvPr/>
              </p:nvPicPr>
              <p:blipFill>
                <a:blip r:embed="rId80"/>
                <a:stretch>
                  <a:fillRect/>
                </a:stretch>
              </p:blipFill>
              <p:spPr>
                <a:xfrm>
                  <a:off x="4082918" y="1701576"/>
                  <a:ext cx="20808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2" name="Ink 51">
                  <a:extLst>
                    <a:ext uri="{FF2B5EF4-FFF2-40B4-BE49-F238E27FC236}">
                      <a16:creationId xmlns:a16="http://schemas.microsoft.com/office/drawing/2014/main" id="{6BCB080B-B4AE-B935-BEC8-05EEB445A65F}"/>
                    </a:ext>
                  </a:extLst>
                </p14:cNvPr>
                <p14:cNvContentPartPr/>
                <p14:nvPr/>
              </p14:nvContentPartPr>
              <p14:xfrm>
                <a:off x="4053398" y="1662696"/>
                <a:ext cx="141120" cy="280080"/>
              </p14:xfrm>
            </p:contentPart>
          </mc:Choice>
          <mc:Fallback>
            <p:pic>
              <p:nvPicPr>
                <p:cNvPr id="52" name="Ink 51">
                  <a:extLst>
                    <a:ext uri="{FF2B5EF4-FFF2-40B4-BE49-F238E27FC236}">
                      <a16:creationId xmlns:a16="http://schemas.microsoft.com/office/drawing/2014/main" id="{6BCB080B-B4AE-B935-BEC8-05EEB445A65F}"/>
                    </a:ext>
                  </a:extLst>
                </p:cNvPr>
                <p:cNvPicPr/>
                <p:nvPr/>
              </p:nvPicPr>
              <p:blipFill>
                <a:blip r:embed="rId82"/>
                <a:stretch>
                  <a:fillRect/>
                </a:stretch>
              </p:blipFill>
              <p:spPr>
                <a:xfrm>
                  <a:off x="4049078" y="1658376"/>
                  <a:ext cx="149760" cy="28872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3" name="Ink 52">
                  <a:extLst>
                    <a:ext uri="{FF2B5EF4-FFF2-40B4-BE49-F238E27FC236}">
                      <a16:creationId xmlns:a16="http://schemas.microsoft.com/office/drawing/2014/main" id="{8EA306F9-C5BA-982F-9DB9-BF5E9531174B}"/>
                    </a:ext>
                  </a:extLst>
                </p14:cNvPr>
                <p14:cNvContentPartPr/>
                <p14:nvPr/>
              </p14:nvContentPartPr>
              <p14:xfrm>
                <a:off x="4309358" y="1807056"/>
                <a:ext cx="5760" cy="171000"/>
              </p14:xfrm>
            </p:contentPart>
          </mc:Choice>
          <mc:Fallback>
            <p:pic>
              <p:nvPicPr>
                <p:cNvPr id="53" name="Ink 52">
                  <a:extLst>
                    <a:ext uri="{FF2B5EF4-FFF2-40B4-BE49-F238E27FC236}">
                      <a16:creationId xmlns:a16="http://schemas.microsoft.com/office/drawing/2014/main" id="{8EA306F9-C5BA-982F-9DB9-BF5E9531174B}"/>
                    </a:ext>
                  </a:extLst>
                </p:cNvPr>
                <p:cNvPicPr/>
                <p:nvPr/>
              </p:nvPicPr>
              <p:blipFill>
                <a:blip r:embed="rId84"/>
                <a:stretch>
                  <a:fillRect/>
                </a:stretch>
              </p:blipFill>
              <p:spPr>
                <a:xfrm>
                  <a:off x="4305038" y="1802736"/>
                  <a:ext cx="1440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4" name="Ink 53">
                  <a:extLst>
                    <a:ext uri="{FF2B5EF4-FFF2-40B4-BE49-F238E27FC236}">
                      <a16:creationId xmlns:a16="http://schemas.microsoft.com/office/drawing/2014/main" id="{232F14C2-0BCF-E115-0A86-65D4A218EDE3}"/>
                    </a:ext>
                  </a:extLst>
                </p14:cNvPr>
                <p14:cNvContentPartPr/>
                <p14:nvPr/>
              </p14:nvContentPartPr>
              <p14:xfrm>
                <a:off x="4347518" y="1682496"/>
                <a:ext cx="206280" cy="36720"/>
              </p14:xfrm>
            </p:contentPart>
          </mc:Choice>
          <mc:Fallback>
            <p:pic>
              <p:nvPicPr>
                <p:cNvPr id="54" name="Ink 53">
                  <a:extLst>
                    <a:ext uri="{FF2B5EF4-FFF2-40B4-BE49-F238E27FC236}">
                      <a16:creationId xmlns:a16="http://schemas.microsoft.com/office/drawing/2014/main" id="{232F14C2-0BCF-E115-0A86-65D4A218EDE3}"/>
                    </a:ext>
                  </a:extLst>
                </p:cNvPr>
                <p:cNvPicPr/>
                <p:nvPr/>
              </p:nvPicPr>
              <p:blipFill>
                <a:blip r:embed="rId86"/>
                <a:stretch>
                  <a:fillRect/>
                </a:stretch>
              </p:blipFill>
              <p:spPr>
                <a:xfrm>
                  <a:off x="4343198" y="1678176"/>
                  <a:ext cx="21492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5" name="Ink 54">
                  <a:extLst>
                    <a:ext uri="{FF2B5EF4-FFF2-40B4-BE49-F238E27FC236}">
                      <a16:creationId xmlns:a16="http://schemas.microsoft.com/office/drawing/2014/main" id="{2D3C2A7C-8240-68B7-73A7-74BB0801ECCB}"/>
                    </a:ext>
                  </a:extLst>
                </p14:cNvPr>
                <p14:cNvContentPartPr/>
                <p14:nvPr/>
              </p14:nvContentPartPr>
              <p14:xfrm>
                <a:off x="4656398" y="1552176"/>
                <a:ext cx="201960" cy="300960"/>
              </p14:xfrm>
            </p:contentPart>
          </mc:Choice>
          <mc:Fallback>
            <p:pic>
              <p:nvPicPr>
                <p:cNvPr id="55" name="Ink 54">
                  <a:extLst>
                    <a:ext uri="{FF2B5EF4-FFF2-40B4-BE49-F238E27FC236}">
                      <a16:creationId xmlns:a16="http://schemas.microsoft.com/office/drawing/2014/main" id="{2D3C2A7C-8240-68B7-73A7-74BB0801ECCB}"/>
                    </a:ext>
                  </a:extLst>
                </p:cNvPr>
                <p:cNvPicPr/>
                <p:nvPr/>
              </p:nvPicPr>
              <p:blipFill>
                <a:blip r:embed="rId88"/>
                <a:stretch>
                  <a:fillRect/>
                </a:stretch>
              </p:blipFill>
              <p:spPr>
                <a:xfrm>
                  <a:off x="4652078" y="1547856"/>
                  <a:ext cx="210600" cy="30960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6" name="Ink 55">
                  <a:extLst>
                    <a:ext uri="{FF2B5EF4-FFF2-40B4-BE49-F238E27FC236}">
                      <a16:creationId xmlns:a16="http://schemas.microsoft.com/office/drawing/2014/main" id="{585A9EF4-4EC2-94DB-9DB8-D881CAD98025}"/>
                    </a:ext>
                  </a:extLst>
                </p14:cNvPr>
                <p14:cNvContentPartPr/>
                <p14:nvPr/>
              </p14:nvContentPartPr>
              <p14:xfrm>
                <a:off x="4004438" y="1921896"/>
                <a:ext cx="927720" cy="208440"/>
              </p14:xfrm>
            </p:contentPart>
          </mc:Choice>
          <mc:Fallback>
            <p:pic>
              <p:nvPicPr>
                <p:cNvPr id="56" name="Ink 55">
                  <a:extLst>
                    <a:ext uri="{FF2B5EF4-FFF2-40B4-BE49-F238E27FC236}">
                      <a16:creationId xmlns:a16="http://schemas.microsoft.com/office/drawing/2014/main" id="{585A9EF4-4EC2-94DB-9DB8-D881CAD98025}"/>
                    </a:ext>
                  </a:extLst>
                </p:cNvPr>
                <p:cNvPicPr/>
                <p:nvPr/>
              </p:nvPicPr>
              <p:blipFill>
                <a:blip r:embed="rId90"/>
                <a:stretch>
                  <a:fillRect/>
                </a:stretch>
              </p:blipFill>
              <p:spPr>
                <a:xfrm>
                  <a:off x="4000118" y="1917576"/>
                  <a:ext cx="936360" cy="21708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8" name="Ink 57">
                  <a:extLst>
                    <a:ext uri="{FF2B5EF4-FFF2-40B4-BE49-F238E27FC236}">
                      <a16:creationId xmlns:a16="http://schemas.microsoft.com/office/drawing/2014/main" id="{FD98AFBC-AA70-3E06-4CC8-B3F625B09DEC}"/>
                    </a:ext>
                  </a:extLst>
                </p14:cNvPr>
                <p14:cNvContentPartPr/>
                <p14:nvPr/>
              </p14:nvContentPartPr>
              <p14:xfrm>
                <a:off x="4162478" y="2151216"/>
                <a:ext cx="181080" cy="236880"/>
              </p14:xfrm>
            </p:contentPart>
          </mc:Choice>
          <mc:Fallback>
            <p:pic>
              <p:nvPicPr>
                <p:cNvPr id="58" name="Ink 57">
                  <a:extLst>
                    <a:ext uri="{FF2B5EF4-FFF2-40B4-BE49-F238E27FC236}">
                      <a16:creationId xmlns:a16="http://schemas.microsoft.com/office/drawing/2014/main" id="{FD98AFBC-AA70-3E06-4CC8-B3F625B09DEC}"/>
                    </a:ext>
                  </a:extLst>
                </p:cNvPr>
                <p:cNvPicPr/>
                <p:nvPr/>
              </p:nvPicPr>
              <p:blipFill>
                <a:blip r:embed="rId92"/>
                <a:stretch>
                  <a:fillRect/>
                </a:stretch>
              </p:blipFill>
              <p:spPr>
                <a:xfrm>
                  <a:off x="4158158" y="2146896"/>
                  <a:ext cx="189720" cy="24552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9" name="Ink 58">
                  <a:extLst>
                    <a:ext uri="{FF2B5EF4-FFF2-40B4-BE49-F238E27FC236}">
                      <a16:creationId xmlns:a16="http://schemas.microsoft.com/office/drawing/2014/main" id="{00334930-B079-A414-3607-A8276CCDF21C}"/>
                    </a:ext>
                  </a:extLst>
                </p14:cNvPr>
                <p14:cNvContentPartPr/>
                <p14:nvPr/>
              </p14:nvContentPartPr>
              <p14:xfrm>
                <a:off x="4286678" y="2191896"/>
                <a:ext cx="27000" cy="20160"/>
              </p14:xfrm>
            </p:contentPart>
          </mc:Choice>
          <mc:Fallback>
            <p:pic>
              <p:nvPicPr>
                <p:cNvPr id="59" name="Ink 58">
                  <a:extLst>
                    <a:ext uri="{FF2B5EF4-FFF2-40B4-BE49-F238E27FC236}">
                      <a16:creationId xmlns:a16="http://schemas.microsoft.com/office/drawing/2014/main" id="{00334930-B079-A414-3607-A8276CCDF21C}"/>
                    </a:ext>
                  </a:extLst>
                </p:cNvPr>
                <p:cNvPicPr/>
                <p:nvPr/>
              </p:nvPicPr>
              <p:blipFill>
                <a:blip r:embed="rId94"/>
                <a:stretch>
                  <a:fillRect/>
                </a:stretch>
              </p:blipFill>
              <p:spPr>
                <a:xfrm>
                  <a:off x="4282358" y="2187576"/>
                  <a:ext cx="3564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60" name="Ink 59">
                  <a:extLst>
                    <a:ext uri="{FF2B5EF4-FFF2-40B4-BE49-F238E27FC236}">
                      <a16:creationId xmlns:a16="http://schemas.microsoft.com/office/drawing/2014/main" id="{73A282A8-2B53-EFAB-9D8E-C0416AC51C87}"/>
                    </a:ext>
                  </a:extLst>
                </p14:cNvPr>
                <p14:cNvContentPartPr/>
                <p14:nvPr/>
              </p14:nvContentPartPr>
              <p14:xfrm>
                <a:off x="4382438" y="2207376"/>
                <a:ext cx="294120" cy="167760"/>
              </p14:xfrm>
            </p:contentPart>
          </mc:Choice>
          <mc:Fallback>
            <p:pic>
              <p:nvPicPr>
                <p:cNvPr id="60" name="Ink 59">
                  <a:extLst>
                    <a:ext uri="{FF2B5EF4-FFF2-40B4-BE49-F238E27FC236}">
                      <a16:creationId xmlns:a16="http://schemas.microsoft.com/office/drawing/2014/main" id="{73A282A8-2B53-EFAB-9D8E-C0416AC51C87}"/>
                    </a:ext>
                  </a:extLst>
                </p:cNvPr>
                <p:cNvPicPr/>
                <p:nvPr/>
              </p:nvPicPr>
              <p:blipFill>
                <a:blip r:embed="rId96"/>
                <a:stretch>
                  <a:fillRect/>
                </a:stretch>
              </p:blipFill>
              <p:spPr>
                <a:xfrm>
                  <a:off x="4378118" y="2203056"/>
                  <a:ext cx="30276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61" name="Ink 60">
                  <a:extLst>
                    <a:ext uri="{FF2B5EF4-FFF2-40B4-BE49-F238E27FC236}">
                      <a16:creationId xmlns:a16="http://schemas.microsoft.com/office/drawing/2014/main" id="{4548B5CE-2D19-37D9-5B5A-36F73F99F783}"/>
                    </a:ext>
                  </a:extLst>
                </p14:cNvPr>
                <p14:cNvContentPartPr/>
                <p14:nvPr/>
              </p14:nvContentPartPr>
              <p14:xfrm>
                <a:off x="4668278" y="2131056"/>
                <a:ext cx="198000" cy="80280"/>
              </p14:xfrm>
            </p:contentPart>
          </mc:Choice>
          <mc:Fallback>
            <p:pic>
              <p:nvPicPr>
                <p:cNvPr id="61" name="Ink 60">
                  <a:extLst>
                    <a:ext uri="{FF2B5EF4-FFF2-40B4-BE49-F238E27FC236}">
                      <a16:creationId xmlns:a16="http://schemas.microsoft.com/office/drawing/2014/main" id="{4548B5CE-2D19-37D9-5B5A-36F73F99F783}"/>
                    </a:ext>
                  </a:extLst>
                </p:cNvPr>
                <p:cNvPicPr/>
                <p:nvPr/>
              </p:nvPicPr>
              <p:blipFill>
                <a:blip r:embed="rId98"/>
                <a:stretch>
                  <a:fillRect/>
                </a:stretch>
              </p:blipFill>
              <p:spPr>
                <a:xfrm>
                  <a:off x="4663958" y="2126736"/>
                  <a:ext cx="206640" cy="8892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63" name="Ink 62">
                  <a:extLst>
                    <a:ext uri="{FF2B5EF4-FFF2-40B4-BE49-F238E27FC236}">
                      <a16:creationId xmlns:a16="http://schemas.microsoft.com/office/drawing/2014/main" id="{09F3F68A-38FB-F3B7-A95D-689195EEAC1C}"/>
                    </a:ext>
                  </a:extLst>
                </p14:cNvPr>
                <p14:cNvContentPartPr/>
                <p14:nvPr/>
              </p14:nvContentPartPr>
              <p14:xfrm>
                <a:off x="5064638" y="1744416"/>
                <a:ext cx="129960" cy="30600"/>
              </p14:xfrm>
            </p:contentPart>
          </mc:Choice>
          <mc:Fallback>
            <p:pic>
              <p:nvPicPr>
                <p:cNvPr id="63" name="Ink 62">
                  <a:extLst>
                    <a:ext uri="{FF2B5EF4-FFF2-40B4-BE49-F238E27FC236}">
                      <a16:creationId xmlns:a16="http://schemas.microsoft.com/office/drawing/2014/main" id="{09F3F68A-38FB-F3B7-A95D-689195EEAC1C}"/>
                    </a:ext>
                  </a:extLst>
                </p:cNvPr>
                <p:cNvPicPr/>
                <p:nvPr/>
              </p:nvPicPr>
              <p:blipFill>
                <a:blip r:embed="rId100"/>
                <a:stretch>
                  <a:fillRect/>
                </a:stretch>
              </p:blipFill>
              <p:spPr>
                <a:xfrm>
                  <a:off x="5060318" y="1740096"/>
                  <a:ext cx="13860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64" name="Ink 63">
                  <a:extLst>
                    <a:ext uri="{FF2B5EF4-FFF2-40B4-BE49-F238E27FC236}">
                      <a16:creationId xmlns:a16="http://schemas.microsoft.com/office/drawing/2014/main" id="{6AEDE2E5-35E1-B7C2-CF40-FA055A98E8DA}"/>
                    </a:ext>
                  </a:extLst>
                </p14:cNvPr>
                <p14:cNvContentPartPr/>
                <p14:nvPr/>
              </p14:nvContentPartPr>
              <p14:xfrm>
                <a:off x="5084798" y="1809936"/>
                <a:ext cx="149760" cy="57960"/>
              </p14:xfrm>
            </p:contentPart>
          </mc:Choice>
          <mc:Fallback>
            <p:pic>
              <p:nvPicPr>
                <p:cNvPr id="64" name="Ink 63">
                  <a:extLst>
                    <a:ext uri="{FF2B5EF4-FFF2-40B4-BE49-F238E27FC236}">
                      <a16:creationId xmlns:a16="http://schemas.microsoft.com/office/drawing/2014/main" id="{6AEDE2E5-35E1-B7C2-CF40-FA055A98E8DA}"/>
                    </a:ext>
                  </a:extLst>
                </p:cNvPr>
                <p:cNvPicPr/>
                <p:nvPr/>
              </p:nvPicPr>
              <p:blipFill>
                <a:blip r:embed="rId102"/>
                <a:stretch>
                  <a:fillRect/>
                </a:stretch>
              </p:blipFill>
              <p:spPr>
                <a:xfrm>
                  <a:off x="5080478" y="1805616"/>
                  <a:ext cx="158400" cy="6660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65" name="Ink 64">
                  <a:extLst>
                    <a:ext uri="{FF2B5EF4-FFF2-40B4-BE49-F238E27FC236}">
                      <a16:creationId xmlns:a16="http://schemas.microsoft.com/office/drawing/2014/main" id="{BBD23466-444A-7E55-2A98-6D4A72822166}"/>
                    </a:ext>
                  </a:extLst>
                </p14:cNvPr>
                <p14:cNvContentPartPr/>
                <p14:nvPr/>
              </p14:nvContentPartPr>
              <p14:xfrm>
                <a:off x="5333918" y="1578096"/>
                <a:ext cx="245880" cy="306720"/>
              </p14:xfrm>
            </p:contentPart>
          </mc:Choice>
          <mc:Fallback>
            <p:pic>
              <p:nvPicPr>
                <p:cNvPr id="65" name="Ink 64">
                  <a:extLst>
                    <a:ext uri="{FF2B5EF4-FFF2-40B4-BE49-F238E27FC236}">
                      <a16:creationId xmlns:a16="http://schemas.microsoft.com/office/drawing/2014/main" id="{BBD23466-444A-7E55-2A98-6D4A72822166}"/>
                    </a:ext>
                  </a:extLst>
                </p:cNvPr>
                <p:cNvPicPr/>
                <p:nvPr/>
              </p:nvPicPr>
              <p:blipFill>
                <a:blip r:embed="rId104"/>
                <a:stretch>
                  <a:fillRect/>
                </a:stretch>
              </p:blipFill>
              <p:spPr>
                <a:xfrm>
                  <a:off x="5329598" y="1573776"/>
                  <a:ext cx="254520" cy="31536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67" name="Ink 66">
                  <a:extLst>
                    <a:ext uri="{FF2B5EF4-FFF2-40B4-BE49-F238E27FC236}">
                      <a16:creationId xmlns:a16="http://schemas.microsoft.com/office/drawing/2014/main" id="{746318CF-7CB5-FABB-F7B6-3DC371607D10}"/>
                    </a:ext>
                  </a:extLst>
                </p14:cNvPr>
                <p14:cNvContentPartPr/>
                <p14:nvPr/>
              </p14:nvContentPartPr>
              <p14:xfrm>
                <a:off x="4869158" y="2284776"/>
                <a:ext cx="119160" cy="217440"/>
              </p14:xfrm>
            </p:contentPart>
          </mc:Choice>
          <mc:Fallback>
            <p:pic>
              <p:nvPicPr>
                <p:cNvPr id="67" name="Ink 66">
                  <a:extLst>
                    <a:ext uri="{FF2B5EF4-FFF2-40B4-BE49-F238E27FC236}">
                      <a16:creationId xmlns:a16="http://schemas.microsoft.com/office/drawing/2014/main" id="{746318CF-7CB5-FABB-F7B6-3DC371607D10}"/>
                    </a:ext>
                  </a:extLst>
                </p:cNvPr>
                <p:cNvPicPr/>
                <p:nvPr/>
              </p:nvPicPr>
              <p:blipFill>
                <a:blip r:embed="rId106"/>
                <a:stretch>
                  <a:fillRect/>
                </a:stretch>
              </p:blipFill>
              <p:spPr>
                <a:xfrm>
                  <a:off x="4864838" y="2280456"/>
                  <a:ext cx="12780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68" name="Ink 67">
                  <a:extLst>
                    <a:ext uri="{FF2B5EF4-FFF2-40B4-BE49-F238E27FC236}">
                      <a16:creationId xmlns:a16="http://schemas.microsoft.com/office/drawing/2014/main" id="{CF29F2B7-908C-CCB8-453D-BC0EDF4D2FAB}"/>
                    </a:ext>
                  </a:extLst>
                </p14:cNvPr>
                <p14:cNvContentPartPr/>
                <p14:nvPr/>
              </p14:nvContentPartPr>
              <p14:xfrm>
                <a:off x="5042318" y="2242656"/>
                <a:ext cx="22680" cy="183240"/>
              </p14:xfrm>
            </p:contentPart>
          </mc:Choice>
          <mc:Fallback>
            <p:pic>
              <p:nvPicPr>
                <p:cNvPr id="68" name="Ink 67">
                  <a:extLst>
                    <a:ext uri="{FF2B5EF4-FFF2-40B4-BE49-F238E27FC236}">
                      <a16:creationId xmlns:a16="http://schemas.microsoft.com/office/drawing/2014/main" id="{CF29F2B7-908C-CCB8-453D-BC0EDF4D2FAB}"/>
                    </a:ext>
                  </a:extLst>
                </p:cNvPr>
                <p:cNvPicPr/>
                <p:nvPr/>
              </p:nvPicPr>
              <p:blipFill>
                <a:blip r:embed="rId108"/>
                <a:stretch>
                  <a:fillRect/>
                </a:stretch>
              </p:blipFill>
              <p:spPr>
                <a:xfrm>
                  <a:off x="5037998" y="2238336"/>
                  <a:ext cx="31320" cy="19188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69" name="Ink 68">
                  <a:extLst>
                    <a:ext uri="{FF2B5EF4-FFF2-40B4-BE49-F238E27FC236}">
                      <a16:creationId xmlns:a16="http://schemas.microsoft.com/office/drawing/2014/main" id="{131F7E76-5F6D-E089-F50A-CED45AFFABEE}"/>
                    </a:ext>
                  </a:extLst>
                </p14:cNvPr>
                <p14:cNvContentPartPr/>
                <p14:nvPr/>
              </p14:nvContentPartPr>
              <p14:xfrm>
                <a:off x="5019998" y="2342016"/>
                <a:ext cx="93600" cy="46440"/>
              </p14:xfrm>
            </p:contentPart>
          </mc:Choice>
          <mc:Fallback>
            <p:pic>
              <p:nvPicPr>
                <p:cNvPr id="69" name="Ink 68">
                  <a:extLst>
                    <a:ext uri="{FF2B5EF4-FFF2-40B4-BE49-F238E27FC236}">
                      <a16:creationId xmlns:a16="http://schemas.microsoft.com/office/drawing/2014/main" id="{131F7E76-5F6D-E089-F50A-CED45AFFABEE}"/>
                    </a:ext>
                  </a:extLst>
                </p:cNvPr>
                <p:cNvPicPr/>
                <p:nvPr/>
              </p:nvPicPr>
              <p:blipFill>
                <a:blip r:embed="rId110"/>
                <a:stretch>
                  <a:fillRect/>
                </a:stretch>
              </p:blipFill>
              <p:spPr>
                <a:xfrm>
                  <a:off x="5015678" y="2337696"/>
                  <a:ext cx="102240" cy="5508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70" name="Ink 69">
                  <a:extLst>
                    <a:ext uri="{FF2B5EF4-FFF2-40B4-BE49-F238E27FC236}">
                      <a16:creationId xmlns:a16="http://schemas.microsoft.com/office/drawing/2014/main" id="{F3C76FCC-DEB4-FAB2-3C9D-E8D0F97599BD}"/>
                    </a:ext>
                  </a:extLst>
                </p14:cNvPr>
                <p14:cNvContentPartPr/>
                <p14:nvPr/>
              </p14:nvContentPartPr>
              <p14:xfrm>
                <a:off x="5133758" y="2196576"/>
                <a:ext cx="92880" cy="191520"/>
              </p14:xfrm>
            </p:contentPart>
          </mc:Choice>
          <mc:Fallback>
            <p:pic>
              <p:nvPicPr>
                <p:cNvPr id="70" name="Ink 69">
                  <a:extLst>
                    <a:ext uri="{FF2B5EF4-FFF2-40B4-BE49-F238E27FC236}">
                      <a16:creationId xmlns:a16="http://schemas.microsoft.com/office/drawing/2014/main" id="{F3C76FCC-DEB4-FAB2-3C9D-E8D0F97599BD}"/>
                    </a:ext>
                  </a:extLst>
                </p:cNvPr>
                <p:cNvPicPr/>
                <p:nvPr/>
              </p:nvPicPr>
              <p:blipFill>
                <a:blip r:embed="rId112"/>
                <a:stretch>
                  <a:fillRect/>
                </a:stretch>
              </p:blipFill>
              <p:spPr>
                <a:xfrm>
                  <a:off x="5129438" y="2192256"/>
                  <a:ext cx="101520" cy="20016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71" name="Ink 70">
                  <a:extLst>
                    <a:ext uri="{FF2B5EF4-FFF2-40B4-BE49-F238E27FC236}">
                      <a16:creationId xmlns:a16="http://schemas.microsoft.com/office/drawing/2014/main" id="{1CB26C6B-D13E-1104-EA12-7F2D6CEEF517}"/>
                    </a:ext>
                  </a:extLst>
                </p14:cNvPr>
                <p14:cNvContentPartPr/>
                <p14:nvPr/>
              </p14:nvContentPartPr>
              <p14:xfrm>
                <a:off x="5273438" y="2317536"/>
                <a:ext cx="9000" cy="16200"/>
              </p14:xfrm>
            </p:contentPart>
          </mc:Choice>
          <mc:Fallback>
            <p:pic>
              <p:nvPicPr>
                <p:cNvPr id="71" name="Ink 70">
                  <a:extLst>
                    <a:ext uri="{FF2B5EF4-FFF2-40B4-BE49-F238E27FC236}">
                      <a16:creationId xmlns:a16="http://schemas.microsoft.com/office/drawing/2014/main" id="{1CB26C6B-D13E-1104-EA12-7F2D6CEEF517}"/>
                    </a:ext>
                  </a:extLst>
                </p:cNvPr>
                <p:cNvPicPr/>
                <p:nvPr/>
              </p:nvPicPr>
              <p:blipFill>
                <a:blip r:embed="rId114"/>
                <a:stretch>
                  <a:fillRect/>
                </a:stretch>
              </p:blipFill>
              <p:spPr>
                <a:xfrm>
                  <a:off x="5269118" y="2313216"/>
                  <a:ext cx="1764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72" name="Ink 71">
                  <a:extLst>
                    <a:ext uri="{FF2B5EF4-FFF2-40B4-BE49-F238E27FC236}">
                      <a16:creationId xmlns:a16="http://schemas.microsoft.com/office/drawing/2014/main" id="{2EE4184B-CDEB-5DBF-0F99-9450B6FF0A59}"/>
                    </a:ext>
                  </a:extLst>
                </p14:cNvPr>
                <p14:cNvContentPartPr/>
                <p14:nvPr/>
              </p14:nvContentPartPr>
              <p14:xfrm>
                <a:off x="5342198" y="2212416"/>
                <a:ext cx="101880" cy="109800"/>
              </p14:xfrm>
            </p:contentPart>
          </mc:Choice>
          <mc:Fallback>
            <p:pic>
              <p:nvPicPr>
                <p:cNvPr id="72" name="Ink 71">
                  <a:extLst>
                    <a:ext uri="{FF2B5EF4-FFF2-40B4-BE49-F238E27FC236}">
                      <a16:creationId xmlns:a16="http://schemas.microsoft.com/office/drawing/2014/main" id="{2EE4184B-CDEB-5DBF-0F99-9450B6FF0A59}"/>
                    </a:ext>
                  </a:extLst>
                </p:cNvPr>
                <p:cNvPicPr/>
                <p:nvPr/>
              </p:nvPicPr>
              <p:blipFill>
                <a:blip r:embed="rId116"/>
                <a:stretch>
                  <a:fillRect/>
                </a:stretch>
              </p:blipFill>
              <p:spPr>
                <a:xfrm>
                  <a:off x="5337878" y="2208096"/>
                  <a:ext cx="11052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73" name="Ink 72">
                  <a:extLst>
                    <a:ext uri="{FF2B5EF4-FFF2-40B4-BE49-F238E27FC236}">
                      <a16:creationId xmlns:a16="http://schemas.microsoft.com/office/drawing/2014/main" id="{5BB5BC58-8D1F-081D-1F5C-D9E120BACA41}"/>
                    </a:ext>
                  </a:extLst>
                </p14:cNvPr>
                <p14:cNvContentPartPr/>
                <p14:nvPr/>
              </p14:nvContentPartPr>
              <p14:xfrm>
                <a:off x="5473238" y="2224656"/>
                <a:ext cx="71280" cy="98640"/>
              </p14:xfrm>
            </p:contentPart>
          </mc:Choice>
          <mc:Fallback>
            <p:pic>
              <p:nvPicPr>
                <p:cNvPr id="73" name="Ink 72">
                  <a:extLst>
                    <a:ext uri="{FF2B5EF4-FFF2-40B4-BE49-F238E27FC236}">
                      <a16:creationId xmlns:a16="http://schemas.microsoft.com/office/drawing/2014/main" id="{5BB5BC58-8D1F-081D-1F5C-D9E120BACA41}"/>
                    </a:ext>
                  </a:extLst>
                </p:cNvPr>
                <p:cNvPicPr/>
                <p:nvPr/>
              </p:nvPicPr>
              <p:blipFill>
                <a:blip r:embed="rId118"/>
                <a:stretch>
                  <a:fillRect/>
                </a:stretch>
              </p:blipFill>
              <p:spPr>
                <a:xfrm>
                  <a:off x="5468918" y="2220336"/>
                  <a:ext cx="79920" cy="10728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74" name="Ink 73">
                  <a:extLst>
                    <a:ext uri="{FF2B5EF4-FFF2-40B4-BE49-F238E27FC236}">
                      <a16:creationId xmlns:a16="http://schemas.microsoft.com/office/drawing/2014/main" id="{2B43E826-E06D-CEF4-D22C-6B510D98AFF4}"/>
                    </a:ext>
                  </a:extLst>
                </p14:cNvPr>
                <p14:cNvContentPartPr/>
                <p14:nvPr/>
              </p14:nvContentPartPr>
              <p14:xfrm>
                <a:off x="5554958" y="2199816"/>
                <a:ext cx="72720" cy="108000"/>
              </p14:xfrm>
            </p:contentPart>
          </mc:Choice>
          <mc:Fallback>
            <p:pic>
              <p:nvPicPr>
                <p:cNvPr id="74" name="Ink 73">
                  <a:extLst>
                    <a:ext uri="{FF2B5EF4-FFF2-40B4-BE49-F238E27FC236}">
                      <a16:creationId xmlns:a16="http://schemas.microsoft.com/office/drawing/2014/main" id="{2B43E826-E06D-CEF4-D22C-6B510D98AFF4}"/>
                    </a:ext>
                  </a:extLst>
                </p:cNvPr>
                <p:cNvPicPr/>
                <p:nvPr/>
              </p:nvPicPr>
              <p:blipFill>
                <a:blip r:embed="rId120"/>
                <a:stretch>
                  <a:fillRect/>
                </a:stretch>
              </p:blipFill>
              <p:spPr>
                <a:xfrm>
                  <a:off x="5550638" y="2195496"/>
                  <a:ext cx="8136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75" name="Ink 74">
                  <a:extLst>
                    <a:ext uri="{FF2B5EF4-FFF2-40B4-BE49-F238E27FC236}">
                      <a16:creationId xmlns:a16="http://schemas.microsoft.com/office/drawing/2014/main" id="{13211BCD-6A7C-A42A-7E1A-98A9350B41CC}"/>
                    </a:ext>
                  </a:extLst>
                </p14:cNvPr>
                <p14:cNvContentPartPr/>
                <p14:nvPr/>
              </p14:nvContentPartPr>
              <p14:xfrm>
                <a:off x="5630558" y="2218176"/>
                <a:ext cx="142920" cy="85680"/>
              </p14:xfrm>
            </p:contentPart>
          </mc:Choice>
          <mc:Fallback>
            <p:pic>
              <p:nvPicPr>
                <p:cNvPr id="75" name="Ink 74">
                  <a:extLst>
                    <a:ext uri="{FF2B5EF4-FFF2-40B4-BE49-F238E27FC236}">
                      <a16:creationId xmlns:a16="http://schemas.microsoft.com/office/drawing/2014/main" id="{13211BCD-6A7C-A42A-7E1A-98A9350B41CC}"/>
                    </a:ext>
                  </a:extLst>
                </p:cNvPr>
                <p:cNvPicPr/>
                <p:nvPr/>
              </p:nvPicPr>
              <p:blipFill>
                <a:blip r:embed="rId122"/>
                <a:stretch>
                  <a:fillRect/>
                </a:stretch>
              </p:blipFill>
              <p:spPr>
                <a:xfrm>
                  <a:off x="5626238" y="2213856"/>
                  <a:ext cx="15156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77" name="Ink 76">
                  <a:extLst>
                    <a:ext uri="{FF2B5EF4-FFF2-40B4-BE49-F238E27FC236}">
                      <a16:creationId xmlns:a16="http://schemas.microsoft.com/office/drawing/2014/main" id="{67FBD0E5-8C3E-BCE4-F342-778E158D5ECB}"/>
                    </a:ext>
                  </a:extLst>
                </p14:cNvPr>
                <p14:cNvContentPartPr/>
                <p14:nvPr/>
              </p14:nvContentPartPr>
              <p14:xfrm>
                <a:off x="5799038" y="2019456"/>
                <a:ext cx="250920" cy="263880"/>
              </p14:xfrm>
            </p:contentPart>
          </mc:Choice>
          <mc:Fallback>
            <p:pic>
              <p:nvPicPr>
                <p:cNvPr id="77" name="Ink 76">
                  <a:extLst>
                    <a:ext uri="{FF2B5EF4-FFF2-40B4-BE49-F238E27FC236}">
                      <a16:creationId xmlns:a16="http://schemas.microsoft.com/office/drawing/2014/main" id="{67FBD0E5-8C3E-BCE4-F342-778E158D5ECB}"/>
                    </a:ext>
                  </a:extLst>
                </p:cNvPr>
                <p:cNvPicPr/>
                <p:nvPr/>
              </p:nvPicPr>
              <p:blipFill>
                <a:blip r:embed="rId124"/>
                <a:stretch>
                  <a:fillRect/>
                </a:stretch>
              </p:blipFill>
              <p:spPr>
                <a:xfrm>
                  <a:off x="5794718" y="2015136"/>
                  <a:ext cx="259560" cy="27252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79" name="Ink 78">
                  <a:extLst>
                    <a:ext uri="{FF2B5EF4-FFF2-40B4-BE49-F238E27FC236}">
                      <a16:creationId xmlns:a16="http://schemas.microsoft.com/office/drawing/2014/main" id="{9120B687-746D-B3A5-943D-8858640460C2}"/>
                    </a:ext>
                  </a:extLst>
                </p14:cNvPr>
                <p14:cNvContentPartPr/>
                <p14:nvPr/>
              </p14:nvContentPartPr>
              <p14:xfrm>
                <a:off x="3439238" y="2779056"/>
                <a:ext cx="221040" cy="242280"/>
              </p14:xfrm>
            </p:contentPart>
          </mc:Choice>
          <mc:Fallback>
            <p:pic>
              <p:nvPicPr>
                <p:cNvPr id="79" name="Ink 78">
                  <a:extLst>
                    <a:ext uri="{FF2B5EF4-FFF2-40B4-BE49-F238E27FC236}">
                      <a16:creationId xmlns:a16="http://schemas.microsoft.com/office/drawing/2014/main" id="{9120B687-746D-B3A5-943D-8858640460C2}"/>
                    </a:ext>
                  </a:extLst>
                </p:cNvPr>
                <p:cNvPicPr/>
                <p:nvPr/>
              </p:nvPicPr>
              <p:blipFill>
                <a:blip r:embed="rId126"/>
                <a:stretch>
                  <a:fillRect/>
                </a:stretch>
              </p:blipFill>
              <p:spPr>
                <a:xfrm>
                  <a:off x="3434918" y="2774736"/>
                  <a:ext cx="229680" cy="25092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81" name="Ink 80">
                  <a:extLst>
                    <a:ext uri="{FF2B5EF4-FFF2-40B4-BE49-F238E27FC236}">
                      <a16:creationId xmlns:a16="http://schemas.microsoft.com/office/drawing/2014/main" id="{3A00D991-059B-7AEE-2877-FC52B6A41288}"/>
                    </a:ext>
                  </a:extLst>
                </p14:cNvPr>
                <p14:cNvContentPartPr/>
                <p14:nvPr/>
              </p14:nvContentPartPr>
              <p14:xfrm>
                <a:off x="3995798" y="2759256"/>
                <a:ext cx="124920" cy="51480"/>
              </p14:xfrm>
            </p:contentPart>
          </mc:Choice>
          <mc:Fallback>
            <p:pic>
              <p:nvPicPr>
                <p:cNvPr id="81" name="Ink 80">
                  <a:extLst>
                    <a:ext uri="{FF2B5EF4-FFF2-40B4-BE49-F238E27FC236}">
                      <a16:creationId xmlns:a16="http://schemas.microsoft.com/office/drawing/2014/main" id="{3A00D991-059B-7AEE-2877-FC52B6A41288}"/>
                    </a:ext>
                  </a:extLst>
                </p:cNvPr>
                <p:cNvPicPr/>
                <p:nvPr/>
              </p:nvPicPr>
              <p:blipFill>
                <a:blip r:embed="rId128"/>
                <a:stretch>
                  <a:fillRect/>
                </a:stretch>
              </p:blipFill>
              <p:spPr>
                <a:xfrm>
                  <a:off x="3991478" y="2754936"/>
                  <a:ext cx="133560" cy="6012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82" name="Ink 81">
                  <a:extLst>
                    <a:ext uri="{FF2B5EF4-FFF2-40B4-BE49-F238E27FC236}">
                      <a16:creationId xmlns:a16="http://schemas.microsoft.com/office/drawing/2014/main" id="{F7BB72FC-0305-C76B-F467-99A701F7E4BD}"/>
                    </a:ext>
                  </a:extLst>
                </p14:cNvPr>
                <p14:cNvContentPartPr/>
                <p14:nvPr/>
              </p14:nvContentPartPr>
              <p14:xfrm>
                <a:off x="4216118" y="2698776"/>
                <a:ext cx="115200" cy="189000"/>
              </p14:xfrm>
            </p:contentPart>
          </mc:Choice>
          <mc:Fallback>
            <p:pic>
              <p:nvPicPr>
                <p:cNvPr id="82" name="Ink 81">
                  <a:extLst>
                    <a:ext uri="{FF2B5EF4-FFF2-40B4-BE49-F238E27FC236}">
                      <a16:creationId xmlns:a16="http://schemas.microsoft.com/office/drawing/2014/main" id="{F7BB72FC-0305-C76B-F467-99A701F7E4BD}"/>
                    </a:ext>
                  </a:extLst>
                </p:cNvPr>
                <p:cNvPicPr/>
                <p:nvPr/>
              </p:nvPicPr>
              <p:blipFill>
                <a:blip r:embed="rId130"/>
                <a:stretch>
                  <a:fillRect/>
                </a:stretch>
              </p:blipFill>
              <p:spPr>
                <a:xfrm>
                  <a:off x="4211798" y="2694456"/>
                  <a:ext cx="123840" cy="19764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83" name="Ink 82">
                  <a:extLst>
                    <a:ext uri="{FF2B5EF4-FFF2-40B4-BE49-F238E27FC236}">
                      <a16:creationId xmlns:a16="http://schemas.microsoft.com/office/drawing/2014/main" id="{0B4D3CBC-BE82-E4B0-9A1A-C6886FD0BA27}"/>
                    </a:ext>
                  </a:extLst>
                </p14:cNvPr>
                <p14:cNvContentPartPr/>
                <p14:nvPr/>
              </p14:nvContentPartPr>
              <p14:xfrm>
                <a:off x="4506638" y="2687616"/>
                <a:ext cx="213120" cy="187920"/>
              </p14:xfrm>
            </p:contentPart>
          </mc:Choice>
          <mc:Fallback>
            <p:pic>
              <p:nvPicPr>
                <p:cNvPr id="83" name="Ink 82">
                  <a:extLst>
                    <a:ext uri="{FF2B5EF4-FFF2-40B4-BE49-F238E27FC236}">
                      <a16:creationId xmlns:a16="http://schemas.microsoft.com/office/drawing/2014/main" id="{0B4D3CBC-BE82-E4B0-9A1A-C6886FD0BA27}"/>
                    </a:ext>
                  </a:extLst>
                </p:cNvPr>
                <p:cNvPicPr/>
                <p:nvPr/>
              </p:nvPicPr>
              <p:blipFill>
                <a:blip r:embed="rId132"/>
                <a:stretch>
                  <a:fillRect/>
                </a:stretch>
              </p:blipFill>
              <p:spPr>
                <a:xfrm>
                  <a:off x="4502318" y="2683296"/>
                  <a:ext cx="22176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85" name="Ink 84">
                  <a:extLst>
                    <a:ext uri="{FF2B5EF4-FFF2-40B4-BE49-F238E27FC236}">
                      <a16:creationId xmlns:a16="http://schemas.microsoft.com/office/drawing/2014/main" id="{C1C7092F-2F34-C85D-BB82-EABAFDA13F44}"/>
                    </a:ext>
                  </a:extLst>
                </p14:cNvPr>
                <p14:cNvContentPartPr/>
                <p14:nvPr/>
              </p14:nvContentPartPr>
              <p14:xfrm>
                <a:off x="5110718" y="2670696"/>
                <a:ext cx="141480" cy="60480"/>
              </p14:xfrm>
            </p:contentPart>
          </mc:Choice>
          <mc:Fallback>
            <p:pic>
              <p:nvPicPr>
                <p:cNvPr id="85" name="Ink 84">
                  <a:extLst>
                    <a:ext uri="{FF2B5EF4-FFF2-40B4-BE49-F238E27FC236}">
                      <a16:creationId xmlns:a16="http://schemas.microsoft.com/office/drawing/2014/main" id="{C1C7092F-2F34-C85D-BB82-EABAFDA13F44}"/>
                    </a:ext>
                  </a:extLst>
                </p:cNvPr>
                <p:cNvPicPr/>
                <p:nvPr/>
              </p:nvPicPr>
              <p:blipFill>
                <a:blip r:embed="rId134"/>
                <a:stretch>
                  <a:fillRect/>
                </a:stretch>
              </p:blipFill>
              <p:spPr>
                <a:xfrm>
                  <a:off x="5106398" y="2666376"/>
                  <a:ext cx="15012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87" name="Ink 86">
                  <a:extLst>
                    <a:ext uri="{FF2B5EF4-FFF2-40B4-BE49-F238E27FC236}">
                      <a16:creationId xmlns:a16="http://schemas.microsoft.com/office/drawing/2014/main" id="{195CE7AB-FEDB-4422-5814-6E2889562D54}"/>
                    </a:ext>
                  </a:extLst>
                </p14:cNvPr>
                <p14:cNvContentPartPr/>
                <p14:nvPr/>
              </p14:nvContentPartPr>
              <p14:xfrm>
                <a:off x="3756038" y="2745936"/>
                <a:ext cx="114840" cy="111240"/>
              </p14:xfrm>
            </p:contentPart>
          </mc:Choice>
          <mc:Fallback>
            <p:pic>
              <p:nvPicPr>
                <p:cNvPr id="87" name="Ink 86">
                  <a:extLst>
                    <a:ext uri="{FF2B5EF4-FFF2-40B4-BE49-F238E27FC236}">
                      <a16:creationId xmlns:a16="http://schemas.microsoft.com/office/drawing/2014/main" id="{195CE7AB-FEDB-4422-5814-6E2889562D54}"/>
                    </a:ext>
                  </a:extLst>
                </p:cNvPr>
                <p:cNvPicPr/>
                <p:nvPr/>
              </p:nvPicPr>
              <p:blipFill>
                <a:blip r:embed="rId136"/>
                <a:stretch>
                  <a:fillRect/>
                </a:stretch>
              </p:blipFill>
              <p:spPr>
                <a:xfrm>
                  <a:off x="3751718" y="2741616"/>
                  <a:ext cx="12348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89" name="Ink 88">
                  <a:extLst>
                    <a:ext uri="{FF2B5EF4-FFF2-40B4-BE49-F238E27FC236}">
                      <a16:creationId xmlns:a16="http://schemas.microsoft.com/office/drawing/2014/main" id="{17939927-1FFE-C8F7-7745-BB0117EC2AA0}"/>
                    </a:ext>
                  </a:extLst>
                </p14:cNvPr>
                <p14:cNvContentPartPr/>
                <p14:nvPr/>
              </p14:nvContentPartPr>
              <p14:xfrm>
                <a:off x="4754678" y="2668536"/>
                <a:ext cx="165960" cy="200160"/>
              </p14:xfrm>
            </p:contentPart>
          </mc:Choice>
          <mc:Fallback>
            <p:pic>
              <p:nvPicPr>
                <p:cNvPr id="89" name="Ink 88">
                  <a:extLst>
                    <a:ext uri="{FF2B5EF4-FFF2-40B4-BE49-F238E27FC236}">
                      <a16:creationId xmlns:a16="http://schemas.microsoft.com/office/drawing/2014/main" id="{17939927-1FFE-C8F7-7745-BB0117EC2AA0}"/>
                    </a:ext>
                  </a:extLst>
                </p:cNvPr>
                <p:cNvPicPr/>
                <p:nvPr/>
              </p:nvPicPr>
              <p:blipFill>
                <a:blip r:embed="rId138"/>
                <a:stretch>
                  <a:fillRect/>
                </a:stretch>
              </p:blipFill>
              <p:spPr>
                <a:xfrm>
                  <a:off x="4750358" y="2664216"/>
                  <a:ext cx="17460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90" name="Ink 89">
                  <a:extLst>
                    <a:ext uri="{FF2B5EF4-FFF2-40B4-BE49-F238E27FC236}">
                      <a16:creationId xmlns:a16="http://schemas.microsoft.com/office/drawing/2014/main" id="{7D8ECDC0-EE9A-42AD-55D5-254BB425C92B}"/>
                    </a:ext>
                  </a:extLst>
                </p14:cNvPr>
                <p14:cNvContentPartPr/>
                <p14:nvPr/>
              </p14:nvContentPartPr>
              <p14:xfrm>
                <a:off x="5146358" y="2631456"/>
                <a:ext cx="33840" cy="117000"/>
              </p14:xfrm>
            </p:contentPart>
          </mc:Choice>
          <mc:Fallback>
            <p:pic>
              <p:nvPicPr>
                <p:cNvPr id="90" name="Ink 89">
                  <a:extLst>
                    <a:ext uri="{FF2B5EF4-FFF2-40B4-BE49-F238E27FC236}">
                      <a16:creationId xmlns:a16="http://schemas.microsoft.com/office/drawing/2014/main" id="{7D8ECDC0-EE9A-42AD-55D5-254BB425C92B}"/>
                    </a:ext>
                  </a:extLst>
                </p:cNvPr>
                <p:cNvPicPr/>
                <p:nvPr/>
              </p:nvPicPr>
              <p:blipFill>
                <a:blip r:embed="rId140"/>
                <a:stretch>
                  <a:fillRect/>
                </a:stretch>
              </p:blipFill>
              <p:spPr>
                <a:xfrm>
                  <a:off x="5142038" y="2627136"/>
                  <a:ext cx="4248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93" name="Ink 92">
                  <a:extLst>
                    <a:ext uri="{FF2B5EF4-FFF2-40B4-BE49-F238E27FC236}">
                      <a16:creationId xmlns:a16="http://schemas.microsoft.com/office/drawing/2014/main" id="{830B16C0-269D-8AFC-82C5-741122EE865E}"/>
                    </a:ext>
                  </a:extLst>
                </p14:cNvPr>
                <p14:cNvContentPartPr/>
                <p14:nvPr/>
              </p14:nvContentPartPr>
              <p14:xfrm>
                <a:off x="5314118" y="2514816"/>
                <a:ext cx="146520" cy="214200"/>
              </p14:xfrm>
            </p:contentPart>
          </mc:Choice>
          <mc:Fallback>
            <p:pic>
              <p:nvPicPr>
                <p:cNvPr id="93" name="Ink 92">
                  <a:extLst>
                    <a:ext uri="{FF2B5EF4-FFF2-40B4-BE49-F238E27FC236}">
                      <a16:creationId xmlns:a16="http://schemas.microsoft.com/office/drawing/2014/main" id="{830B16C0-269D-8AFC-82C5-741122EE865E}"/>
                    </a:ext>
                  </a:extLst>
                </p:cNvPr>
                <p:cNvPicPr/>
                <p:nvPr/>
              </p:nvPicPr>
              <p:blipFill>
                <a:blip r:embed="rId142"/>
                <a:stretch>
                  <a:fillRect/>
                </a:stretch>
              </p:blipFill>
              <p:spPr>
                <a:xfrm>
                  <a:off x="5309798" y="2510496"/>
                  <a:ext cx="155160" cy="222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3">
            <p14:nvContentPartPr>
              <p14:cNvPr id="95" name="Ink 94">
                <a:extLst>
                  <a:ext uri="{FF2B5EF4-FFF2-40B4-BE49-F238E27FC236}">
                    <a16:creationId xmlns:a16="http://schemas.microsoft.com/office/drawing/2014/main" id="{D20A4F19-0F2E-A7BA-A2E7-292BFFDEB71B}"/>
                  </a:ext>
                </a:extLst>
              </p14:cNvPr>
              <p14:cNvContentPartPr/>
              <p14:nvPr/>
            </p14:nvContentPartPr>
            <p14:xfrm>
              <a:off x="749318" y="4379976"/>
              <a:ext cx="1844280" cy="182880"/>
            </p14:xfrm>
          </p:contentPart>
        </mc:Choice>
        <mc:Fallback>
          <p:pic>
            <p:nvPicPr>
              <p:cNvPr id="95" name="Ink 94">
                <a:extLst>
                  <a:ext uri="{FF2B5EF4-FFF2-40B4-BE49-F238E27FC236}">
                    <a16:creationId xmlns:a16="http://schemas.microsoft.com/office/drawing/2014/main" id="{D20A4F19-0F2E-A7BA-A2E7-292BFFDEB71B}"/>
                  </a:ext>
                </a:extLst>
              </p:cNvPr>
              <p:cNvPicPr/>
              <p:nvPr/>
            </p:nvPicPr>
            <p:blipFill>
              <a:blip r:embed="rId144"/>
              <a:stretch>
                <a:fillRect/>
              </a:stretch>
            </p:blipFill>
            <p:spPr>
              <a:xfrm>
                <a:off x="744998" y="4375656"/>
                <a:ext cx="1852920" cy="191520"/>
              </a:xfrm>
              <a:prstGeom prst="rect">
                <a:avLst/>
              </a:prstGeom>
            </p:spPr>
          </p:pic>
        </mc:Fallback>
      </mc:AlternateContent>
      <p:grpSp>
        <p:nvGrpSpPr>
          <p:cNvPr id="130" name="Group 129">
            <a:extLst>
              <a:ext uri="{FF2B5EF4-FFF2-40B4-BE49-F238E27FC236}">
                <a16:creationId xmlns:a16="http://schemas.microsoft.com/office/drawing/2014/main" id="{1BAE94AD-02B3-5E17-9007-7D130D1D9907}"/>
              </a:ext>
            </a:extLst>
          </p:cNvPr>
          <p:cNvGrpSpPr/>
          <p:nvPr/>
        </p:nvGrpSpPr>
        <p:grpSpPr>
          <a:xfrm>
            <a:off x="6447758" y="3755376"/>
            <a:ext cx="235800" cy="30600"/>
            <a:chOff x="6447758" y="3755376"/>
            <a:chExt cx="235800" cy="30600"/>
          </a:xfrm>
        </p:grpSpPr>
        <mc:AlternateContent xmlns:mc="http://schemas.openxmlformats.org/markup-compatibility/2006">
          <mc:Choice xmlns:p14="http://schemas.microsoft.com/office/powerpoint/2010/main" Requires="p14">
            <p:contentPart p14:bwMode="auto" r:id="rId145">
              <p14:nvContentPartPr>
                <p14:cNvPr id="128" name="Ink 127">
                  <a:extLst>
                    <a:ext uri="{FF2B5EF4-FFF2-40B4-BE49-F238E27FC236}">
                      <a16:creationId xmlns:a16="http://schemas.microsoft.com/office/drawing/2014/main" id="{355A6584-D9F1-8001-5D72-40B1D221784D}"/>
                    </a:ext>
                  </a:extLst>
                </p14:cNvPr>
                <p14:cNvContentPartPr/>
                <p14:nvPr/>
              </p14:nvContentPartPr>
              <p14:xfrm>
                <a:off x="6447758" y="3774816"/>
                <a:ext cx="9000" cy="11160"/>
              </p14:xfrm>
            </p:contentPart>
          </mc:Choice>
          <mc:Fallback>
            <p:pic>
              <p:nvPicPr>
                <p:cNvPr id="128" name="Ink 127">
                  <a:extLst>
                    <a:ext uri="{FF2B5EF4-FFF2-40B4-BE49-F238E27FC236}">
                      <a16:creationId xmlns:a16="http://schemas.microsoft.com/office/drawing/2014/main" id="{355A6584-D9F1-8001-5D72-40B1D221784D}"/>
                    </a:ext>
                  </a:extLst>
                </p:cNvPr>
                <p:cNvPicPr/>
                <p:nvPr/>
              </p:nvPicPr>
              <p:blipFill>
                <a:blip r:embed="rId146"/>
                <a:stretch>
                  <a:fillRect/>
                </a:stretch>
              </p:blipFill>
              <p:spPr>
                <a:xfrm>
                  <a:off x="6443438" y="3770496"/>
                  <a:ext cx="1764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129" name="Ink 128">
                  <a:extLst>
                    <a:ext uri="{FF2B5EF4-FFF2-40B4-BE49-F238E27FC236}">
                      <a16:creationId xmlns:a16="http://schemas.microsoft.com/office/drawing/2014/main" id="{EF8AFC66-D444-34E2-19B0-C127EB99CB51}"/>
                    </a:ext>
                  </a:extLst>
                </p14:cNvPr>
                <p14:cNvContentPartPr/>
                <p14:nvPr/>
              </p14:nvContentPartPr>
              <p14:xfrm>
                <a:off x="6638198" y="3755376"/>
                <a:ext cx="45360" cy="15480"/>
              </p14:xfrm>
            </p:contentPart>
          </mc:Choice>
          <mc:Fallback>
            <p:pic>
              <p:nvPicPr>
                <p:cNvPr id="129" name="Ink 128">
                  <a:extLst>
                    <a:ext uri="{FF2B5EF4-FFF2-40B4-BE49-F238E27FC236}">
                      <a16:creationId xmlns:a16="http://schemas.microsoft.com/office/drawing/2014/main" id="{EF8AFC66-D444-34E2-19B0-C127EB99CB51}"/>
                    </a:ext>
                  </a:extLst>
                </p:cNvPr>
                <p:cNvPicPr/>
                <p:nvPr/>
              </p:nvPicPr>
              <p:blipFill>
                <a:blip r:embed="rId148"/>
                <a:stretch>
                  <a:fillRect/>
                </a:stretch>
              </p:blipFill>
              <p:spPr>
                <a:xfrm>
                  <a:off x="6633878" y="3751056"/>
                  <a:ext cx="54000" cy="24120"/>
                </a:xfrm>
                <a:prstGeom prst="rect">
                  <a:avLst/>
                </a:prstGeom>
              </p:spPr>
            </p:pic>
          </mc:Fallback>
        </mc:AlternateContent>
      </p:grpSp>
      <p:grpSp>
        <p:nvGrpSpPr>
          <p:cNvPr id="232" name="Group 231">
            <a:extLst>
              <a:ext uri="{FF2B5EF4-FFF2-40B4-BE49-F238E27FC236}">
                <a16:creationId xmlns:a16="http://schemas.microsoft.com/office/drawing/2014/main" id="{6713E357-A1AE-5661-8945-D7BBD95CDB10}"/>
              </a:ext>
            </a:extLst>
          </p:cNvPr>
          <p:cNvGrpSpPr/>
          <p:nvPr/>
        </p:nvGrpSpPr>
        <p:grpSpPr>
          <a:xfrm>
            <a:off x="1171598" y="5296176"/>
            <a:ext cx="1017360" cy="811800"/>
            <a:chOff x="1171598" y="5296176"/>
            <a:chExt cx="1017360" cy="811800"/>
          </a:xfrm>
        </p:grpSpPr>
        <mc:AlternateContent xmlns:mc="http://schemas.openxmlformats.org/markup-compatibility/2006">
          <mc:Choice xmlns:p14="http://schemas.microsoft.com/office/powerpoint/2010/main" Requires="p14">
            <p:contentPart p14:bwMode="auto" r:id="rId149">
              <p14:nvContentPartPr>
                <p14:cNvPr id="220" name="Ink 219">
                  <a:extLst>
                    <a:ext uri="{FF2B5EF4-FFF2-40B4-BE49-F238E27FC236}">
                      <a16:creationId xmlns:a16="http://schemas.microsoft.com/office/drawing/2014/main" id="{DF5927F7-9264-1811-2E13-F542E26AC040}"/>
                    </a:ext>
                  </a:extLst>
                </p14:cNvPr>
                <p14:cNvContentPartPr/>
                <p14:nvPr/>
              </p14:nvContentPartPr>
              <p14:xfrm>
                <a:off x="1171598" y="5447736"/>
                <a:ext cx="263520" cy="337680"/>
              </p14:xfrm>
            </p:contentPart>
          </mc:Choice>
          <mc:Fallback>
            <p:pic>
              <p:nvPicPr>
                <p:cNvPr id="220" name="Ink 219">
                  <a:extLst>
                    <a:ext uri="{FF2B5EF4-FFF2-40B4-BE49-F238E27FC236}">
                      <a16:creationId xmlns:a16="http://schemas.microsoft.com/office/drawing/2014/main" id="{DF5927F7-9264-1811-2E13-F542E26AC040}"/>
                    </a:ext>
                  </a:extLst>
                </p:cNvPr>
                <p:cNvPicPr/>
                <p:nvPr/>
              </p:nvPicPr>
              <p:blipFill>
                <a:blip r:embed="rId150"/>
                <a:stretch>
                  <a:fillRect/>
                </a:stretch>
              </p:blipFill>
              <p:spPr>
                <a:xfrm>
                  <a:off x="1167278" y="5443416"/>
                  <a:ext cx="272160" cy="34632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221" name="Ink 220">
                  <a:extLst>
                    <a:ext uri="{FF2B5EF4-FFF2-40B4-BE49-F238E27FC236}">
                      <a16:creationId xmlns:a16="http://schemas.microsoft.com/office/drawing/2014/main" id="{28329208-B4C4-2FE7-B3D0-32DC0B214111}"/>
                    </a:ext>
                  </a:extLst>
                </p14:cNvPr>
                <p14:cNvContentPartPr/>
                <p14:nvPr/>
              </p14:nvContentPartPr>
              <p14:xfrm>
                <a:off x="1464278" y="5456016"/>
                <a:ext cx="46080" cy="27720"/>
              </p14:xfrm>
            </p:contentPart>
          </mc:Choice>
          <mc:Fallback>
            <p:pic>
              <p:nvPicPr>
                <p:cNvPr id="221" name="Ink 220">
                  <a:extLst>
                    <a:ext uri="{FF2B5EF4-FFF2-40B4-BE49-F238E27FC236}">
                      <a16:creationId xmlns:a16="http://schemas.microsoft.com/office/drawing/2014/main" id="{28329208-B4C4-2FE7-B3D0-32DC0B214111}"/>
                    </a:ext>
                  </a:extLst>
                </p:cNvPr>
                <p:cNvPicPr/>
                <p:nvPr/>
              </p:nvPicPr>
              <p:blipFill>
                <a:blip r:embed="rId152"/>
                <a:stretch>
                  <a:fillRect/>
                </a:stretch>
              </p:blipFill>
              <p:spPr>
                <a:xfrm>
                  <a:off x="1459958" y="5451696"/>
                  <a:ext cx="5472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222" name="Ink 221">
                  <a:extLst>
                    <a:ext uri="{FF2B5EF4-FFF2-40B4-BE49-F238E27FC236}">
                      <a16:creationId xmlns:a16="http://schemas.microsoft.com/office/drawing/2014/main" id="{C6C4CD90-2034-AD3F-26AE-3ECA3EB9056F}"/>
                    </a:ext>
                  </a:extLst>
                </p14:cNvPr>
                <p14:cNvContentPartPr/>
                <p14:nvPr/>
              </p14:nvContentPartPr>
              <p14:xfrm>
                <a:off x="1477958" y="5519376"/>
                <a:ext cx="81000" cy="45360"/>
              </p14:xfrm>
            </p:contentPart>
          </mc:Choice>
          <mc:Fallback>
            <p:pic>
              <p:nvPicPr>
                <p:cNvPr id="222" name="Ink 221">
                  <a:extLst>
                    <a:ext uri="{FF2B5EF4-FFF2-40B4-BE49-F238E27FC236}">
                      <a16:creationId xmlns:a16="http://schemas.microsoft.com/office/drawing/2014/main" id="{C6C4CD90-2034-AD3F-26AE-3ECA3EB9056F}"/>
                    </a:ext>
                  </a:extLst>
                </p:cNvPr>
                <p:cNvPicPr/>
                <p:nvPr/>
              </p:nvPicPr>
              <p:blipFill>
                <a:blip r:embed="rId154"/>
                <a:stretch>
                  <a:fillRect/>
                </a:stretch>
              </p:blipFill>
              <p:spPr>
                <a:xfrm>
                  <a:off x="1473638" y="5515056"/>
                  <a:ext cx="8964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224" name="Ink 223">
                  <a:extLst>
                    <a:ext uri="{FF2B5EF4-FFF2-40B4-BE49-F238E27FC236}">
                      <a16:creationId xmlns:a16="http://schemas.microsoft.com/office/drawing/2014/main" id="{249A1023-5095-C001-8ADA-776D162368E1}"/>
                    </a:ext>
                  </a:extLst>
                </p14:cNvPr>
                <p14:cNvContentPartPr/>
                <p14:nvPr/>
              </p14:nvContentPartPr>
              <p14:xfrm>
                <a:off x="1704398" y="5296176"/>
                <a:ext cx="141840" cy="242640"/>
              </p14:xfrm>
            </p:contentPart>
          </mc:Choice>
          <mc:Fallback>
            <p:pic>
              <p:nvPicPr>
                <p:cNvPr id="224" name="Ink 223">
                  <a:extLst>
                    <a:ext uri="{FF2B5EF4-FFF2-40B4-BE49-F238E27FC236}">
                      <a16:creationId xmlns:a16="http://schemas.microsoft.com/office/drawing/2014/main" id="{249A1023-5095-C001-8ADA-776D162368E1}"/>
                    </a:ext>
                  </a:extLst>
                </p:cNvPr>
                <p:cNvPicPr/>
                <p:nvPr/>
              </p:nvPicPr>
              <p:blipFill>
                <a:blip r:embed="rId156"/>
                <a:stretch>
                  <a:fillRect/>
                </a:stretch>
              </p:blipFill>
              <p:spPr>
                <a:xfrm>
                  <a:off x="1700078" y="5291856"/>
                  <a:ext cx="150480" cy="25128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225" name="Ink 224">
                  <a:extLst>
                    <a:ext uri="{FF2B5EF4-FFF2-40B4-BE49-F238E27FC236}">
                      <a16:creationId xmlns:a16="http://schemas.microsoft.com/office/drawing/2014/main" id="{B982EB77-E695-800F-CDD5-B723CE56F3DB}"/>
                    </a:ext>
                  </a:extLst>
                </p14:cNvPr>
                <p14:cNvContentPartPr/>
                <p14:nvPr/>
              </p14:nvContentPartPr>
              <p14:xfrm>
                <a:off x="1924718" y="5297256"/>
                <a:ext cx="129240" cy="93240"/>
              </p14:xfrm>
            </p:contentPart>
          </mc:Choice>
          <mc:Fallback>
            <p:pic>
              <p:nvPicPr>
                <p:cNvPr id="225" name="Ink 224">
                  <a:extLst>
                    <a:ext uri="{FF2B5EF4-FFF2-40B4-BE49-F238E27FC236}">
                      <a16:creationId xmlns:a16="http://schemas.microsoft.com/office/drawing/2014/main" id="{B982EB77-E695-800F-CDD5-B723CE56F3DB}"/>
                    </a:ext>
                  </a:extLst>
                </p:cNvPr>
                <p:cNvPicPr/>
                <p:nvPr/>
              </p:nvPicPr>
              <p:blipFill>
                <a:blip r:embed="rId158"/>
                <a:stretch>
                  <a:fillRect/>
                </a:stretch>
              </p:blipFill>
              <p:spPr>
                <a:xfrm>
                  <a:off x="1920398" y="5292936"/>
                  <a:ext cx="13788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226" name="Ink 225">
                  <a:extLst>
                    <a:ext uri="{FF2B5EF4-FFF2-40B4-BE49-F238E27FC236}">
                      <a16:creationId xmlns:a16="http://schemas.microsoft.com/office/drawing/2014/main" id="{4BC78298-6AAE-531E-1739-54F2771C5F0D}"/>
                    </a:ext>
                  </a:extLst>
                </p14:cNvPr>
                <p14:cNvContentPartPr/>
                <p14:nvPr/>
              </p14:nvContentPartPr>
              <p14:xfrm>
                <a:off x="1274918" y="5860296"/>
                <a:ext cx="249120" cy="247680"/>
              </p14:xfrm>
            </p:contentPart>
          </mc:Choice>
          <mc:Fallback>
            <p:pic>
              <p:nvPicPr>
                <p:cNvPr id="226" name="Ink 225">
                  <a:extLst>
                    <a:ext uri="{FF2B5EF4-FFF2-40B4-BE49-F238E27FC236}">
                      <a16:creationId xmlns:a16="http://schemas.microsoft.com/office/drawing/2014/main" id="{4BC78298-6AAE-531E-1739-54F2771C5F0D}"/>
                    </a:ext>
                  </a:extLst>
                </p:cNvPr>
                <p:cNvPicPr/>
                <p:nvPr/>
              </p:nvPicPr>
              <p:blipFill>
                <a:blip r:embed="rId160"/>
                <a:stretch>
                  <a:fillRect/>
                </a:stretch>
              </p:blipFill>
              <p:spPr>
                <a:xfrm>
                  <a:off x="1270598" y="5855976"/>
                  <a:ext cx="257760" cy="25632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227" name="Ink 226">
                  <a:extLst>
                    <a:ext uri="{FF2B5EF4-FFF2-40B4-BE49-F238E27FC236}">
                      <a16:creationId xmlns:a16="http://schemas.microsoft.com/office/drawing/2014/main" id="{8CDD454F-0D57-FED1-948A-25A0B36BBAC6}"/>
                    </a:ext>
                  </a:extLst>
                </p14:cNvPr>
                <p14:cNvContentPartPr/>
                <p14:nvPr/>
              </p14:nvContentPartPr>
              <p14:xfrm>
                <a:off x="1542758" y="5746536"/>
                <a:ext cx="177120" cy="85680"/>
              </p14:xfrm>
            </p:contentPart>
          </mc:Choice>
          <mc:Fallback>
            <p:pic>
              <p:nvPicPr>
                <p:cNvPr id="227" name="Ink 226">
                  <a:extLst>
                    <a:ext uri="{FF2B5EF4-FFF2-40B4-BE49-F238E27FC236}">
                      <a16:creationId xmlns:a16="http://schemas.microsoft.com/office/drawing/2014/main" id="{8CDD454F-0D57-FED1-948A-25A0B36BBAC6}"/>
                    </a:ext>
                  </a:extLst>
                </p:cNvPr>
                <p:cNvPicPr/>
                <p:nvPr/>
              </p:nvPicPr>
              <p:blipFill>
                <a:blip r:embed="rId162"/>
                <a:stretch>
                  <a:fillRect/>
                </a:stretch>
              </p:blipFill>
              <p:spPr>
                <a:xfrm>
                  <a:off x="1538438" y="5742216"/>
                  <a:ext cx="18576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228" name="Ink 227">
                  <a:extLst>
                    <a:ext uri="{FF2B5EF4-FFF2-40B4-BE49-F238E27FC236}">
                      <a16:creationId xmlns:a16="http://schemas.microsoft.com/office/drawing/2014/main" id="{5064D8D4-7349-B9BC-CF33-26EE25E8289C}"/>
                    </a:ext>
                  </a:extLst>
                </p14:cNvPr>
                <p14:cNvContentPartPr/>
                <p14:nvPr/>
              </p14:nvContentPartPr>
              <p14:xfrm>
                <a:off x="1738598" y="5796576"/>
                <a:ext cx="72720" cy="32760"/>
              </p14:xfrm>
            </p:contentPart>
          </mc:Choice>
          <mc:Fallback>
            <p:pic>
              <p:nvPicPr>
                <p:cNvPr id="228" name="Ink 227">
                  <a:extLst>
                    <a:ext uri="{FF2B5EF4-FFF2-40B4-BE49-F238E27FC236}">
                      <a16:creationId xmlns:a16="http://schemas.microsoft.com/office/drawing/2014/main" id="{5064D8D4-7349-B9BC-CF33-26EE25E8289C}"/>
                    </a:ext>
                  </a:extLst>
                </p:cNvPr>
                <p:cNvPicPr/>
                <p:nvPr/>
              </p:nvPicPr>
              <p:blipFill>
                <a:blip r:embed="rId164"/>
                <a:stretch>
                  <a:fillRect/>
                </a:stretch>
              </p:blipFill>
              <p:spPr>
                <a:xfrm>
                  <a:off x="1734278" y="5792256"/>
                  <a:ext cx="8136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229" name="Ink 228">
                  <a:extLst>
                    <a:ext uri="{FF2B5EF4-FFF2-40B4-BE49-F238E27FC236}">
                      <a16:creationId xmlns:a16="http://schemas.microsoft.com/office/drawing/2014/main" id="{98982916-158B-E420-ECB3-90D8C1375342}"/>
                    </a:ext>
                  </a:extLst>
                </p14:cNvPr>
                <p14:cNvContentPartPr/>
                <p14:nvPr/>
              </p14:nvContentPartPr>
              <p14:xfrm>
                <a:off x="1756598" y="5823936"/>
                <a:ext cx="97200" cy="61560"/>
              </p14:xfrm>
            </p:contentPart>
          </mc:Choice>
          <mc:Fallback>
            <p:pic>
              <p:nvPicPr>
                <p:cNvPr id="229" name="Ink 228">
                  <a:extLst>
                    <a:ext uri="{FF2B5EF4-FFF2-40B4-BE49-F238E27FC236}">
                      <a16:creationId xmlns:a16="http://schemas.microsoft.com/office/drawing/2014/main" id="{98982916-158B-E420-ECB3-90D8C1375342}"/>
                    </a:ext>
                  </a:extLst>
                </p:cNvPr>
                <p:cNvPicPr/>
                <p:nvPr/>
              </p:nvPicPr>
              <p:blipFill>
                <a:blip r:embed="rId166"/>
                <a:stretch>
                  <a:fillRect/>
                </a:stretch>
              </p:blipFill>
              <p:spPr>
                <a:xfrm>
                  <a:off x="1752278" y="5819616"/>
                  <a:ext cx="10584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230" name="Ink 229">
                  <a:extLst>
                    <a:ext uri="{FF2B5EF4-FFF2-40B4-BE49-F238E27FC236}">
                      <a16:creationId xmlns:a16="http://schemas.microsoft.com/office/drawing/2014/main" id="{BD8EE73C-76D8-FDA6-5CFC-A65911E8E1AD}"/>
                    </a:ext>
                  </a:extLst>
                </p14:cNvPr>
                <p14:cNvContentPartPr/>
                <p14:nvPr/>
              </p14:nvContentPartPr>
              <p14:xfrm>
                <a:off x="1909238" y="5578416"/>
                <a:ext cx="94680" cy="183600"/>
              </p14:xfrm>
            </p:contentPart>
          </mc:Choice>
          <mc:Fallback>
            <p:pic>
              <p:nvPicPr>
                <p:cNvPr id="230" name="Ink 229">
                  <a:extLst>
                    <a:ext uri="{FF2B5EF4-FFF2-40B4-BE49-F238E27FC236}">
                      <a16:creationId xmlns:a16="http://schemas.microsoft.com/office/drawing/2014/main" id="{BD8EE73C-76D8-FDA6-5CFC-A65911E8E1AD}"/>
                    </a:ext>
                  </a:extLst>
                </p:cNvPr>
                <p:cNvPicPr/>
                <p:nvPr/>
              </p:nvPicPr>
              <p:blipFill>
                <a:blip r:embed="rId168"/>
                <a:stretch>
                  <a:fillRect/>
                </a:stretch>
              </p:blipFill>
              <p:spPr>
                <a:xfrm>
                  <a:off x="1904918" y="5574096"/>
                  <a:ext cx="10332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231" name="Ink 230">
                  <a:extLst>
                    <a:ext uri="{FF2B5EF4-FFF2-40B4-BE49-F238E27FC236}">
                      <a16:creationId xmlns:a16="http://schemas.microsoft.com/office/drawing/2014/main" id="{7ED56075-D113-F768-EB60-DE08D6EC9ED3}"/>
                    </a:ext>
                  </a:extLst>
                </p14:cNvPr>
                <p14:cNvContentPartPr/>
                <p14:nvPr/>
              </p14:nvContentPartPr>
              <p14:xfrm>
                <a:off x="2030918" y="5472216"/>
                <a:ext cx="158040" cy="249840"/>
              </p14:xfrm>
            </p:contentPart>
          </mc:Choice>
          <mc:Fallback>
            <p:pic>
              <p:nvPicPr>
                <p:cNvPr id="231" name="Ink 230">
                  <a:extLst>
                    <a:ext uri="{FF2B5EF4-FFF2-40B4-BE49-F238E27FC236}">
                      <a16:creationId xmlns:a16="http://schemas.microsoft.com/office/drawing/2014/main" id="{7ED56075-D113-F768-EB60-DE08D6EC9ED3}"/>
                    </a:ext>
                  </a:extLst>
                </p:cNvPr>
                <p:cNvPicPr/>
                <p:nvPr/>
              </p:nvPicPr>
              <p:blipFill>
                <a:blip r:embed="rId170"/>
                <a:stretch>
                  <a:fillRect/>
                </a:stretch>
              </p:blipFill>
              <p:spPr>
                <a:xfrm>
                  <a:off x="2026598" y="5467896"/>
                  <a:ext cx="166680" cy="2584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71">
            <p14:nvContentPartPr>
              <p14:cNvPr id="233" name="Ink 232">
                <a:extLst>
                  <a:ext uri="{FF2B5EF4-FFF2-40B4-BE49-F238E27FC236}">
                    <a16:creationId xmlns:a16="http://schemas.microsoft.com/office/drawing/2014/main" id="{A03FDCD6-11F8-9039-A1E3-A4496C7AEAA5}"/>
                  </a:ext>
                </a:extLst>
              </p14:cNvPr>
              <p14:cNvContentPartPr/>
              <p14:nvPr/>
            </p14:nvContentPartPr>
            <p14:xfrm>
              <a:off x="8476358" y="1424736"/>
              <a:ext cx="211680" cy="326880"/>
            </p14:xfrm>
          </p:contentPart>
        </mc:Choice>
        <mc:Fallback>
          <p:pic>
            <p:nvPicPr>
              <p:cNvPr id="233" name="Ink 232">
                <a:extLst>
                  <a:ext uri="{FF2B5EF4-FFF2-40B4-BE49-F238E27FC236}">
                    <a16:creationId xmlns:a16="http://schemas.microsoft.com/office/drawing/2014/main" id="{A03FDCD6-11F8-9039-A1E3-A4496C7AEAA5}"/>
                  </a:ext>
                </a:extLst>
              </p:cNvPr>
              <p:cNvPicPr/>
              <p:nvPr/>
            </p:nvPicPr>
            <p:blipFill>
              <a:blip r:embed="rId172"/>
              <a:stretch>
                <a:fillRect/>
              </a:stretch>
            </p:blipFill>
            <p:spPr>
              <a:xfrm>
                <a:off x="8472038" y="1420416"/>
                <a:ext cx="220320" cy="335520"/>
              </a:xfrm>
              <a:prstGeom prst="rect">
                <a:avLst/>
              </a:prstGeom>
            </p:spPr>
          </p:pic>
        </mc:Fallback>
      </mc:AlternateContent>
      <p:grpSp>
        <p:nvGrpSpPr>
          <p:cNvPr id="245" name="Group 244">
            <a:extLst>
              <a:ext uri="{FF2B5EF4-FFF2-40B4-BE49-F238E27FC236}">
                <a16:creationId xmlns:a16="http://schemas.microsoft.com/office/drawing/2014/main" id="{CFCFBCC6-447D-3855-D0F5-497D86F882D1}"/>
              </a:ext>
            </a:extLst>
          </p:cNvPr>
          <p:cNvGrpSpPr/>
          <p:nvPr/>
        </p:nvGrpSpPr>
        <p:grpSpPr>
          <a:xfrm>
            <a:off x="2976998" y="3231936"/>
            <a:ext cx="3167640" cy="2859840"/>
            <a:chOff x="2976998" y="3231936"/>
            <a:chExt cx="3167640" cy="2859840"/>
          </a:xfrm>
        </p:grpSpPr>
        <mc:AlternateContent xmlns:mc="http://schemas.openxmlformats.org/markup-compatibility/2006">
          <mc:Choice xmlns:p14="http://schemas.microsoft.com/office/powerpoint/2010/main" Requires="p14">
            <p:contentPart p14:bwMode="auto" r:id="rId173">
              <p14:nvContentPartPr>
                <p14:cNvPr id="127" name="Ink 126">
                  <a:extLst>
                    <a:ext uri="{FF2B5EF4-FFF2-40B4-BE49-F238E27FC236}">
                      <a16:creationId xmlns:a16="http://schemas.microsoft.com/office/drawing/2014/main" id="{72A91544-30D0-EA3D-1027-503AF9A67B7E}"/>
                    </a:ext>
                  </a:extLst>
                </p14:cNvPr>
                <p14:cNvContentPartPr/>
                <p14:nvPr/>
              </p14:nvContentPartPr>
              <p14:xfrm>
                <a:off x="6129158" y="3815136"/>
                <a:ext cx="15480" cy="52560"/>
              </p14:xfrm>
            </p:contentPart>
          </mc:Choice>
          <mc:Fallback>
            <p:pic>
              <p:nvPicPr>
                <p:cNvPr id="127" name="Ink 126">
                  <a:extLst>
                    <a:ext uri="{FF2B5EF4-FFF2-40B4-BE49-F238E27FC236}">
                      <a16:creationId xmlns:a16="http://schemas.microsoft.com/office/drawing/2014/main" id="{72A91544-30D0-EA3D-1027-503AF9A67B7E}"/>
                    </a:ext>
                  </a:extLst>
                </p:cNvPr>
                <p:cNvPicPr/>
                <p:nvPr/>
              </p:nvPicPr>
              <p:blipFill>
                <a:blip r:embed="rId174"/>
                <a:stretch>
                  <a:fillRect/>
                </a:stretch>
              </p:blipFill>
              <p:spPr>
                <a:xfrm>
                  <a:off x="6124838" y="3810816"/>
                  <a:ext cx="2412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116" name="Ink 115">
                  <a:extLst>
                    <a:ext uri="{FF2B5EF4-FFF2-40B4-BE49-F238E27FC236}">
                      <a16:creationId xmlns:a16="http://schemas.microsoft.com/office/drawing/2014/main" id="{D3EC837E-6F0F-97BB-A0FF-A4D952EDA5DC}"/>
                    </a:ext>
                  </a:extLst>
                </p14:cNvPr>
                <p14:cNvContentPartPr/>
                <p14:nvPr/>
              </p14:nvContentPartPr>
              <p14:xfrm>
                <a:off x="3066278" y="4287816"/>
                <a:ext cx="2184840" cy="43200"/>
              </p14:xfrm>
            </p:contentPart>
          </mc:Choice>
          <mc:Fallback>
            <p:pic>
              <p:nvPicPr>
                <p:cNvPr id="116" name="Ink 115">
                  <a:extLst>
                    <a:ext uri="{FF2B5EF4-FFF2-40B4-BE49-F238E27FC236}">
                      <a16:creationId xmlns:a16="http://schemas.microsoft.com/office/drawing/2014/main" id="{D3EC837E-6F0F-97BB-A0FF-A4D952EDA5DC}"/>
                    </a:ext>
                  </a:extLst>
                </p:cNvPr>
                <p:cNvPicPr/>
                <p:nvPr/>
              </p:nvPicPr>
              <p:blipFill>
                <a:blip r:embed="rId176"/>
                <a:stretch>
                  <a:fillRect/>
                </a:stretch>
              </p:blipFill>
              <p:spPr>
                <a:xfrm>
                  <a:off x="3061958" y="4283496"/>
                  <a:ext cx="219348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17" name="Ink 116">
                  <a:extLst>
                    <a:ext uri="{FF2B5EF4-FFF2-40B4-BE49-F238E27FC236}">
                      <a16:creationId xmlns:a16="http://schemas.microsoft.com/office/drawing/2014/main" id="{7AC2DAEB-788E-0FCD-B026-7BF01E6CFCA3}"/>
                    </a:ext>
                  </a:extLst>
                </p14:cNvPr>
                <p14:cNvContentPartPr/>
                <p14:nvPr/>
              </p14:nvContentPartPr>
              <p14:xfrm>
                <a:off x="2976998" y="3231936"/>
                <a:ext cx="2544480" cy="1007280"/>
              </p14:xfrm>
            </p:contentPart>
          </mc:Choice>
          <mc:Fallback>
            <p:pic>
              <p:nvPicPr>
                <p:cNvPr id="117" name="Ink 116">
                  <a:extLst>
                    <a:ext uri="{FF2B5EF4-FFF2-40B4-BE49-F238E27FC236}">
                      <a16:creationId xmlns:a16="http://schemas.microsoft.com/office/drawing/2014/main" id="{7AC2DAEB-788E-0FCD-B026-7BF01E6CFCA3}"/>
                    </a:ext>
                  </a:extLst>
                </p:cNvPr>
                <p:cNvPicPr/>
                <p:nvPr/>
              </p:nvPicPr>
              <p:blipFill>
                <a:blip r:embed="rId178"/>
                <a:stretch>
                  <a:fillRect/>
                </a:stretch>
              </p:blipFill>
              <p:spPr>
                <a:xfrm>
                  <a:off x="2972678" y="3227616"/>
                  <a:ext cx="2553120" cy="101592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118" name="Ink 117">
                  <a:extLst>
                    <a:ext uri="{FF2B5EF4-FFF2-40B4-BE49-F238E27FC236}">
                      <a16:creationId xmlns:a16="http://schemas.microsoft.com/office/drawing/2014/main" id="{55D3D7B2-9FB4-A2A5-EF9D-D61DDEFD590E}"/>
                    </a:ext>
                  </a:extLst>
                </p14:cNvPr>
                <p14:cNvContentPartPr/>
                <p14:nvPr/>
              </p14:nvContentPartPr>
              <p14:xfrm>
                <a:off x="5203238" y="4246776"/>
                <a:ext cx="336240" cy="34560"/>
              </p14:xfrm>
            </p:contentPart>
          </mc:Choice>
          <mc:Fallback>
            <p:pic>
              <p:nvPicPr>
                <p:cNvPr id="118" name="Ink 117">
                  <a:extLst>
                    <a:ext uri="{FF2B5EF4-FFF2-40B4-BE49-F238E27FC236}">
                      <a16:creationId xmlns:a16="http://schemas.microsoft.com/office/drawing/2014/main" id="{55D3D7B2-9FB4-A2A5-EF9D-D61DDEFD590E}"/>
                    </a:ext>
                  </a:extLst>
                </p:cNvPr>
                <p:cNvPicPr/>
                <p:nvPr/>
              </p:nvPicPr>
              <p:blipFill>
                <a:blip r:embed="rId180"/>
                <a:stretch>
                  <a:fillRect/>
                </a:stretch>
              </p:blipFill>
              <p:spPr>
                <a:xfrm>
                  <a:off x="5198918" y="4242456"/>
                  <a:ext cx="344880" cy="4320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120" name="Ink 119">
                  <a:extLst>
                    <a:ext uri="{FF2B5EF4-FFF2-40B4-BE49-F238E27FC236}">
                      <a16:creationId xmlns:a16="http://schemas.microsoft.com/office/drawing/2014/main" id="{EDC33D5C-F106-49E0-9E18-982C5ADBAA48}"/>
                    </a:ext>
                  </a:extLst>
                </p14:cNvPr>
                <p14:cNvContentPartPr/>
                <p14:nvPr/>
              </p14:nvContentPartPr>
              <p14:xfrm>
                <a:off x="3806798" y="3737736"/>
                <a:ext cx="222120" cy="131040"/>
              </p14:xfrm>
            </p:contentPart>
          </mc:Choice>
          <mc:Fallback>
            <p:pic>
              <p:nvPicPr>
                <p:cNvPr id="120" name="Ink 119">
                  <a:extLst>
                    <a:ext uri="{FF2B5EF4-FFF2-40B4-BE49-F238E27FC236}">
                      <a16:creationId xmlns:a16="http://schemas.microsoft.com/office/drawing/2014/main" id="{EDC33D5C-F106-49E0-9E18-982C5ADBAA48}"/>
                    </a:ext>
                  </a:extLst>
                </p:cNvPr>
                <p:cNvPicPr/>
                <p:nvPr/>
              </p:nvPicPr>
              <p:blipFill>
                <a:blip r:embed="rId182"/>
                <a:stretch>
                  <a:fillRect/>
                </a:stretch>
              </p:blipFill>
              <p:spPr>
                <a:xfrm>
                  <a:off x="3802478" y="3733416"/>
                  <a:ext cx="23076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121" name="Ink 120">
                  <a:extLst>
                    <a:ext uri="{FF2B5EF4-FFF2-40B4-BE49-F238E27FC236}">
                      <a16:creationId xmlns:a16="http://schemas.microsoft.com/office/drawing/2014/main" id="{C2C50767-22E4-5298-FB25-76BA73FB3D3B}"/>
                    </a:ext>
                  </a:extLst>
                </p14:cNvPr>
                <p14:cNvContentPartPr/>
                <p14:nvPr/>
              </p14:nvContentPartPr>
              <p14:xfrm>
                <a:off x="4026758" y="3830256"/>
                <a:ext cx="94680" cy="90720"/>
              </p14:xfrm>
            </p:contentPart>
          </mc:Choice>
          <mc:Fallback>
            <p:pic>
              <p:nvPicPr>
                <p:cNvPr id="121" name="Ink 120">
                  <a:extLst>
                    <a:ext uri="{FF2B5EF4-FFF2-40B4-BE49-F238E27FC236}">
                      <a16:creationId xmlns:a16="http://schemas.microsoft.com/office/drawing/2014/main" id="{C2C50767-22E4-5298-FB25-76BA73FB3D3B}"/>
                    </a:ext>
                  </a:extLst>
                </p:cNvPr>
                <p:cNvPicPr/>
                <p:nvPr/>
              </p:nvPicPr>
              <p:blipFill>
                <a:blip r:embed="rId184"/>
                <a:stretch>
                  <a:fillRect/>
                </a:stretch>
              </p:blipFill>
              <p:spPr>
                <a:xfrm>
                  <a:off x="4022438" y="3825936"/>
                  <a:ext cx="103320" cy="9936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122" name="Ink 121">
                  <a:extLst>
                    <a:ext uri="{FF2B5EF4-FFF2-40B4-BE49-F238E27FC236}">
                      <a16:creationId xmlns:a16="http://schemas.microsoft.com/office/drawing/2014/main" id="{92EC6259-79FC-BBCB-12A2-7561EDA82306}"/>
                    </a:ext>
                  </a:extLst>
                </p14:cNvPr>
                <p14:cNvContentPartPr/>
                <p14:nvPr/>
              </p14:nvContentPartPr>
              <p14:xfrm>
                <a:off x="4060238" y="3616416"/>
                <a:ext cx="136080" cy="69480"/>
              </p14:xfrm>
            </p:contentPart>
          </mc:Choice>
          <mc:Fallback>
            <p:pic>
              <p:nvPicPr>
                <p:cNvPr id="122" name="Ink 121">
                  <a:extLst>
                    <a:ext uri="{FF2B5EF4-FFF2-40B4-BE49-F238E27FC236}">
                      <a16:creationId xmlns:a16="http://schemas.microsoft.com/office/drawing/2014/main" id="{92EC6259-79FC-BBCB-12A2-7561EDA82306}"/>
                    </a:ext>
                  </a:extLst>
                </p:cNvPr>
                <p:cNvPicPr/>
                <p:nvPr/>
              </p:nvPicPr>
              <p:blipFill>
                <a:blip r:embed="rId186"/>
                <a:stretch>
                  <a:fillRect/>
                </a:stretch>
              </p:blipFill>
              <p:spPr>
                <a:xfrm>
                  <a:off x="4055918" y="3612096"/>
                  <a:ext cx="144720" cy="7812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123" name="Ink 122">
                  <a:extLst>
                    <a:ext uri="{FF2B5EF4-FFF2-40B4-BE49-F238E27FC236}">
                      <a16:creationId xmlns:a16="http://schemas.microsoft.com/office/drawing/2014/main" id="{D1A076BE-066C-9149-06C1-1A5C804C7CBC}"/>
                    </a:ext>
                  </a:extLst>
                </p14:cNvPr>
                <p14:cNvContentPartPr/>
                <p14:nvPr/>
              </p14:nvContentPartPr>
              <p14:xfrm>
                <a:off x="4105958" y="4353696"/>
                <a:ext cx="150120" cy="234360"/>
              </p14:xfrm>
            </p:contentPart>
          </mc:Choice>
          <mc:Fallback>
            <p:pic>
              <p:nvPicPr>
                <p:cNvPr id="123" name="Ink 122">
                  <a:extLst>
                    <a:ext uri="{FF2B5EF4-FFF2-40B4-BE49-F238E27FC236}">
                      <a16:creationId xmlns:a16="http://schemas.microsoft.com/office/drawing/2014/main" id="{D1A076BE-066C-9149-06C1-1A5C804C7CBC}"/>
                    </a:ext>
                  </a:extLst>
                </p:cNvPr>
                <p:cNvPicPr/>
                <p:nvPr/>
              </p:nvPicPr>
              <p:blipFill>
                <a:blip r:embed="rId188"/>
                <a:stretch>
                  <a:fillRect/>
                </a:stretch>
              </p:blipFill>
              <p:spPr>
                <a:xfrm>
                  <a:off x="4101638" y="4349376"/>
                  <a:ext cx="15876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124" name="Ink 123">
                  <a:extLst>
                    <a:ext uri="{FF2B5EF4-FFF2-40B4-BE49-F238E27FC236}">
                      <a16:creationId xmlns:a16="http://schemas.microsoft.com/office/drawing/2014/main" id="{6D7153BC-8E30-60D6-07FB-8D96FA1A36D5}"/>
                    </a:ext>
                  </a:extLst>
                </p14:cNvPr>
                <p14:cNvContentPartPr/>
                <p14:nvPr/>
              </p14:nvContentPartPr>
              <p14:xfrm>
                <a:off x="4287038" y="4405896"/>
                <a:ext cx="183960" cy="105480"/>
              </p14:xfrm>
            </p:contentPart>
          </mc:Choice>
          <mc:Fallback>
            <p:pic>
              <p:nvPicPr>
                <p:cNvPr id="124" name="Ink 123">
                  <a:extLst>
                    <a:ext uri="{FF2B5EF4-FFF2-40B4-BE49-F238E27FC236}">
                      <a16:creationId xmlns:a16="http://schemas.microsoft.com/office/drawing/2014/main" id="{6D7153BC-8E30-60D6-07FB-8D96FA1A36D5}"/>
                    </a:ext>
                  </a:extLst>
                </p:cNvPr>
                <p:cNvPicPr/>
                <p:nvPr/>
              </p:nvPicPr>
              <p:blipFill>
                <a:blip r:embed="rId190"/>
                <a:stretch>
                  <a:fillRect/>
                </a:stretch>
              </p:blipFill>
              <p:spPr>
                <a:xfrm>
                  <a:off x="4282718" y="4401576"/>
                  <a:ext cx="19260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139" name="Ink 138">
                  <a:extLst>
                    <a:ext uri="{FF2B5EF4-FFF2-40B4-BE49-F238E27FC236}">
                      <a16:creationId xmlns:a16="http://schemas.microsoft.com/office/drawing/2014/main" id="{63F5324A-CFF0-53F6-C3B4-D5F4298D0198}"/>
                    </a:ext>
                  </a:extLst>
                </p14:cNvPr>
                <p14:cNvContentPartPr/>
                <p14:nvPr/>
              </p14:nvContentPartPr>
              <p14:xfrm>
                <a:off x="4388198" y="4745016"/>
                <a:ext cx="31320" cy="283680"/>
              </p14:xfrm>
            </p:contentPart>
          </mc:Choice>
          <mc:Fallback>
            <p:pic>
              <p:nvPicPr>
                <p:cNvPr id="139" name="Ink 138">
                  <a:extLst>
                    <a:ext uri="{FF2B5EF4-FFF2-40B4-BE49-F238E27FC236}">
                      <a16:creationId xmlns:a16="http://schemas.microsoft.com/office/drawing/2014/main" id="{63F5324A-CFF0-53F6-C3B4-D5F4298D0198}"/>
                    </a:ext>
                  </a:extLst>
                </p:cNvPr>
                <p:cNvPicPr/>
                <p:nvPr/>
              </p:nvPicPr>
              <p:blipFill>
                <a:blip r:embed="rId192"/>
                <a:stretch>
                  <a:fillRect/>
                </a:stretch>
              </p:blipFill>
              <p:spPr>
                <a:xfrm>
                  <a:off x="4383878" y="4740696"/>
                  <a:ext cx="3996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140" name="Ink 139">
                  <a:extLst>
                    <a:ext uri="{FF2B5EF4-FFF2-40B4-BE49-F238E27FC236}">
                      <a16:creationId xmlns:a16="http://schemas.microsoft.com/office/drawing/2014/main" id="{1152E340-2C74-1679-2BD1-7FBBACE3CFA6}"/>
                    </a:ext>
                  </a:extLst>
                </p14:cNvPr>
                <p14:cNvContentPartPr/>
                <p14:nvPr/>
              </p14:nvContentPartPr>
              <p14:xfrm>
                <a:off x="4344998" y="4727376"/>
                <a:ext cx="131400" cy="138960"/>
              </p14:xfrm>
            </p:contentPart>
          </mc:Choice>
          <mc:Fallback>
            <p:pic>
              <p:nvPicPr>
                <p:cNvPr id="140" name="Ink 139">
                  <a:extLst>
                    <a:ext uri="{FF2B5EF4-FFF2-40B4-BE49-F238E27FC236}">
                      <a16:creationId xmlns:a16="http://schemas.microsoft.com/office/drawing/2014/main" id="{1152E340-2C74-1679-2BD1-7FBBACE3CFA6}"/>
                    </a:ext>
                  </a:extLst>
                </p:cNvPr>
                <p:cNvPicPr/>
                <p:nvPr/>
              </p:nvPicPr>
              <p:blipFill>
                <a:blip r:embed="rId194"/>
                <a:stretch>
                  <a:fillRect/>
                </a:stretch>
              </p:blipFill>
              <p:spPr>
                <a:xfrm>
                  <a:off x="4340678" y="4723056"/>
                  <a:ext cx="14004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141" name="Ink 140">
                  <a:extLst>
                    <a:ext uri="{FF2B5EF4-FFF2-40B4-BE49-F238E27FC236}">
                      <a16:creationId xmlns:a16="http://schemas.microsoft.com/office/drawing/2014/main" id="{8D3B0584-9F2D-FF53-89DE-3498B3DCA264}"/>
                    </a:ext>
                  </a:extLst>
                </p14:cNvPr>
                <p14:cNvContentPartPr/>
                <p14:nvPr/>
              </p14:nvContentPartPr>
              <p14:xfrm>
                <a:off x="4573958" y="4654656"/>
                <a:ext cx="147960" cy="380520"/>
              </p14:xfrm>
            </p:contentPart>
          </mc:Choice>
          <mc:Fallback>
            <p:pic>
              <p:nvPicPr>
                <p:cNvPr id="141" name="Ink 140">
                  <a:extLst>
                    <a:ext uri="{FF2B5EF4-FFF2-40B4-BE49-F238E27FC236}">
                      <a16:creationId xmlns:a16="http://schemas.microsoft.com/office/drawing/2014/main" id="{8D3B0584-9F2D-FF53-89DE-3498B3DCA264}"/>
                    </a:ext>
                  </a:extLst>
                </p:cNvPr>
                <p:cNvPicPr/>
                <p:nvPr/>
              </p:nvPicPr>
              <p:blipFill>
                <a:blip r:embed="rId196"/>
                <a:stretch>
                  <a:fillRect/>
                </a:stretch>
              </p:blipFill>
              <p:spPr>
                <a:xfrm>
                  <a:off x="4569638" y="4650336"/>
                  <a:ext cx="156600" cy="38916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142" name="Ink 141">
                  <a:extLst>
                    <a:ext uri="{FF2B5EF4-FFF2-40B4-BE49-F238E27FC236}">
                      <a16:creationId xmlns:a16="http://schemas.microsoft.com/office/drawing/2014/main" id="{ABD56ED2-D927-0675-7B28-03E2DB3F9C95}"/>
                    </a:ext>
                  </a:extLst>
                </p14:cNvPr>
                <p14:cNvContentPartPr/>
                <p14:nvPr/>
              </p14:nvContentPartPr>
              <p14:xfrm>
                <a:off x="4726958" y="4736376"/>
                <a:ext cx="5760" cy="6480"/>
              </p14:xfrm>
            </p:contentPart>
          </mc:Choice>
          <mc:Fallback>
            <p:pic>
              <p:nvPicPr>
                <p:cNvPr id="142" name="Ink 141">
                  <a:extLst>
                    <a:ext uri="{FF2B5EF4-FFF2-40B4-BE49-F238E27FC236}">
                      <a16:creationId xmlns:a16="http://schemas.microsoft.com/office/drawing/2014/main" id="{ABD56ED2-D927-0675-7B28-03E2DB3F9C95}"/>
                    </a:ext>
                  </a:extLst>
                </p:cNvPr>
                <p:cNvPicPr/>
                <p:nvPr/>
              </p:nvPicPr>
              <p:blipFill>
                <a:blip r:embed="rId198"/>
                <a:stretch>
                  <a:fillRect/>
                </a:stretch>
              </p:blipFill>
              <p:spPr>
                <a:xfrm>
                  <a:off x="4722638" y="4732056"/>
                  <a:ext cx="14400" cy="1512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143" name="Ink 142">
                  <a:extLst>
                    <a:ext uri="{FF2B5EF4-FFF2-40B4-BE49-F238E27FC236}">
                      <a16:creationId xmlns:a16="http://schemas.microsoft.com/office/drawing/2014/main" id="{69038629-3C83-CECB-DC45-395B10132EBA}"/>
                    </a:ext>
                  </a:extLst>
                </p14:cNvPr>
                <p14:cNvContentPartPr/>
                <p14:nvPr/>
              </p14:nvContentPartPr>
              <p14:xfrm>
                <a:off x="4709318" y="4742856"/>
                <a:ext cx="163800" cy="119880"/>
              </p14:xfrm>
            </p:contentPart>
          </mc:Choice>
          <mc:Fallback>
            <p:pic>
              <p:nvPicPr>
                <p:cNvPr id="143" name="Ink 142">
                  <a:extLst>
                    <a:ext uri="{FF2B5EF4-FFF2-40B4-BE49-F238E27FC236}">
                      <a16:creationId xmlns:a16="http://schemas.microsoft.com/office/drawing/2014/main" id="{69038629-3C83-CECB-DC45-395B10132EBA}"/>
                    </a:ext>
                  </a:extLst>
                </p:cNvPr>
                <p:cNvPicPr/>
                <p:nvPr/>
              </p:nvPicPr>
              <p:blipFill>
                <a:blip r:embed="rId200"/>
                <a:stretch>
                  <a:fillRect/>
                </a:stretch>
              </p:blipFill>
              <p:spPr>
                <a:xfrm>
                  <a:off x="4704998" y="4738536"/>
                  <a:ext cx="17244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144" name="Ink 143">
                  <a:extLst>
                    <a:ext uri="{FF2B5EF4-FFF2-40B4-BE49-F238E27FC236}">
                      <a16:creationId xmlns:a16="http://schemas.microsoft.com/office/drawing/2014/main" id="{AE74852C-ACB2-5317-7C05-E945C2E721FF}"/>
                    </a:ext>
                  </a:extLst>
                </p14:cNvPr>
                <p14:cNvContentPartPr/>
                <p14:nvPr/>
              </p14:nvContentPartPr>
              <p14:xfrm>
                <a:off x="4722998" y="4730976"/>
                <a:ext cx="108720" cy="185040"/>
              </p14:xfrm>
            </p:contentPart>
          </mc:Choice>
          <mc:Fallback>
            <p:pic>
              <p:nvPicPr>
                <p:cNvPr id="144" name="Ink 143">
                  <a:extLst>
                    <a:ext uri="{FF2B5EF4-FFF2-40B4-BE49-F238E27FC236}">
                      <a16:creationId xmlns:a16="http://schemas.microsoft.com/office/drawing/2014/main" id="{AE74852C-ACB2-5317-7C05-E945C2E721FF}"/>
                    </a:ext>
                  </a:extLst>
                </p:cNvPr>
                <p:cNvPicPr/>
                <p:nvPr/>
              </p:nvPicPr>
              <p:blipFill>
                <a:blip r:embed="rId202"/>
                <a:stretch>
                  <a:fillRect/>
                </a:stretch>
              </p:blipFill>
              <p:spPr>
                <a:xfrm>
                  <a:off x="4718678" y="4726656"/>
                  <a:ext cx="11736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146" name="Ink 145">
                  <a:extLst>
                    <a:ext uri="{FF2B5EF4-FFF2-40B4-BE49-F238E27FC236}">
                      <a16:creationId xmlns:a16="http://schemas.microsoft.com/office/drawing/2014/main" id="{B914FEC1-E0CA-4B2A-0441-92F2775C8A38}"/>
                    </a:ext>
                  </a:extLst>
                </p14:cNvPr>
                <p14:cNvContentPartPr/>
                <p14:nvPr/>
              </p14:nvContentPartPr>
              <p14:xfrm>
                <a:off x="4888238" y="4703616"/>
                <a:ext cx="146520" cy="136080"/>
              </p14:xfrm>
            </p:contentPart>
          </mc:Choice>
          <mc:Fallback>
            <p:pic>
              <p:nvPicPr>
                <p:cNvPr id="146" name="Ink 145">
                  <a:extLst>
                    <a:ext uri="{FF2B5EF4-FFF2-40B4-BE49-F238E27FC236}">
                      <a16:creationId xmlns:a16="http://schemas.microsoft.com/office/drawing/2014/main" id="{B914FEC1-E0CA-4B2A-0441-92F2775C8A38}"/>
                    </a:ext>
                  </a:extLst>
                </p:cNvPr>
                <p:cNvPicPr/>
                <p:nvPr/>
              </p:nvPicPr>
              <p:blipFill>
                <a:blip r:embed="rId204"/>
                <a:stretch>
                  <a:fillRect/>
                </a:stretch>
              </p:blipFill>
              <p:spPr>
                <a:xfrm>
                  <a:off x="4883918" y="4699296"/>
                  <a:ext cx="155160" cy="14472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152" name="Ink 151">
                  <a:extLst>
                    <a:ext uri="{FF2B5EF4-FFF2-40B4-BE49-F238E27FC236}">
                      <a16:creationId xmlns:a16="http://schemas.microsoft.com/office/drawing/2014/main" id="{3E96E6A3-0556-C14B-F3D0-475F20FC6706}"/>
                    </a:ext>
                  </a:extLst>
                </p14:cNvPr>
                <p14:cNvContentPartPr/>
                <p14:nvPr/>
              </p14:nvContentPartPr>
              <p14:xfrm>
                <a:off x="4001558" y="4599936"/>
                <a:ext cx="139680" cy="146160"/>
              </p14:xfrm>
            </p:contentPart>
          </mc:Choice>
          <mc:Fallback>
            <p:pic>
              <p:nvPicPr>
                <p:cNvPr id="152" name="Ink 151">
                  <a:extLst>
                    <a:ext uri="{FF2B5EF4-FFF2-40B4-BE49-F238E27FC236}">
                      <a16:creationId xmlns:a16="http://schemas.microsoft.com/office/drawing/2014/main" id="{3E96E6A3-0556-C14B-F3D0-475F20FC6706}"/>
                    </a:ext>
                  </a:extLst>
                </p:cNvPr>
                <p:cNvPicPr/>
                <p:nvPr/>
              </p:nvPicPr>
              <p:blipFill>
                <a:blip r:embed="rId206"/>
                <a:stretch>
                  <a:fillRect/>
                </a:stretch>
              </p:blipFill>
              <p:spPr>
                <a:xfrm>
                  <a:off x="3997238" y="4595616"/>
                  <a:ext cx="148320" cy="154800"/>
                </a:xfrm>
                <a:prstGeom prst="rect">
                  <a:avLst/>
                </a:prstGeom>
              </p:spPr>
            </p:pic>
          </mc:Fallback>
        </mc:AlternateContent>
        <mc:AlternateContent xmlns:mc="http://schemas.openxmlformats.org/markup-compatibility/2006">
          <mc:Choice xmlns:p14="http://schemas.microsoft.com/office/powerpoint/2010/main" Requires="p14">
            <p:contentPart p14:bwMode="auto" r:id="rId207">
              <p14:nvContentPartPr>
                <p14:cNvPr id="153" name="Ink 152">
                  <a:extLst>
                    <a:ext uri="{FF2B5EF4-FFF2-40B4-BE49-F238E27FC236}">
                      <a16:creationId xmlns:a16="http://schemas.microsoft.com/office/drawing/2014/main" id="{958CAEFA-7323-416E-880D-947610FECE40}"/>
                    </a:ext>
                  </a:extLst>
                </p14:cNvPr>
                <p14:cNvContentPartPr/>
                <p14:nvPr/>
              </p14:nvContentPartPr>
              <p14:xfrm>
                <a:off x="4167518" y="4561416"/>
                <a:ext cx="119520" cy="147600"/>
              </p14:xfrm>
            </p:contentPart>
          </mc:Choice>
          <mc:Fallback>
            <p:pic>
              <p:nvPicPr>
                <p:cNvPr id="153" name="Ink 152">
                  <a:extLst>
                    <a:ext uri="{FF2B5EF4-FFF2-40B4-BE49-F238E27FC236}">
                      <a16:creationId xmlns:a16="http://schemas.microsoft.com/office/drawing/2014/main" id="{958CAEFA-7323-416E-880D-947610FECE40}"/>
                    </a:ext>
                  </a:extLst>
                </p:cNvPr>
                <p:cNvPicPr/>
                <p:nvPr/>
              </p:nvPicPr>
              <p:blipFill>
                <a:blip r:embed="rId208"/>
                <a:stretch>
                  <a:fillRect/>
                </a:stretch>
              </p:blipFill>
              <p:spPr>
                <a:xfrm>
                  <a:off x="4163198" y="4557096"/>
                  <a:ext cx="12816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155" name="Ink 154">
                  <a:extLst>
                    <a:ext uri="{FF2B5EF4-FFF2-40B4-BE49-F238E27FC236}">
                      <a16:creationId xmlns:a16="http://schemas.microsoft.com/office/drawing/2014/main" id="{0D49743B-FF3F-5732-C435-665A64784A31}"/>
                    </a:ext>
                  </a:extLst>
                </p14:cNvPr>
                <p14:cNvContentPartPr/>
                <p14:nvPr/>
              </p14:nvContentPartPr>
              <p14:xfrm>
                <a:off x="5016758" y="4662936"/>
                <a:ext cx="117360" cy="197640"/>
              </p14:xfrm>
            </p:contentPart>
          </mc:Choice>
          <mc:Fallback>
            <p:pic>
              <p:nvPicPr>
                <p:cNvPr id="155" name="Ink 154">
                  <a:extLst>
                    <a:ext uri="{FF2B5EF4-FFF2-40B4-BE49-F238E27FC236}">
                      <a16:creationId xmlns:a16="http://schemas.microsoft.com/office/drawing/2014/main" id="{0D49743B-FF3F-5732-C435-665A64784A31}"/>
                    </a:ext>
                  </a:extLst>
                </p:cNvPr>
                <p:cNvPicPr/>
                <p:nvPr/>
              </p:nvPicPr>
              <p:blipFill>
                <a:blip r:embed="rId210"/>
                <a:stretch>
                  <a:fillRect/>
                </a:stretch>
              </p:blipFill>
              <p:spPr>
                <a:xfrm>
                  <a:off x="5012438" y="4658616"/>
                  <a:ext cx="12600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156" name="Ink 155">
                  <a:extLst>
                    <a:ext uri="{FF2B5EF4-FFF2-40B4-BE49-F238E27FC236}">
                      <a16:creationId xmlns:a16="http://schemas.microsoft.com/office/drawing/2014/main" id="{48AE7FDD-D6F3-2FAC-D444-E2457900520A}"/>
                    </a:ext>
                  </a:extLst>
                </p14:cNvPr>
                <p14:cNvContentPartPr/>
                <p14:nvPr/>
              </p14:nvContentPartPr>
              <p14:xfrm>
                <a:off x="5144918" y="4719096"/>
                <a:ext cx="93960" cy="104040"/>
              </p14:xfrm>
            </p:contentPart>
          </mc:Choice>
          <mc:Fallback>
            <p:pic>
              <p:nvPicPr>
                <p:cNvPr id="156" name="Ink 155">
                  <a:extLst>
                    <a:ext uri="{FF2B5EF4-FFF2-40B4-BE49-F238E27FC236}">
                      <a16:creationId xmlns:a16="http://schemas.microsoft.com/office/drawing/2014/main" id="{48AE7FDD-D6F3-2FAC-D444-E2457900520A}"/>
                    </a:ext>
                  </a:extLst>
                </p:cNvPr>
                <p:cNvPicPr/>
                <p:nvPr/>
              </p:nvPicPr>
              <p:blipFill>
                <a:blip r:embed="rId212"/>
                <a:stretch>
                  <a:fillRect/>
                </a:stretch>
              </p:blipFill>
              <p:spPr>
                <a:xfrm>
                  <a:off x="5140598" y="4714776"/>
                  <a:ext cx="10260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157" name="Ink 156">
                  <a:extLst>
                    <a:ext uri="{FF2B5EF4-FFF2-40B4-BE49-F238E27FC236}">
                      <a16:creationId xmlns:a16="http://schemas.microsoft.com/office/drawing/2014/main" id="{FC26CFC8-801D-111F-0FBC-2D44B46588D1}"/>
                    </a:ext>
                  </a:extLst>
                </p14:cNvPr>
                <p14:cNvContentPartPr/>
                <p14:nvPr/>
              </p14:nvContentPartPr>
              <p14:xfrm>
                <a:off x="5157878" y="4514616"/>
                <a:ext cx="201960" cy="483840"/>
              </p14:xfrm>
            </p:contentPart>
          </mc:Choice>
          <mc:Fallback>
            <p:pic>
              <p:nvPicPr>
                <p:cNvPr id="157" name="Ink 156">
                  <a:extLst>
                    <a:ext uri="{FF2B5EF4-FFF2-40B4-BE49-F238E27FC236}">
                      <a16:creationId xmlns:a16="http://schemas.microsoft.com/office/drawing/2014/main" id="{FC26CFC8-801D-111F-0FBC-2D44B46588D1}"/>
                    </a:ext>
                  </a:extLst>
                </p:cNvPr>
                <p:cNvPicPr/>
                <p:nvPr/>
              </p:nvPicPr>
              <p:blipFill>
                <a:blip r:embed="rId214"/>
                <a:stretch>
                  <a:fillRect/>
                </a:stretch>
              </p:blipFill>
              <p:spPr>
                <a:xfrm>
                  <a:off x="5153558" y="4510296"/>
                  <a:ext cx="210600" cy="49248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159" name="Ink 158">
                  <a:extLst>
                    <a:ext uri="{FF2B5EF4-FFF2-40B4-BE49-F238E27FC236}">
                      <a16:creationId xmlns:a16="http://schemas.microsoft.com/office/drawing/2014/main" id="{C8D4551B-F1B5-775B-659B-3BD9921478B8}"/>
                    </a:ext>
                  </a:extLst>
                </p14:cNvPr>
                <p14:cNvContentPartPr/>
                <p14:nvPr/>
              </p14:nvContentPartPr>
              <p14:xfrm>
                <a:off x="5064998" y="4234536"/>
                <a:ext cx="26280" cy="153000"/>
              </p14:xfrm>
            </p:contentPart>
          </mc:Choice>
          <mc:Fallback>
            <p:pic>
              <p:nvPicPr>
                <p:cNvPr id="159" name="Ink 158">
                  <a:extLst>
                    <a:ext uri="{FF2B5EF4-FFF2-40B4-BE49-F238E27FC236}">
                      <a16:creationId xmlns:a16="http://schemas.microsoft.com/office/drawing/2014/main" id="{C8D4551B-F1B5-775B-659B-3BD9921478B8}"/>
                    </a:ext>
                  </a:extLst>
                </p:cNvPr>
                <p:cNvPicPr/>
                <p:nvPr/>
              </p:nvPicPr>
              <p:blipFill>
                <a:blip r:embed="rId216"/>
                <a:stretch>
                  <a:fillRect/>
                </a:stretch>
              </p:blipFill>
              <p:spPr>
                <a:xfrm>
                  <a:off x="5060678" y="4230216"/>
                  <a:ext cx="3492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160" name="Ink 159">
                  <a:extLst>
                    <a:ext uri="{FF2B5EF4-FFF2-40B4-BE49-F238E27FC236}">
                      <a16:creationId xmlns:a16="http://schemas.microsoft.com/office/drawing/2014/main" id="{5D5454B7-A47D-C436-B3FD-3F00532DFE04}"/>
                    </a:ext>
                  </a:extLst>
                </p14:cNvPr>
                <p14:cNvContentPartPr/>
                <p14:nvPr/>
              </p14:nvContentPartPr>
              <p14:xfrm>
                <a:off x="4923158" y="4436496"/>
                <a:ext cx="112320" cy="166320"/>
              </p14:xfrm>
            </p:contentPart>
          </mc:Choice>
          <mc:Fallback>
            <p:pic>
              <p:nvPicPr>
                <p:cNvPr id="160" name="Ink 159">
                  <a:extLst>
                    <a:ext uri="{FF2B5EF4-FFF2-40B4-BE49-F238E27FC236}">
                      <a16:creationId xmlns:a16="http://schemas.microsoft.com/office/drawing/2014/main" id="{5D5454B7-A47D-C436-B3FD-3F00532DFE04}"/>
                    </a:ext>
                  </a:extLst>
                </p:cNvPr>
                <p:cNvPicPr/>
                <p:nvPr/>
              </p:nvPicPr>
              <p:blipFill>
                <a:blip r:embed="rId218"/>
                <a:stretch>
                  <a:fillRect/>
                </a:stretch>
              </p:blipFill>
              <p:spPr>
                <a:xfrm>
                  <a:off x="4918838" y="4432176"/>
                  <a:ext cx="12096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161" name="Ink 160">
                  <a:extLst>
                    <a:ext uri="{FF2B5EF4-FFF2-40B4-BE49-F238E27FC236}">
                      <a16:creationId xmlns:a16="http://schemas.microsoft.com/office/drawing/2014/main" id="{0228F4AF-4A2E-2332-9CA9-356D91FBCCFC}"/>
                    </a:ext>
                  </a:extLst>
                </p14:cNvPr>
                <p14:cNvContentPartPr/>
                <p14:nvPr/>
              </p14:nvContentPartPr>
              <p14:xfrm>
                <a:off x="5055278" y="4482216"/>
                <a:ext cx="89280" cy="60480"/>
              </p14:xfrm>
            </p:contentPart>
          </mc:Choice>
          <mc:Fallback>
            <p:pic>
              <p:nvPicPr>
                <p:cNvPr id="161" name="Ink 160">
                  <a:extLst>
                    <a:ext uri="{FF2B5EF4-FFF2-40B4-BE49-F238E27FC236}">
                      <a16:creationId xmlns:a16="http://schemas.microsoft.com/office/drawing/2014/main" id="{0228F4AF-4A2E-2332-9CA9-356D91FBCCFC}"/>
                    </a:ext>
                  </a:extLst>
                </p:cNvPr>
                <p:cNvPicPr/>
                <p:nvPr/>
              </p:nvPicPr>
              <p:blipFill>
                <a:blip r:embed="rId220"/>
                <a:stretch>
                  <a:fillRect/>
                </a:stretch>
              </p:blipFill>
              <p:spPr>
                <a:xfrm>
                  <a:off x="5050958" y="4477896"/>
                  <a:ext cx="9792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162" name="Ink 161">
                  <a:extLst>
                    <a:ext uri="{FF2B5EF4-FFF2-40B4-BE49-F238E27FC236}">
                      <a16:creationId xmlns:a16="http://schemas.microsoft.com/office/drawing/2014/main" id="{55A972CA-BFC0-CE99-1F58-1482C1934B4E}"/>
                    </a:ext>
                  </a:extLst>
                </p14:cNvPr>
                <p14:cNvContentPartPr/>
                <p14:nvPr/>
              </p14:nvContentPartPr>
              <p14:xfrm>
                <a:off x="5009558" y="3948696"/>
                <a:ext cx="26280" cy="421560"/>
              </p14:xfrm>
            </p:contentPart>
          </mc:Choice>
          <mc:Fallback>
            <p:pic>
              <p:nvPicPr>
                <p:cNvPr id="162" name="Ink 161">
                  <a:extLst>
                    <a:ext uri="{FF2B5EF4-FFF2-40B4-BE49-F238E27FC236}">
                      <a16:creationId xmlns:a16="http://schemas.microsoft.com/office/drawing/2014/main" id="{55A972CA-BFC0-CE99-1F58-1482C1934B4E}"/>
                    </a:ext>
                  </a:extLst>
                </p:cNvPr>
                <p:cNvPicPr/>
                <p:nvPr/>
              </p:nvPicPr>
              <p:blipFill>
                <a:blip r:embed="rId222"/>
                <a:stretch>
                  <a:fillRect/>
                </a:stretch>
              </p:blipFill>
              <p:spPr>
                <a:xfrm>
                  <a:off x="5005238" y="3944376"/>
                  <a:ext cx="34920" cy="43020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163" name="Ink 162">
                  <a:extLst>
                    <a:ext uri="{FF2B5EF4-FFF2-40B4-BE49-F238E27FC236}">
                      <a16:creationId xmlns:a16="http://schemas.microsoft.com/office/drawing/2014/main" id="{0225AA0D-AB52-D1EA-42EB-106E2EE0460D}"/>
                    </a:ext>
                  </a:extLst>
                </p14:cNvPr>
                <p14:cNvContentPartPr/>
                <p14:nvPr/>
              </p14:nvContentPartPr>
              <p14:xfrm>
                <a:off x="5005238" y="3973896"/>
                <a:ext cx="70560" cy="379440"/>
              </p14:xfrm>
            </p:contentPart>
          </mc:Choice>
          <mc:Fallback>
            <p:pic>
              <p:nvPicPr>
                <p:cNvPr id="163" name="Ink 162">
                  <a:extLst>
                    <a:ext uri="{FF2B5EF4-FFF2-40B4-BE49-F238E27FC236}">
                      <a16:creationId xmlns:a16="http://schemas.microsoft.com/office/drawing/2014/main" id="{0225AA0D-AB52-D1EA-42EB-106E2EE0460D}"/>
                    </a:ext>
                  </a:extLst>
                </p:cNvPr>
                <p:cNvPicPr/>
                <p:nvPr/>
              </p:nvPicPr>
              <p:blipFill>
                <a:blip r:embed="rId224"/>
                <a:stretch>
                  <a:fillRect/>
                </a:stretch>
              </p:blipFill>
              <p:spPr>
                <a:xfrm>
                  <a:off x="5000918" y="3969576"/>
                  <a:ext cx="79200" cy="38808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164" name="Ink 163">
                  <a:extLst>
                    <a:ext uri="{FF2B5EF4-FFF2-40B4-BE49-F238E27FC236}">
                      <a16:creationId xmlns:a16="http://schemas.microsoft.com/office/drawing/2014/main" id="{E46FAF02-A0C4-446B-2405-370B683D6F7E}"/>
                    </a:ext>
                  </a:extLst>
                </p14:cNvPr>
                <p14:cNvContentPartPr/>
                <p14:nvPr/>
              </p14:nvContentPartPr>
              <p14:xfrm>
                <a:off x="5063558" y="4030056"/>
                <a:ext cx="83160" cy="150480"/>
              </p14:xfrm>
            </p:contentPart>
          </mc:Choice>
          <mc:Fallback>
            <p:pic>
              <p:nvPicPr>
                <p:cNvPr id="164" name="Ink 163">
                  <a:extLst>
                    <a:ext uri="{FF2B5EF4-FFF2-40B4-BE49-F238E27FC236}">
                      <a16:creationId xmlns:a16="http://schemas.microsoft.com/office/drawing/2014/main" id="{E46FAF02-A0C4-446B-2405-370B683D6F7E}"/>
                    </a:ext>
                  </a:extLst>
                </p:cNvPr>
                <p:cNvPicPr/>
                <p:nvPr/>
              </p:nvPicPr>
              <p:blipFill>
                <a:blip r:embed="rId226"/>
                <a:stretch>
                  <a:fillRect/>
                </a:stretch>
              </p:blipFill>
              <p:spPr>
                <a:xfrm>
                  <a:off x="5059238" y="4025736"/>
                  <a:ext cx="91800" cy="15912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165" name="Ink 164">
                  <a:extLst>
                    <a:ext uri="{FF2B5EF4-FFF2-40B4-BE49-F238E27FC236}">
                      <a16:creationId xmlns:a16="http://schemas.microsoft.com/office/drawing/2014/main" id="{9312DC84-0955-A720-1728-6603AD54D865}"/>
                    </a:ext>
                  </a:extLst>
                </p14:cNvPr>
                <p14:cNvContentPartPr/>
                <p14:nvPr/>
              </p14:nvContentPartPr>
              <p14:xfrm>
                <a:off x="5097038" y="4063536"/>
                <a:ext cx="125640" cy="163800"/>
              </p14:xfrm>
            </p:contentPart>
          </mc:Choice>
          <mc:Fallback>
            <p:pic>
              <p:nvPicPr>
                <p:cNvPr id="165" name="Ink 164">
                  <a:extLst>
                    <a:ext uri="{FF2B5EF4-FFF2-40B4-BE49-F238E27FC236}">
                      <a16:creationId xmlns:a16="http://schemas.microsoft.com/office/drawing/2014/main" id="{9312DC84-0955-A720-1728-6603AD54D865}"/>
                    </a:ext>
                  </a:extLst>
                </p:cNvPr>
                <p:cNvPicPr/>
                <p:nvPr/>
              </p:nvPicPr>
              <p:blipFill>
                <a:blip r:embed="rId228"/>
                <a:stretch>
                  <a:fillRect/>
                </a:stretch>
              </p:blipFill>
              <p:spPr>
                <a:xfrm>
                  <a:off x="5092718" y="4059216"/>
                  <a:ext cx="134280" cy="17244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166" name="Ink 165">
                  <a:extLst>
                    <a:ext uri="{FF2B5EF4-FFF2-40B4-BE49-F238E27FC236}">
                      <a16:creationId xmlns:a16="http://schemas.microsoft.com/office/drawing/2014/main" id="{74EDE1BF-5D72-DAD9-448A-871666BDA775}"/>
                    </a:ext>
                  </a:extLst>
                </p14:cNvPr>
                <p14:cNvContentPartPr/>
                <p14:nvPr/>
              </p14:nvContentPartPr>
              <p14:xfrm>
                <a:off x="5170118" y="4084056"/>
                <a:ext cx="127440" cy="181080"/>
              </p14:xfrm>
            </p:contentPart>
          </mc:Choice>
          <mc:Fallback>
            <p:pic>
              <p:nvPicPr>
                <p:cNvPr id="166" name="Ink 165">
                  <a:extLst>
                    <a:ext uri="{FF2B5EF4-FFF2-40B4-BE49-F238E27FC236}">
                      <a16:creationId xmlns:a16="http://schemas.microsoft.com/office/drawing/2014/main" id="{74EDE1BF-5D72-DAD9-448A-871666BDA775}"/>
                    </a:ext>
                  </a:extLst>
                </p:cNvPr>
                <p:cNvPicPr/>
                <p:nvPr/>
              </p:nvPicPr>
              <p:blipFill>
                <a:blip r:embed="rId230"/>
                <a:stretch>
                  <a:fillRect/>
                </a:stretch>
              </p:blipFill>
              <p:spPr>
                <a:xfrm>
                  <a:off x="5165798" y="4079736"/>
                  <a:ext cx="13608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167" name="Ink 166">
                  <a:extLst>
                    <a:ext uri="{FF2B5EF4-FFF2-40B4-BE49-F238E27FC236}">
                      <a16:creationId xmlns:a16="http://schemas.microsoft.com/office/drawing/2014/main" id="{FC85148F-C259-DB31-4FCF-61F65E12D2D6}"/>
                    </a:ext>
                  </a:extLst>
                </p14:cNvPr>
                <p14:cNvContentPartPr/>
                <p14:nvPr/>
              </p14:nvContentPartPr>
              <p14:xfrm>
                <a:off x="5270198" y="4113576"/>
                <a:ext cx="113400" cy="153360"/>
              </p14:xfrm>
            </p:contentPart>
          </mc:Choice>
          <mc:Fallback>
            <p:pic>
              <p:nvPicPr>
                <p:cNvPr id="167" name="Ink 166">
                  <a:extLst>
                    <a:ext uri="{FF2B5EF4-FFF2-40B4-BE49-F238E27FC236}">
                      <a16:creationId xmlns:a16="http://schemas.microsoft.com/office/drawing/2014/main" id="{FC85148F-C259-DB31-4FCF-61F65E12D2D6}"/>
                    </a:ext>
                  </a:extLst>
                </p:cNvPr>
                <p:cNvPicPr/>
                <p:nvPr/>
              </p:nvPicPr>
              <p:blipFill>
                <a:blip r:embed="rId232"/>
                <a:stretch>
                  <a:fillRect/>
                </a:stretch>
              </p:blipFill>
              <p:spPr>
                <a:xfrm>
                  <a:off x="5265878" y="4109256"/>
                  <a:ext cx="12204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233">
              <p14:nvContentPartPr>
                <p14:cNvPr id="168" name="Ink 167">
                  <a:extLst>
                    <a:ext uri="{FF2B5EF4-FFF2-40B4-BE49-F238E27FC236}">
                      <a16:creationId xmlns:a16="http://schemas.microsoft.com/office/drawing/2014/main" id="{002225C6-758E-5467-0488-06AAD8F91E8D}"/>
                    </a:ext>
                  </a:extLst>
                </p14:cNvPr>
                <p14:cNvContentPartPr/>
                <p14:nvPr/>
              </p14:nvContentPartPr>
              <p14:xfrm>
                <a:off x="5351558" y="4133376"/>
                <a:ext cx="96840" cy="144360"/>
              </p14:xfrm>
            </p:contentPart>
          </mc:Choice>
          <mc:Fallback>
            <p:pic>
              <p:nvPicPr>
                <p:cNvPr id="168" name="Ink 167">
                  <a:extLst>
                    <a:ext uri="{FF2B5EF4-FFF2-40B4-BE49-F238E27FC236}">
                      <a16:creationId xmlns:a16="http://schemas.microsoft.com/office/drawing/2014/main" id="{002225C6-758E-5467-0488-06AAD8F91E8D}"/>
                    </a:ext>
                  </a:extLst>
                </p:cNvPr>
                <p:cNvPicPr/>
                <p:nvPr/>
              </p:nvPicPr>
              <p:blipFill>
                <a:blip r:embed="rId234"/>
                <a:stretch>
                  <a:fillRect/>
                </a:stretch>
              </p:blipFill>
              <p:spPr>
                <a:xfrm>
                  <a:off x="5347238" y="4129056"/>
                  <a:ext cx="10548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235">
              <p14:nvContentPartPr>
                <p14:cNvPr id="169" name="Ink 168">
                  <a:extLst>
                    <a:ext uri="{FF2B5EF4-FFF2-40B4-BE49-F238E27FC236}">
                      <a16:creationId xmlns:a16="http://schemas.microsoft.com/office/drawing/2014/main" id="{003E34FB-8C85-21E2-5817-F2400AEE7F92}"/>
                    </a:ext>
                  </a:extLst>
                </p14:cNvPr>
                <p14:cNvContentPartPr/>
                <p14:nvPr/>
              </p14:nvContentPartPr>
              <p14:xfrm>
                <a:off x="5424998" y="4168296"/>
                <a:ext cx="81720" cy="113760"/>
              </p14:xfrm>
            </p:contentPart>
          </mc:Choice>
          <mc:Fallback>
            <p:pic>
              <p:nvPicPr>
                <p:cNvPr id="169" name="Ink 168">
                  <a:extLst>
                    <a:ext uri="{FF2B5EF4-FFF2-40B4-BE49-F238E27FC236}">
                      <a16:creationId xmlns:a16="http://schemas.microsoft.com/office/drawing/2014/main" id="{003E34FB-8C85-21E2-5817-F2400AEE7F92}"/>
                    </a:ext>
                  </a:extLst>
                </p:cNvPr>
                <p:cNvPicPr/>
                <p:nvPr/>
              </p:nvPicPr>
              <p:blipFill>
                <a:blip r:embed="rId236"/>
                <a:stretch>
                  <a:fillRect/>
                </a:stretch>
              </p:blipFill>
              <p:spPr>
                <a:xfrm>
                  <a:off x="5420678" y="4163976"/>
                  <a:ext cx="9036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171" name="Ink 170">
                  <a:extLst>
                    <a:ext uri="{FF2B5EF4-FFF2-40B4-BE49-F238E27FC236}">
                      <a16:creationId xmlns:a16="http://schemas.microsoft.com/office/drawing/2014/main" id="{7CEF5329-37C3-C876-79CF-E34EE760EE88}"/>
                    </a:ext>
                  </a:extLst>
                </p14:cNvPr>
                <p14:cNvContentPartPr/>
                <p14:nvPr/>
              </p14:nvContentPartPr>
              <p14:xfrm>
                <a:off x="5260478" y="3969216"/>
                <a:ext cx="227880" cy="197280"/>
              </p14:xfrm>
            </p:contentPart>
          </mc:Choice>
          <mc:Fallback>
            <p:pic>
              <p:nvPicPr>
                <p:cNvPr id="171" name="Ink 170">
                  <a:extLst>
                    <a:ext uri="{FF2B5EF4-FFF2-40B4-BE49-F238E27FC236}">
                      <a16:creationId xmlns:a16="http://schemas.microsoft.com/office/drawing/2014/main" id="{7CEF5329-37C3-C876-79CF-E34EE760EE88}"/>
                    </a:ext>
                  </a:extLst>
                </p:cNvPr>
                <p:cNvPicPr/>
                <p:nvPr/>
              </p:nvPicPr>
              <p:blipFill>
                <a:blip r:embed="rId238"/>
                <a:stretch>
                  <a:fillRect/>
                </a:stretch>
              </p:blipFill>
              <p:spPr>
                <a:xfrm>
                  <a:off x="5256158" y="3964896"/>
                  <a:ext cx="236520" cy="205920"/>
                </a:xfrm>
                <a:prstGeom prst="rect">
                  <a:avLst/>
                </a:prstGeom>
              </p:spPr>
            </p:pic>
          </mc:Fallback>
        </mc:AlternateContent>
        <mc:AlternateContent xmlns:mc="http://schemas.openxmlformats.org/markup-compatibility/2006">
          <mc:Choice xmlns:p14="http://schemas.microsoft.com/office/powerpoint/2010/main" Requires="p14">
            <p:contentPart p14:bwMode="auto" r:id="rId239">
              <p14:nvContentPartPr>
                <p14:cNvPr id="172" name="Ink 171">
                  <a:extLst>
                    <a:ext uri="{FF2B5EF4-FFF2-40B4-BE49-F238E27FC236}">
                      <a16:creationId xmlns:a16="http://schemas.microsoft.com/office/drawing/2014/main" id="{B348DCE1-5DC8-E36C-DB1B-195D6DD9B060}"/>
                    </a:ext>
                  </a:extLst>
                </p14:cNvPr>
                <p14:cNvContentPartPr/>
                <p14:nvPr/>
              </p14:nvContentPartPr>
              <p14:xfrm>
                <a:off x="5407358" y="3922776"/>
                <a:ext cx="101880" cy="144720"/>
              </p14:xfrm>
            </p:contentPart>
          </mc:Choice>
          <mc:Fallback>
            <p:pic>
              <p:nvPicPr>
                <p:cNvPr id="172" name="Ink 171">
                  <a:extLst>
                    <a:ext uri="{FF2B5EF4-FFF2-40B4-BE49-F238E27FC236}">
                      <a16:creationId xmlns:a16="http://schemas.microsoft.com/office/drawing/2014/main" id="{B348DCE1-5DC8-E36C-DB1B-195D6DD9B060}"/>
                    </a:ext>
                  </a:extLst>
                </p:cNvPr>
                <p:cNvPicPr/>
                <p:nvPr/>
              </p:nvPicPr>
              <p:blipFill>
                <a:blip r:embed="rId240"/>
                <a:stretch>
                  <a:fillRect/>
                </a:stretch>
              </p:blipFill>
              <p:spPr>
                <a:xfrm>
                  <a:off x="5403038" y="3918456"/>
                  <a:ext cx="11052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241">
              <p14:nvContentPartPr>
                <p14:cNvPr id="173" name="Ink 172">
                  <a:extLst>
                    <a:ext uri="{FF2B5EF4-FFF2-40B4-BE49-F238E27FC236}">
                      <a16:creationId xmlns:a16="http://schemas.microsoft.com/office/drawing/2014/main" id="{B71ADFDF-B5E2-46AB-DE2B-F6F6BD9DF1AC}"/>
                    </a:ext>
                  </a:extLst>
                </p14:cNvPr>
                <p14:cNvContentPartPr/>
                <p14:nvPr/>
              </p14:nvContentPartPr>
              <p14:xfrm>
                <a:off x="5557478" y="3675456"/>
                <a:ext cx="69480" cy="333360"/>
              </p14:xfrm>
            </p:contentPart>
          </mc:Choice>
          <mc:Fallback>
            <p:pic>
              <p:nvPicPr>
                <p:cNvPr id="173" name="Ink 172">
                  <a:extLst>
                    <a:ext uri="{FF2B5EF4-FFF2-40B4-BE49-F238E27FC236}">
                      <a16:creationId xmlns:a16="http://schemas.microsoft.com/office/drawing/2014/main" id="{B71ADFDF-B5E2-46AB-DE2B-F6F6BD9DF1AC}"/>
                    </a:ext>
                  </a:extLst>
                </p:cNvPr>
                <p:cNvPicPr/>
                <p:nvPr/>
              </p:nvPicPr>
              <p:blipFill>
                <a:blip r:embed="rId242"/>
                <a:stretch>
                  <a:fillRect/>
                </a:stretch>
              </p:blipFill>
              <p:spPr>
                <a:xfrm>
                  <a:off x="5553158" y="3671136"/>
                  <a:ext cx="78120" cy="342000"/>
                </a:xfrm>
                <a:prstGeom prst="rect">
                  <a:avLst/>
                </a:prstGeom>
              </p:spPr>
            </p:pic>
          </mc:Fallback>
        </mc:AlternateContent>
        <mc:AlternateContent xmlns:mc="http://schemas.openxmlformats.org/markup-compatibility/2006">
          <mc:Choice xmlns:p14="http://schemas.microsoft.com/office/powerpoint/2010/main" Requires="p14">
            <p:contentPart p14:bwMode="auto" r:id="rId243">
              <p14:nvContentPartPr>
                <p14:cNvPr id="174" name="Ink 173">
                  <a:extLst>
                    <a:ext uri="{FF2B5EF4-FFF2-40B4-BE49-F238E27FC236}">
                      <a16:creationId xmlns:a16="http://schemas.microsoft.com/office/drawing/2014/main" id="{F62E16F8-6A53-FCAF-5D29-B9D6685ABD11}"/>
                    </a:ext>
                  </a:extLst>
                </p14:cNvPr>
                <p14:cNvContentPartPr/>
                <p14:nvPr/>
              </p14:nvContentPartPr>
              <p14:xfrm>
                <a:off x="5539838" y="3727656"/>
                <a:ext cx="120600" cy="135720"/>
              </p14:xfrm>
            </p:contentPart>
          </mc:Choice>
          <mc:Fallback>
            <p:pic>
              <p:nvPicPr>
                <p:cNvPr id="174" name="Ink 173">
                  <a:extLst>
                    <a:ext uri="{FF2B5EF4-FFF2-40B4-BE49-F238E27FC236}">
                      <a16:creationId xmlns:a16="http://schemas.microsoft.com/office/drawing/2014/main" id="{F62E16F8-6A53-FCAF-5D29-B9D6685ABD11}"/>
                    </a:ext>
                  </a:extLst>
                </p:cNvPr>
                <p:cNvPicPr/>
                <p:nvPr/>
              </p:nvPicPr>
              <p:blipFill>
                <a:blip r:embed="rId244"/>
                <a:stretch>
                  <a:fillRect/>
                </a:stretch>
              </p:blipFill>
              <p:spPr>
                <a:xfrm>
                  <a:off x="5535518" y="3723336"/>
                  <a:ext cx="12924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245">
              <p14:nvContentPartPr>
                <p14:cNvPr id="175" name="Ink 174">
                  <a:extLst>
                    <a:ext uri="{FF2B5EF4-FFF2-40B4-BE49-F238E27FC236}">
                      <a16:creationId xmlns:a16="http://schemas.microsoft.com/office/drawing/2014/main" id="{95FA1E12-C6D3-5521-04F7-D59EB61FEAAC}"/>
                    </a:ext>
                  </a:extLst>
                </p14:cNvPr>
                <p14:cNvContentPartPr/>
                <p14:nvPr/>
              </p14:nvContentPartPr>
              <p14:xfrm>
                <a:off x="5655398" y="3812976"/>
                <a:ext cx="94320" cy="138960"/>
              </p14:xfrm>
            </p:contentPart>
          </mc:Choice>
          <mc:Fallback>
            <p:pic>
              <p:nvPicPr>
                <p:cNvPr id="175" name="Ink 174">
                  <a:extLst>
                    <a:ext uri="{FF2B5EF4-FFF2-40B4-BE49-F238E27FC236}">
                      <a16:creationId xmlns:a16="http://schemas.microsoft.com/office/drawing/2014/main" id="{95FA1E12-C6D3-5521-04F7-D59EB61FEAAC}"/>
                    </a:ext>
                  </a:extLst>
                </p:cNvPr>
                <p:cNvPicPr/>
                <p:nvPr/>
              </p:nvPicPr>
              <p:blipFill>
                <a:blip r:embed="rId246"/>
                <a:stretch>
                  <a:fillRect/>
                </a:stretch>
              </p:blipFill>
              <p:spPr>
                <a:xfrm>
                  <a:off x="5651078" y="3808656"/>
                  <a:ext cx="10296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247">
              <p14:nvContentPartPr>
                <p14:cNvPr id="176" name="Ink 175">
                  <a:extLst>
                    <a:ext uri="{FF2B5EF4-FFF2-40B4-BE49-F238E27FC236}">
                      <a16:creationId xmlns:a16="http://schemas.microsoft.com/office/drawing/2014/main" id="{DB903E5D-DDED-36E2-E0EE-2D46B8DB0235}"/>
                    </a:ext>
                  </a:extLst>
                </p14:cNvPr>
                <p14:cNvContentPartPr/>
                <p14:nvPr/>
              </p14:nvContentPartPr>
              <p14:xfrm>
                <a:off x="5799398" y="3852216"/>
                <a:ext cx="83880" cy="56880"/>
              </p14:xfrm>
            </p:contentPart>
          </mc:Choice>
          <mc:Fallback>
            <p:pic>
              <p:nvPicPr>
                <p:cNvPr id="176" name="Ink 175">
                  <a:extLst>
                    <a:ext uri="{FF2B5EF4-FFF2-40B4-BE49-F238E27FC236}">
                      <a16:creationId xmlns:a16="http://schemas.microsoft.com/office/drawing/2014/main" id="{DB903E5D-DDED-36E2-E0EE-2D46B8DB0235}"/>
                    </a:ext>
                  </a:extLst>
                </p:cNvPr>
                <p:cNvPicPr/>
                <p:nvPr/>
              </p:nvPicPr>
              <p:blipFill>
                <a:blip r:embed="rId248"/>
                <a:stretch>
                  <a:fillRect/>
                </a:stretch>
              </p:blipFill>
              <p:spPr>
                <a:xfrm>
                  <a:off x="5795078" y="3847896"/>
                  <a:ext cx="9252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249">
              <p14:nvContentPartPr>
                <p14:cNvPr id="177" name="Ink 176">
                  <a:extLst>
                    <a:ext uri="{FF2B5EF4-FFF2-40B4-BE49-F238E27FC236}">
                      <a16:creationId xmlns:a16="http://schemas.microsoft.com/office/drawing/2014/main" id="{40F843D2-BAA0-623E-3057-CAB673D3FBD4}"/>
                    </a:ext>
                  </a:extLst>
                </p14:cNvPr>
                <p14:cNvContentPartPr/>
                <p14:nvPr/>
              </p14:nvContentPartPr>
              <p14:xfrm>
                <a:off x="5467478" y="4678056"/>
                <a:ext cx="63720" cy="23400"/>
              </p14:xfrm>
            </p:contentPart>
          </mc:Choice>
          <mc:Fallback>
            <p:pic>
              <p:nvPicPr>
                <p:cNvPr id="177" name="Ink 176">
                  <a:extLst>
                    <a:ext uri="{FF2B5EF4-FFF2-40B4-BE49-F238E27FC236}">
                      <a16:creationId xmlns:a16="http://schemas.microsoft.com/office/drawing/2014/main" id="{40F843D2-BAA0-623E-3057-CAB673D3FBD4}"/>
                    </a:ext>
                  </a:extLst>
                </p:cNvPr>
                <p:cNvPicPr/>
                <p:nvPr/>
              </p:nvPicPr>
              <p:blipFill>
                <a:blip r:embed="rId250"/>
                <a:stretch>
                  <a:fillRect/>
                </a:stretch>
              </p:blipFill>
              <p:spPr>
                <a:xfrm>
                  <a:off x="5463158" y="4673736"/>
                  <a:ext cx="7236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251">
              <p14:nvContentPartPr>
                <p14:cNvPr id="178" name="Ink 177">
                  <a:extLst>
                    <a:ext uri="{FF2B5EF4-FFF2-40B4-BE49-F238E27FC236}">
                      <a16:creationId xmlns:a16="http://schemas.microsoft.com/office/drawing/2014/main" id="{7CC95CC1-CC7A-2350-3446-F1CA4AE8D666}"/>
                    </a:ext>
                  </a:extLst>
                </p14:cNvPr>
                <p14:cNvContentPartPr/>
                <p14:nvPr/>
              </p14:nvContentPartPr>
              <p14:xfrm>
                <a:off x="5459918" y="4724496"/>
                <a:ext cx="109800" cy="19440"/>
              </p14:xfrm>
            </p:contentPart>
          </mc:Choice>
          <mc:Fallback>
            <p:pic>
              <p:nvPicPr>
                <p:cNvPr id="178" name="Ink 177">
                  <a:extLst>
                    <a:ext uri="{FF2B5EF4-FFF2-40B4-BE49-F238E27FC236}">
                      <a16:creationId xmlns:a16="http://schemas.microsoft.com/office/drawing/2014/main" id="{7CC95CC1-CC7A-2350-3446-F1CA4AE8D666}"/>
                    </a:ext>
                  </a:extLst>
                </p:cNvPr>
                <p:cNvPicPr/>
                <p:nvPr/>
              </p:nvPicPr>
              <p:blipFill>
                <a:blip r:embed="rId252"/>
                <a:stretch>
                  <a:fillRect/>
                </a:stretch>
              </p:blipFill>
              <p:spPr>
                <a:xfrm>
                  <a:off x="5455598" y="4720176"/>
                  <a:ext cx="11844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253">
              <p14:nvContentPartPr>
                <p14:cNvPr id="182" name="Ink 181">
                  <a:extLst>
                    <a:ext uri="{FF2B5EF4-FFF2-40B4-BE49-F238E27FC236}">
                      <a16:creationId xmlns:a16="http://schemas.microsoft.com/office/drawing/2014/main" id="{339D7FA2-6130-6533-1469-2A9EFA19483D}"/>
                    </a:ext>
                  </a:extLst>
                </p14:cNvPr>
                <p14:cNvContentPartPr/>
                <p14:nvPr/>
              </p14:nvContentPartPr>
              <p14:xfrm>
                <a:off x="5616518" y="4532976"/>
                <a:ext cx="51840" cy="259560"/>
              </p14:xfrm>
            </p:contentPart>
          </mc:Choice>
          <mc:Fallback>
            <p:pic>
              <p:nvPicPr>
                <p:cNvPr id="182" name="Ink 181">
                  <a:extLst>
                    <a:ext uri="{FF2B5EF4-FFF2-40B4-BE49-F238E27FC236}">
                      <a16:creationId xmlns:a16="http://schemas.microsoft.com/office/drawing/2014/main" id="{339D7FA2-6130-6533-1469-2A9EFA19483D}"/>
                    </a:ext>
                  </a:extLst>
                </p:cNvPr>
                <p:cNvPicPr/>
                <p:nvPr/>
              </p:nvPicPr>
              <p:blipFill>
                <a:blip r:embed="rId254"/>
                <a:stretch>
                  <a:fillRect/>
                </a:stretch>
              </p:blipFill>
              <p:spPr>
                <a:xfrm>
                  <a:off x="5612198" y="4528656"/>
                  <a:ext cx="60480" cy="268200"/>
                </a:xfrm>
                <a:prstGeom prst="rect">
                  <a:avLst/>
                </a:prstGeom>
              </p:spPr>
            </p:pic>
          </mc:Fallback>
        </mc:AlternateContent>
        <mc:AlternateContent xmlns:mc="http://schemas.openxmlformats.org/markup-compatibility/2006">
          <mc:Choice xmlns:p14="http://schemas.microsoft.com/office/powerpoint/2010/main" Requires="p14">
            <p:contentPart p14:bwMode="auto" r:id="rId255">
              <p14:nvContentPartPr>
                <p14:cNvPr id="183" name="Ink 182">
                  <a:extLst>
                    <a:ext uri="{FF2B5EF4-FFF2-40B4-BE49-F238E27FC236}">
                      <a16:creationId xmlns:a16="http://schemas.microsoft.com/office/drawing/2014/main" id="{BC0F035F-529C-816F-76E0-FFD5C220A448}"/>
                    </a:ext>
                  </a:extLst>
                </p14:cNvPr>
                <p14:cNvContentPartPr/>
                <p14:nvPr/>
              </p14:nvContentPartPr>
              <p14:xfrm>
                <a:off x="5607158" y="4559616"/>
                <a:ext cx="139320" cy="108360"/>
              </p14:xfrm>
            </p:contentPart>
          </mc:Choice>
          <mc:Fallback>
            <p:pic>
              <p:nvPicPr>
                <p:cNvPr id="183" name="Ink 182">
                  <a:extLst>
                    <a:ext uri="{FF2B5EF4-FFF2-40B4-BE49-F238E27FC236}">
                      <a16:creationId xmlns:a16="http://schemas.microsoft.com/office/drawing/2014/main" id="{BC0F035F-529C-816F-76E0-FFD5C220A448}"/>
                    </a:ext>
                  </a:extLst>
                </p:cNvPr>
                <p:cNvPicPr/>
                <p:nvPr/>
              </p:nvPicPr>
              <p:blipFill>
                <a:blip r:embed="rId256"/>
                <a:stretch>
                  <a:fillRect/>
                </a:stretch>
              </p:blipFill>
              <p:spPr>
                <a:xfrm>
                  <a:off x="5602838" y="4555296"/>
                  <a:ext cx="147960" cy="117000"/>
                </a:xfrm>
                <a:prstGeom prst="rect">
                  <a:avLst/>
                </a:prstGeom>
              </p:spPr>
            </p:pic>
          </mc:Fallback>
        </mc:AlternateContent>
        <mc:AlternateContent xmlns:mc="http://schemas.openxmlformats.org/markup-compatibility/2006">
          <mc:Choice xmlns:p14="http://schemas.microsoft.com/office/powerpoint/2010/main" Requires="p14">
            <p:contentPart p14:bwMode="auto" r:id="rId257">
              <p14:nvContentPartPr>
                <p14:cNvPr id="184" name="Ink 183">
                  <a:extLst>
                    <a:ext uri="{FF2B5EF4-FFF2-40B4-BE49-F238E27FC236}">
                      <a16:creationId xmlns:a16="http://schemas.microsoft.com/office/drawing/2014/main" id="{DC04ACCD-B785-1925-869F-928C53E238D0}"/>
                    </a:ext>
                  </a:extLst>
                </p14:cNvPr>
                <p14:cNvContentPartPr/>
                <p14:nvPr/>
              </p14:nvContentPartPr>
              <p14:xfrm>
                <a:off x="5742158" y="4689576"/>
                <a:ext cx="76680" cy="144000"/>
              </p14:xfrm>
            </p:contentPart>
          </mc:Choice>
          <mc:Fallback>
            <p:pic>
              <p:nvPicPr>
                <p:cNvPr id="184" name="Ink 183">
                  <a:extLst>
                    <a:ext uri="{FF2B5EF4-FFF2-40B4-BE49-F238E27FC236}">
                      <a16:creationId xmlns:a16="http://schemas.microsoft.com/office/drawing/2014/main" id="{DC04ACCD-B785-1925-869F-928C53E238D0}"/>
                    </a:ext>
                  </a:extLst>
                </p:cNvPr>
                <p:cNvPicPr/>
                <p:nvPr/>
              </p:nvPicPr>
              <p:blipFill>
                <a:blip r:embed="rId258"/>
                <a:stretch>
                  <a:fillRect/>
                </a:stretch>
              </p:blipFill>
              <p:spPr>
                <a:xfrm>
                  <a:off x="5737838" y="4685256"/>
                  <a:ext cx="8532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259">
              <p14:nvContentPartPr>
                <p14:cNvPr id="185" name="Ink 184">
                  <a:extLst>
                    <a:ext uri="{FF2B5EF4-FFF2-40B4-BE49-F238E27FC236}">
                      <a16:creationId xmlns:a16="http://schemas.microsoft.com/office/drawing/2014/main" id="{FFD67EF5-2544-22AC-5AB2-EEB30B1AFDD8}"/>
                    </a:ext>
                  </a:extLst>
                </p14:cNvPr>
                <p14:cNvContentPartPr/>
                <p14:nvPr/>
              </p14:nvContentPartPr>
              <p14:xfrm>
                <a:off x="5837558" y="4729896"/>
                <a:ext cx="95400" cy="64080"/>
              </p14:xfrm>
            </p:contentPart>
          </mc:Choice>
          <mc:Fallback>
            <p:pic>
              <p:nvPicPr>
                <p:cNvPr id="185" name="Ink 184">
                  <a:extLst>
                    <a:ext uri="{FF2B5EF4-FFF2-40B4-BE49-F238E27FC236}">
                      <a16:creationId xmlns:a16="http://schemas.microsoft.com/office/drawing/2014/main" id="{FFD67EF5-2544-22AC-5AB2-EEB30B1AFDD8}"/>
                    </a:ext>
                  </a:extLst>
                </p:cNvPr>
                <p:cNvPicPr/>
                <p:nvPr/>
              </p:nvPicPr>
              <p:blipFill>
                <a:blip r:embed="rId260"/>
                <a:stretch>
                  <a:fillRect/>
                </a:stretch>
              </p:blipFill>
              <p:spPr>
                <a:xfrm>
                  <a:off x="5833238" y="4725576"/>
                  <a:ext cx="104040" cy="72720"/>
                </a:xfrm>
                <a:prstGeom prst="rect">
                  <a:avLst/>
                </a:prstGeom>
              </p:spPr>
            </p:pic>
          </mc:Fallback>
        </mc:AlternateContent>
        <mc:AlternateContent xmlns:mc="http://schemas.openxmlformats.org/markup-compatibility/2006">
          <mc:Choice xmlns:p14="http://schemas.microsoft.com/office/powerpoint/2010/main" Requires="p14">
            <p:contentPart p14:bwMode="auto" r:id="rId261">
              <p14:nvContentPartPr>
                <p14:cNvPr id="187" name="Ink 186">
                  <a:extLst>
                    <a:ext uri="{FF2B5EF4-FFF2-40B4-BE49-F238E27FC236}">
                      <a16:creationId xmlns:a16="http://schemas.microsoft.com/office/drawing/2014/main" id="{6B7FF654-9ECB-0332-6A2C-73289C3FA481}"/>
                    </a:ext>
                  </a:extLst>
                </p14:cNvPr>
                <p14:cNvContentPartPr/>
                <p14:nvPr/>
              </p14:nvContentPartPr>
              <p14:xfrm>
                <a:off x="4468838" y="5242536"/>
                <a:ext cx="19800" cy="234360"/>
              </p14:xfrm>
            </p:contentPart>
          </mc:Choice>
          <mc:Fallback>
            <p:pic>
              <p:nvPicPr>
                <p:cNvPr id="187" name="Ink 186">
                  <a:extLst>
                    <a:ext uri="{FF2B5EF4-FFF2-40B4-BE49-F238E27FC236}">
                      <a16:creationId xmlns:a16="http://schemas.microsoft.com/office/drawing/2014/main" id="{6B7FF654-9ECB-0332-6A2C-73289C3FA481}"/>
                    </a:ext>
                  </a:extLst>
                </p:cNvPr>
                <p:cNvPicPr/>
                <p:nvPr/>
              </p:nvPicPr>
              <p:blipFill>
                <a:blip r:embed="rId262"/>
                <a:stretch>
                  <a:fillRect/>
                </a:stretch>
              </p:blipFill>
              <p:spPr>
                <a:xfrm>
                  <a:off x="4464518" y="5238216"/>
                  <a:ext cx="2844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263">
              <p14:nvContentPartPr>
                <p14:cNvPr id="188" name="Ink 187">
                  <a:extLst>
                    <a:ext uri="{FF2B5EF4-FFF2-40B4-BE49-F238E27FC236}">
                      <a16:creationId xmlns:a16="http://schemas.microsoft.com/office/drawing/2014/main" id="{75EEB6B3-7400-3740-B7E6-E92BF7075931}"/>
                    </a:ext>
                  </a:extLst>
                </p14:cNvPr>
                <p14:cNvContentPartPr/>
                <p14:nvPr/>
              </p14:nvContentPartPr>
              <p14:xfrm>
                <a:off x="4294958" y="5212296"/>
                <a:ext cx="299520" cy="122040"/>
              </p14:xfrm>
            </p:contentPart>
          </mc:Choice>
          <mc:Fallback>
            <p:pic>
              <p:nvPicPr>
                <p:cNvPr id="188" name="Ink 187">
                  <a:extLst>
                    <a:ext uri="{FF2B5EF4-FFF2-40B4-BE49-F238E27FC236}">
                      <a16:creationId xmlns:a16="http://schemas.microsoft.com/office/drawing/2014/main" id="{75EEB6B3-7400-3740-B7E6-E92BF7075931}"/>
                    </a:ext>
                  </a:extLst>
                </p:cNvPr>
                <p:cNvPicPr/>
                <p:nvPr/>
              </p:nvPicPr>
              <p:blipFill>
                <a:blip r:embed="rId264"/>
                <a:stretch>
                  <a:fillRect/>
                </a:stretch>
              </p:blipFill>
              <p:spPr>
                <a:xfrm>
                  <a:off x="4290638" y="5207976"/>
                  <a:ext cx="30816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265">
              <p14:nvContentPartPr>
                <p14:cNvPr id="189" name="Ink 188">
                  <a:extLst>
                    <a:ext uri="{FF2B5EF4-FFF2-40B4-BE49-F238E27FC236}">
                      <a16:creationId xmlns:a16="http://schemas.microsoft.com/office/drawing/2014/main" id="{E3C12B10-0132-3363-C47C-5A719B58E631}"/>
                    </a:ext>
                  </a:extLst>
                </p14:cNvPr>
                <p14:cNvContentPartPr/>
                <p14:nvPr/>
              </p14:nvContentPartPr>
              <p14:xfrm>
                <a:off x="4527518" y="5328216"/>
                <a:ext cx="126000" cy="108000"/>
              </p14:xfrm>
            </p:contentPart>
          </mc:Choice>
          <mc:Fallback>
            <p:pic>
              <p:nvPicPr>
                <p:cNvPr id="189" name="Ink 188">
                  <a:extLst>
                    <a:ext uri="{FF2B5EF4-FFF2-40B4-BE49-F238E27FC236}">
                      <a16:creationId xmlns:a16="http://schemas.microsoft.com/office/drawing/2014/main" id="{E3C12B10-0132-3363-C47C-5A719B58E631}"/>
                    </a:ext>
                  </a:extLst>
                </p:cNvPr>
                <p:cNvPicPr/>
                <p:nvPr/>
              </p:nvPicPr>
              <p:blipFill>
                <a:blip r:embed="rId266"/>
                <a:stretch>
                  <a:fillRect/>
                </a:stretch>
              </p:blipFill>
              <p:spPr>
                <a:xfrm>
                  <a:off x="4523198" y="5323896"/>
                  <a:ext cx="13464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267">
              <p14:nvContentPartPr>
                <p14:cNvPr id="190" name="Ink 189">
                  <a:extLst>
                    <a:ext uri="{FF2B5EF4-FFF2-40B4-BE49-F238E27FC236}">
                      <a16:creationId xmlns:a16="http://schemas.microsoft.com/office/drawing/2014/main" id="{9190EF3A-2382-EA91-101A-0FB205027A6A}"/>
                    </a:ext>
                  </a:extLst>
                </p14:cNvPr>
                <p14:cNvContentPartPr/>
                <p14:nvPr/>
              </p14:nvContentPartPr>
              <p14:xfrm>
                <a:off x="4641638" y="5269536"/>
                <a:ext cx="105120" cy="132840"/>
              </p14:xfrm>
            </p:contentPart>
          </mc:Choice>
          <mc:Fallback>
            <p:pic>
              <p:nvPicPr>
                <p:cNvPr id="190" name="Ink 189">
                  <a:extLst>
                    <a:ext uri="{FF2B5EF4-FFF2-40B4-BE49-F238E27FC236}">
                      <a16:creationId xmlns:a16="http://schemas.microsoft.com/office/drawing/2014/main" id="{9190EF3A-2382-EA91-101A-0FB205027A6A}"/>
                    </a:ext>
                  </a:extLst>
                </p:cNvPr>
                <p:cNvPicPr/>
                <p:nvPr/>
              </p:nvPicPr>
              <p:blipFill>
                <a:blip r:embed="rId268"/>
                <a:stretch>
                  <a:fillRect/>
                </a:stretch>
              </p:blipFill>
              <p:spPr>
                <a:xfrm>
                  <a:off x="4637318" y="5265216"/>
                  <a:ext cx="11376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269">
              <p14:nvContentPartPr>
                <p14:cNvPr id="191" name="Ink 190">
                  <a:extLst>
                    <a:ext uri="{FF2B5EF4-FFF2-40B4-BE49-F238E27FC236}">
                      <a16:creationId xmlns:a16="http://schemas.microsoft.com/office/drawing/2014/main" id="{93C952B7-6E12-2CAD-8C41-14B502612911}"/>
                    </a:ext>
                  </a:extLst>
                </p14:cNvPr>
                <p14:cNvContentPartPr/>
                <p14:nvPr/>
              </p14:nvContentPartPr>
              <p14:xfrm>
                <a:off x="4735238" y="5239296"/>
                <a:ext cx="53640" cy="130680"/>
              </p14:xfrm>
            </p:contentPart>
          </mc:Choice>
          <mc:Fallback>
            <p:pic>
              <p:nvPicPr>
                <p:cNvPr id="191" name="Ink 190">
                  <a:extLst>
                    <a:ext uri="{FF2B5EF4-FFF2-40B4-BE49-F238E27FC236}">
                      <a16:creationId xmlns:a16="http://schemas.microsoft.com/office/drawing/2014/main" id="{93C952B7-6E12-2CAD-8C41-14B502612911}"/>
                    </a:ext>
                  </a:extLst>
                </p:cNvPr>
                <p:cNvPicPr/>
                <p:nvPr/>
              </p:nvPicPr>
              <p:blipFill>
                <a:blip r:embed="rId270"/>
                <a:stretch>
                  <a:fillRect/>
                </a:stretch>
              </p:blipFill>
              <p:spPr>
                <a:xfrm>
                  <a:off x="4730918" y="5234976"/>
                  <a:ext cx="6228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271">
              <p14:nvContentPartPr>
                <p14:cNvPr id="192" name="Ink 191">
                  <a:extLst>
                    <a:ext uri="{FF2B5EF4-FFF2-40B4-BE49-F238E27FC236}">
                      <a16:creationId xmlns:a16="http://schemas.microsoft.com/office/drawing/2014/main" id="{E6AEE139-DA71-A32F-48DA-BA1B76AB5A02}"/>
                    </a:ext>
                  </a:extLst>
                </p14:cNvPr>
                <p14:cNvContentPartPr/>
                <p14:nvPr/>
              </p14:nvContentPartPr>
              <p14:xfrm>
                <a:off x="4825598" y="5271696"/>
                <a:ext cx="150120" cy="87120"/>
              </p14:xfrm>
            </p:contentPart>
          </mc:Choice>
          <mc:Fallback>
            <p:pic>
              <p:nvPicPr>
                <p:cNvPr id="192" name="Ink 191">
                  <a:extLst>
                    <a:ext uri="{FF2B5EF4-FFF2-40B4-BE49-F238E27FC236}">
                      <a16:creationId xmlns:a16="http://schemas.microsoft.com/office/drawing/2014/main" id="{E6AEE139-DA71-A32F-48DA-BA1B76AB5A02}"/>
                    </a:ext>
                  </a:extLst>
                </p:cNvPr>
                <p:cNvPicPr/>
                <p:nvPr/>
              </p:nvPicPr>
              <p:blipFill>
                <a:blip r:embed="rId272"/>
                <a:stretch>
                  <a:fillRect/>
                </a:stretch>
              </p:blipFill>
              <p:spPr>
                <a:xfrm>
                  <a:off x="4821278" y="5267376"/>
                  <a:ext cx="158760" cy="95760"/>
                </a:xfrm>
                <a:prstGeom prst="rect">
                  <a:avLst/>
                </a:prstGeom>
              </p:spPr>
            </p:pic>
          </mc:Fallback>
        </mc:AlternateContent>
        <mc:AlternateContent xmlns:mc="http://schemas.openxmlformats.org/markup-compatibility/2006">
          <mc:Choice xmlns:p14="http://schemas.microsoft.com/office/powerpoint/2010/main" Requires="p14">
            <p:contentPart p14:bwMode="auto" r:id="rId273">
              <p14:nvContentPartPr>
                <p14:cNvPr id="193" name="Ink 192">
                  <a:extLst>
                    <a:ext uri="{FF2B5EF4-FFF2-40B4-BE49-F238E27FC236}">
                      <a16:creationId xmlns:a16="http://schemas.microsoft.com/office/drawing/2014/main" id="{2E4E9092-69A4-6EB1-5AB8-916288D89BF0}"/>
                    </a:ext>
                  </a:extLst>
                </p14:cNvPr>
                <p14:cNvContentPartPr/>
                <p14:nvPr/>
              </p14:nvContentPartPr>
              <p14:xfrm>
                <a:off x="5092718" y="5086656"/>
                <a:ext cx="232920" cy="295200"/>
              </p14:xfrm>
            </p:contentPart>
          </mc:Choice>
          <mc:Fallback>
            <p:pic>
              <p:nvPicPr>
                <p:cNvPr id="193" name="Ink 192">
                  <a:extLst>
                    <a:ext uri="{FF2B5EF4-FFF2-40B4-BE49-F238E27FC236}">
                      <a16:creationId xmlns:a16="http://schemas.microsoft.com/office/drawing/2014/main" id="{2E4E9092-69A4-6EB1-5AB8-916288D89BF0}"/>
                    </a:ext>
                  </a:extLst>
                </p:cNvPr>
                <p:cNvPicPr/>
                <p:nvPr/>
              </p:nvPicPr>
              <p:blipFill>
                <a:blip r:embed="rId274"/>
                <a:stretch>
                  <a:fillRect/>
                </a:stretch>
              </p:blipFill>
              <p:spPr>
                <a:xfrm>
                  <a:off x="5088398" y="5082336"/>
                  <a:ext cx="241560" cy="303840"/>
                </a:xfrm>
                <a:prstGeom prst="rect">
                  <a:avLst/>
                </a:prstGeom>
              </p:spPr>
            </p:pic>
          </mc:Fallback>
        </mc:AlternateContent>
        <mc:AlternateContent xmlns:mc="http://schemas.openxmlformats.org/markup-compatibility/2006">
          <mc:Choice xmlns:p14="http://schemas.microsoft.com/office/powerpoint/2010/main" Requires="p14">
            <p:contentPart p14:bwMode="auto" r:id="rId275">
              <p14:nvContentPartPr>
                <p14:cNvPr id="194" name="Ink 193">
                  <a:extLst>
                    <a:ext uri="{FF2B5EF4-FFF2-40B4-BE49-F238E27FC236}">
                      <a16:creationId xmlns:a16="http://schemas.microsoft.com/office/drawing/2014/main" id="{9AB373D0-8235-5938-43AA-37172449074E}"/>
                    </a:ext>
                  </a:extLst>
                </p14:cNvPr>
                <p14:cNvContentPartPr/>
                <p14:nvPr/>
              </p14:nvContentPartPr>
              <p14:xfrm>
                <a:off x="5370278" y="5096376"/>
                <a:ext cx="44640" cy="132120"/>
              </p14:xfrm>
            </p:contentPart>
          </mc:Choice>
          <mc:Fallback>
            <p:pic>
              <p:nvPicPr>
                <p:cNvPr id="194" name="Ink 193">
                  <a:extLst>
                    <a:ext uri="{FF2B5EF4-FFF2-40B4-BE49-F238E27FC236}">
                      <a16:creationId xmlns:a16="http://schemas.microsoft.com/office/drawing/2014/main" id="{9AB373D0-8235-5938-43AA-37172449074E}"/>
                    </a:ext>
                  </a:extLst>
                </p:cNvPr>
                <p:cNvPicPr/>
                <p:nvPr/>
              </p:nvPicPr>
              <p:blipFill>
                <a:blip r:embed="rId276"/>
                <a:stretch>
                  <a:fillRect/>
                </a:stretch>
              </p:blipFill>
              <p:spPr>
                <a:xfrm>
                  <a:off x="5365958" y="5092056"/>
                  <a:ext cx="5328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277">
              <p14:nvContentPartPr>
                <p14:cNvPr id="195" name="Ink 194">
                  <a:extLst>
                    <a:ext uri="{FF2B5EF4-FFF2-40B4-BE49-F238E27FC236}">
                      <a16:creationId xmlns:a16="http://schemas.microsoft.com/office/drawing/2014/main" id="{3F60D33A-7E39-A87C-B2B9-A6E13E4E1303}"/>
                    </a:ext>
                  </a:extLst>
                </p14:cNvPr>
                <p14:cNvContentPartPr/>
                <p14:nvPr/>
              </p14:nvContentPartPr>
              <p14:xfrm>
                <a:off x="5358398" y="5123376"/>
                <a:ext cx="320040" cy="96480"/>
              </p14:xfrm>
            </p:contentPart>
          </mc:Choice>
          <mc:Fallback>
            <p:pic>
              <p:nvPicPr>
                <p:cNvPr id="195" name="Ink 194">
                  <a:extLst>
                    <a:ext uri="{FF2B5EF4-FFF2-40B4-BE49-F238E27FC236}">
                      <a16:creationId xmlns:a16="http://schemas.microsoft.com/office/drawing/2014/main" id="{3F60D33A-7E39-A87C-B2B9-A6E13E4E1303}"/>
                    </a:ext>
                  </a:extLst>
                </p:cNvPr>
                <p:cNvPicPr/>
                <p:nvPr/>
              </p:nvPicPr>
              <p:blipFill>
                <a:blip r:embed="rId278"/>
                <a:stretch>
                  <a:fillRect/>
                </a:stretch>
              </p:blipFill>
              <p:spPr>
                <a:xfrm>
                  <a:off x="5354078" y="5119056"/>
                  <a:ext cx="328680" cy="105120"/>
                </a:xfrm>
                <a:prstGeom prst="rect">
                  <a:avLst/>
                </a:prstGeom>
              </p:spPr>
            </p:pic>
          </mc:Fallback>
        </mc:AlternateContent>
        <mc:AlternateContent xmlns:mc="http://schemas.openxmlformats.org/markup-compatibility/2006">
          <mc:Choice xmlns:p14="http://schemas.microsoft.com/office/powerpoint/2010/main" Requires="p14">
            <p:contentPart p14:bwMode="auto" r:id="rId279">
              <p14:nvContentPartPr>
                <p14:cNvPr id="196" name="Ink 195">
                  <a:extLst>
                    <a:ext uri="{FF2B5EF4-FFF2-40B4-BE49-F238E27FC236}">
                      <a16:creationId xmlns:a16="http://schemas.microsoft.com/office/drawing/2014/main" id="{563CF06B-E7FA-13FE-2B98-4A682878A01F}"/>
                    </a:ext>
                  </a:extLst>
                </p14:cNvPr>
                <p14:cNvContentPartPr/>
                <p14:nvPr/>
              </p14:nvContentPartPr>
              <p14:xfrm>
                <a:off x="5585918" y="5081616"/>
                <a:ext cx="24840" cy="34560"/>
              </p14:xfrm>
            </p:contentPart>
          </mc:Choice>
          <mc:Fallback>
            <p:pic>
              <p:nvPicPr>
                <p:cNvPr id="196" name="Ink 195">
                  <a:extLst>
                    <a:ext uri="{FF2B5EF4-FFF2-40B4-BE49-F238E27FC236}">
                      <a16:creationId xmlns:a16="http://schemas.microsoft.com/office/drawing/2014/main" id="{563CF06B-E7FA-13FE-2B98-4A682878A01F}"/>
                    </a:ext>
                  </a:extLst>
                </p:cNvPr>
                <p:cNvPicPr/>
                <p:nvPr/>
              </p:nvPicPr>
              <p:blipFill>
                <a:blip r:embed="rId280"/>
                <a:stretch>
                  <a:fillRect/>
                </a:stretch>
              </p:blipFill>
              <p:spPr>
                <a:xfrm>
                  <a:off x="5581598" y="5077296"/>
                  <a:ext cx="33480" cy="43200"/>
                </a:xfrm>
                <a:prstGeom prst="rect">
                  <a:avLst/>
                </a:prstGeom>
              </p:spPr>
            </p:pic>
          </mc:Fallback>
        </mc:AlternateContent>
        <mc:AlternateContent xmlns:mc="http://schemas.openxmlformats.org/markup-compatibility/2006">
          <mc:Choice xmlns:p14="http://schemas.microsoft.com/office/powerpoint/2010/main" Requires="p14">
            <p:contentPart p14:bwMode="auto" r:id="rId281">
              <p14:nvContentPartPr>
                <p14:cNvPr id="198" name="Ink 197">
                  <a:extLst>
                    <a:ext uri="{FF2B5EF4-FFF2-40B4-BE49-F238E27FC236}">
                      <a16:creationId xmlns:a16="http://schemas.microsoft.com/office/drawing/2014/main" id="{C8B5C3ED-1776-8625-AB0A-B9392954F259}"/>
                    </a:ext>
                  </a:extLst>
                </p14:cNvPr>
                <p14:cNvContentPartPr/>
                <p14:nvPr/>
              </p14:nvContentPartPr>
              <p14:xfrm>
                <a:off x="4560998" y="5694336"/>
                <a:ext cx="178200" cy="140400"/>
              </p14:xfrm>
            </p:contentPart>
          </mc:Choice>
          <mc:Fallback>
            <p:pic>
              <p:nvPicPr>
                <p:cNvPr id="198" name="Ink 197">
                  <a:extLst>
                    <a:ext uri="{FF2B5EF4-FFF2-40B4-BE49-F238E27FC236}">
                      <a16:creationId xmlns:a16="http://schemas.microsoft.com/office/drawing/2014/main" id="{C8B5C3ED-1776-8625-AB0A-B9392954F259}"/>
                    </a:ext>
                  </a:extLst>
                </p:cNvPr>
                <p:cNvPicPr/>
                <p:nvPr/>
              </p:nvPicPr>
              <p:blipFill>
                <a:blip r:embed="rId282"/>
                <a:stretch>
                  <a:fillRect/>
                </a:stretch>
              </p:blipFill>
              <p:spPr>
                <a:xfrm>
                  <a:off x="4556678" y="5690016"/>
                  <a:ext cx="18684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283">
              <p14:nvContentPartPr>
                <p14:cNvPr id="199" name="Ink 198">
                  <a:extLst>
                    <a:ext uri="{FF2B5EF4-FFF2-40B4-BE49-F238E27FC236}">
                      <a16:creationId xmlns:a16="http://schemas.microsoft.com/office/drawing/2014/main" id="{FD79B427-D0D8-803F-048C-9B3A2B4D1047}"/>
                    </a:ext>
                  </a:extLst>
                </p14:cNvPr>
                <p14:cNvContentPartPr/>
                <p14:nvPr/>
              </p14:nvContentPartPr>
              <p14:xfrm>
                <a:off x="4727678" y="5620176"/>
                <a:ext cx="124200" cy="210960"/>
              </p14:xfrm>
            </p:contentPart>
          </mc:Choice>
          <mc:Fallback>
            <p:pic>
              <p:nvPicPr>
                <p:cNvPr id="199" name="Ink 198">
                  <a:extLst>
                    <a:ext uri="{FF2B5EF4-FFF2-40B4-BE49-F238E27FC236}">
                      <a16:creationId xmlns:a16="http://schemas.microsoft.com/office/drawing/2014/main" id="{FD79B427-D0D8-803F-048C-9B3A2B4D1047}"/>
                    </a:ext>
                  </a:extLst>
                </p:cNvPr>
                <p:cNvPicPr/>
                <p:nvPr/>
              </p:nvPicPr>
              <p:blipFill>
                <a:blip r:embed="rId284"/>
                <a:stretch>
                  <a:fillRect/>
                </a:stretch>
              </p:blipFill>
              <p:spPr>
                <a:xfrm>
                  <a:off x="4723358" y="5615856"/>
                  <a:ext cx="13284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285">
              <p14:nvContentPartPr>
                <p14:cNvPr id="200" name="Ink 199">
                  <a:extLst>
                    <a:ext uri="{FF2B5EF4-FFF2-40B4-BE49-F238E27FC236}">
                      <a16:creationId xmlns:a16="http://schemas.microsoft.com/office/drawing/2014/main" id="{5116D38B-B074-0A51-2BB1-35327888D7DF}"/>
                    </a:ext>
                  </a:extLst>
                </p14:cNvPr>
                <p14:cNvContentPartPr/>
                <p14:nvPr/>
              </p14:nvContentPartPr>
              <p14:xfrm>
                <a:off x="4009118" y="5820336"/>
                <a:ext cx="239760" cy="271440"/>
              </p14:xfrm>
            </p:contentPart>
          </mc:Choice>
          <mc:Fallback>
            <p:pic>
              <p:nvPicPr>
                <p:cNvPr id="200" name="Ink 199">
                  <a:extLst>
                    <a:ext uri="{FF2B5EF4-FFF2-40B4-BE49-F238E27FC236}">
                      <a16:creationId xmlns:a16="http://schemas.microsoft.com/office/drawing/2014/main" id="{5116D38B-B074-0A51-2BB1-35327888D7DF}"/>
                    </a:ext>
                  </a:extLst>
                </p:cNvPr>
                <p:cNvPicPr/>
                <p:nvPr/>
              </p:nvPicPr>
              <p:blipFill>
                <a:blip r:embed="rId286"/>
                <a:stretch>
                  <a:fillRect/>
                </a:stretch>
              </p:blipFill>
              <p:spPr>
                <a:xfrm>
                  <a:off x="4004798" y="5816016"/>
                  <a:ext cx="248400" cy="280080"/>
                </a:xfrm>
                <a:prstGeom prst="rect">
                  <a:avLst/>
                </a:prstGeom>
              </p:spPr>
            </p:pic>
          </mc:Fallback>
        </mc:AlternateContent>
        <mc:AlternateContent xmlns:mc="http://schemas.openxmlformats.org/markup-compatibility/2006">
          <mc:Choice xmlns:p14="http://schemas.microsoft.com/office/powerpoint/2010/main" Requires="p14">
            <p:contentPart p14:bwMode="auto" r:id="rId287">
              <p14:nvContentPartPr>
                <p14:cNvPr id="201" name="Ink 200">
                  <a:extLst>
                    <a:ext uri="{FF2B5EF4-FFF2-40B4-BE49-F238E27FC236}">
                      <a16:creationId xmlns:a16="http://schemas.microsoft.com/office/drawing/2014/main" id="{450EF080-40DF-34B8-1DA6-DCB3F9B24EC3}"/>
                    </a:ext>
                  </a:extLst>
                </p14:cNvPr>
                <p14:cNvContentPartPr/>
                <p14:nvPr/>
              </p14:nvContentPartPr>
              <p14:xfrm>
                <a:off x="4295678" y="5825376"/>
                <a:ext cx="95400" cy="40680"/>
              </p14:xfrm>
            </p:contentPart>
          </mc:Choice>
          <mc:Fallback>
            <p:pic>
              <p:nvPicPr>
                <p:cNvPr id="201" name="Ink 200">
                  <a:extLst>
                    <a:ext uri="{FF2B5EF4-FFF2-40B4-BE49-F238E27FC236}">
                      <a16:creationId xmlns:a16="http://schemas.microsoft.com/office/drawing/2014/main" id="{450EF080-40DF-34B8-1DA6-DCB3F9B24EC3}"/>
                    </a:ext>
                  </a:extLst>
                </p:cNvPr>
                <p:cNvPicPr/>
                <p:nvPr/>
              </p:nvPicPr>
              <p:blipFill>
                <a:blip r:embed="rId288"/>
                <a:stretch>
                  <a:fillRect/>
                </a:stretch>
              </p:blipFill>
              <p:spPr>
                <a:xfrm>
                  <a:off x="4291358" y="5821056"/>
                  <a:ext cx="10404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289">
              <p14:nvContentPartPr>
                <p14:cNvPr id="202" name="Ink 201">
                  <a:extLst>
                    <a:ext uri="{FF2B5EF4-FFF2-40B4-BE49-F238E27FC236}">
                      <a16:creationId xmlns:a16="http://schemas.microsoft.com/office/drawing/2014/main" id="{58D50712-4B77-5093-A5B3-5CF011FB6E49}"/>
                    </a:ext>
                  </a:extLst>
                </p14:cNvPr>
                <p14:cNvContentPartPr/>
                <p14:nvPr/>
              </p14:nvContentPartPr>
              <p14:xfrm>
                <a:off x="4335998" y="5866056"/>
                <a:ext cx="81000" cy="29520"/>
              </p14:xfrm>
            </p:contentPart>
          </mc:Choice>
          <mc:Fallback>
            <p:pic>
              <p:nvPicPr>
                <p:cNvPr id="202" name="Ink 201">
                  <a:extLst>
                    <a:ext uri="{FF2B5EF4-FFF2-40B4-BE49-F238E27FC236}">
                      <a16:creationId xmlns:a16="http://schemas.microsoft.com/office/drawing/2014/main" id="{58D50712-4B77-5093-A5B3-5CF011FB6E49}"/>
                    </a:ext>
                  </a:extLst>
                </p:cNvPr>
                <p:cNvPicPr/>
                <p:nvPr/>
              </p:nvPicPr>
              <p:blipFill>
                <a:blip r:embed="rId290"/>
                <a:stretch>
                  <a:fillRect/>
                </a:stretch>
              </p:blipFill>
              <p:spPr>
                <a:xfrm>
                  <a:off x="4331678" y="5861736"/>
                  <a:ext cx="8964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291">
              <p14:nvContentPartPr>
                <p14:cNvPr id="203" name="Ink 202">
                  <a:extLst>
                    <a:ext uri="{FF2B5EF4-FFF2-40B4-BE49-F238E27FC236}">
                      <a16:creationId xmlns:a16="http://schemas.microsoft.com/office/drawing/2014/main" id="{2E61C73D-7A78-E577-3F19-D586E15C6906}"/>
                    </a:ext>
                  </a:extLst>
                </p14:cNvPr>
                <p14:cNvContentPartPr/>
                <p14:nvPr/>
              </p14:nvContentPartPr>
              <p14:xfrm>
                <a:off x="5081198" y="5526216"/>
                <a:ext cx="208800" cy="155520"/>
              </p14:xfrm>
            </p:contentPart>
          </mc:Choice>
          <mc:Fallback>
            <p:pic>
              <p:nvPicPr>
                <p:cNvPr id="203" name="Ink 202">
                  <a:extLst>
                    <a:ext uri="{FF2B5EF4-FFF2-40B4-BE49-F238E27FC236}">
                      <a16:creationId xmlns:a16="http://schemas.microsoft.com/office/drawing/2014/main" id="{2E61C73D-7A78-E577-3F19-D586E15C6906}"/>
                    </a:ext>
                  </a:extLst>
                </p:cNvPr>
                <p:cNvPicPr/>
                <p:nvPr/>
              </p:nvPicPr>
              <p:blipFill>
                <a:blip r:embed="rId292"/>
                <a:stretch>
                  <a:fillRect/>
                </a:stretch>
              </p:blipFill>
              <p:spPr>
                <a:xfrm>
                  <a:off x="5076878" y="5521896"/>
                  <a:ext cx="21744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293">
              <p14:nvContentPartPr>
                <p14:cNvPr id="204" name="Ink 203">
                  <a:extLst>
                    <a:ext uri="{FF2B5EF4-FFF2-40B4-BE49-F238E27FC236}">
                      <a16:creationId xmlns:a16="http://schemas.microsoft.com/office/drawing/2014/main" id="{8D21BEFA-01B1-8B6C-81F5-D49A9F82E242}"/>
                    </a:ext>
                  </a:extLst>
                </p14:cNvPr>
                <p14:cNvContentPartPr/>
                <p14:nvPr/>
              </p14:nvContentPartPr>
              <p14:xfrm>
                <a:off x="5298998" y="5378976"/>
                <a:ext cx="180000" cy="120240"/>
              </p14:xfrm>
            </p:contentPart>
          </mc:Choice>
          <mc:Fallback>
            <p:pic>
              <p:nvPicPr>
                <p:cNvPr id="204" name="Ink 203">
                  <a:extLst>
                    <a:ext uri="{FF2B5EF4-FFF2-40B4-BE49-F238E27FC236}">
                      <a16:creationId xmlns:a16="http://schemas.microsoft.com/office/drawing/2014/main" id="{8D21BEFA-01B1-8B6C-81F5-D49A9F82E242}"/>
                    </a:ext>
                  </a:extLst>
                </p:cNvPr>
                <p:cNvPicPr/>
                <p:nvPr/>
              </p:nvPicPr>
              <p:blipFill>
                <a:blip r:embed="rId294"/>
                <a:stretch>
                  <a:fillRect/>
                </a:stretch>
              </p:blipFill>
              <p:spPr>
                <a:xfrm>
                  <a:off x="5294678" y="5374656"/>
                  <a:ext cx="18864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295">
              <p14:nvContentPartPr>
                <p14:cNvPr id="205" name="Ink 204">
                  <a:extLst>
                    <a:ext uri="{FF2B5EF4-FFF2-40B4-BE49-F238E27FC236}">
                      <a16:creationId xmlns:a16="http://schemas.microsoft.com/office/drawing/2014/main" id="{A9572050-EFD9-0C69-234B-56B896899887}"/>
                    </a:ext>
                  </a:extLst>
                </p14:cNvPr>
                <p14:cNvContentPartPr/>
                <p14:nvPr/>
              </p14:nvContentPartPr>
              <p14:xfrm>
                <a:off x="5563958" y="5472216"/>
                <a:ext cx="59040" cy="13680"/>
              </p14:xfrm>
            </p:contentPart>
          </mc:Choice>
          <mc:Fallback>
            <p:pic>
              <p:nvPicPr>
                <p:cNvPr id="205" name="Ink 204">
                  <a:extLst>
                    <a:ext uri="{FF2B5EF4-FFF2-40B4-BE49-F238E27FC236}">
                      <a16:creationId xmlns:a16="http://schemas.microsoft.com/office/drawing/2014/main" id="{A9572050-EFD9-0C69-234B-56B896899887}"/>
                    </a:ext>
                  </a:extLst>
                </p:cNvPr>
                <p:cNvPicPr/>
                <p:nvPr/>
              </p:nvPicPr>
              <p:blipFill>
                <a:blip r:embed="rId296"/>
                <a:stretch>
                  <a:fillRect/>
                </a:stretch>
              </p:blipFill>
              <p:spPr>
                <a:xfrm>
                  <a:off x="5559638" y="5467896"/>
                  <a:ext cx="6768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297">
              <p14:nvContentPartPr>
                <p14:cNvPr id="206" name="Ink 205">
                  <a:extLst>
                    <a:ext uri="{FF2B5EF4-FFF2-40B4-BE49-F238E27FC236}">
                      <a16:creationId xmlns:a16="http://schemas.microsoft.com/office/drawing/2014/main" id="{AFB76C19-D6E4-405C-CA8F-BFC38018816A}"/>
                    </a:ext>
                  </a:extLst>
                </p14:cNvPr>
                <p14:cNvContentPartPr/>
                <p14:nvPr/>
              </p14:nvContentPartPr>
              <p14:xfrm>
                <a:off x="5561438" y="5515056"/>
                <a:ext cx="99000" cy="23040"/>
              </p14:xfrm>
            </p:contentPart>
          </mc:Choice>
          <mc:Fallback>
            <p:pic>
              <p:nvPicPr>
                <p:cNvPr id="206" name="Ink 205">
                  <a:extLst>
                    <a:ext uri="{FF2B5EF4-FFF2-40B4-BE49-F238E27FC236}">
                      <a16:creationId xmlns:a16="http://schemas.microsoft.com/office/drawing/2014/main" id="{AFB76C19-D6E4-405C-CA8F-BFC38018816A}"/>
                    </a:ext>
                  </a:extLst>
                </p:cNvPr>
                <p:cNvPicPr/>
                <p:nvPr/>
              </p:nvPicPr>
              <p:blipFill>
                <a:blip r:embed="rId298"/>
                <a:stretch>
                  <a:fillRect/>
                </a:stretch>
              </p:blipFill>
              <p:spPr>
                <a:xfrm>
                  <a:off x="5557118" y="5510736"/>
                  <a:ext cx="10764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299">
              <p14:nvContentPartPr>
                <p14:cNvPr id="208" name="Ink 207">
                  <a:extLst>
                    <a:ext uri="{FF2B5EF4-FFF2-40B4-BE49-F238E27FC236}">
                      <a16:creationId xmlns:a16="http://schemas.microsoft.com/office/drawing/2014/main" id="{6837A710-737E-8948-07BF-DF1ADCB69413}"/>
                    </a:ext>
                  </a:extLst>
                </p14:cNvPr>
                <p14:cNvContentPartPr/>
                <p14:nvPr/>
              </p14:nvContentPartPr>
              <p14:xfrm>
                <a:off x="5708678" y="5329656"/>
                <a:ext cx="159840" cy="162720"/>
              </p14:xfrm>
            </p:contentPart>
          </mc:Choice>
          <mc:Fallback>
            <p:pic>
              <p:nvPicPr>
                <p:cNvPr id="208" name="Ink 207">
                  <a:extLst>
                    <a:ext uri="{FF2B5EF4-FFF2-40B4-BE49-F238E27FC236}">
                      <a16:creationId xmlns:a16="http://schemas.microsoft.com/office/drawing/2014/main" id="{6837A710-737E-8948-07BF-DF1ADCB69413}"/>
                    </a:ext>
                  </a:extLst>
                </p:cNvPr>
                <p:cNvPicPr/>
                <p:nvPr/>
              </p:nvPicPr>
              <p:blipFill>
                <a:blip r:embed="rId300"/>
                <a:stretch>
                  <a:fillRect/>
                </a:stretch>
              </p:blipFill>
              <p:spPr>
                <a:xfrm>
                  <a:off x="5704358" y="5325336"/>
                  <a:ext cx="16848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301">
              <p14:nvContentPartPr>
                <p14:cNvPr id="209" name="Ink 208">
                  <a:extLst>
                    <a:ext uri="{FF2B5EF4-FFF2-40B4-BE49-F238E27FC236}">
                      <a16:creationId xmlns:a16="http://schemas.microsoft.com/office/drawing/2014/main" id="{5B20B061-9513-ED82-6BA5-EFE97EE3131B}"/>
                    </a:ext>
                  </a:extLst>
                </p14:cNvPr>
                <p14:cNvContentPartPr/>
                <p14:nvPr/>
              </p14:nvContentPartPr>
              <p14:xfrm>
                <a:off x="5912798" y="5314896"/>
                <a:ext cx="157320" cy="106560"/>
              </p14:xfrm>
            </p:contentPart>
          </mc:Choice>
          <mc:Fallback>
            <p:pic>
              <p:nvPicPr>
                <p:cNvPr id="209" name="Ink 208">
                  <a:extLst>
                    <a:ext uri="{FF2B5EF4-FFF2-40B4-BE49-F238E27FC236}">
                      <a16:creationId xmlns:a16="http://schemas.microsoft.com/office/drawing/2014/main" id="{5B20B061-9513-ED82-6BA5-EFE97EE3131B}"/>
                    </a:ext>
                  </a:extLst>
                </p:cNvPr>
                <p:cNvPicPr/>
                <p:nvPr/>
              </p:nvPicPr>
              <p:blipFill>
                <a:blip r:embed="rId302"/>
                <a:stretch>
                  <a:fillRect/>
                </a:stretch>
              </p:blipFill>
              <p:spPr>
                <a:xfrm>
                  <a:off x="5908478" y="5310576"/>
                  <a:ext cx="16596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303">
              <p14:nvContentPartPr>
                <p14:cNvPr id="238" name="Ink 237">
                  <a:extLst>
                    <a:ext uri="{FF2B5EF4-FFF2-40B4-BE49-F238E27FC236}">
                      <a16:creationId xmlns:a16="http://schemas.microsoft.com/office/drawing/2014/main" id="{22003487-D520-2BC5-B55B-4B32AFBAD7CC}"/>
                    </a:ext>
                  </a:extLst>
                </p14:cNvPr>
                <p14:cNvContentPartPr/>
                <p14:nvPr/>
              </p14:nvContentPartPr>
              <p14:xfrm>
                <a:off x="4893638" y="4457376"/>
                <a:ext cx="360" cy="360"/>
              </p14:xfrm>
            </p:contentPart>
          </mc:Choice>
          <mc:Fallback>
            <p:pic>
              <p:nvPicPr>
                <p:cNvPr id="238" name="Ink 237">
                  <a:extLst>
                    <a:ext uri="{FF2B5EF4-FFF2-40B4-BE49-F238E27FC236}">
                      <a16:creationId xmlns:a16="http://schemas.microsoft.com/office/drawing/2014/main" id="{22003487-D520-2BC5-B55B-4B32AFBAD7CC}"/>
                    </a:ext>
                  </a:extLst>
                </p:cNvPr>
                <p:cNvPicPr/>
                <p:nvPr/>
              </p:nvPicPr>
              <p:blipFill>
                <a:blip r:embed="rId11"/>
                <a:stretch>
                  <a:fillRect/>
                </a:stretch>
              </p:blipFill>
              <p:spPr>
                <a:xfrm>
                  <a:off x="4889318" y="445305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242" name="Ink 241">
                  <a:extLst>
                    <a:ext uri="{FF2B5EF4-FFF2-40B4-BE49-F238E27FC236}">
                      <a16:creationId xmlns:a16="http://schemas.microsoft.com/office/drawing/2014/main" id="{1A36AB01-AE8B-0B67-882F-6FA9E0E59C5B}"/>
                    </a:ext>
                  </a:extLst>
                </p14:cNvPr>
                <p14:cNvContentPartPr/>
                <p14:nvPr/>
              </p14:nvContentPartPr>
              <p14:xfrm>
                <a:off x="3869438" y="4223376"/>
                <a:ext cx="654120" cy="410040"/>
              </p14:xfrm>
            </p:contentPart>
          </mc:Choice>
          <mc:Fallback>
            <p:pic>
              <p:nvPicPr>
                <p:cNvPr id="242" name="Ink 241">
                  <a:extLst>
                    <a:ext uri="{FF2B5EF4-FFF2-40B4-BE49-F238E27FC236}">
                      <a16:creationId xmlns:a16="http://schemas.microsoft.com/office/drawing/2014/main" id="{1A36AB01-AE8B-0B67-882F-6FA9E0E59C5B}"/>
                    </a:ext>
                  </a:extLst>
                </p:cNvPr>
                <p:cNvPicPr/>
                <p:nvPr/>
              </p:nvPicPr>
              <p:blipFill>
                <a:blip r:embed="rId305"/>
                <a:stretch>
                  <a:fillRect/>
                </a:stretch>
              </p:blipFill>
              <p:spPr>
                <a:xfrm>
                  <a:off x="3865118" y="4219056"/>
                  <a:ext cx="662760" cy="41868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244" name="Ink 243">
                  <a:extLst>
                    <a:ext uri="{FF2B5EF4-FFF2-40B4-BE49-F238E27FC236}">
                      <a16:creationId xmlns:a16="http://schemas.microsoft.com/office/drawing/2014/main" id="{0C29741D-FC85-7E49-EBC0-2FB229A68AA1}"/>
                    </a:ext>
                  </a:extLst>
                </p14:cNvPr>
                <p14:cNvContentPartPr/>
                <p14:nvPr/>
              </p14:nvContentPartPr>
              <p14:xfrm>
                <a:off x="3793838" y="3453696"/>
                <a:ext cx="558000" cy="531360"/>
              </p14:xfrm>
            </p:contentPart>
          </mc:Choice>
          <mc:Fallback>
            <p:pic>
              <p:nvPicPr>
                <p:cNvPr id="244" name="Ink 243">
                  <a:extLst>
                    <a:ext uri="{FF2B5EF4-FFF2-40B4-BE49-F238E27FC236}">
                      <a16:creationId xmlns:a16="http://schemas.microsoft.com/office/drawing/2014/main" id="{0C29741D-FC85-7E49-EBC0-2FB229A68AA1}"/>
                    </a:ext>
                  </a:extLst>
                </p:cNvPr>
                <p:cNvPicPr/>
                <p:nvPr/>
              </p:nvPicPr>
              <p:blipFill>
                <a:blip r:embed="rId307"/>
                <a:stretch>
                  <a:fillRect/>
                </a:stretch>
              </p:blipFill>
              <p:spPr>
                <a:xfrm>
                  <a:off x="3789518" y="3449376"/>
                  <a:ext cx="566640" cy="540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08">
            <p14:nvContentPartPr>
              <p14:cNvPr id="249" name="Ink 248">
                <a:extLst>
                  <a:ext uri="{FF2B5EF4-FFF2-40B4-BE49-F238E27FC236}">
                    <a16:creationId xmlns:a16="http://schemas.microsoft.com/office/drawing/2014/main" id="{2DACE229-EEEA-EE2C-3DA5-DA578A0E2959}"/>
                  </a:ext>
                </a:extLst>
              </p14:cNvPr>
              <p14:cNvContentPartPr/>
              <p14:nvPr/>
            </p14:nvContentPartPr>
            <p14:xfrm>
              <a:off x="9859838" y="1861776"/>
              <a:ext cx="367560" cy="225000"/>
            </p14:xfrm>
          </p:contentPart>
        </mc:Choice>
        <mc:Fallback>
          <p:pic>
            <p:nvPicPr>
              <p:cNvPr id="249" name="Ink 248">
                <a:extLst>
                  <a:ext uri="{FF2B5EF4-FFF2-40B4-BE49-F238E27FC236}">
                    <a16:creationId xmlns:a16="http://schemas.microsoft.com/office/drawing/2014/main" id="{2DACE229-EEEA-EE2C-3DA5-DA578A0E2959}"/>
                  </a:ext>
                </a:extLst>
              </p:cNvPr>
              <p:cNvPicPr/>
              <p:nvPr/>
            </p:nvPicPr>
            <p:blipFill>
              <a:blip r:embed="rId309"/>
              <a:stretch>
                <a:fillRect/>
              </a:stretch>
            </p:blipFill>
            <p:spPr>
              <a:xfrm>
                <a:off x="9855518" y="1857456"/>
                <a:ext cx="376200" cy="233640"/>
              </a:xfrm>
              <a:prstGeom prst="rect">
                <a:avLst/>
              </a:prstGeom>
            </p:spPr>
          </p:pic>
        </mc:Fallback>
      </mc:AlternateContent>
      <p:grpSp>
        <p:nvGrpSpPr>
          <p:cNvPr id="258" name="Group 257">
            <a:extLst>
              <a:ext uri="{FF2B5EF4-FFF2-40B4-BE49-F238E27FC236}">
                <a16:creationId xmlns:a16="http://schemas.microsoft.com/office/drawing/2014/main" id="{EF0CC3A2-EB2B-D9DD-88FE-310EE65DB6D2}"/>
              </a:ext>
            </a:extLst>
          </p:cNvPr>
          <p:cNvGrpSpPr/>
          <p:nvPr/>
        </p:nvGrpSpPr>
        <p:grpSpPr>
          <a:xfrm>
            <a:off x="7835918" y="1796256"/>
            <a:ext cx="1371960" cy="385200"/>
            <a:chOff x="7835918" y="1796256"/>
            <a:chExt cx="1371960" cy="385200"/>
          </a:xfrm>
        </p:grpSpPr>
        <mc:AlternateContent xmlns:mc="http://schemas.openxmlformats.org/markup-compatibility/2006">
          <mc:Choice xmlns:p14="http://schemas.microsoft.com/office/powerpoint/2010/main" Requires="p14">
            <p:contentPart p14:bwMode="auto" r:id="rId310">
              <p14:nvContentPartPr>
                <p14:cNvPr id="246" name="Ink 245">
                  <a:extLst>
                    <a:ext uri="{FF2B5EF4-FFF2-40B4-BE49-F238E27FC236}">
                      <a16:creationId xmlns:a16="http://schemas.microsoft.com/office/drawing/2014/main" id="{48FF6852-2935-432E-8E0B-51EA7BC6A184}"/>
                    </a:ext>
                  </a:extLst>
                </p14:cNvPr>
                <p14:cNvContentPartPr/>
                <p14:nvPr/>
              </p14:nvContentPartPr>
              <p14:xfrm>
                <a:off x="9107438" y="1796256"/>
                <a:ext cx="100440" cy="16920"/>
              </p14:xfrm>
            </p:contentPart>
          </mc:Choice>
          <mc:Fallback>
            <p:pic>
              <p:nvPicPr>
                <p:cNvPr id="246" name="Ink 245">
                  <a:extLst>
                    <a:ext uri="{FF2B5EF4-FFF2-40B4-BE49-F238E27FC236}">
                      <a16:creationId xmlns:a16="http://schemas.microsoft.com/office/drawing/2014/main" id="{48FF6852-2935-432E-8E0B-51EA7BC6A184}"/>
                    </a:ext>
                  </a:extLst>
                </p:cNvPr>
                <p:cNvPicPr/>
                <p:nvPr/>
              </p:nvPicPr>
              <p:blipFill>
                <a:blip r:embed="rId311"/>
                <a:stretch>
                  <a:fillRect/>
                </a:stretch>
              </p:blipFill>
              <p:spPr>
                <a:xfrm>
                  <a:off x="9103118" y="1791936"/>
                  <a:ext cx="10908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247" name="Ink 246">
                  <a:extLst>
                    <a:ext uri="{FF2B5EF4-FFF2-40B4-BE49-F238E27FC236}">
                      <a16:creationId xmlns:a16="http://schemas.microsoft.com/office/drawing/2014/main" id="{4881E537-00F9-6993-5F81-93D56F4B61D7}"/>
                    </a:ext>
                  </a:extLst>
                </p14:cNvPr>
                <p14:cNvContentPartPr/>
                <p14:nvPr/>
              </p14:nvContentPartPr>
              <p14:xfrm>
                <a:off x="9058118" y="1877256"/>
                <a:ext cx="122760" cy="4680"/>
              </p14:xfrm>
            </p:contentPart>
          </mc:Choice>
          <mc:Fallback>
            <p:pic>
              <p:nvPicPr>
                <p:cNvPr id="247" name="Ink 246">
                  <a:extLst>
                    <a:ext uri="{FF2B5EF4-FFF2-40B4-BE49-F238E27FC236}">
                      <a16:creationId xmlns:a16="http://schemas.microsoft.com/office/drawing/2014/main" id="{4881E537-00F9-6993-5F81-93D56F4B61D7}"/>
                    </a:ext>
                  </a:extLst>
                </p:cNvPr>
                <p:cNvPicPr/>
                <p:nvPr/>
              </p:nvPicPr>
              <p:blipFill>
                <a:blip r:embed="rId313"/>
                <a:stretch>
                  <a:fillRect/>
                </a:stretch>
              </p:blipFill>
              <p:spPr>
                <a:xfrm>
                  <a:off x="9053798" y="1872936"/>
                  <a:ext cx="131400" cy="1332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250" name="Ink 249">
                  <a:extLst>
                    <a:ext uri="{FF2B5EF4-FFF2-40B4-BE49-F238E27FC236}">
                      <a16:creationId xmlns:a16="http://schemas.microsoft.com/office/drawing/2014/main" id="{D97FBFAD-6616-B929-DED6-DE70BBFFA20F}"/>
                    </a:ext>
                  </a:extLst>
                </p14:cNvPr>
                <p14:cNvContentPartPr/>
                <p14:nvPr/>
              </p14:nvContentPartPr>
              <p14:xfrm>
                <a:off x="7835918" y="1926936"/>
                <a:ext cx="187200" cy="254520"/>
              </p14:xfrm>
            </p:contentPart>
          </mc:Choice>
          <mc:Fallback>
            <p:pic>
              <p:nvPicPr>
                <p:cNvPr id="250" name="Ink 249">
                  <a:extLst>
                    <a:ext uri="{FF2B5EF4-FFF2-40B4-BE49-F238E27FC236}">
                      <a16:creationId xmlns:a16="http://schemas.microsoft.com/office/drawing/2014/main" id="{D97FBFAD-6616-B929-DED6-DE70BBFFA20F}"/>
                    </a:ext>
                  </a:extLst>
                </p:cNvPr>
                <p:cNvPicPr/>
                <p:nvPr/>
              </p:nvPicPr>
              <p:blipFill>
                <a:blip r:embed="rId315"/>
                <a:stretch>
                  <a:fillRect/>
                </a:stretch>
              </p:blipFill>
              <p:spPr>
                <a:xfrm>
                  <a:off x="7831598" y="1922616"/>
                  <a:ext cx="19584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251" name="Ink 250">
                  <a:extLst>
                    <a:ext uri="{FF2B5EF4-FFF2-40B4-BE49-F238E27FC236}">
                      <a16:creationId xmlns:a16="http://schemas.microsoft.com/office/drawing/2014/main" id="{9CAA5960-49F8-3B16-9253-5DE72A187D57}"/>
                    </a:ext>
                  </a:extLst>
                </p14:cNvPr>
                <p14:cNvContentPartPr/>
                <p14:nvPr/>
              </p14:nvContentPartPr>
              <p14:xfrm>
                <a:off x="8032478" y="1965456"/>
                <a:ext cx="40680" cy="192240"/>
              </p14:xfrm>
            </p:contentPart>
          </mc:Choice>
          <mc:Fallback>
            <p:pic>
              <p:nvPicPr>
                <p:cNvPr id="251" name="Ink 250">
                  <a:extLst>
                    <a:ext uri="{FF2B5EF4-FFF2-40B4-BE49-F238E27FC236}">
                      <a16:creationId xmlns:a16="http://schemas.microsoft.com/office/drawing/2014/main" id="{9CAA5960-49F8-3B16-9253-5DE72A187D57}"/>
                    </a:ext>
                  </a:extLst>
                </p:cNvPr>
                <p:cNvPicPr/>
                <p:nvPr/>
              </p:nvPicPr>
              <p:blipFill>
                <a:blip r:embed="rId317"/>
                <a:stretch>
                  <a:fillRect/>
                </a:stretch>
              </p:blipFill>
              <p:spPr>
                <a:xfrm>
                  <a:off x="8028158" y="1961136"/>
                  <a:ext cx="4932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252" name="Ink 251">
                  <a:extLst>
                    <a:ext uri="{FF2B5EF4-FFF2-40B4-BE49-F238E27FC236}">
                      <a16:creationId xmlns:a16="http://schemas.microsoft.com/office/drawing/2014/main" id="{7A3301AC-36FA-3B6E-1D1B-8C84A674201B}"/>
                    </a:ext>
                  </a:extLst>
                </p14:cNvPr>
                <p14:cNvContentPartPr/>
                <p14:nvPr/>
              </p14:nvContentPartPr>
              <p14:xfrm>
                <a:off x="8033558" y="1905696"/>
                <a:ext cx="219240" cy="222120"/>
              </p14:xfrm>
            </p:contentPart>
          </mc:Choice>
          <mc:Fallback>
            <p:pic>
              <p:nvPicPr>
                <p:cNvPr id="252" name="Ink 251">
                  <a:extLst>
                    <a:ext uri="{FF2B5EF4-FFF2-40B4-BE49-F238E27FC236}">
                      <a16:creationId xmlns:a16="http://schemas.microsoft.com/office/drawing/2014/main" id="{7A3301AC-36FA-3B6E-1D1B-8C84A674201B}"/>
                    </a:ext>
                  </a:extLst>
                </p:cNvPr>
                <p:cNvPicPr/>
                <p:nvPr/>
              </p:nvPicPr>
              <p:blipFill>
                <a:blip r:embed="rId319"/>
                <a:stretch>
                  <a:fillRect/>
                </a:stretch>
              </p:blipFill>
              <p:spPr>
                <a:xfrm>
                  <a:off x="8029238" y="1901376"/>
                  <a:ext cx="22788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253" name="Ink 252">
                  <a:extLst>
                    <a:ext uri="{FF2B5EF4-FFF2-40B4-BE49-F238E27FC236}">
                      <a16:creationId xmlns:a16="http://schemas.microsoft.com/office/drawing/2014/main" id="{38798F33-3743-A661-BCB0-D67AC9FCDEDB}"/>
                    </a:ext>
                  </a:extLst>
                </p14:cNvPr>
                <p14:cNvContentPartPr/>
                <p14:nvPr/>
              </p14:nvContentPartPr>
              <p14:xfrm>
                <a:off x="8307158" y="2065896"/>
                <a:ext cx="360" cy="360"/>
              </p14:xfrm>
            </p:contentPart>
          </mc:Choice>
          <mc:Fallback>
            <p:pic>
              <p:nvPicPr>
                <p:cNvPr id="253" name="Ink 252">
                  <a:extLst>
                    <a:ext uri="{FF2B5EF4-FFF2-40B4-BE49-F238E27FC236}">
                      <a16:creationId xmlns:a16="http://schemas.microsoft.com/office/drawing/2014/main" id="{38798F33-3743-A661-BCB0-D67AC9FCDEDB}"/>
                    </a:ext>
                  </a:extLst>
                </p:cNvPr>
                <p:cNvPicPr/>
                <p:nvPr/>
              </p:nvPicPr>
              <p:blipFill>
                <a:blip r:embed="rId11"/>
                <a:stretch>
                  <a:fillRect/>
                </a:stretch>
              </p:blipFill>
              <p:spPr>
                <a:xfrm>
                  <a:off x="8302838" y="206157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321">
              <p14:nvContentPartPr>
                <p14:cNvPr id="254" name="Ink 253">
                  <a:extLst>
                    <a:ext uri="{FF2B5EF4-FFF2-40B4-BE49-F238E27FC236}">
                      <a16:creationId xmlns:a16="http://schemas.microsoft.com/office/drawing/2014/main" id="{01AF79BA-1162-AFC2-1876-6686F29B970D}"/>
                    </a:ext>
                  </a:extLst>
                </p14:cNvPr>
                <p14:cNvContentPartPr/>
                <p14:nvPr/>
              </p14:nvContentPartPr>
              <p14:xfrm>
                <a:off x="8379158" y="1996056"/>
                <a:ext cx="163080" cy="88920"/>
              </p14:xfrm>
            </p:contentPart>
          </mc:Choice>
          <mc:Fallback>
            <p:pic>
              <p:nvPicPr>
                <p:cNvPr id="254" name="Ink 253">
                  <a:extLst>
                    <a:ext uri="{FF2B5EF4-FFF2-40B4-BE49-F238E27FC236}">
                      <a16:creationId xmlns:a16="http://schemas.microsoft.com/office/drawing/2014/main" id="{01AF79BA-1162-AFC2-1876-6686F29B970D}"/>
                    </a:ext>
                  </a:extLst>
                </p:cNvPr>
                <p:cNvPicPr/>
                <p:nvPr/>
              </p:nvPicPr>
              <p:blipFill>
                <a:blip r:embed="rId322"/>
                <a:stretch>
                  <a:fillRect/>
                </a:stretch>
              </p:blipFill>
              <p:spPr>
                <a:xfrm>
                  <a:off x="8374838" y="1991736"/>
                  <a:ext cx="171720" cy="97560"/>
                </a:xfrm>
                <a:prstGeom prst="rect">
                  <a:avLst/>
                </a:prstGeom>
              </p:spPr>
            </p:pic>
          </mc:Fallback>
        </mc:AlternateContent>
        <mc:AlternateContent xmlns:mc="http://schemas.openxmlformats.org/markup-compatibility/2006">
          <mc:Choice xmlns:p14="http://schemas.microsoft.com/office/powerpoint/2010/main" Requires="p14">
            <p:contentPart p14:bwMode="auto" r:id="rId323">
              <p14:nvContentPartPr>
                <p14:cNvPr id="255" name="Ink 254">
                  <a:extLst>
                    <a:ext uri="{FF2B5EF4-FFF2-40B4-BE49-F238E27FC236}">
                      <a16:creationId xmlns:a16="http://schemas.microsoft.com/office/drawing/2014/main" id="{563C5BAA-0011-2990-AFF3-932E5D3F2EB9}"/>
                    </a:ext>
                  </a:extLst>
                </p14:cNvPr>
                <p14:cNvContentPartPr/>
                <p14:nvPr/>
              </p14:nvContentPartPr>
              <p14:xfrm>
                <a:off x="8547638" y="1956816"/>
                <a:ext cx="148680" cy="101520"/>
              </p14:xfrm>
            </p:contentPart>
          </mc:Choice>
          <mc:Fallback>
            <p:pic>
              <p:nvPicPr>
                <p:cNvPr id="255" name="Ink 254">
                  <a:extLst>
                    <a:ext uri="{FF2B5EF4-FFF2-40B4-BE49-F238E27FC236}">
                      <a16:creationId xmlns:a16="http://schemas.microsoft.com/office/drawing/2014/main" id="{563C5BAA-0011-2990-AFF3-932E5D3F2EB9}"/>
                    </a:ext>
                  </a:extLst>
                </p:cNvPr>
                <p:cNvPicPr/>
                <p:nvPr/>
              </p:nvPicPr>
              <p:blipFill>
                <a:blip r:embed="rId324"/>
                <a:stretch>
                  <a:fillRect/>
                </a:stretch>
              </p:blipFill>
              <p:spPr>
                <a:xfrm>
                  <a:off x="8543318" y="1952496"/>
                  <a:ext cx="157320" cy="110160"/>
                </a:xfrm>
                <a:prstGeom prst="rect">
                  <a:avLst/>
                </a:prstGeom>
              </p:spPr>
            </p:pic>
          </mc:Fallback>
        </mc:AlternateContent>
        <mc:AlternateContent xmlns:mc="http://schemas.openxmlformats.org/markup-compatibility/2006">
          <mc:Choice xmlns:p14="http://schemas.microsoft.com/office/powerpoint/2010/main" Requires="p14">
            <p:contentPart p14:bwMode="auto" r:id="rId325">
              <p14:nvContentPartPr>
                <p14:cNvPr id="256" name="Ink 255">
                  <a:extLst>
                    <a:ext uri="{FF2B5EF4-FFF2-40B4-BE49-F238E27FC236}">
                      <a16:creationId xmlns:a16="http://schemas.microsoft.com/office/drawing/2014/main" id="{C2FC7801-390C-4B18-7783-EC9CFBB29B69}"/>
                    </a:ext>
                  </a:extLst>
                </p14:cNvPr>
                <p14:cNvContentPartPr/>
                <p14:nvPr/>
              </p14:nvContentPartPr>
              <p14:xfrm>
                <a:off x="8707118" y="1971576"/>
                <a:ext cx="162720" cy="63720"/>
              </p14:xfrm>
            </p:contentPart>
          </mc:Choice>
          <mc:Fallback>
            <p:pic>
              <p:nvPicPr>
                <p:cNvPr id="256" name="Ink 255">
                  <a:extLst>
                    <a:ext uri="{FF2B5EF4-FFF2-40B4-BE49-F238E27FC236}">
                      <a16:creationId xmlns:a16="http://schemas.microsoft.com/office/drawing/2014/main" id="{C2FC7801-390C-4B18-7783-EC9CFBB29B69}"/>
                    </a:ext>
                  </a:extLst>
                </p:cNvPr>
                <p:cNvPicPr/>
                <p:nvPr/>
              </p:nvPicPr>
              <p:blipFill>
                <a:blip r:embed="rId326"/>
                <a:stretch>
                  <a:fillRect/>
                </a:stretch>
              </p:blipFill>
              <p:spPr>
                <a:xfrm>
                  <a:off x="8702798" y="1967256"/>
                  <a:ext cx="17136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327">
              <p14:nvContentPartPr>
                <p14:cNvPr id="257" name="Ink 256">
                  <a:extLst>
                    <a:ext uri="{FF2B5EF4-FFF2-40B4-BE49-F238E27FC236}">
                      <a16:creationId xmlns:a16="http://schemas.microsoft.com/office/drawing/2014/main" id="{DD4A6D38-079C-D460-BB96-2A0B3C9652F9}"/>
                    </a:ext>
                  </a:extLst>
                </p14:cNvPr>
                <p14:cNvContentPartPr/>
                <p14:nvPr/>
              </p14:nvContentPartPr>
              <p14:xfrm>
                <a:off x="8875598" y="1848816"/>
                <a:ext cx="146160" cy="166680"/>
              </p14:xfrm>
            </p:contentPart>
          </mc:Choice>
          <mc:Fallback>
            <p:pic>
              <p:nvPicPr>
                <p:cNvPr id="257" name="Ink 256">
                  <a:extLst>
                    <a:ext uri="{FF2B5EF4-FFF2-40B4-BE49-F238E27FC236}">
                      <a16:creationId xmlns:a16="http://schemas.microsoft.com/office/drawing/2014/main" id="{DD4A6D38-079C-D460-BB96-2A0B3C9652F9}"/>
                    </a:ext>
                  </a:extLst>
                </p:cNvPr>
                <p:cNvPicPr/>
                <p:nvPr/>
              </p:nvPicPr>
              <p:blipFill>
                <a:blip r:embed="rId328"/>
                <a:stretch>
                  <a:fillRect/>
                </a:stretch>
              </p:blipFill>
              <p:spPr>
                <a:xfrm>
                  <a:off x="8871278" y="1844496"/>
                  <a:ext cx="154800" cy="175320"/>
                </a:xfrm>
                <a:prstGeom prst="rect">
                  <a:avLst/>
                </a:prstGeom>
              </p:spPr>
            </p:pic>
          </mc:Fallback>
        </mc:AlternateContent>
      </p:grpSp>
      <p:grpSp>
        <p:nvGrpSpPr>
          <p:cNvPr id="266" name="Group 265">
            <a:extLst>
              <a:ext uri="{FF2B5EF4-FFF2-40B4-BE49-F238E27FC236}">
                <a16:creationId xmlns:a16="http://schemas.microsoft.com/office/drawing/2014/main" id="{ECDCDEE1-912B-BD7D-BF27-94ABD9166EF9}"/>
              </a:ext>
            </a:extLst>
          </p:cNvPr>
          <p:cNvGrpSpPr/>
          <p:nvPr/>
        </p:nvGrpSpPr>
        <p:grpSpPr>
          <a:xfrm>
            <a:off x="8044718" y="2233656"/>
            <a:ext cx="966240" cy="219240"/>
            <a:chOff x="8044718" y="2233656"/>
            <a:chExt cx="966240" cy="219240"/>
          </a:xfrm>
        </p:grpSpPr>
        <mc:AlternateContent xmlns:mc="http://schemas.openxmlformats.org/markup-compatibility/2006">
          <mc:Choice xmlns:p14="http://schemas.microsoft.com/office/powerpoint/2010/main" Requires="p14">
            <p:contentPart p14:bwMode="auto" r:id="rId329">
              <p14:nvContentPartPr>
                <p14:cNvPr id="259" name="Ink 258">
                  <a:extLst>
                    <a:ext uri="{FF2B5EF4-FFF2-40B4-BE49-F238E27FC236}">
                      <a16:creationId xmlns:a16="http://schemas.microsoft.com/office/drawing/2014/main" id="{23A0CA90-7552-1BB2-91FC-2AD88DE30F5D}"/>
                    </a:ext>
                  </a:extLst>
                </p14:cNvPr>
                <p14:cNvContentPartPr/>
                <p14:nvPr/>
              </p14:nvContentPartPr>
              <p14:xfrm>
                <a:off x="8044718" y="2281536"/>
                <a:ext cx="133200" cy="171360"/>
              </p14:xfrm>
            </p:contentPart>
          </mc:Choice>
          <mc:Fallback>
            <p:pic>
              <p:nvPicPr>
                <p:cNvPr id="259" name="Ink 258">
                  <a:extLst>
                    <a:ext uri="{FF2B5EF4-FFF2-40B4-BE49-F238E27FC236}">
                      <a16:creationId xmlns:a16="http://schemas.microsoft.com/office/drawing/2014/main" id="{23A0CA90-7552-1BB2-91FC-2AD88DE30F5D}"/>
                    </a:ext>
                  </a:extLst>
                </p:cNvPr>
                <p:cNvPicPr/>
                <p:nvPr/>
              </p:nvPicPr>
              <p:blipFill>
                <a:blip r:embed="rId330"/>
                <a:stretch>
                  <a:fillRect/>
                </a:stretch>
              </p:blipFill>
              <p:spPr>
                <a:xfrm>
                  <a:off x="8040398" y="2277216"/>
                  <a:ext cx="14184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331">
              <p14:nvContentPartPr>
                <p14:cNvPr id="260" name="Ink 259">
                  <a:extLst>
                    <a:ext uri="{FF2B5EF4-FFF2-40B4-BE49-F238E27FC236}">
                      <a16:creationId xmlns:a16="http://schemas.microsoft.com/office/drawing/2014/main" id="{A7EEE29D-8C82-2901-B628-05C2F24FFB24}"/>
                    </a:ext>
                  </a:extLst>
                </p14:cNvPr>
                <p14:cNvContentPartPr/>
                <p14:nvPr/>
              </p14:nvContentPartPr>
              <p14:xfrm>
                <a:off x="8190158" y="2313576"/>
                <a:ext cx="286200" cy="90720"/>
              </p14:xfrm>
            </p:contentPart>
          </mc:Choice>
          <mc:Fallback>
            <p:pic>
              <p:nvPicPr>
                <p:cNvPr id="260" name="Ink 259">
                  <a:extLst>
                    <a:ext uri="{FF2B5EF4-FFF2-40B4-BE49-F238E27FC236}">
                      <a16:creationId xmlns:a16="http://schemas.microsoft.com/office/drawing/2014/main" id="{A7EEE29D-8C82-2901-B628-05C2F24FFB24}"/>
                    </a:ext>
                  </a:extLst>
                </p:cNvPr>
                <p:cNvPicPr/>
                <p:nvPr/>
              </p:nvPicPr>
              <p:blipFill>
                <a:blip r:embed="rId332"/>
                <a:stretch>
                  <a:fillRect/>
                </a:stretch>
              </p:blipFill>
              <p:spPr>
                <a:xfrm>
                  <a:off x="8185838" y="2309256"/>
                  <a:ext cx="294840" cy="99360"/>
                </a:xfrm>
                <a:prstGeom prst="rect">
                  <a:avLst/>
                </a:prstGeom>
              </p:spPr>
            </p:pic>
          </mc:Fallback>
        </mc:AlternateContent>
        <mc:AlternateContent xmlns:mc="http://schemas.openxmlformats.org/markup-compatibility/2006">
          <mc:Choice xmlns:p14="http://schemas.microsoft.com/office/powerpoint/2010/main" Requires="p14">
            <p:contentPart p14:bwMode="auto" r:id="rId333">
              <p14:nvContentPartPr>
                <p14:cNvPr id="261" name="Ink 260">
                  <a:extLst>
                    <a:ext uri="{FF2B5EF4-FFF2-40B4-BE49-F238E27FC236}">
                      <a16:creationId xmlns:a16="http://schemas.microsoft.com/office/drawing/2014/main" id="{B2D72BC1-B33C-4A8B-19B8-B6958DF66E2B}"/>
                    </a:ext>
                  </a:extLst>
                </p14:cNvPr>
                <p14:cNvContentPartPr/>
                <p14:nvPr/>
              </p14:nvContentPartPr>
              <p14:xfrm>
                <a:off x="8457638" y="2282256"/>
                <a:ext cx="360" cy="360"/>
              </p14:xfrm>
            </p:contentPart>
          </mc:Choice>
          <mc:Fallback>
            <p:pic>
              <p:nvPicPr>
                <p:cNvPr id="261" name="Ink 260">
                  <a:extLst>
                    <a:ext uri="{FF2B5EF4-FFF2-40B4-BE49-F238E27FC236}">
                      <a16:creationId xmlns:a16="http://schemas.microsoft.com/office/drawing/2014/main" id="{B2D72BC1-B33C-4A8B-19B8-B6958DF66E2B}"/>
                    </a:ext>
                  </a:extLst>
                </p:cNvPr>
                <p:cNvPicPr/>
                <p:nvPr/>
              </p:nvPicPr>
              <p:blipFill>
                <a:blip r:embed="rId11"/>
                <a:stretch>
                  <a:fillRect/>
                </a:stretch>
              </p:blipFill>
              <p:spPr>
                <a:xfrm>
                  <a:off x="8453318" y="227793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334">
              <p14:nvContentPartPr>
                <p14:cNvPr id="262" name="Ink 261">
                  <a:extLst>
                    <a:ext uri="{FF2B5EF4-FFF2-40B4-BE49-F238E27FC236}">
                      <a16:creationId xmlns:a16="http://schemas.microsoft.com/office/drawing/2014/main" id="{A26AEC7C-77D9-FD96-0476-CA1E1BC109C0}"/>
                    </a:ext>
                  </a:extLst>
                </p14:cNvPr>
                <p14:cNvContentPartPr/>
                <p14:nvPr/>
              </p14:nvContentPartPr>
              <p14:xfrm>
                <a:off x="8510558" y="2324736"/>
                <a:ext cx="100800" cy="52560"/>
              </p14:xfrm>
            </p:contentPart>
          </mc:Choice>
          <mc:Fallback>
            <p:pic>
              <p:nvPicPr>
                <p:cNvPr id="262" name="Ink 261">
                  <a:extLst>
                    <a:ext uri="{FF2B5EF4-FFF2-40B4-BE49-F238E27FC236}">
                      <a16:creationId xmlns:a16="http://schemas.microsoft.com/office/drawing/2014/main" id="{A26AEC7C-77D9-FD96-0476-CA1E1BC109C0}"/>
                    </a:ext>
                  </a:extLst>
                </p:cNvPr>
                <p:cNvPicPr/>
                <p:nvPr/>
              </p:nvPicPr>
              <p:blipFill>
                <a:blip r:embed="rId335"/>
                <a:stretch>
                  <a:fillRect/>
                </a:stretch>
              </p:blipFill>
              <p:spPr>
                <a:xfrm>
                  <a:off x="8506238" y="2320416"/>
                  <a:ext cx="10944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336">
              <p14:nvContentPartPr>
                <p14:cNvPr id="263" name="Ink 262">
                  <a:extLst>
                    <a:ext uri="{FF2B5EF4-FFF2-40B4-BE49-F238E27FC236}">
                      <a16:creationId xmlns:a16="http://schemas.microsoft.com/office/drawing/2014/main" id="{D2DB2881-8881-277A-8622-382FB1ACE904}"/>
                    </a:ext>
                  </a:extLst>
                </p14:cNvPr>
                <p14:cNvContentPartPr/>
                <p14:nvPr/>
              </p14:nvContentPartPr>
              <p14:xfrm>
                <a:off x="8619278" y="2267496"/>
                <a:ext cx="81000" cy="132840"/>
              </p14:xfrm>
            </p:contentPart>
          </mc:Choice>
          <mc:Fallback>
            <p:pic>
              <p:nvPicPr>
                <p:cNvPr id="263" name="Ink 262">
                  <a:extLst>
                    <a:ext uri="{FF2B5EF4-FFF2-40B4-BE49-F238E27FC236}">
                      <a16:creationId xmlns:a16="http://schemas.microsoft.com/office/drawing/2014/main" id="{D2DB2881-8881-277A-8622-382FB1ACE904}"/>
                    </a:ext>
                  </a:extLst>
                </p:cNvPr>
                <p:cNvPicPr/>
                <p:nvPr/>
              </p:nvPicPr>
              <p:blipFill>
                <a:blip r:embed="rId337"/>
                <a:stretch>
                  <a:fillRect/>
                </a:stretch>
              </p:blipFill>
              <p:spPr>
                <a:xfrm>
                  <a:off x="8614958" y="2263176"/>
                  <a:ext cx="8964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338">
              <p14:nvContentPartPr>
                <p14:cNvPr id="264" name="Ink 263">
                  <a:extLst>
                    <a:ext uri="{FF2B5EF4-FFF2-40B4-BE49-F238E27FC236}">
                      <a16:creationId xmlns:a16="http://schemas.microsoft.com/office/drawing/2014/main" id="{6EABAD6D-941F-A8B1-E17C-6387D8C1086E}"/>
                    </a:ext>
                  </a:extLst>
                </p14:cNvPr>
                <p14:cNvContentPartPr/>
                <p14:nvPr/>
              </p14:nvContentPartPr>
              <p14:xfrm>
                <a:off x="8734478" y="2233656"/>
                <a:ext cx="15480" cy="138240"/>
              </p14:xfrm>
            </p:contentPart>
          </mc:Choice>
          <mc:Fallback>
            <p:pic>
              <p:nvPicPr>
                <p:cNvPr id="264" name="Ink 263">
                  <a:extLst>
                    <a:ext uri="{FF2B5EF4-FFF2-40B4-BE49-F238E27FC236}">
                      <a16:creationId xmlns:a16="http://schemas.microsoft.com/office/drawing/2014/main" id="{6EABAD6D-941F-A8B1-E17C-6387D8C1086E}"/>
                    </a:ext>
                  </a:extLst>
                </p:cNvPr>
                <p:cNvPicPr/>
                <p:nvPr/>
              </p:nvPicPr>
              <p:blipFill>
                <a:blip r:embed="rId339"/>
                <a:stretch>
                  <a:fillRect/>
                </a:stretch>
              </p:blipFill>
              <p:spPr>
                <a:xfrm>
                  <a:off x="8730158" y="2229336"/>
                  <a:ext cx="24120" cy="146880"/>
                </a:xfrm>
                <a:prstGeom prst="rect">
                  <a:avLst/>
                </a:prstGeom>
              </p:spPr>
            </p:pic>
          </mc:Fallback>
        </mc:AlternateContent>
        <mc:AlternateContent xmlns:mc="http://schemas.openxmlformats.org/markup-compatibility/2006">
          <mc:Choice xmlns:p14="http://schemas.microsoft.com/office/powerpoint/2010/main" Requires="p14">
            <p:contentPart p14:bwMode="auto" r:id="rId340">
              <p14:nvContentPartPr>
                <p14:cNvPr id="265" name="Ink 264">
                  <a:extLst>
                    <a:ext uri="{FF2B5EF4-FFF2-40B4-BE49-F238E27FC236}">
                      <a16:creationId xmlns:a16="http://schemas.microsoft.com/office/drawing/2014/main" id="{E6B09E96-8788-C8EF-DC69-207C9B433E0F}"/>
                    </a:ext>
                  </a:extLst>
                </p14:cNvPr>
                <p14:cNvContentPartPr/>
                <p14:nvPr/>
              </p14:nvContentPartPr>
              <p14:xfrm>
                <a:off x="8807918" y="2273256"/>
                <a:ext cx="203040" cy="101880"/>
              </p14:xfrm>
            </p:contentPart>
          </mc:Choice>
          <mc:Fallback>
            <p:pic>
              <p:nvPicPr>
                <p:cNvPr id="265" name="Ink 264">
                  <a:extLst>
                    <a:ext uri="{FF2B5EF4-FFF2-40B4-BE49-F238E27FC236}">
                      <a16:creationId xmlns:a16="http://schemas.microsoft.com/office/drawing/2014/main" id="{E6B09E96-8788-C8EF-DC69-207C9B433E0F}"/>
                    </a:ext>
                  </a:extLst>
                </p:cNvPr>
                <p:cNvPicPr/>
                <p:nvPr/>
              </p:nvPicPr>
              <p:blipFill>
                <a:blip r:embed="rId341"/>
                <a:stretch>
                  <a:fillRect/>
                </a:stretch>
              </p:blipFill>
              <p:spPr>
                <a:xfrm>
                  <a:off x="8803598" y="2268936"/>
                  <a:ext cx="211680" cy="110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42">
            <p14:nvContentPartPr>
              <p14:cNvPr id="281" name="Ink 280">
                <a:extLst>
                  <a:ext uri="{FF2B5EF4-FFF2-40B4-BE49-F238E27FC236}">
                    <a16:creationId xmlns:a16="http://schemas.microsoft.com/office/drawing/2014/main" id="{DC22993C-20D7-2993-9F48-59B1D1CE5918}"/>
                  </a:ext>
                </a:extLst>
              </p14:cNvPr>
              <p14:cNvContentPartPr/>
              <p14:nvPr/>
            </p14:nvContentPartPr>
            <p14:xfrm>
              <a:off x="9626558" y="2467656"/>
              <a:ext cx="141480" cy="125280"/>
            </p14:xfrm>
          </p:contentPart>
        </mc:Choice>
        <mc:Fallback>
          <p:pic>
            <p:nvPicPr>
              <p:cNvPr id="281" name="Ink 280">
                <a:extLst>
                  <a:ext uri="{FF2B5EF4-FFF2-40B4-BE49-F238E27FC236}">
                    <a16:creationId xmlns:a16="http://schemas.microsoft.com/office/drawing/2014/main" id="{DC22993C-20D7-2993-9F48-59B1D1CE5918}"/>
                  </a:ext>
                </a:extLst>
              </p:cNvPr>
              <p:cNvPicPr/>
              <p:nvPr/>
            </p:nvPicPr>
            <p:blipFill>
              <a:blip r:embed="rId343"/>
              <a:stretch>
                <a:fillRect/>
              </a:stretch>
            </p:blipFill>
            <p:spPr>
              <a:xfrm>
                <a:off x="9622238" y="2463336"/>
                <a:ext cx="150120" cy="133920"/>
              </a:xfrm>
              <a:prstGeom prst="rect">
                <a:avLst/>
              </a:prstGeom>
            </p:spPr>
          </p:pic>
        </mc:Fallback>
      </mc:AlternateContent>
      <p:grpSp>
        <p:nvGrpSpPr>
          <p:cNvPr id="284" name="Group 283">
            <a:extLst>
              <a:ext uri="{FF2B5EF4-FFF2-40B4-BE49-F238E27FC236}">
                <a16:creationId xmlns:a16="http://schemas.microsoft.com/office/drawing/2014/main" id="{A4A4376A-4E5A-1CCA-E771-4D66DD6A903D}"/>
              </a:ext>
            </a:extLst>
          </p:cNvPr>
          <p:cNvGrpSpPr/>
          <p:nvPr/>
        </p:nvGrpSpPr>
        <p:grpSpPr>
          <a:xfrm>
            <a:off x="8034278" y="2529216"/>
            <a:ext cx="1379160" cy="277200"/>
            <a:chOff x="8034278" y="2529216"/>
            <a:chExt cx="1379160" cy="277200"/>
          </a:xfrm>
        </p:grpSpPr>
        <mc:AlternateContent xmlns:mc="http://schemas.openxmlformats.org/markup-compatibility/2006">
          <mc:Choice xmlns:p14="http://schemas.microsoft.com/office/powerpoint/2010/main" Requires="p14">
            <p:contentPart p14:bwMode="auto" r:id="rId344">
              <p14:nvContentPartPr>
                <p14:cNvPr id="267" name="Ink 266">
                  <a:extLst>
                    <a:ext uri="{FF2B5EF4-FFF2-40B4-BE49-F238E27FC236}">
                      <a16:creationId xmlns:a16="http://schemas.microsoft.com/office/drawing/2014/main" id="{838AD301-6A8D-AA83-6521-D6FCB497479B}"/>
                    </a:ext>
                  </a:extLst>
                </p14:cNvPr>
                <p14:cNvContentPartPr/>
                <p14:nvPr/>
              </p14:nvContentPartPr>
              <p14:xfrm>
                <a:off x="8034278" y="2628216"/>
                <a:ext cx="145800" cy="178200"/>
              </p14:xfrm>
            </p:contentPart>
          </mc:Choice>
          <mc:Fallback>
            <p:pic>
              <p:nvPicPr>
                <p:cNvPr id="267" name="Ink 266">
                  <a:extLst>
                    <a:ext uri="{FF2B5EF4-FFF2-40B4-BE49-F238E27FC236}">
                      <a16:creationId xmlns:a16="http://schemas.microsoft.com/office/drawing/2014/main" id="{838AD301-6A8D-AA83-6521-D6FCB497479B}"/>
                    </a:ext>
                  </a:extLst>
                </p:cNvPr>
                <p:cNvPicPr/>
                <p:nvPr/>
              </p:nvPicPr>
              <p:blipFill>
                <a:blip r:embed="rId345"/>
                <a:stretch>
                  <a:fillRect/>
                </a:stretch>
              </p:blipFill>
              <p:spPr>
                <a:xfrm>
                  <a:off x="8029958" y="2623896"/>
                  <a:ext cx="154440" cy="186840"/>
                </a:xfrm>
                <a:prstGeom prst="rect">
                  <a:avLst/>
                </a:prstGeom>
              </p:spPr>
            </p:pic>
          </mc:Fallback>
        </mc:AlternateContent>
        <mc:AlternateContent xmlns:mc="http://schemas.openxmlformats.org/markup-compatibility/2006">
          <mc:Choice xmlns:p14="http://schemas.microsoft.com/office/powerpoint/2010/main" Requires="p14">
            <p:contentPart p14:bwMode="auto" r:id="rId346">
              <p14:nvContentPartPr>
                <p14:cNvPr id="268" name="Ink 267">
                  <a:extLst>
                    <a:ext uri="{FF2B5EF4-FFF2-40B4-BE49-F238E27FC236}">
                      <a16:creationId xmlns:a16="http://schemas.microsoft.com/office/drawing/2014/main" id="{AC36B703-0705-11E1-958F-6EE404BFBB01}"/>
                    </a:ext>
                  </a:extLst>
                </p14:cNvPr>
                <p14:cNvContentPartPr/>
                <p14:nvPr/>
              </p14:nvContentPartPr>
              <p14:xfrm>
                <a:off x="8203478" y="2673216"/>
                <a:ext cx="105480" cy="73080"/>
              </p14:xfrm>
            </p:contentPart>
          </mc:Choice>
          <mc:Fallback>
            <p:pic>
              <p:nvPicPr>
                <p:cNvPr id="268" name="Ink 267">
                  <a:extLst>
                    <a:ext uri="{FF2B5EF4-FFF2-40B4-BE49-F238E27FC236}">
                      <a16:creationId xmlns:a16="http://schemas.microsoft.com/office/drawing/2014/main" id="{AC36B703-0705-11E1-958F-6EE404BFBB01}"/>
                    </a:ext>
                  </a:extLst>
                </p:cNvPr>
                <p:cNvPicPr/>
                <p:nvPr/>
              </p:nvPicPr>
              <p:blipFill>
                <a:blip r:embed="rId347"/>
                <a:stretch>
                  <a:fillRect/>
                </a:stretch>
              </p:blipFill>
              <p:spPr>
                <a:xfrm>
                  <a:off x="8199158" y="2668896"/>
                  <a:ext cx="11412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348">
              <p14:nvContentPartPr>
                <p14:cNvPr id="271" name="Ink 270">
                  <a:extLst>
                    <a:ext uri="{FF2B5EF4-FFF2-40B4-BE49-F238E27FC236}">
                      <a16:creationId xmlns:a16="http://schemas.microsoft.com/office/drawing/2014/main" id="{A5E1E3A6-B3F4-0832-C133-FC3450E2876A}"/>
                    </a:ext>
                  </a:extLst>
                </p14:cNvPr>
                <p14:cNvContentPartPr/>
                <p14:nvPr/>
              </p14:nvContentPartPr>
              <p14:xfrm>
                <a:off x="8459438" y="2663496"/>
                <a:ext cx="110880" cy="57600"/>
              </p14:xfrm>
            </p:contentPart>
          </mc:Choice>
          <mc:Fallback>
            <p:pic>
              <p:nvPicPr>
                <p:cNvPr id="271" name="Ink 270">
                  <a:extLst>
                    <a:ext uri="{FF2B5EF4-FFF2-40B4-BE49-F238E27FC236}">
                      <a16:creationId xmlns:a16="http://schemas.microsoft.com/office/drawing/2014/main" id="{A5E1E3A6-B3F4-0832-C133-FC3450E2876A}"/>
                    </a:ext>
                  </a:extLst>
                </p:cNvPr>
                <p:cNvPicPr/>
                <p:nvPr/>
              </p:nvPicPr>
              <p:blipFill>
                <a:blip r:embed="rId349"/>
                <a:stretch>
                  <a:fillRect/>
                </a:stretch>
              </p:blipFill>
              <p:spPr>
                <a:xfrm>
                  <a:off x="8455118" y="2659176"/>
                  <a:ext cx="11952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350">
              <p14:nvContentPartPr>
                <p14:cNvPr id="273" name="Ink 272">
                  <a:extLst>
                    <a:ext uri="{FF2B5EF4-FFF2-40B4-BE49-F238E27FC236}">
                      <a16:creationId xmlns:a16="http://schemas.microsoft.com/office/drawing/2014/main" id="{D29D258F-F228-601D-E945-25C86E9F25DE}"/>
                    </a:ext>
                  </a:extLst>
                </p14:cNvPr>
                <p14:cNvContentPartPr/>
                <p14:nvPr/>
              </p14:nvContentPartPr>
              <p14:xfrm>
                <a:off x="8638358" y="2634336"/>
                <a:ext cx="81360" cy="70920"/>
              </p14:xfrm>
            </p:contentPart>
          </mc:Choice>
          <mc:Fallback>
            <p:pic>
              <p:nvPicPr>
                <p:cNvPr id="273" name="Ink 272">
                  <a:extLst>
                    <a:ext uri="{FF2B5EF4-FFF2-40B4-BE49-F238E27FC236}">
                      <a16:creationId xmlns:a16="http://schemas.microsoft.com/office/drawing/2014/main" id="{D29D258F-F228-601D-E945-25C86E9F25DE}"/>
                    </a:ext>
                  </a:extLst>
                </p:cNvPr>
                <p:cNvPicPr/>
                <p:nvPr/>
              </p:nvPicPr>
              <p:blipFill>
                <a:blip r:embed="rId351"/>
                <a:stretch>
                  <a:fillRect/>
                </a:stretch>
              </p:blipFill>
              <p:spPr>
                <a:xfrm>
                  <a:off x="8634038" y="2630016"/>
                  <a:ext cx="90000" cy="79560"/>
                </a:xfrm>
                <a:prstGeom prst="rect">
                  <a:avLst/>
                </a:prstGeom>
              </p:spPr>
            </p:pic>
          </mc:Fallback>
        </mc:AlternateContent>
        <mc:AlternateContent xmlns:mc="http://schemas.openxmlformats.org/markup-compatibility/2006">
          <mc:Choice xmlns:p14="http://schemas.microsoft.com/office/powerpoint/2010/main" Requires="p14">
            <p:contentPart p14:bwMode="auto" r:id="rId352">
              <p14:nvContentPartPr>
                <p14:cNvPr id="274" name="Ink 273">
                  <a:extLst>
                    <a:ext uri="{FF2B5EF4-FFF2-40B4-BE49-F238E27FC236}">
                      <a16:creationId xmlns:a16="http://schemas.microsoft.com/office/drawing/2014/main" id="{74262647-BCB4-A243-05DF-E8DC4A835324}"/>
                    </a:ext>
                  </a:extLst>
                </p14:cNvPr>
                <p14:cNvContentPartPr/>
                <p14:nvPr/>
              </p14:nvContentPartPr>
              <p14:xfrm>
                <a:off x="8780198" y="2574936"/>
                <a:ext cx="64080" cy="219960"/>
              </p14:xfrm>
            </p:contentPart>
          </mc:Choice>
          <mc:Fallback>
            <p:pic>
              <p:nvPicPr>
                <p:cNvPr id="274" name="Ink 273">
                  <a:extLst>
                    <a:ext uri="{FF2B5EF4-FFF2-40B4-BE49-F238E27FC236}">
                      <a16:creationId xmlns:a16="http://schemas.microsoft.com/office/drawing/2014/main" id="{74262647-BCB4-A243-05DF-E8DC4A835324}"/>
                    </a:ext>
                  </a:extLst>
                </p:cNvPr>
                <p:cNvPicPr/>
                <p:nvPr/>
              </p:nvPicPr>
              <p:blipFill>
                <a:blip r:embed="rId353"/>
                <a:stretch>
                  <a:fillRect/>
                </a:stretch>
              </p:blipFill>
              <p:spPr>
                <a:xfrm>
                  <a:off x="8775878" y="2570616"/>
                  <a:ext cx="7272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354">
              <p14:nvContentPartPr>
                <p14:cNvPr id="275" name="Ink 274">
                  <a:extLst>
                    <a:ext uri="{FF2B5EF4-FFF2-40B4-BE49-F238E27FC236}">
                      <a16:creationId xmlns:a16="http://schemas.microsoft.com/office/drawing/2014/main" id="{4373B13D-D2E6-63AD-932D-8F3439546FA7}"/>
                    </a:ext>
                  </a:extLst>
                </p14:cNvPr>
                <p14:cNvContentPartPr/>
                <p14:nvPr/>
              </p14:nvContentPartPr>
              <p14:xfrm>
                <a:off x="8720078" y="2663136"/>
                <a:ext cx="135360" cy="72360"/>
              </p14:xfrm>
            </p:contentPart>
          </mc:Choice>
          <mc:Fallback>
            <p:pic>
              <p:nvPicPr>
                <p:cNvPr id="275" name="Ink 274">
                  <a:extLst>
                    <a:ext uri="{FF2B5EF4-FFF2-40B4-BE49-F238E27FC236}">
                      <a16:creationId xmlns:a16="http://schemas.microsoft.com/office/drawing/2014/main" id="{4373B13D-D2E6-63AD-932D-8F3439546FA7}"/>
                    </a:ext>
                  </a:extLst>
                </p:cNvPr>
                <p:cNvPicPr/>
                <p:nvPr/>
              </p:nvPicPr>
              <p:blipFill>
                <a:blip r:embed="rId355"/>
                <a:stretch>
                  <a:fillRect/>
                </a:stretch>
              </p:blipFill>
              <p:spPr>
                <a:xfrm>
                  <a:off x="8715758" y="2658816"/>
                  <a:ext cx="14400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356">
              <p14:nvContentPartPr>
                <p14:cNvPr id="276" name="Ink 275">
                  <a:extLst>
                    <a:ext uri="{FF2B5EF4-FFF2-40B4-BE49-F238E27FC236}">
                      <a16:creationId xmlns:a16="http://schemas.microsoft.com/office/drawing/2014/main" id="{D021EBC3-DD84-8248-CBE4-BFB037202B9C}"/>
                    </a:ext>
                  </a:extLst>
                </p14:cNvPr>
                <p14:cNvContentPartPr/>
                <p14:nvPr/>
              </p14:nvContentPartPr>
              <p14:xfrm>
                <a:off x="9012398" y="2529216"/>
                <a:ext cx="161640" cy="200880"/>
              </p14:xfrm>
            </p:contentPart>
          </mc:Choice>
          <mc:Fallback>
            <p:pic>
              <p:nvPicPr>
                <p:cNvPr id="276" name="Ink 275">
                  <a:extLst>
                    <a:ext uri="{FF2B5EF4-FFF2-40B4-BE49-F238E27FC236}">
                      <a16:creationId xmlns:a16="http://schemas.microsoft.com/office/drawing/2014/main" id="{D021EBC3-DD84-8248-CBE4-BFB037202B9C}"/>
                    </a:ext>
                  </a:extLst>
                </p:cNvPr>
                <p:cNvPicPr/>
                <p:nvPr/>
              </p:nvPicPr>
              <p:blipFill>
                <a:blip r:embed="rId357"/>
                <a:stretch>
                  <a:fillRect/>
                </a:stretch>
              </p:blipFill>
              <p:spPr>
                <a:xfrm>
                  <a:off x="9008078" y="2524896"/>
                  <a:ext cx="17028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358">
              <p14:nvContentPartPr>
                <p14:cNvPr id="278" name="Ink 277">
                  <a:extLst>
                    <a:ext uri="{FF2B5EF4-FFF2-40B4-BE49-F238E27FC236}">
                      <a16:creationId xmlns:a16="http://schemas.microsoft.com/office/drawing/2014/main" id="{2F9E14F3-8E18-902C-F810-61988542193B}"/>
                    </a:ext>
                  </a:extLst>
                </p14:cNvPr>
                <p14:cNvContentPartPr/>
                <p14:nvPr/>
              </p14:nvContentPartPr>
              <p14:xfrm>
                <a:off x="8345678" y="2622816"/>
                <a:ext cx="42480" cy="17640"/>
              </p14:xfrm>
            </p:contentPart>
          </mc:Choice>
          <mc:Fallback>
            <p:pic>
              <p:nvPicPr>
                <p:cNvPr id="278" name="Ink 277">
                  <a:extLst>
                    <a:ext uri="{FF2B5EF4-FFF2-40B4-BE49-F238E27FC236}">
                      <a16:creationId xmlns:a16="http://schemas.microsoft.com/office/drawing/2014/main" id="{2F9E14F3-8E18-902C-F810-61988542193B}"/>
                    </a:ext>
                  </a:extLst>
                </p:cNvPr>
                <p:cNvPicPr/>
                <p:nvPr/>
              </p:nvPicPr>
              <p:blipFill>
                <a:blip r:embed="rId359"/>
                <a:stretch>
                  <a:fillRect/>
                </a:stretch>
              </p:blipFill>
              <p:spPr>
                <a:xfrm>
                  <a:off x="8341358" y="2618496"/>
                  <a:ext cx="5112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360">
              <p14:nvContentPartPr>
                <p14:cNvPr id="279" name="Ink 278">
                  <a:extLst>
                    <a:ext uri="{FF2B5EF4-FFF2-40B4-BE49-F238E27FC236}">
                      <a16:creationId xmlns:a16="http://schemas.microsoft.com/office/drawing/2014/main" id="{BDFF1A80-8218-CD57-10A6-7A2F5D7408F5}"/>
                    </a:ext>
                  </a:extLst>
                </p14:cNvPr>
                <p14:cNvContentPartPr/>
                <p14:nvPr/>
              </p14:nvContentPartPr>
              <p14:xfrm>
                <a:off x="9303278" y="2568816"/>
                <a:ext cx="100800" cy="23400"/>
              </p14:xfrm>
            </p:contentPart>
          </mc:Choice>
          <mc:Fallback>
            <p:pic>
              <p:nvPicPr>
                <p:cNvPr id="279" name="Ink 278">
                  <a:extLst>
                    <a:ext uri="{FF2B5EF4-FFF2-40B4-BE49-F238E27FC236}">
                      <a16:creationId xmlns:a16="http://schemas.microsoft.com/office/drawing/2014/main" id="{BDFF1A80-8218-CD57-10A6-7A2F5D7408F5}"/>
                    </a:ext>
                  </a:extLst>
                </p:cNvPr>
                <p:cNvPicPr/>
                <p:nvPr/>
              </p:nvPicPr>
              <p:blipFill>
                <a:blip r:embed="rId361"/>
                <a:stretch>
                  <a:fillRect/>
                </a:stretch>
              </p:blipFill>
              <p:spPr>
                <a:xfrm>
                  <a:off x="9298958" y="2564496"/>
                  <a:ext cx="10944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362">
              <p14:nvContentPartPr>
                <p14:cNvPr id="280" name="Ink 279">
                  <a:extLst>
                    <a:ext uri="{FF2B5EF4-FFF2-40B4-BE49-F238E27FC236}">
                      <a16:creationId xmlns:a16="http://schemas.microsoft.com/office/drawing/2014/main" id="{FC85811D-6C70-713F-6950-C038D8BC0BD6}"/>
                    </a:ext>
                  </a:extLst>
                </p14:cNvPr>
                <p14:cNvContentPartPr/>
                <p14:nvPr/>
              </p14:nvContentPartPr>
              <p14:xfrm>
                <a:off x="9319118" y="2610216"/>
                <a:ext cx="94320" cy="22680"/>
              </p14:xfrm>
            </p:contentPart>
          </mc:Choice>
          <mc:Fallback>
            <p:pic>
              <p:nvPicPr>
                <p:cNvPr id="280" name="Ink 279">
                  <a:extLst>
                    <a:ext uri="{FF2B5EF4-FFF2-40B4-BE49-F238E27FC236}">
                      <a16:creationId xmlns:a16="http://schemas.microsoft.com/office/drawing/2014/main" id="{FC85811D-6C70-713F-6950-C038D8BC0BD6}"/>
                    </a:ext>
                  </a:extLst>
                </p:cNvPr>
                <p:cNvPicPr/>
                <p:nvPr/>
              </p:nvPicPr>
              <p:blipFill>
                <a:blip r:embed="rId363"/>
                <a:stretch>
                  <a:fillRect/>
                </a:stretch>
              </p:blipFill>
              <p:spPr>
                <a:xfrm>
                  <a:off x="9314798" y="2605896"/>
                  <a:ext cx="10296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364">
              <p14:nvContentPartPr>
                <p14:cNvPr id="283" name="Ink 282">
                  <a:extLst>
                    <a:ext uri="{FF2B5EF4-FFF2-40B4-BE49-F238E27FC236}">
                      <a16:creationId xmlns:a16="http://schemas.microsoft.com/office/drawing/2014/main" id="{72E28BE4-88D2-FB77-F5D9-38CE20B56383}"/>
                    </a:ext>
                  </a:extLst>
                </p14:cNvPr>
                <p14:cNvContentPartPr/>
                <p14:nvPr/>
              </p14:nvContentPartPr>
              <p14:xfrm>
                <a:off x="8317238" y="2658816"/>
                <a:ext cx="137160" cy="92520"/>
              </p14:xfrm>
            </p:contentPart>
          </mc:Choice>
          <mc:Fallback>
            <p:pic>
              <p:nvPicPr>
                <p:cNvPr id="283" name="Ink 282">
                  <a:extLst>
                    <a:ext uri="{FF2B5EF4-FFF2-40B4-BE49-F238E27FC236}">
                      <a16:creationId xmlns:a16="http://schemas.microsoft.com/office/drawing/2014/main" id="{72E28BE4-88D2-FB77-F5D9-38CE20B56383}"/>
                    </a:ext>
                  </a:extLst>
                </p:cNvPr>
                <p:cNvPicPr/>
                <p:nvPr/>
              </p:nvPicPr>
              <p:blipFill>
                <a:blip r:embed="rId365"/>
                <a:stretch>
                  <a:fillRect/>
                </a:stretch>
              </p:blipFill>
              <p:spPr>
                <a:xfrm>
                  <a:off x="8312918" y="2654496"/>
                  <a:ext cx="145800" cy="101160"/>
                </a:xfrm>
                <a:prstGeom prst="rect">
                  <a:avLst/>
                </a:prstGeom>
              </p:spPr>
            </p:pic>
          </mc:Fallback>
        </mc:AlternateContent>
      </p:grpSp>
      <p:grpSp>
        <p:nvGrpSpPr>
          <p:cNvPr id="298" name="Group 297">
            <a:extLst>
              <a:ext uri="{FF2B5EF4-FFF2-40B4-BE49-F238E27FC236}">
                <a16:creationId xmlns:a16="http://schemas.microsoft.com/office/drawing/2014/main" id="{58E935DD-5BFD-CD15-979B-8E5E38352889}"/>
              </a:ext>
            </a:extLst>
          </p:cNvPr>
          <p:cNvGrpSpPr/>
          <p:nvPr/>
        </p:nvGrpSpPr>
        <p:grpSpPr>
          <a:xfrm>
            <a:off x="10267358" y="2277936"/>
            <a:ext cx="1562040" cy="297720"/>
            <a:chOff x="10267358" y="2277936"/>
            <a:chExt cx="1562040" cy="297720"/>
          </a:xfrm>
        </p:grpSpPr>
        <mc:AlternateContent xmlns:mc="http://schemas.openxmlformats.org/markup-compatibility/2006">
          <mc:Choice xmlns:p14="http://schemas.microsoft.com/office/powerpoint/2010/main" Requires="p14">
            <p:contentPart p14:bwMode="auto" r:id="rId366">
              <p14:nvContentPartPr>
                <p14:cNvPr id="285" name="Ink 284">
                  <a:extLst>
                    <a:ext uri="{FF2B5EF4-FFF2-40B4-BE49-F238E27FC236}">
                      <a16:creationId xmlns:a16="http://schemas.microsoft.com/office/drawing/2014/main" id="{4C9B153F-144A-F6DA-77E6-A54182568092}"/>
                    </a:ext>
                  </a:extLst>
                </p14:cNvPr>
                <p14:cNvContentPartPr/>
                <p14:nvPr/>
              </p14:nvContentPartPr>
              <p14:xfrm>
                <a:off x="10267358" y="2402856"/>
                <a:ext cx="162720" cy="172800"/>
              </p14:xfrm>
            </p:contentPart>
          </mc:Choice>
          <mc:Fallback>
            <p:pic>
              <p:nvPicPr>
                <p:cNvPr id="285" name="Ink 284">
                  <a:extLst>
                    <a:ext uri="{FF2B5EF4-FFF2-40B4-BE49-F238E27FC236}">
                      <a16:creationId xmlns:a16="http://schemas.microsoft.com/office/drawing/2014/main" id="{4C9B153F-144A-F6DA-77E6-A54182568092}"/>
                    </a:ext>
                  </a:extLst>
                </p:cNvPr>
                <p:cNvPicPr/>
                <p:nvPr/>
              </p:nvPicPr>
              <p:blipFill>
                <a:blip r:embed="rId367"/>
                <a:stretch>
                  <a:fillRect/>
                </a:stretch>
              </p:blipFill>
              <p:spPr>
                <a:xfrm>
                  <a:off x="10263038" y="2398536"/>
                  <a:ext cx="17136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368">
              <p14:nvContentPartPr>
                <p14:cNvPr id="288" name="Ink 287">
                  <a:extLst>
                    <a:ext uri="{FF2B5EF4-FFF2-40B4-BE49-F238E27FC236}">
                      <a16:creationId xmlns:a16="http://schemas.microsoft.com/office/drawing/2014/main" id="{601DB5BE-5D0D-501B-45C5-7EB56D383000}"/>
                    </a:ext>
                  </a:extLst>
                </p14:cNvPr>
                <p14:cNvContentPartPr/>
                <p14:nvPr/>
              </p14:nvContentPartPr>
              <p14:xfrm>
                <a:off x="10535918" y="2398536"/>
                <a:ext cx="100080" cy="145800"/>
              </p14:xfrm>
            </p:contentPart>
          </mc:Choice>
          <mc:Fallback>
            <p:pic>
              <p:nvPicPr>
                <p:cNvPr id="288" name="Ink 287">
                  <a:extLst>
                    <a:ext uri="{FF2B5EF4-FFF2-40B4-BE49-F238E27FC236}">
                      <a16:creationId xmlns:a16="http://schemas.microsoft.com/office/drawing/2014/main" id="{601DB5BE-5D0D-501B-45C5-7EB56D383000}"/>
                    </a:ext>
                  </a:extLst>
                </p:cNvPr>
                <p:cNvPicPr/>
                <p:nvPr/>
              </p:nvPicPr>
              <p:blipFill>
                <a:blip r:embed="rId369"/>
                <a:stretch>
                  <a:fillRect/>
                </a:stretch>
              </p:blipFill>
              <p:spPr>
                <a:xfrm>
                  <a:off x="10531598" y="2394216"/>
                  <a:ext cx="108720" cy="154440"/>
                </a:xfrm>
                <a:prstGeom prst="rect">
                  <a:avLst/>
                </a:prstGeom>
              </p:spPr>
            </p:pic>
          </mc:Fallback>
        </mc:AlternateContent>
        <mc:AlternateContent xmlns:mc="http://schemas.openxmlformats.org/markup-compatibility/2006">
          <mc:Choice xmlns:p14="http://schemas.microsoft.com/office/powerpoint/2010/main" Requires="p14">
            <p:contentPart p14:bwMode="auto" r:id="rId370">
              <p14:nvContentPartPr>
                <p14:cNvPr id="289" name="Ink 288">
                  <a:extLst>
                    <a:ext uri="{FF2B5EF4-FFF2-40B4-BE49-F238E27FC236}">
                      <a16:creationId xmlns:a16="http://schemas.microsoft.com/office/drawing/2014/main" id="{BAD61965-1AC0-0512-7741-3D8F5749FC86}"/>
                    </a:ext>
                  </a:extLst>
                </p14:cNvPr>
                <p14:cNvContentPartPr/>
                <p14:nvPr/>
              </p14:nvContentPartPr>
              <p14:xfrm>
                <a:off x="10489478" y="2454696"/>
                <a:ext cx="139680" cy="34560"/>
              </p14:xfrm>
            </p:contentPart>
          </mc:Choice>
          <mc:Fallback>
            <p:pic>
              <p:nvPicPr>
                <p:cNvPr id="289" name="Ink 288">
                  <a:extLst>
                    <a:ext uri="{FF2B5EF4-FFF2-40B4-BE49-F238E27FC236}">
                      <a16:creationId xmlns:a16="http://schemas.microsoft.com/office/drawing/2014/main" id="{BAD61965-1AC0-0512-7741-3D8F5749FC86}"/>
                    </a:ext>
                  </a:extLst>
                </p:cNvPr>
                <p:cNvPicPr/>
                <p:nvPr/>
              </p:nvPicPr>
              <p:blipFill>
                <a:blip r:embed="rId371"/>
                <a:stretch>
                  <a:fillRect/>
                </a:stretch>
              </p:blipFill>
              <p:spPr>
                <a:xfrm>
                  <a:off x="10485158" y="2450376"/>
                  <a:ext cx="148320" cy="43200"/>
                </a:xfrm>
                <a:prstGeom prst="rect">
                  <a:avLst/>
                </a:prstGeom>
              </p:spPr>
            </p:pic>
          </mc:Fallback>
        </mc:AlternateContent>
        <mc:AlternateContent xmlns:mc="http://schemas.openxmlformats.org/markup-compatibility/2006">
          <mc:Choice xmlns:p14="http://schemas.microsoft.com/office/powerpoint/2010/main" Requires="p14">
            <p:contentPart p14:bwMode="auto" r:id="rId372">
              <p14:nvContentPartPr>
                <p14:cNvPr id="290" name="Ink 289">
                  <a:extLst>
                    <a:ext uri="{FF2B5EF4-FFF2-40B4-BE49-F238E27FC236}">
                      <a16:creationId xmlns:a16="http://schemas.microsoft.com/office/drawing/2014/main" id="{DDC6F71E-BD95-D5C3-A542-FEA93C08AF10}"/>
                    </a:ext>
                  </a:extLst>
                </p14:cNvPr>
                <p14:cNvContentPartPr/>
                <p14:nvPr/>
              </p14:nvContentPartPr>
              <p14:xfrm>
                <a:off x="10641758" y="2380536"/>
                <a:ext cx="102960" cy="152280"/>
              </p14:xfrm>
            </p:contentPart>
          </mc:Choice>
          <mc:Fallback>
            <p:pic>
              <p:nvPicPr>
                <p:cNvPr id="290" name="Ink 289">
                  <a:extLst>
                    <a:ext uri="{FF2B5EF4-FFF2-40B4-BE49-F238E27FC236}">
                      <a16:creationId xmlns:a16="http://schemas.microsoft.com/office/drawing/2014/main" id="{DDC6F71E-BD95-D5C3-A542-FEA93C08AF10}"/>
                    </a:ext>
                  </a:extLst>
                </p:cNvPr>
                <p:cNvPicPr/>
                <p:nvPr/>
              </p:nvPicPr>
              <p:blipFill>
                <a:blip r:embed="rId373"/>
                <a:stretch>
                  <a:fillRect/>
                </a:stretch>
              </p:blipFill>
              <p:spPr>
                <a:xfrm>
                  <a:off x="10637438" y="2376216"/>
                  <a:ext cx="111600" cy="160920"/>
                </a:xfrm>
                <a:prstGeom prst="rect">
                  <a:avLst/>
                </a:prstGeom>
              </p:spPr>
            </p:pic>
          </mc:Fallback>
        </mc:AlternateContent>
        <mc:AlternateContent xmlns:mc="http://schemas.openxmlformats.org/markup-compatibility/2006">
          <mc:Choice xmlns:p14="http://schemas.microsoft.com/office/powerpoint/2010/main" Requires="p14">
            <p:contentPart p14:bwMode="auto" r:id="rId374">
              <p14:nvContentPartPr>
                <p14:cNvPr id="291" name="Ink 290">
                  <a:extLst>
                    <a:ext uri="{FF2B5EF4-FFF2-40B4-BE49-F238E27FC236}">
                      <a16:creationId xmlns:a16="http://schemas.microsoft.com/office/drawing/2014/main" id="{CA454BD7-2899-A908-CDD9-5398FE10394A}"/>
                    </a:ext>
                  </a:extLst>
                </p14:cNvPr>
                <p14:cNvContentPartPr/>
                <p14:nvPr/>
              </p14:nvContentPartPr>
              <p14:xfrm>
                <a:off x="10809158" y="2351736"/>
                <a:ext cx="86400" cy="185760"/>
              </p14:xfrm>
            </p:contentPart>
          </mc:Choice>
          <mc:Fallback>
            <p:pic>
              <p:nvPicPr>
                <p:cNvPr id="291" name="Ink 290">
                  <a:extLst>
                    <a:ext uri="{FF2B5EF4-FFF2-40B4-BE49-F238E27FC236}">
                      <a16:creationId xmlns:a16="http://schemas.microsoft.com/office/drawing/2014/main" id="{CA454BD7-2899-A908-CDD9-5398FE10394A}"/>
                    </a:ext>
                  </a:extLst>
                </p:cNvPr>
                <p:cNvPicPr/>
                <p:nvPr/>
              </p:nvPicPr>
              <p:blipFill>
                <a:blip r:embed="rId375"/>
                <a:stretch>
                  <a:fillRect/>
                </a:stretch>
              </p:blipFill>
              <p:spPr>
                <a:xfrm>
                  <a:off x="10804838" y="2347416"/>
                  <a:ext cx="9504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376">
              <p14:nvContentPartPr>
                <p14:cNvPr id="292" name="Ink 291">
                  <a:extLst>
                    <a:ext uri="{FF2B5EF4-FFF2-40B4-BE49-F238E27FC236}">
                      <a16:creationId xmlns:a16="http://schemas.microsoft.com/office/drawing/2014/main" id="{4FAC882A-ECC2-5FB9-D5BC-3E679BB8FD7F}"/>
                    </a:ext>
                  </a:extLst>
                </p14:cNvPr>
                <p14:cNvContentPartPr/>
                <p14:nvPr/>
              </p14:nvContentPartPr>
              <p14:xfrm>
                <a:off x="10951718" y="2375856"/>
                <a:ext cx="148680" cy="146160"/>
              </p14:xfrm>
            </p:contentPart>
          </mc:Choice>
          <mc:Fallback>
            <p:pic>
              <p:nvPicPr>
                <p:cNvPr id="292" name="Ink 291">
                  <a:extLst>
                    <a:ext uri="{FF2B5EF4-FFF2-40B4-BE49-F238E27FC236}">
                      <a16:creationId xmlns:a16="http://schemas.microsoft.com/office/drawing/2014/main" id="{4FAC882A-ECC2-5FB9-D5BC-3E679BB8FD7F}"/>
                    </a:ext>
                  </a:extLst>
                </p:cNvPr>
                <p:cNvPicPr/>
                <p:nvPr/>
              </p:nvPicPr>
              <p:blipFill>
                <a:blip r:embed="rId377"/>
                <a:stretch>
                  <a:fillRect/>
                </a:stretch>
              </p:blipFill>
              <p:spPr>
                <a:xfrm>
                  <a:off x="10947398" y="2371536"/>
                  <a:ext cx="157320" cy="154800"/>
                </a:xfrm>
                <a:prstGeom prst="rect">
                  <a:avLst/>
                </a:prstGeom>
              </p:spPr>
            </p:pic>
          </mc:Fallback>
        </mc:AlternateContent>
        <mc:AlternateContent xmlns:mc="http://schemas.openxmlformats.org/markup-compatibility/2006">
          <mc:Choice xmlns:p14="http://schemas.microsoft.com/office/powerpoint/2010/main" Requires="p14">
            <p:contentPart p14:bwMode="auto" r:id="rId378">
              <p14:nvContentPartPr>
                <p14:cNvPr id="293" name="Ink 292">
                  <a:extLst>
                    <a:ext uri="{FF2B5EF4-FFF2-40B4-BE49-F238E27FC236}">
                      <a16:creationId xmlns:a16="http://schemas.microsoft.com/office/drawing/2014/main" id="{E5C930B0-98B3-47B3-BBFA-58F2FA6FEE74}"/>
                    </a:ext>
                  </a:extLst>
                </p14:cNvPr>
                <p14:cNvContentPartPr/>
                <p14:nvPr/>
              </p14:nvContentPartPr>
              <p14:xfrm>
                <a:off x="11112278" y="2295936"/>
                <a:ext cx="71640" cy="270720"/>
              </p14:xfrm>
            </p:contentPart>
          </mc:Choice>
          <mc:Fallback>
            <p:pic>
              <p:nvPicPr>
                <p:cNvPr id="293" name="Ink 292">
                  <a:extLst>
                    <a:ext uri="{FF2B5EF4-FFF2-40B4-BE49-F238E27FC236}">
                      <a16:creationId xmlns:a16="http://schemas.microsoft.com/office/drawing/2014/main" id="{E5C930B0-98B3-47B3-BBFA-58F2FA6FEE74}"/>
                    </a:ext>
                  </a:extLst>
                </p:cNvPr>
                <p:cNvPicPr/>
                <p:nvPr/>
              </p:nvPicPr>
              <p:blipFill>
                <a:blip r:embed="rId379"/>
                <a:stretch>
                  <a:fillRect/>
                </a:stretch>
              </p:blipFill>
              <p:spPr>
                <a:xfrm>
                  <a:off x="11107958" y="2291616"/>
                  <a:ext cx="80280" cy="279360"/>
                </a:xfrm>
                <a:prstGeom prst="rect">
                  <a:avLst/>
                </a:prstGeom>
              </p:spPr>
            </p:pic>
          </mc:Fallback>
        </mc:AlternateContent>
        <mc:AlternateContent xmlns:mc="http://schemas.openxmlformats.org/markup-compatibility/2006">
          <mc:Choice xmlns:p14="http://schemas.microsoft.com/office/powerpoint/2010/main" Requires="p14">
            <p:contentPart p14:bwMode="auto" r:id="rId380">
              <p14:nvContentPartPr>
                <p14:cNvPr id="294" name="Ink 293">
                  <a:extLst>
                    <a:ext uri="{FF2B5EF4-FFF2-40B4-BE49-F238E27FC236}">
                      <a16:creationId xmlns:a16="http://schemas.microsoft.com/office/drawing/2014/main" id="{34D047F1-74C2-21F7-FE60-0B0F97E03DAF}"/>
                    </a:ext>
                  </a:extLst>
                </p14:cNvPr>
                <p14:cNvContentPartPr/>
                <p14:nvPr/>
              </p14:nvContentPartPr>
              <p14:xfrm>
                <a:off x="11302358" y="2396016"/>
                <a:ext cx="75240" cy="16920"/>
              </p14:xfrm>
            </p:contentPart>
          </mc:Choice>
          <mc:Fallback>
            <p:pic>
              <p:nvPicPr>
                <p:cNvPr id="294" name="Ink 293">
                  <a:extLst>
                    <a:ext uri="{FF2B5EF4-FFF2-40B4-BE49-F238E27FC236}">
                      <a16:creationId xmlns:a16="http://schemas.microsoft.com/office/drawing/2014/main" id="{34D047F1-74C2-21F7-FE60-0B0F97E03DAF}"/>
                    </a:ext>
                  </a:extLst>
                </p:cNvPr>
                <p:cNvPicPr/>
                <p:nvPr/>
              </p:nvPicPr>
              <p:blipFill>
                <a:blip r:embed="rId381"/>
                <a:stretch>
                  <a:fillRect/>
                </a:stretch>
              </p:blipFill>
              <p:spPr>
                <a:xfrm>
                  <a:off x="11298038" y="2391696"/>
                  <a:ext cx="8388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382">
              <p14:nvContentPartPr>
                <p14:cNvPr id="295" name="Ink 294">
                  <a:extLst>
                    <a:ext uri="{FF2B5EF4-FFF2-40B4-BE49-F238E27FC236}">
                      <a16:creationId xmlns:a16="http://schemas.microsoft.com/office/drawing/2014/main" id="{A7ED39FD-2BF2-4DB3-E87A-9717E16B426D}"/>
                    </a:ext>
                  </a:extLst>
                </p14:cNvPr>
                <p14:cNvContentPartPr/>
                <p14:nvPr/>
              </p14:nvContentPartPr>
              <p14:xfrm>
                <a:off x="11290478" y="2448576"/>
                <a:ext cx="124560" cy="20160"/>
              </p14:xfrm>
            </p:contentPart>
          </mc:Choice>
          <mc:Fallback>
            <p:pic>
              <p:nvPicPr>
                <p:cNvPr id="295" name="Ink 294">
                  <a:extLst>
                    <a:ext uri="{FF2B5EF4-FFF2-40B4-BE49-F238E27FC236}">
                      <a16:creationId xmlns:a16="http://schemas.microsoft.com/office/drawing/2014/main" id="{A7ED39FD-2BF2-4DB3-E87A-9717E16B426D}"/>
                    </a:ext>
                  </a:extLst>
                </p:cNvPr>
                <p:cNvPicPr/>
                <p:nvPr/>
              </p:nvPicPr>
              <p:blipFill>
                <a:blip r:embed="rId383"/>
                <a:stretch>
                  <a:fillRect/>
                </a:stretch>
              </p:blipFill>
              <p:spPr>
                <a:xfrm>
                  <a:off x="11286158" y="2444256"/>
                  <a:ext cx="13320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384">
              <p14:nvContentPartPr>
                <p14:cNvPr id="296" name="Ink 295">
                  <a:extLst>
                    <a:ext uri="{FF2B5EF4-FFF2-40B4-BE49-F238E27FC236}">
                      <a16:creationId xmlns:a16="http://schemas.microsoft.com/office/drawing/2014/main" id="{C5096F61-FCF8-E220-9BC5-97A77909ADA4}"/>
                    </a:ext>
                  </a:extLst>
                </p14:cNvPr>
                <p14:cNvContentPartPr/>
                <p14:nvPr/>
              </p14:nvContentPartPr>
              <p14:xfrm>
                <a:off x="11593958" y="2277936"/>
                <a:ext cx="100080" cy="197640"/>
              </p14:xfrm>
            </p:contentPart>
          </mc:Choice>
          <mc:Fallback>
            <p:pic>
              <p:nvPicPr>
                <p:cNvPr id="296" name="Ink 295">
                  <a:extLst>
                    <a:ext uri="{FF2B5EF4-FFF2-40B4-BE49-F238E27FC236}">
                      <a16:creationId xmlns:a16="http://schemas.microsoft.com/office/drawing/2014/main" id="{C5096F61-FCF8-E220-9BC5-97A77909ADA4}"/>
                    </a:ext>
                  </a:extLst>
                </p:cNvPr>
                <p:cNvPicPr/>
                <p:nvPr/>
              </p:nvPicPr>
              <p:blipFill>
                <a:blip r:embed="rId385"/>
                <a:stretch>
                  <a:fillRect/>
                </a:stretch>
              </p:blipFill>
              <p:spPr>
                <a:xfrm>
                  <a:off x="11589638" y="2273616"/>
                  <a:ext cx="10872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386">
              <p14:nvContentPartPr>
                <p14:cNvPr id="297" name="Ink 296">
                  <a:extLst>
                    <a:ext uri="{FF2B5EF4-FFF2-40B4-BE49-F238E27FC236}">
                      <a16:creationId xmlns:a16="http://schemas.microsoft.com/office/drawing/2014/main" id="{21AB6750-308C-C6B5-D52E-E986D3C678BF}"/>
                    </a:ext>
                  </a:extLst>
                </p14:cNvPr>
                <p14:cNvContentPartPr/>
                <p14:nvPr/>
              </p14:nvContentPartPr>
              <p14:xfrm>
                <a:off x="11596118" y="2460096"/>
                <a:ext cx="233280" cy="34920"/>
              </p14:xfrm>
            </p:contentPart>
          </mc:Choice>
          <mc:Fallback>
            <p:pic>
              <p:nvPicPr>
                <p:cNvPr id="297" name="Ink 296">
                  <a:extLst>
                    <a:ext uri="{FF2B5EF4-FFF2-40B4-BE49-F238E27FC236}">
                      <a16:creationId xmlns:a16="http://schemas.microsoft.com/office/drawing/2014/main" id="{21AB6750-308C-C6B5-D52E-E986D3C678BF}"/>
                    </a:ext>
                  </a:extLst>
                </p:cNvPr>
                <p:cNvPicPr/>
                <p:nvPr/>
              </p:nvPicPr>
              <p:blipFill>
                <a:blip r:embed="rId387"/>
                <a:stretch>
                  <a:fillRect/>
                </a:stretch>
              </p:blipFill>
              <p:spPr>
                <a:xfrm>
                  <a:off x="11591798" y="2455776"/>
                  <a:ext cx="241920" cy="43560"/>
                </a:xfrm>
                <a:prstGeom prst="rect">
                  <a:avLst/>
                </a:prstGeom>
              </p:spPr>
            </p:pic>
          </mc:Fallback>
        </mc:AlternateContent>
      </p:grpSp>
      <p:grpSp>
        <p:nvGrpSpPr>
          <p:cNvPr id="328" name="Group 327">
            <a:extLst>
              <a:ext uri="{FF2B5EF4-FFF2-40B4-BE49-F238E27FC236}">
                <a16:creationId xmlns:a16="http://schemas.microsoft.com/office/drawing/2014/main" id="{1528E1EF-1E3D-14F7-1527-E513EB649FF7}"/>
              </a:ext>
            </a:extLst>
          </p:cNvPr>
          <p:cNvGrpSpPr/>
          <p:nvPr/>
        </p:nvGrpSpPr>
        <p:grpSpPr>
          <a:xfrm>
            <a:off x="10173398" y="516456"/>
            <a:ext cx="1929600" cy="555120"/>
            <a:chOff x="10173398" y="516456"/>
            <a:chExt cx="1929600" cy="555120"/>
          </a:xfrm>
        </p:grpSpPr>
        <mc:AlternateContent xmlns:mc="http://schemas.openxmlformats.org/markup-compatibility/2006">
          <mc:Choice xmlns:p14="http://schemas.microsoft.com/office/powerpoint/2010/main" Requires="p14">
            <p:contentPart p14:bwMode="auto" r:id="rId388">
              <p14:nvContentPartPr>
                <p14:cNvPr id="299" name="Ink 298">
                  <a:extLst>
                    <a:ext uri="{FF2B5EF4-FFF2-40B4-BE49-F238E27FC236}">
                      <a16:creationId xmlns:a16="http://schemas.microsoft.com/office/drawing/2014/main" id="{62E2AA46-F10E-3934-21BD-7487BAC00E06}"/>
                    </a:ext>
                  </a:extLst>
                </p14:cNvPr>
                <p14:cNvContentPartPr/>
                <p14:nvPr/>
              </p14:nvContentPartPr>
              <p14:xfrm>
                <a:off x="10173398" y="555336"/>
                <a:ext cx="232920" cy="314640"/>
              </p14:xfrm>
            </p:contentPart>
          </mc:Choice>
          <mc:Fallback>
            <p:pic>
              <p:nvPicPr>
                <p:cNvPr id="299" name="Ink 298">
                  <a:extLst>
                    <a:ext uri="{FF2B5EF4-FFF2-40B4-BE49-F238E27FC236}">
                      <a16:creationId xmlns:a16="http://schemas.microsoft.com/office/drawing/2014/main" id="{62E2AA46-F10E-3934-21BD-7487BAC00E06}"/>
                    </a:ext>
                  </a:extLst>
                </p:cNvPr>
                <p:cNvPicPr/>
                <p:nvPr/>
              </p:nvPicPr>
              <p:blipFill>
                <a:blip r:embed="rId389"/>
                <a:stretch>
                  <a:fillRect/>
                </a:stretch>
              </p:blipFill>
              <p:spPr>
                <a:xfrm>
                  <a:off x="10169078" y="551016"/>
                  <a:ext cx="241560" cy="323280"/>
                </a:xfrm>
                <a:prstGeom prst="rect">
                  <a:avLst/>
                </a:prstGeom>
              </p:spPr>
            </p:pic>
          </mc:Fallback>
        </mc:AlternateContent>
        <mc:AlternateContent xmlns:mc="http://schemas.openxmlformats.org/markup-compatibility/2006">
          <mc:Choice xmlns:p14="http://schemas.microsoft.com/office/powerpoint/2010/main" Requires="p14">
            <p:contentPart p14:bwMode="auto" r:id="rId390">
              <p14:nvContentPartPr>
                <p14:cNvPr id="300" name="Ink 299">
                  <a:extLst>
                    <a:ext uri="{FF2B5EF4-FFF2-40B4-BE49-F238E27FC236}">
                      <a16:creationId xmlns:a16="http://schemas.microsoft.com/office/drawing/2014/main" id="{0AB53724-74EB-B488-1DEB-62A4744AD10E}"/>
                    </a:ext>
                  </a:extLst>
                </p14:cNvPr>
                <p14:cNvContentPartPr/>
                <p14:nvPr/>
              </p14:nvContentPartPr>
              <p14:xfrm>
                <a:off x="10216958" y="722016"/>
                <a:ext cx="146160" cy="56880"/>
              </p14:xfrm>
            </p:contentPart>
          </mc:Choice>
          <mc:Fallback>
            <p:pic>
              <p:nvPicPr>
                <p:cNvPr id="300" name="Ink 299">
                  <a:extLst>
                    <a:ext uri="{FF2B5EF4-FFF2-40B4-BE49-F238E27FC236}">
                      <a16:creationId xmlns:a16="http://schemas.microsoft.com/office/drawing/2014/main" id="{0AB53724-74EB-B488-1DEB-62A4744AD10E}"/>
                    </a:ext>
                  </a:extLst>
                </p:cNvPr>
                <p:cNvPicPr/>
                <p:nvPr/>
              </p:nvPicPr>
              <p:blipFill>
                <a:blip r:embed="rId391"/>
                <a:stretch>
                  <a:fillRect/>
                </a:stretch>
              </p:blipFill>
              <p:spPr>
                <a:xfrm>
                  <a:off x="10212638" y="717696"/>
                  <a:ext cx="15480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392">
              <p14:nvContentPartPr>
                <p14:cNvPr id="301" name="Ink 300">
                  <a:extLst>
                    <a:ext uri="{FF2B5EF4-FFF2-40B4-BE49-F238E27FC236}">
                      <a16:creationId xmlns:a16="http://schemas.microsoft.com/office/drawing/2014/main" id="{D65760DF-AB5E-126F-0219-EFBDD6372BA8}"/>
                    </a:ext>
                  </a:extLst>
                </p14:cNvPr>
                <p14:cNvContentPartPr/>
                <p14:nvPr/>
              </p14:nvContentPartPr>
              <p14:xfrm>
                <a:off x="10443398" y="544176"/>
                <a:ext cx="119160" cy="293040"/>
              </p14:xfrm>
            </p:contentPart>
          </mc:Choice>
          <mc:Fallback>
            <p:pic>
              <p:nvPicPr>
                <p:cNvPr id="301" name="Ink 300">
                  <a:extLst>
                    <a:ext uri="{FF2B5EF4-FFF2-40B4-BE49-F238E27FC236}">
                      <a16:creationId xmlns:a16="http://schemas.microsoft.com/office/drawing/2014/main" id="{D65760DF-AB5E-126F-0219-EFBDD6372BA8}"/>
                    </a:ext>
                  </a:extLst>
                </p:cNvPr>
                <p:cNvPicPr/>
                <p:nvPr/>
              </p:nvPicPr>
              <p:blipFill>
                <a:blip r:embed="rId393"/>
                <a:stretch>
                  <a:fillRect/>
                </a:stretch>
              </p:blipFill>
              <p:spPr>
                <a:xfrm>
                  <a:off x="10439078" y="539856"/>
                  <a:ext cx="127800" cy="301680"/>
                </a:xfrm>
                <a:prstGeom prst="rect">
                  <a:avLst/>
                </a:prstGeom>
              </p:spPr>
            </p:pic>
          </mc:Fallback>
        </mc:AlternateContent>
        <mc:AlternateContent xmlns:mc="http://schemas.openxmlformats.org/markup-compatibility/2006">
          <mc:Choice xmlns:p14="http://schemas.microsoft.com/office/powerpoint/2010/main" Requires="p14">
            <p:contentPart p14:bwMode="auto" r:id="rId394">
              <p14:nvContentPartPr>
                <p14:cNvPr id="302" name="Ink 301">
                  <a:extLst>
                    <a:ext uri="{FF2B5EF4-FFF2-40B4-BE49-F238E27FC236}">
                      <a16:creationId xmlns:a16="http://schemas.microsoft.com/office/drawing/2014/main" id="{A3EB2721-7717-E0B8-0142-D3B4916E3BD4}"/>
                    </a:ext>
                  </a:extLst>
                </p14:cNvPr>
                <p14:cNvContentPartPr/>
                <p14:nvPr/>
              </p14:nvContentPartPr>
              <p14:xfrm>
                <a:off x="10566158" y="578376"/>
                <a:ext cx="173520" cy="186480"/>
              </p14:xfrm>
            </p:contentPart>
          </mc:Choice>
          <mc:Fallback>
            <p:pic>
              <p:nvPicPr>
                <p:cNvPr id="302" name="Ink 301">
                  <a:extLst>
                    <a:ext uri="{FF2B5EF4-FFF2-40B4-BE49-F238E27FC236}">
                      <a16:creationId xmlns:a16="http://schemas.microsoft.com/office/drawing/2014/main" id="{A3EB2721-7717-E0B8-0142-D3B4916E3BD4}"/>
                    </a:ext>
                  </a:extLst>
                </p:cNvPr>
                <p:cNvPicPr/>
                <p:nvPr/>
              </p:nvPicPr>
              <p:blipFill>
                <a:blip r:embed="rId395"/>
                <a:stretch>
                  <a:fillRect/>
                </a:stretch>
              </p:blipFill>
              <p:spPr>
                <a:xfrm>
                  <a:off x="10561838" y="574056"/>
                  <a:ext cx="182160" cy="195120"/>
                </a:xfrm>
                <a:prstGeom prst="rect">
                  <a:avLst/>
                </a:prstGeom>
              </p:spPr>
            </p:pic>
          </mc:Fallback>
        </mc:AlternateContent>
        <mc:AlternateContent xmlns:mc="http://schemas.openxmlformats.org/markup-compatibility/2006">
          <mc:Choice xmlns:p14="http://schemas.microsoft.com/office/powerpoint/2010/main" Requires="p14">
            <p:contentPart p14:bwMode="auto" r:id="rId396">
              <p14:nvContentPartPr>
                <p14:cNvPr id="303" name="Ink 302">
                  <a:extLst>
                    <a:ext uri="{FF2B5EF4-FFF2-40B4-BE49-F238E27FC236}">
                      <a16:creationId xmlns:a16="http://schemas.microsoft.com/office/drawing/2014/main" id="{6626031E-8B17-AD2C-DCE6-E02C6B2B7FA6}"/>
                    </a:ext>
                  </a:extLst>
                </p14:cNvPr>
                <p14:cNvContentPartPr/>
                <p14:nvPr/>
              </p14:nvContentPartPr>
              <p14:xfrm>
                <a:off x="10751558" y="524736"/>
                <a:ext cx="49320" cy="306720"/>
              </p14:xfrm>
            </p:contentPart>
          </mc:Choice>
          <mc:Fallback>
            <p:pic>
              <p:nvPicPr>
                <p:cNvPr id="303" name="Ink 302">
                  <a:extLst>
                    <a:ext uri="{FF2B5EF4-FFF2-40B4-BE49-F238E27FC236}">
                      <a16:creationId xmlns:a16="http://schemas.microsoft.com/office/drawing/2014/main" id="{6626031E-8B17-AD2C-DCE6-E02C6B2B7FA6}"/>
                    </a:ext>
                  </a:extLst>
                </p:cNvPr>
                <p:cNvPicPr/>
                <p:nvPr/>
              </p:nvPicPr>
              <p:blipFill>
                <a:blip r:embed="rId397"/>
                <a:stretch>
                  <a:fillRect/>
                </a:stretch>
              </p:blipFill>
              <p:spPr>
                <a:xfrm>
                  <a:off x="10747238" y="520416"/>
                  <a:ext cx="57960" cy="315360"/>
                </a:xfrm>
                <a:prstGeom prst="rect">
                  <a:avLst/>
                </a:prstGeom>
              </p:spPr>
            </p:pic>
          </mc:Fallback>
        </mc:AlternateContent>
        <mc:AlternateContent xmlns:mc="http://schemas.openxmlformats.org/markup-compatibility/2006">
          <mc:Choice xmlns:p14="http://schemas.microsoft.com/office/powerpoint/2010/main" Requires="p14">
            <p:contentPart p14:bwMode="auto" r:id="rId398">
              <p14:nvContentPartPr>
                <p14:cNvPr id="304" name="Ink 303">
                  <a:extLst>
                    <a:ext uri="{FF2B5EF4-FFF2-40B4-BE49-F238E27FC236}">
                      <a16:creationId xmlns:a16="http://schemas.microsoft.com/office/drawing/2014/main" id="{8368A2E7-B6F0-44AA-85DC-923E658E3E9D}"/>
                    </a:ext>
                  </a:extLst>
                </p14:cNvPr>
                <p14:cNvContentPartPr/>
                <p14:nvPr/>
              </p14:nvContentPartPr>
              <p14:xfrm>
                <a:off x="10958558" y="627696"/>
                <a:ext cx="55080" cy="20520"/>
              </p14:xfrm>
            </p:contentPart>
          </mc:Choice>
          <mc:Fallback>
            <p:pic>
              <p:nvPicPr>
                <p:cNvPr id="304" name="Ink 303">
                  <a:extLst>
                    <a:ext uri="{FF2B5EF4-FFF2-40B4-BE49-F238E27FC236}">
                      <a16:creationId xmlns:a16="http://schemas.microsoft.com/office/drawing/2014/main" id="{8368A2E7-B6F0-44AA-85DC-923E658E3E9D}"/>
                    </a:ext>
                  </a:extLst>
                </p:cNvPr>
                <p:cNvPicPr/>
                <p:nvPr/>
              </p:nvPicPr>
              <p:blipFill>
                <a:blip r:embed="rId399"/>
                <a:stretch>
                  <a:fillRect/>
                </a:stretch>
              </p:blipFill>
              <p:spPr>
                <a:xfrm>
                  <a:off x="10954238" y="623376"/>
                  <a:ext cx="6372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400">
              <p14:nvContentPartPr>
                <p14:cNvPr id="305" name="Ink 304">
                  <a:extLst>
                    <a:ext uri="{FF2B5EF4-FFF2-40B4-BE49-F238E27FC236}">
                      <a16:creationId xmlns:a16="http://schemas.microsoft.com/office/drawing/2014/main" id="{416799AE-26A0-7B58-FE5C-6CC8B85B7813}"/>
                    </a:ext>
                  </a:extLst>
                </p14:cNvPr>
                <p14:cNvContentPartPr/>
                <p14:nvPr/>
              </p14:nvContentPartPr>
              <p14:xfrm>
                <a:off x="10961438" y="711936"/>
                <a:ext cx="69480" cy="13320"/>
              </p14:xfrm>
            </p:contentPart>
          </mc:Choice>
          <mc:Fallback>
            <p:pic>
              <p:nvPicPr>
                <p:cNvPr id="305" name="Ink 304">
                  <a:extLst>
                    <a:ext uri="{FF2B5EF4-FFF2-40B4-BE49-F238E27FC236}">
                      <a16:creationId xmlns:a16="http://schemas.microsoft.com/office/drawing/2014/main" id="{416799AE-26A0-7B58-FE5C-6CC8B85B7813}"/>
                    </a:ext>
                  </a:extLst>
                </p:cNvPr>
                <p:cNvPicPr/>
                <p:nvPr/>
              </p:nvPicPr>
              <p:blipFill>
                <a:blip r:embed="rId401"/>
                <a:stretch>
                  <a:fillRect/>
                </a:stretch>
              </p:blipFill>
              <p:spPr>
                <a:xfrm>
                  <a:off x="10957118" y="707616"/>
                  <a:ext cx="7812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402">
              <p14:nvContentPartPr>
                <p14:cNvPr id="306" name="Ink 305">
                  <a:extLst>
                    <a:ext uri="{FF2B5EF4-FFF2-40B4-BE49-F238E27FC236}">
                      <a16:creationId xmlns:a16="http://schemas.microsoft.com/office/drawing/2014/main" id="{4DEBD6D4-D3E3-EAA9-3546-4453E6E99CB5}"/>
                    </a:ext>
                  </a:extLst>
                </p14:cNvPr>
                <p14:cNvContentPartPr/>
                <p14:nvPr/>
              </p14:nvContentPartPr>
              <p14:xfrm>
                <a:off x="11217758" y="516456"/>
                <a:ext cx="152640" cy="262080"/>
              </p14:xfrm>
            </p:contentPart>
          </mc:Choice>
          <mc:Fallback>
            <p:pic>
              <p:nvPicPr>
                <p:cNvPr id="306" name="Ink 305">
                  <a:extLst>
                    <a:ext uri="{FF2B5EF4-FFF2-40B4-BE49-F238E27FC236}">
                      <a16:creationId xmlns:a16="http://schemas.microsoft.com/office/drawing/2014/main" id="{4DEBD6D4-D3E3-EAA9-3546-4453E6E99CB5}"/>
                    </a:ext>
                  </a:extLst>
                </p:cNvPr>
                <p:cNvPicPr/>
                <p:nvPr/>
              </p:nvPicPr>
              <p:blipFill>
                <a:blip r:embed="rId403"/>
                <a:stretch>
                  <a:fillRect/>
                </a:stretch>
              </p:blipFill>
              <p:spPr>
                <a:xfrm>
                  <a:off x="11213438" y="512136"/>
                  <a:ext cx="161280" cy="270720"/>
                </a:xfrm>
                <a:prstGeom prst="rect">
                  <a:avLst/>
                </a:prstGeom>
              </p:spPr>
            </p:pic>
          </mc:Fallback>
        </mc:AlternateContent>
        <mc:AlternateContent xmlns:mc="http://schemas.openxmlformats.org/markup-compatibility/2006">
          <mc:Choice xmlns:p14="http://schemas.microsoft.com/office/powerpoint/2010/main" Requires="p14">
            <p:contentPart p14:bwMode="auto" r:id="rId404">
              <p14:nvContentPartPr>
                <p14:cNvPr id="307" name="Ink 306">
                  <a:extLst>
                    <a:ext uri="{FF2B5EF4-FFF2-40B4-BE49-F238E27FC236}">
                      <a16:creationId xmlns:a16="http://schemas.microsoft.com/office/drawing/2014/main" id="{D3A5A569-84F7-BFA0-BCBC-9C4A1AE8D726}"/>
                    </a:ext>
                  </a:extLst>
                </p14:cNvPr>
                <p14:cNvContentPartPr/>
                <p14:nvPr/>
              </p14:nvContentPartPr>
              <p14:xfrm>
                <a:off x="11255918" y="673056"/>
                <a:ext cx="47520" cy="30960"/>
              </p14:xfrm>
            </p:contentPart>
          </mc:Choice>
          <mc:Fallback>
            <p:pic>
              <p:nvPicPr>
                <p:cNvPr id="307" name="Ink 306">
                  <a:extLst>
                    <a:ext uri="{FF2B5EF4-FFF2-40B4-BE49-F238E27FC236}">
                      <a16:creationId xmlns:a16="http://schemas.microsoft.com/office/drawing/2014/main" id="{D3A5A569-84F7-BFA0-BCBC-9C4A1AE8D726}"/>
                    </a:ext>
                  </a:extLst>
                </p:cNvPr>
                <p:cNvPicPr/>
                <p:nvPr/>
              </p:nvPicPr>
              <p:blipFill>
                <a:blip r:embed="rId405"/>
                <a:stretch>
                  <a:fillRect/>
                </a:stretch>
              </p:blipFill>
              <p:spPr>
                <a:xfrm>
                  <a:off x="11251598" y="668736"/>
                  <a:ext cx="5616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406">
              <p14:nvContentPartPr>
                <p14:cNvPr id="308" name="Ink 307">
                  <a:extLst>
                    <a:ext uri="{FF2B5EF4-FFF2-40B4-BE49-F238E27FC236}">
                      <a16:creationId xmlns:a16="http://schemas.microsoft.com/office/drawing/2014/main" id="{BD8FC025-291A-F9B2-03F1-87B0BBEFF9FD}"/>
                    </a:ext>
                  </a:extLst>
                </p14:cNvPr>
                <p14:cNvContentPartPr/>
                <p14:nvPr/>
              </p14:nvContentPartPr>
              <p14:xfrm>
                <a:off x="11354918" y="539136"/>
                <a:ext cx="88560" cy="217080"/>
              </p14:xfrm>
            </p:contentPart>
          </mc:Choice>
          <mc:Fallback>
            <p:pic>
              <p:nvPicPr>
                <p:cNvPr id="308" name="Ink 307">
                  <a:extLst>
                    <a:ext uri="{FF2B5EF4-FFF2-40B4-BE49-F238E27FC236}">
                      <a16:creationId xmlns:a16="http://schemas.microsoft.com/office/drawing/2014/main" id="{BD8FC025-291A-F9B2-03F1-87B0BBEFF9FD}"/>
                    </a:ext>
                  </a:extLst>
                </p:cNvPr>
                <p:cNvPicPr/>
                <p:nvPr/>
              </p:nvPicPr>
              <p:blipFill>
                <a:blip r:embed="rId407"/>
                <a:stretch>
                  <a:fillRect/>
                </a:stretch>
              </p:blipFill>
              <p:spPr>
                <a:xfrm>
                  <a:off x="11350598" y="534816"/>
                  <a:ext cx="9720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408">
              <p14:nvContentPartPr>
                <p14:cNvPr id="309" name="Ink 308">
                  <a:extLst>
                    <a:ext uri="{FF2B5EF4-FFF2-40B4-BE49-F238E27FC236}">
                      <a16:creationId xmlns:a16="http://schemas.microsoft.com/office/drawing/2014/main" id="{567174F2-A12F-7D80-B5F8-7E9F2867DF83}"/>
                    </a:ext>
                  </a:extLst>
                </p14:cNvPr>
                <p14:cNvContentPartPr/>
                <p14:nvPr/>
              </p14:nvContentPartPr>
              <p14:xfrm>
                <a:off x="11488838" y="608976"/>
                <a:ext cx="103320" cy="97920"/>
              </p14:xfrm>
            </p:contentPart>
          </mc:Choice>
          <mc:Fallback>
            <p:pic>
              <p:nvPicPr>
                <p:cNvPr id="309" name="Ink 308">
                  <a:extLst>
                    <a:ext uri="{FF2B5EF4-FFF2-40B4-BE49-F238E27FC236}">
                      <a16:creationId xmlns:a16="http://schemas.microsoft.com/office/drawing/2014/main" id="{567174F2-A12F-7D80-B5F8-7E9F2867DF83}"/>
                    </a:ext>
                  </a:extLst>
                </p:cNvPr>
                <p:cNvPicPr/>
                <p:nvPr/>
              </p:nvPicPr>
              <p:blipFill>
                <a:blip r:embed="rId409"/>
                <a:stretch>
                  <a:fillRect/>
                </a:stretch>
              </p:blipFill>
              <p:spPr>
                <a:xfrm>
                  <a:off x="11484518" y="604656"/>
                  <a:ext cx="11196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410">
              <p14:nvContentPartPr>
                <p14:cNvPr id="310" name="Ink 309">
                  <a:extLst>
                    <a:ext uri="{FF2B5EF4-FFF2-40B4-BE49-F238E27FC236}">
                      <a16:creationId xmlns:a16="http://schemas.microsoft.com/office/drawing/2014/main" id="{D916A9E0-0D13-CF5E-FABD-8B7EE1E5BF30}"/>
                    </a:ext>
                  </a:extLst>
                </p14:cNvPr>
                <p14:cNvContentPartPr/>
                <p14:nvPr/>
              </p14:nvContentPartPr>
              <p14:xfrm>
                <a:off x="11489558" y="607176"/>
                <a:ext cx="129240" cy="146520"/>
              </p14:xfrm>
            </p:contentPart>
          </mc:Choice>
          <mc:Fallback>
            <p:pic>
              <p:nvPicPr>
                <p:cNvPr id="310" name="Ink 309">
                  <a:extLst>
                    <a:ext uri="{FF2B5EF4-FFF2-40B4-BE49-F238E27FC236}">
                      <a16:creationId xmlns:a16="http://schemas.microsoft.com/office/drawing/2014/main" id="{D916A9E0-0D13-CF5E-FABD-8B7EE1E5BF30}"/>
                    </a:ext>
                  </a:extLst>
                </p:cNvPr>
                <p:cNvPicPr/>
                <p:nvPr/>
              </p:nvPicPr>
              <p:blipFill>
                <a:blip r:embed="rId411"/>
                <a:stretch>
                  <a:fillRect/>
                </a:stretch>
              </p:blipFill>
              <p:spPr>
                <a:xfrm>
                  <a:off x="11485238" y="602856"/>
                  <a:ext cx="13788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412">
              <p14:nvContentPartPr>
                <p14:cNvPr id="311" name="Ink 310">
                  <a:extLst>
                    <a:ext uri="{FF2B5EF4-FFF2-40B4-BE49-F238E27FC236}">
                      <a16:creationId xmlns:a16="http://schemas.microsoft.com/office/drawing/2014/main" id="{18580798-7137-CC62-0B1A-7BBD774AAC9B}"/>
                    </a:ext>
                  </a:extLst>
                </p14:cNvPr>
                <p14:cNvContentPartPr/>
                <p14:nvPr/>
              </p14:nvContentPartPr>
              <p14:xfrm>
                <a:off x="11589998" y="563616"/>
                <a:ext cx="68040" cy="236160"/>
              </p14:xfrm>
            </p:contentPart>
          </mc:Choice>
          <mc:Fallback>
            <p:pic>
              <p:nvPicPr>
                <p:cNvPr id="311" name="Ink 310">
                  <a:extLst>
                    <a:ext uri="{FF2B5EF4-FFF2-40B4-BE49-F238E27FC236}">
                      <a16:creationId xmlns:a16="http://schemas.microsoft.com/office/drawing/2014/main" id="{18580798-7137-CC62-0B1A-7BBD774AAC9B}"/>
                    </a:ext>
                  </a:extLst>
                </p:cNvPr>
                <p:cNvPicPr/>
                <p:nvPr/>
              </p:nvPicPr>
              <p:blipFill>
                <a:blip r:embed="rId413"/>
                <a:stretch>
                  <a:fillRect/>
                </a:stretch>
              </p:blipFill>
              <p:spPr>
                <a:xfrm>
                  <a:off x="11585678" y="559296"/>
                  <a:ext cx="76680" cy="244800"/>
                </a:xfrm>
                <a:prstGeom prst="rect">
                  <a:avLst/>
                </a:prstGeom>
              </p:spPr>
            </p:pic>
          </mc:Fallback>
        </mc:AlternateContent>
        <mc:AlternateContent xmlns:mc="http://schemas.openxmlformats.org/markup-compatibility/2006">
          <mc:Choice xmlns:p14="http://schemas.microsoft.com/office/powerpoint/2010/main" Requires="p14">
            <p:contentPart p14:bwMode="auto" r:id="rId414">
              <p14:nvContentPartPr>
                <p14:cNvPr id="312" name="Ink 311">
                  <a:extLst>
                    <a:ext uri="{FF2B5EF4-FFF2-40B4-BE49-F238E27FC236}">
                      <a16:creationId xmlns:a16="http://schemas.microsoft.com/office/drawing/2014/main" id="{96E5C60A-7DC4-583F-5EFF-A6B8BF452F40}"/>
                    </a:ext>
                  </a:extLst>
                </p14:cNvPr>
                <p14:cNvContentPartPr/>
                <p14:nvPr/>
              </p14:nvContentPartPr>
              <p14:xfrm>
                <a:off x="11760638" y="644976"/>
                <a:ext cx="157680" cy="26640"/>
              </p14:xfrm>
            </p:contentPart>
          </mc:Choice>
          <mc:Fallback>
            <p:pic>
              <p:nvPicPr>
                <p:cNvPr id="312" name="Ink 311">
                  <a:extLst>
                    <a:ext uri="{FF2B5EF4-FFF2-40B4-BE49-F238E27FC236}">
                      <a16:creationId xmlns:a16="http://schemas.microsoft.com/office/drawing/2014/main" id="{96E5C60A-7DC4-583F-5EFF-A6B8BF452F40}"/>
                    </a:ext>
                  </a:extLst>
                </p:cNvPr>
                <p:cNvPicPr/>
                <p:nvPr/>
              </p:nvPicPr>
              <p:blipFill>
                <a:blip r:embed="rId415"/>
                <a:stretch>
                  <a:fillRect/>
                </a:stretch>
              </p:blipFill>
              <p:spPr>
                <a:xfrm>
                  <a:off x="11756318" y="640656"/>
                  <a:ext cx="16632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416">
              <p14:nvContentPartPr>
                <p14:cNvPr id="313" name="Ink 312">
                  <a:extLst>
                    <a:ext uri="{FF2B5EF4-FFF2-40B4-BE49-F238E27FC236}">
                      <a16:creationId xmlns:a16="http://schemas.microsoft.com/office/drawing/2014/main" id="{67102882-3A63-13A4-AD58-F47729973FC0}"/>
                    </a:ext>
                  </a:extLst>
                </p14:cNvPr>
                <p14:cNvContentPartPr/>
                <p14:nvPr/>
              </p14:nvContentPartPr>
              <p14:xfrm>
                <a:off x="11969798" y="620136"/>
                <a:ext cx="133200" cy="169560"/>
              </p14:xfrm>
            </p:contentPart>
          </mc:Choice>
          <mc:Fallback>
            <p:pic>
              <p:nvPicPr>
                <p:cNvPr id="313" name="Ink 312">
                  <a:extLst>
                    <a:ext uri="{FF2B5EF4-FFF2-40B4-BE49-F238E27FC236}">
                      <a16:creationId xmlns:a16="http://schemas.microsoft.com/office/drawing/2014/main" id="{67102882-3A63-13A4-AD58-F47729973FC0}"/>
                    </a:ext>
                  </a:extLst>
                </p:cNvPr>
                <p:cNvPicPr/>
                <p:nvPr/>
              </p:nvPicPr>
              <p:blipFill>
                <a:blip r:embed="rId417"/>
                <a:stretch>
                  <a:fillRect/>
                </a:stretch>
              </p:blipFill>
              <p:spPr>
                <a:xfrm>
                  <a:off x="11965478" y="615816"/>
                  <a:ext cx="14184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418">
              <p14:nvContentPartPr>
                <p14:cNvPr id="314" name="Ink 313">
                  <a:extLst>
                    <a:ext uri="{FF2B5EF4-FFF2-40B4-BE49-F238E27FC236}">
                      <a16:creationId xmlns:a16="http://schemas.microsoft.com/office/drawing/2014/main" id="{95664787-B83D-1074-6454-A78BFF872BCC}"/>
                    </a:ext>
                  </a:extLst>
                </p14:cNvPr>
                <p14:cNvContentPartPr/>
                <p14:nvPr/>
              </p14:nvContentPartPr>
              <p14:xfrm>
                <a:off x="11324678" y="857016"/>
                <a:ext cx="606600" cy="7200"/>
              </p14:xfrm>
            </p:contentPart>
          </mc:Choice>
          <mc:Fallback>
            <p:pic>
              <p:nvPicPr>
                <p:cNvPr id="314" name="Ink 313">
                  <a:extLst>
                    <a:ext uri="{FF2B5EF4-FFF2-40B4-BE49-F238E27FC236}">
                      <a16:creationId xmlns:a16="http://schemas.microsoft.com/office/drawing/2014/main" id="{95664787-B83D-1074-6454-A78BFF872BCC}"/>
                    </a:ext>
                  </a:extLst>
                </p:cNvPr>
                <p:cNvPicPr/>
                <p:nvPr/>
              </p:nvPicPr>
              <p:blipFill>
                <a:blip r:embed="rId419"/>
                <a:stretch>
                  <a:fillRect/>
                </a:stretch>
              </p:blipFill>
              <p:spPr>
                <a:xfrm>
                  <a:off x="11320358" y="852696"/>
                  <a:ext cx="61524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420">
              <p14:nvContentPartPr>
                <p14:cNvPr id="315" name="Ink 314">
                  <a:extLst>
                    <a:ext uri="{FF2B5EF4-FFF2-40B4-BE49-F238E27FC236}">
                      <a16:creationId xmlns:a16="http://schemas.microsoft.com/office/drawing/2014/main" id="{68AE3ED0-00B0-9ACE-6FDC-3B23A39FF252}"/>
                    </a:ext>
                  </a:extLst>
                </p14:cNvPr>
                <p14:cNvContentPartPr/>
                <p14:nvPr/>
              </p14:nvContentPartPr>
              <p14:xfrm>
                <a:off x="11462198" y="932616"/>
                <a:ext cx="333720" cy="138960"/>
              </p14:xfrm>
            </p:contentPart>
          </mc:Choice>
          <mc:Fallback>
            <p:pic>
              <p:nvPicPr>
                <p:cNvPr id="315" name="Ink 314">
                  <a:extLst>
                    <a:ext uri="{FF2B5EF4-FFF2-40B4-BE49-F238E27FC236}">
                      <a16:creationId xmlns:a16="http://schemas.microsoft.com/office/drawing/2014/main" id="{68AE3ED0-00B0-9ACE-6FDC-3B23A39FF252}"/>
                    </a:ext>
                  </a:extLst>
                </p:cNvPr>
                <p:cNvPicPr/>
                <p:nvPr/>
              </p:nvPicPr>
              <p:blipFill>
                <a:blip r:embed="rId421"/>
                <a:stretch>
                  <a:fillRect/>
                </a:stretch>
              </p:blipFill>
              <p:spPr>
                <a:xfrm>
                  <a:off x="11457878" y="928296"/>
                  <a:ext cx="342360" cy="147600"/>
                </a:xfrm>
                <a:prstGeom prst="rect">
                  <a:avLst/>
                </a:prstGeom>
              </p:spPr>
            </p:pic>
          </mc:Fallback>
        </mc:AlternateContent>
      </p:grpSp>
      <p:grpSp>
        <p:nvGrpSpPr>
          <p:cNvPr id="327" name="Group 326">
            <a:extLst>
              <a:ext uri="{FF2B5EF4-FFF2-40B4-BE49-F238E27FC236}">
                <a16:creationId xmlns:a16="http://schemas.microsoft.com/office/drawing/2014/main" id="{1FC11116-0FCC-01ED-383F-BC3B817C0D04}"/>
              </a:ext>
            </a:extLst>
          </p:cNvPr>
          <p:cNvGrpSpPr/>
          <p:nvPr/>
        </p:nvGrpSpPr>
        <p:grpSpPr>
          <a:xfrm>
            <a:off x="10934438" y="1165536"/>
            <a:ext cx="1077480" cy="471600"/>
            <a:chOff x="10934438" y="1165536"/>
            <a:chExt cx="1077480" cy="471600"/>
          </a:xfrm>
        </p:grpSpPr>
        <mc:AlternateContent xmlns:mc="http://schemas.openxmlformats.org/markup-compatibility/2006">
          <mc:Choice xmlns:p14="http://schemas.microsoft.com/office/powerpoint/2010/main" Requires="p14">
            <p:contentPart p14:bwMode="auto" r:id="rId422">
              <p14:nvContentPartPr>
                <p14:cNvPr id="316" name="Ink 315">
                  <a:extLst>
                    <a:ext uri="{FF2B5EF4-FFF2-40B4-BE49-F238E27FC236}">
                      <a16:creationId xmlns:a16="http://schemas.microsoft.com/office/drawing/2014/main" id="{3C4F3851-5437-85E5-B1B0-26A678801C12}"/>
                    </a:ext>
                  </a:extLst>
                </p14:cNvPr>
                <p14:cNvContentPartPr/>
                <p14:nvPr/>
              </p14:nvContentPartPr>
              <p14:xfrm>
                <a:off x="10972238" y="1272096"/>
                <a:ext cx="134280" cy="23760"/>
              </p14:xfrm>
            </p:contentPart>
          </mc:Choice>
          <mc:Fallback>
            <p:pic>
              <p:nvPicPr>
                <p:cNvPr id="316" name="Ink 315">
                  <a:extLst>
                    <a:ext uri="{FF2B5EF4-FFF2-40B4-BE49-F238E27FC236}">
                      <a16:creationId xmlns:a16="http://schemas.microsoft.com/office/drawing/2014/main" id="{3C4F3851-5437-85E5-B1B0-26A678801C12}"/>
                    </a:ext>
                  </a:extLst>
                </p:cNvPr>
                <p:cNvPicPr/>
                <p:nvPr/>
              </p:nvPicPr>
              <p:blipFill>
                <a:blip r:embed="rId423"/>
                <a:stretch>
                  <a:fillRect/>
                </a:stretch>
              </p:blipFill>
              <p:spPr>
                <a:xfrm>
                  <a:off x="10967918" y="1267776"/>
                  <a:ext cx="14292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424">
              <p14:nvContentPartPr>
                <p14:cNvPr id="317" name="Ink 316">
                  <a:extLst>
                    <a:ext uri="{FF2B5EF4-FFF2-40B4-BE49-F238E27FC236}">
                      <a16:creationId xmlns:a16="http://schemas.microsoft.com/office/drawing/2014/main" id="{6A31F58D-DA98-325D-F4F5-B5BA8148C1A1}"/>
                    </a:ext>
                  </a:extLst>
                </p14:cNvPr>
                <p14:cNvContentPartPr/>
                <p14:nvPr/>
              </p14:nvContentPartPr>
              <p14:xfrm>
                <a:off x="10934438" y="1366776"/>
                <a:ext cx="128880" cy="14760"/>
              </p14:xfrm>
            </p:contentPart>
          </mc:Choice>
          <mc:Fallback>
            <p:pic>
              <p:nvPicPr>
                <p:cNvPr id="317" name="Ink 316">
                  <a:extLst>
                    <a:ext uri="{FF2B5EF4-FFF2-40B4-BE49-F238E27FC236}">
                      <a16:creationId xmlns:a16="http://schemas.microsoft.com/office/drawing/2014/main" id="{6A31F58D-DA98-325D-F4F5-B5BA8148C1A1}"/>
                    </a:ext>
                  </a:extLst>
                </p:cNvPr>
                <p:cNvPicPr/>
                <p:nvPr/>
              </p:nvPicPr>
              <p:blipFill>
                <a:blip r:embed="rId425"/>
                <a:stretch>
                  <a:fillRect/>
                </a:stretch>
              </p:blipFill>
              <p:spPr>
                <a:xfrm>
                  <a:off x="10930118" y="1362456"/>
                  <a:ext cx="13752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426">
              <p14:nvContentPartPr>
                <p14:cNvPr id="318" name="Ink 317">
                  <a:extLst>
                    <a:ext uri="{FF2B5EF4-FFF2-40B4-BE49-F238E27FC236}">
                      <a16:creationId xmlns:a16="http://schemas.microsoft.com/office/drawing/2014/main" id="{ED241B5A-A894-5751-151C-D4AF71B404F5}"/>
                    </a:ext>
                  </a:extLst>
                </p14:cNvPr>
                <p14:cNvContentPartPr/>
                <p14:nvPr/>
              </p14:nvContentPartPr>
              <p14:xfrm>
                <a:off x="11259158" y="1223496"/>
                <a:ext cx="194760" cy="252720"/>
              </p14:xfrm>
            </p:contentPart>
          </mc:Choice>
          <mc:Fallback>
            <p:pic>
              <p:nvPicPr>
                <p:cNvPr id="318" name="Ink 317">
                  <a:extLst>
                    <a:ext uri="{FF2B5EF4-FFF2-40B4-BE49-F238E27FC236}">
                      <a16:creationId xmlns:a16="http://schemas.microsoft.com/office/drawing/2014/main" id="{ED241B5A-A894-5751-151C-D4AF71B404F5}"/>
                    </a:ext>
                  </a:extLst>
                </p:cNvPr>
                <p:cNvPicPr/>
                <p:nvPr/>
              </p:nvPicPr>
              <p:blipFill>
                <a:blip r:embed="rId427"/>
                <a:stretch>
                  <a:fillRect/>
                </a:stretch>
              </p:blipFill>
              <p:spPr>
                <a:xfrm>
                  <a:off x="11254838" y="1219176"/>
                  <a:ext cx="203400" cy="261360"/>
                </a:xfrm>
                <a:prstGeom prst="rect">
                  <a:avLst/>
                </a:prstGeom>
              </p:spPr>
            </p:pic>
          </mc:Fallback>
        </mc:AlternateContent>
        <mc:AlternateContent xmlns:mc="http://schemas.openxmlformats.org/markup-compatibility/2006">
          <mc:Choice xmlns:p14="http://schemas.microsoft.com/office/powerpoint/2010/main" Requires="p14">
            <p:contentPart p14:bwMode="auto" r:id="rId428">
              <p14:nvContentPartPr>
                <p14:cNvPr id="319" name="Ink 318">
                  <a:extLst>
                    <a:ext uri="{FF2B5EF4-FFF2-40B4-BE49-F238E27FC236}">
                      <a16:creationId xmlns:a16="http://schemas.microsoft.com/office/drawing/2014/main" id="{15A6A5B9-5442-5BF3-0639-0732DC44EA83}"/>
                    </a:ext>
                  </a:extLst>
                </p14:cNvPr>
                <p14:cNvContentPartPr/>
                <p14:nvPr/>
              </p14:nvContentPartPr>
              <p14:xfrm>
                <a:off x="11543198" y="1281816"/>
                <a:ext cx="205200" cy="33840"/>
              </p14:xfrm>
            </p:contentPart>
          </mc:Choice>
          <mc:Fallback>
            <p:pic>
              <p:nvPicPr>
                <p:cNvPr id="319" name="Ink 318">
                  <a:extLst>
                    <a:ext uri="{FF2B5EF4-FFF2-40B4-BE49-F238E27FC236}">
                      <a16:creationId xmlns:a16="http://schemas.microsoft.com/office/drawing/2014/main" id="{15A6A5B9-5442-5BF3-0639-0732DC44EA83}"/>
                    </a:ext>
                  </a:extLst>
                </p:cNvPr>
                <p:cNvPicPr/>
                <p:nvPr/>
              </p:nvPicPr>
              <p:blipFill>
                <a:blip r:embed="rId429"/>
                <a:stretch>
                  <a:fillRect/>
                </a:stretch>
              </p:blipFill>
              <p:spPr>
                <a:xfrm>
                  <a:off x="11538878" y="1277496"/>
                  <a:ext cx="21384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430">
              <p14:nvContentPartPr>
                <p14:cNvPr id="320" name="Ink 319">
                  <a:extLst>
                    <a:ext uri="{FF2B5EF4-FFF2-40B4-BE49-F238E27FC236}">
                      <a16:creationId xmlns:a16="http://schemas.microsoft.com/office/drawing/2014/main" id="{CDD3FFC5-877F-782B-2CD7-604E6C7D8757}"/>
                    </a:ext>
                  </a:extLst>
                </p14:cNvPr>
                <p14:cNvContentPartPr/>
                <p14:nvPr/>
              </p14:nvContentPartPr>
              <p14:xfrm>
                <a:off x="11848478" y="1165536"/>
                <a:ext cx="163440" cy="206640"/>
              </p14:xfrm>
            </p:contentPart>
          </mc:Choice>
          <mc:Fallback>
            <p:pic>
              <p:nvPicPr>
                <p:cNvPr id="320" name="Ink 319">
                  <a:extLst>
                    <a:ext uri="{FF2B5EF4-FFF2-40B4-BE49-F238E27FC236}">
                      <a16:creationId xmlns:a16="http://schemas.microsoft.com/office/drawing/2014/main" id="{CDD3FFC5-877F-782B-2CD7-604E6C7D8757}"/>
                    </a:ext>
                  </a:extLst>
                </p:cNvPr>
                <p:cNvPicPr/>
                <p:nvPr/>
              </p:nvPicPr>
              <p:blipFill>
                <a:blip r:embed="rId431"/>
                <a:stretch>
                  <a:fillRect/>
                </a:stretch>
              </p:blipFill>
              <p:spPr>
                <a:xfrm>
                  <a:off x="11844158" y="1161216"/>
                  <a:ext cx="17208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432">
              <p14:nvContentPartPr>
                <p14:cNvPr id="321" name="Ink 320">
                  <a:extLst>
                    <a:ext uri="{FF2B5EF4-FFF2-40B4-BE49-F238E27FC236}">
                      <a16:creationId xmlns:a16="http://schemas.microsoft.com/office/drawing/2014/main" id="{6EAFEE10-75F8-9C77-FCB8-8481AE64B84D}"/>
                    </a:ext>
                  </a:extLst>
                </p14:cNvPr>
                <p14:cNvContentPartPr/>
                <p14:nvPr/>
              </p14:nvContentPartPr>
              <p14:xfrm>
                <a:off x="11137838" y="1433736"/>
                <a:ext cx="689400" cy="47160"/>
              </p14:xfrm>
            </p:contentPart>
          </mc:Choice>
          <mc:Fallback>
            <p:pic>
              <p:nvPicPr>
                <p:cNvPr id="321" name="Ink 320">
                  <a:extLst>
                    <a:ext uri="{FF2B5EF4-FFF2-40B4-BE49-F238E27FC236}">
                      <a16:creationId xmlns:a16="http://schemas.microsoft.com/office/drawing/2014/main" id="{6EAFEE10-75F8-9C77-FCB8-8481AE64B84D}"/>
                    </a:ext>
                  </a:extLst>
                </p:cNvPr>
                <p:cNvPicPr/>
                <p:nvPr/>
              </p:nvPicPr>
              <p:blipFill>
                <a:blip r:embed="rId433"/>
                <a:stretch>
                  <a:fillRect/>
                </a:stretch>
              </p:blipFill>
              <p:spPr>
                <a:xfrm>
                  <a:off x="11133518" y="1429416"/>
                  <a:ext cx="698040" cy="55800"/>
                </a:xfrm>
                <a:prstGeom prst="rect">
                  <a:avLst/>
                </a:prstGeom>
              </p:spPr>
            </p:pic>
          </mc:Fallback>
        </mc:AlternateContent>
        <mc:AlternateContent xmlns:mc="http://schemas.openxmlformats.org/markup-compatibility/2006">
          <mc:Choice xmlns:p14="http://schemas.microsoft.com/office/powerpoint/2010/main" Requires="p14">
            <p:contentPart p14:bwMode="auto" r:id="rId434">
              <p14:nvContentPartPr>
                <p14:cNvPr id="322" name="Ink 321">
                  <a:extLst>
                    <a:ext uri="{FF2B5EF4-FFF2-40B4-BE49-F238E27FC236}">
                      <a16:creationId xmlns:a16="http://schemas.microsoft.com/office/drawing/2014/main" id="{472F33CF-E89B-746F-2F15-CD00E2EB65B3}"/>
                    </a:ext>
                  </a:extLst>
                </p14:cNvPr>
                <p14:cNvContentPartPr/>
                <p14:nvPr/>
              </p14:nvContentPartPr>
              <p14:xfrm>
                <a:off x="11312798" y="1486296"/>
                <a:ext cx="340560" cy="150840"/>
              </p14:xfrm>
            </p:contentPart>
          </mc:Choice>
          <mc:Fallback>
            <p:pic>
              <p:nvPicPr>
                <p:cNvPr id="322" name="Ink 321">
                  <a:extLst>
                    <a:ext uri="{FF2B5EF4-FFF2-40B4-BE49-F238E27FC236}">
                      <a16:creationId xmlns:a16="http://schemas.microsoft.com/office/drawing/2014/main" id="{472F33CF-E89B-746F-2F15-CD00E2EB65B3}"/>
                    </a:ext>
                  </a:extLst>
                </p:cNvPr>
                <p:cNvPicPr/>
                <p:nvPr/>
              </p:nvPicPr>
              <p:blipFill>
                <a:blip r:embed="rId435"/>
                <a:stretch>
                  <a:fillRect/>
                </a:stretch>
              </p:blipFill>
              <p:spPr>
                <a:xfrm>
                  <a:off x="11308478" y="1481976"/>
                  <a:ext cx="349200" cy="159480"/>
                </a:xfrm>
                <a:prstGeom prst="rect">
                  <a:avLst/>
                </a:prstGeom>
              </p:spPr>
            </p:pic>
          </mc:Fallback>
        </mc:AlternateContent>
      </p:grpSp>
      <p:grpSp>
        <p:nvGrpSpPr>
          <p:cNvPr id="326" name="Group 325">
            <a:extLst>
              <a:ext uri="{FF2B5EF4-FFF2-40B4-BE49-F238E27FC236}">
                <a16:creationId xmlns:a16="http://schemas.microsoft.com/office/drawing/2014/main" id="{0C8A9628-B523-69ED-99A8-A5E2497E99C5}"/>
              </a:ext>
            </a:extLst>
          </p:cNvPr>
          <p:cNvGrpSpPr/>
          <p:nvPr/>
        </p:nvGrpSpPr>
        <p:grpSpPr>
          <a:xfrm>
            <a:off x="10905638" y="1724256"/>
            <a:ext cx="506520" cy="127440"/>
            <a:chOff x="10905638" y="1724256"/>
            <a:chExt cx="506520" cy="127440"/>
          </a:xfrm>
        </p:grpSpPr>
        <mc:AlternateContent xmlns:mc="http://schemas.openxmlformats.org/markup-compatibility/2006">
          <mc:Choice xmlns:p14="http://schemas.microsoft.com/office/powerpoint/2010/main" Requires="p14">
            <p:contentPart p14:bwMode="auto" r:id="rId436">
              <p14:nvContentPartPr>
                <p14:cNvPr id="323" name="Ink 322">
                  <a:extLst>
                    <a:ext uri="{FF2B5EF4-FFF2-40B4-BE49-F238E27FC236}">
                      <a16:creationId xmlns:a16="http://schemas.microsoft.com/office/drawing/2014/main" id="{BACA58F3-CEC1-719B-0515-111FA776CC54}"/>
                    </a:ext>
                  </a:extLst>
                </p14:cNvPr>
                <p14:cNvContentPartPr/>
                <p14:nvPr/>
              </p14:nvContentPartPr>
              <p14:xfrm>
                <a:off x="10905638" y="1735416"/>
                <a:ext cx="187200" cy="31320"/>
              </p14:xfrm>
            </p:contentPart>
          </mc:Choice>
          <mc:Fallback>
            <p:pic>
              <p:nvPicPr>
                <p:cNvPr id="323" name="Ink 322">
                  <a:extLst>
                    <a:ext uri="{FF2B5EF4-FFF2-40B4-BE49-F238E27FC236}">
                      <a16:creationId xmlns:a16="http://schemas.microsoft.com/office/drawing/2014/main" id="{BACA58F3-CEC1-719B-0515-111FA776CC54}"/>
                    </a:ext>
                  </a:extLst>
                </p:cNvPr>
                <p:cNvPicPr/>
                <p:nvPr/>
              </p:nvPicPr>
              <p:blipFill>
                <a:blip r:embed="rId437"/>
                <a:stretch>
                  <a:fillRect/>
                </a:stretch>
              </p:blipFill>
              <p:spPr>
                <a:xfrm>
                  <a:off x="10901318" y="1731096"/>
                  <a:ext cx="19584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438">
              <p14:nvContentPartPr>
                <p14:cNvPr id="324" name="Ink 323">
                  <a:extLst>
                    <a:ext uri="{FF2B5EF4-FFF2-40B4-BE49-F238E27FC236}">
                      <a16:creationId xmlns:a16="http://schemas.microsoft.com/office/drawing/2014/main" id="{16033414-BA34-B9AE-4C19-E80CFF0D7015}"/>
                    </a:ext>
                  </a:extLst>
                </p14:cNvPr>
                <p14:cNvContentPartPr/>
                <p14:nvPr/>
              </p14:nvContentPartPr>
              <p14:xfrm>
                <a:off x="10932638" y="1801296"/>
                <a:ext cx="221760" cy="50400"/>
              </p14:xfrm>
            </p:contentPart>
          </mc:Choice>
          <mc:Fallback>
            <p:pic>
              <p:nvPicPr>
                <p:cNvPr id="324" name="Ink 323">
                  <a:extLst>
                    <a:ext uri="{FF2B5EF4-FFF2-40B4-BE49-F238E27FC236}">
                      <a16:creationId xmlns:a16="http://schemas.microsoft.com/office/drawing/2014/main" id="{16033414-BA34-B9AE-4C19-E80CFF0D7015}"/>
                    </a:ext>
                  </a:extLst>
                </p:cNvPr>
                <p:cNvPicPr/>
                <p:nvPr/>
              </p:nvPicPr>
              <p:blipFill>
                <a:blip r:embed="rId439"/>
                <a:stretch>
                  <a:fillRect/>
                </a:stretch>
              </p:blipFill>
              <p:spPr>
                <a:xfrm>
                  <a:off x="10928318" y="1796976"/>
                  <a:ext cx="230400" cy="59040"/>
                </a:xfrm>
                <a:prstGeom prst="rect">
                  <a:avLst/>
                </a:prstGeom>
              </p:spPr>
            </p:pic>
          </mc:Fallback>
        </mc:AlternateContent>
        <mc:AlternateContent xmlns:mc="http://schemas.openxmlformats.org/markup-compatibility/2006">
          <mc:Choice xmlns:p14="http://schemas.microsoft.com/office/powerpoint/2010/main" Requires="p14">
            <p:contentPart p14:bwMode="auto" r:id="rId440">
              <p14:nvContentPartPr>
                <p14:cNvPr id="325" name="Ink 324">
                  <a:extLst>
                    <a:ext uri="{FF2B5EF4-FFF2-40B4-BE49-F238E27FC236}">
                      <a16:creationId xmlns:a16="http://schemas.microsoft.com/office/drawing/2014/main" id="{A278CDAF-1028-2A56-5653-4E495158BD62}"/>
                    </a:ext>
                  </a:extLst>
                </p14:cNvPr>
                <p14:cNvContentPartPr/>
                <p14:nvPr/>
              </p14:nvContentPartPr>
              <p14:xfrm>
                <a:off x="11246558" y="1724256"/>
                <a:ext cx="165600" cy="121320"/>
              </p14:xfrm>
            </p:contentPart>
          </mc:Choice>
          <mc:Fallback>
            <p:pic>
              <p:nvPicPr>
                <p:cNvPr id="325" name="Ink 324">
                  <a:extLst>
                    <a:ext uri="{FF2B5EF4-FFF2-40B4-BE49-F238E27FC236}">
                      <a16:creationId xmlns:a16="http://schemas.microsoft.com/office/drawing/2014/main" id="{A278CDAF-1028-2A56-5653-4E495158BD62}"/>
                    </a:ext>
                  </a:extLst>
                </p:cNvPr>
                <p:cNvPicPr/>
                <p:nvPr/>
              </p:nvPicPr>
              <p:blipFill>
                <a:blip r:embed="rId441"/>
                <a:stretch>
                  <a:fillRect/>
                </a:stretch>
              </p:blipFill>
              <p:spPr>
                <a:xfrm>
                  <a:off x="11242238" y="1719936"/>
                  <a:ext cx="174240" cy="129960"/>
                </a:xfrm>
                <a:prstGeom prst="rect">
                  <a:avLst/>
                </a:prstGeom>
              </p:spPr>
            </p:pic>
          </mc:Fallback>
        </mc:AlternateContent>
      </p:grpSp>
      <p:grpSp>
        <p:nvGrpSpPr>
          <p:cNvPr id="336" name="Group 335">
            <a:extLst>
              <a:ext uri="{FF2B5EF4-FFF2-40B4-BE49-F238E27FC236}">
                <a16:creationId xmlns:a16="http://schemas.microsoft.com/office/drawing/2014/main" id="{865340F8-25B2-3649-4D24-02366A57BF50}"/>
              </a:ext>
            </a:extLst>
          </p:cNvPr>
          <p:cNvGrpSpPr/>
          <p:nvPr/>
        </p:nvGrpSpPr>
        <p:grpSpPr>
          <a:xfrm>
            <a:off x="9907718" y="2024496"/>
            <a:ext cx="311400" cy="190440"/>
            <a:chOff x="9907718" y="2024496"/>
            <a:chExt cx="311400" cy="190440"/>
          </a:xfrm>
        </p:grpSpPr>
        <mc:AlternateContent xmlns:mc="http://schemas.openxmlformats.org/markup-compatibility/2006">
          <mc:Choice xmlns:p14="http://schemas.microsoft.com/office/powerpoint/2010/main" Requires="p14">
            <p:contentPart p14:bwMode="auto" r:id="rId442">
              <p14:nvContentPartPr>
                <p14:cNvPr id="331" name="Ink 330">
                  <a:extLst>
                    <a:ext uri="{FF2B5EF4-FFF2-40B4-BE49-F238E27FC236}">
                      <a16:creationId xmlns:a16="http://schemas.microsoft.com/office/drawing/2014/main" id="{889F6A7D-CC3F-C6B2-C1FB-BB301FC76E0D}"/>
                    </a:ext>
                  </a:extLst>
                </p14:cNvPr>
                <p14:cNvContentPartPr/>
                <p14:nvPr/>
              </p14:nvContentPartPr>
              <p14:xfrm>
                <a:off x="9929678" y="2098296"/>
                <a:ext cx="289440" cy="116640"/>
              </p14:xfrm>
            </p:contentPart>
          </mc:Choice>
          <mc:Fallback>
            <p:pic>
              <p:nvPicPr>
                <p:cNvPr id="331" name="Ink 330">
                  <a:extLst>
                    <a:ext uri="{FF2B5EF4-FFF2-40B4-BE49-F238E27FC236}">
                      <a16:creationId xmlns:a16="http://schemas.microsoft.com/office/drawing/2014/main" id="{889F6A7D-CC3F-C6B2-C1FB-BB301FC76E0D}"/>
                    </a:ext>
                  </a:extLst>
                </p:cNvPr>
                <p:cNvPicPr/>
                <p:nvPr/>
              </p:nvPicPr>
              <p:blipFill>
                <a:blip r:embed="rId443"/>
                <a:stretch>
                  <a:fillRect/>
                </a:stretch>
              </p:blipFill>
              <p:spPr>
                <a:xfrm>
                  <a:off x="9925358" y="2093976"/>
                  <a:ext cx="29808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444">
              <p14:nvContentPartPr>
                <p14:cNvPr id="332" name="Ink 331">
                  <a:extLst>
                    <a:ext uri="{FF2B5EF4-FFF2-40B4-BE49-F238E27FC236}">
                      <a16:creationId xmlns:a16="http://schemas.microsoft.com/office/drawing/2014/main" id="{0BB8153A-039B-5D07-D088-694007A9BC7E}"/>
                    </a:ext>
                  </a:extLst>
                </p14:cNvPr>
                <p14:cNvContentPartPr/>
                <p14:nvPr/>
              </p14:nvContentPartPr>
              <p14:xfrm>
                <a:off x="9907718" y="2024496"/>
                <a:ext cx="308520" cy="142920"/>
              </p14:xfrm>
            </p:contentPart>
          </mc:Choice>
          <mc:Fallback>
            <p:pic>
              <p:nvPicPr>
                <p:cNvPr id="332" name="Ink 331">
                  <a:extLst>
                    <a:ext uri="{FF2B5EF4-FFF2-40B4-BE49-F238E27FC236}">
                      <a16:creationId xmlns:a16="http://schemas.microsoft.com/office/drawing/2014/main" id="{0BB8153A-039B-5D07-D088-694007A9BC7E}"/>
                    </a:ext>
                  </a:extLst>
                </p:cNvPr>
                <p:cNvPicPr/>
                <p:nvPr/>
              </p:nvPicPr>
              <p:blipFill>
                <a:blip r:embed="rId445"/>
                <a:stretch>
                  <a:fillRect/>
                </a:stretch>
              </p:blipFill>
              <p:spPr>
                <a:xfrm>
                  <a:off x="9903398" y="2020176"/>
                  <a:ext cx="317160" cy="151560"/>
                </a:xfrm>
                <a:prstGeom prst="rect">
                  <a:avLst/>
                </a:prstGeom>
              </p:spPr>
            </p:pic>
          </mc:Fallback>
        </mc:AlternateContent>
      </p:grpSp>
      <p:grpSp>
        <p:nvGrpSpPr>
          <p:cNvPr id="335" name="Group 334">
            <a:extLst>
              <a:ext uri="{FF2B5EF4-FFF2-40B4-BE49-F238E27FC236}">
                <a16:creationId xmlns:a16="http://schemas.microsoft.com/office/drawing/2014/main" id="{5E931922-7736-BEC2-0F1D-B41A856508A6}"/>
              </a:ext>
            </a:extLst>
          </p:cNvPr>
          <p:cNvGrpSpPr/>
          <p:nvPr/>
        </p:nvGrpSpPr>
        <p:grpSpPr>
          <a:xfrm>
            <a:off x="9492998" y="1265976"/>
            <a:ext cx="1037520" cy="538920"/>
            <a:chOff x="9492998" y="1265976"/>
            <a:chExt cx="1037520" cy="538920"/>
          </a:xfrm>
        </p:grpSpPr>
        <mc:AlternateContent xmlns:mc="http://schemas.openxmlformats.org/markup-compatibility/2006">
          <mc:Choice xmlns:p14="http://schemas.microsoft.com/office/powerpoint/2010/main" Requires="p14">
            <p:contentPart p14:bwMode="auto" r:id="rId446">
              <p14:nvContentPartPr>
                <p14:cNvPr id="234" name="Ink 233">
                  <a:extLst>
                    <a:ext uri="{FF2B5EF4-FFF2-40B4-BE49-F238E27FC236}">
                      <a16:creationId xmlns:a16="http://schemas.microsoft.com/office/drawing/2014/main" id="{270A3BDE-BA24-F170-F524-2B90CA2687DD}"/>
                    </a:ext>
                  </a:extLst>
                </p14:cNvPr>
                <p14:cNvContentPartPr/>
                <p14:nvPr/>
              </p14:nvContentPartPr>
              <p14:xfrm>
                <a:off x="9492998" y="1376136"/>
                <a:ext cx="203400" cy="199440"/>
              </p14:xfrm>
            </p:contentPart>
          </mc:Choice>
          <mc:Fallback>
            <p:pic>
              <p:nvPicPr>
                <p:cNvPr id="234" name="Ink 233">
                  <a:extLst>
                    <a:ext uri="{FF2B5EF4-FFF2-40B4-BE49-F238E27FC236}">
                      <a16:creationId xmlns:a16="http://schemas.microsoft.com/office/drawing/2014/main" id="{270A3BDE-BA24-F170-F524-2B90CA2687DD}"/>
                    </a:ext>
                  </a:extLst>
                </p:cNvPr>
                <p:cNvPicPr/>
                <p:nvPr/>
              </p:nvPicPr>
              <p:blipFill>
                <a:blip r:embed="rId447"/>
                <a:stretch>
                  <a:fillRect/>
                </a:stretch>
              </p:blipFill>
              <p:spPr>
                <a:xfrm>
                  <a:off x="9488678" y="1371816"/>
                  <a:ext cx="212040" cy="208080"/>
                </a:xfrm>
                <a:prstGeom prst="rect">
                  <a:avLst/>
                </a:prstGeom>
              </p:spPr>
            </p:pic>
          </mc:Fallback>
        </mc:AlternateContent>
        <mc:AlternateContent xmlns:mc="http://schemas.openxmlformats.org/markup-compatibility/2006">
          <mc:Choice xmlns:p14="http://schemas.microsoft.com/office/powerpoint/2010/main" Requires="p14">
            <p:contentPart p14:bwMode="auto" r:id="rId448">
              <p14:nvContentPartPr>
                <p14:cNvPr id="235" name="Ink 234">
                  <a:extLst>
                    <a:ext uri="{FF2B5EF4-FFF2-40B4-BE49-F238E27FC236}">
                      <a16:creationId xmlns:a16="http://schemas.microsoft.com/office/drawing/2014/main" id="{36EC74A7-B1EE-8839-5803-EE07C730C242}"/>
                    </a:ext>
                  </a:extLst>
                </p14:cNvPr>
                <p14:cNvContentPartPr/>
                <p14:nvPr/>
              </p14:nvContentPartPr>
              <p14:xfrm>
                <a:off x="9531158" y="1373616"/>
                <a:ext cx="107640" cy="215280"/>
              </p14:xfrm>
            </p:contentPart>
          </mc:Choice>
          <mc:Fallback>
            <p:pic>
              <p:nvPicPr>
                <p:cNvPr id="235" name="Ink 234">
                  <a:extLst>
                    <a:ext uri="{FF2B5EF4-FFF2-40B4-BE49-F238E27FC236}">
                      <a16:creationId xmlns:a16="http://schemas.microsoft.com/office/drawing/2014/main" id="{36EC74A7-B1EE-8839-5803-EE07C730C242}"/>
                    </a:ext>
                  </a:extLst>
                </p:cNvPr>
                <p:cNvPicPr/>
                <p:nvPr/>
              </p:nvPicPr>
              <p:blipFill>
                <a:blip r:embed="rId449"/>
                <a:stretch>
                  <a:fillRect/>
                </a:stretch>
              </p:blipFill>
              <p:spPr>
                <a:xfrm>
                  <a:off x="9526838" y="1369296"/>
                  <a:ext cx="11628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450">
              <p14:nvContentPartPr>
                <p14:cNvPr id="236" name="Ink 235">
                  <a:extLst>
                    <a:ext uri="{FF2B5EF4-FFF2-40B4-BE49-F238E27FC236}">
                      <a16:creationId xmlns:a16="http://schemas.microsoft.com/office/drawing/2014/main" id="{9368474A-FDC9-239F-2AD6-73E8D9FD30DC}"/>
                    </a:ext>
                  </a:extLst>
                </p14:cNvPr>
                <p14:cNvContentPartPr/>
                <p14:nvPr/>
              </p14:nvContentPartPr>
              <p14:xfrm>
                <a:off x="9837158" y="1407816"/>
                <a:ext cx="199800" cy="45360"/>
              </p14:xfrm>
            </p:contentPart>
          </mc:Choice>
          <mc:Fallback>
            <p:pic>
              <p:nvPicPr>
                <p:cNvPr id="236" name="Ink 235">
                  <a:extLst>
                    <a:ext uri="{FF2B5EF4-FFF2-40B4-BE49-F238E27FC236}">
                      <a16:creationId xmlns:a16="http://schemas.microsoft.com/office/drawing/2014/main" id="{9368474A-FDC9-239F-2AD6-73E8D9FD30DC}"/>
                    </a:ext>
                  </a:extLst>
                </p:cNvPr>
                <p:cNvPicPr/>
                <p:nvPr/>
              </p:nvPicPr>
              <p:blipFill>
                <a:blip r:embed="rId451"/>
                <a:stretch>
                  <a:fillRect/>
                </a:stretch>
              </p:blipFill>
              <p:spPr>
                <a:xfrm>
                  <a:off x="9832838" y="1403496"/>
                  <a:ext cx="20844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452">
              <p14:nvContentPartPr>
                <p14:cNvPr id="237" name="Ink 236">
                  <a:extLst>
                    <a:ext uri="{FF2B5EF4-FFF2-40B4-BE49-F238E27FC236}">
                      <a16:creationId xmlns:a16="http://schemas.microsoft.com/office/drawing/2014/main" id="{1FFAA915-9F6D-C48C-E6B5-0477BA367AF9}"/>
                    </a:ext>
                  </a:extLst>
                </p14:cNvPr>
                <p14:cNvContentPartPr/>
                <p14:nvPr/>
              </p14:nvContentPartPr>
              <p14:xfrm>
                <a:off x="10112918" y="1265976"/>
                <a:ext cx="267480" cy="366840"/>
              </p14:xfrm>
            </p:contentPart>
          </mc:Choice>
          <mc:Fallback>
            <p:pic>
              <p:nvPicPr>
                <p:cNvPr id="237" name="Ink 236">
                  <a:extLst>
                    <a:ext uri="{FF2B5EF4-FFF2-40B4-BE49-F238E27FC236}">
                      <a16:creationId xmlns:a16="http://schemas.microsoft.com/office/drawing/2014/main" id="{1FFAA915-9F6D-C48C-E6B5-0477BA367AF9}"/>
                    </a:ext>
                  </a:extLst>
                </p:cNvPr>
                <p:cNvPicPr/>
                <p:nvPr/>
              </p:nvPicPr>
              <p:blipFill>
                <a:blip r:embed="rId453"/>
                <a:stretch>
                  <a:fillRect/>
                </a:stretch>
              </p:blipFill>
              <p:spPr>
                <a:xfrm>
                  <a:off x="10108598" y="1261656"/>
                  <a:ext cx="276120" cy="375480"/>
                </a:xfrm>
                <a:prstGeom prst="rect">
                  <a:avLst/>
                </a:prstGeom>
              </p:spPr>
            </p:pic>
          </mc:Fallback>
        </mc:AlternateContent>
        <mc:AlternateContent xmlns:mc="http://schemas.openxmlformats.org/markup-compatibility/2006">
          <mc:Choice xmlns:p14="http://schemas.microsoft.com/office/powerpoint/2010/main" Requires="p14">
            <p:contentPart p14:bwMode="auto" r:id="rId454">
              <p14:nvContentPartPr>
                <p14:cNvPr id="241" name="Ink 240">
                  <a:extLst>
                    <a:ext uri="{FF2B5EF4-FFF2-40B4-BE49-F238E27FC236}">
                      <a16:creationId xmlns:a16="http://schemas.microsoft.com/office/drawing/2014/main" id="{B88FE255-6D33-A311-4478-7D7BC4C7E9D7}"/>
                    </a:ext>
                  </a:extLst>
                </p14:cNvPr>
                <p14:cNvContentPartPr/>
                <p14:nvPr/>
              </p14:nvContentPartPr>
              <p14:xfrm>
                <a:off x="9541958" y="1749096"/>
                <a:ext cx="988560" cy="55800"/>
              </p14:xfrm>
            </p:contentPart>
          </mc:Choice>
          <mc:Fallback>
            <p:pic>
              <p:nvPicPr>
                <p:cNvPr id="241" name="Ink 240">
                  <a:extLst>
                    <a:ext uri="{FF2B5EF4-FFF2-40B4-BE49-F238E27FC236}">
                      <a16:creationId xmlns:a16="http://schemas.microsoft.com/office/drawing/2014/main" id="{B88FE255-6D33-A311-4478-7D7BC4C7E9D7}"/>
                    </a:ext>
                  </a:extLst>
                </p:cNvPr>
                <p:cNvPicPr/>
                <p:nvPr/>
              </p:nvPicPr>
              <p:blipFill>
                <a:blip r:embed="rId455"/>
                <a:stretch>
                  <a:fillRect/>
                </a:stretch>
              </p:blipFill>
              <p:spPr>
                <a:xfrm>
                  <a:off x="9537638" y="1744776"/>
                  <a:ext cx="99720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456">
              <p14:nvContentPartPr>
                <p14:cNvPr id="329" name="Ink 328">
                  <a:extLst>
                    <a:ext uri="{FF2B5EF4-FFF2-40B4-BE49-F238E27FC236}">
                      <a16:creationId xmlns:a16="http://schemas.microsoft.com/office/drawing/2014/main" id="{1B5CC8D3-F89B-9344-0C2D-568AF6FBCCED}"/>
                    </a:ext>
                  </a:extLst>
                </p14:cNvPr>
                <p14:cNvContentPartPr/>
                <p14:nvPr/>
              </p14:nvContentPartPr>
              <p14:xfrm>
                <a:off x="10123358" y="1529856"/>
                <a:ext cx="324360" cy="81720"/>
              </p14:xfrm>
            </p:contentPart>
          </mc:Choice>
          <mc:Fallback>
            <p:pic>
              <p:nvPicPr>
                <p:cNvPr id="329" name="Ink 328">
                  <a:extLst>
                    <a:ext uri="{FF2B5EF4-FFF2-40B4-BE49-F238E27FC236}">
                      <a16:creationId xmlns:a16="http://schemas.microsoft.com/office/drawing/2014/main" id="{1B5CC8D3-F89B-9344-0C2D-568AF6FBCCED}"/>
                    </a:ext>
                  </a:extLst>
                </p:cNvPr>
                <p:cNvPicPr/>
                <p:nvPr/>
              </p:nvPicPr>
              <p:blipFill>
                <a:blip r:embed="rId457"/>
                <a:stretch>
                  <a:fillRect/>
                </a:stretch>
              </p:blipFill>
              <p:spPr>
                <a:xfrm>
                  <a:off x="10119038" y="1525536"/>
                  <a:ext cx="333000" cy="90360"/>
                </a:xfrm>
                <a:prstGeom prst="rect">
                  <a:avLst/>
                </a:prstGeom>
              </p:spPr>
            </p:pic>
          </mc:Fallback>
        </mc:AlternateContent>
        <mc:AlternateContent xmlns:mc="http://schemas.openxmlformats.org/markup-compatibility/2006">
          <mc:Choice xmlns:p14="http://schemas.microsoft.com/office/powerpoint/2010/main" Requires="p14">
            <p:contentPart p14:bwMode="auto" r:id="rId458">
              <p14:nvContentPartPr>
                <p14:cNvPr id="330" name="Ink 329">
                  <a:extLst>
                    <a:ext uri="{FF2B5EF4-FFF2-40B4-BE49-F238E27FC236}">
                      <a16:creationId xmlns:a16="http://schemas.microsoft.com/office/drawing/2014/main" id="{632BB090-A3DF-A205-02F6-FFCBF1E2EBA6}"/>
                    </a:ext>
                  </a:extLst>
                </p14:cNvPr>
                <p14:cNvContentPartPr/>
                <p14:nvPr/>
              </p14:nvContentPartPr>
              <p14:xfrm>
                <a:off x="10172318" y="1586016"/>
                <a:ext cx="327240" cy="113760"/>
              </p14:xfrm>
            </p:contentPart>
          </mc:Choice>
          <mc:Fallback>
            <p:pic>
              <p:nvPicPr>
                <p:cNvPr id="330" name="Ink 329">
                  <a:extLst>
                    <a:ext uri="{FF2B5EF4-FFF2-40B4-BE49-F238E27FC236}">
                      <a16:creationId xmlns:a16="http://schemas.microsoft.com/office/drawing/2014/main" id="{632BB090-A3DF-A205-02F6-FFCBF1E2EBA6}"/>
                    </a:ext>
                  </a:extLst>
                </p:cNvPr>
                <p:cNvPicPr/>
                <p:nvPr/>
              </p:nvPicPr>
              <p:blipFill>
                <a:blip r:embed="rId459"/>
                <a:stretch>
                  <a:fillRect/>
                </a:stretch>
              </p:blipFill>
              <p:spPr>
                <a:xfrm>
                  <a:off x="10167998" y="1581696"/>
                  <a:ext cx="33588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460">
              <p14:nvContentPartPr>
                <p14:cNvPr id="333" name="Ink 332">
                  <a:extLst>
                    <a:ext uri="{FF2B5EF4-FFF2-40B4-BE49-F238E27FC236}">
                      <a16:creationId xmlns:a16="http://schemas.microsoft.com/office/drawing/2014/main" id="{B9D1B684-BB0B-8B78-6BAC-59C3F6655D8C}"/>
                    </a:ext>
                  </a:extLst>
                </p14:cNvPr>
                <p14:cNvContentPartPr/>
                <p14:nvPr/>
              </p14:nvContentPartPr>
              <p14:xfrm>
                <a:off x="9531878" y="1532736"/>
                <a:ext cx="326880" cy="125640"/>
              </p14:xfrm>
            </p:contentPart>
          </mc:Choice>
          <mc:Fallback>
            <p:pic>
              <p:nvPicPr>
                <p:cNvPr id="333" name="Ink 332">
                  <a:extLst>
                    <a:ext uri="{FF2B5EF4-FFF2-40B4-BE49-F238E27FC236}">
                      <a16:creationId xmlns:a16="http://schemas.microsoft.com/office/drawing/2014/main" id="{B9D1B684-BB0B-8B78-6BAC-59C3F6655D8C}"/>
                    </a:ext>
                  </a:extLst>
                </p:cNvPr>
                <p:cNvPicPr/>
                <p:nvPr/>
              </p:nvPicPr>
              <p:blipFill>
                <a:blip r:embed="rId461"/>
                <a:stretch>
                  <a:fillRect/>
                </a:stretch>
              </p:blipFill>
              <p:spPr>
                <a:xfrm>
                  <a:off x="9527558" y="1528416"/>
                  <a:ext cx="33552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462">
              <p14:nvContentPartPr>
                <p14:cNvPr id="334" name="Ink 333">
                  <a:extLst>
                    <a:ext uri="{FF2B5EF4-FFF2-40B4-BE49-F238E27FC236}">
                      <a16:creationId xmlns:a16="http://schemas.microsoft.com/office/drawing/2014/main" id="{B76E7704-CA25-48AB-BA79-5238D218F586}"/>
                    </a:ext>
                  </a:extLst>
                </p14:cNvPr>
                <p14:cNvContentPartPr/>
                <p14:nvPr/>
              </p14:nvContentPartPr>
              <p14:xfrm>
                <a:off x="9545558" y="1580976"/>
                <a:ext cx="369360" cy="103320"/>
              </p14:xfrm>
            </p:contentPart>
          </mc:Choice>
          <mc:Fallback>
            <p:pic>
              <p:nvPicPr>
                <p:cNvPr id="334" name="Ink 333">
                  <a:extLst>
                    <a:ext uri="{FF2B5EF4-FFF2-40B4-BE49-F238E27FC236}">
                      <a16:creationId xmlns:a16="http://schemas.microsoft.com/office/drawing/2014/main" id="{B76E7704-CA25-48AB-BA79-5238D218F586}"/>
                    </a:ext>
                  </a:extLst>
                </p:cNvPr>
                <p:cNvPicPr/>
                <p:nvPr/>
              </p:nvPicPr>
              <p:blipFill>
                <a:blip r:embed="rId463"/>
                <a:stretch>
                  <a:fillRect/>
                </a:stretch>
              </p:blipFill>
              <p:spPr>
                <a:xfrm>
                  <a:off x="9541238" y="1576656"/>
                  <a:ext cx="378000" cy="111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64">
            <p14:nvContentPartPr>
              <p14:cNvPr id="337" name="Ink 336">
                <a:extLst>
                  <a:ext uri="{FF2B5EF4-FFF2-40B4-BE49-F238E27FC236}">
                    <a16:creationId xmlns:a16="http://schemas.microsoft.com/office/drawing/2014/main" id="{6C4FBBFE-0E1B-4A7E-6339-B95FD6545BD1}"/>
                  </a:ext>
                </a:extLst>
              </p14:cNvPr>
              <p14:cNvContentPartPr/>
              <p14:nvPr/>
            </p14:nvContentPartPr>
            <p14:xfrm>
              <a:off x="9047318" y="4552056"/>
              <a:ext cx="1841400" cy="155160"/>
            </p14:xfrm>
          </p:contentPart>
        </mc:Choice>
        <mc:Fallback>
          <p:pic>
            <p:nvPicPr>
              <p:cNvPr id="337" name="Ink 336">
                <a:extLst>
                  <a:ext uri="{FF2B5EF4-FFF2-40B4-BE49-F238E27FC236}">
                    <a16:creationId xmlns:a16="http://schemas.microsoft.com/office/drawing/2014/main" id="{6C4FBBFE-0E1B-4A7E-6339-B95FD6545BD1}"/>
                  </a:ext>
                </a:extLst>
              </p:cNvPr>
              <p:cNvPicPr/>
              <p:nvPr/>
            </p:nvPicPr>
            <p:blipFill>
              <a:blip r:embed="rId465"/>
              <a:stretch>
                <a:fillRect/>
              </a:stretch>
            </p:blipFill>
            <p:spPr>
              <a:xfrm>
                <a:off x="9042998" y="4547736"/>
                <a:ext cx="1850040" cy="163800"/>
              </a:xfrm>
              <a:prstGeom prst="rect">
                <a:avLst/>
              </a:prstGeom>
            </p:spPr>
          </p:pic>
        </mc:Fallback>
      </mc:AlternateContent>
      <p:grpSp>
        <p:nvGrpSpPr>
          <p:cNvPr id="376" name="Group 375">
            <a:extLst>
              <a:ext uri="{FF2B5EF4-FFF2-40B4-BE49-F238E27FC236}">
                <a16:creationId xmlns:a16="http://schemas.microsoft.com/office/drawing/2014/main" id="{7AD3F868-28C3-2D4C-6392-7C81ED446A9B}"/>
              </a:ext>
            </a:extLst>
          </p:cNvPr>
          <p:cNvGrpSpPr/>
          <p:nvPr/>
        </p:nvGrpSpPr>
        <p:grpSpPr>
          <a:xfrm>
            <a:off x="799358" y="3211056"/>
            <a:ext cx="1792440" cy="1957320"/>
            <a:chOff x="799358" y="3211056"/>
            <a:chExt cx="1792440" cy="1957320"/>
          </a:xfrm>
        </p:grpSpPr>
        <mc:AlternateContent xmlns:mc="http://schemas.openxmlformats.org/markup-compatibility/2006">
          <mc:Choice xmlns:p14="http://schemas.microsoft.com/office/powerpoint/2010/main" Requires="p14">
            <p:contentPart p14:bwMode="auto" r:id="rId466">
              <p14:nvContentPartPr>
                <p14:cNvPr id="98" name="Ink 97">
                  <a:extLst>
                    <a:ext uri="{FF2B5EF4-FFF2-40B4-BE49-F238E27FC236}">
                      <a16:creationId xmlns:a16="http://schemas.microsoft.com/office/drawing/2014/main" id="{4820081D-B5E7-55F6-9B74-F6363101344B}"/>
                    </a:ext>
                  </a:extLst>
                </p14:cNvPr>
                <p14:cNvContentPartPr/>
                <p14:nvPr/>
              </p14:nvContentPartPr>
              <p14:xfrm>
                <a:off x="799358" y="3213216"/>
                <a:ext cx="1792440" cy="1261800"/>
              </p14:xfrm>
            </p:contentPart>
          </mc:Choice>
          <mc:Fallback>
            <p:pic>
              <p:nvPicPr>
                <p:cNvPr id="98" name="Ink 97">
                  <a:extLst>
                    <a:ext uri="{FF2B5EF4-FFF2-40B4-BE49-F238E27FC236}">
                      <a16:creationId xmlns:a16="http://schemas.microsoft.com/office/drawing/2014/main" id="{4820081D-B5E7-55F6-9B74-F6363101344B}"/>
                    </a:ext>
                  </a:extLst>
                </p:cNvPr>
                <p:cNvPicPr/>
                <p:nvPr/>
              </p:nvPicPr>
              <p:blipFill>
                <a:blip r:embed="rId467"/>
                <a:stretch>
                  <a:fillRect/>
                </a:stretch>
              </p:blipFill>
              <p:spPr>
                <a:xfrm>
                  <a:off x="795038" y="3208896"/>
                  <a:ext cx="1801080" cy="1270440"/>
                </a:xfrm>
                <a:prstGeom prst="rect">
                  <a:avLst/>
                </a:prstGeom>
              </p:spPr>
            </p:pic>
          </mc:Fallback>
        </mc:AlternateContent>
        <mc:AlternateContent xmlns:mc="http://schemas.openxmlformats.org/markup-compatibility/2006">
          <mc:Choice xmlns:p14="http://schemas.microsoft.com/office/powerpoint/2010/main" Requires="p14">
            <p:contentPart p14:bwMode="auto" r:id="rId468">
              <p14:nvContentPartPr>
                <p14:cNvPr id="99" name="Ink 98">
                  <a:extLst>
                    <a:ext uri="{FF2B5EF4-FFF2-40B4-BE49-F238E27FC236}">
                      <a16:creationId xmlns:a16="http://schemas.microsoft.com/office/drawing/2014/main" id="{750351A8-F390-6142-458E-16E42DB2A682}"/>
                    </a:ext>
                  </a:extLst>
                </p14:cNvPr>
                <p14:cNvContentPartPr/>
                <p14:nvPr/>
              </p14:nvContentPartPr>
              <p14:xfrm>
                <a:off x="1696478" y="3211056"/>
                <a:ext cx="28440" cy="164160"/>
              </p14:xfrm>
            </p:contentPart>
          </mc:Choice>
          <mc:Fallback>
            <p:pic>
              <p:nvPicPr>
                <p:cNvPr id="99" name="Ink 98">
                  <a:extLst>
                    <a:ext uri="{FF2B5EF4-FFF2-40B4-BE49-F238E27FC236}">
                      <a16:creationId xmlns:a16="http://schemas.microsoft.com/office/drawing/2014/main" id="{750351A8-F390-6142-458E-16E42DB2A682}"/>
                    </a:ext>
                  </a:extLst>
                </p:cNvPr>
                <p:cNvPicPr/>
                <p:nvPr/>
              </p:nvPicPr>
              <p:blipFill>
                <a:blip r:embed="rId469"/>
                <a:stretch>
                  <a:fillRect/>
                </a:stretch>
              </p:blipFill>
              <p:spPr>
                <a:xfrm>
                  <a:off x="1692158" y="3206736"/>
                  <a:ext cx="3708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470">
              <p14:nvContentPartPr>
                <p14:cNvPr id="100" name="Ink 99">
                  <a:extLst>
                    <a:ext uri="{FF2B5EF4-FFF2-40B4-BE49-F238E27FC236}">
                      <a16:creationId xmlns:a16="http://schemas.microsoft.com/office/drawing/2014/main" id="{9EF6ADF8-19C8-0F1C-2112-B7FD63637D75}"/>
                    </a:ext>
                  </a:extLst>
                </p14:cNvPr>
                <p14:cNvContentPartPr/>
                <p14:nvPr/>
              </p14:nvContentPartPr>
              <p14:xfrm>
                <a:off x="1740758" y="3588336"/>
                <a:ext cx="15840" cy="88920"/>
              </p14:xfrm>
            </p:contentPart>
          </mc:Choice>
          <mc:Fallback>
            <p:pic>
              <p:nvPicPr>
                <p:cNvPr id="100" name="Ink 99">
                  <a:extLst>
                    <a:ext uri="{FF2B5EF4-FFF2-40B4-BE49-F238E27FC236}">
                      <a16:creationId xmlns:a16="http://schemas.microsoft.com/office/drawing/2014/main" id="{9EF6ADF8-19C8-0F1C-2112-B7FD63637D75}"/>
                    </a:ext>
                  </a:extLst>
                </p:cNvPr>
                <p:cNvPicPr/>
                <p:nvPr/>
              </p:nvPicPr>
              <p:blipFill>
                <a:blip r:embed="rId471"/>
                <a:stretch>
                  <a:fillRect/>
                </a:stretch>
              </p:blipFill>
              <p:spPr>
                <a:xfrm>
                  <a:off x="1736438" y="3584016"/>
                  <a:ext cx="24480" cy="97560"/>
                </a:xfrm>
                <a:prstGeom prst="rect">
                  <a:avLst/>
                </a:prstGeom>
              </p:spPr>
            </p:pic>
          </mc:Fallback>
        </mc:AlternateContent>
        <mc:AlternateContent xmlns:mc="http://schemas.openxmlformats.org/markup-compatibility/2006">
          <mc:Choice xmlns:p14="http://schemas.microsoft.com/office/powerpoint/2010/main" Requires="p14">
            <p:contentPart p14:bwMode="auto" r:id="rId472">
              <p14:nvContentPartPr>
                <p14:cNvPr id="101" name="Ink 100">
                  <a:extLst>
                    <a:ext uri="{FF2B5EF4-FFF2-40B4-BE49-F238E27FC236}">
                      <a16:creationId xmlns:a16="http://schemas.microsoft.com/office/drawing/2014/main" id="{8228C362-3C70-6CD9-6DDF-2C5655F25F15}"/>
                    </a:ext>
                  </a:extLst>
                </p14:cNvPr>
                <p14:cNvContentPartPr/>
                <p14:nvPr/>
              </p14:nvContentPartPr>
              <p14:xfrm>
                <a:off x="1777118" y="3874176"/>
                <a:ext cx="21240" cy="135000"/>
              </p14:xfrm>
            </p:contentPart>
          </mc:Choice>
          <mc:Fallback>
            <p:pic>
              <p:nvPicPr>
                <p:cNvPr id="101" name="Ink 100">
                  <a:extLst>
                    <a:ext uri="{FF2B5EF4-FFF2-40B4-BE49-F238E27FC236}">
                      <a16:creationId xmlns:a16="http://schemas.microsoft.com/office/drawing/2014/main" id="{8228C362-3C70-6CD9-6DDF-2C5655F25F15}"/>
                    </a:ext>
                  </a:extLst>
                </p:cNvPr>
                <p:cNvPicPr/>
                <p:nvPr/>
              </p:nvPicPr>
              <p:blipFill>
                <a:blip r:embed="rId473"/>
                <a:stretch>
                  <a:fillRect/>
                </a:stretch>
              </p:blipFill>
              <p:spPr>
                <a:xfrm>
                  <a:off x="1772798" y="3869856"/>
                  <a:ext cx="2988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474">
              <p14:nvContentPartPr>
                <p14:cNvPr id="102" name="Ink 101">
                  <a:extLst>
                    <a:ext uri="{FF2B5EF4-FFF2-40B4-BE49-F238E27FC236}">
                      <a16:creationId xmlns:a16="http://schemas.microsoft.com/office/drawing/2014/main" id="{25E6DFBC-C5DD-C441-7FC1-7B364E75491A}"/>
                    </a:ext>
                  </a:extLst>
                </p14:cNvPr>
                <p14:cNvContentPartPr/>
                <p14:nvPr/>
              </p14:nvContentPartPr>
              <p14:xfrm>
                <a:off x="1823918" y="4175856"/>
                <a:ext cx="23400" cy="135000"/>
              </p14:xfrm>
            </p:contentPart>
          </mc:Choice>
          <mc:Fallback>
            <p:pic>
              <p:nvPicPr>
                <p:cNvPr id="102" name="Ink 101">
                  <a:extLst>
                    <a:ext uri="{FF2B5EF4-FFF2-40B4-BE49-F238E27FC236}">
                      <a16:creationId xmlns:a16="http://schemas.microsoft.com/office/drawing/2014/main" id="{25E6DFBC-C5DD-C441-7FC1-7B364E75491A}"/>
                    </a:ext>
                  </a:extLst>
                </p:cNvPr>
                <p:cNvPicPr/>
                <p:nvPr/>
              </p:nvPicPr>
              <p:blipFill>
                <a:blip r:embed="rId475"/>
                <a:stretch>
                  <a:fillRect/>
                </a:stretch>
              </p:blipFill>
              <p:spPr>
                <a:xfrm>
                  <a:off x="1819598" y="4171536"/>
                  <a:ext cx="3204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476">
              <p14:nvContentPartPr>
                <p14:cNvPr id="103" name="Ink 102">
                  <a:extLst>
                    <a:ext uri="{FF2B5EF4-FFF2-40B4-BE49-F238E27FC236}">
                      <a16:creationId xmlns:a16="http://schemas.microsoft.com/office/drawing/2014/main" id="{A0273838-CE9C-64A6-0A15-A69C02BD2786}"/>
                    </a:ext>
                  </a:extLst>
                </p14:cNvPr>
                <p14:cNvContentPartPr/>
                <p14:nvPr/>
              </p14:nvContentPartPr>
              <p14:xfrm>
                <a:off x="1857398" y="4450536"/>
                <a:ext cx="10440" cy="46800"/>
              </p14:xfrm>
            </p:contentPart>
          </mc:Choice>
          <mc:Fallback>
            <p:pic>
              <p:nvPicPr>
                <p:cNvPr id="103" name="Ink 102">
                  <a:extLst>
                    <a:ext uri="{FF2B5EF4-FFF2-40B4-BE49-F238E27FC236}">
                      <a16:creationId xmlns:a16="http://schemas.microsoft.com/office/drawing/2014/main" id="{A0273838-CE9C-64A6-0A15-A69C02BD2786}"/>
                    </a:ext>
                  </a:extLst>
                </p:cNvPr>
                <p:cNvPicPr/>
                <p:nvPr/>
              </p:nvPicPr>
              <p:blipFill>
                <a:blip r:embed="rId477"/>
                <a:stretch>
                  <a:fillRect/>
                </a:stretch>
              </p:blipFill>
              <p:spPr>
                <a:xfrm>
                  <a:off x="1853078" y="4446216"/>
                  <a:ext cx="19080" cy="55440"/>
                </a:xfrm>
                <a:prstGeom prst="rect">
                  <a:avLst/>
                </a:prstGeom>
              </p:spPr>
            </p:pic>
          </mc:Fallback>
        </mc:AlternateContent>
        <mc:AlternateContent xmlns:mc="http://schemas.openxmlformats.org/markup-compatibility/2006">
          <mc:Choice xmlns:p14="http://schemas.microsoft.com/office/powerpoint/2010/main" Requires="p14">
            <p:contentPart p14:bwMode="auto" r:id="rId478">
              <p14:nvContentPartPr>
                <p14:cNvPr id="105" name="Ink 104">
                  <a:extLst>
                    <a:ext uri="{FF2B5EF4-FFF2-40B4-BE49-F238E27FC236}">
                      <a16:creationId xmlns:a16="http://schemas.microsoft.com/office/drawing/2014/main" id="{B7FE4CF6-0FAF-72EB-0427-336F98C59180}"/>
                    </a:ext>
                  </a:extLst>
                </p14:cNvPr>
                <p14:cNvContentPartPr/>
                <p14:nvPr/>
              </p14:nvContentPartPr>
              <p14:xfrm>
                <a:off x="1763798" y="4597776"/>
                <a:ext cx="136800" cy="113760"/>
              </p14:xfrm>
            </p:contentPart>
          </mc:Choice>
          <mc:Fallback>
            <p:pic>
              <p:nvPicPr>
                <p:cNvPr id="105" name="Ink 104">
                  <a:extLst>
                    <a:ext uri="{FF2B5EF4-FFF2-40B4-BE49-F238E27FC236}">
                      <a16:creationId xmlns:a16="http://schemas.microsoft.com/office/drawing/2014/main" id="{B7FE4CF6-0FAF-72EB-0427-336F98C59180}"/>
                    </a:ext>
                  </a:extLst>
                </p:cNvPr>
                <p:cNvPicPr/>
                <p:nvPr/>
              </p:nvPicPr>
              <p:blipFill>
                <a:blip r:embed="rId479"/>
                <a:stretch>
                  <a:fillRect/>
                </a:stretch>
              </p:blipFill>
              <p:spPr>
                <a:xfrm>
                  <a:off x="1759478" y="4593456"/>
                  <a:ext cx="14544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480">
              <p14:nvContentPartPr>
                <p14:cNvPr id="106" name="Ink 105">
                  <a:extLst>
                    <a:ext uri="{FF2B5EF4-FFF2-40B4-BE49-F238E27FC236}">
                      <a16:creationId xmlns:a16="http://schemas.microsoft.com/office/drawing/2014/main" id="{1DC8BE84-098B-21CB-471C-2A141DD19DCB}"/>
                    </a:ext>
                  </a:extLst>
                </p14:cNvPr>
                <p14:cNvContentPartPr/>
                <p14:nvPr/>
              </p14:nvContentPartPr>
              <p14:xfrm>
                <a:off x="1837958" y="4583016"/>
                <a:ext cx="12240" cy="26640"/>
              </p14:xfrm>
            </p:contentPart>
          </mc:Choice>
          <mc:Fallback>
            <p:pic>
              <p:nvPicPr>
                <p:cNvPr id="106" name="Ink 105">
                  <a:extLst>
                    <a:ext uri="{FF2B5EF4-FFF2-40B4-BE49-F238E27FC236}">
                      <a16:creationId xmlns:a16="http://schemas.microsoft.com/office/drawing/2014/main" id="{1DC8BE84-098B-21CB-471C-2A141DD19DCB}"/>
                    </a:ext>
                  </a:extLst>
                </p:cNvPr>
                <p:cNvPicPr/>
                <p:nvPr/>
              </p:nvPicPr>
              <p:blipFill>
                <a:blip r:embed="rId481"/>
                <a:stretch>
                  <a:fillRect/>
                </a:stretch>
              </p:blipFill>
              <p:spPr>
                <a:xfrm>
                  <a:off x="1833638" y="4578696"/>
                  <a:ext cx="2088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482">
              <p14:nvContentPartPr>
                <p14:cNvPr id="107" name="Ink 106">
                  <a:extLst>
                    <a:ext uri="{FF2B5EF4-FFF2-40B4-BE49-F238E27FC236}">
                      <a16:creationId xmlns:a16="http://schemas.microsoft.com/office/drawing/2014/main" id="{5158D9FC-EBED-655D-1218-C1F9625E17CD}"/>
                    </a:ext>
                  </a:extLst>
                </p14:cNvPr>
                <p14:cNvContentPartPr/>
                <p14:nvPr/>
              </p14:nvContentPartPr>
              <p14:xfrm>
                <a:off x="1755158" y="4604256"/>
                <a:ext cx="183960" cy="294840"/>
              </p14:xfrm>
            </p:contentPart>
          </mc:Choice>
          <mc:Fallback>
            <p:pic>
              <p:nvPicPr>
                <p:cNvPr id="107" name="Ink 106">
                  <a:extLst>
                    <a:ext uri="{FF2B5EF4-FFF2-40B4-BE49-F238E27FC236}">
                      <a16:creationId xmlns:a16="http://schemas.microsoft.com/office/drawing/2014/main" id="{5158D9FC-EBED-655D-1218-C1F9625E17CD}"/>
                    </a:ext>
                  </a:extLst>
                </p:cNvPr>
                <p:cNvPicPr/>
                <p:nvPr/>
              </p:nvPicPr>
              <p:blipFill>
                <a:blip r:embed="rId483"/>
                <a:stretch>
                  <a:fillRect/>
                </a:stretch>
              </p:blipFill>
              <p:spPr>
                <a:xfrm>
                  <a:off x="1750838" y="4599936"/>
                  <a:ext cx="192600" cy="303480"/>
                </a:xfrm>
                <a:prstGeom prst="rect">
                  <a:avLst/>
                </a:prstGeom>
              </p:spPr>
            </p:pic>
          </mc:Fallback>
        </mc:AlternateContent>
        <mc:AlternateContent xmlns:mc="http://schemas.openxmlformats.org/markup-compatibility/2006">
          <mc:Choice xmlns:p14="http://schemas.microsoft.com/office/powerpoint/2010/main" Requires="p14">
            <p:contentPart p14:bwMode="auto" r:id="rId484">
              <p14:nvContentPartPr>
                <p14:cNvPr id="108" name="Ink 107">
                  <a:extLst>
                    <a:ext uri="{FF2B5EF4-FFF2-40B4-BE49-F238E27FC236}">
                      <a16:creationId xmlns:a16="http://schemas.microsoft.com/office/drawing/2014/main" id="{4CBB317B-7EFF-4814-CF8B-3AB9D5563ACB}"/>
                    </a:ext>
                  </a:extLst>
                </p14:cNvPr>
                <p14:cNvContentPartPr/>
                <p14:nvPr/>
              </p14:nvContentPartPr>
              <p14:xfrm>
                <a:off x="1958918" y="4721976"/>
                <a:ext cx="33120" cy="126000"/>
              </p14:xfrm>
            </p:contentPart>
          </mc:Choice>
          <mc:Fallback>
            <p:pic>
              <p:nvPicPr>
                <p:cNvPr id="108" name="Ink 107">
                  <a:extLst>
                    <a:ext uri="{FF2B5EF4-FFF2-40B4-BE49-F238E27FC236}">
                      <a16:creationId xmlns:a16="http://schemas.microsoft.com/office/drawing/2014/main" id="{4CBB317B-7EFF-4814-CF8B-3AB9D5563ACB}"/>
                    </a:ext>
                  </a:extLst>
                </p:cNvPr>
                <p:cNvPicPr/>
                <p:nvPr/>
              </p:nvPicPr>
              <p:blipFill>
                <a:blip r:embed="rId485"/>
                <a:stretch>
                  <a:fillRect/>
                </a:stretch>
              </p:blipFill>
              <p:spPr>
                <a:xfrm>
                  <a:off x="1954598" y="4717656"/>
                  <a:ext cx="41760" cy="134640"/>
                </a:xfrm>
                <a:prstGeom prst="rect">
                  <a:avLst/>
                </a:prstGeom>
              </p:spPr>
            </p:pic>
          </mc:Fallback>
        </mc:AlternateContent>
        <mc:AlternateContent xmlns:mc="http://schemas.openxmlformats.org/markup-compatibility/2006">
          <mc:Choice xmlns:p14="http://schemas.microsoft.com/office/powerpoint/2010/main" Requires="p14">
            <p:contentPart p14:bwMode="auto" r:id="rId486">
              <p14:nvContentPartPr>
                <p14:cNvPr id="109" name="Ink 108">
                  <a:extLst>
                    <a:ext uri="{FF2B5EF4-FFF2-40B4-BE49-F238E27FC236}">
                      <a16:creationId xmlns:a16="http://schemas.microsoft.com/office/drawing/2014/main" id="{BE16433F-DAAB-E792-755A-A5C5DB3F0746}"/>
                    </a:ext>
                  </a:extLst>
                </p14:cNvPr>
                <p14:cNvContentPartPr/>
                <p14:nvPr/>
              </p14:nvContentPartPr>
              <p14:xfrm>
                <a:off x="1412798" y="3909456"/>
                <a:ext cx="111960" cy="104760"/>
              </p14:xfrm>
            </p:contentPart>
          </mc:Choice>
          <mc:Fallback>
            <p:pic>
              <p:nvPicPr>
                <p:cNvPr id="109" name="Ink 108">
                  <a:extLst>
                    <a:ext uri="{FF2B5EF4-FFF2-40B4-BE49-F238E27FC236}">
                      <a16:creationId xmlns:a16="http://schemas.microsoft.com/office/drawing/2014/main" id="{BE16433F-DAAB-E792-755A-A5C5DB3F0746}"/>
                    </a:ext>
                  </a:extLst>
                </p:cNvPr>
                <p:cNvPicPr/>
                <p:nvPr/>
              </p:nvPicPr>
              <p:blipFill>
                <a:blip r:embed="rId487"/>
                <a:stretch>
                  <a:fillRect/>
                </a:stretch>
              </p:blipFill>
              <p:spPr>
                <a:xfrm>
                  <a:off x="1408478" y="3905136"/>
                  <a:ext cx="12060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488">
              <p14:nvContentPartPr>
                <p14:cNvPr id="110" name="Ink 109">
                  <a:extLst>
                    <a:ext uri="{FF2B5EF4-FFF2-40B4-BE49-F238E27FC236}">
                      <a16:creationId xmlns:a16="http://schemas.microsoft.com/office/drawing/2014/main" id="{938FB017-584F-A009-4575-0D134E1696B6}"/>
                    </a:ext>
                  </a:extLst>
                </p14:cNvPr>
                <p14:cNvContentPartPr/>
                <p14:nvPr/>
              </p14:nvContentPartPr>
              <p14:xfrm>
                <a:off x="1450238" y="3905136"/>
                <a:ext cx="608400" cy="84960"/>
              </p14:xfrm>
            </p:contentPart>
          </mc:Choice>
          <mc:Fallback>
            <p:pic>
              <p:nvPicPr>
                <p:cNvPr id="110" name="Ink 109">
                  <a:extLst>
                    <a:ext uri="{FF2B5EF4-FFF2-40B4-BE49-F238E27FC236}">
                      <a16:creationId xmlns:a16="http://schemas.microsoft.com/office/drawing/2014/main" id="{938FB017-584F-A009-4575-0D134E1696B6}"/>
                    </a:ext>
                  </a:extLst>
                </p:cNvPr>
                <p:cNvPicPr/>
                <p:nvPr/>
              </p:nvPicPr>
              <p:blipFill>
                <a:blip r:embed="rId489"/>
                <a:stretch>
                  <a:fillRect/>
                </a:stretch>
              </p:blipFill>
              <p:spPr>
                <a:xfrm>
                  <a:off x="1445918" y="3900816"/>
                  <a:ext cx="617040" cy="93600"/>
                </a:xfrm>
                <a:prstGeom prst="rect">
                  <a:avLst/>
                </a:prstGeom>
              </p:spPr>
            </p:pic>
          </mc:Fallback>
        </mc:AlternateContent>
        <mc:AlternateContent xmlns:mc="http://schemas.openxmlformats.org/markup-compatibility/2006">
          <mc:Choice xmlns:p14="http://schemas.microsoft.com/office/powerpoint/2010/main" Requires="p14">
            <p:contentPart p14:bwMode="auto" r:id="rId490">
              <p14:nvContentPartPr>
                <p14:cNvPr id="111" name="Ink 110">
                  <a:extLst>
                    <a:ext uri="{FF2B5EF4-FFF2-40B4-BE49-F238E27FC236}">
                      <a16:creationId xmlns:a16="http://schemas.microsoft.com/office/drawing/2014/main" id="{1679BD2B-736E-1060-59FD-29F53E8CEEA2}"/>
                    </a:ext>
                  </a:extLst>
                </p14:cNvPr>
                <p14:cNvContentPartPr/>
                <p14:nvPr/>
              </p14:nvContentPartPr>
              <p14:xfrm>
                <a:off x="1964678" y="3797496"/>
                <a:ext cx="89280" cy="205560"/>
              </p14:xfrm>
            </p:contentPart>
          </mc:Choice>
          <mc:Fallback>
            <p:pic>
              <p:nvPicPr>
                <p:cNvPr id="111" name="Ink 110">
                  <a:extLst>
                    <a:ext uri="{FF2B5EF4-FFF2-40B4-BE49-F238E27FC236}">
                      <a16:creationId xmlns:a16="http://schemas.microsoft.com/office/drawing/2014/main" id="{1679BD2B-736E-1060-59FD-29F53E8CEEA2}"/>
                    </a:ext>
                  </a:extLst>
                </p:cNvPr>
                <p:cNvPicPr/>
                <p:nvPr/>
              </p:nvPicPr>
              <p:blipFill>
                <a:blip r:embed="rId491"/>
                <a:stretch>
                  <a:fillRect/>
                </a:stretch>
              </p:blipFill>
              <p:spPr>
                <a:xfrm>
                  <a:off x="1960358" y="3793176"/>
                  <a:ext cx="9792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492">
              <p14:nvContentPartPr>
                <p14:cNvPr id="112" name="Ink 111">
                  <a:extLst>
                    <a:ext uri="{FF2B5EF4-FFF2-40B4-BE49-F238E27FC236}">
                      <a16:creationId xmlns:a16="http://schemas.microsoft.com/office/drawing/2014/main" id="{A5797954-47C8-4E99-2ACD-9D15AE2DE952}"/>
                    </a:ext>
                  </a:extLst>
                </p14:cNvPr>
                <p14:cNvContentPartPr/>
                <p14:nvPr/>
              </p14:nvContentPartPr>
              <p14:xfrm>
                <a:off x="1594598" y="4084776"/>
                <a:ext cx="159480" cy="120600"/>
              </p14:xfrm>
            </p:contentPart>
          </mc:Choice>
          <mc:Fallback>
            <p:pic>
              <p:nvPicPr>
                <p:cNvPr id="112" name="Ink 111">
                  <a:extLst>
                    <a:ext uri="{FF2B5EF4-FFF2-40B4-BE49-F238E27FC236}">
                      <a16:creationId xmlns:a16="http://schemas.microsoft.com/office/drawing/2014/main" id="{A5797954-47C8-4E99-2ACD-9D15AE2DE952}"/>
                    </a:ext>
                  </a:extLst>
                </p:cNvPr>
                <p:cNvPicPr/>
                <p:nvPr/>
              </p:nvPicPr>
              <p:blipFill>
                <a:blip r:embed="rId493"/>
                <a:stretch>
                  <a:fillRect/>
                </a:stretch>
              </p:blipFill>
              <p:spPr>
                <a:xfrm>
                  <a:off x="1590278" y="4080456"/>
                  <a:ext cx="16812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494">
              <p14:nvContentPartPr>
                <p14:cNvPr id="113" name="Ink 112">
                  <a:extLst>
                    <a:ext uri="{FF2B5EF4-FFF2-40B4-BE49-F238E27FC236}">
                      <a16:creationId xmlns:a16="http://schemas.microsoft.com/office/drawing/2014/main" id="{81F69684-6BF9-FF90-3ADC-EE81648930F5}"/>
                    </a:ext>
                  </a:extLst>
                </p14:cNvPr>
                <p14:cNvContentPartPr/>
                <p14:nvPr/>
              </p14:nvContentPartPr>
              <p14:xfrm>
                <a:off x="1783238" y="4135176"/>
                <a:ext cx="23400" cy="131760"/>
              </p14:xfrm>
            </p:contentPart>
          </mc:Choice>
          <mc:Fallback>
            <p:pic>
              <p:nvPicPr>
                <p:cNvPr id="113" name="Ink 112">
                  <a:extLst>
                    <a:ext uri="{FF2B5EF4-FFF2-40B4-BE49-F238E27FC236}">
                      <a16:creationId xmlns:a16="http://schemas.microsoft.com/office/drawing/2014/main" id="{81F69684-6BF9-FF90-3ADC-EE81648930F5}"/>
                    </a:ext>
                  </a:extLst>
                </p:cNvPr>
                <p:cNvPicPr/>
                <p:nvPr/>
              </p:nvPicPr>
              <p:blipFill>
                <a:blip r:embed="rId495"/>
                <a:stretch>
                  <a:fillRect/>
                </a:stretch>
              </p:blipFill>
              <p:spPr>
                <a:xfrm>
                  <a:off x="1778918" y="4130856"/>
                  <a:ext cx="3204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496">
              <p14:nvContentPartPr>
                <p14:cNvPr id="114" name="Ink 113">
                  <a:extLst>
                    <a:ext uri="{FF2B5EF4-FFF2-40B4-BE49-F238E27FC236}">
                      <a16:creationId xmlns:a16="http://schemas.microsoft.com/office/drawing/2014/main" id="{F49854FE-1AC3-828C-EC4F-63C1E7B71ED0}"/>
                    </a:ext>
                  </a:extLst>
                </p14:cNvPr>
                <p14:cNvContentPartPr/>
                <p14:nvPr/>
              </p14:nvContentPartPr>
              <p14:xfrm>
                <a:off x="1805918" y="4041576"/>
                <a:ext cx="105480" cy="68760"/>
              </p14:xfrm>
            </p:contentPart>
          </mc:Choice>
          <mc:Fallback>
            <p:pic>
              <p:nvPicPr>
                <p:cNvPr id="114" name="Ink 113">
                  <a:extLst>
                    <a:ext uri="{FF2B5EF4-FFF2-40B4-BE49-F238E27FC236}">
                      <a16:creationId xmlns:a16="http://schemas.microsoft.com/office/drawing/2014/main" id="{F49854FE-1AC3-828C-EC4F-63C1E7B71ED0}"/>
                    </a:ext>
                  </a:extLst>
                </p:cNvPr>
                <p:cNvPicPr/>
                <p:nvPr/>
              </p:nvPicPr>
              <p:blipFill>
                <a:blip r:embed="rId497"/>
                <a:stretch>
                  <a:fillRect/>
                </a:stretch>
              </p:blipFill>
              <p:spPr>
                <a:xfrm>
                  <a:off x="1801598" y="4037256"/>
                  <a:ext cx="114120" cy="77400"/>
                </a:xfrm>
                <a:prstGeom prst="rect">
                  <a:avLst/>
                </a:prstGeom>
              </p:spPr>
            </p:pic>
          </mc:Fallback>
        </mc:AlternateContent>
        <mc:AlternateContent xmlns:mc="http://schemas.openxmlformats.org/markup-compatibility/2006">
          <mc:Choice xmlns:p14="http://schemas.microsoft.com/office/powerpoint/2010/main" Requires="p14">
            <p:contentPart p14:bwMode="auto" r:id="rId498">
              <p14:nvContentPartPr>
                <p14:cNvPr id="148" name="Ink 147">
                  <a:extLst>
                    <a:ext uri="{FF2B5EF4-FFF2-40B4-BE49-F238E27FC236}">
                      <a16:creationId xmlns:a16="http://schemas.microsoft.com/office/drawing/2014/main" id="{D7F2A2F4-12AD-11F3-9D69-21F4807AED10}"/>
                    </a:ext>
                  </a:extLst>
                </p14:cNvPr>
                <p14:cNvContentPartPr/>
                <p14:nvPr/>
              </p14:nvContentPartPr>
              <p14:xfrm>
                <a:off x="1673798" y="4989816"/>
                <a:ext cx="106560" cy="178560"/>
              </p14:xfrm>
            </p:contentPart>
          </mc:Choice>
          <mc:Fallback>
            <p:pic>
              <p:nvPicPr>
                <p:cNvPr id="148" name="Ink 147">
                  <a:extLst>
                    <a:ext uri="{FF2B5EF4-FFF2-40B4-BE49-F238E27FC236}">
                      <a16:creationId xmlns:a16="http://schemas.microsoft.com/office/drawing/2014/main" id="{D7F2A2F4-12AD-11F3-9D69-21F4807AED10}"/>
                    </a:ext>
                  </a:extLst>
                </p:cNvPr>
                <p:cNvPicPr/>
                <p:nvPr/>
              </p:nvPicPr>
              <p:blipFill>
                <a:blip r:embed="rId499"/>
                <a:stretch>
                  <a:fillRect/>
                </a:stretch>
              </p:blipFill>
              <p:spPr>
                <a:xfrm>
                  <a:off x="1669478" y="4985496"/>
                  <a:ext cx="11520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500">
              <p14:nvContentPartPr>
                <p14:cNvPr id="149" name="Ink 148">
                  <a:extLst>
                    <a:ext uri="{FF2B5EF4-FFF2-40B4-BE49-F238E27FC236}">
                      <a16:creationId xmlns:a16="http://schemas.microsoft.com/office/drawing/2014/main" id="{8F4996DF-10A4-AA59-1447-3152EBF9B0C4}"/>
                    </a:ext>
                  </a:extLst>
                </p14:cNvPr>
                <p14:cNvContentPartPr/>
                <p14:nvPr/>
              </p14:nvContentPartPr>
              <p14:xfrm>
                <a:off x="1671278" y="4942656"/>
                <a:ext cx="115200" cy="99720"/>
              </p14:xfrm>
            </p:contentPart>
          </mc:Choice>
          <mc:Fallback>
            <p:pic>
              <p:nvPicPr>
                <p:cNvPr id="149" name="Ink 148">
                  <a:extLst>
                    <a:ext uri="{FF2B5EF4-FFF2-40B4-BE49-F238E27FC236}">
                      <a16:creationId xmlns:a16="http://schemas.microsoft.com/office/drawing/2014/main" id="{8F4996DF-10A4-AA59-1447-3152EBF9B0C4}"/>
                    </a:ext>
                  </a:extLst>
                </p:cNvPr>
                <p:cNvPicPr/>
                <p:nvPr/>
              </p:nvPicPr>
              <p:blipFill>
                <a:blip r:embed="rId501"/>
                <a:stretch>
                  <a:fillRect/>
                </a:stretch>
              </p:blipFill>
              <p:spPr>
                <a:xfrm>
                  <a:off x="1666958" y="4938336"/>
                  <a:ext cx="12384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502">
              <p14:nvContentPartPr>
                <p14:cNvPr id="150" name="Ink 149">
                  <a:extLst>
                    <a:ext uri="{FF2B5EF4-FFF2-40B4-BE49-F238E27FC236}">
                      <a16:creationId xmlns:a16="http://schemas.microsoft.com/office/drawing/2014/main" id="{00920ADC-2752-8E34-1981-B8FFC00FA641}"/>
                    </a:ext>
                  </a:extLst>
                </p14:cNvPr>
                <p14:cNvContentPartPr/>
                <p14:nvPr/>
              </p14:nvContentPartPr>
              <p14:xfrm>
                <a:off x="1836878" y="4964616"/>
                <a:ext cx="82800" cy="79560"/>
              </p14:xfrm>
            </p:contentPart>
          </mc:Choice>
          <mc:Fallback>
            <p:pic>
              <p:nvPicPr>
                <p:cNvPr id="150" name="Ink 149">
                  <a:extLst>
                    <a:ext uri="{FF2B5EF4-FFF2-40B4-BE49-F238E27FC236}">
                      <a16:creationId xmlns:a16="http://schemas.microsoft.com/office/drawing/2014/main" id="{00920ADC-2752-8E34-1981-B8FFC00FA641}"/>
                    </a:ext>
                  </a:extLst>
                </p:cNvPr>
                <p:cNvPicPr/>
                <p:nvPr/>
              </p:nvPicPr>
              <p:blipFill>
                <a:blip r:embed="rId503"/>
                <a:stretch>
                  <a:fillRect/>
                </a:stretch>
              </p:blipFill>
              <p:spPr>
                <a:xfrm>
                  <a:off x="1832558" y="4960296"/>
                  <a:ext cx="91440" cy="88200"/>
                </a:xfrm>
                <a:prstGeom prst="rect">
                  <a:avLst/>
                </a:prstGeom>
              </p:spPr>
            </p:pic>
          </mc:Fallback>
        </mc:AlternateContent>
        <mc:AlternateContent xmlns:mc="http://schemas.openxmlformats.org/markup-compatibility/2006">
          <mc:Choice xmlns:p14="http://schemas.microsoft.com/office/powerpoint/2010/main" Requires="p14">
            <p:contentPart p14:bwMode="auto" r:id="rId504">
              <p14:nvContentPartPr>
                <p14:cNvPr id="211" name="Ink 210">
                  <a:extLst>
                    <a:ext uri="{FF2B5EF4-FFF2-40B4-BE49-F238E27FC236}">
                      <a16:creationId xmlns:a16="http://schemas.microsoft.com/office/drawing/2014/main" id="{7B28223F-E30B-3AD7-6FB4-05F4D909B7AD}"/>
                    </a:ext>
                  </a:extLst>
                </p14:cNvPr>
                <p14:cNvContentPartPr/>
                <p14:nvPr/>
              </p14:nvContentPartPr>
              <p14:xfrm>
                <a:off x="2116238" y="4221936"/>
                <a:ext cx="23040" cy="324720"/>
              </p14:xfrm>
            </p:contentPart>
          </mc:Choice>
          <mc:Fallback>
            <p:pic>
              <p:nvPicPr>
                <p:cNvPr id="211" name="Ink 210">
                  <a:extLst>
                    <a:ext uri="{FF2B5EF4-FFF2-40B4-BE49-F238E27FC236}">
                      <a16:creationId xmlns:a16="http://schemas.microsoft.com/office/drawing/2014/main" id="{7B28223F-E30B-3AD7-6FB4-05F4D909B7AD}"/>
                    </a:ext>
                  </a:extLst>
                </p:cNvPr>
                <p:cNvPicPr/>
                <p:nvPr/>
              </p:nvPicPr>
              <p:blipFill>
                <a:blip r:embed="rId505"/>
                <a:stretch>
                  <a:fillRect/>
                </a:stretch>
              </p:blipFill>
              <p:spPr>
                <a:xfrm>
                  <a:off x="2111918" y="4217616"/>
                  <a:ext cx="31680" cy="333360"/>
                </a:xfrm>
                <a:prstGeom prst="rect">
                  <a:avLst/>
                </a:prstGeom>
              </p:spPr>
            </p:pic>
          </mc:Fallback>
        </mc:AlternateContent>
        <mc:AlternateContent xmlns:mc="http://schemas.openxmlformats.org/markup-compatibility/2006">
          <mc:Choice xmlns:p14="http://schemas.microsoft.com/office/powerpoint/2010/main" Requires="p14">
            <p:contentPart p14:bwMode="auto" r:id="rId506">
              <p14:nvContentPartPr>
                <p14:cNvPr id="212" name="Ink 211">
                  <a:extLst>
                    <a:ext uri="{FF2B5EF4-FFF2-40B4-BE49-F238E27FC236}">
                      <a16:creationId xmlns:a16="http://schemas.microsoft.com/office/drawing/2014/main" id="{8E4D6047-DA0E-75E4-5C51-DF0487C90DF4}"/>
                    </a:ext>
                  </a:extLst>
                </p14:cNvPr>
                <p14:cNvContentPartPr/>
                <p14:nvPr/>
              </p14:nvContentPartPr>
              <p14:xfrm>
                <a:off x="2118398" y="4301856"/>
                <a:ext cx="68040" cy="132840"/>
              </p14:xfrm>
            </p:contentPart>
          </mc:Choice>
          <mc:Fallback>
            <p:pic>
              <p:nvPicPr>
                <p:cNvPr id="212" name="Ink 211">
                  <a:extLst>
                    <a:ext uri="{FF2B5EF4-FFF2-40B4-BE49-F238E27FC236}">
                      <a16:creationId xmlns:a16="http://schemas.microsoft.com/office/drawing/2014/main" id="{8E4D6047-DA0E-75E4-5C51-DF0487C90DF4}"/>
                    </a:ext>
                  </a:extLst>
                </p:cNvPr>
                <p:cNvPicPr/>
                <p:nvPr/>
              </p:nvPicPr>
              <p:blipFill>
                <a:blip r:embed="rId507"/>
                <a:stretch>
                  <a:fillRect/>
                </a:stretch>
              </p:blipFill>
              <p:spPr>
                <a:xfrm>
                  <a:off x="2114078" y="4297536"/>
                  <a:ext cx="7668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508">
              <p14:nvContentPartPr>
                <p14:cNvPr id="213" name="Ink 212">
                  <a:extLst>
                    <a:ext uri="{FF2B5EF4-FFF2-40B4-BE49-F238E27FC236}">
                      <a16:creationId xmlns:a16="http://schemas.microsoft.com/office/drawing/2014/main" id="{698114BC-36BA-2A1C-5B6B-FC7303DA5197}"/>
                    </a:ext>
                  </a:extLst>
                </p14:cNvPr>
                <p14:cNvContentPartPr/>
                <p14:nvPr/>
              </p14:nvContentPartPr>
              <p14:xfrm>
                <a:off x="2172398" y="4361976"/>
                <a:ext cx="46800" cy="84600"/>
              </p14:xfrm>
            </p:contentPart>
          </mc:Choice>
          <mc:Fallback>
            <p:pic>
              <p:nvPicPr>
                <p:cNvPr id="213" name="Ink 212">
                  <a:extLst>
                    <a:ext uri="{FF2B5EF4-FFF2-40B4-BE49-F238E27FC236}">
                      <a16:creationId xmlns:a16="http://schemas.microsoft.com/office/drawing/2014/main" id="{698114BC-36BA-2A1C-5B6B-FC7303DA5197}"/>
                    </a:ext>
                  </a:extLst>
                </p:cNvPr>
                <p:cNvPicPr/>
                <p:nvPr/>
              </p:nvPicPr>
              <p:blipFill>
                <a:blip r:embed="rId509"/>
                <a:stretch>
                  <a:fillRect/>
                </a:stretch>
              </p:blipFill>
              <p:spPr>
                <a:xfrm>
                  <a:off x="2168078" y="4357656"/>
                  <a:ext cx="5544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510">
              <p14:nvContentPartPr>
                <p14:cNvPr id="214" name="Ink 213">
                  <a:extLst>
                    <a:ext uri="{FF2B5EF4-FFF2-40B4-BE49-F238E27FC236}">
                      <a16:creationId xmlns:a16="http://schemas.microsoft.com/office/drawing/2014/main" id="{1D01801C-01CF-1626-FDCE-2D64B39C2A22}"/>
                    </a:ext>
                  </a:extLst>
                </p14:cNvPr>
                <p14:cNvContentPartPr/>
                <p14:nvPr/>
              </p14:nvContentPartPr>
              <p14:xfrm>
                <a:off x="2205878" y="4404456"/>
                <a:ext cx="59040" cy="66600"/>
              </p14:xfrm>
            </p:contentPart>
          </mc:Choice>
          <mc:Fallback>
            <p:pic>
              <p:nvPicPr>
                <p:cNvPr id="214" name="Ink 213">
                  <a:extLst>
                    <a:ext uri="{FF2B5EF4-FFF2-40B4-BE49-F238E27FC236}">
                      <a16:creationId xmlns:a16="http://schemas.microsoft.com/office/drawing/2014/main" id="{1D01801C-01CF-1626-FDCE-2D64B39C2A22}"/>
                    </a:ext>
                  </a:extLst>
                </p:cNvPr>
                <p:cNvPicPr/>
                <p:nvPr/>
              </p:nvPicPr>
              <p:blipFill>
                <a:blip r:embed="rId511"/>
                <a:stretch>
                  <a:fillRect/>
                </a:stretch>
              </p:blipFill>
              <p:spPr>
                <a:xfrm>
                  <a:off x="2201558" y="4400136"/>
                  <a:ext cx="67680" cy="75240"/>
                </a:xfrm>
                <a:prstGeom prst="rect">
                  <a:avLst/>
                </a:prstGeom>
              </p:spPr>
            </p:pic>
          </mc:Fallback>
        </mc:AlternateContent>
        <mc:AlternateContent xmlns:mc="http://schemas.openxmlformats.org/markup-compatibility/2006">
          <mc:Choice xmlns:p14="http://schemas.microsoft.com/office/powerpoint/2010/main" Requires="p14">
            <p:contentPart p14:bwMode="auto" r:id="rId512">
              <p14:nvContentPartPr>
                <p14:cNvPr id="215" name="Ink 214">
                  <a:extLst>
                    <a:ext uri="{FF2B5EF4-FFF2-40B4-BE49-F238E27FC236}">
                      <a16:creationId xmlns:a16="http://schemas.microsoft.com/office/drawing/2014/main" id="{F8840D17-8C0A-6BFC-55A8-CA4E172E2DDA}"/>
                    </a:ext>
                  </a:extLst>
                </p14:cNvPr>
                <p14:cNvContentPartPr/>
                <p14:nvPr/>
              </p14:nvContentPartPr>
              <p14:xfrm>
                <a:off x="2294438" y="4395456"/>
                <a:ext cx="27720" cy="63720"/>
              </p14:xfrm>
            </p:contentPart>
          </mc:Choice>
          <mc:Fallback>
            <p:pic>
              <p:nvPicPr>
                <p:cNvPr id="215" name="Ink 214">
                  <a:extLst>
                    <a:ext uri="{FF2B5EF4-FFF2-40B4-BE49-F238E27FC236}">
                      <a16:creationId xmlns:a16="http://schemas.microsoft.com/office/drawing/2014/main" id="{F8840D17-8C0A-6BFC-55A8-CA4E172E2DDA}"/>
                    </a:ext>
                  </a:extLst>
                </p:cNvPr>
                <p:cNvPicPr/>
                <p:nvPr/>
              </p:nvPicPr>
              <p:blipFill>
                <a:blip r:embed="rId513"/>
                <a:stretch>
                  <a:fillRect/>
                </a:stretch>
              </p:blipFill>
              <p:spPr>
                <a:xfrm>
                  <a:off x="2290118" y="4391136"/>
                  <a:ext cx="3636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514">
              <p14:nvContentPartPr>
                <p14:cNvPr id="216" name="Ink 215">
                  <a:extLst>
                    <a:ext uri="{FF2B5EF4-FFF2-40B4-BE49-F238E27FC236}">
                      <a16:creationId xmlns:a16="http://schemas.microsoft.com/office/drawing/2014/main" id="{0815028E-591C-FF43-6E4D-848E0267445F}"/>
                    </a:ext>
                  </a:extLst>
                </p14:cNvPr>
                <p14:cNvContentPartPr/>
                <p14:nvPr/>
              </p14:nvContentPartPr>
              <p14:xfrm>
                <a:off x="2404598" y="4365216"/>
                <a:ext cx="52200" cy="122040"/>
              </p14:xfrm>
            </p:contentPart>
          </mc:Choice>
          <mc:Fallback>
            <p:pic>
              <p:nvPicPr>
                <p:cNvPr id="216" name="Ink 215">
                  <a:extLst>
                    <a:ext uri="{FF2B5EF4-FFF2-40B4-BE49-F238E27FC236}">
                      <a16:creationId xmlns:a16="http://schemas.microsoft.com/office/drawing/2014/main" id="{0815028E-591C-FF43-6E4D-848E0267445F}"/>
                    </a:ext>
                  </a:extLst>
                </p:cNvPr>
                <p:cNvPicPr/>
                <p:nvPr/>
              </p:nvPicPr>
              <p:blipFill>
                <a:blip r:embed="rId515"/>
                <a:stretch>
                  <a:fillRect/>
                </a:stretch>
              </p:blipFill>
              <p:spPr>
                <a:xfrm>
                  <a:off x="2400278" y="4360896"/>
                  <a:ext cx="6084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516">
              <p14:nvContentPartPr>
                <p14:cNvPr id="217" name="Ink 216">
                  <a:extLst>
                    <a:ext uri="{FF2B5EF4-FFF2-40B4-BE49-F238E27FC236}">
                      <a16:creationId xmlns:a16="http://schemas.microsoft.com/office/drawing/2014/main" id="{AE650E91-EC64-6267-0A69-A9D0F1014BB2}"/>
                    </a:ext>
                  </a:extLst>
                </p14:cNvPr>
                <p14:cNvContentPartPr/>
                <p14:nvPr/>
              </p14:nvContentPartPr>
              <p14:xfrm>
                <a:off x="2038838" y="4565736"/>
                <a:ext cx="110160" cy="155520"/>
              </p14:xfrm>
            </p:contentPart>
          </mc:Choice>
          <mc:Fallback>
            <p:pic>
              <p:nvPicPr>
                <p:cNvPr id="217" name="Ink 216">
                  <a:extLst>
                    <a:ext uri="{FF2B5EF4-FFF2-40B4-BE49-F238E27FC236}">
                      <a16:creationId xmlns:a16="http://schemas.microsoft.com/office/drawing/2014/main" id="{AE650E91-EC64-6267-0A69-A9D0F1014BB2}"/>
                    </a:ext>
                  </a:extLst>
                </p:cNvPr>
                <p:cNvPicPr/>
                <p:nvPr/>
              </p:nvPicPr>
              <p:blipFill>
                <a:blip r:embed="rId517"/>
                <a:stretch>
                  <a:fillRect/>
                </a:stretch>
              </p:blipFill>
              <p:spPr>
                <a:xfrm>
                  <a:off x="2034518" y="4561416"/>
                  <a:ext cx="11880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518">
              <p14:nvContentPartPr>
                <p14:cNvPr id="218" name="Ink 217">
                  <a:extLst>
                    <a:ext uri="{FF2B5EF4-FFF2-40B4-BE49-F238E27FC236}">
                      <a16:creationId xmlns:a16="http://schemas.microsoft.com/office/drawing/2014/main" id="{D22052F1-C666-2C11-541D-690F945C04BF}"/>
                    </a:ext>
                  </a:extLst>
                </p14:cNvPr>
                <p14:cNvContentPartPr/>
                <p14:nvPr/>
              </p14:nvContentPartPr>
              <p14:xfrm>
                <a:off x="2186078" y="4591296"/>
                <a:ext cx="87480" cy="74160"/>
              </p14:xfrm>
            </p:contentPart>
          </mc:Choice>
          <mc:Fallback>
            <p:pic>
              <p:nvPicPr>
                <p:cNvPr id="218" name="Ink 217">
                  <a:extLst>
                    <a:ext uri="{FF2B5EF4-FFF2-40B4-BE49-F238E27FC236}">
                      <a16:creationId xmlns:a16="http://schemas.microsoft.com/office/drawing/2014/main" id="{D22052F1-C666-2C11-541D-690F945C04BF}"/>
                    </a:ext>
                  </a:extLst>
                </p:cNvPr>
                <p:cNvPicPr/>
                <p:nvPr/>
              </p:nvPicPr>
              <p:blipFill>
                <a:blip r:embed="rId519"/>
                <a:stretch>
                  <a:fillRect/>
                </a:stretch>
              </p:blipFill>
              <p:spPr>
                <a:xfrm>
                  <a:off x="2181758" y="4586976"/>
                  <a:ext cx="96120" cy="82800"/>
                </a:xfrm>
                <a:prstGeom prst="rect">
                  <a:avLst/>
                </a:prstGeom>
              </p:spPr>
            </p:pic>
          </mc:Fallback>
        </mc:AlternateContent>
        <mc:AlternateContent xmlns:mc="http://schemas.openxmlformats.org/markup-compatibility/2006">
          <mc:Choice xmlns:p14="http://schemas.microsoft.com/office/powerpoint/2010/main" Requires="p14">
            <p:contentPart p14:bwMode="auto" r:id="rId520">
              <p14:nvContentPartPr>
                <p14:cNvPr id="366" name="Ink 365">
                  <a:extLst>
                    <a:ext uri="{FF2B5EF4-FFF2-40B4-BE49-F238E27FC236}">
                      <a16:creationId xmlns:a16="http://schemas.microsoft.com/office/drawing/2014/main" id="{227DEE3E-2E37-6B0B-F0D5-5AB6B84F510B}"/>
                    </a:ext>
                  </a:extLst>
                </p14:cNvPr>
                <p14:cNvContentPartPr/>
                <p14:nvPr/>
              </p14:nvContentPartPr>
              <p14:xfrm>
                <a:off x="1841558" y="4013856"/>
                <a:ext cx="127080" cy="57240"/>
              </p14:xfrm>
            </p:contentPart>
          </mc:Choice>
          <mc:Fallback>
            <p:pic>
              <p:nvPicPr>
                <p:cNvPr id="366" name="Ink 365">
                  <a:extLst>
                    <a:ext uri="{FF2B5EF4-FFF2-40B4-BE49-F238E27FC236}">
                      <a16:creationId xmlns:a16="http://schemas.microsoft.com/office/drawing/2014/main" id="{227DEE3E-2E37-6B0B-F0D5-5AB6B84F510B}"/>
                    </a:ext>
                  </a:extLst>
                </p:cNvPr>
                <p:cNvPicPr/>
                <p:nvPr/>
              </p:nvPicPr>
              <p:blipFill>
                <a:blip r:embed="rId521"/>
                <a:stretch>
                  <a:fillRect/>
                </a:stretch>
              </p:blipFill>
              <p:spPr>
                <a:xfrm>
                  <a:off x="1837238" y="4009536"/>
                  <a:ext cx="135720" cy="65880"/>
                </a:xfrm>
                <a:prstGeom prst="rect">
                  <a:avLst/>
                </a:prstGeom>
              </p:spPr>
            </p:pic>
          </mc:Fallback>
        </mc:AlternateContent>
        <mc:AlternateContent xmlns:mc="http://schemas.openxmlformats.org/markup-compatibility/2006">
          <mc:Choice xmlns:p14="http://schemas.microsoft.com/office/powerpoint/2010/main" Requires="p14">
            <p:contentPart p14:bwMode="auto" r:id="rId522">
              <p14:nvContentPartPr>
                <p14:cNvPr id="367" name="Ink 366">
                  <a:extLst>
                    <a:ext uri="{FF2B5EF4-FFF2-40B4-BE49-F238E27FC236}">
                      <a16:creationId xmlns:a16="http://schemas.microsoft.com/office/drawing/2014/main" id="{3B385159-B56C-428F-8BA5-039D336FF4C7}"/>
                    </a:ext>
                  </a:extLst>
                </p14:cNvPr>
                <p14:cNvContentPartPr/>
                <p14:nvPr/>
              </p14:nvContentPartPr>
              <p14:xfrm>
                <a:off x="1872158" y="4026456"/>
                <a:ext cx="183960" cy="129600"/>
              </p14:xfrm>
            </p:contentPart>
          </mc:Choice>
          <mc:Fallback>
            <p:pic>
              <p:nvPicPr>
                <p:cNvPr id="367" name="Ink 366">
                  <a:extLst>
                    <a:ext uri="{FF2B5EF4-FFF2-40B4-BE49-F238E27FC236}">
                      <a16:creationId xmlns:a16="http://schemas.microsoft.com/office/drawing/2014/main" id="{3B385159-B56C-428F-8BA5-039D336FF4C7}"/>
                    </a:ext>
                  </a:extLst>
                </p:cNvPr>
                <p:cNvPicPr/>
                <p:nvPr/>
              </p:nvPicPr>
              <p:blipFill>
                <a:blip r:embed="rId523"/>
                <a:stretch>
                  <a:fillRect/>
                </a:stretch>
              </p:blipFill>
              <p:spPr>
                <a:xfrm>
                  <a:off x="1867838" y="4022136"/>
                  <a:ext cx="19260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524">
              <p14:nvContentPartPr>
                <p14:cNvPr id="368" name="Ink 367">
                  <a:extLst>
                    <a:ext uri="{FF2B5EF4-FFF2-40B4-BE49-F238E27FC236}">
                      <a16:creationId xmlns:a16="http://schemas.microsoft.com/office/drawing/2014/main" id="{4E347547-FD9A-AB50-7B1B-1A477DE582A4}"/>
                    </a:ext>
                  </a:extLst>
                </p14:cNvPr>
                <p14:cNvContentPartPr/>
                <p14:nvPr/>
              </p14:nvContentPartPr>
              <p14:xfrm>
                <a:off x="2147558" y="3837816"/>
                <a:ext cx="62640" cy="126360"/>
              </p14:xfrm>
            </p:contentPart>
          </mc:Choice>
          <mc:Fallback>
            <p:pic>
              <p:nvPicPr>
                <p:cNvPr id="368" name="Ink 367">
                  <a:extLst>
                    <a:ext uri="{FF2B5EF4-FFF2-40B4-BE49-F238E27FC236}">
                      <a16:creationId xmlns:a16="http://schemas.microsoft.com/office/drawing/2014/main" id="{4E347547-FD9A-AB50-7B1B-1A477DE582A4}"/>
                    </a:ext>
                  </a:extLst>
                </p:cNvPr>
                <p:cNvPicPr/>
                <p:nvPr/>
              </p:nvPicPr>
              <p:blipFill>
                <a:blip r:embed="rId525"/>
                <a:stretch>
                  <a:fillRect/>
                </a:stretch>
              </p:blipFill>
              <p:spPr>
                <a:xfrm>
                  <a:off x="2143238" y="3833496"/>
                  <a:ext cx="7128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526">
              <p14:nvContentPartPr>
                <p14:cNvPr id="369" name="Ink 368">
                  <a:extLst>
                    <a:ext uri="{FF2B5EF4-FFF2-40B4-BE49-F238E27FC236}">
                      <a16:creationId xmlns:a16="http://schemas.microsoft.com/office/drawing/2014/main" id="{D2293E32-6891-6D1A-55BA-9DC8C8AD481D}"/>
                    </a:ext>
                  </a:extLst>
                </p14:cNvPr>
                <p14:cNvContentPartPr/>
                <p14:nvPr/>
              </p14:nvContentPartPr>
              <p14:xfrm>
                <a:off x="2202998" y="3851136"/>
                <a:ext cx="94680" cy="90000"/>
              </p14:xfrm>
            </p:contentPart>
          </mc:Choice>
          <mc:Fallback>
            <p:pic>
              <p:nvPicPr>
                <p:cNvPr id="369" name="Ink 368">
                  <a:extLst>
                    <a:ext uri="{FF2B5EF4-FFF2-40B4-BE49-F238E27FC236}">
                      <a16:creationId xmlns:a16="http://schemas.microsoft.com/office/drawing/2014/main" id="{D2293E32-6891-6D1A-55BA-9DC8C8AD481D}"/>
                    </a:ext>
                  </a:extLst>
                </p:cNvPr>
                <p:cNvPicPr/>
                <p:nvPr/>
              </p:nvPicPr>
              <p:blipFill>
                <a:blip r:embed="rId527"/>
                <a:stretch>
                  <a:fillRect/>
                </a:stretch>
              </p:blipFill>
              <p:spPr>
                <a:xfrm>
                  <a:off x="2198678" y="3846816"/>
                  <a:ext cx="103320" cy="98640"/>
                </a:xfrm>
                <a:prstGeom prst="rect">
                  <a:avLst/>
                </a:prstGeom>
              </p:spPr>
            </p:pic>
          </mc:Fallback>
        </mc:AlternateContent>
      </p:grpSp>
      <p:grpSp>
        <p:nvGrpSpPr>
          <p:cNvPr id="382" name="Group 381">
            <a:extLst>
              <a:ext uri="{FF2B5EF4-FFF2-40B4-BE49-F238E27FC236}">
                <a16:creationId xmlns:a16="http://schemas.microsoft.com/office/drawing/2014/main" id="{309A6CFF-55F6-FE68-D0C4-B59FCFDEB22D}"/>
              </a:ext>
            </a:extLst>
          </p:cNvPr>
          <p:cNvGrpSpPr/>
          <p:nvPr/>
        </p:nvGrpSpPr>
        <p:grpSpPr>
          <a:xfrm>
            <a:off x="436478" y="3585816"/>
            <a:ext cx="475560" cy="464040"/>
            <a:chOff x="436478" y="3585816"/>
            <a:chExt cx="475560" cy="464040"/>
          </a:xfrm>
        </p:grpSpPr>
        <mc:AlternateContent xmlns:mc="http://schemas.openxmlformats.org/markup-compatibility/2006">
          <mc:Choice xmlns:p14="http://schemas.microsoft.com/office/powerpoint/2010/main" Requires="p14">
            <p:contentPart p14:bwMode="auto" r:id="rId528">
              <p14:nvContentPartPr>
                <p14:cNvPr id="379" name="Ink 378">
                  <a:extLst>
                    <a:ext uri="{FF2B5EF4-FFF2-40B4-BE49-F238E27FC236}">
                      <a16:creationId xmlns:a16="http://schemas.microsoft.com/office/drawing/2014/main" id="{6E211B44-F403-5D6D-7A55-D8A9DBA46A10}"/>
                    </a:ext>
                  </a:extLst>
                </p14:cNvPr>
                <p14:cNvContentPartPr/>
                <p14:nvPr/>
              </p14:nvContentPartPr>
              <p14:xfrm>
                <a:off x="598838" y="3690936"/>
                <a:ext cx="174600" cy="264960"/>
              </p14:xfrm>
            </p:contentPart>
          </mc:Choice>
          <mc:Fallback>
            <p:pic>
              <p:nvPicPr>
                <p:cNvPr id="379" name="Ink 378">
                  <a:extLst>
                    <a:ext uri="{FF2B5EF4-FFF2-40B4-BE49-F238E27FC236}">
                      <a16:creationId xmlns:a16="http://schemas.microsoft.com/office/drawing/2014/main" id="{6E211B44-F403-5D6D-7A55-D8A9DBA46A10}"/>
                    </a:ext>
                  </a:extLst>
                </p:cNvPr>
                <p:cNvPicPr/>
                <p:nvPr/>
              </p:nvPicPr>
              <p:blipFill>
                <a:blip r:embed="rId529"/>
                <a:stretch>
                  <a:fillRect/>
                </a:stretch>
              </p:blipFill>
              <p:spPr>
                <a:xfrm>
                  <a:off x="594518" y="3686616"/>
                  <a:ext cx="183240" cy="273600"/>
                </a:xfrm>
                <a:prstGeom prst="rect">
                  <a:avLst/>
                </a:prstGeom>
              </p:spPr>
            </p:pic>
          </mc:Fallback>
        </mc:AlternateContent>
        <mc:AlternateContent xmlns:mc="http://schemas.openxmlformats.org/markup-compatibility/2006">
          <mc:Choice xmlns:p14="http://schemas.microsoft.com/office/powerpoint/2010/main" Requires="p14">
            <p:contentPart p14:bwMode="auto" r:id="rId530">
              <p14:nvContentPartPr>
                <p14:cNvPr id="380" name="Ink 379">
                  <a:extLst>
                    <a:ext uri="{FF2B5EF4-FFF2-40B4-BE49-F238E27FC236}">
                      <a16:creationId xmlns:a16="http://schemas.microsoft.com/office/drawing/2014/main" id="{55AC8039-FA26-33A7-FB32-301D13EC6322}"/>
                    </a:ext>
                  </a:extLst>
                </p14:cNvPr>
                <p14:cNvContentPartPr/>
                <p14:nvPr/>
              </p14:nvContentPartPr>
              <p14:xfrm>
                <a:off x="654998" y="3740256"/>
                <a:ext cx="114480" cy="182160"/>
              </p14:xfrm>
            </p:contentPart>
          </mc:Choice>
          <mc:Fallback>
            <p:pic>
              <p:nvPicPr>
                <p:cNvPr id="380" name="Ink 379">
                  <a:extLst>
                    <a:ext uri="{FF2B5EF4-FFF2-40B4-BE49-F238E27FC236}">
                      <a16:creationId xmlns:a16="http://schemas.microsoft.com/office/drawing/2014/main" id="{55AC8039-FA26-33A7-FB32-301D13EC6322}"/>
                    </a:ext>
                  </a:extLst>
                </p:cNvPr>
                <p:cNvPicPr/>
                <p:nvPr/>
              </p:nvPicPr>
              <p:blipFill>
                <a:blip r:embed="rId531"/>
                <a:stretch>
                  <a:fillRect/>
                </a:stretch>
              </p:blipFill>
              <p:spPr>
                <a:xfrm>
                  <a:off x="650678" y="3735936"/>
                  <a:ext cx="12312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532">
              <p14:nvContentPartPr>
                <p14:cNvPr id="381" name="Ink 380">
                  <a:extLst>
                    <a:ext uri="{FF2B5EF4-FFF2-40B4-BE49-F238E27FC236}">
                      <a16:creationId xmlns:a16="http://schemas.microsoft.com/office/drawing/2014/main" id="{79AAA2A2-09C1-EDDA-04C7-37FE95FB937C}"/>
                    </a:ext>
                  </a:extLst>
                </p14:cNvPr>
                <p14:cNvContentPartPr/>
                <p14:nvPr/>
              </p14:nvContentPartPr>
              <p14:xfrm>
                <a:off x="436478" y="3585816"/>
                <a:ext cx="475560" cy="464040"/>
              </p14:xfrm>
            </p:contentPart>
          </mc:Choice>
          <mc:Fallback>
            <p:pic>
              <p:nvPicPr>
                <p:cNvPr id="381" name="Ink 380">
                  <a:extLst>
                    <a:ext uri="{FF2B5EF4-FFF2-40B4-BE49-F238E27FC236}">
                      <a16:creationId xmlns:a16="http://schemas.microsoft.com/office/drawing/2014/main" id="{79AAA2A2-09C1-EDDA-04C7-37FE95FB937C}"/>
                    </a:ext>
                  </a:extLst>
                </p:cNvPr>
                <p:cNvPicPr/>
                <p:nvPr/>
              </p:nvPicPr>
              <p:blipFill>
                <a:blip r:embed="rId533"/>
                <a:stretch>
                  <a:fillRect/>
                </a:stretch>
              </p:blipFill>
              <p:spPr>
                <a:xfrm>
                  <a:off x="432158" y="3581496"/>
                  <a:ext cx="484200" cy="472680"/>
                </a:xfrm>
                <a:prstGeom prst="rect">
                  <a:avLst/>
                </a:prstGeom>
              </p:spPr>
            </p:pic>
          </mc:Fallback>
        </mc:AlternateContent>
      </p:grpSp>
      <p:grpSp>
        <p:nvGrpSpPr>
          <p:cNvPr id="386" name="Group 385">
            <a:extLst>
              <a:ext uri="{FF2B5EF4-FFF2-40B4-BE49-F238E27FC236}">
                <a16:creationId xmlns:a16="http://schemas.microsoft.com/office/drawing/2014/main" id="{129F552B-51C4-2B4A-6A7B-A9E5BEB38221}"/>
              </a:ext>
            </a:extLst>
          </p:cNvPr>
          <p:cNvGrpSpPr/>
          <p:nvPr/>
        </p:nvGrpSpPr>
        <p:grpSpPr>
          <a:xfrm>
            <a:off x="2920478" y="3435696"/>
            <a:ext cx="454320" cy="456120"/>
            <a:chOff x="2920478" y="3435696"/>
            <a:chExt cx="454320" cy="456120"/>
          </a:xfrm>
        </p:grpSpPr>
        <mc:AlternateContent xmlns:mc="http://schemas.openxmlformats.org/markup-compatibility/2006">
          <mc:Choice xmlns:p14="http://schemas.microsoft.com/office/powerpoint/2010/main" Requires="p14">
            <p:contentPart p14:bwMode="auto" r:id="rId534">
              <p14:nvContentPartPr>
                <p14:cNvPr id="383" name="Ink 382">
                  <a:extLst>
                    <a:ext uri="{FF2B5EF4-FFF2-40B4-BE49-F238E27FC236}">
                      <a16:creationId xmlns:a16="http://schemas.microsoft.com/office/drawing/2014/main" id="{9EE6F255-636A-6524-304A-CCD4593A927B}"/>
                    </a:ext>
                  </a:extLst>
                </p14:cNvPr>
                <p14:cNvContentPartPr/>
                <p14:nvPr/>
              </p14:nvContentPartPr>
              <p14:xfrm>
                <a:off x="3046478" y="3521016"/>
                <a:ext cx="162360" cy="226440"/>
              </p14:xfrm>
            </p:contentPart>
          </mc:Choice>
          <mc:Fallback>
            <p:pic>
              <p:nvPicPr>
                <p:cNvPr id="383" name="Ink 382">
                  <a:extLst>
                    <a:ext uri="{FF2B5EF4-FFF2-40B4-BE49-F238E27FC236}">
                      <a16:creationId xmlns:a16="http://schemas.microsoft.com/office/drawing/2014/main" id="{9EE6F255-636A-6524-304A-CCD4593A927B}"/>
                    </a:ext>
                  </a:extLst>
                </p:cNvPr>
                <p:cNvPicPr/>
                <p:nvPr/>
              </p:nvPicPr>
              <p:blipFill>
                <a:blip r:embed="rId535"/>
                <a:stretch>
                  <a:fillRect/>
                </a:stretch>
              </p:blipFill>
              <p:spPr>
                <a:xfrm>
                  <a:off x="3042158" y="3516696"/>
                  <a:ext cx="17100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536">
              <p14:nvContentPartPr>
                <p14:cNvPr id="384" name="Ink 383">
                  <a:extLst>
                    <a:ext uri="{FF2B5EF4-FFF2-40B4-BE49-F238E27FC236}">
                      <a16:creationId xmlns:a16="http://schemas.microsoft.com/office/drawing/2014/main" id="{2817DA7C-C720-5764-6C03-98376986F973}"/>
                    </a:ext>
                  </a:extLst>
                </p14:cNvPr>
                <p14:cNvContentPartPr/>
                <p14:nvPr/>
              </p14:nvContentPartPr>
              <p14:xfrm>
                <a:off x="3054758" y="3546216"/>
                <a:ext cx="212040" cy="262440"/>
              </p14:xfrm>
            </p:contentPart>
          </mc:Choice>
          <mc:Fallback>
            <p:pic>
              <p:nvPicPr>
                <p:cNvPr id="384" name="Ink 383">
                  <a:extLst>
                    <a:ext uri="{FF2B5EF4-FFF2-40B4-BE49-F238E27FC236}">
                      <a16:creationId xmlns:a16="http://schemas.microsoft.com/office/drawing/2014/main" id="{2817DA7C-C720-5764-6C03-98376986F973}"/>
                    </a:ext>
                  </a:extLst>
                </p:cNvPr>
                <p:cNvPicPr/>
                <p:nvPr/>
              </p:nvPicPr>
              <p:blipFill>
                <a:blip r:embed="rId537"/>
                <a:stretch>
                  <a:fillRect/>
                </a:stretch>
              </p:blipFill>
              <p:spPr>
                <a:xfrm>
                  <a:off x="3050438" y="3541896"/>
                  <a:ext cx="220680" cy="271080"/>
                </a:xfrm>
                <a:prstGeom prst="rect">
                  <a:avLst/>
                </a:prstGeom>
              </p:spPr>
            </p:pic>
          </mc:Fallback>
        </mc:AlternateContent>
        <mc:AlternateContent xmlns:mc="http://schemas.openxmlformats.org/markup-compatibility/2006">
          <mc:Choice xmlns:p14="http://schemas.microsoft.com/office/powerpoint/2010/main" Requires="p14">
            <p:contentPart p14:bwMode="auto" r:id="rId538">
              <p14:nvContentPartPr>
                <p14:cNvPr id="385" name="Ink 384">
                  <a:extLst>
                    <a:ext uri="{FF2B5EF4-FFF2-40B4-BE49-F238E27FC236}">
                      <a16:creationId xmlns:a16="http://schemas.microsoft.com/office/drawing/2014/main" id="{BA16A767-C41B-F095-B094-6BD09DA2AD0D}"/>
                    </a:ext>
                  </a:extLst>
                </p14:cNvPr>
                <p14:cNvContentPartPr/>
                <p14:nvPr/>
              </p14:nvContentPartPr>
              <p14:xfrm>
                <a:off x="2920478" y="3435696"/>
                <a:ext cx="454320" cy="456120"/>
              </p14:xfrm>
            </p:contentPart>
          </mc:Choice>
          <mc:Fallback>
            <p:pic>
              <p:nvPicPr>
                <p:cNvPr id="385" name="Ink 384">
                  <a:extLst>
                    <a:ext uri="{FF2B5EF4-FFF2-40B4-BE49-F238E27FC236}">
                      <a16:creationId xmlns:a16="http://schemas.microsoft.com/office/drawing/2014/main" id="{BA16A767-C41B-F095-B094-6BD09DA2AD0D}"/>
                    </a:ext>
                  </a:extLst>
                </p:cNvPr>
                <p:cNvPicPr/>
                <p:nvPr/>
              </p:nvPicPr>
              <p:blipFill>
                <a:blip r:embed="rId539"/>
                <a:stretch>
                  <a:fillRect/>
                </a:stretch>
              </p:blipFill>
              <p:spPr>
                <a:xfrm>
                  <a:off x="2916158" y="3431376"/>
                  <a:ext cx="462960" cy="464760"/>
                </a:xfrm>
                <a:prstGeom prst="rect">
                  <a:avLst/>
                </a:prstGeom>
              </p:spPr>
            </p:pic>
          </mc:Fallback>
        </mc:AlternateContent>
      </p:grpSp>
      <p:grpSp>
        <p:nvGrpSpPr>
          <p:cNvPr id="402" name="Group 401">
            <a:extLst>
              <a:ext uri="{FF2B5EF4-FFF2-40B4-BE49-F238E27FC236}">
                <a16:creationId xmlns:a16="http://schemas.microsoft.com/office/drawing/2014/main" id="{9430BADB-E23E-7D4A-A285-36794DF4D2A5}"/>
              </a:ext>
            </a:extLst>
          </p:cNvPr>
          <p:cNvGrpSpPr/>
          <p:nvPr/>
        </p:nvGrpSpPr>
        <p:grpSpPr>
          <a:xfrm>
            <a:off x="6977678" y="5812776"/>
            <a:ext cx="2487240" cy="648360"/>
            <a:chOff x="6977678" y="5812776"/>
            <a:chExt cx="2487240" cy="648360"/>
          </a:xfrm>
        </p:grpSpPr>
        <mc:AlternateContent xmlns:mc="http://schemas.openxmlformats.org/markup-compatibility/2006">
          <mc:Choice xmlns:p14="http://schemas.microsoft.com/office/powerpoint/2010/main" Requires="p14">
            <p:contentPart p14:bwMode="auto" r:id="rId540">
              <p14:nvContentPartPr>
                <p14:cNvPr id="389" name="Ink 388">
                  <a:extLst>
                    <a:ext uri="{FF2B5EF4-FFF2-40B4-BE49-F238E27FC236}">
                      <a16:creationId xmlns:a16="http://schemas.microsoft.com/office/drawing/2014/main" id="{A35EC2E9-746B-221E-17A0-E8EFB707FC7F}"/>
                    </a:ext>
                  </a:extLst>
                </p14:cNvPr>
                <p14:cNvContentPartPr/>
                <p14:nvPr/>
              </p14:nvContentPartPr>
              <p14:xfrm>
                <a:off x="6977678" y="5964336"/>
                <a:ext cx="308520" cy="415440"/>
              </p14:xfrm>
            </p:contentPart>
          </mc:Choice>
          <mc:Fallback>
            <p:pic>
              <p:nvPicPr>
                <p:cNvPr id="389" name="Ink 388">
                  <a:extLst>
                    <a:ext uri="{FF2B5EF4-FFF2-40B4-BE49-F238E27FC236}">
                      <a16:creationId xmlns:a16="http://schemas.microsoft.com/office/drawing/2014/main" id="{A35EC2E9-746B-221E-17A0-E8EFB707FC7F}"/>
                    </a:ext>
                  </a:extLst>
                </p:cNvPr>
                <p:cNvPicPr/>
                <p:nvPr/>
              </p:nvPicPr>
              <p:blipFill>
                <a:blip r:embed="rId541"/>
                <a:stretch>
                  <a:fillRect/>
                </a:stretch>
              </p:blipFill>
              <p:spPr>
                <a:xfrm>
                  <a:off x="6973358" y="5960016"/>
                  <a:ext cx="317160" cy="424080"/>
                </a:xfrm>
                <a:prstGeom prst="rect">
                  <a:avLst/>
                </a:prstGeom>
              </p:spPr>
            </p:pic>
          </mc:Fallback>
        </mc:AlternateContent>
        <mc:AlternateContent xmlns:mc="http://schemas.openxmlformats.org/markup-compatibility/2006">
          <mc:Choice xmlns:p14="http://schemas.microsoft.com/office/powerpoint/2010/main" Requires="p14">
            <p:contentPart p14:bwMode="auto" r:id="rId542">
              <p14:nvContentPartPr>
                <p14:cNvPr id="390" name="Ink 389">
                  <a:extLst>
                    <a:ext uri="{FF2B5EF4-FFF2-40B4-BE49-F238E27FC236}">
                      <a16:creationId xmlns:a16="http://schemas.microsoft.com/office/drawing/2014/main" id="{04CE6DB7-BB0C-C79B-8CB4-4ACB98BB1FEE}"/>
                    </a:ext>
                  </a:extLst>
                </p14:cNvPr>
                <p14:cNvContentPartPr/>
                <p14:nvPr/>
              </p14:nvContentPartPr>
              <p14:xfrm>
                <a:off x="7297718" y="6262056"/>
                <a:ext cx="143640" cy="199080"/>
              </p14:xfrm>
            </p:contentPart>
          </mc:Choice>
          <mc:Fallback>
            <p:pic>
              <p:nvPicPr>
                <p:cNvPr id="390" name="Ink 389">
                  <a:extLst>
                    <a:ext uri="{FF2B5EF4-FFF2-40B4-BE49-F238E27FC236}">
                      <a16:creationId xmlns:a16="http://schemas.microsoft.com/office/drawing/2014/main" id="{04CE6DB7-BB0C-C79B-8CB4-4ACB98BB1FEE}"/>
                    </a:ext>
                  </a:extLst>
                </p:cNvPr>
                <p:cNvPicPr/>
                <p:nvPr/>
              </p:nvPicPr>
              <p:blipFill>
                <a:blip r:embed="rId543"/>
                <a:stretch>
                  <a:fillRect/>
                </a:stretch>
              </p:blipFill>
              <p:spPr>
                <a:xfrm>
                  <a:off x="7293398" y="6257736"/>
                  <a:ext cx="15228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544">
              <p14:nvContentPartPr>
                <p14:cNvPr id="391" name="Ink 390">
                  <a:extLst>
                    <a:ext uri="{FF2B5EF4-FFF2-40B4-BE49-F238E27FC236}">
                      <a16:creationId xmlns:a16="http://schemas.microsoft.com/office/drawing/2014/main" id="{24EEEEB8-45FC-D182-DB05-BF78F7D5FC98}"/>
                    </a:ext>
                  </a:extLst>
                </p14:cNvPr>
                <p14:cNvContentPartPr/>
                <p14:nvPr/>
              </p14:nvContentPartPr>
              <p14:xfrm>
                <a:off x="7639358" y="6097536"/>
                <a:ext cx="124560" cy="22320"/>
              </p14:xfrm>
            </p:contentPart>
          </mc:Choice>
          <mc:Fallback>
            <p:pic>
              <p:nvPicPr>
                <p:cNvPr id="391" name="Ink 390">
                  <a:extLst>
                    <a:ext uri="{FF2B5EF4-FFF2-40B4-BE49-F238E27FC236}">
                      <a16:creationId xmlns:a16="http://schemas.microsoft.com/office/drawing/2014/main" id="{24EEEEB8-45FC-D182-DB05-BF78F7D5FC98}"/>
                    </a:ext>
                  </a:extLst>
                </p:cNvPr>
                <p:cNvPicPr/>
                <p:nvPr/>
              </p:nvPicPr>
              <p:blipFill>
                <a:blip r:embed="rId545"/>
                <a:stretch>
                  <a:fillRect/>
                </a:stretch>
              </p:blipFill>
              <p:spPr>
                <a:xfrm>
                  <a:off x="7635038" y="6093216"/>
                  <a:ext cx="13320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546">
              <p14:nvContentPartPr>
                <p14:cNvPr id="392" name="Ink 391">
                  <a:extLst>
                    <a:ext uri="{FF2B5EF4-FFF2-40B4-BE49-F238E27FC236}">
                      <a16:creationId xmlns:a16="http://schemas.microsoft.com/office/drawing/2014/main" id="{86717D8B-92F3-CCA4-875C-06110A4C725B}"/>
                    </a:ext>
                  </a:extLst>
                </p14:cNvPr>
                <p14:cNvContentPartPr/>
                <p14:nvPr/>
              </p14:nvContentPartPr>
              <p14:xfrm>
                <a:off x="7623158" y="6164136"/>
                <a:ext cx="149400" cy="27000"/>
              </p14:xfrm>
            </p:contentPart>
          </mc:Choice>
          <mc:Fallback>
            <p:pic>
              <p:nvPicPr>
                <p:cNvPr id="392" name="Ink 391">
                  <a:extLst>
                    <a:ext uri="{FF2B5EF4-FFF2-40B4-BE49-F238E27FC236}">
                      <a16:creationId xmlns:a16="http://schemas.microsoft.com/office/drawing/2014/main" id="{86717D8B-92F3-CCA4-875C-06110A4C725B}"/>
                    </a:ext>
                  </a:extLst>
                </p:cNvPr>
                <p:cNvPicPr/>
                <p:nvPr/>
              </p:nvPicPr>
              <p:blipFill>
                <a:blip r:embed="rId547"/>
                <a:stretch>
                  <a:fillRect/>
                </a:stretch>
              </p:blipFill>
              <p:spPr>
                <a:xfrm>
                  <a:off x="7618838" y="6159816"/>
                  <a:ext cx="158040" cy="35640"/>
                </a:xfrm>
                <a:prstGeom prst="rect">
                  <a:avLst/>
                </a:prstGeom>
              </p:spPr>
            </p:pic>
          </mc:Fallback>
        </mc:AlternateContent>
        <mc:AlternateContent xmlns:mc="http://schemas.openxmlformats.org/markup-compatibility/2006">
          <mc:Choice xmlns:p14="http://schemas.microsoft.com/office/powerpoint/2010/main" Requires="p14">
            <p:contentPart p14:bwMode="auto" r:id="rId548">
              <p14:nvContentPartPr>
                <p14:cNvPr id="395" name="Ink 394">
                  <a:extLst>
                    <a:ext uri="{FF2B5EF4-FFF2-40B4-BE49-F238E27FC236}">
                      <a16:creationId xmlns:a16="http://schemas.microsoft.com/office/drawing/2014/main" id="{09BDC5CB-6632-AC96-CDA1-7BF14C58D7C7}"/>
                    </a:ext>
                  </a:extLst>
                </p14:cNvPr>
                <p14:cNvContentPartPr/>
                <p14:nvPr/>
              </p14:nvContentPartPr>
              <p14:xfrm>
                <a:off x="8171798" y="5915016"/>
                <a:ext cx="162000" cy="245160"/>
              </p14:xfrm>
            </p:contentPart>
          </mc:Choice>
          <mc:Fallback>
            <p:pic>
              <p:nvPicPr>
                <p:cNvPr id="395" name="Ink 394">
                  <a:extLst>
                    <a:ext uri="{FF2B5EF4-FFF2-40B4-BE49-F238E27FC236}">
                      <a16:creationId xmlns:a16="http://schemas.microsoft.com/office/drawing/2014/main" id="{09BDC5CB-6632-AC96-CDA1-7BF14C58D7C7}"/>
                    </a:ext>
                  </a:extLst>
                </p:cNvPr>
                <p:cNvPicPr/>
                <p:nvPr/>
              </p:nvPicPr>
              <p:blipFill>
                <a:blip r:embed="rId549"/>
                <a:stretch>
                  <a:fillRect/>
                </a:stretch>
              </p:blipFill>
              <p:spPr>
                <a:xfrm>
                  <a:off x="8167478" y="5910696"/>
                  <a:ext cx="170640" cy="253800"/>
                </a:xfrm>
                <a:prstGeom prst="rect">
                  <a:avLst/>
                </a:prstGeom>
              </p:spPr>
            </p:pic>
          </mc:Fallback>
        </mc:AlternateContent>
        <mc:AlternateContent xmlns:mc="http://schemas.openxmlformats.org/markup-compatibility/2006">
          <mc:Choice xmlns:p14="http://schemas.microsoft.com/office/powerpoint/2010/main" Requires="p14">
            <p:contentPart p14:bwMode="auto" r:id="rId550">
              <p14:nvContentPartPr>
                <p14:cNvPr id="396" name="Ink 395">
                  <a:extLst>
                    <a:ext uri="{FF2B5EF4-FFF2-40B4-BE49-F238E27FC236}">
                      <a16:creationId xmlns:a16="http://schemas.microsoft.com/office/drawing/2014/main" id="{4E573349-F216-63E9-4190-46D7A72006DF}"/>
                    </a:ext>
                  </a:extLst>
                </p14:cNvPr>
                <p14:cNvContentPartPr/>
                <p14:nvPr/>
              </p14:nvContentPartPr>
              <p14:xfrm>
                <a:off x="8352878" y="6012216"/>
                <a:ext cx="92160" cy="124560"/>
              </p14:xfrm>
            </p:contentPart>
          </mc:Choice>
          <mc:Fallback>
            <p:pic>
              <p:nvPicPr>
                <p:cNvPr id="396" name="Ink 395">
                  <a:extLst>
                    <a:ext uri="{FF2B5EF4-FFF2-40B4-BE49-F238E27FC236}">
                      <a16:creationId xmlns:a16="http://schemas.microsoft.com/office/drawing/2014/main" id="{4E573349-F216-63E9-4190-46D7A72006DF}"/>
                    </a:ext>
                  </a:extLst>
                </p:cNvPr>
                <p:cNvPicPr/>
                <p:nvPr/>
              </p:nvPicPr>
              <p:blipFill>
                <a:blip r:embed="rId551"/>
                <a:stretch>
                  <a:fillRect/>
                </a:stretch>
              </p:blipFill>
              <p:spPr>
                <a:xfrm>
                  <a:off x="8348558" y="6007896"/>
                  <a:ext cx="10080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552">
              <p14:nvContentPartPr>
                <p14:cNvPr id="397" name="Ink 396">
                  <a:extLst>
                    <a:ext uri="{FF2B5EF4-FFF2-40B4-BE49-F238E27FC236}">
                      <a16:creationId xmlns:a16="http://schemas.microsoft.com/office/drawing/2014/main" id="{202E7799-BA05-B264-EDB3-4F6A30F31409}"/>
                    </a:ext>
                  </a:extLst>
                </p14:cNvPr>
                <p14:cNvContentPartPr/>
                <p14:nvPr/>
              </p14:nvContentPartPr>
              <p14:xfrm>
                <a:off x="8571038" y="5997816"/>
                <a:ext cx="232560" cy="37800"/>
              </p14:xfrm>
            </p:contentPart>
          </mc:Choice>
          <mc:Fallback>
            <p:pic>
              <p:nvPicPr>
                <p:cNvPr id="397" name="Ink 396">
                  <a:extLst>
                    <a:ext uri="{FF2B5EF4-FFF2-40B4-BE49-F238E27FC236}">
                      <a16:creationId xmlns:a16="http://schemas.microsoft.com/office/drawing/2014/main" id="{202E7799-BA05-B264-EDB3-4F6A30F31409}"/>
                    </a:ext>
                  </a:extLst>
                </p:cNvPr>
                <p:cNvPicPr/>
                <p:nvPr/>
              </p:nvPicPr>
              <p:blipFill>
                <a:blip r:embed="rId553"/>
                <a:stretch>
                  <a:fillRect/>
                </a:stretch>
              </p:blipFill>
              <p:spPr>
                <a:xfrm>
                  <a:off x="8566718" y="5993496"/>
                  <a:ext cx="24120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554">
              <p14:nvContentPartPr>
                <p14:cNvPr id="398" name="Ink 397">
                  <a:extLst>
                    <a:ext uri="{FF2B5EF4-FFF2-40B4-BE49-F238E27FC236}">
                      <a16:creationId xmlns:a16="http://schemas.microsoft.com/office/drawing/2014/main" id="{FADBD711-2EA2-7DCE-BC78-39C7FBCA463B}"/>
                    </a:ext>
                  </a:extLst>
                </p14:cNvPr>
                <p14:cNvContentPartPr/>
                <p14:nvPr/>
              </p14:nvContentPartPr>
              <p14:xfrm>
                <a:off x="8933918" y="5901696"/>
                <a:ext cx="200880" cy="163440"/>
              </p14:xfrm>
            </p:contentPart>
          </mc:Choice>
          <mc:Fallback>
            <p:pic>
              <p:nvPicPr>
                <p:cNvPr id="398" name="Ink 397">
                  <a:extLst>
                    <a:ext uri="{FF2B5EF4-FFF2-40B4-BE49-F238E27FC236}">
                      <a16:creationId xmlns:a16="http://schemas.microsoft.com/office/drawing/2014/main" id="{FADBD711-2EA2-7DCE-BC78-39C7FBCA463B}"/>
                    </a:ext>
                  </a:extLst>
                </p:cNvPr>
                <p:cNvPicPr/>
                <p:nvPr/>
              </p:nvPicPr>
              <p:blipFill>
                <a:blip r:embed="rId555"/>
                <a:stretch>
                  <a:fillRect/>
                </a:stretch>
              </p:blipFill>
              <p:spPr>
                <a:xfrm>
                  <a:off x="8929598" y="5897376"/>
                  <a:ext cx="20952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556">
              <p14:nvContentPartPr>
                <p14:cNvPr id="399" name="Ink 398">
                  <a:extLst>
                    <a:ext uri="{FF2B5EF4-FFF2-40B4-BE49-F238E27FC236}">
                      <a16:creationId xmlns:a16="http://schemas.microsoft.com/office/drawing/2014/main" id="{78050B23-B2B6-877C-5357-CC451407F04F}"/>
                    </a:ext>
                  </a:extLst>
                </p14:cNvPr>
                <p14:cNvContentPartPr/>
                <p14:nvPr/>
              </p14:nvContentPartPr>
              <p14:xfrm>
                <a:off x="9117158" y="5891256"/>
                <a:ext cx="105480" cy="144360"/>
              </p14:xfrm>
            </p:contentPart>
          </mc:Choice>
          <mc:Fallback>
            <p:pic>
              <p:nvPicPr>
                <p:cNvPr id="399" name="Ink 398">
                  <a:extLst>
                    <a:ext uri="{FF2B5EF4-FFF2-40B4-BE49-F238E27FC236}">
                      <a16:creationId xmlns:a16="http://schemas.microsoft.com/office/drawing/2014/main" id="{78050B23-B2B6-877C-5357-CC451407F04F}"/>
                    </a:ext>
                  </a:extLst>
                </p:cNvPr>
                <p:cNvPicPr/>
                <p:nvPr/>
              </p:nvPicPr>
              <p:blipFill>
                <a:blip r:embed="rId557"/>
                <a:stretch>
                  <a:fillRect/>
                </a:stretch>
              </p:blipFill>
              <p:spPr>
                <a:xfrm>
                  <a:off x="9112838" y="5886936"/>
                  <a:ext cx="11412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558">
              <p14:nvContentPartPr>
                <p14:cNvPr id="400" name="Ink 399">
                  <a:extLst>
                    <a:ext uri="{FF2B5EF4-FFF2-40B4-BE49-F238E27FC236}">
                      <a16:creationId xmlns:a16="http://schemas.microsoft.com/office/drawing/2014/main" id="{05F69B89-FD96-3B7D-EE50-1B00EC866CDE}"/>
                    </a:ext>
                  </a:extLst>
                </p14:cNvPr>
                <p14:cNvContentPartPr/>
                <p14:nvPr/>
              </p14:nvContentPartPr>
              <p14:xfrm>
                <a:off x="9134078" y="5812776"/>
                <a:ext cx="217080" cy="76680"/>
              </p14:xfrm>
            </p:contentPart>
          </mc:Choice>
          <mc:Fallback>
            <p:pic>
              <p:nvPicPr>
                <p:cNvPr id="400" name="Ink 399">
                  <a:extLst>
                    <a:ext uri="{FF2B5EF4-FFF2-40B4-BE49-F238E27FC236}">
                      <a16:creationId xmlns:a16="http://schemas.microsoft.com/office/drawing/2014/main" id="{05F69B89-FD96-3B7D-EE50-1B00EC866CDE}"/>
                    </a:ext>
                  </a:extLst>
                </p:cNvPr>
                <p:cNvPicPr/>
                <p:nvPr/>
              </p:nvPicPr>
              <p:blipFill>
                <a:blip r:embed="rId559"/>
                <a:stretch>
                  <a:fillRect/>
                </a:stretch>
              </p:blipFill>
              <p:spPr>
                <a:xfrm>
                  <a:off x="9129758" y="5808456"/>
                  <a:ext cx="22572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560">
              <p14:nvContentPartPr>
                <p14:cNvPr id="401" name="Ink 400">
                  <a:extLst>
                    <a:ext uri="{FF2B5EF4-FFF2-40B4-BE49-F238E27FC236}">
                      <a16:creationId xmlns:a16="http://schemas.microsoft.com/office/drawing/2014/main" id="{67A24FBC-F565-2868-D18E-72F6EF122ECC}"/>
                    </a:ext>
                  </a:extLst>
                </p14:cNvPr>
                <p14:cNvContentPartPr/>
                <p14:nvPr/>
              </p14:nvContentPartPr>
              <p14:xfrm>
                <a:off x="7958678" y="6125976"/>
                <a:ext cx="1506240" cy="229680"/>
              </p14:xfrm>
            </p:contentPart>
          </mc:Choice>
          <mc:Fallback>
            <p:pic>
              <p:nvPicPr>
                <p:cNvPr id="401" name="Ink 400">
                  <a:extLst>
                    <a:ext uri="{FF2B5EF4-FFF2-40B4-BE49-F238E27FC236}">
                      <a16:creationId xmlns:a16="http://schemas.microsoft.com/office/drawing/2014/main" id="{67A24FBC-F565-2868-D18E-72F6EF122ECC}"/>
                    </a:ext>
                  </a:extLst>
                </p:cNvPr>
                <p:cNvPicPr/>
                <p:nvPr/>
              </p:nvPicPr>
              <p:blipFill>
                <a:blip r:embed="rId561"/>
                <a:stretch>
                  <a:fillRect/>
                </a:stretch>
              </p:blipFill>
              <p:spPr>
                <a:xfrm>
                  <a:off x="7954358" y="6121656"/>
                  <a:ext cx="1514880" cy="238320"/>
                </a:xfrm>
                <a:prstGeom prst="rect">
                  <a:avLst/>
                </a:prstGeom>
              </p:spPr>
            </p:pic>
          </mc:Fallback>
        </mc:AlternateContent>
      </p:grpSp>
      <p:grpSp>
        <p:nvGrpSpPr>
          <p:cNvPr id="405" name="Group 404">
            <a:extLst>
              <a:ext uri="{FF2B5EF4-FFF2-40B4-BE49-F238E27FC236}">
                <a16:creationId xmlns:a16="http://schemas.microsoft.com/office/drawing/2014/main" id="{8845DB43-24C6-D04E-58B2-84F097F2ED97}"/>
              </a:ext>
            </a:extLst>
          </p:cNvPr>
          <p:cNvGrpSpPr/>
          <p:nvPr/>
        </p:nvGrpSpPr>
        <p:grpSpPr>
          <a:xfrm>
            <a:off x="8561318" y="6366456"/>
            <a:ext cx="381600" cy="217800"/>
            <a:chOff x="8561318" y="6366456"/>
            <a:chExt cx="381600" cy="217800"/>
          </a:xfrm>
        </p:grpSpPr>
        <mc:AlternateContent xmlns:mc="http://schemas.openxmlformats.org/markup-compatibility/2006">
          <mc:Choice xmlns:p14="http://schemas.microsoft.com/office/powerpoint/2010/main" Requires="p14">
            <p:contentPart p14:bwMode="auto" r:id="rId562">
              <p14:nvContentPartPr>
                <p14:cNvPr id="403" name="Ink 402">
                  <a:extLst>
                    <a:ext uri="{FF2B5EF4-FFF2-40B4-BE49-F238E27FC236}">
                      <a16:creationId xmlns:a16="http://schemas.microsoft.com/office/drawing/2014/main" id="{913DC800-CA02-C1B6-0006-9E62FAC1A17A}"/>
                    </a:ext>
                  </a:extLst>
                </p14:cNvPr>
                <p14:cNvContentPartPr/>
                <p14:nvPr/>
              </p14:nvContentPartPr>
              <p14:xfrm>
                <a:off x="8561318" y="6366456"/>
                <a:ext cx="168120" cy="217800"/>
              </p14:xfrm>
            </p:contentPart>
          </mc:Choice>
          <mc:Fallback>
            <p:pic>
              <p:nvPicPr>
                <p:cNvPr id="403" name="Ink 402">
                  <a:extLst>
                    <a:ext uri="{FF2B5EF4-FFF2-40B4-BE49-F238E27FC236}">
                      <a16:creationId xmlns:a16="http://schemas.microsoft.com/office/drawing/2014/main" id="{913DC800-CA02-C1B6-0006-9E62FAC1A17A}"/>
                    </a:ext>
                  </a:extLst>
                </p:cNvPr>
                <p:cNvPicPr/>
                <p:nvPr/>
              </p:nvPicPr>
              <p:blipFill>
                <a:blip r:embed="rId563"/>
                <a:stretch>
                  <a:fillRect/>
                </a:stretch>
              </p:blipFill>
              <p:spPr>
                <a:xfrm>
                  <a:off x="8556998" y="6362136"/>
                  <a:ext cx="176760" cy="226440"/>
                </a:xfrm>
                <a:prstGeom prst="rect">
                  <a:avLst/>
                </a:prstGeom>
              </p:spPr>
            </p:pic>
          </mc:Fallback>
        </mc:AlternateContent>
        <mc:AlternateContent xmlns:mc="http://schemas.openxmlformats.org/markup-compatibility/2006">
          <mc:Choice xmlns:p14="http://schemas.microsoft.com/office/powerpoint/2010/main" Requires="p14">
            <p:contentPart p14:bwMode="auto" r:id="rId564">
              <p14:nvContentPartPr>
                <p14:cNvPr id="404" name="Ink 403">
                  <a:extLst>
                    <a:ext uri="{FF2B5EF4-FFF2-40B4-BE49-F238E27FC236}">
                      <a16:creationId xmlns:a16="http://schemas.microsoft.com/office/drawing/2014/main" id="{E73B7E15-01AD-BC6F-CC3A-6A919037946F}"/>
                    </a:ext>
                  </a:extLst>
                </p14:cNvPr>
                <p14:cNvContentPartPr/>
                <p14:nvPr/>
              </p14:nvContentPartPr>
              <p14:xfrm>
                <a:off x="8776598" y="6410016"/>
                <a:ext cx="166320" cy="134280"/>
              </p14:xfrm>
            </p:contentPart>
          </mc:Choice>
          <mc:Fallback>
            <p:pic>
              <p:nvPicPr>
                <p:cNvPr id="404" name="Ink 403">
                  <a:extLst>
                    <a:ext uri="{FF2B5EF4-FFF2-40B4-BE49-F238E27FC236}">
                      <a16:creationId xmlns:a16="http://schemas.microsoft.com/office/drawing/2014/main" id="{E73B7E15-01AD-BC6F-CC3A-6A919037946F}"/>
                    </a:ext>
                  </a:extLst>
                </p:cNvPr>
                <p:cNvPicPr/>
                <p:nvPr/>
              </p:nvPicPr>
              <p:blipFill>
                <a:blip r:embed="rId565"/>
                <a:stretch>
                  <a:fillRect/>
                </a:stretch>
              </p:blipFill>
              <p:spPr>
                <a:xfrm>
                  <a:off x="8772278" y="6405696"/>
                  <a:ext cx="174960" cy="142920"/>
                </a:xfrm>
                <a:prstGeom prst="rect">
                  <a:avLst/>
                </a:prstGeom>
              </p:spPr>
            </p:pic>
          </mc:Fallback>
        </mc:AlternateContent>
      </p:grpSp>
      <p:grpSp>
        <p:nvGrpSpPr>
          <p:cNvPr id="464" name="Group 463">
            <a:extLst>
              <a:ext uri="{FF2B5EF4-FFF2-40B4-BE49-F238E27FC236}">
                <a16:creationId xmlns:a16="http://schemas.microsoft.com/office/drawing/2014/main" id="{755F61AB-A2D8-81E3-0C0B-C95DABFA2EF4}"/>
              </a:ext>
            </a:extLst>
          </p:cNvPr>
          <p:cNvGrpSpPr/>
          <p:nvPr/>
        </p:nvGrpSpPr>
        <p:grpSpPr>
          <a:xfrm>
            <a:off x="9599918" y="5784696"/>
            <a:ext cx="2216160" cy="689760"/>
            <a:chOff x="9599918" y="5784696"/>
            <a:chExt cx="2216160" cy="689760"/>
          </a:xfrm>
        </p:grpSpPr>
        <mc:AlternateContent xmlns:mc="http://schemas.openxmlformats.org/markup-compatibility/2006">
          <mc:Choice xmlns:p14="http://schemas.microsoft.com/office/powerpoint/2010/main" Requires="p14">
            <p:contentPart p14:bwMode="auto" r:id="rId566">
              <p14:nvContentPartPr>
                <p14:cNvPr id="417" name="Ink 416">
                  <a:extLst>
                    <a:ext uri="{FF2B5EF4-FFF2-40B4-BE49-F238E27FC236}">
                      <a16:creationId xmlns:a16="http://schemas.microsoft.com/office/drawing/2014/main" id="{6117B87E-7D0C-21BA-B15C-C2EB7D46F6CD}"/>
                    </a:ext>
                  </a:extLst>
                </p14:cNvPr>
                <p14:cNvContentPartPr/>
                <p14:nvPr/>
              </p14:nvContentPartPr>
              <p14:xfrm>
                <a:off x="9603158" y="6046776"/>
                <a:ext cx="115920" cy="13680"/>
              </p14:xfrm>
            </p:contentPart>
          </mc:Choice>
          <mc:Fallback>
            <p:pic>
              <p:nvPicPr>
                <p:cNvPr id="417" name="Ink 416">
                  <a:extLst>
                    <a:ext uri="{FF2B5EF4-FFF2-40B4-BE49-F238E27FC236}">
                      <a16:creationId xmlns:a16="http://schemas.microsoft.com/office/drawing/2014/main" id="{6117B87E-7D0C-21BA-B15C-C2EB7D46F6CD}"/>
                    </a:ext>
                  </a:extLst>
                </p:cNvPr>
                <p:cNvPicPr/>
                <p:nvPr/>
              </p:nvPicPr>
              <p:blipFill>
                <a:blip r:embed="rId567"/>
                <a:stretch>
                  <a:fillRect/>
                </a:stretch>
              </p:blipFill>
              <p:spPr>
                <a:xfrm>
                  <a:off x="9598838" y="6042456"/>
                  <a:ext cx="12456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568">
              <p14:nvContentPartPr>
                <p14:cNvPr id="418" name="Ink 417">
                  <a:extLst>
                    <a:ext uri="{FF2B5EF4-FFF2-40B4-BE49-F238E27FC236}">
                      <a16:creationId xmlns:a16="http://schemas.microsoft.com/office/drawing/2014/main" id="{88A96FFB-57BD-BBD4-199E-155132072B0A}"/>
                    </a:ext>
                  </a:extLst>
                </p14:cNvPr>
                <p14:cNvContentPartPr/>
                <p14:nvPr/>
              </p14:nvContentPartPr>
              <p14:xfrm>
                <a:off x="9599918" y="6110856"/>
                <a:ext cx="114480" cy="16200"/>
              </p14:xfrm>
            </p:contentPart>
          </mc:Choice>
          <mc:Fallback>
            <p:pic>
              <p:nvPicPr>
                <p:cNvPr id="418" name="Ink 417">
                  <a:extLst>
                    <a:ext uri="{FF2B5EF4-FFF2-40B4-BE49-F238E27FC236}">
                      <a16:creationId xmlns:a16="http://schemas.microsoft.com/office/drawing/2014/main" id="{88A96FFB-57BD-BBD4-199E-155132072B0A}"/>
                    </a:ext>
                  </a:extLst>
                </p:cNvPr>
                <p:cNvPicPr/>
                <p:nvPr/>
              </p:nvPicPr>
              <p:blipFill>
                <a:blip r:embed="rId569"/>
                <a:stretch>
                  <a:fillRect/>
                </a:stretch>
              </p:blipFill>
              <p:spPr>
                <a:xfrm>
                  <a:off x="9595598" y="6106536"/>
                  <a:ext cx="12312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570">
              <p14:nvContentPartPr>
                <p14:cNvPr id="443" name="Ink 442">
                  <a:extLst>
                    <a:ext uri="{FF2B5EF4-FFF2-40B4-BE49-F238E27FC236}">
                      <a16:creationId xmlns:a16="http://schemas.microsoft.com/office/drawing/2014/main" id="{C4858949-16F3-B480-5139-17D3AAF4A526}"/>
                    </a:ext>
                  </a:extLst>
                </p14:cNvPr>
                <p14:cNvContentPartPr/>
                <p14:nvPr/>
              </p14:nvContentPartPr>
              <p14:xfrm>
                <a:off x="10008878" y="5801616"/>
                <a:ext cx="250920" cy="161280"/>
              </p14:xfrm>
            </p:contentPart>
          </mc:Choice>
          <mc:Fallback>
            <p:pic>
              <p:nvPicPr>
                <p:cNvPr id="443" name="Ink 442">
                  <a:extLst>
                    <a:ext uri="{FF2B5EF4-FFF2-40B4-BE49-F238E27FC236}">
                      <a16:creationId xmlns:a16="http://schemas.microsoft.com/office/drawing/2014/main" id="{C4858949-16F3-B480-5139-17D3AAF4A526}"/>
                    </a:ext>
                  </a:extLst>
                </p:cNvPr>
                <p:cNvPicPr/>
                <p:nvPr/>
              </p:nvPicPr>
              <p:blipFill>
                <a:blip r:embed="rId571"/>
                <a:stretch>
                  <a:fillRect/>
                </a:stretch>
              </p:blipFill>
              <p:spPr>
                <a:xfrm>
                  <a:off x="10004558" y="5797296"/>
                  <a:ext cx="25956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572">
              <p14:nvContentPartPr>
                <p14:cNvPr id="444" name="Ink 443">
                  <a:extLst>
                    <a:ext uri="{FF2B5EF4-FFF2-40B4-BE49-F238E27FC236}">
                      <a16:creationId xmlns:a16="http://schemas.microsoft.com/office/drawing/2014/main" id="{E34EBC24-FE48-39E2-74BC-3C8C663DF818}"/>
                    </a:ext>
                  </a:extLst>
                </p14:cNvPr>
                <p14:cNvContentPartPr/>
                <p14:nvPr/>
              </p14:nvContentPartPr>
              <p14:xfrm>
                <a:off x="10145318" y="5878656"/>
                <a:ext cx="10800" cy="167040"/>
              </p14:xfrm>
            </p:contentPart>
          </mc:Choice>
          <mc:Fallback>
            <p:pic>
              <p:nvPicPr>
                <p:cNvPr id="444" name="Ink 443">
                  <a:extLst>
                    <a:ext uri="{FF2B5EF4-FFF2-40B4-BE49-F238E27FC236}">
                      <a16:creationId xmlns:a16="http://schemas.microsoft.com/office/drawing/2014/main" id="{E34EBC24-FE48-39E2-74BC-3C8C663DF818}"/>
                    </a:ext>
                  </a:extLst>
                </p:cNvPr>
                <p:cNvPicPr/>
                <p:nvPr/>
              </p:nvPicPr>
              <p:blipFill>
                <a:blip r:embed="rId573"/>
                <a:stretch>
                  <a:fillRect/>
                </a:stretch>
              </p:blipFill>
              <p:spPr>
                <a:xfrm>
                  <a:off x="10140998" y="5874336"/>
                  <a:ext cx="1944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574">
              <p14:nvContentPartPr>
                <p14:cNvPr id="445" name="Ink 444">
                  <a:extLst>
                    <a:ext uri="{FF2B5EF4-FFF2-40B4-BE49-F238E27FC236}">
                      <a16:creationId xmlns:a16="http://schemas.microsoft.com/office/drawing/2014/main" id="{1BA3EC5A-2787-0137-51B1-7E99078213F5}"/>
                    </a:ext>
                  </a:extLst>
                </p14:cNvPr>
                <p14:cNvContentPartPr/>
                <p14:nvPr/>
              </p14:nvContentPartPr>
              <p14:xfrm>
                <a:off x="10270238" y="5842296"/>
                <a:ext cx="86040" cy="186480"/>
              </p14:xfrm>
            </p:contentPart>
          </mc:Choice>
          <mc:Fallback>
            <p:pic>
              <p:nvPicPr>
                <p:cNvPr id="445" name="Ink 444">
                  <a:extLst>
                    <a:ext uri="{FF2B5EF4-FFF2-40B4-BE49-F238E27FC236}">
                      <a16:creationId xmlns:a16="http://schemas.microsoft.com/office/drawing/2014/main" id="{1BA3EC5A-2787-0137-51B1-7E99078213F5}"/>
                    </a:ext>
                  </a:extLst>
                </p:cNvPr>
                <p:cNvPicPr/>
                <p:nvPr/>
              </p:nvPicPr>
              <p:blipFill>
                <a:blip r:embed="rId575"/>
                <a:stretch>
                  <a:fillRect/>
                </a:stretch>
              </p:blipFill>
              <p:spPr>
                <a:xfrm>
                  <a:off x="10265918" y="5837976"/>
                  <a:ext cx="94680" cy="195120"/>
                </a:xfrm>
                <a:prstGeom prst="rect">
                  <a:avLst/>
                </a:prstGeom>
              </p:spPr>
            </p:pic>
          </mc:Fallback>
        </mc:AlternateContent>
        <mc:AlternateContent xmlns:mc="http://schemas.openxmlformats.org/markup-compatibility/2006">
          <mc:Choice xmlns:p14="http://schemas.microsoft.com/office/powerpoint/2010/main" Requires="p14">
            <p:contentPart p14:bwMode="auto" r:id="rId576">
              <p14:nvContentPartPr>
                <p14:cNvPr id="446" name="Ink 445">
                  <a:extLst>
                    <a:ext uri="{FF2B5EF4-FFF2-40B4-BE49-F238E27FC236}">
                      <a16:creationId xmlns:a16="http://schemas.microsoft.com/office/drawing/2014/main" id="{49D99038-F898-F326-1361-8D81E4CC4D59}"/>
                    </a:ext>
                  </a:extLst>
                </p14:cNvPr>
                <p14:cNvContentPartPr/>
                <p14:nvPr/>
              </p14:nvContentPartPr>
              <p14:xfrm>
                <a:off x="10314518" y="5784696"/>
                <a:ext cx="211680" cy="54360"/>
              </p14:xfrm>
            </p:contentPart>
          </mc:Choice>
          <mc:Fallback>
            <p:pic>
              <p:nvPicPr>
                <p:cNvPr id="446" name="Ink 445">
                  <a:extLst>
                    <a:ext uri="{FF2B5EF4-FFF2-40B4-BE49-F238E27FC236}">
                      <a16:creationId xmlns:a16="http://schemas.microsoft.com/office/drawing/2014/main" id="{49D99038-F898-F326-1361-8D81E4CC4D59}"/>
                    </a:ext>
                  </a:extLst>
                </p:cNvPr>
                <p:cNvPicPr/>
                <p:nvPr/>
              </p:nvPicPr>
              <p:blipFill>
                <a:blip r:embed="rId577"/>
                <a:stretch>
                  <a:fillRect/>
                </a:stretch>
              </p:blipFill>
              <p:spPr>
                <a:xfrm>
                  <a:off x="10310198" y="5780376"/>
                  <a:ext cx="22032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578">
              <p14:nvContentPartPr>
                <p14:cNvPr id="447" name="Ink 446">
                  <a:extLst>
                    <a:ext uri="{FF2B5EF4-FFF2-40B4-BE49-F238E27FC236}">
                      <a16:creationId xmlns:a16="http://schemas.microsoft.com/office/drawing/2014/main" id="{6E1D5981-81DD-0C8B-7888-A56B57AFB0CB}"/>
                    </a:ext>
                  </a:extLst>
                </p14:cNvPr>
                <p14:cNvContentPartPr/>
                <p14:nvPr/>
              </p14:nvContentPartPr>
              <p14:xfrm>
                <a:off x="9925718" y="6065136"/>
                <a:ext cx="497880" cy="134280"/>
              </p14:xfrm>
            </p:contentPart>
          </mc:Choice>
          <mc:Fallback>
            <p:pic>
              <p:nvPicPr>
                <p:cNvPr id="447" name="Ink 446">
                  <a:extLst>
                    <a:ext uri="{FF2B5EF4-FFF2-40B4-BE49-F238E27FC236}">
                      <a16:creationId xmlns:a16="http://schemas.microsoft.com/office/drawing/2014/main" id="{6E1D5981-81DD-0C8B-7888-A56B57AFB0CB}"/>
                    </a:ext>
                  </a:extLst>
                </p:cNvPr>
                <p:cNvPicPr/>
                <p:nvPr/>
              </p:nvPicPr>
              <p:blipFill>
                <a:blip r:embed="rId579"/>
                <a:stretch>
                  <a:fillRect/>
                </a:stretch>
              </p:blipFill>
              <p:spPr>
                <a:xfrm>
                  <a:off x="9921398" y="6060816"/>
                  <a:ext cx="50652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580">
              <p14:nvContentPartPr>
                <p14:cNvPr id="448" name="Ink 447">
                  <a:extLst>
                    <a:ext uri="{FF2B5EF4-FFF2-40B4-BE49-F238E27FC236}">
                      <a16:creationId xmlns:a16="http://schemas.microsoft.com/office/drawing/2014/main" id="{7B850E5F-5869-C892-60BC-6E0D20B75D78}"/>
                    </a:ext>
                  </a:extLst>
                </p14:cNvPr>
                <p14:cNvContentPartPr/>
                <p14:nvPr/>
              </p14:nvContentPartPr>
              <p14:xfrm>
                <a:off x="10103558" y="6215616"/>
                <a:ext cx="150840" cy="258840"/>
              </p14:xfrm>
            </p:contentPart>
          </mc:Choice>
          <mc:Fallback>
            <p:pic>
              <p:nvPicPr>
                <p:cNvPr id="448" name="Ink 447">
                  <a:extLst>
                    <a:ext uri="{FF2B5EF4-FFF2-40B4-BE49-F238E27FC236}">
                      <a16:creationId xmlns:a16="http://schemas.microsoft.com/office/drawing/2014/main" id="{7B850E5F-5869-C892-60BC-6E0D20B75D78}"/>
                    </a:ext>
                  </a:extLst>
                </p:cNvPr>
                <p:cNvPicPr/>
                <p:nvPr/>
              </p:nvPicPr>
              <p:blipFill>
                <a:blip r:embed="rId581"/>
                <a:stretch>
                  <a:fillRect/>
                </a:stretch>
              </p:blipFill>
              <p:spPr>
                <a:xfrm>
                  <a:off x="10098878" y="6211296"/>
                  <a:ext cx="159480" cy="267480"/>
                </a:xfrm>
                <a:prstGeom prst="rect">
                  <a:avLst/>
                </a:prstGeom>
              </p:spPr>
            </p:pic>
          </mc:Fallback>
        </mc:AlternateContent>
        <mc:AlternateContent xmlns:mc="http://schemas.openxmlformats.org/markup-compatibility/2006">
          <mc:Choice xmlns:p14="http://schemas.microsoft.com/office/powerpoint/2010/main" Requires="p14">
            <p:contentPart p14:bwMode="auto" r:id="rId582">
              <p14:nvContentPartPr>
                <p14:cNvPr id="449" name="Ink 448">
                  <a:extLst>
                    <a:ext uri="{FF2B5EF4-FFF2-40B4-BE49-F238E27FC236}">
                      <a16:creationId xmlns:a16="http://schemas.microsoft.com/office/drawing/2014/main" id="{E4D0DB3E-155E-1F05-0AEA-2582EC89CD76}"/>
                    </a:ext>
                  </a:extLst>
                </p14:cNvPr>
                <p14:cNvContentPartPr/>
                <p14:nvPr/>
              </p14:nvContentPartPr>
              <p14:xfrm>
                <a:off x="10282838" y="6220656"/>
                <a:ext cx="151200" cy="160200"/>
              </p14:xfrm>
            </p:contentPart>
          </mc:Choice>
          <mc:Fallback>
            <p:pic>
              <p:nvPicPr>
                <p:cNvPr id="449" name="Ink 448">
                  <a:extLst>
                    <a:ext uri="{FF2B5EF4-FFF2-40B4-BE49-F238E27FC236}">
                      <a16:creationId xmlns:a16="http://schemas.microsoft.com/office/drawing/2014/main" id="{E4D0DB3E-155E-1F05-0AEA-2582EC89CD76}"/>
                    </a:ext>
                  </a:extLst>
                </p:cNvPr>
                <p:cNvPicPr/>
                <p:nvPr/>
              </p:nvPicPr>
              <p:blipFill>
                <a:blip r:embed="rId583"/>
                <a:stretch>
                  <a:fillRect/>
                </a:stretch>
              </p:blipFill>
              <p:spPr>
                <a:xfrm>
                  <a:off x="10278518" y="6216336"/>
                  <a:ext cx="15984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584">
              <p14:nvContentPartPr>
                <p14:cNvPr id="450" name="Ink 449">
                  <a:extLst>
                    <a:ext uri="{FF2B5EF4-FFF2-40B4-BE49-F238E27FC236}">
                      <a16:creationId xmlns:a16="http://schemas.microsoft.com/office/drawing/2014/main" id="{2237EF43-F4A4-8502-38AB-7C886EEB86F5}"/>
                    </a:ext>
                  </a:extLst>
                </p14:cNvPr>
                <p14:cNvContentPartPr/>
                <p14:nvPr/>
              </p14:nvContentPartPr>
              <p14:xfrm>
                <a:off x="10008518" y="6238296"/>
                <a:ext cx="134280" cy="59040"/>
              </p14:xfrm>
            </p:contentPart>
          </mc:Choice>
          <mc:Fallback>
            <p:pic>
              <p:nvPicPr>
                <p:cNvPr id="450" name="Ink 449">
                  <a:extLst>
                    <a:ext uri="{FF2B5EF4-FFF2-40B4-BE49-F238E27FC236}">
                      <a16:creationId xmlns:a16="http://schemas.microsoft.com/office/drawing/2014/main" id="{2237EF43-F4A4-8502-38AB-7C886EEB86F5}"/>
                    </a:ext>
                  </a:extLst>
                </p:cNvPr>
                <p:cNvPicPr/>
                <p:nvPr/>
              </p:nvPicPr>
              <p:blipFill>
                <a:blip r:embed="rId585"/>
                <a:stretch>
                  <a:fillRect/>
                </a:stretch>
              </p:blipFill>
              <p:spPr>
                <a:xfrm>
                  <a:off x="10004198" y="6233976"/>
                  <a:ext cx="14292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586">
              <p14:nvContentPartPr>
                <p14:cNvPr id="452" name="Ink 451">
                  <a:extLst>
                    <a:ext uri="{FF2B5EF4-FFF2-40B4-BE49-F238E27FC236}">
                      <a16:creationId xmlns:a16="http://schemas.microsoft.com/office/drawing/2014/main" id="{07FC7C56-761E-2D5C-06F1-C44AAEF6C6F4}"/>
                    </a:ext>
                  </a:extLst>
                </p14:cNvPr>
                <p14:cNvContentPartPr/>
                <p14:nvPr/>
              </p14:nvContentPartPr>
              <p14:xfrm>
                <a:off x="10631318" y="6006096"/>
                <a:ext cx="117360" cy="24480"/>
              </p14:xfrm>
            </p:contentPart>
          </mc:Choice>
          <mc:Fallback>
            <p:pic>
              <p:nvPicPr>
                <p:cNvPr id="452" name="Ink 451">
                  <a:extLst>
                    <a:ext uri="{FF2B5EF4-FFF2-40B4-BE49-F238E27FC236}">
                      <a16:creationId xmlns:a16="http://schemas.microsoft.com/office/drawing/2014/main" id="{07FC7C56-761E-2D5C-06F1-C44AAEF6C6F4}"/>
                    </a:ext>
                  </a:extLst>
                </p:cNvPr>
                <p:cNvPicPr/>
                <p:nvPr/>
              </p:nvPicPr>
              <p:blipFill>
                <a:blip r:embed="rId587"/>
                <a:stretch>
                  <a:fillRect/>
                </a:stretch>
              </p:blipFill>
              <p:spPr>
                <a:xfrm>
                  <a:off x="10626998" y="6001776"/>
                  <a:ext cx="12600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588">
              <p14:nvContentPartPr>
                <p14:cNvPr id="453" name="Ink 452">
                  <a:extLst>
                    <a:ext uri="{FF2B5EF4-FFF2-40B4-BE49-F238E27FC236}">
                      <a16:creationId xmlns:a16="http://schemas.microsoft.com/office/drawing/2014/main" id="{37B891C3-3377-7A4A-7755-ED9CAC2910B7}"/>
                    </a:ext>
                  </a:extLst>
                </p14:cNvPr>
                <p14:cNvContentPartPr/>
                <p14:nvPr/>
              </p14:nvContentPartPr>
              <p14:xfrm>
                <a:off x="10637798" y="6059376"/>
                <a:ext cx="150480" cy="27360"/>
              </p14:xfrm>
            </p:contentPart>
          </mc:Choice>
          <mc:Fallback>
            <p:pic>
              <p:nvPicPr>
                <p:cNvPr id="453" name="Ink 452">
                  <a:extLst>
                    <a:ext uri="{FF2B5EF4-FFF2-40B4-BE49-F238E27FC236}">
                      <a16:creationId xmlns:a16="http://schemas.microsoft.com/office/drawing/2014/main" id="{37B891C3-3377-7A4A-7755-ED9CAC2910B7}"/>
                    </a:ext>
                  </a:extLst>
                </p:cNvPr>
                <p:cNvPicPr/>
                <p:nvPr/>
              </p:nvPicPr>
              <p:blipFill>
                <a:blip r:embed="rId589"/>
                <a:stretch>
                  <a:fillRect/>
                </a:stretch>
              </p:blipFill>
              <p:spPr>
                <a:xfrm>
                  <a:off x="10633478" y="6055056"/>
                  <a:ext cx="15912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590">
              <p14:nvContentPartPr>
                <p14:cNvPr id="456" name="Ink 455">
                  <a:extLst>
                    <a:ext uri="{FF2B5EF4-FFF2-40B4-BE49-F238E27FC236}">
                      <a16:creationId xmlns:a16="http://schemas.microsoft.com/office/drawing/2014/main" id="{A162E061-FAC4-B54C-2A70-547ACCBB0A23}"/>
                    </a:ext>
                  </a:extLst>
                </p14:cNvPr>
                <p14:cNvContentPartPr/>
                <p14:nvPr/>
              </p14:nvContentPartPr>
              <p14:xfrm>
                <a:off x="10969718" y="5832936"/>
                <a:ext cx="145800" cy="217080"/>
              </p14:xfrm>
            </p:contentPart>
          </mc:Choice>
          <mc:Fallback>
            <p:pic>
              <p:nvPicPr>
                <p:cNvPr id="456" name="Ink 455">
                  <a:extLst>
                    <a:ext uri="{FF2B5EF4-FFF2-40B4-BE49-F238E27FC236}">
                      <a16:creationId xmlns:a16="http://schemas.microsoft.com/office/drawing/2014/main" id="{A162E061-FAC4-B54C-2A70-547ACCBB0A23}"/>
                    </a:ext>
                  </a:extLst>
                </p:cNvPr>
                <p:cNvPicPr/>
                <p:nvPr/>
              </p:nvPicPr>
              <p:blipFill>
                <a:blip r:embed="rId591"/>
                <a:stretch>
                  <a:fillRect/>
                </a:stretch>
              </p:blipFill>
              <p:spPr>
                <a:xfrm>
                  <a:off x="10965398" y="5828616"/>
                  <a:ext cx="15444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592">
              <p14:nvContentPartPr>
                <p14:cNvPr id="457" name="Ink 456">
                  <a:extLst>
                    <a:ext uri="{FF2B5EF4-FFF2-40B4-BE49-F238E27FC236}">
                      <a16:creationId xmlns:a16="http://schemas.microsoft.com/office/drawing/2014/main" id="{D6376CB9-AD7F-0F17-0C0D-5359AD46CBB8}"/>
                    </a:ext>
                  </a:extLst>
                </p14:cNvPr>
                <p14:cNvContentPartPr/>
                <p14:nvPr/>
              </p14:nvContentPartPr>
              <p14:xfrm>
                <a:off x="10916798" y="6109416"/>
                <a:ext cx="234720" cy="49680"/>
              </p14:xfrm>
            </p:contentPart>
          </mc:Choice>
          <mc:Fallback>
            <p:pic>
              <p:nvPicPr>
                <p:cNvPr id="457" name="Ink 456">
                  <a:extLst>
                    <a:ext uri="{FF2B5EF4-FFF2-40B4-BE49-F238E27FC236}">
                      <a16:creationId xmlns:a16="http://schemas.microsoft.com/office/drawing/2014/main" id="{D6376CB9-AD7F-0F17-0C0D-5359AD46CBB8}"/>
                    </a:ext>
                  </a:extLst>
                </p:cNvPr>
                <p:cNvPicPr/>
                <p:nvPr/>
              </p:nvPicPr>
              <p:blipFill>
                <a:blip r:embed="rId593"/>
                <a:stretch>
                  <a:fillRect/>
                </a:stretch>
              </p:blipFill>
              <p:spPr>
                <a:xfrm>
                  <a:off x="10912478" y="6105096"/>
                  <a:ext cx="243360" cy="58320"/>
                </a:xfrm>
                <a:prstGeom prst="rect">
                  <a:avLst/>
                </a:prstGeom>
              </p:spPr>
            </p:pic>
          </mc:Fallback>
        </mc:AlternateContent>
        <mc:AlternateContent xmlns:mc="http://schemas.openxmlformats.org/markup-compatibility/2006">
          <mc:Choice xmlns:p14="http://schemas.microsoft.com/office/powerpoint/2010/main" Requires="p14">
            <p:contentPart p14:bwMode="auto" r:id="rId594">
              <p14:nvContentPartPr>
                <p14:cNvPr id="458" name="Ink 457">
                  <a:extLst>
                    <a:ext uri="{FF2B5EF4-FFF2-40B4-BE49-F238E27FC236}">
                      <a16:creationId xmlns:a16="http://schemas.microsoft.com/office/drawing/2014/main" id="{912DBC1B-3C32-60B9-8C83-299C93A207E6}"/>
                    </a:ext>
                  </a:extLst>
                </p14:cNvPr>
                <p14:cNvContentPartPr/>
                <p14:nvPr/>
              </p14:nvContentPartPr>
              <p14:xfrm>
                <a:off x="10974038" y="6214896"/>
                <a:ext cx="153360" cy="177840"/>
              </p14:xfrm>
            </p:contentPart>
          </mc:Choice>
          <mc:Fallback>
            <p:pic>
              <p:nvPicPr>
                <p:cNvPr id="458" name="Ink 457">
                  <a:extLst>
                    <a:ext uri="{FF2B5EF4-FFF2-40B4-BE49-F238E27FC236}">
                      <a16:creationId xmlns:a16="http://schemas.microsoft.com/office/drawing/2014/main" id="{912DBC1B-3C32-60B9-8C83-299C93A207E6}"/>
                    </a:ext>
                  </a:extLst>
                </p:cNvPr>
                <p:cNvPicPr/>
                <p:nvPr/>
              </p:nvPicPr>
              <p:blipFill>
                <a:blip r:embed="rId595"/>
                <a:stretch>
                  <a:fillRect/>
                </a:stretch>
              </p:blipFill>
              <p:spPr>
                <a:xfrm>
                  <a:off x="10969718" y="6210576"/>
                  <a:ext cx="16200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596">
              <p14:nvContentPartPr>
                <p14:cNvPr id="459" name="Ink 458">
                  <a:extLst>
                    <a:ext uri="{FF2B5EF4-FFF2-40B4-BE49-F238E27FC236}">
                      <a16:creationId xmlns:a16="http://schemas.microsoft.com/office/drawing/2014/main" id="{71EAAC26-682E-2823-9074-F43001DBCA68}"/>
                    </a:ext>
                  </a:extLst>
                </p14:cNvPr>
                <p14:cNvContentPartPr/>
                <p14:nvPr/>
              </p14:nvContentPartPr>
              <p14:xfrm>
                <a:off x="11286878" y="6006096"/>
                <a:ext cx="102240" cy="17640"/>
              </p14:xfrm>
            </p:contentPart>
          </mc:Choice>
          <mc:Fallback>
            <p:pic>
              <p:nvPicPr>
                <p:cNvPr id="459" name="Ink 458">
                  <a:extLst>
                    <a:ext uri="{FF2B5EF4-FFF2-40B4-BE49-F238E27FC236}">
                      <a16:creationId xmlns:a16="http://schemas.microsoft.com/office/drawing/2014/main" id="{71EAAC26-682E-2823-9074-F43001DBCA68}"/>
                    </a:ext>
                  </a:extLst>
                </p:cNvPr>
                <p:cNvPicPr/>
                <p:nvPr/>
              </p:nvPicPr>
              <p:blipFill>
                <a:blip r:embed="rId597"/>
                <a:stretch>
                  <a:fillRect/>
                </a:stretch>
              </p:blipFill>
              <p:spPr>
                <a:xfrm>
                  <a:off x="11282558" y="6001776"/>
                  <a:ext cx="11088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598">
              <p14:nvContentPartPr>
                <p14:cNvPr id="460" name="Ink 459">
                  <a:extLst>
                    <a:ext uri="{FF2B5EF4-FFF2-40B4-BE49-F238E27FC236}">
                      <a16:creationId xmlns:a16="http://schemas.microsoft.com/office/drawing/2014/main" id="{260909D7-FC63-CD1A-604A-C10406CE0790}"/>
                    </a:ext>
                  </a:extLst>
                </p14:cNvPr>
                <p14:cNvContentPartPr/>
                <p14:nvPr/>
              </p14:nvContentPartPr>
              <p14:xfrm>
                <a:off x="11300198" y="6069096"/>
                <a:ext cx="107280" cy="24120"/>
              </p14:xfrm>
            </p:contentPart>
          </mc:Choice>
          <mc:Fallback>
            <p:pic>
              <p:nvPicPr>
                <p:cNvPr id="460" name="Ink 459">
                  <a:extLst>
                    <a:ext uri="{FF2B5EF4-FFF2-40B4-BE49-F238E27FC236}">
                      <a16:creationId xmlns:a16="http://schemas.microsoft.com/office/drawing/2014/main" id="{260909D7-FC63-CD1A-604A-C10406CE0790}"/>
                    </a:ext>
                  </a:extLst>
                </p:cNvPr>
                <p:cNvPicPr/>
                <p:nvPr/>
              </p:nvPicPr>
              <p:blipFill>
                <a:blip r:embed="rId599"/>
                <a:stretch>
                  <a:fillRect/>
                </a:stretch>
              </p:blipFill>
              <p:spPr>
                <a:xfrm>
                  <a:off x="11295878" y="6064776"/>
                  <a:ext cx="11592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600">
              <p14:nvContentPartPr>
                <p14:cNvPr id="461" name="Ink 460">
                  <a:extLst>
                    <a:ext uri="{FF2B5EF4-FFF2-40B4-BE49-F238E27FC236}">
                      <a16:creationId xmlns:a16="http://schemas.microsoft.com/office/drawing/2014/main" id="{ACF6825A-79C9-83D9-5502-EFB7F616B7D4}"/>
                    </a:ext>
                  </a:extLst>
                </p14:cNvPr>
                <p14:cNvContentPartPr/>
                <p14:nvPr/>
              </p14:nvContentPartPr>
              <p14:xfrm>
                <a:off x="11467238" y="5892336"/>
                <a:ext cx="3240" cy="258120"/>
              </p14:xfrm>
            </p:contentPart>
          </mc:Choice>
          <mc:Fallback>
            <p:pic>
              <p:nvPicPr>
                <p:cNvPr id="461" name="Ink 460">
                  <a:extLst>
                    <a:ext uri="{FF2B5EF4-FFF2-40B4-BE49-F238E27FC236}">
                      <a16:creationId xmlns:a16="http://schemas.microsoft.com/office/drawing/2014/main" id="{ACF6825A-79C9-83D9-5502-EFB7F616B7D4}"/>
                    </a:ext>
                  </a:extLst>
                </p:cNvPr>
                <p:cNvPicPr/>
                <p:nvPr/>
              </p:nvPicPr>
              <p:blipFill>
                <a:blip r:embed="rId601"/>
                <a:stretch>
                  <a:fillRect/>
                </a:stretch>
              </p:blipFill>
              <p:spPr>
                <a:xfrm>
                  <a:off x="11462918" y="5888016"/>
                  <a:ext cx="11880" cy="266760"/>
                </a:xfrm>
                <a:prstGeom prst="rect">
                  <a:avLst/>
                </a:prstGeom>
              </p:spPr>
            </p:pic>
          </mc:Fallback>
        </mc:AlternateContent>
        <mc:AlternateContent xmlns:mc="http://schemas.openxmlformats.org/markup-compatibility/2006">
          <mc:Choice xmlns:p14="http://schemas.microsoft.com/office/powerpoint/2010/main" Requires="p14">
            <p:contentPart p14:bwMode="auto" r:id="rId602">
              <p14:nvContentPartPr>
                <p14:cNvPr id="462" name="Ink 461">
                  <a:extLst>
                    <a:ext uri="{FF2B5EF4-FFF2-40B4-BE49-F238E27FC236}">
                      <a16:creationId xmlns:a16="http://schemas.microsoft.com/office/drawing/2014/main" id="{B7C5AA4A-E915-2E4D-BDAF-849B6EBBC7CF}"/>
                    </a:ext>
                  </a:extLst>
                </p14:cNvPr>
                <p14:cNvContentPartPr/>
                <p14:nvPr/>
              </p14:nvContentPartPr>
              <p14:xfrm>
                <a:off x="11547158" y="6069816"/>
                <a:ext cx="29160" cy="17280"/>
              </p14:xfrm>
            </p:contentPart>
          </mc:Choice>
          <mc:Fallback>
            <p:pic>
              <p:nvPicPr>
                <p:cNvPr id="462" name="Ink 461">
                  <a:extLst>
                    <a:ext uri="{FF2B5EF4-FFF2-40B4-BE49-F238E27FC236}">
                      <a16:creationId xmlns:a16="http://schemas.microsoft.com/office/drawing/2014/main" id="{B7C5AA4A-E915-2E4D-BDAF-849B6EBBC7CF}"/>
                    </a:ext>
                  </a:extLst>
                </p:cNvPr>
                <p:cNvPicPr/>
                <p:nvPr/>
              </p:nvPicPr>
              <p:blipFill>
                <a:blip r:embed="rId603"/>
                <a:stretch>
                  <a:fillRect/>
                </a:stretch>
              </p:blipFill>
              <p:spPr>
                <a:xfrm>
                  <a:off x="11542838" y="6065496"/>
                  <a:ext cx="3780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604">
              <p14:nvContentPartPr>
                <p14:cNvPr id="463" name="Ink 462">
                  <a:extLst>
                    <a:ext uri="{FF2B5EF4-FFF2-40B4-BE49-F238E27FC236}">
                      <a16:creationId xmlns:a16="http://schemas.microsoft.com/office/drawing/2014/main" id="{97605EC6-2552-1DF1-3185-25066BA8AB77}"/>
                    </a:ext>
                  </a:extLst>
                </p14:cNvPr>
                <p14:cNvContentPartPr/>
                <p14:nvPr/>
              </p14:nvContentPartPr>
              <p14:xfrm>
                <a:off x="11551838" y="5873976"/>
                <a:ext cx="264240" cy="248400"/>
              </p14:xfrm>
            </p:contentPart>
          </mc:Choice>
          <mc:Fallback>
            <p:pic>
              <p:nvPicPr>
                <p:cNvPr id="463" name="Ink 462">
                  <a:extLst>
                    <a:ext uri="{FF2B5EF4-FFF2-40B4-BE49-F238E27FC236}">
                      <a16:creationId xmlns:a16="http://schemas.microsoft.com/office/drawing/2014/main" id="{97605EC6-2552-1DF1-3185-25066BA8AB77}"/>
                    </a:ext>
                  </a:extLst>
                </p:cNvPr>
                <p:cNvPicPr/>
                <p:nvPr/>
              </p:nvPicPr>
              <p:blipFill>
                <a:blip r:embed="rId605"/>
                <a:stretch>
                  <a:fillRect/>
                </a:stretch>
              </p:blipFill>
              <p:spPr>
                <a:xfrm>
                  <a:off x="11547518" y="5869656"/>
                  <a:ext cx="272880" cy="257040"/>
                </a:xfrm>
                <a:prstGeom prst="rect">
                  <a:avLst/>
                </a:prstGeom>
              </p:spPr>
            </p:pic>
          </mc:Fallback>
        </mc:AlternateContent>
      </p:grpSp>
      <p:grpSp>
        <p:nvGrpSpPr>
          <p:cNvPr id="475" name="Group 474">
            <a:extLst>
              <a:ext uri="{FF2B5EF4-FFF2-40B4-BE49-F238E27FC236}">
                <a16:creationId xmlns:a16="http://schemas.microsoft.com/office/drawing/2014/main" id="{2C799022-86B8-AA2B-8C8D-45841AB5CCD2}"/>
              </a:ext>
            </a:extLst>
          </p:cNvPr>
          <p:cNvGrpSpPr/>
          <p:nvPr/>
        </p:nvGrpSpPr>
        <p:grpSpPr>
          <a:xfrm>
            <a:off x="7200518" y="3090456"/>
            <a:ext cx="4491360" cy="2544480"/>
            <a:chOff x="7200518" y="3090456"/>
            <a:chExt cx="4491360" cy="2544480"/>
          </a:xfrm>
        </p:grpSpPr>
        <mc:AlternateContent xmlns:mc="http://schemas.openxmlformats.org/markup-compatibility/2006">
          <mc:Choice xmlns:p14="http://schemas.microsoft.com/office/powerpoint/2010/main" Requires="p14">
            <p:contentPart p14:bwMode="auto" r:id="rId606">
              <p14:nvContentPartPr>
                <p14:cNvPr id="131" name="Ink 130">
                  <a:extLst>
                    <a:ext uri="{FF2B5EF4-FFF2-40B4-BE49-F238E27FC236}">
                      <a16:creationId xmlns:a16="http://schemas.microsoft.com/office/drawing/2014/main" id="{2C43843E-E70D-5A48-90A0-01952D1BC550}"/>
                    </a:ext>
                  </a:extLst>
                </p14:cNvPr>
                <p14:cNvContentPartPr/>
                <p14:nvPr/>
              </p14:nvContentPartPr>
              <p14:xfrm>
                <a:off x="7716038" y="3369456"/>
                <a:ext cx="267480" cy="171720"/>
              </p14:xfrm>
            </p:contentPart>
          </mc:Choice>
          <mc:Fallback>
            <p:pic>
              <p:nvPicPr>
                <p:cNvPr id="131" name="Ink 130">
                  <a:extLst>
                    <a:ext uri="{FF2B5EF4-FFF2-40B4-BE49-F238E27FC236}">
                      <a16:creationId xmlns:a16="http://schemas.microsoft.com/office/drawing/2014/main" id="{2C43843E-E70D-5A48-90A0-01952D1BC550}"/>
                    </a:ext>
                  </a:extLst>
                </p:cNvPr>
                <p:cNvPicPr/>
                <p:nvPr/>
              </p:nvPicPr>
              <p:blipFill>
                <a:blip r:embed="rId607"/>
                <a:stretch>
                  <a:fillRect/>
                </a:stretch>
              </p:blipFill>
              <p:spPr>
                <a:xfrm>
                  <a:off x="7711718" y="3365136"/>
                  <a:ext cx="27612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608">
              <p14:nvContentPartPr>
                <p14:cNvPr id="342" name="Ink 341">
                  <a:extLst>
                    <a:ext uri="{FF2B5EF4-FFF2-40B4-BE49-F238E27FC236}">
                      <a16:creationId xmlns:a16="http://schemas.microsoft.com/office/drawing/2014/main" id="{96B80CD2-3A49-F29C-3725-6C2254546423}"/>
                    </a:ext>
                  </a:extLst>
                </p14:cNvPr>
                <p14:cNvContentPartPr/>
                <p14:nvPr/>
              </p14:nvContentPartPr>
              <p14:xfrm>
                <a:off x="9968918" y="4838616"/>
                <a:ext cx="142560" cy="175680"/>
              </p14:xfrm>
            </p:contentPart>
          </mc:Choice>
          <mc:Fallback>
            <p:pic>
              <p:nvPicPr>
                <p:cNvPr id="342" name="Ink 341">
                  <a:extLst>
                    <a:ext uri="{FF2B5EF4-FFF2-40B4-BE49-F238E27FC236}">
                      <a16:creationId xmlns:a16="http://schemas.microsoft.com/office/drawing/2014/main" id="{96B80CD2-3A49-F29C-3725-6C2254546423}"/>
                    </a:ext>
                  </a:extLst>
                </p:cNvPr>
                <p:cNvPicPr/>
                <p:nvPr/>
              </p:nvPicPr>
              <p:blipFill>
                <a:blip r:embed="rId609"/>
                <a:stretch>
                  <a:fillRect/>
                </a:stretch>
              </p:blipFill>
              <p:spPr>
                <a:xfrm>
                  <a:off x="9964598" y="4834296"/>
                  <a:ext cx="15120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610">
              <p14:nvContentPartPr>
                <p14:cNvPr id="343" name="Ink 342">
                  <a:extLst>
                    <a:ext uri="{FF2B5EF4-FFF2-40B4-BE49-F238E27FC236}">
                      <a16:creationId xmlns:a16="http://schemas.microsoft.com/office/drawing/2014/main" id="{5077B110-AACC-5550-712B-09B2A05767F7}"/>
                    </a:ext>
                  </a:extLst>
                </p14:cNvPr>
                <p14:cNvContentPartPr/>
                <p14:nvPr/>
              </p14:nvContentPartPr>
              <p14:xfrm>
                <a:off x="9959558" y="4902696"/>
                <a:ext cx="164520" cy="61920"/>
              </p14:xfrm>
            </p:contentPart>
          </mc:Choice>
          <mc:Fallback>
            <p:pic>
              <p:nvPicPr>
                <p:cNvPr id="343" name="Ink 342">
                  <a:extLst>
                    <a:ext uri="{FF2B5EF4-FFF2-40B4-BE49-F238E27FC236}">
                      <a16:creationId xmlns:a16="http://schemas.microsoft.com/office/drawing/2014/main" id="{5077B110-AACC-5550-712B-09B2A05767F7}"/>
                    </a:ext>
                  </a:extLst>
                </p:cNvPr>
                <p:cNvPicPr/>
                <p:nvPr/>
              </p:nvPicPr>
              <p:blipFill>
                <a:blip r:embed="rId611"/>
                <a:stretch>
                  <a:fillRect/>
                </a:stretch>
              </p:blipFill>
              <p:spPr>
                <a:xfrm>
                  <a:off x="9955238" y="4898376"/>
                  <a:ext cx="173160" cy="70560"/>
                </a:xfrm>
                <a:prstGeom prst="rect">
                  <a:avLst/>
                </a:prstGeom>
              </p:spPr>
            </p:pic>
          </mc:Fallback>
        </mc:AlternateContent>
        <mc:AlternateContent xmlns:mc="http://schemas.openxmlformats.org/markup-compatibility/2006">
          <mc:Choice xmlns:p14="http://schemas.microsoft.com/office/powerpoint/2010/main" Requires="p14">
            <p:contentPart p14:bwMode="auto" r:id="rId612">
              <p14:nvContentPartPr>
                <p14:cNvPr id="344" name="Ink 343">
                  <a:extLst>
                    <a:ext uri="{FF2B5EF4-FFF2-40B4-BE49-F238E27FC236}">
                      <a16:creationId xmlns:a16="http://schemas.microsoft.com/office/drawing/2014/main" id="{DBB2DFAF-B4E2-4E33-74E3-B0C7956064BB}"/>
                    </a:ext>
                  </a:extLst>
                </p14:cNvPr>
                <p14:cNvContentPartPr/>
                <p14:nvPr/>
              </p14:nvContentPartPr>
              <p14:xfrm>
                <a:off x="10125158" y="4913136"/>
                <a:ext cx="60840" cy="2520"/>
              </p14:xfrm>
            </p:contentPart>
          </mc:Choice>
          <mc:Fallback>
            <p:pic>
              <p:nvPicPr>
                <p:cNvPr id="344" name="Ink 343">
                  <a:extLst>
                    <a:ext uri="{FF2B5EF4-FFF2-40B4-BE49-F238E27FC236}">
                      <a16:creationId xmlns:a16="http://schemas.microsoft.com/office/drawing/2014/main" id="{DBB2DFAF-B4E2-4E33-74E3-B0C7956064BB}"/>
                    </a:ext>
                  </a:extLst>
                </p:cNvPr>
                <p:cNvPicPr/>
                <p:nvPr/>
              </p:nvPicPr>
              <p:blipFill>
                <a:blip r:embed="rId613"/>
                <a:stretch>
                  <a:fillRect/>
                </a:stretch>
              </p:blipFill>
              <p:spPr>
                <a:xfrm>
                  <a:off x="10120838" y="4908816"/>
                  <a:ext cx="69480" cy="11160"/>
                </a:xfrm>
                <a:prstGeom prst="rect">
                  <a:avLst/>
                </a:prstGeom>
              </p:spPr>
            </p:pic>
          </mc:Fallback>
        </mc:AlternateContent>
        <mc:AlternateContent xmlns:mc="http://schemas.openxmlformats.org/markup-compatibility/2006">
          <mc:Choice xmlns:p14="http://schemas.microsoft.com/office/powerpoint/2010/main" Requires="p14">
            <p:contentPart p14:bwMode="auto" r:id="rId614">
              <p14:nvContentPartPr>
                <p14:cNvPr id="345" name="Ink 344">
                  <a:extLst>
                    <a:ext uri="{FF2B5EF4-FFF2-40B4-BE49-F238E27FC236}">
                      <a16:creationId xmlns:a16="http://schemas.microsoft.com/office/drawing/2014/main" id="{8C41B07F-E7F0-931D-B52C-EDAEF118A6CB}"/>
                    </a:ext>
                  </a:extLst>
                </p14:cNvPr>
                <p14:cNvContentPartPr/>
                <p14:nvPr/>
              </p14:nvContentPartPr>
              <p14:xfrm>
                <a:off x="10156838" y="4935096"/>
                <a:ext cx="111600" cy="16200"/>
              </p14:xfrm>
            </p:contentPart>
          </mc:Choice>
          <mc:Fallback>
            <p:pic>
              <p:nvPicPr>
                <p:cNvPr id="345" name="Ink 344">
                  <a:extLst>
                    <a:ext uri="{FF2B5EF4-FFF2-40B4-BE49-F238E27FC236}">
                      <a16:creationId xmlns:a16="http://schemas.microsoft.com/office/drawing/2014/main" id="{8C41B07F-E7F0-931D-B52C-EDAEF118A6CB}"/>
                    </a:ext>
                  </a:extLst>
                </p:cNvPr>
                <p:cNvPicPr/>
                <p:nvPr/>
              </p:nvPicPr>
              <p:blipFill>
                <a:blip r:embed="rId615"/>
                <a:stretch>
                  <a:fillRect/>
                </a:stretch>
              </p:blipFill>
              <p:spPr>
                <a:xfrm>
                  <a:off x="10152518" y="4930776"/>
                  <a:ext cx="12024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616">
              <p14:nvContentPartPr>
                <p14:cNvPr id="346" name="Ink 345">
                  <a:extLst>
                    <a:ext uri="{FF2B5EF4-FFF2-40B4-BE49-F238E27FC236}">
                      <a16:creationId xmlns:a16="http://schemas.microsoft.com/office/drawing/2014/main" id="{85315ADD-335C-05FF-BF4F-7EE23299DF30}"/>
                    </a:ext>
                  </a:extLst>
                </p14:cNvPr>
                <p14:cNvContentPartPr/>
                <p14:nvPr/>
              </p14:nvContentPartPr>
              <p14:xfrm>
                <a:off x="10231358" y="4903056"/>
                <a:ext cx="87120" cy="66240"/>
              </p14:xfrm>
            </p:contentPart>
          </mc:Choice>
          <mc:Fallback>
            <p:pic>
              <p:nvPicPr>
                <p:cNvPr id="346" name="Ink 345">
                  <a:extLst>
                    <a:ext uri="{FF2B5EF4-FFF2-40B4-BE49-F238E27FC236}">
                      <a16:creationId xmlns:a16="http://schemas.microsoft.com/office/drawing/2014/main" id="{85315ADD-335C-05FF-BF4F-7EE23299DF30}"/>
                    </a:ext>
                  </a:extLst>
                </p:cNvPr>
                <p:cNvPicPr/>
                <p:nvPr/>
              </p:nvPicPr>
              <p:blipFill>
                <a:blip r:embed="rId617"/>
                <a:stretch>
                  <a:fillRect/>
                </a:stretch>
              </p:blipFill>
              <p:spPr>
                <a:xfrm>
                  <a:off x="10227038" y="4898736"/>
                  <a:ext cx="95760" cy="74880"/>
                </a:xfrm>
                <a:prstGeom prst="rect">
                  <a:avLst/>
                </a:prstGeom>
              </p:spPr>
            </p:pic>
          </mc:Fallback>
        </mc:AlternateContent>
        <mc:AlternateContent xmlns:mc="http://schemas.openxmlformats.org/markup-compatibility/2006">
          <mc:Choice xmlns:p14="http://schemas.microsoft.com/office/powerpoint/2010/main" Requires="p14">
            <p:contentPart p14:bwMode="auto" r:id="rId618">
              <p14:nvContentPartPr>
                <p14:cNvPr id="132" name="Ink 131">
                  <a:extLst>
                    <a:ext uri="{FF2B5EF4-FFF2-40B4-BE49-F238E27FC236}">
                      <a16:creationId xmlns:a16="http://schemas.microsoft.com/office/drawing/2014/main" id="{59A07F6B-30D4-446C-184F-1C10EB47259A}"/>
                    </a:ext>
                  </a:extLst>
                </p14:cNvPr>
                <p14:cNvContentPartPr/>
                <p14:nvPr/>
              </p14:nvContentPartPr>
              <p14:xfrm>
                <a:off x="8364038" y="3090456"/>
                <a:ext cx="265320" cy="228960"/>
              </p14:xfrm>
            </p:contentPart>
          </mc:Choice>
          <mc:Fallback>
            <p:pic>
              <p:nvPicPr>
                <p:cNvPr id="132" name="Ink 131">
                  <a:extLst>
                    <a:ext uri="{FF2B5EF4-FFF2-40B4-BE49-F238E27FC236}">
                      <a16:creationId xmlns:a16="http://schemas.microsoft.com/office/drawing/2014/main" id="{59A07F6B-30D4-446C-184F-1C10EB47259A}"/>
                    </a:ext>
                  </a:extLst>
                </p:cNvPr>
                <p:cNvPicPr/>
                <p:nvPr/>
              </p:nvPicPr>
              <p:blipFill>
                <a:blip r:embed="rId619"/>
                <a:stretch>
                  <a:fillRect/>
                </a:stretch>
              </p:blipFill>
              <p:spPr>
                <a:xfrm>
                  <a:off x="8359718" y="3086136"/>
                  <a:ext cx="27396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620">
              <p14:nvContentPartPr>
                <p14:cNvPr id="133" name="Ink 132">
                  <a:extLst>
                    <a:ext uri="{FF2B5EF4-FFF2-40B4-BE49-F238E27FC236}">
                      <a16:creationId xmlns:a16="http://schemas.microsoft.com/office/drawing/2014/main" id="{212085F1-34D9-7E7C-93ED-A70ED1C03E1E}"/>
                    </a:ext>
                  </a:extLst>
                </p14:cNvPr>
                <p14:cNvContentPartPr/>
                <p14:nvPr/>
              </p14:nvContentPartPr>
              <p14:xfrm>
                <a:off x="8581478" y="3182256"/>
                <a:ext cx="45360" cy="45360"/>
              </p14:xfrm>
            </p:contentPart>
          </mc:Choice>
          <mc:Fallback>
            <p:pic>
              <p:nvPicPr>
                <p:cNvPr id="133" name="Ink 132">
                  <a:extLst>
                    <a:ext uri="{FF2B5EF4-FFF2-40B4-BE49-F238E27FC236}">
                      <a16:creationId xmlns:a16="http://schemas.microsoft.com/office/drawing/2014/main" id="{212085F1-34D9-7E7C-93ED-A70ED1C03E1E}"/>
                    </a:ext>
                  </a:extLst>
                </p:cNvPr>
                <p:cNvPicPr/>
                <p:nvPr/>
              </p:nvPicPr>
              <p:blipFill>
                <a:blip r:embed="rId621"/>
                <a:stretch>
                  <a:fillRect/>
                </a:stretch>
              </p:blipFill>
              <p:spPr>
                <a:xfrm>
                  <a:off x="8577158" y="3177936"/>
                  <a:ext cx="5400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622">
              <p14:nvContentPartPr>
                <p14:cNvPr id="134" name="Ink 133">
                  <a:extLst>
                    <a:ext uri="{FF2B5EF4-FFF2-40B4-BE49-F238E27FC236}">
                      <a16:creationId xmlns:a16="http://schemas.microsoft.com/office/drawing/2014/main" id="{43FB19C0-5301-C1D6-EB06-98C870766549}"/>
                    </a:ext>
                  </a:extLst>
                </p14:cNvPr>
                <p14:cNvContentPartPr/>
                <p14:nvPr/>
              </p14:nvContentPartPr>
              <p14:xfrm>
                <a:off x="8650958" y="3204576"/>
                <a:ext cx="75960" cy="139680"/>
              </p14:xfrm>
            </p:contentPart>
          </mc:Choice>
          <mc:Fallback>
            <p:pic>
              <p:nvPicPr>
                <p:cNvPr id="134" name="Ink 133">
                  <a:extLst>
                    <a:ext uri="{FF2B5EF4-FFF2-40B4-BE49-F238E27FC236}">
                      <a16:creationId xmlns:a16="http://schemas.microsoft.com/office/drawing/2014/main" id="{43FB19C0-5301-C1D6-EB06-98C870766549}"/>
                    </a:ext>
                  </a:extLst>
                </p:cNvPr>
                <p:cNvPicPr/>
                <p:nvPr/>
              </p:nvPicPr>
              <p:blipFill>
                <a:blip r:embed="rId623"/>
                <a:stretch>
                  <a:fillRect/>
                </a:stretch>
              </p:blipFill>
              <p:spPr>
                <a:xfrm>
                  <a:off x="8646638" y="3200256"/>
                  <a:ext cx="8460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624">
              <p14:nvContentPartPr>
                <p14:cNvPr id="135" name="Ink 134">
                  <a:extLst>
                    <a:ext uri="{FF2B5EF4-FFF2-40B4-BE49-F238E27FC236}">
                      <a16:creationId xmlns:a16="http://schemas.microsoft.com/office/drawing/2014/main" id="{CF913B88-A6A6-3980-C7E7-7260765C2EA9}"/>
                    </a:ext>
                  </a:extLst>
                </p14:cNvPr>
                <p14:cNvContentPartPr/>
                <p14:nvPr/>
              </p14:nvContentPartPr>
              <p14:xfrm>
                <a:off x="8737718" y="3156696"/>
                <a:ext cx="51480" cy="156960"/>
              </p14:xfrm>
            </p:contentPart>
          </mc:Choice>
          <mc:Fallback>
            <p:pic>
              <p:nvPicPr>
                <p:cNvPr id="135" name="Ink 134">
                  <a:extLst>
                    <a:ext uri="{FF2B5EF4-FFF2-40B4-BE49-F238E27FC236}">
                      <a16:creationId xmlns:a16="http://schemas.microsoft.com/office/drawing/2014/main" id="{CF913B88-A6A6-3980-C7E7-7260765C2EA9}"/>
                    </a:ext>
                  </a:extLst>
                </p:cNvPr>
                <p:cNvPicPr/>
                <p:nvPr/>
              </p:nvPicPr>
              <p:blipFill>
                <a:blip r:embed="rId625"/>
                <a:stretch>
                  <a:fillRect/>
                </a:stretch>
              </p:blipFill>
              <p:spPr>
                <a:xfrm>
                  <a:off x="8733398" y="3152376"/>
                  <a:ext cx="6012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626">
              <p14:nvContentPartPr>
                <p14:cNvPr id="136" name="Ink 135">
                  <a:extLst>
                    <a:ext uri="{FF2B5EF4-FFF2-40B4-BE49-F238E27FC236}">
                      <a16:creationId xmlns:a16="http://schemas.microsoft.com/office/drawing/2014/main" id="{9EF55EB7-4FB7-1935-E33B-539DA0DBD7F5}"/>
                    </a:ext>
                  </a:extLst>
                </p14:cNvPr>
                <p14:cNvContentPartPr/>
                <p14:nvPr/>
              </p14:nvContentPartPr>
              <p14:xfrm>
                <a:off x="8726558" y="3245976"/>
                <a:ext cx="336600" cy="79200"/>
              </p14:xfrm>
            </p:contentPart>
          </mc:Choice>
          <mc:Fallback>
            <p:pic>
              <p:nvPicPr>
                <p:cNvPr id="136" name="Ink 135">
                  <a:extLst>
                    <a:ext uri="{FF2B5EF4-FFF2-40B4-BE49-F238E27FC236}">
                      <a16:creationId xmlns:a16="http://schemas.microsoft.com/office/drawing/2014/main" id="{9EF55EB7-4FB7-1935-E33B-539DA0DBD7F5}"/>
                    </a:ext>
                  </a:extLst>
                </p:cNvPr>
                <p:cNvPicPr/>
                <p:nvPr/>
              </p:nvPicPr>
              <p:blipFill>
                <a:blip r:embed="rId627"/>
                <a:stretch>
                  <a:fillRect/>
                </a:stretch>
              </p:blipFill>
              <p:spPr>
                <a:xfrm>
                  <a:off x="8722238" y="3241656"/>
                  <a:ext cx="345240" cy="87840"/>
                </a:xfrm>
                <a:prstGeom prst="rect">
                  <a:avLst/>
                </a:prstGeom>
              </p:spPr>
            </p:pic>
          </mc:Fallback>
        </mc:AlternateContent>
        <mc:AlternateContent xmlns:mc="http://schemas.openxmlformats.org/markup-compatibility/2006">
          <mc:Choice xmlns:p14="http://schemas.microsoft.com/office/powerpoint/2010/main" Requires="p14">
            <p:contentPart p14:bwMode="auto" r:id="rId628">
              <p14:nvContentPartPr>
                <p14:cNvPr id="137" name="Ink 136">
                  <a:extLst>
                    <a:ext uri="{FF2B5EF4-FFF2-40B4-BE49-F238E27FC236}">
                      <a16:creationId xmlns:a16="http://schemas.microsoft.com/office/drawing/2014/main" id="{1E08F7B8-B974-331F-E152-87CA2A819B77}"/>
                    </a:ext>
                  </a:extLst>
                </p14:cNvPr>
                <p14:cNvContentPartPr/>
                <p14:nvPr/>
              </p14:nvContentPartPr>
              <p14:xfrm>
                <a:off x="9136598" y="3314016"/>
                <a:ext cx="360" cy="360"/>
              </p14:xfrm>
            </p:contentPart>
          </mc:Choice>
          <mc:Fallback>
            <p:pic>
              <p:nvPicPr>
                <p:cNvPr id="137" name="Ink 136">
                  <a:extLst>
                    <a:ext uri="{FF2B5EF4-FFF2-40B4-BE49-F238E27FC236}">
                      <a16:creationId xmlns:a16="http://schemas.microsoft.com/office/drawing/2014/main" id="{1E08F7B8-B974-331F-E152-87CA2A819B77}"/>
                    </a:ext>
                  </a:extLst>
                </p:cNvPr>
                <p:cNvPicPr/>
                <p:nvPr/>
              </p:nvPicPr>
              <p:blipFill>
                <a:blip r:embed="rId11"/>
                <a:stretch>
                  <a:fillRect/>
                </a:stretch>
              </p:blipFill>
              <p:spPr>
                <a:xfrm>
                  <a:off x="9132278" y="330969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629">
              <p14:nvContentPartPr>
                <p14:cNvPr id="338" name="Ink 337">
                  <a:extLst>
                    <a:ext uri="{FF2B5EF4-FFF2-40B4-BE49-F238E27FC236}">
                      <a16:creationId xmlns:a16="http://schemas.microsoft.com/office/drawing/2014/main" id="{A0702D94-2424-E5AB-0A9A-C023C4504A23}"/>
                    </a:ext>
                  </a:extLst>
                </p14:cNvPr>
                <p14:cNvContentPartPr/>
                <p14:nvPr/>
              </p14:nvContentPartPr>
              <p14:xfrm>
                <a:off x="9024278" y="3360456"/>
                <a:ext cx="2141280" cy="1317240"/>
              </p14:xfrm>
            </p:contentPart>
          </mc:Choice>
          <mc:Fallback>
            <p:pic>
              <p:nvPicPr>
                <p:cNvPr id="338" name="Ink 337">
                  <a:extLst>
                    <a:ext uri="{FF2B5EF4-FFF2-40B4-BE49-F238E27FC236}">
                      <a16:creationId xmlns:a16="http://schemas.microsoft.com/office/drawing/2014/main" id="{A0702D94-2424-E5AB-0A9A-C023C4504A23}"/>
                    </a:ext>
                  </a:extLst>
                </p:cNvPr>
                <p:cNvPicPr/>
                <p:nvPr/>
              </p:nvPicPr>
              <p:blipFill>
                <a:blip r:embed="rId630"/>
                <a:stretch>
                  <a:fillRect/>
                </a:stretch>
              </p:blipFill>
              <p:spPr>
                <a:xfrm>
                  <a:off x="9019958" y="3356136"/>
                  <a:ext cx="2149920" cy="1325880"/>
                </a:xfrm>
                <a:prstGeom prst="rect">
                  <a:avLst/>
                </a:prstGeom>
              </p:spPr>
            </p:pic>
          </mc:Fallback>
        </mc:AlternateContent>
        <mc:AlternateContent xmlns:mc="http://schemas.openxmlformats.org/markup-compatibility/2006">
          <mc:Choice xmlns:p14="http://schemas.microsoft.com/office/powerpoint/2010/main" Requires="p14">
            <p:contentPart p14:bwMode="auto" r:id="rId631">
              <p14:nvContentPartPr>
                <p14:cNvPr id="339" name="Ink 338">
                  <a:extLst>
                    <a:ext uri="{FF2B5EF4-FFF2-40B4-BE49-F238E27FC236}">
                      <a16:creationId xmlns:a16="http://schemas.microsoft.com/office/drawing/2014/main" id="{EBDFDB5C-E5C2-2AFF-D19D-D1E56A508598}"/>
                    </a:ext>
                  </a:extLst>
                </p14:cNvPr>
                <p14:cNvContentPartPr/>
                <p14:nvPr/>
              </p14:nvContentPartPr>
              <p14:xfrm>
                <a:off x="10026518" y="3265416"/>
                <a:ext cx="155160" cy="1442880"/>
              </p14:xfrm>
            </p:contentPart>
          </mc:Choice>
          <mc:Fallback>
            <p:pic>
              <p:nvPicPr>
                <p:cNvPr id="339" name="Ink 338">
                  <a:extLst>
                    <a:ext uri="{FF2B5EF4-FFF2-40B4-BE49-F238E27FC236}">
                      <a16:creationId xmlns:a16="http://schemas.microsoft.com/office/drawing/2014/main" id="{EBDFDB5C-E5C2-2AFF-D19D-D1E56A508598}"/>
                    </a:ext>
                  </a:extLst>
                </p:cNvPr>
                <p:cNvPicPr/>
                <p:nvPr/>
              </p:nvPicPr>
              <p:blipFill>
                <a:blip r:embed="rId632"/>
                <a:stretch>
                  <a:fillRect/>
                </a:stretch>
              </p:blipFill>
              <p:spPr>
                <a:xfrm>
                  <a:off x="10022198" y="3261096"/>
                  <a:ext cx="163800" cy="1451520"/>
                </a:xfrm>
                <a:prstGeom prst="rect">
                  <a:avLst/>
                </a:prstGeom>
              </p:spPr>
            </p:pic>
          </mc:Fallback>
        </mc:AlternateContent>
        <mc:AlternateContent xmlns:mc="http://schemas.openxmlformats.org/markup-compatibility/2006">
          <mc:Choice xmlns:p14="http://schemas.microsoft.com/office/powerpoint/2010/main" Requires="p14">
            <p:contentPart p14:bwMode="auto" r:id="rId633">
              <p14:nvContentPartPr>
                <p14:cNvPr id="347" name="Ink 346">
                  <a:extLst>
                    <a:ext uri="{FF2B5EF4-FFF2-40B4-BE49-F238E27FC236}">
                      <a16:creationId xmlns:a16="http://schemas.microsoft.com/office/drawing/2014/main" id="{0B79E023-DE9C-7AB5-292C-1823A7D8A540}"/>
                    </a:ext>
                  </a:extLst>
                </p14:cNvPr>
                <p14:cNvContentPartPr/>
                <p14:nvPr/>
              </p14:nvContentPartPr>
              <p14:xfrm>
                <a:off x="9619718" y="4009176"/>
                <a:ext cx="149400" cy="126000"/>
              </p14:xfrm>
            </p:contentPart>
          </mc:Choice>
          <mc:Fallback>
            <p:pic>
              <p:nvPicPr>
                <p:cNvPr id="347" name="Ink 346">
                  <a:extLst>
                    <a:ext uri="{FF2B5EF4-FFF2-40B4-BE49-F238E27FC236}">
                      <a16:creationId xmlns:a16="http://schemas.microsoft.com/office/drawing/2014/main" id="{0B79E023-DE9C-7AB5-292C-1823A7D8A540}"/>
                    </a:ext>
                  </a:extLst>
                </p:cNvPr>
                <p:cNvPicPr/>
                <p:nvPr/>
              </p:nvPicPr>
              <p:blipFill>
                <a:blip r:embed="rId634"/>
                <a:stretch>
                  <a:fillRect/>
                </a:stretch>
              </p:blipFill>
              <p:spPr>
                <a:xfrm>
                  <a:off x="9615398" y="4004856"/>
                  <a:ext cx="158040" cy="134640"/>
                </a:xfrm>
                <a:prstGeom prst="rect">
                  <a:avLst/>
                </a:prstGeom>
              </p:spPr>
            </p:pic>
          </mc:Fallback>
        </mc:AlternateContent>
        <mc:AlternateContent xmlns:mc="http://schemas.openxmlformats.org/markup-compatibility/2006">
          <mc:Choice xmlns:p14="http://schemas.microsoft.com/office/powerpoint/2010/main" Requires="p14">
            <p:contentPart p14:bwMode="auto" r:id="rId635">
              <p14:nvContentPartPr>
                <p14:cNvPr id="348" name="Ink 347">
                  <a:extLst>
                    <a:ext uri="{FF2B5EF4-FFF2-40B4-BE49-F238E27FC236}">
                      <a16:creationId xmlns:a16="http://schemas.microsoft.com/office/drawing/2014/main" id="{0A6BF7CA-2B33-D9A6-2341-A19EC6E6C44B}"/>
                    </a:ext>
                  </a:extLst>
                </p14:cNvPr>
                <p14:cNvContentPartPr/>
                <p14:nvPr/>
              </p14:nvContentPartPr>
              <p14:xfrm>
                <a:off x="9631958" y="4025376"/>
                <a:ext cx="725040" cy="100080"/>
              </p14:xfrm>
            </p:contentPart>
          </mc:Choice>
          <mc:Fallback>
            <p:pic>
              <p:nvPicPr>
                <p:cNvPr id="348" name="Ink 347">
                  <a:extLst>
                    <a:ext uri="{FF2B5EF4-FFF2-40B4-BE49-F238E27FC236}">
                      <a16:creationId xmlns:a16="http://schemas.microsoft.com/office/drawing/2014/main" id="{0A6BF7CA-2B33-D9A6-2341-A19EC6E6C44B}"/>
                    </a:ext>
                  </a:extLst>
                </p:cNvPr>
                <p:cNvPicPr/>
                <p:nvPr/>
              </p:nvPicPr>
              <p:blipFill>
                <a:blip r:embed="rId636"/>
                <a:stretch>
                  <a:fillRect/>
                </a:stretch>
              </p:blipFill>
              <p:spPr>
                <a:xfrm>
                  <a:off x="9627638" y="4021056"/>
                  <a:ext cx="73368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637">
              <p14:nvContentPartPr>
                <p14:cNvPr id="349" name="Ink 348">
                  <a:extLst>
                    <a:ext uri="{FF2B5EF4-FFF2-40B4-BE49-F238E27FC236}">
                      <a16:creationId xmlns:a16="http://schemas.microsoft.com/office/drawing/2014/main" id="{648C2EC4-15A0-31D5-5D2B-CCF8E12C847D}"/>
                    </a:ext>
                  </a:extLst>
                </p14:cNvPr>
                <p14:cNvContentPartPr/>
                <p14:nvPr/>
              </p14:nvContentPartPr>
              <p14:xfrm>
                <a:off x="10279958" y="3964536"/>
                <a:ext cx="196920" cy="140760"/>
              </p14:xfrm>
            </p:contentPart>
          </mc:Choice>
          <mc:Fallback>
            <p:pic>
              <p:nvPicPr>
                <p:cNvPr id="349" name="Ink 348">
                  <a:extLst>
                    <a:ext uri="{FF2B5EF4-FFF2-40B4-BE49-F238E27FC236}">
                      <a16:creationId xmlns:a16="http://schemas.microsoft.com/office/drawing/2014/main" id="{648C2EC4-15A0-31D5-5D2B-CCF8E12C847D}"/>
                    </a:ext>
                  </a:extLst>
                </p:cNvPr>
                <p:cNvPicPr/>
                <p:nvPr/>
              </p:nvPicPr>
              <p:blipFill>
                <a:blip r:embed="rId638"/>
                <a:stretch>
                  <a:fillRect/>
                </a:stretch>
              </p:blipFill>
              <p:spPr>
                <a:xfrm>
                  <a:off x="10275638" y="3960216"/>
                  <a:ext cx="20556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639">
              <p14:nvContentPartPr>
                <p14:cNvPr id="350" name="Ink 349">
                  <a:extLst>
                    <a:ext uri="{FF2B5EF4-FFF2-40B4-BE49-F238E27FC236}">
                      <a16:creationId xmlns:a16="http://schemas.microsoft.com/office/drawing/2014/main" id="{A21E3737-03BC-D0A7-2401-DF51647A8D53}"/>
                    </a:ext>
                  </a:extLst>
                </p14:cNvPr>
                <p14:cNvContentPartPr/>
                <p14:nvPr/>
              </p14:nvContentPartPr>
              <p14:xfrm>
                <a:off x="10190318" y="4140936"/>
                <a:ext cx="94320" cy="181800"/>
              </p14:xfrm>
            </p:contentPart>
          </mc:Choice>
          <mc:Fallback>
            <p:pic>
              <p:nvPicPr>
                <p:cNvPr id="350" name="Ink 349">
                  <a:extLst>
                    <a:ext uri="{FF2B5EF4-FFF2-40B4-BE49-F238E27FC236}">
                      <a16:creationId xmlns:a16="http://schemas.microsoft.com/office/drawing/2014/main" id="{A21E3737-03BC-D0A7-2401-DF51647A8D53}"/>
                    </a:ext>
                  </a:extLst>
                </p:cNvPr>
                <p:cNvPicPr/>
                <p:nvPr/>
              </p:nvPicPr>
              <p:blipFill>
                <a:blip r:embed="rId640"/>
                <a:stretch>
                  <a:fillRect/>
                </a:stretch>
              </p:blipFill>
              <p:spPr>
                <a:xfrm>
                  <a:off x="10185998" y="4136616"/>
                  <a:ext cx="10296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641">
              <p14:nvContentPartPr>
                <p14:cNvPr id="351" name="Ink 350">
                  <a:extLst>
                    <a:ext uri="{FF2B5EF4-FFF2-40B4-BE49-F238E27FC236}">
                      <a16:creationId xmlns:a16="http://schemas.microsoft.com/office/drawing/2014/main" id="{94EC07DD-D5D3-1896-F03C-37B4D949237E}"/>
                    </a:ext>
                  </a:extLst>
                </p14:cNvPr>
                <p14:cNvContentPartPr/>
                <p14:nvPr/>
              </p14:nvContentPartPr>
              <p14:xfrm>
                <a:off x="10188158" y="4308696"/>
                <a:ext cx="256680" cy="39600"/>
              </p14:xfrm>
            </p:contentPart>
          </mc:Choice>
          <mc:Fallback>
            <p:pic>
              <p:nvPicPr>
                <p:cNvPr id="351" name="Ink 350">
                  <a:extLst>
                    <a:ext uri="{FF2B5EF4-FFF2-40B4-BE49-F238E27FC236}">
                      <a16:creationId xmlns:a16="http://schemas.microsoft.com/office/drawing/2014/main" id="{94EC07DD-D5D3-1896-F03C-37B4D949237E}"/>
                    </a:ext>
                  </a:extLst>
                </p:cNvPr>
                <p:cNvPicPr/>
                <p:nvPr/>
              </p:nvPicPr>
              <p:blipFill>
                <a:blip r:embed="rId642"/>
                <a:stretch>
                  <a:fillRect/>
                </a:stretch>
              </p:blipFill>
              <p:spPr>
                <a:xfrm>
                  <a:off x="10183838" y="4304376"/>
                  <a:ext cx="26532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643">
              <p14:nvContentPartPr>
                <p14:cNvPr id="354" name="Ink 353">
                  <a:extLst>
                    <a:ext uri="{FF2B5EF4-FFF2-40B4-BE49-F238E27FC236}">
                      <a16:creationId xmlns:a16="http://schemas.microsoft.com/office/drawing/2014/main" id="{CA02B702-E617-B9C3-7C24-CA42F4D85137}"/>
                    </a:ext>
                  </a:extLst>
                </p14:cNvPr>
                <p14:cNvContentPartPr/>
                <p14:nvPr/>
              </p14:nvContentPartPr>
              <p14:xfrm>
                <a:off x="7200518" y="5030496"/>
                <a:ext cx="220320" cy="307080"/>
              </p14:xfrm>
            </p:contentPart>
          </mc:Choice>
          <mc:Fallback>
            <p:pic>
              <p:nvPicPr>
                <p:cNvPr id="354" name="Ink 353">
                  <a:extLst>
                    <a:ext uri="{FF2B5EF4-FFF2-40B4-BE49-F238E27FC236}">
                      <a16:creationId xmlns:a16="http://schemas.microsoft.com/office/drawing/2014/main" id="{CA02B702-E617-B9C3-7C24-CA42F4D85137}"/>
                    </a:ext>
                  </a:extLst>
                </p:cNvPr>
                <p:cNvPicPr/>
                <p:nvPr/>
              </p:nvPicPr>
              <p:blipFill>
                <a:blip r:embed="rId644"/>
                <a:stretch>
                  <a:fillRect/>
                </a:stretch>
              </p:blipFill>
              <p:spPr>
                <a:xfrm>
                  <a:off x="7196198" y="5026176"/>
                  <a:ext cx="228960" cy="315720"/>
                </a:xfrm>
                <a:prstGeom prst="rect">
                  <a:avLst/>
                </a:prstGeom>
              </p:spPr>
            </p:pic>
          </mc:Fallback>
        </mc:AlternateContent>
        <mc:AlternateContent xmlns:mc="http://schemas.openxmlformats.org/markup-compatibility/2006">
          <mc:Choice xmlns:p14="http://schemas.microsoft.com/office/powerpoint/2010/main" Requires="p14">
            <p:contentPart p14:bwMode="auto" r:id="rId645">
              <p14:nvContentPartPr>
                <p14:cNvPr id="355" name="Ink 354">
                  <a:extLst>
                    <a:ext uri="{FF2B5EF4-FFF2-40B4-BE49-F238E27FC236}">
                      <a16:creationId xmlns:a16="http://schemas.microsoft.com/office/drawing/2014/main" id="{9F13877B-2829-7D10-86BE-72F609EF9457}"/>
                    </a:ext>
                  </a:extLst>
                </p14:cNvPr>
                <p14:cNvContentPartPr/>
                <p14:nvPr/>
              </p14:nvContentPartPr>
              <p14:xfrm>
                <a:off x="7552238" y="5117616"/>
                <a:ext cx="91080" cy="22680"/>
              </p14:xfrm>
            </p:contentPart>
          </mc:Choice>
          <mc:Fallback>
            <p:pic>
              <p:nvPicPr>
                <p:cNvPr id="355" name="Ink 354">
                  <a:extLst>
                    <a:ext uri="{FF2B5EF4-FFF2-40B4-BE49-F238E27FC236}">
                      <a16:creationId xmlns:a16="http://schemas.microsoft.com/office/drawing/2014/main" id="{9F13877B-2829-7D10-86BE-72F609EF9457}"/>
                    </a:ext>
                  </a:extLst>
                </p:cNvPr>
                <p:cNvPicPr/>
                <p:nvPr/>
              </p:nvPicPr>
              <p:blipFill>
                <a:blip r:embed="rId646"/>
                <a:stretch>
                  <a:fillRect/>
                </a:stretch>
              </p:blipFill>
              <p:spPr>
                <a:xfrm>
                  <a:off x="7547918" y="5113296"/>
                  <a:ext cx="9972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647">
              <p14:nvContentPartPr>
                <p14:cNvPr id="356" name="Ink 355">
                  <a:extLst>
                    <a:ext uri="{FF2B5EF4-FFF2-40B4-BE49-F238E27FC236}">
                      <a16:creationId xmlns:a16="http://schemas.microsoft.com/office/drawing/2014/main" id="{3DDF611E-298D-CFCB-F1C2-9B385C47E4F0}"/>
                    </a:ext>
                  </a:extLst>
                </p14:cNvPr>
                <p14:cNvContentPartPr/>
                <p14:nvPr/>
              </p14:nvContentPartPr>
              <p14:xfrm>
                <a:off x="7557638" y="5173776"/>
                <a:ext cx="130320" cy="19440"/>
              </p14:xfrm>
            </p:contentPart>
          </mc:Choice>
          <mc:Fallback>
            <p:pic>
              <p:nvPicPr>
                <p:cNvPr id="356" name="Ink 355">
                  <a:extLst>
                    <a:ext uri="{FF2B5EF4-FFF2-40B4-BE49-F238E27FC236}">
                      <a16:creationId xmlns:a16="http://schemas.microsoft.com/office/drawing/2014/main" id="{3DDF611E-298D-CFCB-F1C2-9B385C47E4F0}"/>
                    </a:ext>
                  </a:extLst>
                </p:cNvPr>
                <p:cNvPicPr/>
                <p:nvPr/>
              </p:nvPicPr>
              <p:blipFill>
                <a:blip r:embed="rId648"/>
                <a:stretch>
                  <a:fillRect/>
                </a:stretch>
              </p:blipFill>
              <p:spPr>
                <a:xfrm>
                  <a:off x="7553318" y="5169456"/>
                  <a:ext cx="13896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649">
              <p14:nvContentPartPr>
                <p14:cNvPr id="358" name="Ink 357">
                  <a:extLst>
                    <a:ext uri="{FF2B5EF4-FFF2-40B4-BE49-F238E27FC236}">
                      <a16:creationId xmlns:a16="http://schemas.microsoft.com/office/drawing/2014/main" id="{FD94895D-CC33-2CB5-2C1E-DCE70D2EAD3C}"/>
                    </a:ext>
                  </a:extLst>
                </p14:cNvPr>
                <p14:cNvContentPartPr/>
                <p14:nvPr/>
              </p14:nvContentPartPr>
              <p14:xfrm>
                <a:off x="7981718" y="4966056"/>
                <a:ext cx="134640" cy="270000"/>
              </p14:xfrm>
            </p:contentPart>
          </mc:Choice>
          <mc:Fallback>
            <p:pic>
              <p:nvPicPr>
                <p:cNvPr id="358" name="Ink 357">
                  <a:extLst>
                    <a:ext uri="{FF2B5EF4-FFF2-40B4-BE49-F238E27FC236}">
                      <a16:creationId xmlns:a16="http://schemas.microsoft.com/office/drawing/2014/main" id="{FD94895D-CC33-2CB5-2C1E-DCE70D2EAD3C}"/>
                    </a:ext>
                  </a:extLst>
                </p:cNvPr>
                <p:cNvPicPr/>
                <p:nvPr/>
              </p:nvPicPr>
              <p:blipFill>
                <a:blip r:embed="rId650"/>
                <a:stretch>
                  <a:fillRect/>
                </a:stretch>
              </p:blipFill>
              <p:spPr>
                <a:xfrm>
                  <a:off x="7977398" y="4961736"/>
                  <a:ext cx="143280" cy="278640"/>
                </a:xfrm>
                <a:prstGeom prst="rect">
                  <a:avLst/>
                </a:prstGeom>
              </p:spPr>
            </p:pic>
          </mc:Fallback>
        </mc:AlternateContent>
        <mc:AlternateContent xmlns:mc="http://schemas.openxmlformats.org/markup-compatibility/2006">
          <mc:Choice xmlns:p14="http://schemas.microsoft.com/office/powerpoint/2010/main" Requires="p14">
            <p:contentPart p14:bwMode="auto" r:id="rId651">
              <p14:nvContentPartPr>
                <p14:cNvPr id="359" name="Ink 358">
                  <a:extLst>
                    <a:ext uri="{FF2B5EF4-FFF2-40B4-BE49-F238E27FC236}">
                      <a16:creationId xmlns:a16="http://schemas.microsoft.com/office/drawing/2014/main" id="{AC2FA9AA-5A5F-95E0-3A12-DFB75CC0B774}"/>
                    </a:ext>
                  </a:extLst>
                </p14:cNvPr>
                <p14:cNvContentPartPr/>
                <p14:nvPr/>
              </p14:nvContentPartPr>
              <p14:xfrm>
                <a:off x="8144438" y="5077296"/>
                <a:ext cx="97200" cy="127080"/>
              </p14:xfrm>
            </p:contentPart>
          </mc:Choice>
          <mc:Fallback>
            <p:pic>
              <p:nvPicPr>
                <p:cNvPr id="359" name="Ink 358">
                  <a:extLst>
                    <a:ext uri="{FF2B5EF4-FFF2-40B4-BE49-F238E27FC236}">
                      <a16:creationId xmlns:a16="http://schemas.microsoft.com/office/drawing/2014/main" id="{AC2FA9AA-5A5F-95E0-3A12-DFB75CC0B774}"/>
                    </a:ext>
                  </a:extLst>
                </p:cNvPr>
                <p:cNvPicPr/>
                <p:nvPr/>
              </p:nvPicPr>
              <p:blipFill>
                <a:blip r:embed="rId652"/>
                <a:stretch>
                  <a:fillRect/>
                </a:stretch>
              </p:blipFill>
              <p:spPr>
                <a:xfrm>
                  <a:off x="8140118" y="5072976"/>
                  <a:ext cx="10584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653">
              <p14:nvContentPartPr>
                <p14:cNvPr id="360" name="Ink 359">
                  <a:extLst>
                    <a:ext uri="{FF2B5EF4-FFF2-40B4-BE49-F238E27FC236}">
                      <a16:creationId xmlns:a16="http://schemas.microsoft.com/office/drawing/2014/main" id="{454404D0-44A7-4044-407A-8D392D84CCCB}"/>
                    </a:ext>
                  </a:extLst>
                </p14:cNvPr>
                <p14:cNvContentPartPr/>
                <p14:nvPr/>
              </p14:nvContentPartPr>
              <p14:xfrm>
                <a:off x="8416598" y="5065416"/>
                <a:ext cx="205200" cy="52560"/>
              </p14:xfrm>
            </p:contentPart>
          </mc:Choice>
          <mc:Fallback>
            <p:pic>
              <p:nvPicPr>
                <p:cNvPr id="360" name="Ink 359">
                  <a:extLst>
                    <a:ext uri="{FF2B5EF4-FFF2-40B4-BE49-F238E27FC236}">
                      <a16:creationId xmlns:a16="http://schemas.microsoft.com/office/drawing/2014/main" id="{454404D0-44A7-4044-407A-8D392D84CCCB}"/>
                    </a:ext>
                  </a:extLst>
                </p:cNvPr>
                <p:cNvPicPr/>
                <p:nvPr/>
              </p:nvPicPr>
              <p:blipFill>
                <a:blip r:embed="rId654"/>
                <a:stretch>
                  <a:fillRect/>
                </a:stretch>
              </p:blipFill>
              <p:spPr>
                <a:xfrm>
                  <a:off x="8412278" y="5061096"/>
                  <a:ext cx="21384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655">
              <p14:nvContentPartPr>
                <p14:cNvPr id="362" name="Ink 361">
                  <a:extLst>
                    <a:ext uri="{FF2B5EF4-FFF2-40B4-BE49-F238E27FC236}">
                      <a16:creationId xmlns:a16="http://schemas.microsoft.com/office/drawing/2014/main" id="{094A3BEA-B9EE-3CD1-BEAB-074E7ECB5CFD}"/>
                    </a:ext>
                  </a:extLst>
                </p14:cNvPr>
                <p14:cNvContentPartPr/>
                <p14:nvPr/>
              </p14:nvContentPartPr>
              <p14:xfrm>
                <a:off x="8719358" y="4918536"/>
                <a:ext cx="205200" cy="235440"/>
              </p14:xfrm>
            </p:contentPart>
          </mc:Choice>
          <mc:Fallback>
            <p:pic>
              <p:nvPicPr>
                <p:cNvPr id="362" name="Ink 361">
                  <a:extLst>
                    <a:ext uri="{FF2B5EF4-FFF2-40B4-BE49-F238E27FC236}">
                      <a16:creationId xmlns:a16="http://schemas.microsoft.com/office/drawing/2014/main" id="{094A3BEA-B9EE-3CD1-BEAB-074E7ECB5CFD}"/>
                    </a:ext>
                  </a:extLst>
                </p:cNvPr>
                <p:cNvPicPr/>
                <p:nvPr/>
              </p:nvPicPr>
              <p:blipFill>
                <a:blip r:embed="rId656"/>
                <a:stretch>
                  <a:fillRect/>
                </a:stretch>
              </p:blipFill>
              <p:spPr>
                <a:xfrm>
                  <a:off x="8715038" y="4914216"/>
                  <a:ext cx="213840" cy="244080"/>
                </a:xfrm>
                <a:prstGeom prst="rect">
                  <a:avLst/>
                </a:prstGeom>
              </p:spPr>
            </p:pic>
          </mc:Fallback>
        </mc:AlternateContent>
        <mc:AlternateContent xmlns:mc="http://schemas.openxmlformats.org/markup-compatibility/2006">
          <mc:Choice xmlns:p14="http://schemas.microsoft.com/office/powerpoint/2010/main" Requires="p14">
            <p:contentPart p14:bwMode="auto" r:id="rId657">
              <p14:nvContentPartPr>
                <p14:cNvPr id="363" name="Ink 362">
                  <a:extLst>
                    <a:ext uri="{FF2B5EF4-FFF2-40B4-BE49-F238E27FC236}">
                      <a16:creationId xmlns:a16="http://schemas.microsoft.com/office/drawing/2014/main" id="{6F4F0CE6-2FFD-A65C-EDAA-8B9A21079ACF}"/>
                    </a:ext>
                  </a:extLst>
                </p14:cNvPr>
                <p14:cNvContentPartPr/>
                <p14:nvPr/>
              </p14:nvContentPartPr>
              <p14:xfrm>
                <a:off x="8888918" y="4994496"/>
                <a:ext cx="171360" cy="87840"/>
              </p14:xfrm>
            </p:contentPart>
          </mc:Choice>
          <mc:Fallback>
            <p:pic>
              <p:nvPicPr>
                <p:cNvPr id="363" name="Ink 362">
                  <a:extLst>
                    <a:ext uri="{FF2B5EF4-FFF2-40B4-BE49-F238E27FC236}">
                      <a16:creationId xmlns:a16="http://schemas.microsoft.com/office/drawing/2014/main" id="{6F4F0CE6-2FFD-A65C-EDAA-8B9A21079ACF}"/>
                    </a:ext>
                  </a:extLst>
                </p:cNvPr>
                <p:cNvPicPr/>
                <p:nvPr/>
              </p:nvPicPr>
              <p:blipFill>
                <a:blip r:embed="rId658"/>
                <a:stretch>
                  <a:fillRect/>
                </a:stretch>
              </p:blipFill>
              <p:spPr>
                <a:xfrm>
                  <a:off x="8884598" y="4990176"/>
                  <a:ext cx="18000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659">
              <p14:nvContentPartPr>
                <p14:cNvPr id="364" name="Ink 363">
                  <a:extLst>
                    <a:ext uri="{FF2B5EF4-FFF2-40B4-BE49-F238E27FC236}">
                      <a16:creationId xmlns:a16="http://schemas.microsoft.com/office/drawing/2014/main" id="{81231500-E19B-8973-1EBE-78BE784F3EE9}"/>
                    </a:ext>
                  </a:extLst>
                </p14:cNvPr>
                <p14:cNvContentPartPr/>
                <p14:nvPr/>
              </p14:nvContentPartPr>
              <p14:xfrm>
                <a:off x="7669598" y="5202576"/>
                <a:ext cx="1532880" cy="220680"/>
              </p14:xfrm>
            </p:contentPart>
          </mc:Choice>
          <mc:Fallback>
            <p:pic>
              <p:nvPicPr>
                <p:cNvPr id="364" name="Ink 363">
                  <a:extLst>
                    <a:ext uri="{FF2B5EF4-FFF2-40B4-BE49-F238E27FC236}">
                      <a16:creationId xmlns:a16="http://schemas.microsoft.com/office/drawing/2014/main" id="{81231500-E19B-8973-1EBE-78BE784F3EE9}"/>
                    </a:ext>
                  </a:extLst>
                </p:cNvPr>
                <p:cNvPicPr/>
                <p:nvPr/>
              </p:nvPicPr>
              <p:blipFill>
                <a:blip r:embed="rId660"/>
                <a:stretch>
                  <a:fillRect/>
                </a:stretch>
              </p:blipFill>
              <p:spPr>
                <a:xfrm>
                  <a:off x="7665278" y="5198256"/>
                  <a:ext cx="154152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661">
              <p14:nvContentPartPr>
                <p14:cNvPr id="370" name="Ink 369">
                  <a:extLst>
                    <a:ext uri="{FF2B5EF4-FFF2-40B4-BE49-F238E27FC236}">
                      <a16:creationId xmlns:a16="http://schemas.microsoft.com/office/drawing/2014/main" id="{3D288ACA-A673-1E6E-825F-B9B27C35CBBA}"/>
                    </a:ext>
                  </a:extLst>
                </p14:cNvPr>
                <p14:cNvContentPartPr/>
                <p14:nvPr/>
              </p14:nvContentPartPr>
              <p14:xfrm>
                <a:off x="8376638" y="5385456"/>
                <a:ext cx="28800" cy="249480"/>
              </p14:xfrm>
            </p:contentPart>
          </mc:Choice>
          <mc:Fallback>
            <p:pic>
              <p:nvPicPr>
                <p:cNvPr id="370" name="Ink 369">
                  <a:extLst>
                    <a:ext uri="{FF2B5EF4-FFF2-40B4-BE49-F238E27FC236}">
                      <a16:creationId xmlns:a16="http://schemas.microsoft.com/office/drawing/2014/main" id="{3D288ACA-A673-1E6E-825F-B9B27C35CBBA}"/>
                    </a:ext>
                  </a:extLst>
                </p:cNvPr>
                <p:cNvPicPr/>
                <p:nvPr/>
              </p:nvPicPr>
              <p:blipFill>
                <a:blip r:embed="rId662"/>
                <a:stretch>
                  <a:fillRect/>
                </a:stretch>
              </p:blipFill>
              <p:spPr>
                <a:xfrm>
                  <a:off x="8372318" y="5381136"/>
                  <a:ext cx="37440" cy="258120"/>
                </a:xfrm>
                <a:prstGeom prst="rect">
                  <a:avLst/>
                </a:prstGeom>
              </p:spPr>
            </p:pic>
          </mc:Fallback>
        </mc:AlternateContent>
        <mc:AlternateContent xmlns:mc="http://schemas.openxmlformats.org/markup-compatibility/2006">
          <mc:Choice xmlns:p14="http://schemas.microsoft.com/office/powerpoint/2010/main" Requires="p14">
            <p:contentPart p14:bwMode="auto" r:id="rId663">
              <p14:nvContentPartPr>
                <p14:cNvPr id="372" name="Ink 371">
                  <a:extLst>
                    <a:ext uri="{FF2B5EF4-FFF2-40B4-BE49-F238E27FC236}">
                      <a16:creationId xmlns:a16="http://schemas.microsoft.com/office/drawing/2014/main" id="{395E7501-EE98-6C7C-53BA-A8B06AEC98E5}"/>
                    </a:ext>
                  </a:extLst>
                </p14:cNvPr>
                <p14:cNvContentPartPr/>
                <p14:nvPr/>
              </p14:nvContentPartPr>
              <p14:xfrm>
                <a:off x="9310478" y="5240736"/>
                <a:ext cx="108360" cy="16200"/>
              </p14:xfrm>
            </p:contentPart>
          </mc:Choice>
          <mc:Fallback>
            <p:pic>
              <p:nvPicPr>
                <p:cNvPr id="372" name="Ink 371">
                  <a:extLst>
                    <a:ext uri="{FF2B5EF4-FFF2-40B4-BE49-F238E27FC236}">
                      <a16:creationId xmlns:a16="http://schemas.microsoft.com/office/drawing/2014/main" id="{395E7501-EE98-6C7C-53BA-A8B06AEC98E5}"/>
                    </a:ext>
                  </a:extLst>
                </p:cNvPr>
                <p:cNvPicPr/>
                <p:nvPr/>
              </p:nvPicPr>
              <p:blipFill>
                <a:blip r:embed="rId664"/>
                <a:stretch>
                  <a:fillRect/>
                </a:stretch>
              </p:blipFill>
              <p:spPr>
                <a:xfrm>
                  <a:off x="9306158" y="5236416"/>
                  <a:ext cx="11700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665">
              <p14:nvContentPartPr>
                <p14:cNvPr id="373" name="Ink 372">
                  <a:extLst>
                    <a:ext uri="{FF2B5EF4-FFF2-40B4-BE49-F238E27FC236}">
                      <a16:creationId xmlns:a16="http://schemas.microsoft.com/office/drawing/2014/main" id="{01CB97BC-E82A-36E7-0C0E-37801A67B3A8}"/>
                    </a:ext>
                  </a:extLst>
                </p14:cNvPr>
                <p14:cNvContentPartPr/>
                <p14:nvPr/>
              </p14:nvContentPartPr>
              <p14:xfrm>
                <a:off x="9307958" y="5300856"/>
                <a:ext cx="153360" cy="14400"/>
              </p14:xfrm>
            </p:contentPart>
          </mc:Choice>
          <mc:Fallback>
            <p:pic>
              <p:nvPicPr>
                <p:cNvPr id="373" name="Ink 372">
                  <a:extLst>
                    <a:ext uri="{FF2B5EF4-FFF2-40B4-BE49-F238E27FC236}">
                      <a16:creationId xmlns:a16="http://schemas.microsoft.com/office/drawing/2014/main" id="{01CB97BC-E82A-36E7-0C0E-37801A67B3A8}"/>
                    </a:ext>
                  </a:extLst>
                </p:cNvPr>
                <p:cNvPicPr/>
                <p:nvPr/>
              </p:nvPicPr>
              <p:blipFill>
                <a:blip r:embed="rId666"/>
                <a:stretch>
                  <a:fillRect/>
                </a:stretch>
              </p:blipFill>
              <p:spPr>
                <a:xfrm>
                  <a:off x="9303638" y="5296536"/>
                  <a:ext cx="16200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667">
              <p14:nvContentPartPr>
                <p14:cNvPr id="387" name="Ink 386">
                  <a:extLst>
                    <a:ext uri="{FF2B5EF4-FFF2-40B4-BE49-F238E27FC236}">
                      <a16:creationId xmlns:a16="http://schemas.microsoft.com/office/drawing/2014/main" id="{0CEA8498-9658-E75E-E496-1F79DF2980B4}"/>
                    </a:ext>
                  </a:extLst>
                </p14:cNvPr>
                <p14:cNvContentPartPr/>
                <p14:nvPr/>
              </p14:nvContentPartPr>
              <p14:xfrm>
                <a:off x="7381598" y="5343696"/>
                <a:ext cx="109080" cy="196200"/>
              </p14:xfrm>
            </p:contentPart>
          </mc:Choice>
          <mc:Fallback>
            <p:pic>
              <p:nvPicPr>
                <p:cNvPr id="387" name="Ink 386">
                  <a:extLst>
                    <a:ext uri="{FF2B5EF4-FFF2-40B4-BE49-F238E27FC236}">
                      <a16:creationId xmlns:a16="http://schemas.microsoft.com/office/drawing/2014/main" id="{0CEA8498-9658-E75E-E496-1F79DF2980B4}"/>
                    </a:ext>
                  </a:extLst>
                </p:cNvPr>
                <p:cNvPicPr/>
                <p:nvPr/>
              </p:nvPicPr>
              <p:blipFill>
                <a:blip r:embed="rId668"/>
                <a:stretch>
                  <a:fillRect/>
                </a:stretch>
              </p:blipFill>
              <p:spPr>
                <a:xfrm>
                  <a:off x="7377278" y="5339376"/>
                  <a:ext cx="11772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669">
              <p14:nvContentPartPr>
                <p14:cNvPr id="388" name="Ink 387">
                  <a:extLst>
                    <a:ext uri="{FF2B5EF4-FFF2-40B4-BE49-F238E27FC236}">
                      <a16:creationId xmlns:a16="http://schemas.microsoft.com/office/drawing/2014/main" id="{46117F88-F016-C0B3-0203-74EA8C520B2C}"/>
                    </a:ext>
                  </a:extLst>
                </p14:cNvPr>
                <p14:cNvContentPartPr/>
                <p14:nvPr/>
              </p14:nvContentPartPr>
              <p14:xfrm>
                <a:off x="7385558" y="5436216"/>
                <a:ext cx="178200" cy="60120"/>
              </p14:xfrm>
            </p:contentPart>
          </mc:Choice>
          <mc:Fallback>
            <p:pic>
              <p:nvPicPr>
                <p:cNvPr id="388" name="Ink 387">
                  <a:extLst>
                    <a:ext uri="{FF2B5EF4-FFF2-40B4-BE49-F238E27FC236}">
                      <a16:creationId xmlns:a16="http://schemas.microsoft.com/office/drawing/2014/main" id="{46117F88-F016-C0B3-0203-74EA8C520B2C}"/>
                    </a:ext>
                  </a:extLst>
                </p:cNvPr>
                <p:cNvPicPr/>
                <p:nvPr/>
              </p:nvPicPr>
              <p:blipFill>
                <a:blip r:embed="rId670"/>
                <a:stretch>
                  <a:fillRect/>
                </a:stretch>
              </p:blipFill>
              <p:spPr>
                <a:xfrm>
                  <a:off x="7381238" y="5431896"/>
                  <a:ext cx="18684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671">
              <p14:nvContentPartPr>
                <p14:cNvPr id="407" name="Ink 406">
                  <a:extLst>
                    <a:ext uri="{FF2B5EF4-FFF2-40B4-BE49-F238E27FC236}">
                      <a16:creationId xmlns:a16="http://schemas.microsoft.com/office/drawing/2014/main" id="{2D2B7AD9-26FD-1504-6DC9-241FC6D20B36}"/>
                    </a:ext>
                  </a:extLst>
                </p14:cNvPr>
                <p14:cNvContentPartPr/>
                <p14:nvPr/>
              </p14:nvContentPartPr>
              <p14:xfrm>
                <a:off x="8452238" y="5441256"/>
                <a:ext cx="106200" cy="170280"/>
              </p14:xfrm>
            </p:contentPart>
          </mc:Choice>
          <mc:Fallback>
            <p:pic>
              <p:nvPicPr>
                <p:cNvPr id="407" name="Ink 406">
                  <a:extLst>
                    <a:ext uri="{FF2B5EF4-FFF2-40B4-BE49-F238E27FC236}">
                      <a16:creationId xmlns:a16="http://schemas.microsoft.com/office/drawing/2014/main" id="{2D2B7AD9-26FD-1504-6DC9-241FC6D20B36}"/>
                    </a:ext>
                  </a:extLst>
                </p:cNvPr>
                <p:cNvPicPr/>
                <p:nvPr/>
              </p:nvPicPr>
              <p:blipFill>
                <a:blip r:embed="rId672"/>
                <a:stretch>
                  <a:fillRect/>
                </a:stretch>
              </p:blipFill>
              <p:spPr>
                <a:xfrm>
                  <a:off x="8447918" y="5436936"/>
                  <a:ext cx="114840" cy="178920"/>
                </a:xfrm>
                <a:prstGeom prst="rect">
                  <a:avLst/>
                </a:prstGeom>
              </p:spPr>
            </p:pic>
          </mc:Fallback>
        </mc:AlternateContent>
        <mc:AlternateContent xmlns:mc="http://schemas.openxmlformats.org/markup-compatibility/2006">
          <mc:Choice xmlns:p14="http://schemas.microsoft.com/office/powerpoint/2010/main" Requires="p14">
            <p:contentPart p14:bwMode="auto" r:id="rId673">
              <p14:nvContentPartPr>
                <p14:cNvPr id="408" name="Ink 407">
                  <a:extLst>
                    <a:ext uri="{FF2B5EF4-FFF2-40B4-BE49-F238E27FC236}">
                      <a16:creationId xmlns:a16="http://schemas.microsoft.com/office/drawing/2014/main" id="{D3F7017F-ED6B-2DB2-8664-FB678439620C}"/>
                    </a:ext>
                  </a:extLst>
                </p14:cNvPr>
                <p14:cNvContentPartPr/>
                <p14:nvPr/>
              </p14:nvContentPartPr>
              <p14:xfrm>
                <a:off x="8460518" y="5368176"/>
                <a:ext cx="191520" cy="87480"/>
              </p14:xfrm>
            </p:contentPart>
          </mc:Choice>
          <mc:Fallback>
            <p:pic>
              <p:nvPicPr>
                <p:cNvPr id="408" name="Ink 407">
                  <a:extLst>
                    <a:ext uri="{FF2B5EF4-FFF2-40B4-BE49-F238E27FC236}">
                      <a16:creationId xmlns:a16="http://schemas.microsoft.com/office/drawing/2014/main" id="{D3F7017F-ED6B-2DB2-8664-FB678439620C}"/>
                    </a:ext>
                  </a:extLst>
                </p:cNvPr>
                <p:cNvPicPr/>
                <p:nvPr/>
              </p:nvPicPr>
              <p:blipFill>
                <a:blip r:embed="rId674"/>
                <a:stretch>
                  <a:fillRect/>
                </a:stretch>
              </p:blipFill>
              <p:spPr>
                <a:xfrm>
                  <a:off x="8456198" y="5363856"/>
                  <a:ext cx="20016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675">
              <p14:nvContentPartPr>
                <p14:cNvPr id="411" name="Ink 410">
                  <a:extLst>
                    <a:ext uri="{FF2B5EF4-FFF2-40B4-BE49-F238E27FC236}">
                      <a16:creationId xmlns:a16="http://schemas.microsoft.com/office/drawing/2014/main" id="{0CC64B45-5F21-4988-E57F-6997F45609DD}"/>
                    </a:ext>
                  </a:extLst>
                </p14:cNvPr>
                <p14:cNvContentPartPr/>
                <p14:nvPr/>
              </p14:nvContentPartPr>
              <p14:xfrm>
                <a:off x="9834998" y="5119056"/>
                <a:ext cx="18360" cy="171000"/>
              </p14:xfrm>
            </p:contentPart>
          </mc:Choice>
          <mc:Fallback>
            <p:pic>
              <p:nvPicPr>
                <p:cNvPr id="411" name="Ink 410">
                  <a:extLst>
                    <a:ext uri="{FF2B5EF4-FFF2-40B4-BE49-F238E27FC236}">
                      <a16:creationId xmlns:a16="http://schemas.microsoft.com/office/drawing/2014/main" id="{0CC64B45-5F21-4988-E57F-6997F45609DD}"/>
                    </a:ext>
                  </a:extLst>
                </p:cNvPr>
                <p:cNvPicPr/>
                <p:nvPr/>
              </p:nvPicPr>
              <p:blipFill>
                <a:blip r:embed="rId676"/>
                <a:stretch>
                  <a:fillRect/>
                </a:stretch>
              </p:blipFill>
              <p:spPr>
                <a:xfrm>
                  <a:off x="9830678" y="5114736"/>
                  <a:ext cx="2700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677">
              <p14:nvContentPartPr>
                <p14:cNvPr id="412" name="Ink 411">
                  <a:extLst>
                    <a:ext uri="{FF2B5EF4-FFF2-40B4-BE49-F238E27FC236}">
                      <a16:creationId xmlns:a16="http://schemas.microsoft.com/office/drawing/2014/main" id="{F39330CA-D5F4-9690-3444-5A3CAEA201A0}"/>
                    </a:ext>
                  </a:extLst>
                </p14:cNvPr>
                <p14:cNvContentPartPr/>
                <p14:nvPr/>
              </p14:nvContentPartPr>
              <p14:xfrm>
                <a:off x="9928238" y="5241456"/>
                <a:ext cx="13680" cy="19080"/>
              </p14:xfrm>
            </p:contentPart>
          </mc:Choice>
          <mc:Fallback>
            <p:pic>
              <p:nvPicPr>
                <p:cNvPr id="412" name="Ink 411">
                  <a:extLst>
                    <a:ext uri="{FF2B5EF4-FFF2-40B4-BE49-F238E27FC236}">
                      <a16:creationId xmlns:a16="http://schemas.microsoft.com/office/drawing/2014/main" id="{F39330CA-D5F4-9690-3444-5A3CAEA201A0}"/>
                    </a:ext>
                  </a:extLst>
                </p:cNvPr>
                <p:cNvPicPr/>
                <p:nvPr/>
              </p:nvPicPr>
              <p:blipFill>
                <a:blip r:embed="rId678"/>
                <a:stretch>
                  <a:fillRect/>
                </a:stretch>
              </p:blipFill>
              <p:spPr>
                <a:xfrm>
                  <a:off x="9923918" y="5237136"/>
                  <a:ext cx="2232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679">
              <p14:nvContentPartPr>
                <p14:cNvPr id="413" name="Ink 412">
                  <a:extLst>
                    <a:ext uri="{FF2B5EF4-FFF2-40B4-BE49-F238E27FC236}">
                      <a16:creationId xmlns:a16="http://schemas.microsoft.com/office/drawing/2014/main" id="{54A88417-1434-7E90-0D87-E9B15124DEB4}"/>
                    </a:ext>
                  </a:extLst>
                </p14:cNvPr>
                <p14:cNvContentPartPr/>
                <p14:nvPr/>
              </p14:nvContentPartPr>
              <p14:xfrm>
                <a:off x="10060718" y="5115816"/>
                <a:ext cx="138240" cy="196200"/>
              </p14:xfrm>
            </p:contentPart>
          </mc:Choice>
          <mc:Fallback>
            <p:pic>
              <p:nvPicPr>
                <p:cNvPr id="413" name="Ink 412">
                  <a:extLst>
                    <a:ext uri="{FF2B5EF4-FFF2-40B4-BE49-F238E27FC236}">
                      <a16:creationId xmlns:a16="http://schemas.microsoft.com/office/drawing/2014/main" id="{54A88417-1434-7E90-0D87-E9B15124DEB4}"/>
                    </a:ext>
                  </a:extLst>
                </p:cNvPr>
                <p:cNvPicPr/>
                <p:nvPr/>
              </p:nvPicPr>
              <p:blipFill>
                <a:blip r:embed="rId680"/>
                <a:stretch>
                  <a:fillRect/>
                </a:stretch>
              </p:blipFill>
              <p:spPr>
                <a:xfrm>
                  <a:off x="10056398" y="5111496"/>
                  <a:ext cx="14688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681">
              <p14:nvContentPartPr>
                <p14:cNvPr id="414" name="Ink 413">
                  <a:extLst>
                    <a:ext uri="{FF2B5EF4-FFF2-40B4-BE49-F238E27FC236}">
                      <a16:creationId xmlns:a16="http://schemas.microsoft.com/office/drawing/2014/main" id="{11A20CDF-0216-BF3E-B862-CBF97AC4805C}"/>
                    </a:ext>
                  </a:extLst>
                </p14:cNvPr>
                <p14:cNvContentPartPr/>
                <p14:nvPr/>
              </p14:nvContentPartPr>
              <p14:xfrm>
                <a:off x="10234238" y="5115096"/>
                <a:ext cx="131400" cy="176760"/>
              </p14:xfrm>
            </p:contentPart>
          </mc:Choice>
          <mc:Fallback>
            <p:pic>
              <p:nvPicPr>
                <p:cNvPr id="414" name="Ink 413">
                  <a:extLst>
                    <a:ext uri="{FF2B5EF4-FFF2-40B4-BE49-F238E27FC236}">
                      <a16:creationId xmlns:a16="http://schemas.microsoft.com/office/drawing/2014/main" id="{11A20CDF-0216-BF3E-B862-CBF97AC4805C}"/>
                    </a:ext>
                  </a:extLst>
                </p:cNvPr>
                <p:cNvPicPr/>
                <p:nvPr/>
              </p:nvPicPr>
              <p:blipFill>
                <a:blip r:embed="rId682"/>
                <a:stretch>
                  <a:fillRect/>
                </a:stretch>
              </p:blipFill>
              <p:spPr>
                <a:xfrm>
                  <a:off x="10229918" y="5110776"/>
                  <a:ext cx="14004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683">
              <p14:nvContentPartPr>
                <p14:cNvPr id="415" name="Ink 414">
                  <a:extLst>
                    <a:ext uri="{FF2B5EF4-FFF2-40B4-BE49-F238E27FC236}">
                      <a16:creationId xmlns:a16="http://schemas.microsoft.com/office/drawing/2014/main" id="{32E5F5B8-6EA9-5B50-B965-054CE627AFFF}"/>
                    </a:ext>
                  </a:extLst>
                </p14:cNvPr>
                <p14:cNvContentPartPr/>
                <p14:nvPr/>
              </p14:nvContentPartPr>
              <p14:xfrm>
                <a:off x="10396958" y="5112936"/>
                <a:ext cx="148320" cy="211320"/>
              </p14:xfrm>
            </p:contentPart>
          </mc:Choice>
          <mc:Fallback>
            <p:pic>
              <p:nvPicPr>
                <p:cNvPr id="415" name="Ink 414">
                  <a:extLst>
                    <a:ext uri="{FF2B5EF4-FFF2-40B4-BE49-F238E27FC236}">
                      <a16:creationId xmlns:a16="http://schemas.microsoft.com/office/drawing/2014/main" id="{32E5F5B8-6EA9-5B50-B965-054CE627AFFF}"/>
                    </a:ext>
                  </a:extLst>
                </p:cNvPr>
                <p:cNvPicPr/>
                <p:nvPr/>
              </p:nvPicPr>
              <p:blipFill>
                <a:blip r:embed="rId684"/>
                <a:stretch>
                  <a:fillRect/>
                </a:stretch>
              </p:blipFill>
              <p:spPr>
                <a:xfrm>
                  <a:off x="10392638" y="5108616"/>
                  <a:ext cx="15696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685">
              <p14:nvContentPartPr>
                <p14:cNvPr id="420" name="Ink 419">
                  <a:extLst>
                    <a:ext uri="{FF2B5EF4-FFF2-40B4-BE49-F238E27FC236}">
                      <a16:creationId xmlns:a16="http://schemas.microsoft.com/office/drawing/2014/main" id="{C74609A8-5D81-B520-F094-D4E0DFF8313F}"/>
                    </a:ext>
                  </a:extLst>
                </p14:cNvPr>
                <p14:cNvContentPartPr/>
                <p14:nvPr/>
              </p14:nvContentPartPr>
              <p14:xfrm>
                <a:off x="10766318" y="4560696"/>
                <a:ext cx="412200" cy="38880"/>
              </p14:xfrm>
            </p:contentPart>
          </mc:Choice>
          <mc:Fallback>
            <p:pic>
              <p:nvPicPr>
                <p:cNvPr id="420" name="Ink 419">
                  <a:extLst>
                    <a:ext uri="{FF2B5EF4-FFF2-40B4-BE49-F238E27FC236}">
                      <a16:creationId xmlns:a16="http://schemas.microsoft.com/office/drawing/2014/main" id="{C74609A8-5D81-B520-F094-D4E0DFF8313F}"/>
                    </a:ext>
                  </a:extLst>
                </p:cNvPr>
                <p:cNvPicPr/>
                <p:nvPr/>
              </p:nvPicPr>
              <p:blipFill>
                <a:blip r:embed="rId686"/>
                <a:stretch>
                  <a:fillRect/>
                </a:stretch>
              </p:blipFill>
              <p:spPr>
                <a:xfrm>
                  <a:off x="10761998" y="4556376"/>
                  <a:ext cx="42084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687">
              <p14:nvContentPartPr>
                <p14:cNvPr id="421" name="Ink 420">
                  <a:extLst>
                    <a:ext uri="{FF2B5EF4-FFF2-40B4-BE49-F238E27FC236}">
                      <a16:creationId xmlns:a16="http://schemas.microsoft.com/office/drawing/2014/main" id="{8D71E06F-60A0-533D-2759-D3B45F9D3C1F}"/>
                    </a:ext>
                  </a:extLst>
                </p14:cNvPr>
                <p14:cNvContentPartPr/>
                <p14:nvPr/>
              </p14:nvContentPartPr>
              <p14:xfrm>
                <a:off x="10153238" y="4712976"/>
                <a:ext cx="103320" cy="90000"/>
              </p14:xfrm>
            </p:contentPart>
          </mc:Choice>
          <mc:Fallback>
            <p:pic>
              <p:nvPicPr>
                <p:cNvPr id="421" name="Ink 420">
                  <a:extLst>
                    <a:ext uri="{FF2B5EF4-FFF2-40B4-BE49-F238E27FC236}">
                      <a16:creationId xmlns:a16="http://schemas.microsoft.com/office/drawing/2014/main" id="{8D71E06F-60A0-533D-2759-D3B45F9D3C1F}"/>
                    </a:ext>
                  </a:extLst>
                </p:cNvPr>
                <p:cNvPicPr/>
                <p:nvPr/>
              </p:nvPicPr>
              <p:blipFill>
                <a:blip r:embed="rId688"/>
                <a:stretch>
                  <a:fillRect/>
                </a:stretch>
              </p:blipFill>
              <p:spPr>
                <a:xfrm>
                  <a:off x="10148918" y="4708656"/>
                  <a:ext cx="11196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689">
              <p14:nvContentPartPr>
                <p14:cNvPr id="423" name="Ink 422">
                  <a:extLst>
                    <a:ext uri="{FF2B5EF4-FFF2-40B4-BE49-F238E27FC236}">
                      <a16:creationId xmlns:a16="http://schemas.microsoft.com/office/drawing/2014/main" id="{64E9421C-3610-6D33-0D23-AAB0AB74DFCE}"/>
                    </a:ext>
                  </a:extLst>
                </p14:cNvPr>
                <p14:cNvContentPartPr/>
                <p14:nvPr/>
              </p14:nvContentPartPr>
              <p14:xfrm>
                <a:off x="8827718" y="4820616"/>
                <a:ext cx="177480" cy="33120"/>
              </p14:xfrm>
            </p:contentPart>
          </mc:Choice>
          <mc:Fallback>
            <p:pic>
              <p:nvPicPr>
                <p:cNvPr id="423" name="Ink 422">
                  <a:extLst>
                    <a:ext uri="{FF2B5EF4-FFF2-40B4-BE49-F238E27FC236}">
                      <a16:creationId xmlns:a16="http://schemas.microsoft.com/office/drawing/2014/main" id="{64E9421C-3610-6D33-0D23-AAB0AB74DFCE}"/>
                    </a:ext>
                  </a:extLst>
                </p:cNvPr>
                <p:cNvPicPr/>
                <p:nvPr/>
              </p:nvPicPr>
              <p:blipFill>
                <a:blip r:embed="rId690"/>
                <a:stretch>
                  <a:fillRect/>
                </a:stretch>
              </p:blipFill>
              <p:spPr>
                <a:xfrm>
                  <a:off x="8823398" y="4816296"/>
                  <a:ext cx="18612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691">
              <p14:nvContentPartPr>
                <p14:cNvPr id="424" name="Ink 423">
                  <a:extLst>
                    <a:ext uri="{FF2B5EF4-FFF2-40B4-BE49-F238E27FC236}">
                      <a16:creationId xmlns:a16="http://schemas.microsoft.com/office/drawing/2014/main" id="{EACF94AB-C097-FD54-23FF-4FEEB4675876}"/>
                    </a:ext>
                  </a:extLst>
                </p14:cNvPr>
                <p14:cNvContentPartPr/>
                <p14:nvPr/>
              </p14:nvContentPartPr>
              <p14:xfrm>
                <a:off x="8964158" y="4788576"/>
                <a:ext cx="129960" cy="96840"/>
              </p14:xfrm>
            </p:contentPart>
          </mc:Choice>
          <mc:Fallback>
            <p:pic>
              <p:nvPicPr>
                <p:cNvPr id="424" name="Ink 423">
                  <a:extLst>
                    <a:ext uri="{FF2B5EF4-FFF2-40B4-BE49-F238E27FC236}">
                      <a16:creationId xmlns:a16="http://schemas.microsoft.com/office/drawing/2014/main" id="{EACF94AB-C097-FD54-23FF-4FEEB4675876}"/>
                    </a:ext>
                  </a:extLst>
                </p:cNvPr>
                <p:cNvPicPr/>
                <p:nvPr/>
              </p:nvPicPr>
              <p:blipFill>
                <a:blip r:embed="rId692"/>
                <a:stretch>
                  <a:fillRect/>
                </a:stretch>
              </p:blipFill>
              <p:spPr>
                <a:xfrm>
                  <a:off x="8959838" y="4784256"/>
                  <a:ext cx="13860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693">
              <p14:nvContentPartPr>
                <p14:cNvPr id="425" name="Ink 424">
                  <a:extLst>
                    <a:ext uri="{FF2B5EF4-FFF2-40B4-BE49-F238E27FC236}">
                      <a16:creationId xmlns:a16="http://schemas.microsoft.com/office/drawing/2014/main" id="{18B47A14-DEDC-7856-573A-1EEBEB8EC47F}"/>
                    </a:ext>
                  </a:extLst>
                </p14:cNvPr>
                <p14:cNvContentPartPr/>
                <p14:nvPr/>
              </p14:nvContentPartPr>
              <p14:xfrm>
                <a:off x="11353838" y="4687056"/>
                <a:ext cx="171000" cy="42120"/>
              </p14:xfrm>
            </p:contentPart>
          </mc:Choice>
          <mc:Fallback>
            <p:pic>
              <p:nvPicPr>
                <p:cNvPr id="425" name="Ink 424">
                  <a:extLst>
                    <a:ext uri="{FF2B5EF4-FFF2-40B4-BE49-F238E27FC236}">
                      <a16:creationId xmlns:a16="http://schemas.microsoft.com/office/drawing/2014/main" id="{18B47A14-DEDC-7856-573A-1EEBEB8EC47F}"/>
                    </a:ext>
                  </a:extLst>
                </p:cNvPr>
                <p:cNvPicPr/>
                <p:nvPr/>
              </p:nvPicPr>
              <p:blipFill>
                <a:blip r:embed="rId694"/>
                <a:stretch>
                  <a:fillRect/>
                </a:stretch>
              </p:blipFill>
              <p:spPr>
                <a:xfrm>
                  <a:off x="11349518" y="4682736"/>
                  <a:ext cx="17964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695">
              <p14:nvContentPartPr>
                <p14:cNvPr id="426" name="Ink 425">
                  <a:extLst>
                    <a:ext uri="{FF2B5EF4-FFF2-40B4-BE49-F238E27FC236}">
                      <a16:creationId xmlns:a16="http://schemas.microsoft.com/office/drawing/2014/main" id="{A2A364E5-19F1-A7CF-E25B-CB01EB53ECEE}"/>
                    </a:ext>
                  </a:extLst>
                </p14:cNvPr>
                <p14:cNvContentPartPr/>
                <p14:nvPr/>
              </p14:nvContentPartPr>
              <p14:xfrm>
                <a:off x="11433758" y="4653216"/>
                <a:ext cx="21600" cy="118080"/>
              </p14:xfrm>
            </p:contentPart>
          </mc:Choice>
          <mc:Fallback>
            <p:pic>
              <p:nvPicPr>
                <p:cNvPr id="426" name="Ink 425">
                  <a:extLst>
                    <a:ext uri="{FF2B5EF4-FFF2-40B4-BE49-F238E27FC236}">
                      <a16:creationId xmlns:a16="http://schemas.microsoft.com/office/drawing/2014/main" id="{A2A364E5-19F1-A7CF-E25B-CB01EB53ECEE}"/>
                    </a:ext>
                  </a:extLst>
                </p:cNvPr>
                <p:cNvPicPr/>
                <p:nvPr/>
              </p:nvPicPr>
              <p:blipFill>
                <a:blip r:embed="rId696"/>
                <a:stretch>
                  <a:fillRect/>
                </a:stretch>
              </p:blipFill>
              <p:spPr>
                <a:xfrm>
                  <a:off x="11429438" y="4648896"/>
                  <a:ext cx="3024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697">
              <p14:nvContentPartPr>
                <p14:cNvPr id="427" name="Ink 426">
                  <a:extLst>
                    <a:ext uri="{FF2B5EF4-FFF2-40B4-BE49-F238E27FC236}">
                      <a16:creationId xmlns:a16="http://schemas.microsoft.com/office/drawing/2014/main" id="{3B1DA7E8-9BB5-2B1D-950A-EDE5B1F2BCA3}"/>
                    </a:ext>
                  </a:extLst>
                </p14:cNvPr>
                <p14:cNvContentPartPr/>
                <p14:nvPr/>
              </p14:nvContentPartPr>
              <p14:xfrm>
                <a:off x="11521598" y="4632336"/>
                <a:ext cx="170280" cy="93960"/>
              </p14:xfrm>
            </p:contentPart>
          </mc:Choice>
          <mc:Fallback>
            <p:pic>
              <p:nvPicPr>
                <p:cNvPr id="427" name="Ink 426">
                  <a:extLst>
                    <a:ext uri="{FF2B5EF4-FFF2-40B4-BE49-F238E27FC236}">
                      <a16:creationId xmlns:a16="http://schemas.microsoft.com/office/drawing/2014/main" id="{3B1DA7E8-9BB5-2B1D-950A-EDE5B1F2BCA3}"/>
                    </a:ext>
                  </a:extLst>
                </p:cNvPr>
                <p:cNvPicPr/>
                <p:nvPr/>
              </p:nvPicPr>
              <p:blipFill>
                <a:blip r:embed="rId698"/>
                <a:stretch>
                  <a:fillRect/>
                </a:stretch>
              </p:blipFill>
              <p:spPr>
                <a:xfrm>
                  <a:off x="11517278" y="4628016"/>
                  <a:ext cx="17892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699">
              <p14:nvContentPartPr>
                <p14:cNvPr id="430" name="Ink 429">
                  <a:extLst>
                    <a:ext uri="{FF2B5EF4-FFF2-40B4-BE49-F238E27FC236}">
                      <a16:creationId xmlns:a16="http://schemas.microsoft.com/office/drawing/2014/main" id="{EC2084A5-3F63-7EC0-773D-34E0ECDC8398}"/>
                    </a:ext>
                  </a:extLst>
                </p14:cNvPr>
                <p14:cNvContentPartPr/>
                <p14:nvPr/>
              </p14:nvContentPartPr>
              <p14:xfrm>
                <a:off x="10201118" y="4794696"/>
                <a:ext cx="10080" cy="7560"/>
              </p14:xfrm>
            </p:contentPart>
          </mc:Choice>
          <mc:Fallback>
            <p:pic>
              <p:nvPicPr>
                <p:cNvPr id="430" name="Ink 429">
                  <a:extLst>
                    <a:ext uri="{FF2B5EF4-FFF2-40B4-BE49-F238E27FC236}">
                      <a16:creationId xmlns:a16="http://schemas.microsoft.com/office/drawing/2014/main" id="{EC2084A5-3F63-7EC0-773D-34E0ECDC8398}"/>
                    </a:ext>
                  </a:extLst>
                </p:cNvPr>
                <p:cNvPicPr/>
                <p:nvPr/>
              </p:nvPicPr>
              <p:blipFill>
                <a:blip r:embed="rId700"/>
                <a:stretch>
                  <a:fillRect/>
                </a:stretch>
              </p:blipFill>
              <p:spPr>
                <a:xfrm>
                  <a:off x="10196798" y="4790376"/>
                  <a:ext cx="18720" cy="16200"/>
                </a:xfrm>
                <a:prstGeom prst="rect">
                  <a:avLst/>
                </a:prstGeom>
              </p:spPr>
            </p:pic>
          </mc:Fallback>
        </mc:AlternateContent>
        <mc:AlternateContent xmlns:mc="http://schemas.openxmlformats.org/markup-compatibility/2006">
          <mc:Choice xmlns:p14="http://schemas.microsoft.com/office/powerpoint/2010/main" Requires="p14">
            <p:contentPart p14:bwMode="auto" r:id="rId701">
              <p14:nvContentPartPr>
                <p14:cNvPr id="431" name="Ink 430">
                  <a:extLst>
                    <a:ext uri="{FF2B5EF4-FFF2-40B4-BE49-F238E27FC236}">
                      <a16:creationId xmlns:a16="http://schemas.microsoft.com/office/drawing/2014/main" id="{04C7D85B-9188-6B7E-BA01-F606F85E8615}"/>
                    </a:ext>
                  </a:extLst>
                </p14:cNvPr>
                <p14:cNvContentPartPr/>
                <p14:nvPr/>
              </p14:nvContentPartPr>
              <p14:xfrm>
                <a:off x="10469678" y="4106016"/>
                <a:ext cx="45720" cy="481680"/>
              </p14:xfrm>
            </p:contentPart>
          </mc:Choice>
          <mc:Fallback>
            <p:pic>
              <p:nvPicPr>
                <p:cNvPr id="431" name="Ink 430">
                  <a:extLst>
                    <a:ext uri="{FF2B5EF4-FFF2-40B4-BE49-F238E27FC236}">
                      <a16:creationId xmlns:a16="http://schemas.microsoft.com/office/drawing/2014/main" id="{04C7D85B-9188-6B7E-BA01-F606F85E8615}"/>
                    </a:ext>
                  </a:extLst>
                </p:cNvPr>
                <p:cNvPicPr/>
                <p:nvPr/>
              </p:nvPicPr>
              <p:blipFill>
                <a:blip r:embed="rId702"/>
                <a:stretch>
                  <a:fillRect/>
                </a:stretch>
              </p:blipFill>
              <p:spPr>
                <a:xfrm>
                  <a:off x="10465358" y="4101696"/>
                  <a:ext cx="54360" cy="490320"/>
                </a:xfrm>
                <a:prstGeom prst="rect">
                  <a:avLst/>
                </a:prstGeom>
              </p:spPr>
            </p:pic>
          </mc:Fallback>
        </mc:AlternateContent>
        <mc:AlternateContent xmlns:mc="http://schemas.openxmlformats.org/markup-compatibility/2006">
          <mc:Choice xmlns:p14="http://schemas.microsoft.com/office/powerpoint/2010/main" Requires="p14">
            <p:contentPart p14:bwMode="auto" r:id="rId703">
              <p14:nvContentPartPr>
                <p14:cNvPr id="432" name="Ink 431">
                  <a:extLst>
                    <a:ext uri="{FF2B5EF4-FFF2-40B4-BE49-F238E27FC236}">
                      <a16:creationId xmlns:a16="http://schemas.microsoft.com/office/drawing/2014/main" id="{22BDA524-A721-1A0C-BAF4-57172E7A922B}"/>
                    </a:ext>
                  </a:extLst>
                </p14:cNvPr>
                <p14:cNvContentPartPr/>
                <p14:nvPr/>
              </p14:nvContentPartPr>
              <p14:xfrm>
                <a:off x="10448798" y="4662576"/>
                <a:ext cx="19080" cy="87480"/>
              </p14:xfrm>
            </p:contentPart>
          </mc:Choice>
          <mc:Fallback>
            <p:pic>
              <p:nvPicPr>
                <p:cNvPr id="432" name="Ink 431">
                  <a:extLst>
                    <a:ext uri="{FF2B5EF4-FFF2-40B4-BE49-F238E27FC236}">
                      <a16:creationId xmlns:a16="http://schemas.microsoft.com/office/drawing/2014/main" id="{22BDA524-A721-1A0C-BAF4-57172E7A922B}"/>
                    </a:ext>
                  </a:extLst>
                </p:cNvPr>
                <p:cNvPicPr/>
                <p:nvPr/>
              </p:nvPicPr>
              <p:blipFill>
                <a:blip r:embed="rId704"/>
                <a:stretch>
                  <a:fillRect/>
                </a:stretch>
              </p:blipFill>
              <p:spPr>
                <a:xfrm>
                  <a:off x="10444478" y="4658256"/>
                  <a:ext cx="2772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705">
              <p14:nvContentPartPr>
                <p14:cNvPr id="433" name="Ink 432">
                  <a:extLst>
                    <a:ext uri="{FF2B5EF4-FFF2-40B4-BE49-F238E27FC236}">
                      <a16:creationId xmlns:a16="http://schemas.microsoft.com/office/drawing/2014/main" id="{2F33E5E1-0F3D-D7FB-BCA2-3A57BF29DB1B}"/>
                    </a:ext>
                  </a:extLst>
                </p14:cNvPr>
                <p14:cNvContentPartPr/>
                <p14:nvPr/>
              </p14:nvContentPartPr>
              <p14:xfrm>
                <a:off x="10511798" y="4731336"/>
                <a:ext cx="21600" cy="6120"/>
              </p14:xfrm>
            </p:contentPart>
          </mc:Choice>
          <mc:Fallback>
            <p:pic>
              <p:nvPicPr>
                <p:cNvPr id="433" name="Ink 432">
                  <a:extLst>
                    <a:ext uri="{FF2B5EF4-FFF2-40B4-BE49-F238E27FC236}">
                      <a16:creationId xmlns:a16="http://schemas.microsoft.com/office/drawing/2014/main" id="{2F33E5E1-0F3D-D7FB-BCA2-3A57BF29DB1B}"/>
                    </a:ext>
                  </a:extLst>
                </p:cNvPr>
                <p:cNvPicPr/>
                <p:nvPr/>
              </p:nvPicPr>
              <p:blipFill>
                <a:blip r:embed="rId706"/>
                <a:stretch>
                  <a:fillRect/>
                </a:stretch>
              </p:blipFill>
              <p:spPr>
                <a:xfrm>
                  <a:off x="10507478" y="4727016"/>
                  <a:ext cx="30240" cy="14760"/>
                </a:xfrm>
                <a:prstGeom prst="rect">
                  <a:avLst/>
                </a:prstGeom>
              </p:spPr>
            </p:pic>
          </mc:Fallback>
        </mc:AlternateContent>
        <mc:AlternateContent xmlns:mc="http://schemas.openxmlformats.org/markup-compatibility/2006">
          <mc:Choice xmlns:p14="http://schemas.microsoft.com/office/powerpoint/2010/main" Requires="p14">
            <p:contentPart p14:bwMode="auto" r:id="rId707">
              <p14:nvContentPartPr>
                <p14:cNvPr id="435" name="Ink 434">
                  <a:extLst>
                    <a:ext uri="{FF2B5EF4-FFF2-40B4-BE49-F238E27FC236}">
                      <a16:creationId xmlns:a16="http://schemas.microsoft.com/office/drawing/2014/main" id="{33808726-FD8D-3884-F4E8-7E7C4191E9E9}"/>
                    </a:ext>
                  </a:extLst>
                </p14:cNvPr>
                <p14:cNvContentPartPr/>
                <p14:nvPr/>
              </p14:nvContentPartPr>
              <p14:xfrm>
                <a:off x="10575518" y="4646016"/>
                <a:ext cx="95040" cy="125640"/>
              </p14:xfrm>
            </p:contentPart>
          </mc:Choice>
          <mc:Fallback>
            <p:pic>
              <p:nvPicPr>
                <p:cNvPr id="435" name="Ink 434">
                  <a:extLst>
                    <a:ext uri="{FF2B5EF4-FFF2-40B4-BE49-F238E27FC236}">
                      <a16:creationId xmlns:a16="http://schemas.microsoft.com/office/drawing/2014/main" id="{33808726-FD8D-3884-F4E8-7E7C4191E9E9}"/>
                    </a:ext>
                  </a:extLst>
                </p:cNvPr>
                <p:cNvPicPr/>
                <p:nvPr/>
              </p:nvPicPr>
              <p:blipFill>
                <a:blip r:embed="rId708"/>
                <a:stretch>
                  <a:fillRect/>
                </a:stretch>
              </p:blipFill>
              <p:spPr>
                <a:xfrm>
                  <a:off x="10571198" y="4641696"/>
                  <a:ext cx="10368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709">
              <p14:nvContentPartPr>
                <p14:cNvPr id="436" name="Ink 435">
                  <a:extLst>
                    <a:ext uri="{FF2B5EF4-FFF2-40B4-BE49-F238E27FC236}">
                      <a16:creationId xmlns:a16="http://schemas.microsoft.com/office/drawing/2014/main" id="{0BDA5B6D-B3F8-22AB-0C5E-7C547424C0D7}"/>
                    </a:ext>
                  </a:extLst>
                </p14:cNvPr>
                <p14:cNvContentPartPr/>
                <p14:nvPr/>
              </p14:nvContentPartPr>
              <p14:xfrm>
                <a:off x="10641398" y="4662936"/>
                <a:ext cx="147600" cy="133200"/>
              </p14:xfrm>
            </p:contentPart>
          </mc:Choice>
          <mc:Fallback>
            <p:pic>
              <p:nvPicPr>
                <p:cNvPr id="436" name="Ink 435">
                  <a:extLst>
                    <a:ext uri="{FF2B5EF4-FFF2-40B4-BE49-F238E27FC236}">
                      <a16:creationId xmlns:a16="http://schemas.microsoft.com/office/drawing/2014/main" id="{0BDA5B6D-B3F8-22AB-0C5E-7C547424C0D7}"/>
                    </a:ext>
                  </a:extLst>
                </p:cNvPr>
                <p:cNvPicPr/>
                <p:nvPr/>
              </p:nvPicPr>
              <p:blipFill>
                <a:blip r:embed="rId710"/>
                <a:stretch>
                  <a:fillRect/>
                </a:stretch>
              </p:blipFill>
              <p:spPr>
                <a:xfrm>
                  <a:off x="10637078" y="4658616"/>
                  <a:ext cx="15624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711">
              <p14:nvContentPartPr>
                <p14:cNvPr id="437" name="Ink 436">
                  <a:extLst>
                    <a:ext uri="{FF2B5EF4-FFF2-40B4-BE49-F238E27FC236}">
                      <a16:creationId xmlns:a16="http://schemas.microsoft.com/office/drawing/2014/main" id="{2712F441-0DA2-3DFD-37DC-601134AAF3CC}"/>
                    </a:ext>
                  </a:extLst>
                </p14:cNvPr>
                <p14:cNvContentPartPr/>
                <p14:nvPr/>
              </p14:nvContentPartPr>
              <p14:xfrm>
                <a:off x="10472918" y="4302576"/>
                <a:ext cx="171720" cy="197280"/>
              </p14:xfrm>
            </p:contentPart>
          </mc:Choice>
          <mc:Fallback>
            <p:pic>
              <p:nvPicPr>
                <p:cNvPr id="437" name="Ink 436">
                  <a:extLst>
                    <a:ext uri="{FF2B5EF4-FFF2-40B4-BE49-F238E27FC236}">
                      <a16:creationId xmlns:a16="http://schemas.microsoft.com/office/drawing/2014/main" id="{2712F441-0DA2-3DFD-37DC-601134AAF3CC}"/>
                    </a:ext>
                  </a:extLst>
                </p:cNvPr>
                <p:cNvPicPr/>
                <p:nvPr/>
              </p:nvPicPr>
              <p:blipFill>
                <a:blip r:embed="rId712"/>
                <a:stretch>
                  <a:fillRect/>
                </a:stretch>
              </p:blipFill>
              <p:spPr>
                <a:xfrm>
                  <a:off x="10468598" y="4298256"/>
                  <a:ext cx="180360" cy="205920"/>
                </a:xfrm>
                <a:prstGeom prst="rect">
                  <a:avLst/>
                </a:prstGeom>
              </p:spPr>
            </p:pic>
          </mc:Fallback>
        </mc:AlternateContent>
        <mc:AlternateContent xmlns:mc="http://schemas.openxmlformats.org/markup-compatibility/2006">
          <mc:Choice xmlns:p14="http://schemas.microsoft.com/office/powerpoint/2010/main" Requires="p14">
            <p:contentPart p14:bwMode="auto" r:id="rId713">
              <p14:nvContentPartPr>
                <p14:cNvPr id="438" name="Ink 437">
                  <a:extLst>
                    <a:ext uri="{FF2B5EF4-FFF2-40B4-BE49-F238E27FC236}">
                      <a16:creationId xmlns:a16="http://schemas.microsoft.com/office/drawing/2014/main" id="{92796E17-7441-608B-0FE2-BC828A6F4A52}"/>
                    </a:ext>
                  </a:extLst>
                </p14:cNvPr>
                <p14:cNvContentPartPr/>
                <p14:nvPr/>
              </p14:nvContentPartPr>
              <p14:xfrm>
                <a:off x="10589198" y="4369176"/>
                <a:ext cx="162000" cy="157320"/>
              </p14:xfrm>
            </p:contentPart>
          </mc:Choice>
          <mc:Fallback>
            <p:pic>
              <p:nvPicPr>
                <p:cNvPr id="438" name="Ink 437">
                  <a:extLst>
                    <a:ext uri="{FF2B5EF4-FFF2-40B4-BE49-F238E27FC236}">
                      <a16:creationId xmlns:a16="http://schemas.microsoft.com/office/drawing/2014/main" id="{92796E17-7441-608B-0FE2-BC828A6F4A52}"/>
                    </a:ext>
                  </a:extLst>
                </p:cNvPr>
                <p:cNvPicPr/>
                <p:nvPr/>
              </p:nvPicPr>
              <p:blipFill>
                <a:blip r:embed="rId714"/>
                <a:stretch>
                  <a:fillRect/>
                </a:stretch>
              </p:blipFill>
              <p:spPr>
                <a:xfrm>
                  <a:off x="10584878" y="4364856"/>
                  <a:ext cx="17064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715">
              <p14:nvContentPartPr>
                <p14:cNvPr id="439" name="Ink 438">
                  <a:extLst>
                    <a:ext uri="{FF2B5EF4-FFF2-40B4-BE49-F238E27FC236}">
                      <a16:creationId xmlns:a16="http://schemas.microsoft.com/office/drawing/2014/main" id="{38EE1109-8E05-1529-388F-6F1EA01D81DD}"/>
                    </a:ext>
                  </a:extLst>
                </p14:cNvPr>
                <p14:cNvContentPartPr/>
                <p14:nvPr/>
              </p14:nvContentPartPr>
              <p14:xfrm>
                <a:off x="10663358" y="4424976"/>
                <a:ext cx="141480" cy="144360"/>
              </p14:xfrm>
            </p:contentPart>
          </mc:Choice>
          <mc:Fallback>
            <p:pic>
              <p:nvPicPr>
                <p:cNvPr id="439" name="Ink 438">
                  <a:extLst>
                    <a:ext uri="{FF2B5EF4-FFF2-40B4-BE49-F238E27FC236}">
                      <a16:creationId xmlns:a16="http://schemas.microsoft.com/office/drawing/2014/main" id="{38EE1109-8E05-1529-388F-6F1EA01D81DD}"/>
                    </a:ext>
                  </a:extLst>
                </p:cNvPr>
                <p:cNvPicPr/>
                <p:nvPr/>
              </p:nvPicPr>
              <p:blipFill>
                <a:blip r:embed="rId716"/>
                <a:stretch>
                  <a:fillRect/>
                </a:stretch>
              </p:blipFill>
              <p:spPr>
                <a:xfrm>
                  <a:off x="10659038" y="4420656"/>
                  <a:ext cx="15012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717">
              <p14:nvContentPartPr>
                <p14:cNvPr id="440" name="Ink 439">
                  <a:extLst>
                    <a:ext uri="{FF2B5EF4-FFF2-40B4-BE49-F238E27FC236}">
                      <a16:creationId xmlns:a16="http://schemas.microsoft.com/office/drawing/2014/main" id="{41F148F8-501D-F561-1E6F-4097D5D5BA34}"/>
                    </a:ext>
                  </a:extLst>
                </p14:cNvPr>
                <p14:cNvContentPartPr/>
                <p14:nvPr/>
              </p14:nvContentPartPr>
              <p14:xfrm>
                <a:off x="10807718" y="4452336"/>
                <a:ext cx="96840" cy="110160"/>
              </p14:xfrm>
            </p:contentPart>
          </mc:Choice>
          <mc:Fallback>
            <p:pic>
              <p:nvPicPr>
                <p:cNvPr id="440" name="Ink 439">
                  <a:extLst>
                    <a:ext uri="{FF2B5EF4-FFF2-40B4-BE49-F238E27FC236}">
                      <a16:creationId xmlns:a16="http://schemas.microsoft.com/office/drawing/2014/main" id="{41F148F8-501D-F561-1E6F-4097D5D5BA34}"/>
                    </a:ext>
                  </a:extLst>
                </p:cNvPr>
                <p:cNvPicPr/>
                <p:nvPr/>
              </p:nvPicPr>
              <p:blipFill>
                <a:blip r:embed="rId718"/>
                <a:stretch>
                  <a:fillRect/>
                </a:stretch>
              </p:blipFill>
              <p:spPr>
                <a:xfrm>
                  <a:off x="10803398" y="4448016"/>
                  <a:ext cx="10548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719">
              <p14:nvContentPartPr>
                <p14:cNvPr id="441" name="Ink 440">
                  <a:extLst>
                    <a:ext uri="{FF2B5EF4-FFF2-40B4-BE49-F238E27FC236}">
                      <a16:creationId xmlns:a16="http://schemas.microsoft.com/office/drawing/2014/main" id="{D689E8ED-C6DD-7164-7EB7-9C7AD8A717D8}"/>
                    </a:ext>
                  </a:extLst>
                </p14:cNvPr>
                <p14:cNvContentPartPr/>
                <p14:nvPr/>
              </p14:nvContentPartPr>
              <p14:xfrm>
                <a:off x="10933358" y="4443336"/>
                <a:ext cx="102600" cy="133200"/>
              </p14:xfrm>
            </p:contentPart>
          </mc:Choice>
          <mc:Fallback>
            <p:pic>
              <p:nvPicPr>
                <p:cNvPr id="441" name="Ink 440">
                  <a:extLst>
                    <a:ext uri="{FF2B5EF4-FFF2-40B4-BE49-F238E27FC236}">
                      <a16:creationId xmlns:a16="http://schemas.microsoft.com/office/drawing/2014/main" id="{D689E8ED-C6DD-7164-7EB7-9C7AD8A717D8}"/>
                    </a:ext>
                  </a:extLst>
                </p:cNvPr>
                <p:cNvPicPr/>
                <p:nvPr/>
              </p:nvPicPr>
              <p:blipFill>
                <a:blip r:embed="rId720"/>
                <a:stretch>
                  <a:fillRect/>
                </a:stretch>
              </p:blipFill>
              <p:spPr>
                <a:xfrm>
                  <a:off x="10929038" y="4439016"/>
                  <a:ext cx="11124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721">
              <p14:nvContentPartPr>
                <p14:cNvPr id="465" name="Ink 464">
                  <a:extLst>
                    <a:ext uri="{FF2B5EF4-FFF2-40B4-BE49-F238E27FC236}">
                      <a16:creationId xmlns:a16="http://schemas.microsoft.com/office/drawing/2014/main" id="{9A05A61A-059A-6FB4-FA6D-42155490AF97}"/>
                    </a:ext>
                  </a:extLst>
                </p14:cNvPr>
                <p14:cNvContentPartPr/>
                <p14:nvPr/>
              </p14:nvContentPartPr>
              <p14:xfrm>
                <a:off x="10778558" y="4341096"/>
                <a:ext cx="56880" cy="248040"/>
              </p14:xfrm>
            </p:contentPart>
          </mc:Choice>
          <mc:Fallback>
            <p:pic>
              <p:nvPicPr>
                <p:cNvPr id="465" name="Ink 464">
                  <a:extLst>
                    <a:ext uri="{FF2B5EF4-FFF2-40B4-BE49-F238E27FC236}">
                      <a16:creationId xmlns:a16="http://schemas.microsoft.com/office/drawing/2014/main" id="{9A05A61A-059A-6FB4-FA6D-42155490AF97}"/>
                    </a:ext>
                  </a:extLst>
                </p:cNvPr>
                <p:cNvPicPr/>
                <p:nvPr/>
              </p:nvPicPr>
              <p:blipFill>
                <a:blip r:embed="rId722"/>
                <a:stretch>
                  <a:fillRect/>
                </a:stretch>
              </p:blipFill>
              <p:spPr>
                <a:xfrm>
                  <a:off x="10774238" y="4336776"/>
                  <a:ext cx="65520" cy="256680"/>
                </a:xfrm>
                <a:prstGeom prst="rect">
                  <a:avLst/>
                </a:prstGeom>
              </p:spPr>
            </p:pic>
          </mc:Fallback>
        </mc:AlternateContent>
        <mc:AlternateContent xmlns:mc="http://schemas.openxmlformats.org/markup-compatibility/2006">
          <mc:Choice xmlns:p14="http://schemas.microsoft.com/office/powerpoint/2010/main" Requires="p14">
            <p:contentPart p14:bwMode="auto" r:id="rId723">
              <p14:nvContentPartPr>
                <p14:cNvPr id="466" name="Ink 465">
                  <a:extLst>
                    <a:ext uri="{FF2B5EF4-FFF2-40B4-BE49-F238E27FC236}">
                      <a16:creationId xmlns:a16="http://schemas.microsoft.com/office/drawing/2014/main" id="{F65D649C-084E-AD0B-6E53-317630ADEA91}"/>
                    </a:ext>
                  </a:extLst>
                </p14:cNvPr>
                <p14:cNvContentPartPr/>
                <p14:nvPr/>
              </p14:nvContentPartPr>
              <p14:xfrm>
                <a:off x="10837238" y="4654296"/>
                <a:ext cx="38880" cy="92160"/>
              </p14:xfrm>
            </p:contentPart>
          </mc:Choice>
          <mc:Fallback>
            <p:pic>
              <p:nvPicPr>
                <p:cNvPr id="466" name="Ink 465">
                  <a:extLst>
                    <a:ext uri="{FF2B5EF4-FFF2-40B4-BE49-F238E27FC236}">
                      <a16:creationId xmlns:a16="http://schemas.microsoft.com/office/drawing/2014/main" id="{F65D649C-084E-AD0B-6E53-317630ADEA91}"/>
                    </a:ext>
                  </a:extLst>
                </p:cNvPr>
                <p:cNvPicPr/>
                <p:nvPr/>
              </p:nvPicPr>
              <p:blipFill>
                <a:blip r:embed="rId724"/>
                <a:stretch>
                  <a:fillRect/>
                </a:stretch>
              </p:blipFill>
              <p:spPr>
                <a:xfrm>
                  <a:off x="10832918" y="4649976"/>
                  <a:ext cx="4752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725">
              <p14:nvContentPartPr>
                <p14:cNvPr id="467" name="Ink 466">
                  <a:extLst>
                    <a:ext uri="{FF2B5EF4-FFF2-40B4-BE49-F238E27FC236}">
                      <a16:creationId xmlns:a16="http://schemas.microsoft.com/office/drawing/2014/main" id="{A20CD094-072C-BE26-1373-1241783F050C}"/>
                    </a:ext>
                  </a:extLst>
                </p14:cNvPr>
                <p14:cNvContentPartPr/>
                <p14:nvPr/>
              </p14:nvContentPartPr>
              <p14:xfrm>
                <a:off x="10908878" y="4732776"/>
                <a:ext cx="19440" cy="10440"/>
              </p14:xfrm>
            </p:contentPart>
          </mc:Choice>
          <mc:Fallback>
            <p:pic>
              <p:nvPicPr>
                <p:cNvPr id="467" name="Ink 466">
                  <a:extLst>
                    <a:ext uri="{FF2B5EF4-FFF2-40B4-BE49-F238E27FC236}">
                      <a16:creationId xmlns:a16="http://schemas.microsoft.com/office/drawing/2014/main" id="{A20CD094-072C-BE26-1373-1241783F050C}"/>
                    </a:ext>
                  </a:extLst>
                </p:cNvPr>
                <p:cNvPicPr/>
                <p:nvPr/>
              </p:nvPicPr>
              <p:blipFill>
                <a:blip r:embed="rId726"/>
                <a:stretch>
                  <a:fillRect/>
                </a:stretch>
              </p:blipFill>
              <p:spPr>
                <a:xfrm>
                  <a:off x="10904558" y="4728456"/>
                  <a:ext cx="2808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727">
              <p14:nvContentPartPr>
                <p14:cNvPr id="468" name="Ink 467">
                  <a:extLst>
                    <a:ext uri="{FF2B5EF4-FFF2-40B4-BE49-F238E27FC236}">
                      <a16:creationId xmlns:a16="http://schemas.microsoft.com/office/drawing/2014/main" id="{03D147A5-F3CA-070E-00B3-D5D79556AC53}"/>
                    </a:ext>
                  </a:extLst>
                </p14:cNvPr>
                <p14:cNvContentPartPr/>
                <p14:nvPr/>
              </p14:nvContentPartPr>
              <p14:xfrm>
                <a:off x="10975118" y="4646016"/>
                <a:ext cx="103680" cy="125640"/>
              </p14:xfrm>
            </p:contentPart>
          </mc:Choice>
          <mc:Fallback>
            <p:pic>
              <p:nvPicPr>
                <p:cNvPr id="468" name="Ink 467">
                  <a:extLst>
                    <a:ext uri="{FF2B5EF4-FFF2-40B4-BE49-F238E27FC236}">
                      <a16:creationId xmlns:a16="http://schemas.microsoft.com/office/drawing/2014/main" id="{03D147A5-F3CA-070E-00B3-D5D79556AC53}"/>
                    </a:ext>
                  </a:extLst>
                </p:cNvPr>
                <p:cNvPicPr/>
                <p:nvPr/>
              </p:nvPicPr>
              <p:blipFill>
                <a:blip r:embed="rId728"/>
                <a:stretch>
                  <a:fillRect/>
                </a:stretch>
              </p:blipFill>
              <p:spPr>
                <a:xfrm>
                  <a:off x="10970798" y="4641696"/>
                  <a:ext cx="11232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729">
              <p14:nvContentPartPr>
                <p14:cNvPr id="469" name="Ink 468">
                  <a:extLst>
                    <a:ext uri="{FF2B5EF4-FFF2-40B4-BE49-F238E27FC236}">
                      <a16:creationId xmlns:a16="http://schemas.microsoft.com/office/drawing/2014/main" id="{94B75A3F-A83A-0AE4-D2EC-561B17345D0E}"/>
                    </a:ext>
                  </a:extLst>
                </p14:cNvPr>
                <p14:cNvContentPartPr/>
                <p14:nvPr/>
              </p14:nvContentPartPr>
              <p14:xfrm>
                <a:off x="10837958" y="4408056"/>
                <a:ext cx="55800" cy="116280"/>
              </p14:xfrm>
            </p:contentPart>
          </mc:Choice>
          <mc:Fallback>
            <p:pic>
              <p:nvPicPr>
                <p:cNvPr id="469" name="Ink 468">
                  <a:extLst>
                    <a:ext uri="{FF2B5EF4-FFF2-40B4-BE49-F238E27FC236}">
                      <a16:creationId xmlns:a16="http://schemas.microsoft.com/office/drawing/2014/main" id="{94B75A3F-A83A-0AE4-D2EC-561B17345D0E}"/>
                    </a:ext>
                  </a:extLst>
                </p:cNvPr>
                <p:cNvPicPr/>
                <p:nvPr/>
              </p:nvPicPr>
              <p:blipFill>
                <a:blip r:embed="rId730"/>
                <a:stretch>
                  <a:fillRect/>
                </a:stretch>
              </p:blipFill>
              <p:spPr>
                <a:xfrm>
                  <a:off x="10833638" y="4403736"/>
                  <a:ext cx="6444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731">
              <p14:nvContentPartPr>
                <p14:cNvPr id="470" name="Ink 469">
                  <a:extLst>
                    <a:ext uri="{FF2B5EF4-FFF2-40B4-BE49-F238E27FC236}">
                      <a16:creationId xmlns:a16="http://schemas.microsoft.com/office/drawing/2014/main" id="{CB59B607-9EA0-E13F-92B5-BF6A911B9E37}"/>
                    </a:ext>
                  </a:extLst>
                </p14:cNvPr>
                <p14:cNvContentPartPr/>
                <p14:nvPr/>
              </p14:nvContentPartPr>
              <p14:xfrm>
                <a:off x="10875758" y="4485456"/>
                <a:ext cx="73800" cy="74520"/>
              </p14:xfrm>
            </p:contentPart>
          </mc:Choice>
          <mc:Fallback>
            <p:pic>
              <p:nvPicPr>
                <p:cNvPr id="470" name="Ink 469">
                  <a:extLst>
                    <a:ext uri="{FF2B5EF4-FFF2-40B4-BE49-F238E27FC236}">
                      <a16:creationId xmlns:a16="http://schemas.microsoft.com/office/drawing/2014/main" id="{CB59B607-9EA0-E13F-92B5-BF6A911B9E37}"/>
                    </a:ext>
                  </a:extLst>
                </p:cNvPr>
                <p:cNvPicPr/>
                <p:nvPr/>
              </p:nvPicPr>
              <p:blipFill>
                <a:blip r:embed="rId732"/>
                <a:stretch>
                  <a:fillRect/>
                </a:stretch>
              </p:blipFill>
              <p:spPr>
                <a:xfrm>
                  <a:off x="10871438" y="4481136"/>
                  <a:ext cx="8244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733">
              <p14:nvContentPartPr>
                <p14:cNvPr id="471" name="Ink 470">
                  <a:extLst>
                    <a:ext uri="{FF2B5EF4-FFF2-40B4-BE49-F238E27FC236}">
                      <a16:creationId xmlns:a16="http://schemas.microsoft.com/office/drawing/2014/main" id="{4E9333DC-933B-9F07-8D42-FAE503354E38}"/>
                    </a:ext>
                  </a:extLst>
                </p14:cNvPr>
                <p14:cNvContentPartPr/>
                <p14:nvPr/>
              </p14:nvContentPartPr>
              <p14:xfrm>
                <a:off x="10936238" y="4500216"/>
                <a:ext cx="62640" cy="69480"/>
              </p14:xfrm>
            </p:contentPart>
          </mc:Choice>
          <mc:Fallback>
            <p:pic>
              <p:nvPicPr>
                <p:cNvPr id="471" name="Ink 470">
                  <a:extLst>
                    <a:ext uri="{FF2B5EF4-FFF2-40B4-BE49-F238E27FC236}">
                      <a16:creationId xmlns:a16="http://schemas.microsoft.com/office/drawing/2014/main" id="{4E9333DC-933B-9F07-8D42-FAE503354E38}"/>
                    </a:ext>
                  </a:extLst>
                </p:cNvPr>
                <p:cNvPicPr/>
                <p:nvPr/>
              </p:nvPicPr>
              <p:blipFill>
                <a:blip r:embed="rId734"/>
                <a:stretch>
                  <a:fillRect/>
                </a:stretch>
              </p:blipFill>
              <p:spPr>
                <a:xfrm>
                  <a:off x="10931918" y="4495896"/>
                  <a:ext cx="71280" cy="78120"/>
                </a:xfrm>
                <a:prstGeom prst="rect">
                  <a:avLst/>
                </a:prstGeom>
              </p:spPr>
            </p:pic>
          </mc:Fallback>
        </mc:AlternateContent>
        <mc:AlternateContent xmlns:mc="http://schemas.openxmlformats.org/markup-compatibility/2006">
          <mc:Choice xmlns:p14="http://schemas.microsoft.com/office/powerpoint/2010/main" Requires="p14">
            <p:contentPart p14:bwMode="auto" r:id="rId735">
              <p14:nvContentPartPr>
                <p14:cNvPr id="472" name="Ink 471">
                  <a:extLst>
                    <a:ext uri="{FF2B5EF4-FFF2-40B4-BE49-F238E27FC236}">
                      <a16:creationId xmlns:a16="http://schemas.microsoft.com/office/drawing/2014/main" id="{A3152F48-FC00-5E21-9066-DA8B4B0A900B}"/>
                    </a:ext>
                  </a:extLst>
                </p14:cNvPr>
                <p14:cNvContentPartPr/>
                <p14:nvPr/>
              </p14:nvContentPartPr>
              <p14:xfrm>
                <a:off x="11012558" y="4512096"/>
                <a:ext cx="26640" cy="47880"/>
              </p14:xfrm>
            </p:contentPart>
          </mc:Choice>
          <mc:Fallback>
            <p:pic>
              <p:nvPicPr>
                <p:cNvPr id="472" name="Ink 471">
                  <a:extLst>
                    <a:ext uri="{FF2B5EF4-FFF2-40B4-BE49-F238E27FC236}">
                      <a16:creationId xmlns:a16="http://schemas.microsoft.com/office/drawing/2014/main" id="{A3152F48-FC00-5E21-9066-DA8B4B0A900B}"/>
                    </a:ext>
                  </a:extLst>
                </p:cNvPr>
                <p:cNvPicPr/>
                <p:nvPr/>
              </p:nvPicPr>
              <p:blipFill>
                <a:blip r:embed="rId736"/>
                <a:stretch>
                  <a:fillRect/>
                </a:stretch>
              </p:blipFill>
              <p:spPr>
                <a:xfrm>
                  <a:off x="11008238" y="4507776"/>
                  <a:ext cx="3528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737">
              <p14:nvContentPartPr>
                <p14:cNvPr id="473" name="Ink 472">
                  <a:extLst>
                    <a:ext uri="{FF2B5EF4-FFF2-40B4-BE49-F238E27FC236}">
                      <a16:creationId xmlns:a16="http://schemas.microsoft.com/office/drawing/2014/main" id="{F4CA8B21-15CE-7A08-6952-3936DE200448}"/>
                    </a:ext>
                  </a:extLst>
                </p14:cNvPr>
                <p14:cNvContentPartPr/>
                <p14:nvPr/>
              </p14:nvContentPartPr>
              <p14:xfrm>
                <a:off x="11057918" y="4518936"/>
                <a:ext cx="48960" cy="47160"/>
              </p14:xfrm>
            </p:contentPart>
          </mc:Choice>
          <mc:Fallback>
            <p:pic>
              <p:nvPicPr>
                <p:cNvPr id="473" name="Ink 472">
                  <a:extLst>
                    <a:ext uri="{FF2B5EF4-FFF2-40B4-BE49-F238E27FC236}">
                      <a16:creationId xmlns:a16="http://schemas.microsoft.com/office/drawing/2014/main" id="{F4CA8B21-15CE-7A08-6952-3936DE200448}"/>
                    </a:ext>
                  </a:extLst>
                </p:cNvPr>
                <p:cNvPicPr/>
                <p:nvPr/>
              </p:nvPicPr>
              <p:blipFill>
                <a:blip r:embed="rId738"/>
                <a:stretch>
                  <a:fillRect/>
                </a:stretch>
              </p:blipFill>
              <p:spPr>
                <a:xfrm>
                  <a:off x="11053598" y="4514616"/>
                  <a:ext cx="57600" cy="55800"/>
                </a:xfrm>
                <a:prstGeom prst="rect">
                  <a:avLst/>
                </a:prstGeom>
              </p:spPr>
            </p:pic>
          </mc:Fallback>
        </mc:AlternateContent>
        <mc:AlternateContent xmlns:mc="http://schemas.openxmlformats.org/markup-compatibility/2006">
          <mc:Choice xmlns:p14="http://schemas.microsoft.com/office/powerpoint/2010/main" Requires="p14">
            <p:contentPart p14:bwMode="auto" r:id="rId739">
              <p14:nvContentPartPr>
                <p14:cNvPr id="474" name="Ink 473">
                  <a:extLst>
                    <a:ext uri="{FF2B5EF4-FFF2-40B4-BE49-F238E27FC236}">
                      <a16:creationId xmlns:a16="http://schemas.microsoft.com/office/drawing/2014/main" id="{F29C906F-0FB0-6FF1-0A03-35B236ACBC03}"/>
                    </a:ext>
                  </a:extLst>
                </p14:cNvPr>
                <p14:cNvContentPartPr/>
                <p14:nvPr/>
              </p14:nvContentPartPr>
              <p14:xfrm>
                <a:off x="11086358" y="4531536"/>
                <a:ext cx="59040" cy="82440"/>
              </p14:xfrm>
            </p:contentPart>
          </mc:Choice>
          <mc:Fallback>
            <p:pic>
              <p:nvPicPr>
                <p:cNvPr id="474" name="Ink 473">
                  <a:extLst>
                    <a:ext uri="{FF2B5EF4-FFF2-40B4-BE49-F238E27FC236}">
                      <a16:creationId xmlns:a16="http://schemas.microsoft.com/office/drawing/2014/main" id="{F29C906F-0FB0-6FF1-0A03-35B236ACBC03}"/>
                    </a:ext>
                  </a:extLst>
                </p:cNvPr>
                <p:cNvPicPr/>
                <p:nvPr/>
              </p:nvPicPr>
              <p:blipFill>
                <a:blip r:embed="rId740"/>
                <a:stretch>
                  <a:fillRect/>
                </a:stretch>
              </p:blipFill>
              <p:spPr>
                <a:xfrm>
                  <a:off x="11082038" y="4527216"/>
                  <a:ext cx="67680" cy="91080"/>
                </a:xfrm>
                <a:prstGeom prst="rect">
                  <a:avLst/>
                </a:prstGeom>
              </p:spPr>
            </p:pic>
          </mc:Fallback>
        </mc:AlternateContent>
      </p:grpSp>
      <p:grpSp>
        <p:nvGrpSpPr>
          <p:cNvPr id="490" name="Group 489">
            <a:extLst>
              <a:ext uri="{FF2B5EF4-FFF2-40B4-BE49-F238E27FC236}">
                <a16:creationId xmlns:a16="http://schemas.microsoft.com/office/drawing/2014/main" id="{A43BB22C-070F-2E1A-92B4-B9783C0133E1}"/>
              </a:ext>
            </a:extLst>
          </p:cNvPr>
          <p:cNvGrpSpPr/>
          <p:nvPr/>
        </p:nvGrpSpPr>
        <p:grpSpPr>
          <a:xfrm>
            <a:off x="5578358" y="231336"/>
            <a:ext cx="1894680" cy="752760"/>
            <a:chOff x="5578358" y="231336"/>
            <a:chExt cx="1894680" cy="752760"/>
          </a:xfrm>
        </p:grpSpPr>
        <mc:AlternateContent xmlns:mc="http://schemas.openxmlformats.org/markup-compatibility/2006">
          <mc:Choice xmlns:p14="http://schemas.microsoft.com/office/powerpoint/2010/main" Requires="p14">
            <p:contentPart p14:bwMode="auto" r:id="rId741">
              <p14:nvContentPartPr>
                <p14:cNvPr id="476" name="Ink 475">
                  <a:extLst>
                    <a:ext uri="{FF2B5EF4-FFF2-40B4-BE49-F238E27FC236}">
                      <a16:creationId xmlns:a16="http://schemas.microsoft.com/office/drawing/2014/main" id="{63FC1FEA-FC40-50F0-5316-8A2DDE17B5B7}"/>
                    </a:ext>
                  </a:extLst>
                </p14:cNvPr>
                <p14:cNvContentPartPr/>
                <p14:nvPr/>
              </p14:nvContentPartPr>
              <p14:xfrm>
                <a:off x="5578358" y="508176"/>
                <a:ext cx="93600" cy="144360"/>
              </p14:xfrm>
            </p:contentPart>
          </mc:Choice>
          <mc:Fallback>
            <p:pic>
              <p:nvPicPr>
                <p:cNvPr id="476" name="Ink 475">
                  <a:extLst>
                    <a:ext uri="{FF2B5EF4-FFF2-40B4-BE49-F238E27FC236}">
                      <a16:creationId xmlns:a16="http://schemas.microsoft.com/office/drawing/2014/main" id="{63FC1FEA-FC40-50F0-5316-8A2DDE17B5B7}"/>
                    </a:ext>
                  </a:extLst>
                </p:cNvPr>
                <p:cNvPicPr/>
                <p:nvPr/>
              </p:nvPicPr>
              <p:blipFill>
                <a:blip r:embed="rId742"/>
                <a:stretch>
                  <a:fillRect/>
                </a:stretch>
              </p:blipFill>
              <p:spPr>
                <a:xfrm>
                  <a:off x="5574038" y="503856"/>
                  <a:ext cx="10224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743">
              <p14:nvContentPartPr>
                <p14:cNvPr id="477" name="Ink 476">
                  <a:extLst>
                    <a:ext uri="{FF2B5EF4-FFF2-40B4-BE49-F238E27FC236}">
                      <a16:creationId xmlns:a16="http://schemas.microsoft.com/office/drawing/2014/main" id="{5A1A3D28-787A-89B5-2469-FDD46FB14017}"/>
                    </a:ext>
                  </a:extLst>
                </p14:cNvPr>
                <p14:cNvContentPartPr/>
                <p14:nvPr/>
              </p14:nvContentPartPr>
              <p14:xfrm>
                <a:off x="5655758" y="480096"/>
                <a:ext cx="117720" cy="103320"/>
              </p14:xfrm>
            </p:contentPart>
          </mc:Choice>
          <mc:Fallback>
            <p:pic>
              <p:nvPicPr>
                <p:cNvPr id="477" name="Ink 476">
                  <a:extLst>
                    <a:ext uri="{FF2B5EF4-FFF2-40B4-BE49-F238E27FC236}">
                      <a16:creationId xmlns:a16="http://schemas.microsoft.com/office/drawing/2014/main" id="{5A1A3D28-787A-89B5-2469-FDD46FB14017}"/>
                    </a:ext>
                  </a:extLst>
                </p:cNvPr>
                <p:cNvPicPr/>
                <p:nvPr/>
              </p:nvPicPr>
              <p:blipFill>
                <a:blip r:embed="rId744"/>
                <a:stretch>
                  <a:fillRect/>
                </a:stretch>
              </p:blipFill>
              <p:spPr>
                <a:xfrm>
                  <a:off x="5651438" y="475776"/>
                  <a:ext cx="126360" cy="111960"/>
                </a:xfrm>
                <a:prstGeom prst="rect">
                  <a:avLst/>
                </a:prstGeom>
              </p:spPr>
            </p:pic>
          </mc:Fallback>
        </mc:AlternateContent>
        <mc:AlternateContent xmlns:mc="http://schemas.openxmlformats.org/markup-compatibility/2006">
          <mc:Choice xmlns:p14="http://schemas.microsoft.com/office/powerpoint/2010/main" Requires="p14">
            <p:contentPart p14:bwMode="auto" r:id="rId745">
              <p14:nvContentPartPr>
                <p14:cNvPr id="478" name="Ink 477">
                  <a:extLst>
                    <a:ext uri="{FF2B5EF4-FFF2-40B4-BE49-F238E27FC236}">
                      <a16:creationId xmlns:a16="http://schemas.microsoft.com/office/drawing/2014/main" id="{5027F113-48E8-0CC7-0C33-6A3C2D978A7B}"/>
                    </a:ext>
                  </a:extLst>
                </p14:cNvPr>
                <p14:cNvContentPartPr/>
                <p14:nvPr/>
              </p14:nvContentPartPr>
              <p14:xfrm>
                <a:off x="5833958" y="361656"/>
                <a:ext cx="236520" cy="176040"/>
              </p14:xfrm>
            </p:contentPart>
          </mc:Choice>
          <mc:Fallback>
            <p:pic>
              <p:nvPicPr>
                <p:cNvPr id="478" name="Ink 477">
                  <a:extLst>
                    <a:ext uri="{FF2B5EF4-FFF2-40B4-BE49-F238E27FC236}">
                      <a16:creationId xmlns:a16="http://schemas.microsoft.com/office/drawing/2014/main" id="{5027F113-48E8-0CC7-0C33-6A3C2D978A7B}"/>
                    </a:ext>
                  </a:extLst>
                </p:cNvPr>
                <p:cNvPicPr/>
                <p:nvPr/>
              </p:nvPicPr>
              <p:blipFill>
                <a:blip r:embed="rId746"/>
                <a:stretch>
                  <a:fillRect/>
                </a:stretch>
              </p:blipFill>
              <p:spPr>
                <a:xfrm>
                  <a:off x="5829638" y="357336"/>
                  <a:ext cx="24516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747">
              <p14:nvContentPartPr>
                <p14:cNvPr id="479" name="Ink 478">
                  <a:extLst>
                    <a:ext uri="{FF2B5EF4-FFF2-40B4-BE49-F238E27FC236}">
                      <a16:creationId xmlns:a16="http://schemas.microsoft.com/office/drawing/2014/main" id="{BA7164DA-9ECD-DE73-D9F8-0C05D59941C5}"/>
                    </a:ext>
                  </a:extLst>
                </p14:cNvPr>
                <p14:cNvContentPartPr/>
                <p14:nvPr/>
              </p14:nvContentPartPr>
              <p14:xfrm>
                <a:off x="6166598" y="405936"/>
                <a:ext cx="195840" cy="297000"/>
              </p14:xfrm>
            </p:contentPart>
          </mc:Choice>
          <mc:Fallback>
            <p:pic>
              <p:nvPicPr>
                <p:cNvPr id="479" name="Ink 478">
                  <a:extLst>
                    <a:ext uri="{FF2B5EF4-FFF2-40B4-BE49-F238E27FC236}">
                      <a16:creationId xmlns:a16="http://schemas.microsoft.com/office/drawing/2014/main" id="{BA7164DA-9ECD-DE73-D9F8-0C05D59941C5}"/>
                    </a:ext>
                  </a:extLst>
                </p:cNvPr>
                <p:cNvPicPr/>
                <p:nvPr/>
              </p:nvPicPr>
              <p:blipFill>
                <a:blip r:embed="rId748"/>
                <a:stretch>
                  <a:fillRect/>
                </a:stretch>
              </p:blipFill>
              <p:spPr>
                <a:xfrm>
                  <a:off x="6162278" y="401616"/>
                  <a:ext cx="204480" cy="305640"/>
                </a:xfrm>
                <a:prstGeom prst="rect">
                  <a:avLst/>
                </a:prstGeom>
              </p:spPr>
            </p:pic>
          </mc:Fallback>
        </mc:AlternateContent>
        <mc:AlternateContent xmlns:mc="http://schemas.openxmlformats.org/markup-compatibility/2006">
          <mc:Choice xmlns:p14="http://schemas.microsoft.com/office/powerpoint/2010/main" Requires="p14">
            <p:contentPart p14:bwMode="auto" r:id="rId749">
              <p14:nvContentPartPr>
                <p14:cNvPr id="480" name="Ink 479">
                  <a:extLst>
                    <a:ext uri="{FF2B5EF4-FFF2-40B4-BE49-F238E27FC236}">
                      <a16:creationId xmlns:a16="http://schemas.microsoft.com/office/drawing/2014/main" id="{8DD8108B-EE7E-CF8C-D9BF-F95AA248F974}"/>
                    </a:ext>
                  </a:extLst>
                </p14:cNvPr>
                <p14:cNvContentPartPr/>
                <p14:nvPr/>
              </p14:nvContentPartPr>
              <p14:xfrm>
                <a:off x="6406358" y="416736"/>
                <a:ext cx="185400" cy="105480"/>
              </p14:xfrm>
            </p:contentPart>
          </mc:Choice>
          <mc:Fallback>
            <p:pic>
              <p:nvPicPr>
                <p:cNvPr id="480" name="Ink 479">
                  <a:extLst>
                    <a:ext uri="{FF2B5EF4-FFF2-40B4-BE49-F238E27FC236}">
                      <a16:creationId xmlns:a16="http://schemas.microsoft.com/office/drawing/2014/main" id="{8DD8108B-EE7E-CF8C-D9BF-F95AA248F974}"/>
                    </a:ext>
                  </a:extLst>
                </p:cNvPr>
                <p:cNvPicPr/>
                <p:nvPr/>
              </p:nvPicPr>
              <p:blipFill>
                <a:blip r:embed="rId750"/>
                <a:stretch>
                  <a:fillRect/>
                </a:stretch>
              </p:blipFill>
              <p:spPr>
                <a:xfrm>
                  <a:off x="6402038" y="412416"/>
                  <a:ext cx="19404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751">
              <p14:nvContentPartPr>
                <p14:cNvPr id="481" name="Ink 480">
                  <a:extLst>
                    <a:ext uri="{FF2B5EF4-FFF2-40B4-BE49-F238E27FC236}">
                      <a16:creationId xmlns:a16="http://schemas.microsoft.com/office/drawing/2014/main" id="{33FBA795-4150-EF0C-EFA6-C0EBDD14DED4}"/>
                    </a:ext>
                  </a:extLst>
                </p14:cNvPr>
                <p14:cNvContentPartPr/>
                <p14:nvPr/>
              </p14:nvContentPartPr>
              <p14:xfrm>
                <a:off x="6630278" y="385056"/>
                <a:ext cx="343440" cy="272520"/>
              </p14:xfrm>
            </p:contentPart>
          </mc:Choice>
          <mc:Fallback>
            <p:pic>
              <p:nvPicPr>
                <p:cNvPr id="481" name="Ink 480">
                  <a:extLst>
                    <a:ext uri="{FF2B5EF4-FFF2-40B4-BE49-F238E27FC236}">
                      <a16:creationId xmlns:a16="http://schemas.microsoft.com/office/drawing/2014/main" id="{33FBA795-4150-EF0C-EFA6-C0EBDD14DED4}"/>
                    </a:ext>
                  </a:extLst>
                </p:cNvPr>
                <p:cNvPicPr/>
                <p:nvPr/>
              </p:nvPicPr>
              <p:blipFill>
                <a:blip r:embed="rId752"/>
                <a:stretch>
                  <a:fillRect/>
                </a:stretch>
              </p:blipFill>
              <p:spPr>
                <a:xfrm>
                  <a:off x="6625958" y="380736"/>
                  <a:ext cx="352080" cy="281160"/>
                </a:xfrm>
                <a:prstGeom prst="rect">
                  <a:avLst/>
                </a:prstGeom>
              </p:spPr>
            </p:pic>
          </mc:Fallback>
        </mc:AlternateContent>
        <mc:AlternateContent xmlns:mc="http://schemas.openxmlformats.org/markup-compatibility/2006">
          <mc:Choice xmlns:p14="http://schemas.microsoft.com/office/powerpoint/2010/main" Requires="p14">
            <p:contentPart p14:bwMode="auto" r:id="rId753">
              <p14:nvContentPartPr>
                <p14:cNvPr id="482" name="Ink 481">
                  <a:extLst>
                    <a:ext uri="{FF2B5EF4-FFF2-40B4-BE49-F238E27FC236}">
                      <a16:creationId xmlns:a16="http://schemas.microsoft.com/office/drawing/2014/main" id="{49F6207D-CC67-A53A-5C91-3A87566DD306}"/>
                    </a:ext>
                  </a:extLst>
                </p14:cNvPr>
                <p14:cNvContentPartPr/>
                <p14:nvPr/>
              </p14:nvContentPartPr>
              <p14:xfrm>
                <a:off x="6930518" y="377856"/>
                <a:ext cx="6840" cy="10440"/>
              </p14:xfrm>
            </p:contentPart>
          </mc:Choice>
          <mc:Fallback>
            <p:pic>
              <p:nvPicPr>
                <p:cNvPr id="482" name="Ink 481">
                  <a:extLst>
                    <a:ext uri="{FF2B5EF4-FFF2-40B4-BE49-F238E27FC236}">
                      <a16:creationId xmlns:a16="http://schemas.microsoft.com/office/drawing/2014/main" id="{49F6207D-CC67-A53A-5C91-3A87566DD306}"/>
                    </a:ext>
                  </a:extLst>
                </p:cNvPr>
                <p:cNvPicPr/>
                <p:nvPr/>
              </p:nvPicPr>
              <p:blipFill>
                <a:blip r:embed="rId754"/>
                <a:stretch>
                  <a:fillRect/>
                </a:stretch>
              </p:blipFill>
              <p:spPr>
                <a:xfrm>
                  <a:off x="6926198" y="373536"/>
                  <a:ext cx="1548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755">
              <p14:nvContentPartPr>
                <p14:cNvPr id="483" name="Ink 482">
                  <a:extLst>
                    <a:ext uri="{FF2B5EF4-FFF2-40B4-BE49-F238E27FC236}">
                      <a16:creationId xmlns:a16="http://schemas.microsoft.com/office/drawing/2014/main" id="{2D1E4CE6-EC76-93DD-40D9-246D1B74CC15}"/>
                    </a:ext>
                  </a:extLst>
                </p14:cNvPr>
                <p14:cNvContentPartPr/>
                <p14:nvPr/>
              </p14:nvContentPartPr>
              <p14:xfrm>
                <a:off x="6991718" y="329616"/>
                <a:ext cx="28800" cy="194400"/>
              </p14:xfrm>
            </p:contentPart>
          </mc:Choice>
          <mc:Fallback>
            <p:pic>
              <p:nvPicPr>
                <p:cNvPr id="483" name="Ink 482">
                  <a:extLst>
                    <a:ext uri="{FF2B5EF4-FFF2-40B4-BE49-F238E27FC236}">
                      <a16:creationId xmlns:a16="http://schemas.microsoft.com/office/drawing/2014/main" id="{2D1E4CE6-EC76-93DD-40D9-246D1B74CC15}"/>
                    </a:ext>
                  </a:extLst>
                </p:cNvPr>
                <p:cNvPicPr/>
                <p:nvPr/>
              </p:nvPicPr>
              <p:blipFill>
                <a:blip r:embed="rId756"/>
                <a:stretch>
                  <a:fillRect/>
                </a:stretch>
              </p:blipFill>
              <p:spPr>
                <a:xfrm>
                  <a:off x="6987398" y="325296"/>
                  <a:ext cx="3744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757">
              <p14:nvContentPartPr>
                <p14:cNvPr id="484" name="Ink 483">
                  <a:extLst>
                    <a:ext uri="{FF2B5EF4-FFF2-40B4-BE49-F238E27FC236}">
                      <a16:creationId xmlns:a16="http://schemas.microsoft.com/office/drawing/2014/main" id="{B2D8B0EC-FF69-FC6C-481A-C377C1D34361}"/>
                    </a:ext>
                  </a:extLst>
                </p14:cNvPr>
                <p14:cNvContentPartPr/>
                <p14:nvPr/>
              </p14:nvContentPartPr>
              <p14:xfrm>
                <a:off x="7003598" y="435816"/>
                <a:ext cx="177120" cy="68400"/>
              </p14:xfrm>
            </p:contentPart>
          </mc:Choice>
          <mc:Fallback>
            <p:pic>
              <p:nvPicPr>
                <p:cNvPr id="484" name="Ink 483">
                  <a:extLst>
                    <a:ext uri="{FF2B5EF4-FFF2-40B4-BE49-F238E27FC236}">
                      <a16:creationId xmlns:a16="http://schemas.microsoft.com/office/drawing/2014/main" id="{B2D8B0EC-FF69-FC6C-481A-C377C1D34361}"/>
                    </a:ext>
                  </a:extLst>
                </p:cNvPr>
                <p:cNvPicPr/>
                <p:nvPr/>
              </p:nvPicPr>
              <p:blipFill>
                <a:blip r:embed="rId758"/>
                <a:stretch>
                  <a:fillRect/>
                </a:stretch>
              </p:blipFill>
              <p:spPr>
                <a:xfrm>
                  <a:off x="6999278" y="431496"/>
                  <a:ext cx="18576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759">
              <p14:nvContentPartPr>
                <p14:cNvPr id="486" name="Ink 485">
                  <a:extLst>
                    <a:ext uri="{FF2B5EF4-FFF2-40B4-BE49-F238E27FC236}">
                      <a16:creationId xmlns:a16="http://schemas.microsoft.com/office/drawing/2014/main" id="{556F58D0-AEA3-D571-FCFB-A2488939AA73}"/>
                    </a:ext>
                  </a:extLst>
                </p14:cNvPr>
                <p14:cNvContentPartPr/>
                <p14:nvPr/>
              </p14:nvContentPartPr>
              <p14:xfrm>
                <a:off x="7218158" y="231336"/>
                <a:ext cx="254880" cy="222840"/>
              </p14:xfrm>
            </p:contentPart>
          </mc:Choice>
          <mc:Fallback>
            <p:pic>
              <p:nvPicPr>
                <p:cNvPr id="486" name="Ink 485">
                  <a:extLst>
                    <a:ext uri="{FF2B5EF4-FFF2-40B4-BE49-F238E27FC236}">
                      <a16:creationId xmlns:a16="http://schemas.microsoft.com/office/drawing/2014/main" id="{556F58D0-AEA3-D571-FCFB-A2488939AA73}"/>
                    </a:ext>
                  </a:extLst>
                </p:cNvPr>
                <p:cNvPicPr/>
                <p:nvPr/>
              </p:nvPicPr>
              <p:blipFill>
                <a:blip r:embed="rId760"/>
                <a:stretch>
                  <a:fillRect/>
                </a:stretch>
              </p:blipFill>
              <p:spPr>
                <a:xfrm>
                  <a:off x="7213838" y="227016"/>
                  <a:ext cx="26352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761">
              <p14:nvContentPartPr>
                <p14:cNvPr id="487" name="Ink 486">
                  <a:extLst>
                    <a:ext uri="{FF2B5EF4-FFF2-40B4-BE49-F238E27FC236}">
                      <a16:creationId xmlns:a16="http://schemas.microsoft.com/office/drawing/2014/main" id="{6099A84D-A5FE-A093-F539-9EF17DBD2EF6}"/>
                    </a:ext>
                  </a:extLst>
                </p14:cNvPr>
                <p14:cNvContentPartPr/>
                <p14:nvPr/>
              </p14:nvContentPartPr>
              <p14:xfrm>
                <a:off x="5759078" y="868176"/>
                <a:ext cx="343440" cy="115920"/>
              </p14:xfrm>
            </p:contentPart>
          </mc:Choice>
          <mc:Fallback>
            <p:pic>
              <p:nvPicPr>
                <p:cNvPr id="487" name="Ink 486">
                  <a:extLst>
                    <a:ext uri="{FF2B5EF4-FFF2-40B4-BE49-F238E27FC236}">
                      <a16:creationId xmlns:a16="http://schemas.microsoft.com/office/drawing/2014/main" id="{6099A84D-A5FE-A093-F539-9EF17DBD2EF6}"/>
                    </a:ext>
                  </a:extLst>
                </p:cNvPr>
                <p:cNvPicPr/>
                <p:nvPr/>
              </p:nvPicPr>
              <p:blipFill>
                <a:blip r:embed="rId762"/>
                <a:stretch>
                  <a:fillRect/>
                </a:stretch>
              </p:blipFill>
              <p:spPr>
                <a:xfrm>
                  <a:off x="5754758" y="863856"/>
                  <a:ext cx="352080" cy="124560"/>
                </a:xfrm>
                <a:prstGeom prst="rect">
                  <a:avLst/>
                </a:prstGeom>
              </p:spPr>
            </p:pic>
          </mc:Fallback>
        </mc:AlternateContent>
        <mc:AlternateContent xmlns:mc="http://schemas.openxmlformats.org/markup-compatibility/2006">
          <mc:Choice xmlns:p14="http://schemas.microsoft.com/office/powerpoint/2010/main" Requires="p14">
            <p:contentPart p14:bwMode="auto" r:id="rId763">
              <p14:nvContentPartPr>
                <p14:cNvPr id="488" name="Ink 487">
                  <a:extLst>
                    <a:ext uri="{FF2B5EF4-FFF2-40B4-BE49-F238E27FC236}">
                      <a16:creationId xmlns:a16="http://schemas.microsoft.com/office/drawing/2014/main" id="{0125A618-99C8-099C-A935-04731E208E95}"/>
                    </a:ext>
                  </a:extLst>
                </p14:cNvPr>
                <p14:cNvContentPartPr/>
                <p14:nvPr/>
              </p14:nvContentPartPr>
              <p14:xfrm>
                <a:off x="6220238" y="801576"/>
                <a:ext cx="269280" cy="69120"/>
              </p14:xfrm>
            </p:contentPart>
          </mc:Choice>
          <mc:Fallback>
            <p:pic>
              <p:nvPicPr>
                <p:cNvPr id="488" name="Ink 487">
                  <a:extLst>
                    <a:ext uri="{FF2B5EF4-FFF2-40B4-BE49-F238E27FC236}">
                      <a16:creationId xmlns:a16="http://schemas.microsoft.com/office/drawing/2014/main" id="{0125A618-99C8-099C-A935-04731E208E95}"/>
                    </a:ext>
                  </a:extLst>
                </p:cNvPr>
                <p:cNvPicPr/>
                <p:nvPr/>
              </p:nvPicPr>
              <p:blipFill>
                <a:blip r:embed="rId764"/>
                <a:stretch>
                  <a:fillRect/>
                </a:stretch>
              </p:blipFill>
              <p:spPr>
                <a:xfrm>
                  <a:off x="6215918" y="797256"/>
                  <a:ext cx="277920" cy="77760"/>
                </a:xfrm>
                <a:prstGeom prst="rect">
                  <a:avLst/>
                </a:prstGeom>
              </p:spPr>
            </p:pic>
          </mc:Fallback>
        </mc:AlternateContent>
        <mc:AlternateContent xmlns:mc="http://schemas.openxmlformats.org/markup-compatibility/2006">
          <mc:Choice xmlns:p14="http://schemas.microsoft.com/office/powerpoint/2010/main" Requires="p14">
            <p:contentPart p14:bwMode="auto" r:id="rId765">
              <p14:nvContentPartPr>
                <p14:cNvPr id="489" name="Ink 488">
                  <a:extLst>
                    <a:ext uri="{FF2B5EF4-FFF2-40B4-BE49-F238E27FC236}">
                      <a16:creationId xmlns:a16="http://schemas.microsoft.com/office/drawing/2014/main" id="{FF2D46EC-B834-0402-5542-C940D2470B1D}"/>
                    </a:ext>
                  </a:extLst>
                </p14:cNvPr>
                <p14:cNvContentPartPr/>
                <p14:nvPr/>
              </p14:nvContentPartPr>
              <p14:xfrm>
                <a:off x="6529838" y="543816"/>
                <a:ext cx="776520" cy="354960"/>
              </p14:xfrm>
            </p:contentPart>
          </mc:Choice>
          <mc:Fallback>
            <p:pic>
              <p:nvPicPr>
                <p:cNvPr id="489" name="Ink 488">
                  <a:extLst>
                    <a:ext uri="{FF2B5EF4-FFF2-40B4-BE49-F238E27FC236}">
                      <a16:creationId xmlns:a16="http://schemas.microsoft.com/office/drawing/2014/main" id="{FF2D46EC-B834-0402-5542-C940D2470B1D}"/>
                    </a:ext>
                  </a:extLst>
                </p:cNvPr>
                <p:cNvPicPr/>
                <p:nvPr/>
              </p:nvPicPr>
              <p:blipFill>
                <a:blip r:embed="rId766"/>
                <a:stretch>
                  <a:fillRect/>
                </a:stretch>
              </p:blipFill>
              <p:spPr>
                <a:xfrm>
                  <a:off x="6525518" y="539496"/>
                  <a:ext cx="785160" cy="363600"/>
                </a:xfrm>
                <a:prstGeom prst="rect">
                  <a:avLst/>
                </a:prstGeom>
              </p:spPr>
            </p:pic>
          </mc:Fallback>
        </mc:AlternateContent>
      </p:grpSp>
      <p:grpSp>
        <p:nvGrpSpPr>
          <p:cNvPr id="527" name="Group 526">
            <a:extLst>
              <a:ext uri="{FF2B5EF4-FFF2-40B4-BE49-F238E27FC236}">
                <a16:creationId xmlns:a16="http://schemas.microsoft.com/office/drawing/2014/main" id="{B643733C-C307-DAD0-CCBF-86A15A653162}"/>
              </a:ext>
            </a:extLst>
          </p:cNvPr>
          <p:cNvGrpSpPr/>
          <p:nvPr/>
        </p:nvGrpSpPr>
        <p:grpSpPr>
          <a:xfrm>
            <a:off x="5979038" y="1012176"/>
            <a:ext cx="1742400" cy="935280"/>
            <a:chOff x="5979038" y="1012176"/>
            <a:chExt cx="1742400" cy="935280"/>
          </a:xfrm>
        </p:grpSpPr>
        <mc:AlternateContent xmlns:mc="http://schemas.openxmlformats.org/markup-compatibility/2006">
          <mc:Choice xmlns:p14="http://schemas.microsoft.com/office/powerpoint/2010/main" Requires="p14">
            <p:contentPart p14:bwMode="auto" r:id="rId767">
              <p14:nvContentPartPr>
                <p14:cNvPr id="491" name="Ink 490">
                  <a:extLst>
                    <a:ext uri="{FF2B5EF4-FFF2-40B4-BE49-F238E27FC236}">
                      <a16:creationId xmlns:a16="http://schemas.microsoft.com/office/drawing/2014/main" id="{9FD4AC79-F67F-E88B-A5F9-171E21AD5144}"/>
                    </a:ext>
                  </a:extLst>
                </p14:cNvPr>
                <p14:cNvContentPartPr/>
                <p14:nvPr/>
              </p14:nvContentPartPr>
              <p14:xfrm>
                <a:off x="6088838" y="1012176"/>
                <a:ext cx="233640" cy="235800"/>
              </p14:xfrm>
            </p:contentPart>
          </mc:Choice>
          <mc:Fallback>
            <p:pic>
              <p:nvPicPr>
                <p:cNvPr id="491" name="Ink 490">
                  <a:extLst>
                    <a:ext uri="{FF2B5EF4-FFF2-40B4-BE49-F238E27FC236}">
                      <a16:creationId xmlns:a16="http://schemas.microsoft.com/office/drawing/2014/main" id="{9FD4AC79-F67F-E88B-A5F9-171E21AD5144}"/>
                    </a:ext>
                  </a:extLst>
                </p:cNvPr>
                <p:cNvPicPr/>
                <p:nvPr/>
              </p:nvPicPr>
              <p:blipFill>
                <a:blip r:embed="rId768"/>
                <a:stretch>
                  <a:fillRect/>
                </a:stretch>
              </p:blipFill>
              <p:spPr>
                <a:xfrm>
                  <a:off x="6084518" y="1007856"/>
                  <a:ext cx="242280" cy="244440"/>
                </a:xfrm>
                <a:prstGeom prst="rect">
                  <a:avLst/>
                </a:prstGeom>
              </p:spPr>
            </p:pic>
          </mc:Fallback>
        </mc:AlternateContent>
        <mc:AlternateContent xmlns:mc="http://schemas.openxmlformats.org/markup-compatibility/2006">
          <mc:Choice xmlns:p14="http://schemas.microsoft.com/office/powerpoint/2010/main" Requires="p14">
            <p:contentPart p14:bwMode="auto" r:id="rId769">
              <p14:nvContentPartPr>
                <p14:cNvPr id="492" name="Ink 491">
                  <a:extLst>
                    <a:ext uri="{FF2B5EF4-FFF2-40B4-BE49-F238E27FC236}">
                      <a16:creationId xmlns:a16="http://schemas.microsoft.com/office/drawing/2014/main" id="{7AA70C8B-93E7-1FDC-4419-4A56895CBBC5}"/>
                    </a:ext>
                  </a:extLst>
                </p14:cNvPr>
                <p14:cNvContentPartPr/>
                <p14:nvPr/>
              </p14:nvContentPartPr>
              <p14:xfrm>
                <a:off x="6334358" y="1157976"/>
                <a:ext cx="89280" cy="63720"/>
              </p14:xfrm>
            </p:contentPart>
          </mc:Choice>
          <mc:Fallback>
            <p:pic>
              <p:nvPicPr>
                <p:cNvPr id="492" name="Ink 491">
                  <a:extLst>
                    <a:ext uri="{FF2B5EF4-FFF2-40B4-BE49-F238E27FC236}">
                      <a16:creationId xmlns:a16="http://schemas.microsoft.com/office/drawing/2014/main" id="{7AA70C8B-93E7-1FDC-4419-4A56895CBBC5}"/>
                    </a:ext>
                  </a:extLst>
                </p:cNvPr>
                <p:cNvPicPr/>
                <p:nvPr/>
              </p:nvPicPr>
              <p:blipFill>
                <a:blip r:embed="rId770"/>
                <a:stretch>
                  <a:fillRect/>
                </a:stretch>
              </p:blipFill>
              <p:spPr>
                <a:xfrm>
                  <a:off x="6330038" y="1153656"/>
                  <a:ext cx="9792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771">
              <p14:nvContentPartPr>
                <p14:cNvPr id="493" name="Ink 492">
                  <a:extLst>
                    <a:ext uri="{FF2B5EF4-FFF2-40B4-BE49-F238E27FC236}">
                      <a16:creationId xmlns:a16="http://schemas.microsoft.com/office/drawing/2014/main" id="{E184F21F-8D93-5604-3F81-412187BF3A44}"/>
                    </a:ext>
                  </a:extLst>
                </p14:cNvPr>
                <p14:cNvContentPartPr/>
                <p14:nvPr/>
              </p14:nvContentPartPr>
              <p14:xfrm>
                <a:off x="6430478" y="1055736"/>
                <a:ext cx="48240" cy="177120"/>
              </p14:xfrm>
            </p:contentPart>
          </mc:Choice>
          <mc:Fallback>
            <p:pic>
              <p:nvPicPr>
                <p:cNvPr id="493" name="Ink 492">
                  <a:extLst>
                    <a:ext uri="{FF2B5EF4-FFF2-40B4-BE49-F238E27FC236}">
                      <a16:creationId xmlns:a16="http://schemas.microsoft.com/office/drawing/2014/main" id="{E184F21F-8D93-5604-3F81-412187BF3A44}"/>
                    </a:ext>
                  </a:extLst>
                </p:cNvPr>
                <p:cNvPicPr/>
                <p:nvPr/>
              </p:nvPicPr>
              <p:blipFill>
                <a:blip r:embed="rId772"/>
                <a:stretch>
                  <a:fillRect/>
                </a:stretch>
              </p:blipFill>
              <p:spPr>
                <a:xfrm>
                  <a:off x="6426158" y="1051416"/>
                  <a:ext cx="56880"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773">
              <p14:nvContentPartPr>
                <p14:cNvPr id="494" name="Ink 493">
                  <a:extLst>
                    <a:ext uri="{FF2B5EF4-FFF2-40B4-BE49-F238E27FC236}">
                      <a16:creationId xmlns:a16="http://schemas.microsoft.com/office/drawing/2014/main" id="{D3315341-B43E-4A55-B68A-2AB68F38C629}"/>
                    </a:ext>
                  </a:extLst>
                </p14:cNvPr>
                <p14:cNvContentPartPr/>
                <p14:nvPr/>
              </p14:nvContentPartPr>
              <p14:xfrm>
                <a:off x="6441638" y="1113336"/>
                <a:ext cx="329400" cy="73440"/>
              </p14:xfrm>
            </p:contentPart>
          </mc:Choice>
          <mc:Fallback>
            <p:pic>
              <p:nvPicPr>
                <p:cNvPr id="494" name="Ink 493">
                  <a:extLst>
                    <a:ext uri="{FF2B5EF4-FFF2-40B4-BE49-F238E27FC236}">
                      <a16:creationId xmlns:a16="http://schemas.microsoft.com/office/drawing/2014/main" id="{D3315341-B43E-4A55-B68A-2AB68F38C629}"/>
                    </a:ext>
                  </a:extLst>
                </p:cNvPr>
                <p:cNvPicPr/>
                <p:nvPr/>
              </p:nvPicPr>
              <p:blipFill>
                <a:blip r:embed="rId774"/>
                <a:stretch>
                  <a:fillRect/>
                </a:stretch>
              </p:blipFill>
              <p:spPr>
                <a:xfrm>
                  <a:off x="6437318" y="1109016"/>
                  <a:ext cx="338040" cy="82080"/>
                </a:xfrm>
                <a:prstGeom prst="rect">
                  <a:avLst/>
                </a:prstGeom>
              </p:spPr>
            </p:pic>
          </mc:Fallback>
        </mc:AlternateContent>
        <mc:AlternateContent xmlns:mc="http://schemas.openxmlformats.org/markup-compatibility/2006">
          <mc:Choice xmlns:p14="http://schemas.microsoft.com/office/powerpoint/2010/main" Requires="p14">
            <p:contentPart p14:bwMode="auto" r:id="rId775">
              <p14:nvContentPartPr>
                <p14:cNvPr id="495" name="Ink 494">
                  <a:extLst>
                    <a:ext uri="{FF2B5EF4-FFF2-40B4-BE49-F238E27FC236}">
                      <a16:creationId xmlns:a16="http://schemas.microsoft.com/office/drawing/2014/main" id="{4E04CAA7-3DF6-B510-8A09-7E22B790BE7E}"/>
                    </a:ext>
                  </a:extLst>
                </p14:cNvPr>
                <p14:cNvContentPartPr/>
                <p14:nvPr/>
              </p14:nvContentPartPr>
              <p14:xfrm>
                <a:off x="6724598" y="1028016"/>
                <a:ext cx="32760" cy="16560"/>
              </p14:xfrm>
            </p:contentPart>
          </mc:Choice>
          <mc:Fallback>
            <p:pic>
              <p:nvPicPr>
                <p:cNvPr id="495" name="Ink 494">
                  <a:extLst>
                    <a:ext uri="{FF2B5EF4-FFF2-40B4-BE49-F238E27FC236}">
                      <a16:creationId xmlns:a16="http://schemas.microsoft.com/office/drawing/2014/main" id="{4E04CAA7-3DF6-B510-8A09-7E22B790BE7E}"/>
                    </a:ext>
                  </a:extLst>
                </p:cNvPr>
                <p:cNvPicPr/>
                <p:nvPr/>
              </p:nvPicPr>
              <p:blipFill>
                <a:blip r:embed="rId776"/>
                <a:stretch>
                  <a:fillRect/>
                </a:stretch>
              </p:blipFill>
              <p:spPr>
                <a:xfrm>
                  <a:off x="6720278" y="1023696"/>
                  <a:ext cx="4140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777">
              <p14:nvContentPartPr>
                <p14:cNvPr id="496" name="Ink 495">
                  <a:extLst>
                    <a:ext uri="{FF2B5EF4-FFF2-40B4-BE49-F238E27FC236}">
                      <a16:creationId xmlns:a16="http://schemas.microsoft.com/office/drawing/2014/main" id="{5DD5A157-0118-CCE0-0BC4-E6308A94F6A6}"/>
                    </a:ext>
                  </a:extLst>
                </p14:cNvPr>
                <p14:cNvContentPartPr/>
                <p14:nvPr/>
              </p14:nvContentPartPr>
              <p14:xfrm>
                <a:off x="6807758" y="1058256"/>
                <a:ext cx="138600" cy="197640"/>
              </p14:xfrm>
            </p:contentPart>
          </mc:Choice>
          <mc:Fallback>
            <p:pic>
              <p:nvPicPr>
                <p:cNvPr id="496" name="Ink 495">
                  <a:extLst>
                    <a:ext uri="{FF2B5EF4-FFF2-40B4-BE49-F238E27FC236}">
                      <a16:creationId xmlns:a16="http://schemas.microsoft.com/office/drawing/2014/main" id="{5DD5A157-0118-CCE0-0BC4-E6308A94F6A6}"/>
                    </a:ext>
                  </a:extLst>
                </p:cNvPr>
                <p:cNvPicPr/>
                <p:nvPr/>
              </p:nvPicPr>
              <p:blipFill>
                <a:blip r:embed="rId778"/>
                <a:stretch>
                  <a:fillRect/>
                </a:stretch>
              </p:blipFill>
              <p:spPr>
                <a:xfrm>
                  <a:off x="6803438" y="1053936"/>
                  <a:ext cx="14724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779">
              <p14:nvContentPartPr>
                <p14:cNvPr id="497" name="Ink 496">
                  <a:extLst>
                    <a:ext uri="{FF2B5EF4-FFF2-40B4-BE49-F238E27FC236}">
                      <a16:creationId xmlns:a16="http://schemas.microsoft.com/office/drawing/2014/main" id="{695EAC50-2A5E-913F-892E-6012C45043CE}"/>
                    </a:ext>
                  </a:extLst>
                </p14:cNvPr>
                <p14:cNvContentPartPr/>
                <p14:nvPr/>
              </p14:nvContentPartPr>
              <p14:xfrm>
                <a:off x="5979038" y="1557216"/>
                <a:ext cx="210960" cy="172440"/>
              </p14:xfrm>
            </p:contentPart>
          </mc:Choice>
          <mc:Fallback>
            <p:pic>
              <p:nvPicPr>
                <p:cNvPr id="497" name="Ink 496">
                  <a:extLst>
                    <a:ext uri="{FF2B5EF4-FFF2-40B4-BE49-F238E27FC236}">
                      <a16:creationId xmlns:a16="http://schemas.microsoft.com/office/drawing/2014/main" id="{695EAC50-2A5E-913F-892E-6012C45043CE}"/>
                    </a:ext>
                  </a:extLst>
                </p:cNvPr>
                <p:cNvPicPr/>
                <p:nvPr/>
              </p:nvPicPr>
              <p:blipFill>
                <a:blip r:embed="rId780"/>
                <a:stretch>
                  <a:fillRect/>
                </a:stretch>
              </p:blipFill>
              <p:spPr>
                <a:xfrm>
                  <a:off x="5974718" y="1552896"/>
                  <a:ext cx="21960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781">
              <p14:nvContentPartPr>
                <p14:cNvPr id="498" name="Ink 497">
                  <a:extLst>
                    <a:ext uri="{FF2B5EF4-FFF2-40B4-BE49-F238E27FC236}">
                      <a16:creationId xmlns:a16="http://schemas.microsoft.com/office/drawing/2014/main" id="{F35FF6FA-2524-3C0E-0783-ED03D4F53ABF}"/>
                    </a:ext>
                  </a:extLst>
                </p14:cNvPr>
                <p14:cNvContentPartPr/>
                <p14:nvPr/>
              </p14:nvContentPartPr>
              <p14:xfrm>
                <a:off x="6207278" y="1472256"/>
                <a:ext cx="274680" cy="167400"/>
              </p14:xfrm>
            </p:contentPart>
          </mc:Choice>
          <mc:Fallback>
            <p:pic>
              <p:nvPicPr>
                <p:cNvPr id="498" name="Ink 497">
                  <a:extLst>
                    <a:ext uri="{FF2B5EF4-FFF2-40B4-BE49-F238E27FC236}">
                      <a16:creationId xmlns:a16="http://schemas.microsoft.com/office/drawing/2014/main" id="{F35FF6FA-2524-3C0E-0783-ED03D4F53ABF}"/>
                    </a:ext>
                  </a:extLst>
                </p:cNvPr>
                <p:cNvPicPr/>
                <p:nvPr/>
              </p:nvPicPr>
              <p:blipFill>
                <a:blip r:embed="rId782"/>
                <a:stretch>
                  <a:fillRect/>
                </a:stretch>
              </p:blipFill>
              <p:spPr>
                <a:xfrm>
                  <a:off x="6202958" y="1467936"/>
                  <a:ext cx="28332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783">
              <p14:nvContentPartPr>
                <p14:cNvPr id="499" name="Ink 498">
                  <a:extLst>
                    <a:ext uri="{FF2B5EF4-FFF2-40B4-BE49-F238E27FC236}">
                      <a16:creationId xmlns:a16="http://schemas.microsoft.com/office/drawing/2014/main" id="{34B11AED-09C0-1530-82C4-36A8E772AA78}"/>
                    </a:ext>
                  </a:extLst>
                </p14:cNvPr>
                <p14:cNvContentPartPr/>
                <p14:nvPr/>
              </p14:nvContentPartPr>
              <p14:xfrm>
                <a:off x="6546758" y="1464336"/>
                <a:ext cx="179640" cy="315360"/>
              </p14:xfrm>
            </p:contentPart>
          </mc:Choice>
          <mc:Fallback>
            <p:pic>
              <p:nvPicPr>
                <p:cNvPr id="499" name="Ink 498">
                  <a:extLst>
                    <a:ext uri="{FF2B5EF4-FFF2-40B4-BE49-F238E27FC236}">
                      <a16:creationId xmlns:a16="http://schemas.microsoft.com/office/drawing/2014/main" id="{34B11AED-09C0-1530-82C4-36A8E772AA78}"/>
                    </a:ext>
                  </a:extLst>
                </p:cNvPr>
                <p:cNvPicPr/>
                <p:nvPr/>
              </p:nvPicPr>
              <p:blipFill>
                <a:blip r:embed="rId784"/>
                <a:stretch>
                  <a:fillRect/>
                </a:stretch>
              </p:blipFill>
              <p:spPr>
                <a:xfrm>
                  <a:off x="6542438" y="1460016"/>
                  <a:ext cx="188280" cy="324000"/>
                </a:xfrm>
                <a:prstGeom prst="rect">
                  <a:avLst/>
                </a:prstGeom>
              </p:spPr>
            </p:pic>
          </mc:Fallback>
        </mc:AlternateContent>
        <mc:AlternateContent xmlns:mc="http://schemas.openxmlformats.org/markup-compatibility/2006">
          <mc:Choice xmlns:p14="http://schemas.microsoft.com/office/powerpoint/2010/main" Requires="p14">
            <p:contentPart p14:bwMode="auto" r:id="rId785">
              <p14:nvContentPartPr>
                <p14:cNvPr id="500" name="Ink 499">
                  <a:extLst>
                    <a:ext uri="{FF2B5EF4-FFF2-40B4-BE49-F238E27FC236}">
                      <a16:creationId xmlns:a16="http://schemas.microsoft.com/office/drawing/2014/main" id="{0E43AFBB-BC6C-0F81-4B77-19406F4FEFC9}"/>
                    </a:ext>
                  </a:extLst>
                </p14:cNvPr>
                <p14:cNvContentPartPr/>
                <p14:nvPr/>
              </p14:nvContentPartPr>
              <p14:xfrm>
                <a:off x="6838358" y="1427616"/>
                <a:ext cx="186120" cy="91800"/>
              </p14:xfrm>
            </p:contentPart>
          </mc:Choice>
          <mc:Fallback>
            <p:pic>
              <p:nvPicPr>
                <p:cNvPr id="500" name="Ink 499">
                  <a:extLst>
                    <a:ext uri="{FF2B5EF4-FFF2-40B4-BE49-F238E27FC236}">
                      <a16:creationId xmlns:a16="http://schemas.microsoft.com/office/drawing/2014/main" id="{0E43AFBB-BC6C-0F81-4B77-19406F4FEFC9}"/>
                    </a:ext>
                  </a:extLst>
                </p:cNvPr>
                <p:cNvPicPr/>
                <p:nvPr/>
              </p:nvPicPr>
              <p:blipFill>
                <a:blip r:embed="rId786"/>
                <a:stretch>
                  <a:fillRect/>
                </a:stretch>
              </p:blipFill>
              <p:spPr>
                <a:xfrm>
                  <a:off x="6834038" y="1423296"/>
                  <a:ext cx="19476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787">
              <p14:nvContentPartPr>
                <p14:cNvPr id="501" name="Ink 500">
                  <a:extLst>
                    <a:ext uri="{FF2B5EF4-FFF2-40B4-BE49-F238E27FC236}">
                      <a16:creationId xmlns:a16="http://schemas.microsoft.com/office/drawing/2014/main" id="{914A5BB2-7D72-50EB-5C68-725840C808D8}"/>
                    </a:ext>
                  </a:extLst>
                </p14:cNvPr>
                <p14:cNvContentPartPr/>
                <p14:nvPr/>
              </p14:nvContentPartPr>
              <p14:xfrm>
                <a:off x="6993878" y="1432296"/>
                <a:ext cx="264240" cy="228240"/>
              </p14:xfrm>
            </p:contentPart>
          </mc:Choice>
          <mc:Fallback>
            <p:pic>
              <p:nvPicPr>
                <p:cNvPr id="501" name="Ink 500">
                  <a:extLst>
                    <a:ext uri="{FF2B5EF4-FFF2-40B4-BE49-F238E27FC236}">
                      <a16:creationId xmlns:a16="http://schemas.microsoft.com/office/drawing/2014/main" id="{914A5BB2-7D72-50EB-5C68-725840C808D8}"/>
                    </a:ext>
                  </a:extLst>
                </p:cNvPr>
                <p:cNvPicPr/>
                <p:nvPr/>
              </p:nvPicPr>
              <p:blipFill>
                <a:blip r:embed="rId788"/>
                <a:stretch>
                  <a:fillRect/>
                </a:stretch>
              </p:blipFill>
              <p:spPr>
                <a:xfrm>
                  <a:off x="6989558" y="1427976"/>
                  <a:ext cx="272880" cy="236880"/>
                </a:xfrm>
                <a:prstGeom prst="rect">
                  <a:avLst/>
                </a:prstGeom>
              </p:spPr>
            </p:pic>
          </mc:Fallback>
        </mc:AlternateContent>
        <mc:AlternateContent xmlns:mc="http://schemas.openxmlformats.org/markup-compatibility/2006">
          <mc:Choice xmlns:p14="http://schemas.microsoft.com/office/powerpoint/2010/main" Requires="p14">
            <p:contentPart p14:bwMode="auto" r:id="rId789">
              <p14:nvContentPartPr>
                <p14:cNvPr id="502" name="Ink 501">
                  <a:extLst>
                    <a:ext uri="{FF2B5EF4-FFF2-40B4-BE49-F238E27FC236}">
                      <a16:creationId xmlns:a16="http://schemas.microsoft.com/office/drawing/2014/main" id="{FF991318-9CC6-BA6A-A2C5-94D690F045B7}"/>
                    </a:ext>
                  </a:extLst>
                </p14:cNvPr>
                <p14:cNvContentPartPr/>
                <p14:nvPr/>
              </p14:nvContentPartPr>
              <p14:xfrm>
                <a:off x="7230758" y="1421136"/>
                <a:ext cx="25200" cy="36000"/>
              </p14:xfrm>
            </p:contentPart>
          </mc:Choice>
          <mc:Fallback>
            <p:pic>
              <p:nvPicPr>
                <p:cNvPr id="502" name="Ink 501">
                  <a:extLst>
                    <a:ext uri="{FF2B5EF4-FFF2-40B4-BE49-F238E27FC236}">
                      <a16:creationId xmlns:a16="http://schemas.microsoft.com/office/drawing/2014/main" id="{FF991318-9CC6-BA6A-A2C5-94D690F045B7}"/>
                    </a:ext>
                  </a:extLst>
                </p:cNvPr>
                <p:cNvPicPr/>
                <p:nvPr/>
              </p:nvPicPr>
              <p:blipFill>
                <a:blip r:embed="rId790"/>
                <a:stretch>
                  <a:fillRect/>
                </a:stretch>
              </p:blipFill>
              <p:spPr>
                <a:xfrm>
                  <a:off x="7226438" y="1416816"/>
                  <a:ext cx="3384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791">
              <p14:nvContentPartPr>
                <p14:cNvPr id="503" name="Ink 502">
                  <a:extLst>
                    <a:ext uri="{FF2B5EF4-FFF2-40B4-BE49-F238E27FC236}">
                      <a16:creationId xmlns:a16="http://schemas.microsoft.com/office/drawing/2014/main" id="{A7360708-B825-CF54-5101-F22653259A4B}"/>
                    </a:ext>
                  </a:extLst>
                </p14:cNvPr>
                <p14:cNvContentPartPr/>
                <p14:nvPr/>
              </p14:nvContentPartPr>
              <p14:xfrm>
                <a:off x="7255598" y="1226736"/>
                <a:ext cx="196560" cy="256680"/>
              </p14:xfrm>
            </p:contentPart>
          </mc:Choice>
          <mc:Fallback>
            <p:pic>
              <p:nvPicPr>
                <p:cNvPr id="503" name="Ink 502">
                  <a:extLst>
                    <a:ext uri="{FF2B5EF4-FFF2-40B4-BE49-F238E27FC236}">
                      <a16:creationId xmlns:a16="http://schemas.microsoft.com/office/drawing/2014/main" id="{A7360708-B825-CF54-5101-F22653259A4B}"/>
                    </a:ext>
                  </a:extLst>
                </p:cNvPr>
                <p:cNvPicPr/>
                <p:nvPr/>
              </p:nvPicPr>
              <p:blipFill>
                <a:blip r:embed="rId792"/>
                <a:stretch>
                  <a:fillRect/>
                </a:stretch>
              </p:blipFill>
              <p:spPr>
                <a:xfrm>
                  <a:off x="7251278" y="1222416"/>
                  <a:ext cx="205200" cy="265320"/>
                </a:xfrm>
                <a:prstGeom prst="rect">
                  <a:avLst/>
                </a:prstGeom>
              </p:spPr>
            </p:pic>
          </mc:Fallback>
        </mc:AlternateContent>
        <mc:AlternateContent xmlns:mc="http://schemas.openxmlformats.org/markup-compatibility/2006">
          <mc:Choice xmlns:p14="http://schemas.microsoft.com/office/powerpoint/2010/main" Requires="p14">
            <p:contentPart p14:bwMode="auto" r:id="rId793">
              <p14:nvContentPartPr>
                <p14:cNvPr id="505" name="Ink 504">
                  <a:extLst>
                    <a:ext uri="{FF2B5EF4-FFF2-40B4-BE49-F238E27FC236}">
                      <a16:creationId xmlns:a16="http://schemas.microsoft.com/office/drawing/2014/main" id="{6113EDE7-20CF-F709-DADE-FA3901A0A27E}"/>
                    </a:ext>
                  </a:extLst>
                </p14:cNvPr>
                <p14:cNvContentPartPr/>
                <p14:nvPr/>
              </p14:nvContentPartPr>
              <p14:xfrm>
                <a:off x="7463678" y="1210896"/>
                <a:ext cx="208440" cy="222840"/>
              </p14:xfrm>
            </p:contentPart>
          </mc:Choice>
          <mc:Fallback>
            <p:pic>
              <p:nvPicPr>
                <p:cNvPr id="505" name="Ink 504">
                  <a:extLst>
                    <a:ext uri="{FF2B5EF4-FFF2-40B4-BE49-F238E27FC236}">
                      <a16:creationId xmlns:a16="http://schemas.microsoft.com/office/drawing/2014/main" id="{6113EDE7-20CF-F709-DADE-FA3901A0A27E}"/>
                    </a:ext>
                  </a:extLst>
                </p:cNvPr>
                <p:cNvPicPr/>
                <p:nvPr/>
              </p:nvPicPr>
              <p:blipFill>
                <a:blip r:embed="rId794"/>
                <a:stretch>
                  <a:fillRect/>
                </a:stretch>
              </p:blipFill>
              <p:spPr>
                <a:xfrm>
                  <a:off x="7459358" y="1206576"/>
                  <a:ext cx="21708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795">
              <p14:nvContentPartPr>
                <p14:cNvPr id="506" name="Ink 505">
                  <a:extLst>
                    <a:ext uri="{FF2B5EF4-FFF2-40B4-BE49-F238E27FC236}">
                      <a16:creationId xmlns:a16="http://schemas.microsoft.com/office/drawing/2014/main" id="{AE511BF9-C150-176A-945C-CBA9BC0A0B76}"/>
                    </a:ext>
                  </a:extLst>
                </p14:cNvPr>
                <p14:cNvContentPartPr/>
                <p14:nvPr/>
              </p14:nvContentPartPr>
              <p14:xfrm>
                <a:off x="6516518" y="1767096"/>
                <a:ext cx="331920" cy="118800"/>
              </p14:xfrm>
            </p:contentPart>
          </mc:Choice>
          <mc:Fallback>
            <p:pic>
              <p:nvPicPr>
                <p:cNvPr id="506" name="Ink 505">
                  <a:extLst>
                    <a:ext uri="{FF2B5EF4-FFF2-40B4-BE49-F238E27FC236}">
                      <a16:creationId xmlns:a16="http://schemas.microsoft.com/office/drawing/2014/main" id="{AE511BF9-C150-176A-945C-CBA9BC0A0B76}"/>
                    </a:ext>
                  </a:extLst>
                </p:cNvPr>
                <p:cNvPicPr/>
                <p:nvPr/>
              </p:nvPicPr>
              <p:blipFill>
                <a:blip r:embed="rId796"/>
                <a:stretch>
                  <a:fillRect/>
                </a:stretch>
              </p:blipFill>
              <p:spPr>
                <a:xfrm>
                  <a:off x="6512198" y="1762776"/>
                  <a:ext cx="340560" cy="127440"/>
                </a:xfrm>
                <a:prstGeom prst="rect">
                  <a:avLst/>
                </a:prstGeom>
              </p:spPr>
            </p:pic>
          </mc:Fallback>
        </mc:AlternateContent>
        <mc:AlternateContent xmlns:mc="http://schemas.openxmlformats.org/markup-compatibility/2006">
          <mc:Choice xmlns:p14="http://schemas.microsoft.com/office/powerpoint/2010/main" Requires="p14">
            <p:contentPart p14:bwMode="auto" r:id="rId797">
              <p14:nvContentPartPr>
                <p14:cNvPr id="507" name="Ink 506">
                  <a:extLst>
                    <a:ext uri="{FF2B5EF4-FFF2-40B4-BE49-F238E27FC236}">
                      <a16:creationId xmlns:a16="http://schemas.microsoft.com/office/drawing/2014/main" id="{2D6E3B73-C382-23D4-5FE3-1D297E5882CC}"/>
                    </a:ext>
                  </a:extLst>
                </p14:cNvPr>
                <p14:cNvContentPartPr/>
                <p14:nvPr/>
              </p14:nvContentPartPr>
              <p14:xfrm>
                <a:off x="6888038" y="1702656"/>
                <a:ext cx="136440" cy="138960"/>
              </p14:xfrm>
            </p:contentPart>
          </mc:Choice>
          <mc:Fallback>
            <p:pic>
              <p:nvPicPr>
                <p:cNvPr id="507" name="Ink 506">
                  <a:extLst>
                    <a:ext uri="{FF2B5EF4-FFF2-40B4-BE49-F238E27FC236}">
                      <a16:creationId xmlns:a16="http://schemas.microsoft.com/office/drawing/2014/main" id="{2D6E3B73-C382-23D4-5FE3-1D297E5882CC}"/>
                    </a:ext>
                  </a:extLst>
                </p:cNvPr>
                <p:cNvPicPr/>
                <p:nvPr/>
              </p:nvPicPr>
              <p:blipFill>
                <a:blip r:embed="rId798"/>
                <a:stretch>
                  <a:fillRect/>
                </a:stretch>
              </p:blipFill>
              <p:spPr>
                <a:xfrm>
                  <a:off x="6883718" y="1698336"/>
                  <a:ext cx="14508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799">
              <p14:nvContentPartPr>
                <p14:cNvPr id="508" name="Ink 507">
                  <a:extLst>
                    <a:ext uri="{FF2B5EF4-FFF2-40B4-BE49-F238E27FC236}">
                      <a16:creationId xmlns:a16="http://schemas.microsoft.com/office/drawing/2014/main" id="{1F1FAF14-EA3E-C679-022A-7B244FE6876D}"/>
                    </a:ext>
                  </a:extLst>
                </p14:cNvPr>
                <p14:cNvContentPartPr/>
                <p14:nvPr/>
              </p14:nvContentPartPr>
              <p14:xfrm>
                <a:off x="7014398" y="1718136"/>
                <a:ext cx="213840" cy="229320"/>
              </p14:xfrm>
            </p:contentPart>
          </mc:Choice>
          <mc:Fallback>
            <p:pic>
              <p:nvPicPr>
                <p:cNvPr id="508" name="Ink 507">
                  <a:extLst>
                    <a:ext uri="{FF2B5EF4-FFF2-40B4-BE49-F238E27FC236}">
                      <a16:creationId xmlns:a16="http://schemas.microsoft.com/office/drawing/2014/main" id="{1F1FAF14-EA3E-C679-022A-7B244FE6876D}"/>
                    </a:ext>
                  </a:extLst>
                </p:cNvPr>
                <p:cNvPicPr/>
                <p:nvPr/>
              </p:nvPicPr>
              <p:blipFill>
                <a:blip r:embed="rId800"/>
                <a:stretch>
                  <a:fillRect/>
                </a:stretch>
              </p:blipFill>
              <p:spPr>
                <a:xfrm>
                  <a:off x="7010078" y="1713816"/>
                  <a:ext cx="22248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801">
              <p14:nvContentPartPr>
                <p14:cNvPr id="509" name="Ink 508">
                  <a:extLst>
                    <a:ext uri="{FF2B5EF4-FFF2-40B4-BE49-F238E27FC236}">
                      <a16:creationId xmlns:a16="http://schemas.microsoft.com/office/drawing/2014/main" id="{69D7A994-7350-3531-92EB-45CD5D2C2BD0}"/>
                    </a:ext>
                  </a:extLst>
                </p14:cNvPr>
                <p14:cNvContentPartPr/>
                <p14:nvPr/>
              </p14:nvContentPartPr>
              <p14:xfrm>
                <a:off x="7246958" y="1587456"/>
                <a:ext cx="169200" cy="204480"/>
              </p14:xfrm>
            </p:contentPart>
          </mc:Choice>
          <mc:Fallback>
            <p:pic>
              <p:nvPicPr>
                <p:cNvPr id="509" name="Ink 508">
                  <a:extLst>
                    <a:ext uri="{FF2B5EF4-FFF2-40B4-BE49-F238E27FC236}">
                      <a16:creationId xmlns:a16="http://schemas.microsoft.com/office/drawing/2014/main" id="{69D7A994-7350-3531-92EB-45CD5D2C2BD0}"/>
                    </a:ext>
                  </a:extLst>
                </p:cNvPr>
                <p:cNvPicPr/>
                <p:nvPr/>
              </p:nvPicPr>
              <p:blipFill>
                <a:blip r:embed="rId802"/>
                <a:stretch>
                  <a:fillRect/>
                </a:stretch>
              </p:blipFill>
              <p:spPr>
                <a:xfrm>
                  <a:off x="7242638" y="1583136"/>
                  <a:ext cx="17784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803">
              <p14:nvContentPartPr>
                <p14:cNvPr id="510" name="Ink 509">
                  <a:extLst>
                    <a:ext uri="{FF2B5EF4-FFF2-40B4-BE49-F238E27FC236}">
                      <a16:creationId xmlns:a16="http://schemas.microsoft.com/office/drawing/2014/main" id="{8515110E-8B6A-D596-D17F-0432928C1AC9}"/>
                    </a:ext>
                  </a:extLst>
                </p14:cNvPr>
                <p14:cNvContentPartPr/>
                <p14:nvPr/>
              </p14:nvContentPartPr>
              <p14:xfrm>
                <a:off x="7397438" y="1598256"/>
                <a:ext cx="19440" cy="15840"/>
              </p14:xfrm>
            </p:contentPart>
          </mc:Choice>
          <mc:Fallback>
            <p:pic>
              <p:nvPicPr>
                <p:cNvPr id="510" name="Ink 509">
                  <a:extLst>
                    <a:ext uri="{FF2B5EF4-FFF2-40B4-BE49-F238E27FC236}">
                      <a16:creationId xmlns:a16="http://schemas.microsoft.com/office/drawing/2014/main" id="{8515110E-8B6A-D596-D17F-0432928C1AC9}"/>
                    </a:ext>
                  </a:extLst>
                </p:cNvPr>
                <p:cNvPicPr/>
                <p:nvPr/>
              </p:nvPicPr>
              <p:blipFill>
                <a:blip r:embed="rId804"/>
                <a:stretch>
                  <a:fillRect/>
                </a:stretch>
              </p:blipFill>
              <p:spPr>
                <a:xfrm>
                  <a:off x="7393118" y="1593936"/>
                  <a:ext cx="2808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805">
              <p14:nvContentPartPr>
                <p14:cNvPr id="511" name="Ink 510">
                  <a:extLst>
                    <a:ext uri="{FF2B5EF4-FFF2-40B4-BE49-F238E27FC236}">
                      <a16:creationId xmlns:a16="http://schemas.microsoft.com/office/drawing/2014/main" id="{D0E109A3-BA04-F910-B646-16758EB8AF12}"/>
                    </a:ext>
                  </a:extLst>
                </p14:cNvPr>
                <p14:cNvContentPartPr/>
                <p14:nvPr/>
              </p14:nvContentPartPr>
              <p14:xfrm>
                <a:off x="7438118" y="1583496"/>
                <a:ext cx="283320" cy="357480"/>
              </p14:xfrm>
            </p:contentPart>
          </mc:Choice>
          <mc:Fallback>
            <p:pic>
              <p:nvPicPr>
                <p:cNvPr id="511" name="Ink 510">
                  <a:extLst>
                    <a:ext uri="{FF2B5EF4-FFF2-40B4-BE49-F238E27FC236}">
                      <a16:creationId xmlns:a16="http://schemas.microsoft.com/office/drawing/2014/main" id="{D0E109A3-BA04-F910-B646-16758EB8AF12}"/>
                    </a:ext>
                  </a:extLst>
                </p:cNvPr>
                <p:cNvPicPr/>
                <p:nvPr/>
              </p:nvPicPr>
              <p:blipFill>
                <a:blip r:embed="rId806"/>
                <a:stretch>
                  <a:fillRect/>
                </a:stretch>
              </p:blipFill>
              <p:spPr>
                <a:xfrm>
                  <a:off x="7433798" y="1579176"/>
                  <a:ext cx="291960" cy="366120"/>
                </a:xfrm>
                <a:prstGeom prst="rect">
                  <a:avLst/>
                </a:prstGeom>
              </p:spPr>
            </p:pic>
          </mc:Fallback>
        </mc:AlternateContent>
      </p:grpSp>
      <p:grpSp>
        <p:nvGrpSpPr>
          <p:cNvPr id="526" name="Group 525">
            <a:extLst>
              <a:ext uri="{FF2B5EF4-FFF2-40B4-BE49-F238E27FC236}">
                <a16:creationId xmlns:a16="http://schemas.microsoft.com/office/drawing/2014/main" id="{82C3623E-42E1-8A93-0CEE-6ED4FEDCBECF}"/>
              </a:ext>
            </a:extLst>
          </p:cNvPr>
          <p:cNvGrpSpPr/>
          <p:nvPr/>
        </p:nvGrpSpPr>
        <p:grpSpPr>
          <a:xfrm>
            <a:off x="6082718" y="2092896"/>
            <a:ext cx="1508760" cy="903240"/>
            <a:chOff x="6082718" y="2092896"/>
            <a:chExt cx="1508760" cy="903240"/>
          </a:xfrm>
        </p:grpSpPr>
        <mc:AlternateContent xmlns:mc="http://schemas.openxmlformats.org/markup-compatibility/2006">
          <mc:Choice xmlns:p14="http://schemas.microsoft.com/office/powerpoint/2010/main" Requires="p14">
            <p:contentPart p14:bwMode="auto" r:id="rId807">
              <p14:nvContentPartPr>
                <p14:cNvPr id="512" name="Ink 511">
                  <a:extLst>
                    <a:ext uri="{FF2B5EF4-FFF2-40B4-BE49-F238E27FC236}">
                      <a16:creationId xmlns:a16="http://schemas.microsoft.com/office/drawing/2014/main" id="{6C978DAF-0B33-319C-5239-C0AC2863D91E}"/>
                    </a:ext>
                  </a:extLst>
                </p14:cNvPr>
                <p14:cNvContentPartPr/>
                <p14:nvPr/>
              </p14:nvContentPartPr>
              <p14:xfrm>
                <a:off x="6396998" y="2135016"/>
                <a:ext cx="277200" cy="305640"/>
              </p14:xfrm>
            </p:contentPart>
          </mc:Choice>
          <mc:Fallback>
            <p:pic>
              <p:nvPicPr>
                <p:cNvPr id="512" name="Ink 511">
                  <a:extLst>
                    <a:ext uri="{FF2B5EF4-FFF2-40B4-BE49-F238E27FC236}">
                      <a16:creationId xmlns:a16="http://schemas.microsoft.com/office/drawing/2014/main" id="{6C978DAF-0B33-319C-5239-C0AC2863D91E}"/>
                    </a:ext>
                  </a:extLst>
                </p:cNvPr>
                <p:cNvPicPr/>
                <p:nvPr/>
              </p:nvPicPr>
              <p:blipFill>
                <a:blip r:embed="rId808"/>
                <a:stretch>
                  <a:fillRect/>
                </a:stretch>
              </p:blipFill>
              <p:spPr>
                <a:xfrm>
                  <a:off x="6392678" y="2130696"/>
                  <a:ext cx="285840" cy="314280"/>
                </a:xfrm>
                <a:prstGeom prst="rect">
                  <a:avLst/>
                </a:prstGeom>
              </p:spPr>
            </p:pic>
          </mc:Fallback>
        </mc:AlternateContent>
        <mc:AlternateContent xmlns:mc="http://schemas.openxmlformats.org/markup-compatibility/2006">
          <mc:Choice xmlns:p14="http://schemas.microsoft.com/office/powerpoint/2010/main" Requires="p14">
            <p:contentPart p14:bwMode="auto" r:id="rId809">
              <p14:nvContentPartPr>
                <p14:cNvPr id="513" name="Ink 512">
                  <a:extLst>
                    <a:ext uri="{FF2B5EF4-FFF2-40B4-BE49-F238E27FC236}">
                      <a16:creationId xmlns:a16="http://schemas.microsoft.com/office/drawing/2014/main" id="{58EE3F9B-A274-B9E8-AF5B-B5483624525B}"/>
                    </a:ext>
                  </a:extLst>
                </p14:cNvPr>
                <p14:cNvContentPartPr/>
                <p14:nvPr/>
              </p14:nvContentPartPr>
              <p14:xfrm>
                <a:off x="6790118" y="2092896"/>
                <a:ext cx="43200" cy="354600"/>
              </p14:xfrm>
            </p:contentPart>
          </mc:Choice>
          <mc:Fallback>
            <p:pic>
              <p:nvPicPr>
                <p:cNvPr id="513" name="Ink 512">
                  <a:extLst>
                    <a:ext uri="{FF2B5EF4-FFF2-40B4-BE49-F238E27FC236}">
                      <a16:creationId xmlns:a16="http://schemas.microsoft.com/office/drawing/2014/main" id="{58EE3F9B-A274-B9E8-AF5B-B5483624525B}"/>
                    </a:ext>
                  </a:extLst>
                </p:cNvPr>
                <p:cNvPicPr/>
                <p:nvPr/>
              </p:nvPicPr>
              <p:blipFill>
                <a:blip r:embed="rId810"/>
                <a:stretch>
                  <a:fillRect/>
                </a:stretch>
              </p:blipFill>
              <p:spPr>
                <a:xfrm>
                  <a:off x="6785798" y="2088576"/>
                  <a:ext cx="51840" cy="363240"/>
                </a:xfrm>
                <a:prstGeom prst="rect">
                  <a:avLst/>
                </a:prstGeom>
              </p:spPr>
            </p:pic>
          </mc:Fallback>
        </mc:AlternateContent>
        <mc:AlternateContent xmlns:mc="http://schemas.openxmlformats.org/markup-compatibility/2006">
          <mc:Choice xmlns:p14="http://schemas.microsoft.com/office/powerpoint/2010/main" Requires="p14">
            <p:contentPart p14:bwMode="auto" r:id="rId811">
              <p14:nvContentPartPr>
                <p14:cNvPr id="514" name="Ink 513">
                  <a:extLst>
                    <a:ext uri="{FF2B5EF4-FFF2-40B4-BE49-F238E27FC236}">
                      <a16:creationId xmlns:a16="http://schemas.microsoft.com/office/drawing/2014/main" id="{89C0DDBA-1D60-3874-36ED-58F539AFF902}"/>
                    </a:ext>
                  </a:extLst>
                </p14:cNvPr>
                <p14:cNvContentPartPr/>
                <p14:nvPr/>
              </p14:nvContentPartPr>
              <p14:xfrm>
                <a:off x="6771398" y="2142216"/>
                <a:ext cx="338040" cy="189000"/>
              </p14:xfrm>
            </p:contentPart>
          </mc:Choice>
          <mc:Fallback>
            <p:pic>
              <p:nvPicPr>
                <p:cNvPr id="514" name="Ink 513">
                  <a:extLst>
                    <a:ext uri="{FF2B5EF4-FFF2-40B4-BE49-F238E27FC236}">
                      <a16:creationId xmlns:a16="http://schemas.microsoft.com/office/drawing/2014/main" id="{89C0DDBA-1D60-3874-36ED-58F539AFF902}"/>
                    </a:ext>
                  </a:extLst>
                </p:cNvPr>
                <p:cNvPicPr/>
                <p:nvPr/>
              </p:nvPicPr>
              <p:blipFill>
                <a:blip r:embed="rId812"/>
                <a:stretch>
                  <a:fillRect/>
                </a:stretch>
              </p:blipFill>
              <p:spPr>
                <a:xfrm>
                  <a:off x="6767078" y="2137896"/>
                  <a:ext cx="346680" cy="197640"/>
                </a:xfrm>
                <a:prstGeom prst="rect">
                  <a:avLst/>
                </a:prstGeom>
              </p:spPr>
            </p:pic>
          </mc:Fallback>
        </mc:AlternateContent>
        <mc:AlternateContent xmlns:mc="http://schemas.openxmlformats.org/markup-compatibility/2006">
          <mc:Choice xmlns:p14="http://schemas.microsoft.com/office/powerpoint/2010/main" Requires="p14">
            <p:contentPart p14:bwMode="auto" r:id="rId813">
              <p14:nvContentPartPr>
                <p14:cNvPr id="515" name="Ink 514">
                  <a:extLst>
                    <a:ext uri="{FF2B5EF4-FFF2-40B4-BE49-F238E27FC236}">
                      <a16:creationId xmlns:a16="http://schemas.microsoft.com/office/drawing/2014/main" id="{366CD503-1C4F-0EE4-5874-FD606524F92B}"/>
                    </a:ext>
                  </a:extLst>
                </p14:cNvPr>
                <p14:cNvContentPartPr/>
                <p14:nvPr/>
              </p14:nvContentPartPr>
              <p14:xfrm>
                <a:off x="6082718" y="2723976"/>
                <a:ext cx="163800" cy="272160"/>
              </p14:xfrm>
            </p:contentPart>
          </mc:Choice>
          <mc:Fallback>
            <p:pic>
              <p:nvPicPr>
                <p:cNvPr id="515" name="Ink 514">
                  <a:extLst>
                    <a:ext uri="{FF2B5EF4-FFF2-40B4-BE49-F238E27FC236}">
                      <a16:creationId xmlns:a16="http://schemas.microsoft.com/office/drawing/2014/main" id="{366CD503-1C4F-0EE4-5874-FD606524F92B}"/>
                    </a:ext>
                  </a:extLst>
                </p:cNvPr>
                <p:cNvPicPr/>
                <p:nvPr/>
              </p:nvPicPr>
              <p:blipFill>
                <a:blip r:embed="rId814"/>
                <a:stretch>
                  <a:fillRect/>
                </a:stretch>
              </p:blipFill>
              <p:spPr>
                <a:xfrm>
                  <a:off x="6078398" y="2719656"/>
                  <a:ext cx="172440" cy="280800"/>
                </a:xfrm>
                <a:prstGeom prst="rect">
                  <a:avLst/>
                </a:prstGeom>
              </p:spPr>
            </p:pic>
          </mc:Fallback>
        </mc:AlternateContent>
        <mc:AlternateContent xmlns:mc="http://schemas.openxmlformats.org/markup-compatibility/2006">
          <mc:Choice xmlns:p14="http://schemas.microsoft.com/office/powerpoint/2010/main" Requires="p14">
            <p:contentPart p14:bwMode="auto" r:id="rId815">
              <p14:nvContentPartPr>
                <p14:cNvPr id="516" name="Ink 515">
                  <a:extLst>
                    <a:ext uri="{FF2B5EF4-FFF2-40B4-BE49-F238E27FC236}">
                      <a16:creationId xmlns:a16="http://schemas.microsoft.com/office/drawing/2014/main" id="{7ED23261-9710-E3C0-58E6-7ED8F7E00145}"/>
                    </a:ext>
                  </a:extLst>
                </p14:cNvPr>
                <p14:cNvContentPartPr/>
                <p14:nvPr/>
              </p14:nvContentPartPr>
              <p14:xfrm>
                <a:off x="6309158" y="2666376"/>
                <a:ext cx="6840" cy="228960"/>
              </p14:xfrm>
            </p:contentPart>
          </mc:Choice>
          <mc:Fallback>
            <p:pic>
              <p:nvPicPr>
                <p:cNvPr id="516" name="Ink 515">
                  <a:extLst>
                    <a:ext uri="{FF2B5EF4-FFF2-40B4-BE49-F238E27FC236}">
                      <a16:creationId xmlns:a16="http://schemas.microsoft.com/office/drawing/2014/main" id="{7ED23261-9710-E3C0-58E6-7ED8F7E00145}"/>
                    </a:ext>
                  </a:extLst>
                </p:cNvPr>
                <p:cNvPicPr/>
                <p:nvPr/>
              </p:nvPicPr>
              <p:blipFill>
                <a:blip r:embed="rId816"/>
                <a:stretch>
                  <a:fillRect/>
                </a:stretch>
              </p:blipFill>
              <p:spPr>
                <a:xfrm>
                  <a:off x="6304838" y="2662056"/>
                  <a:ext cx="1548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817">
              <p14:nvContentPartPr>
                <p14:cNvPr id="517" name="Ink 516">
                  <a:extLst>
                    <a:ext uri="{FF2B5EF4-FFF2-40B4-BE49-F238E27FC236}">
                      <a16:creationId xmlns:a16="http://schemas.microsoft.com/office/drawing/2014/main" id="{713E6FBC-4E28-4EE1-E50A-B0AC2F52B0AD}"/>
                    </a:ext>
                  </a:extLst>
                </p14:cNvPr>
                <p14:cNvContentPartPr/>
                <p14:nvPr/>
              </p14:nvContentPartPr>
              <p14:xfrm>
                <a:off x="6306638" y="2765376"/>
                <a:ext cx="289800" cy="90000"/>
              </p14:xfrm>
            </p:contentPart>
          </mc:Choice>
          <mc:Fallback>
            <p:pic>
              <p:nvPicPr>
                <p:cNvPr id="517" name="Ink 516">
                  <a:extLst>
                    <a:ext uri="{FF2B5EF4-FFF2-40B4-BE49-F238E27FC236}">
                      <a16:creationId xmlns:a16="http://schemas.microsoft.com/office/drawing/2014/main" id="{713E6FBC-4E28-4EE1-E50A-B0AC2F52B0AD}"/>
                    </a:ext>
                  </a:extLst>
                </p:cNvPr>
                <p:cNvPicPr/>
                <p:nvPr/>
              </p:nvPicPr>
              <p:blipFill>
                <a:blip r:embed="rId818"/>
                <a:stretch>
                  <a:fillRect/>
                </a:stretch>
              </p:blipFill>
              <p:spPr>
                <a:xfrm>
                  <a:off x="6302318" y="2761056"/>
                  <a:ext cx="29844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819">
              <p14:nvContentPartPr>
                <p14:cNvPr id="518" name="Ink 517">
                  <a:extLst>
                    <a:ext uri="{FF2B5EF4-FFF2-40B4-BE49-F238E27FC236}">
                      <a16:creationId xmlns:a16="http://schemas.microsoft.com/office/drawing/2014/main" id="{71BDEB01-1F6D-A245-68C0-3BAACFB1F92A}"/>
                    </a:ext>
                  </a:extLst>
                </p14:cNvPr>
                <p14:cNvContentPartPr/>
                <p14:nvPr/>
              </p14:nvContentPartPr>
              <p14:xfrm>
                <a:off x="6612998" y="2548296"/>
                <a:ext cx="164520" cy="267480"/>
              </p14:xfrm>
            </p:contentPart>
          </mc:Choice>
          <mc:Fallback>
            <p:pic>
              <p:nvPicPr>
                <p:cNvPr id="518" name="Ink 517">
                  <a:extLst>
                    <a:ext uri="{FF2B5EF4-FFF2-40B4-BE49-F238E27FC236}">
                      <a16:creationId xmlns:a16="http://schemas.microsoft.com/office/drawing/2014/main" id="{71BDEB01-1F6D-A245-68C0-3BAACFB1F92A}"/>
                    </a:ext>
                  </a:extLst>
                </p:cNvPr>
                <p:cNvPicPr/>
                <p:nvPr/>
              </p:nvPicPr>
              <p:blipFill>
                <a:blip r:embed="rId820"/>
                <a:stretch>
                  <a:fillRect/>
                </a:stretch>
              </p:blipFill>
              <p:spPr>
                <a:xfrm>
                  <a:off x="6608678" y="2543976"/>
                  <a:ext cx="173160" cy="276120"/>
                </a:xfrm>
                <a:prstGeom prst="rect">
                  <a:avLst/>
                </a:prstGeom>
              </p:spPr>
            </p:pic>
          </mc:Fallback>
        </mc:AlternateContent>
        <mc:AlternateContent xmlns:mc="http://schemas.openxmlformats.org/markup-compatibility/2006">
          <mc:Choice xmlns:p14="http://schemas.microsoft.com/office/powerpoint/2010/main" Requires="p14">
            <p:contentPart p14:bwMode="auto" r:id="rId821">
              <p14:nvContentPartPr>
                <p14:cNvPr id="519" name="Ink 518">
                  <a:extLst>
                    <a:ext uri="{FF2B5EF4-FFF2-40B4-BE49-F238E27FC236}">
                      <a16:creationId xmlns:a16="http://schemas.microsoft.com/office/drawing/2014/main" id="{A7507E07-2B9E-7804-AFFE-F22179824ECE}"/>
                    </a:ext>
                  </a:extLst>
                </p14:cNvPr>
                <p14:cNvContentPartPr/>
                <p14:nvPr/>
              </p14:nvContentPartPr>
              <p14:xfrm>
                <a:off x="6738998" y="2672856"/>
                <a:ext cx="209880" cy="81720"/>
              </p14:xfrm>
            </p:contentPart>
          </mc:Choice>
          <mc:Fallback>
            <p:pic>
              <p:nvPicPr>
                <p:cNvPr id="519" name="Ink 518">
                  <a:extLst>
                    <a:ext uri="{FF2B5EF4-FFF2-40B4-BE49-F238E27FC236}">
                      <a16:creationId xmlns:a16="http://schemas.microsoft.com/office/drawing/2014/main" id="{A7507E07-2B9E-7804-AFFE-F22179824ECE}"/>
                    </a:ext>
                  </a:extLst>
                </p:cNvPr>
                <p:cNvPicPr/>
                <p:nvPr/>
              </p:nvPicPr>
              <p:blipFill>
                <a:blip r:embed="rId822"/>
                <a:stretch>
                  <a:fillRect/>
                </a:stretch>
              </p:blipFill>
              <p:spPr>
                <a:xfrm>
                  <a:off x="6734678" y="2668536"/>
                  <a:ext cx="218520" cy="90360"/>
                </a:xfrm>
                <a:prstGeom prst="rect">
                  <a:avLst/>
                </a:prstGeom>
              </p:spPr>
            </p:pic>
          </mc:Fallback>
        </mc:AlternateContent>
        <mc:AlternateContent xmlns:mc="http://schemas.openxmlformats.org/markup-compatibility/2006">
          <mc:Choice xmlns:p14="http://schemas.microsoft.com/office/powerpoint/2010/main" Requires="p14">
            <p:contentPart p14:bwMode="auto" r:id="rId823">
              <p14:nvContentPartPr>
                <p14:cNvPr id="520" name="Ink 519">
                  <a:extLst>
                    <a:ext uri="{FF2B5EF4-FFF2-40B4-BE49-F238E27FC236}">
                      <a16:creationId xmlns:a16="http://schemas.microsoft.com/office/drawing/2014/main" id="{577DE62C-AD2C-9B47-0A7E-28AAA2B2D5EE}"/>
                    </a:ext>
                  </a:extLst>
                </p14:cNvPr>
                <p14:cNvContentPartPr/>
                <p14:nvPr/>
              </p14:nvContentPartPr>
              <p14:xfrm>
                <a:off x="6973718" y="2447856"/>
                <a:ext cx="206280" cy="294840"/>
              </p14:xfrm>
            </p:contentPart>
          </mc:Choice>
          <mc:Fallback>
            <p:pic>
              <p:nvPicPr>
                <p:cNvPr id="520" name="Ink 519">
                  <a:extLst>
                    <a:ext uri="{FF2B5EF4-FFF2-40B4-BE49-F238E27FC236}">
                      <a16:creationId xmlns:a16="http://schemas.microsoft.com/office/drawing/2014/main" id="{577DE62C-AD2C-9B47-0A7E-28AAA2B2D5EE}"/>
                    </a:ext>
                  </a:extLst>
                </p:cNvPr>
                <p:cNvPicPr/>
                <p:nvPr/>
              </p:nvPicPr>
              <p:blipFill>
                <a:blip r:embed="rId824"/>
                <a:stretch>
                  <a:fillRect/>
                </a:stretch>
              </p:blipFill>
              <p:spPr>
                <a:xfrm>
                  <a:off x="6969398" y="2443536"/>
                  <a:ext cx="214920" cy="303480"/>
                </a:xfrm>
                <a:prstGeom prst="rect">
                  <a:avLst/>
                </a:prstGeom>
              </p:spPr>
            </p:pic>
          </mc:Fallback>
        </mc:AlternateContent>
        <mc:AlternateContent xmlns:mc="http://schemas.openxmlformats.org/markup-compatibility/2006">
          <mc:Choice xmlns:p14="http://schemas.microsoft.com/office/powerpoint/2010/main" Requires="p14">
            <p:contentPart p14:bwMode="auto" r:id="rId825">
              <p14:nvContentPartPr>
                <p14:cNvPr id="521" name="Ink 520">
                  <a:extLst>
                    <a:ext uri="{FF2B5EF4-FFF2-40B4-BE49-F238E27FC236}">
                      <a16:creationId xmlns:a16="http://schemas.microsoft.com/office/drawing/2014/main" id="{3701EB15-B27A-18D1-CFBF-D6F3895B39D6}"/>
                    </a:ext>
                  </a:extLst>
                </p14:cNvPr>
                <p14:cNvContentPartPr/>
                <p14:nvPr/>
              </p14:nvContentPartPr>
              <p14:xfrm>
                <a:off x="7127798" y="2505096"/>
                <a:ext cx="20520" cy="5760"/>
              </p14:xfrm>
            </p:contentPart>
          </mc:Choice>
          <mc:Fallback>
            <p:pic>
              <p:nvPicPr>
                <p:cNvPr id="521" name="Ink 520">
                  <a:extLst>
                    <a:ext uri="{FF2B5EF4-FFF2-40B4-BE49-F238E27FC236}">
                      <a16:creationId xmlns:a16="http://schemas.microsoft.com/office/drawing/2014/main" id="{3701EB15-B27A-18D1-CFBF-D6F3895B39D6}"/>
                    </a:ext>
                  </a:extLst>
                </p:cNvPr>
                <p:cNvPicPr/>
                <p:nvPr/>
              </p:nvPicPr>
              <p:blipFill>
                <a:blip r:embed="rId706"/>
                <a:stretch>
                  <a:fillRect/>
                </a:stretch>
              </p:blipFill>
              <p:spPr>
                <a:xfrm>
                  <a:off x="7123478" y="2500776"/>
                  <a:ext cx="29160" cy="14400"/>
                </a:xfrm>
                <a:prstGeom prst="rect">
                  <a:avLst/>
                </a:prstGeom>
              </p:spPr>
            </p:pic>
          </mc:Fallback>
        </mc:AlternateContent>
        <mc:AlternateContent xmlns:mc="http://schemas.openxmlformats.org/markup-compatibility/2006">
          <mc:Choice xmlns:p14="http://schemas.microsoft.com/office/powerpoint/2010/main" Requires="p14">
            <p:contentPart p14:bwMode="auto" r:id="rId826">
              <p14:nvContentPartPr>
                <p14:cNvPr id="522" name="Ink 521">
                  <a:extLst>
                    <a:ext uri="{FF2B5EF4-FFF2-40B4-BE49-F238E27FC236}">
                      <a16:creationId xmlns:a16="http://schemas.microsoft.com/office/drawing/2014/main" id="{6A2D8687-3C09-748C-BCC4-8DC1A62EC878}"/>
                    </a:ext>
                  </a:extLst>
                </p14:cNvPr>
                <p14:cNvContentPartPr/>
                <p14:nvPr/>
              </p14:nvContentPartPr>
              <p14:xfrm>
                <a:off x="7179998" y="2571336"/>
                <a:ext cx="171360" cy="298080"/>
              </p14:xfrm>
            </p:contentPart>
          </mc:Choice>
          <mc:Fallback>
            <p:pic>
              <p:nvPicPr>
                <p:cNvPr id="522" name="Ink 521">
                  <a:extLst>
                    <a:ext uri="{FF2B5EF4-FFF2-40B4-BE49-F238E27FC236}">
                      <a16:creationId xmlns:a16="http://schemas.microsoft.com/office/drawing/2014/main" id="{6A2D8687-3C09-748C-BCC4-8DC1A62EC878}"/>
                    </a:ext>
                  </a:extLst>
                </p:cNvPr>
                <p:cNvPicPr/>
                <p:nvPr/>
              </p:nvPicPr>
              <p:blipFill>
                <a:blip r:embed="rId827"/>
                <a:stretch>
                  <a:fillRect/>
                </a:stretch>
              </p:blipFill>
              <p:spPr>
                <a:xfrm>
                  <a:off x="7175678" y="2567016"/>
                  <a:ext cx="180000" cy="306720"/>
                </a:xfrm>
                <a:prstGeom prst="rect">
                  <a:avLst/>
                </a:prstGeom>
              </p:spPr>
            </p:pic>
          </mc:Fallback>
        </mc:AlternateContent>
        <mc:AlternateContent xmlns:mc="http://schemas.openxmlformats.org/markup-compatibility/2006">
          <mc:Choice xmlns:p14="http://schemas.microsoft.com/office/powerpoint/2010/main" Requires="p14">
            <p:contentPart p14:bwMode="auto" r:id="rId828">
              <p14:nvContentPartPr>
                <p14:cNvPr id="523" name="Ink 522">
                  <a:extLst>
                    <a:ext uri="{FF2B5EF4-FFF2-40B4-BE49-F238E27FC236}">
                      <a16:creationId xmlns:a16="http://schemas.microsoft.com/office/drawing/2014/main" id="{DDA8CBB2-5A89-B557-38B8-435D759754B9}"/>
                    </a:ext>
                  </a:extLst>
                </p14:cNvPr>
                <p14:cNvContentPartPr/>
                <p14:nvPr/>
              </p14:nvContentPartPr>
              <p14:xfrm>
                <a:off x="7309238" y="2518416"/>
                <a:ext cx="360" cy="360"/>
              </p14:xfrm>
            </p:contentPart>
          </mc:Choice>
          <mc:Fallback>
            <p:pic>
              <p:nvPicPr>
                <p:cNvPr id="523" name="Ink 522">
                  <a:extLst>
                    <a:ext uri="{FF2B5EF4-FFF2-40B4-BE49-F238E27FC236}">
                      <a16:creationId xmlns:a16="http://schemas.microsoft.com/office/drawing/2014/main" id="{DDA8CBB2-5A89-B557-38B8-435D759754B9}"/>
                    </a:ext>
                  </a:extLst>
                </p:cNvPr>
                <p:cNvPicPr/>
                <p:nvPr/>
              </p:nvPicPr>
              <p:blipFill>
                <a:blip r:embed="rId11"/>
                <a:stretch>
                  <a:fillRect/>
                </a:stretch>
              </p:blipFill>
              <p:spPr>
                <a:xfrm>
                  <a:off x="7304918" y="251409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829">
              <p14:nvContentPartPr>
                <p14:cNvPr id="524" name="Ink 523">
                  <a:extLst>
                    <a:ext uri="{FF2B5EF4-FFF2-40B4-BE49-F238E27FC236}">
                      <a16:creationId xmlns:a16="http://schemas.microsoft.com/office/drawing/2014/main" id="{BD258906-BB1E-0A35-DEC7-7657247FA1BB}"/>
                    </a:ext>
                  </a:extLst>
                </p14:cNvPr>
                <p14:cNvContentPartPr/>
                <p14:nvPr/>
              </p14:nvContentPartPr>
              <p14:xfrm>
                <a:off x="7359998" y="2603736"/>
                <a:ext cx="154080" cy="285120"/>
              </p14:xfrm>
            </p:contentPart>
          </mc:Choice>
          <mc:Fallback>
            <p:pic>
              <p:nvPicPr>
                <p:cNvPr id="524" name="Ink 523">
                  <a:extLst>
                    <a:ext uri="{FF2B5EF4-FFF2-40B4-BE49-F238E27FC236}">
                      <a16:creationId xmlns:a16="http://schemas.microsoft.com/office/drawing/2014/main" id="{BD258906-BB1E-0A35-DEC7-7657247FA1BB}"/>
                    </a:ext>
                  </a:extLst>
                </p:cNvPr>
                <p:cNvPicPr/>
                <p:nvPr/>
              </p:nvPicPr>
              <p:blipFill>
                <a:blip r:embed="rId830"/>
                <a:stretch>
                  <a:fillRect/>
                </a:stretch>
              </p:blipFill>
              <p:spPr>
                <a:xfrm>
                  <a:off x="7355678" y="2599416"/>
                  <a:ext cx="162720" cy="293760"/>
                </a:xfrm>
                <a:prstGeom prst="rect">
                  <a:avLst/>
                </a:prstGeom>
              </p:spPr>
            </p:pic>
          </mc:Fallback>
        </mc:AlternateContent>
        <mc:AlternateContent xmlns:mc="http://schemas.openxmlformats.org/markup-compatibility/2006">
          <mc:Choice xmlns:p14="http://schemas.microsoft.com/office/powerpoint/2010/main" Requires="p14">
            <p:contentPart p14:bwMode="auto" r:id="rId831">
              <p14:nvContentPartPr>
                <p14:cNvPr id="525" name="Ink 524">
                  <a:extLst>
                    <a:ext uri="{FF2B5EF4-FFF2-40B4-BE49-F238E27FC236}">
                      <a16:creationId xmlns:a16="http://schemas.microsoft.com/office/drawing/2014/main" id="{F9F3CFDD-504F-D04A-B51C-B83D1420D499}"/>
                    </a:ext>
                  </a:extLst>
                </p14:cNvPr>
                <p14:cNvContentPartPr/>
                <p14:nvPr/>
              </p14:nvContentPartPr>
              <p14:xfrm>
                <a:off x="7591118" y="2623176"/>
                <a:ext cx="360" cy="360"/>
              </p14:xfrm>
            </p:contentPart>
          </mc:Choice>
          <mc:Fallback>
            <p:pic>
              <p:nvPicPr>
                <p:cNvPr id="525" name="Ink 524">
                  <a:extLst>
                    <a:ext uri="{FF2B5EF4-FFF2-40B4-BE49-F238E27FC236}">
                      <a16:creationId xmlns:a16="http://schemas.microsoft.com/office/drawing/2014/main" id="{F9F3CFDD-504F-D04A-B51C-B83D1420D499}"/>
                    </a:ext>
                  </a:extLst>
                </p:cNvPr>
                <p:cNvPicPr/>
                <p:nvPr/>
              </p:nvPicPr>
              <p:blipFill>
                <a:blip r:embed="rId11"/>
                <a:stretch>
                  <a:fillRect/>
                </a:stretch>
              </p:blipFill>
              <p:spPr>
                <a:xfrm>
                  <a:off x="7586798" y="2618856"/>
                  <a:ext cx="9000" cy="9000"/>
                </a:xfrm>
                <a:prstGeom prst="rect">
                  <a:avLst/>
                </a:prstGeom>
              </p:spPr>
            </p:pic>
          </mc:Fallback>
        </mc:AlternateContent>
      </p:grpSp>
    </p:spTree>
    <p:extLst>
      <p:ext uri="{BB962C8B-B14F-4D97-AF65-F5344CB8AC3E}">
        <p14:creationId xmlns:p14="http://schemas.microsoft.com/office/powerpoint/2010/main" val="35244620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39" name="Ink 238">
                <a:extLst>
                  <a:ext uri="{FF2B5EF4-FFF2-40B4-BE49-F238E27FC236}">
                    <a16:creationId xmlns:a16="http://schemas.microsoft.com/office/drawing/2014/main" id="{6A27E6C5-CDA6-A1A3-EB70-1EAB144FE0D3}"/>
                  </a:ext>
                </a:extLst>
              </p14:cNvPr>
              <p14:cNvContentPartPr/>
              <p14:nvPr/>
            </p14:nvContentPartPr>
            <p14:xfrm>
              <a:off x="10566518" y="885096"/>
              <a:ext cx="564840" cy="1255680"/>
            </p14:xfrm>
          </p:contentPart>
        </mc:Choice>
        <mc:Fallback>
          <p:pic>
            <p:nvPicPr>
              <p:cNvPr id="239" name="Ink 238">
                <a:extLst>
                  <a:ext uri="{FF2B5EF4-FFF2-40B4-BE49-F238E27FC236}">
                    <a16:creationId xmlns:a16="http://schemas.microsoft.com/office/drawing/2014/main" id="{6A27E6C5-CDA6-A1A3-EB70-1EAB144FE0D3}"/>
                  </a:ext>
                </a:extLst>
              </p:cNvPr>
              <p:cNvPicPr/>
              <p:nvPr/>
            </p:nvPicPr>
            <p:blipFill>
              <a:blip r:embed="rId3"/>
              <a:stretch>
                <a:fillRect/>
              </a:stretch>
            </p:blipFill>
            <p:spPr>
              <a:xfrm>
                <a:off x="10562198" y="880776"/>
                <a:ext cx="573480" cy="12643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53" name="Ink 252">
                <a:extLst>
                  <a:ext uri="{FF2B5EF4-FFF2-40B4-BE49-F238E27FC236}">
                    <a16:creationId xmlns:a16="http://schemas.microsoft.com/office/drawing/2014/main" id="{43E1BA27-B499-D66F-80FE-C95EF30B7023}"/>
                  </a:ext>
                </a:extLst>
              </p14:cNvPr>
              <p14:cNvContentPartPr/>
              <p14:nvPr/>
            </p14:nvContentPartPr>
            <p14:xfrm>
              <a:off x="8478518" y="1448496"/>
              <a:ext cx="818640" cy="558000"/>
            </p14:xfrm>
          </p:contentPart>
        </mc:Choice>
        <mc:Fallback>
          <p:pic>
            <p:nvPicPr>
              <p:cNvPr id="253" name="Ink 252">
                <a:extLst>
                  <a:ext uri="{FF2B5EF4-FFF2-40B4-BE49-F238E27FC236}">
                    <a16:creationId xmlns:a16="http://schemas.microsoft.com/office/drawing/2014/main" id="{43E1BA27-B499-D66F-80FE-C95EF30B7023}"/>
                  </a:ext>
                </a:extLst>
              </p:cNvPr>
              <p:cNvPicPr/>
              <p:nvPr/>
            </p:nvPicPr>
            <p:blipFill>
              <a:blip r:embed="rId5"/>
              <a:stretch>
                <a:fillRect/>
              </a:stretch>
            </p:blipFill>
            <p:spPr>
              <a:xfrm>
                <a:off x="8474198" y="1444176"/>
                <a:ext cx="827280" cy="5666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55" name="Ink 254">
                <a:extLst>
                  <a:ext uri="{FF2B5EF4-FFF2-40B4-BE49-F238E27FC236}">
                    <a16:creationId xmlns:a16="http://schemas.microsoft.com/office/drawing/2014/main" id="{93924B1E-172D-13BA-880B-ED7C89772DE4}"/>
                  </a:ext>
                </a:extLst>
              </p14:cNvPr>
              <p14:cNvContentPartPr/>
              <p14:nvPr/>
            </p14:nvContentPartPr>
            <p14:xfrm>
              <a:off x="11110478" y="1902456"/>
              <a:ext cx="914760" cy="578880"/>
            </p14:xfrm>
          </p:contentPart>
        </mc:Choice>
        <mc:Fallback>
          <p:pic>
            <p:nvPicPr>
              <p:cNvPr id="255" name="Ink 254">
                <a:extLst>
                  <a:ext uri="{FF2B5EF4-FFF2-40B4-BE49-F238E27FC236}">
                    <a16:creationId xmlns:a16="http://schemas.microsoft.com/office/drawing/2014/main" id="{93924B1E-172D-13BA-880B-ED7C89772DE4}"/>
                  </a:ext>
                </a:extLst>
              </p:cNvPr>
              <p:cNvPicPr/>
              <p:nvPr/>
            </p:nvPicPr>
            <p:blipFill>
              <a:blip r:embed="rId7"/>
              <a:stretch>
                <a:fillRect/>
              </a:stretch>
            </p:blipFill>
            <p:spPr>
              <a:xfrm>
                <a:off x="11106158" y="1898136"/>
                <a:ext cx="923400" cy="5875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79" name="Ink 278">
                <a:extLst>
                  <a:ext uri="{FF2B5EF4-FFF2-40B4-BE49-F238E27FC236}">
                    <a16:creationId xmlns:a16="http://schemas.microsoft.com/office/drawing/2014/main" id="{E395FA63-1C23-C44D-3883-2C03C64A664A}"/>
                  </a:ext>
                </a:extLst>
              </p14:cNvPr>
              <p14:cNvContentPartPr/>
              <p14:nvPr/>
            </p14:nvContentPartPr>
            <p14:xfrm>
              <a:off x="6100358" y="1572336"/>
              <a:ext cx="81720" cy="442440"/>
            </p14:xfrm>
          </p:contentPart>
        </mc:Choice>
        <mc:Fallback>
          <p:pic>
            <p:nvPicPr>
              <p:cNvPr id="279" name="Ink 278">
                <a:extLst>
                  <a:ext uri="{FF2B5EF4-FFF2-40B4-BE49-F238E27FC236}">
                    <a16:creationId xmlns:a16="http://schemas.microsoft.com/office/drawing/2014/main" id="{E395FA63-1C23-C44D-3883-2C03C64A664A}"/>
                  </a:ext>
                </a:extLst>
              </p:cNvPr>
              <p:cNvPicPr/>
              <p:nvPr/>
            </p:nvPicPr>
            <p:blipFill>
              <a:blip r:embed="rId9"/>
              <a:stretch>
                <a:fillRect/>
              </a:stretch>
            </p:blipFill>
            <p:spPr>
              <a:xfrm>
                <a:off x="6096038" y="1568016"/>
                <a:ext cx="90360" cy="4510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85" name="Ink 284">
                <a:extLst>
                  <a:ext uri="{FF2B5EF4-FFF2-40B4-BE49-F238E27FC236}">
                    <a16:creationId xmlns:a16="http://schemas.microsoft.com/office/drawing/2014/main" id="{5251ABE1-D101-0EF2-34E7-343DE5A2877F}"/>
                  </a:ext>
                </a:extLst>
              </p14:cNvPr>
              <p14:cNvContentPartPr/>
              <p14:nvPr/>
            </p14:nvContentPartPr>
            <p14:xfrm>
              <a:off x="6111878" y="3483216"/>
              <a:ext cx="3771360" cy="1871640"/>
            </p14:xfrm>
          </p:contentPart>
        </mc:Choice>
        <mc:Fallback>
          <p:pic>
            <p:nvPicPr>
              <p:cNvPr id="285" name="Ink 284">
                <a:extLst>
                  <a:ext uri="{FF2B5EF4-FFF2-40B4-BE49-F238E27FC236}">
                    <a16:creationId xmlns:a16="http://schemas.microsoft.com/office/drawing/2014/main" id="{5251ABE1-D101-0EF2-34E7-343DE5A2877F}"/>
                  </a:ext>
                </a:extLst>
              </p:cNvPr>
              <p:cNvPicPr/>
              <p:nvPr/>
            </p:nvPicPr>
            <p:blipFill>
              <a:blip r:embed="rId11"/>
              <a:stretch>
                <a:fillRect/>
              </a:stretch>
            </p:blipFill>
            <p:spPr>
              <a:xfrm>
                <a:off x="6107558" y="3478896"/>
                <a:ext cx="3780000" cy="1880280"/>
              </a:xfrm>
              <a:prstGeom prst="rect">
                <a:avLst/>
              </a:prstGeom>
            </p:spPr>
          </p:pic>
        </mc:Fallback>
      </mc:AlternateContent>
      <p:grpSp>
        <p:nvGrpSpPr>
          <p:cNvPr id="349" name="Group 348">
            <a:extLst>
              <a:ext uri="{FF2B5EF4-FFF2-40B4-BE49-F238E27FC236}">
                <a16:creationId xmlns:a16="http://schemas.microsoft.com/office/drawing/2014/main" id="{4D0796EB-DB71-6F18-EEC5-D3EF093F9914}"/>
              </a:ext>
            </a:extLst>
          </p:cNvPr>
          <p:cNvGrpSpPr/>
          <p:nvPr/>
        </p:nvGrpSpPr>
        <p:grpSpPr>
          <a:xfrm>
            <a:off x="232358" y="481536"/>
            <a:ext cx="11909160" cy="6018120"/>
            <a:chOff x="232358" y="481536"/>
            <a:chExt cx="11909160" cy="6018120"/>
          </a:xfrm>
        </p:grpSpPr>
        <mc:AlternateContent xmlns:mc="http://schemas.openxmlformats.org/markup-compatibility/2006">
          <mc:Choice xmlns:p14="http://schemas.microsoft.com/office/powerpoint/2010/main" Requires="p14">
            <p:contentPart p14:bwMode="auto" r:id="rId12">
              <p14:nvContentPartPr>
                <p14:cNvPr id="4" name="Ink 3">
                  <a:extLst>
                    <a:ext uri="{FF2B5EF4-FFF2-40B4-BE49-F238E27FC236}">
                      <a16:creationId xmlns:a16="http://schemas.microsoft.com/office/drawing/2014/main" id="{70B6AD52-F6EB-1F0D-F109-B702F7E494B0}"/>
                    </a:ext>
                  </a:extLst>
                </p14:cNvPr>
                <p14:cNvContentPartPr/>
                <p14:nvPr/>
              </p14:nvContentPartPr>
              <p14:xfrm>
                <a:off x="2172758" y="490896"/>
                <a:ext cx="183960" cy="322920"/>
              </p14:xfrm>
            </p:contentPart>
          </mc:Choice>
          <mc:Fallback>
            <p:pic>
              <p:nvPicPr>
                <p:cNvPr id="4" name="Ink 3">
                  <a:extLst>
                    <a:ext uri="{FF2B5EF4-FFF2-40B4-BE49-F238E27FC236}">
                      <a16:creationId xmlns:a16="http://schemas.microsoft.com/office/drawing/2014/main" id="{70B6AD52-F6EB-1F0D-F109-B702F7E494B0}"/>
                    </a:ext>
                  </a:extLst>
                </p:cNvPr>
                <p:cNvPicPr/>
                <p:nvPr/>
              </p:nvPicPr>
              <p:blipFill>
                <a:blip r:embed="rId13"/>
                <a:stretch>
                  <a:fillRect/>
                </a:stretch>
              </p:blipFill>
              <p:spPr>
                <a:xfrm>
                  <a:off x="2168438" y="486576"/>
                  <a:ext cx="192600" cy="3315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5" name="Ink 4">
                  <a:extLst>
                    <a:ext uri="{FF2B5EF4-FFF2-40B4-BE49-F238E27FC236}">
                      <a16:creationId xmlns:a16="http://schemas.microsoft.com/office/drawing/2014/main" id="{544A304C-46DB-BEBA-1500-5A9B8E95544A}"/>
                    </a:ext>
                  </a:extLst>
                </p14:cNvPr>
                <p14:cNvContentPartPr/>
                <p14:nvPr/>
              </p14:nvContentPartPr>
              <p14:xfrm>
                <a:off x="2368958" y="481536"/>
                <a:ext cx="39960" cy="312120"/>
              </p14:xfrm>
            </p:contentPart>
          </mc:Choice>
          <mc:Fallback>
            <p:pic>
              <p:nvPicPr>
                <p:cNvPr id="5" name="Ink 4">
                  <a:extLst>
                    <a:ext uri="{FF2B5EF4-FFF2-40B4-BE49-F238E27FC236}">
                      <a16:creationId xmlns:a16="http://schemas.microsoft.com/office/drawing/2014/main" id="{544A304C-46DB-BEBA-1500-5A9B8E95544A}"/>
                    </a:ext>
                  </a:extLst>
                </p:cNvPr>
                <p:cNvPicPr/>
                <p:nvPr/>
              </p:nvPicPr>
              <p:blipFill>
                <a:blip r:embed="rId15"/>
                <a:stretch>
                  <a:fillRect/>
                </a:stretch>
              </p:blipFill>
              <p:spPr>
                <a:xfrm>
                  <a:off x="2364638" y="477216"/>
                  <a:ext cx="48600" cy="3207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6" name="Ink 5">
                  <a:extLst>
                    <a:ext uri="{FF2B5EF4-FFF2-40B4-BE49-F238E27FC236}">
                      <a16:creationId xmlns:a16="http://schemas.microsoft.com/office/drawing/2014/main" id="{8B112CFB-291B-3984-396F-53E97A04E352}"/>
                    </a:ext>
                  </a:extLst>
                </p14:cNvPr>
                <p14:cNvContentPartPr/>
                <p14:nvPr/>
              </p14:nvContentPartPr>
              <p14:xfrm>
                <a:off x="2316758" y="633816"/>
                <a:ext cx="167760" cy="105840"/>
              </p14:xfrm>
            </p:contentPart>
          </mc:Choice>
          <mc:Fallback>
            <p:pic>
              <p:nvPicPr>
                <p:cNvPr id="6" name="Ink 5">
                  <a:extLst>
                    <a:ext uri="{FF2B5EF4-FFF2-40B4-BE49-F238E27FC236}">
                      <a16:creationId xmlns:a16="http://schemas.microsoft.com/office/drawing/2014/main" id="{8B112CFB-291B-3984-396F-53E97A04E352}"/>
                    </a:ext>
                  </a:extLst>
                </p:cNvPr>
                <p:cNvPicPr/>
                <p:nvPr/>
              </p:nvPicPr>
              <p:blipFill>
                <a:blip r:embed="rId17"/>
                <a:stretch>
                  <a:fillRect/>
                </a:stretch>
              </p:blipFill>
              <p:spPr>
                <a:xfrm>
                  <a:off x="2312438" y="629496"/>
                  <a:ext cx="17640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7" name="Ink 6">
                  <a:extLst>
                    <a:ext uri="{FF2B5EF4-FFF2-40B4-BE49-F238E27FC236}">
                      <a16:creationId xmlns:a16="http://schemas.microsoft.com/office/drawing/2014/main" id="{6C8C3378-3168-CB8C-D06D-B8FA75992575}"/>
                    </a:ext>
                  </a:extLst>
                </p14:cNvPr>
                <p14:cNvContentPartPr/>
                <p14:nvPr/>
              </p14:nvContentPartPr>
              <p14:xfrm>
                <a:off x="2476958" y="613296"/>
                <a:ext cx="144360" cy="131400"/>
              </p14:xfrm>
            </p:contentPart>
          </mc:Choice>
          <mc:Fallback>
            <p:pic>
              <p:nvPicPr>
                <p:cNvPr id="7" name="Ink 6">
                  <a:extLst>
                    <a:ext uri="{FF2B5EF4-FFF2-40B4-BE49-F238E27FC236}">
                      <a16:creationId xmlns:a16="http://schemas.microsoft.com/office/drawing/2014/main" id="{6C8C3378-3168-CB8C-D06D-B8FA75992575}"/>
                    </a:ext>
                  </a:extLst>
                </p:cNvPr>
                <p:cNvPicPr/>
                <p:nvPr/>
              </p:nvPicPr>
              <p:blipFill>
                <a:blip r:embed="rId19"/>
                <a:stretch>
                  <a:fillRect/>
                </a:stretch>
              </p:blipFill>
              <p:spPr>
                <a:xfrm>
                  <a:off x="2472638" y="608976"/>
                  <a:ext cx="15300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8" name="Ink 7">
                  <a:extLst>
                    <a:ext uri="{FF2B5EF4-FFF2-40B4-BE49-F238E27FC236}">
                      <a16:creationId xmlns:a16="http://schemas.microsoft.com/office/drawing/2014/main" id="{D71FBFB3-7E77-48F7-6CA5-60504C57FDDF}"/>
                    </a:ext>
                  </a:extLst>
                </p14:cNvPr>
                <p14:cNvContentPartPr/>
                <p14:nvPr/>
              </p14:nvContentPartPr>
              <p14:xfrm>
                <a:off x="2601158" y="543096"/>
                <a:ext cx="105480" cy="193680"/>
              </p14:xfrm>
            </p:contentPart>
          </mc:Choice>
          <mc:Fallback>
            <p:pic>
              <p:nvPicPr>
                <p:cNvPr id="8" name="Ink 7">
                  <a:extLst>
                    <a:ext uri="{FF2B5EF4-FFF2-40B4-BE49-F238E27FC236}">
                      <a16:creationId xmlns:a16="http://schemas.microsoft.com/office/drawing/2014/main" id="{D71FBFB3-7E77-48F7-6CA5-60504C57FDDF}"/>
                    </a:ext>
                  </a:extLst>
                </p:cNvPr>
                <p:cNvPicPr/>
                <p:nvPr/>
              </p:nvPicPr>
              <p:blipFill>
                <a:blip r:embed="rId21"/>
                <a:stretch>
                  <a:fillRect/>
                </a:stretch>
              </p:blipFill>
              <p:spPr>
                <a:xfrm>
                  <a:off x="2596838" y="538776"/>
                  <a:ext cx="11412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9" name="Ink 8">
                  <a:extLst>
                    <a:ext uri="{FF2B5EF4-FFF2-40B4-BE49-F238E27FC236}">
                      <a16:creationId xmlns:a16="http://schemas.microsoft.com/office/drawing/2014/main" id="{7719D442-0DEE-14EB-855A-6BAE4569214A}"/>
                    </a:ext>
                  </a:extLst>
                </p14:cNvPr>
                <p14:cNvContentPartPr/>
                <p14:nvPr/>
              </p14:nvContentPartPr>
              <p14:xfrm>
                <a:off x="2631758" y="580896"/>
                <a:ext cx="18360" cy="19440"/>
              </p14:xfrm>
            </p:contentPart>
          </mc:Choice>
          <mc:Fallback>
            <p:pic>
              <p:nvPicPr>
                <p:cNvPr id="9" name="Ink 8">
                  <a:extLst>
                    <a:ext uri="{FF2B5EF4-FFF2-40B4-BE49-F238E27FC236}">
                      <a16:creationId xmlns:a16="http://schemas.microsoft.com/office/drawing/2014/main" id="{7719D442-0DEE-14EB-855A-6BAE4569214A}"/>
                    </a:ext>
                  </a:extLst>
                </p:cNvPr>
                <p:cNvPicPr/>
                <p:nvPr/>
              </p:nvPicPr>
              <p:blipFill>
                <a:blip r:embed="rId23"/>
                <a:stretch>
                  <a:fillRect/>
                </a:stretch>
              </p:blipFill>
              <p:spPr>
                <a:xfrm>
                  <a:off x="2627438" y="576576"/>
                  <a:ext cx="2700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0" name="Ink 9">
                  <a:extLst>
                    <a:ext uri="{FF2B5EF4-FFF2-40B4-BE49-F238E27FC236}">
                      <a16:creationId xmlns:a16="http://schemas.microsoft.com/office/drawing/2014/main" id="{1DC149D8-9B7A-6C4B-98E3-C01FD859EA80}"/>
                    </a:ext>
                  </a:extLst>
                </p14:cNvPr>
                <p14:cNvContentPartPr/>
                <p14:nvPr/>
              </p14:nvContentPartPr>
              <p14:xfrm>
                <a:off x="2735798" y="628416"/>
                <a:ext cx="67320" cy="91080"/>
              </p14:xfrm>
            </p:contentPart>
          </mc:Choice>
          <mc:Fallback>
            <p:pic>
              <p:nvPicPr>
                <p:cNvPr id="10" name="Ink 9">
                  <a:extLst>
                    <a:ext uri="{FF2B5EF4-FFF2-40B4-BE49-F238E27FC236}">
                      <a16:creationId xmlns:a16="http://schemas.microsoft.com/office/drawing/2014/main" id="{1DC149D8-9B7A-6C4B-98E3-C01FD859EA80}"/>
                    </a:ext>
                  </a:extLst>
                </p:cNvPr>
                <p:cNvPicPr/>
                <p:nvPr/>
              </p:nvPicPr>
              <p:blipFill>
                <a:blip r:embed="rId25"/>
                <a:stretch>
                  <a:fillRect/>
                </a:stretch>
              </p:blipFill>
              <p:spPr>
                <a:xfrm>
                  <a:off x="2731478" y="624096"/>
                  <a:ext cx="75960" cy="997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1" name="Ink 10">
                  <a:extLst>
                    <a:ext uri="{FF2B5EF4-FFF2-40B4-BE49-F238E27FC236}">
                      <a16:creationId xmlns:a16="http://schemas.microsoft.com/office/drawing/2014/main" id="{C0989ED9-7362-2A92-B0D1-1789F855499F}"/>
                    </a:ext>
                  </a:extLst>
                </p14:cNvPr>
                <p14:cNvContentPartPr/>
                <p14:nvPr/>
              </p14:nvContentPartPr>
              <p14:xfrm>
                <a:off x="2820758" y="496656"/>
                <a:ext cx="129240" cy="188640"/>
              </p14:xfrm>
            </p:contentPart>
          </mc:Choice>
          <mc:Fallback>
            <p:pic>
              <p:nvPicPr>
                <p:cNvPr id="11" name="Ink 10">
                  <a:extLst>
                    <a:ext uri="{FF2B5EF4-FFF2-40B4-BE49-F238E27FC236}">
                      <a16:creationId xmlns:a16="http://schemas.microsoft.com/office/drawing/2014/main" id="{C0989ED9-7362-2A92-B0D1-1789F855499F}"/>
                    </a:ext>
                  </a:extLst>
                </p:cNvPr>
                <p:cNvPicPr/>
                <p:nvPr/>
              </p:nvPicPr>
              <p:blipFill>
                <a:blip r:embed="rId27"/>
                <a:stretch>
                  <a:fillRect/>
                </a:stretch>
              </p:blipFill>
              <p:spPr>
                <a:xfrm>
                  <a:off x="2816438" y="492336"/>
                  <a:ext cx="13788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2" name="Ink 11">
                  <a:extLst>
                    <a:ext uri="{FF2B5EF4-FFF2-40B4-BE49-F238E27FC236}">
                      <a16:creationId xmlns:a16="http://schemas.microsoft.com/office/drawing/2014/main" id="{D36D5402-4CCC-4008-6A01-E83E53E7588F}"/>
                    </a:ext>
                  </a:extLst>
                </p14:cNvPr>
                <p14:cNvContentPartPr/>
                <p14:nvPr/>
              </p14:nvContentPartPr>
              <p14:xfrm>
                <a:off x="2921198" y="544176"/>
                <a:ext cx="7560" cy="19080"/>
              </p14:xfrm>
            </p:contentPart>
          </mc:Choice>
          <mc:Fallback>
            <p:pic>
              <p:nvPicPr>
                <p:cNvPr id="12" name="Ink 11">
                  <a:extLst>
                    <a:ext uri="{FF2B5EF4-FFF2-40B4-BE49-F238E27FC236}">
                      <a16:creationId xmlns:a16="http://schemas.microsoft.com/office/drawing/2014/main" id="{D36D5402-4CCC-4008-6A01-E83E53E7588F}"/>
                    </a:ext>
                  </a:extLst>
                </p:cNvPr>
                <p:cNvPicPr/>
                <p:nvPr/>
              </p:nvPicPr>
              <p:blipFill>
                <a:blip r:embed="rId29"/>
                <a:stretch>
                  <a:fillRect/>
                </a:stretch>
              </p:blipFill>
              <p:spPr>
                <a:xfrm>
                  <a:off x="2916878" y="539856"/>
                  <a:ext cx="1620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3" name="Ink 12">
                  <a:extLst>
                    <a:ext uri="{FF2B5EF4-FFF2-40B4-BE49-F238E27FC236}">
                      <a16:creationId xmlns:a16="http://schemas.microsoft.com/office/drawing/2014/main" id="{343B9C83-3944-1E6C-61A4-46CAE65A1535}"/>
                    </a:ext>
                  </a:extLst>
                </p14:cNvPr>
                <p14:cNvContentPartPr/>
                <p14:nvPr/>
              </p14:nvContentPartPr>
              <p14:xfrm>
                <a:off x="3018758" y="579096"/>
                <a:ext cx="111240" cy="97200"/>
              </p14:xfrm>
            </p:contentPart>
          </mc:Choice>
          <mc:Fallback>
            <p:pic>
              <p:nvPicPr>
                <p:cNvPr id="13" name="Ink 12">
                  <a:extLst>
                    <a:ext uri="{FF2B5EF4-FFF2-40B4-BE49-F238E27FC236}">
                      <a16:creationId xmlns:a16="http://schemas.microsoft.com/office/drawing/2014/main" id="{343B9C83-3944-1E6C-61A4-46CAE65A1535}"/>
                    </a:ext>
                  </a:extLst>
                </p:cNvPr>
                <p:cNvPicPr/>
                <p:nvPr/>
              </p:nvPicPr>
              <p:blipFill>
                <a:blip r:embed="rId31"/>
                <a:stretch>
                  <a:fillRect/>
                </a:stretch>
              </p:blipFill>
              <p:spPr>
                <a:xfrm>
                  <a:off x="3014438" y="574776"/>
                  <a:ext cx="119880" cy="1058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4" name="Ink 13">
                  <a:extLst>
                    <a:ext uri="{FF2B5EF4-FFF2-40B4-BE49-F238E27FC236}">
                      <a16:creationId xmlns:a16="http://schemas.microsoft.com/office/drawing/2014/main" id="{1285E202-DE9F-6C0B-D5EA-C33108002C96}"/>
                    </a:ext>
                  </a:extLst>
                </p14:cNvPr>
                <p14:cNvContentPartPr/>
                <p14:nvPr/>
              </p14:nvContentPartPr>
              <p14:xfrm>
                <a:off x="1626638" y="1109016"/>
                <a:ext cx="192960" cy="275760"/>
              </p14:xfrm>
            </p:contentPart>
          </mc:Choice>
          <mc:Fallback>
            <p:pic>
              <p:nvPicPr>
                <p:cNvPr id="14" name="Ink 13">
                  <a:extLst>
                    <a:ext uri="{FF2B5EF4-FFF2-40B4-BE49-F238E27FC236}">
                      <a16:creationId xmlns:a16="http://schemas.microsoft.com/office/drawing/2014/main" id="{1285E202-DE9F-6C0B-D5EA-C33108002C96}"/>
                    </a:ext>
                  </a:extLst>
                </p:cNvPr>
                <p:cNvPicPr/>
                <p:nvPr/>
              </p:nvPicPr>
              <p:blipFill>
                <a:blip r:embed="rId33"/>
                <a:stretch>
                  <a:fillRect/>
                </a:stretch>
              </p:blipFill>
              <p:spPr>
                <a:xfrm>
                  <a:off x="1622318" y="1104696"/>
                  <a:ext cx="201600" cy="2844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6" name="Ink 15">
                  <a:extLst>
                    <a:ext uri="{FF2B5EF4-FFF2-40B4-BE49-F238E27FC236}">
                      <a16:creationId xmlns:a16="http://schemas.microsoft.com/office/drawing/2014/main" id="{1ACC90AC-BD44-9E7B-C396-55EF9DDEF424}"/>
                    </a:ext>
                  </a:extLst>
                </p14:cNvPr>
                <p14:cNvContentPartPr/>
                <p14:nvPr/>
              </p14:nvContentPartPr>
              <p14:xfrm>
                <a:off x="1895198" y="1141776"/>
                <a:ext cx="218160" cy="153720"/>
              </p14:xfrm>
            </p:contentPart>
          </mc:Choice>
          <mc:Fallback>
            <p:pic>
              <p:nvPicPr>
                <p:cNvPr id="16" name="Ink 15">
                  <a:extLst>
                    <a:ext uri="{FF2B5EF4-FFF2-40B4-BE49-F238E27FC236}">
                      <a16:creationId xmlns:a16="http://schemas.microsoft.com/office/drawing/2014/main" id="{1ACC90AC-BD44-9E7B-C396-55EF9DDEF424}"/>
                    </a:ext>
                  </a:extLst>
                </p:cNvPr>
                <p:cNvPicPr/>
                <p:nvPr/>
              </p:nvPicPr>
              <p:blipFill>
                <a:blip r:embed="rId35"/>
                <a:stretch>
                  <a:fillRect/>
                </a:stretch>
              </p:blipFill>
              <p:spPr>
                <a:xfrm>
                  <a:off x="1890878" y="1137456"/>
                  <a:ext cx="22680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7" name="Ink 16">
                  <a:extLst>
                    <a:ext uri="{FF2B5EF4-FFF2-40B4-BE49-F238E27FC236}">
                      <a16:creationId xmlns:a16="http://schemas.microsoft.com/office/drawing/2014/main" id="{A4071C09-CFA1-5437-2850-FA48BC2392BD}"/>
                    </a:ext>
                  </a:extLst>
                </p14:cNvPr>
                <p14:cNvContentPartPr/>
                <p14:nvPr/>
              </p14:nvContentPartPr>
              <p14:xfrm>
                <a:off x="2115158" y="1166616"/>
                <a:ext cx="144000" cy="111960"/>
              </p14:xfrm>
            </p:contentPart>
          </mc:Choice>
          <mc:Fallback>
            <p:pic>
              <p:nvPicPr>
                <p:cNvPr id="17" name="Ink 16">
                  <a:extLst>
                    <a:ext uri="{FF2B5EF4-FFF2-40B4-BE49-F238E27FC236}">
                      <a16:creationId xmlns:a16="http://schemas.microsoft.com/office/drawing/2014/main" id="{A4071C09-CFA1-5437-2850-FA48BC2392BD}"/>
                    </a:ext>
                  </a:extLst>
                </p:cNvPr>
                <p:cNvPicPr/>
                <p:nvPr/>
              </p:nvPicPr>
              <p:blipFill>
                <a:blip r:embed="rId37"/>
                <a:stretch>
                  <a:fillRect/>
                </a:stretch>
              </p:blipFill>
              <p:spPr>
                <a:xfrm>
                  <a:off x="2110838" y="1162296"/>
                  <a:ext cx="15264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8" name="Ink 17">
                  <a:extLst>
                    <a:ext uri="{FF2B5EF4-FFF2-40B4-BE49-F238E27FC236}">
                      <a16:creationId xmlns:a16="http://schemas.microsoft.com/office/drawing/2014/main" id="{10BEF521-8EA2-5D8C-4425-02163B217442}"/>
                    </a:ext>
                  </a:extLst>
                </p14:cNvPr>
                <p14:cNvContentPartPr/>
                <p14:nvPr/>
              </p14:nvContentPartPr>
              <p14:xfrm>
                <a:off x="2316758" y="1012896"/>
                <a:ext cx="190800" cy="247320"/>
              </p14:xfrm>
            </p:contentPart>
          </mc:Choice>
          <mc:Fallback>
            <p:pic>
              <p:nvPicPr>
                <p:cNvPr id="18" name="Ink 17">
                  <a:extLst>
                    <a:ext uri="{FF2B5EF4-FFF2-40B4-BE49-F238E27FC236}">
                      <a16:creationId xmlns:a16="http://schemas.microsoft.com/office/drawing/2014/main" id="{10BEF521-8EA2-5D8C-4425-02163B217442}"/>
                    </a:ext>
                  </a:extLst>
                </p:cNvPr>
                <p:cNvPicPr/>
                <p:nvPr/>
              </p:nvPicPr>
              <p:blipFill>
                <a:blip r:embed="rId39"/>
                <a:stretch>
                  <a:fillRect/>
                </a:stretch>
              </p:blipFill>
              <p:spPr>
                <a:xfrm>
                  <a:off x="2312438" y="1008576"/>
                  <a:ext cx="199440" cy="2559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9" name="Ink 18">
                  <a:extLst>
                    <a:ext uri="{FF2B5EF4-FFF2-40B4-BE49-F238E27FC236}">
                      <a16:creationId xmlns:a16="http://schemas.microsoft.com/office/drawing/2014/main" id="{E8106191-6C78-050B-33B7-96CE3C4DE939}"/>
                    </a:ext>
                  </a:extLst>
                </p14:cNvPr>
                <p14:cNvContentPartPr/>
                <p14:nvPr/>
              </p14:nvContentPartPr>
              <p14:xfrm>
                <a:off x="2697278" y="957816"/>
                <a:ext cx="14040" cy="217440"/>
              </p14:xfrm>
            </p:contentPart>
          </mc:Choice>
          <mc:Fallback>
            <p:pic>
              <p:nvPicPr>
                <p:cNvPr id="19" name="Ink 18">
                  <a:extLst>
                    <a:ext uri="{FF2B5EF4-FFF2-40B4-BE49-F238E27FC236}">
                      <a16:creationId xmlns:a16="http://schemas.microsoft.com/office/drawing/2014/main" id="{E8106191-6C78-050B-33B7-96CE3C4DE939}"/>
                    </a:ext>
                  </a:extLst>
                </p:cNvPr>
                <p:cNvPicPr/>
                <p:nvPr/>
              </p:nvPicPr>
              <p:blipFill>
                <a:blip r:embed="rId41"/>
                <a:stretch>
                  <a:fillRect/>
                </a:stretch>
              </p:blipFill>
              <p:spPr>
                <a:xfrm>
                  <a:off x="2692958" y="953496"/>
                  <a:ext cx="2268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0" name="Ink 19">
                  <a:extLst>
                    <a:ext uri="{FF2B5EF4-FFF2-40B4-BE49-F238E27FC236}">
                      <a16:creationId xmlns:a16="http://schemas.microsoft.com/office/drawing/2014/main" id="{1D5E74DE-0398-824F-BE39-1D30DA0F53A4}"/>
                    </a:ext>
                  </a:extLst>
                </p14:cNvPr>
                <p14:cNvContentPartPr/>
                <p14:nvPr/>
              </p14:nvContentPartPr>
              <p14:xfrm>
                <a:off x="2664518" y="962496"/>
                <a:ext cx="226800" cy="198720"/>
              </p14:xfrm>
            </p:contentPart>
          </mc:Choice>
          <mc:Fallback>
            <p:pic>
              <p:nvPicPr>
                <p:cNvPr id="20" name="Ink 19">
                  <a:extLst>
                    <a:ext uri="{FF2B5EF4-FFF2-40B4-BE49-F238E27FC236}">
                      <a16:creationId xmlns:a16="http://schemas.microsoft.com/office/drawing/2014/main" id="{1D5E74DE-0398-824F-BE39-1D30DA0F53A4}"/>
                    </a:ext>
                  </a:extLst>
                </p:cNvPr>
                <p:cNvPicPr/>
                <p:nvPr/>
              </p:nvPicPr>
              <p:blipFill>
                <a:blip r:embed="rId43"/>
                <a:stretch>
                  <a:fillRect/>
                </a:stretch>
              </p:blipFill>
              <p:spPr>
                <a:xfrm>
                  <a:off x="2660198" y="958176"/>
                  <a:ext cx="235440" cy="2073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1" name="Ink 20">
                  <a:extLst>
                    <a:ext uri="{FF2B5EF4-FFF2-40B4-BE49-F238E27FC236}">
                      <a16:creationId xmlns:a16="http://schemas.microsoft.com/office/drawing/2014/main" id="{8725FC50-72F4-CBF7-A54E-5EE30CC97565}"/>
                    </a:ext>
                  </a:extLst>
                </p14:cNvPr>
                <p14:cNvContentPartPr/>
                <p14:nvPr/>
              </p14:nvContentPartPr>
              <p14:xfrm>
                <a:off x="2852438" y="1001016"/>
                <a:ext cx="360" cy="360"/>
              </p14:xfrm>
            </p:contentPart>
          </mc:Choice>
          <mc:Fallback>
            <p:pic>
              <p:nvPicPr>
                <p:cNvPr id="21" name="Ink 20">
                  <a:extLst>
                    <a:ext uri="{FF2B5EF4-FFF2-40B4-BE49-F238E27FC236}">
                      <a16:creationId xmlns:a16="http://schemas.microsoft.com/office/drawing/2014/main" id="{8725FC50-72F4-CBF7-A54E-5EE30CC97565}"/>
                    </a:ext>
                  </a:extLst>
                </p:cNvPr>
                <p:cNvPicPr/>
                <p:nvPr/>
              </p:nvPicPr>
              <p:blipFill>
                <a:blip r:embed="rId45"/>
                <a:stretch>
                  <a:fillRect/>
                </a:stretch>
              </p:blipFill>
              <p:spPr>
                <a:xfrm>
                  <a:off x="2848118" y="99669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2" name="Ink 21">
                  <a:extLst>
                    <a:ext uri="{FF2B5EF4-FFF2-40B4-BE49-F238E27FC236}">
                      <a16:creationId xmlns:a16="http://schemas.microsoft.com/office/drawing/2014/main" id="{A26439D9-A314-55E7-C2E1-AC0D10F9A185}"/>
                    </a:ext>
                  </a:extLst>
                </p14:cNvPr>
                <p14:cNvContentPartPr/>
                <p14:nvPr/>
              </p14:nvContentPartPr>
              <p14:xfrm>
                <a:off x="2921918" y="1009296"/>
                <a:ext cx="68760" cy="149400"/>
              </p14:xfrm>
            </p:contentPart>
          </mc:Choice>
          <mc:Fallback>
            <p:pic>
              <p:nvPicPr>
                <p:cNvPr id="22" name="Ink 21">
                  <a:extLst>
                    <a:ext uri="{FF2B5EF4-FFF2-40B4-BE49-F238E27FC236}">
                      <a16:creationId xmlns:a16="http://schemas.microsoft.com/office/drawing/2014/main" id="{A26439D9-A314-55E7-C2E1-AC0D10F9A185}"/>
                    </a:ext>
                  </a:extLst>
                </p:cNvPr>
                <p:cNvPicPr/>
                <p:nvPr/>
              </p:nvPicPr>
              <p:blipFill>
                <a:blip r:embed="rId47"/>
                <a:stretch>
                  <a:fillRect/>
                </a:stretch>
              </p:blipFill>
              <p:spPr>
                <a:xfrm>
                  <a:off x="2917598" y="1004976"/>
                  <a:ext cx="7740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3" name="Ink 22">
                  <a:extLst>
                    <a:ext uri="{FF2B5EF4-FFF2-40B4-BE49-F238E27FC236}">
                      <a16:creationId xmlns:a16="http://schemas.microsoft.com/office/drawing/2014/main" id="{238A8E63-3753-1C7D-774C-1BB00BD62028}"/>
                    </a:ext>
                  </a:extLst>
                </p14:cNvPr>
                <p14:cNvContentPartPr/>
                <p14:nvPr/>
              </p14:nvContentPartPr>
              <p14:xfrm>
                <a:off x="2972318" y="936936"/>
                <a:ext cx="52560" cy="196560"/>
              </p14:xfrm>
            </p:contentPart>
          </mc:Choice>
          <mc:Fallback>
            <p:pic>
              <p:nvPicPr>
                <p:cNvPr id="23" name="Ink 22">
                  <a:extLst>
                    <a:ext uri="{FF2B5EF4-FFF2-40B4-BE49-F238E27FC236}">
                      <a16:creationId xmlns:a16="http://schemas.microsoft.com/office/drawing/2014/main" id="{238A8E63-3753-1C7D-774C-1BB00BD62028}"/>
                    </a:ext>
                  </a:extLst>
                </p:cNvPr>
                <p:cNvPicPr/>
                <p:nvPr/>
              </p:nvPicPr>
              <p:blipFill>
                <a:blip r:embed="rId49"/>
                <a:stretch>
                  <a:fillRect/>
                </a:stretch>
              </p:blipFill>
              <p:spPr>
                <a:xfrm>
                  <a:off x="2967998" y="932616"/>
                  <a:ext cx="6120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4" name="Ink 23">
                  <a:extLst>
                    <a:ext uri="{FF2B5EF4-FFF2-40B4-BE49-F238E27FC236}">
                      <a16:creationId xmlns:a16="http://schemas.microsoft.com/office/drawing/2014/main" id="{6D67E301-DCEC-0360-3DAF-96B9754100DB}"/>
                    </a:ext>
                  </a:extLst>
                </p14:cNvPr>
                <p14:cNvContentPartPr/>
                <p14:nvPr/>
              </p14:nvContentPartPr>
              <p14:xfrm>
                <a:off x="2999678" y="1046376"/>
                <a:ext cx="172800" cy="66960"/>
              </p14:xfrm>
            </p:contentPart>
          </mc:Choice>
          <mc:Fallback>
            <p:pic>
              <p:nvPicPr>
                <p:cNvPr id="24" name="Ink 23">
                  <a:extLst>
                    <a:ext uri="{FF2B5EF4-FFF2-40B4-BE49-F238E27FC236}">
                      <a16:creationId xmlns:a16="http://schemas.microsoft.com/office/drawing/2014/main" id="{6D67E301-DCEC-0360-3DAF-96B9754100DB}"/>
                    </a:ext>
                  </a:extLst>
                </p:cNvPr>
                <p:cNvPicPr/>
                <p:nvPr/>
              </p:nvPicPr>
              <p:blipFill>
                <a:blip r:embed="rId51"/>
                <a:stretch>
                  <a:fillRect/>
                </a:stretch>
              </p:blipFill>
              <p:spPr>
                <a:xfrm>
                  <a:off x="2995358" y="1042056"/>
                  <a:ext cx="181440" cy="756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5" name="Ink 24">
                  <a:extLst>
                    <a:ext uri="{FF2B5EF4-FFF2-40B4-BE49-F238E27FC236}">
                      <a16:creationId xmlns:a16="http://schemas.microsoft.com/office/drawing/2014/main" id="{A0C6FE69-9755-1B5B-B2E6-F1B6B40649AA}"/>
                    </a:ext>
                  </a:extLst>
                </p14:cNvPr>
                <p14:cNvContentPartPr/>
                <p14:nvPr/>
              </p14:nvContentPartPr>
              <p14:xfrm>
                <a:off x="3211358" y="1089216"/>
                <a:ext cx="360" cy="360"/>
              </p14:xfrm>
            </p:contentPart>
          </mc:Choice>
          <mc:Fallback>
            <p:pic>
              <p:nvPicPr>
                <p:cNvPr id="25" name="Ink 24">
                  <a:extLst>
                    <a:ext uri="{FF2B5EF4-FFF2-40B4-BE49-F238E27FC236}">
                      <a16:creationId xmlns:a16="http://schemas.microsoft.com/office/drawing/2014/main" id="{A0C6FE69-9755-1B5B-B2E6-F1B6B40649AA}"/>
                    </a:ext>
                  </a:extLst>
                </p:cNvPr>
                <p:cNvPicPr/>
                <p:nvPr/>
              </p:nvPicPr>
              <p:blipFill>
                <a:blip r:embed="rId45"/>
                <a:stretch>
                  <a:fillRect/>
                </a:stretch>
              </p:blipFill>
              <p:spPr>
                <a:xfrm>
                  <a:off x="3207038" y="108489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46" name="Ink 45">
                  <a:extLst>
                    <a:ext uri="{FF2B5EF4-FFF2-40B4-BE49-F238E27FC236}">
                      <a16:creationId xmlns:a16="http://schemas.microsoft.com/office/drawing/2014/main" id="{C8FA8C53-735C-D02C-3593-541F43D8084D}"/>
                    </a:ext>
                  </a:extLst>
                </p14:cNvPr>
                <p14:cNvContentPartPr/>
                <p14:nvPr/>
              </p14:nvContentPartPr>
              <p14:xfrm>
                <a:off x="1890518" y="2200536"/>
                <a:ext cx="266400" cy="248760"/>
              </p14:xfrm>
            </p:contentPart>
          </mc:Choice>
          <mc:Fallback>
            <p:pic>
              <p:nvPicPr>
                <p:cNvPr id="46" name="Ink 45">
                  <a:extLst>
                    <a:ext uri="{FF2B5EF4-FFF2-40B4-BE49-F238E27FC236}">
                      <a16:creationId xmlns:a16="http://schemas.microsoft.com/office/drawing/2014/main" id="{C8FA8C53-735C-D02C-3593-541F43D8084D}"/>
                    </a:ext>
                  </a:extLst>
                </p:cNvPr>
                <p:cNvPicPr/>
                <p:nvPr/>
              </p:nvPicPr>
              <p:blipFill>
                <a:blip r:embed="rId54"/>
                <a:stretch>
                  <a:fillRect/>
                </a:stretch>
              </p:blipFill>
              <p:spPr>
                <a:xfrm>
                  <a:off x="1886198" y="2196216"/>
                  <a:ext cx="27504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47" name="Ink 46">
                  <a:extLst>
                    <a:ext uri="{FF2B5EF4-FFF2-40B4-BE49-F238E27FC236}">
                      <a16:creationId xmlns:a16="http://schemas.microsoft.com/office/drawing/2014/main" id="{6E6E4FB7-ACDC-4AAE-78FF-8375A1697764}"/>
                    </a:ext>
                  </a:extLst>
                </p14:cNvPr>
                <p14:cNvContentPartPr/>
                <p14:nvPr/>
              </p14:nvContentPartPr>
              <p14:xfrm>
                <a:off x="1886198" y="2194776"/>
                <a:ext cx="149400" cy="281520"/>
              </p14:xfrm>
            </p:contentPart>
          </mc:Choice>
          <mc:Fallback>
            <p:pic>
              <p:nvPicPr>
                <p:cNvPr id="47" name="Ink 46">
                  <a:extLst>
                    <a:ext uri="{FF2B5EF4-FFF2-40B4-BE49-F238E27FC236}">
                      <a16:creationId xmlns:a16="http://schemas.microsoft.com/office/drawing/2014/main" id="{6E6E4FB7-ACDC-4AAE-78FF-8375A1697764}"/>
                    </a:ext>
                  </a:extLst>
                </p:cNvPr>
                <p:cNvPicPr/>
                <p:nvPr/>
              </p:nvPicPr>
              <p:blipFill>
                <a:blip r:embed="rId56"/>
                <a:stretch>
                  <a:fillRect/>
                </a:stretch>
              </p:blipFill>
              <p:spPr>
                <a:xfrm>
                  <a:off x="1881878" y="2190456"/>
                  <a:ext cx="158040" cy="29016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48" name="Ink 47">
                  <a:extLst>
                    <a:ext uri="{FF2B5EF4-FFF2-40B4-BE49-F238E27FC236}">
                      <a16:creationId xmlns:a16="http://schemas.microsoft.com/office/drawing/2014/main" id="{581A1BE9-32B2-12C9-710C-4504439309C5}"/>
                    </a:ext>
                  </a:extLst>
                </p14:cNvPr>
                <p14:cNvContentPartPr/>
                <p14:nvPr/>
              </p14:nvContentPartPr>
              <p14:xfrm>
                <a:off x="2082758" y="2061936"/>
                <a:ext cx="113400" cy="123480"/>
              </p14:xfrm>
            </p:contentPart>
          </mc:Choice>
          <mc:Fallback>
            <p:pic>
              <p:nvPicPr>
                <p:cNvPr id="48" name="Ink 47">
                  <a:extLst>
                    <a:ext uri="{FF2B5EF4-FFF2-40B4-BE49-F238E27FC236}">
                      <a16:creationId xmlns:a16="http://schemas.microsoft.com/office/drawing/2014/main" id="{581A1BE9-32B2-12C9-710C-4504439309C5}"/>
                    </a:ext>
                  </a:extLst>
                </p:cNvPr>
                <p:cNvPicPr/>
                <p:nvPr/>
              </p:nvPicPr>
              <p:blipFill>
                <a:blip r:embed="rId58"/>
                <a:stretch>
                  <a:fillRect/>
                </a:stretch>
              </p:blipFill>
              <p:spPr>
                <a:xfrm>
                  <a:off x="2078438" y="2057616"/>
                  <a:ext cx="12204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49" name="Ink 48">
                  <a:extLst>
                    <a:ext uri="{FF2B5EF4-FFF2-40B4-BE49-F238E27FC236}">
                      <a16:creationId xmlns:a16="http://schemas.microsoft.com/office/drawing/2014/main" id="{7B7FF045-FDEC-BC23-E267-8A3AD1AE934B}"/>
                    </a:ext>
                  </a:extLst>
                </p14:cNvPr>
                <p14:cNvContentPartPr/>
                <p14:nvPr/>
              </p14:nvContentPartPr>
              <p14:xfrm>
                <a:off x="2611958" y="2065176"/>
                <a:ext cx="12960" cy="219600"/>
              </p14:xfrm>
            </p:contentPart>
          </mc:Choice>
          <mc:Fallback>
            <p:pic>
              <p:nvPicPr>
                <p:cNvPr id="49" name="Ink 48">
                  <a:extLst>
                    <a:ext uri="{FF2B5EF4-FFF2-40B4-BE49-F238E27FC236}">
                      <a16:creationId xmlns:a16="http://schemas.microsoft.com/office/drawing/2014/main" id="{7B7FF045-FDEC-BC23-E267-8A3AD1AE934B}"/>
                    </a:ext>
                  </a:extLst>
                </p:cNvPr>
                <p:cNvPicPr/>
                <p:nvPr/>
              </p:nvPicPr>
              <p:blipFill>
                <a:blip r:embed="rId60"/>
                <a:stretch>
                  <a:fillRect/>
                </a:stretch>
              </p:blipFill>
              <p:spPr>
                <a:xfrm>
                  <a:off x="2607638" y="2060856"/>
                  <a:ext cx="2160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50" name="Ink 49">
                  <a:extLst>
                    <a:ext uri="{FF2B5EF4-FFF2-40B4-BE49-F238E27FC236}">
                      <a16:creationId xmlns:a16="http://schemas.microsoft.com/office/drawing/2014/main" id="{A8E430C8-0A85-0CB6-BECE-85D30BFB886D}"/>
                    </a:ext>
                  </a:extLst>
                </p14:cNvPr>
                <p14:cNvContentPartPr/>
                <p14:nvPr/>
              </p14:nvContentPartPr>
              <p14:xfrm>
                <a:off x="2578118" y="2091816"/>
                <a:ext cx="207000" cy="187200"/>
              </p14:xfrm>
            </p:contentPart>
          </mc:Choice>
          <mc:Fallback>
            <p:pic>
              <p:nvPicPr>
                <p:cNvPr id="50" name="Ink 49">
                  <a:extLst>
                    <a:ext uri="{FF2B5EF4-FFF2-40B4-BE49-F238E27FC236}">
                      <a16:creationId xmlns:a16="http://schemas.microsoft.com/office/drawing/2014/main" id="{A8E430C8-0A85-0CB6-BECE-85D30BFB886D}"/>
                    </a:ext>
                  </a:extLst>
                </p:cNvPr>
                <p:cNvPicPr/>
                <p:nvPr/>
              </p:nvPicPr>
              <p:blipFill>
                <a:blip r:embed="rId62"/>
                <a:stretch>
                  <a:fillRect/>
                </a:stretch>
              </p:blipFill>
              <p:spPr>
                <a:xfrm>
                  <a:off x="2573798" y="2087496"/>
                  <a:ext cx="21564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51" name="Ink 50">
                  <a:extLst>
                    <a:ext uri="{FF2B5EF4-FFF2-40B4-BE49-F238E27FC236}">
                      <a16:creationId xmlns:a16="http://schemas.microsoft.com/office/drawing/2014/main" id="{79EC7E7D-262F-3916-D42A-A26ED52ADE41}"/>
                    </a:ext>
                  </a:extLst>
                </p14:cNvPr>
                <p14:cNvContentPartPr/>
                <p14:nvPr/>
              </p14:nvContentPartPr>
              <p14:xfrm>
                <a:off x="2739398" y="2101176"/>
                <a:ext cx="360" cy="360"/>
              </p14:xfrm>
            </p:contentPart>
          </mc:Choice>
          <mc:Fallback>
            <p:pic>
              <p:nvPicPr>
                <p:cNvPr id="51" name="Ink 50">
                  <a:extLst>
                    <a:ext uri="{FF2B5EF4-FFF2-40B4-BE49-F238E27FC236}">
                      <a16:creationId xmlns:a16="http://schemas.microsoft.com/office/drawing/2014/main" id="{79EC7E7D-262F-3916-D42A-A26ED52ADE41}"/>
                    </a:ext>
                  </a:extLst>
                </p:cNvPr>
                <p:cNvPicPr/>
                <p:nvPr/>
              </p:nvPicPr>
              <p:blipFill>
                <a:blip r:embed="rId45"/>
                <a:stretch>
                  <a:fillRect/>
                </a:stretch>
              </p:blipFill>
              <p:spPr>
                <a:xfrm>
                  <a:off x="2735078" y="209685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52" name="Ink 51">
                  <a:extLst>
                    <a:ext uri="{FF2B5EF4-FFF2-40B4-BE49-F238E27FC236}">
                      <a16:creationId xmlns:a16="http://schemas.microsoft.com/office/drawing/2014/main" id="{BFDDBEF7-25B5-6850-7958-4927356B4296}"/>
                    </a:ext>
                  </a:extLst>
                </p14:cNvPr>
                <p14:cNvContentPartPr/>
                <p14:nvPr/>
              </p14:nvContentPartPr>
              <p14:xfrm>
                <a:off x="2802038" y="2184696"/>
                <a:ext cx="78840" cy="54000"/>
              </p14:xfrm>
            </p:contentPart>
          </mc:Choice>
          <mc:Fallback>
            <p:pic>
              <p:nvPicPr>
                <p:cNvPr id="52" name="Ink 51">
                  <a:extLst>
                    <a:ext uri="{FF2B5EF4-FFF2-40B4-BE49-F238E27FC236}">
                      <a16:creationId xmlns:a16="http://schemas.microsoft.com/office/drawing/2014/main" id="{BFDDBEF7-25B5-6850-7958-4927356B4296}"/>
                    </a:ext>
                  </a:extLst>
                </p:cNvPr>
                <p:cNvPicPr/>
                <p:nvPr/>
              </p:nvPicPr>
              <p:blipFill>
                <a:blip r:embed="rId65"/>
                <a:stretch>
                  <a:fillRect/>
                </a:stretch>
              </p:blipFill>
              <p:spPr>
                <a:xfrm>
                  <a:off x="2797718" y="2180376"/>
                  <a:ext cx="87480" cy="626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53" name="Ink 52">
                  <a:extLst>
                    <a:ext uri="{FF2B5EF4-FFF2-40B4-BE49-F238E27FC236}">
                      <a16:creationId xmlns:a16="http://schemas.microsoft.com/office/drawing/2014/main" id="{F86A241D-61A8-1572-A1C6-10D07DBECE2A}"/>
                    </a:ext>
                  </a:extLst>
                </p14:cNvPr>
                <p14:cNvContentPartPr/>
                <p14:nvPr/>
              </p14:nvContentPartPr>
              <p14:xfrm>
                <a:off x="2909318" y="2028456"/>
                <a:ext cx="25920" cy="218880"/>
              </p14:xfrm>
            </p:contentPart>
          </mc:Choice>
          <mc:Fallback>
            <p:pic>
              <p:nvPicPr>
                <p:cNvPr id="53" name="Ink 52">
                  <a:extLst>
                    <a:ext uri="{FF2B5EF4-FFF2-40B4-BE49-F238E27FC236}">
                      <a16:creationId xmlns:a16="http://schemas.microsoft.com/office/drawing/2014/main" id="{F86A241D-61A8-1572-A1C6-10D07DBECE2A}"/>
                    </a:ext>
                  </a:extLst>
                </p:cNvPr>
                <p:cNvPicPr/>
                <p:nvPr/>
              </p:nvPicPr>
              <p:blipFill>
                <a:blip r:embed="rId67"/>
                <a:stretch>
                  <a:fillRect/>
                </a:stretch>
              </p:blipFill>
              <p:spPr>
                <a:xfrm>
                  <a:off x="2904998" y="2024136"/>
                  <a:ext cx="3456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54" name="Ink 53">
                  <a:extLst>
                    <a:ext uri="{FF2B5EF4-FFF2-40B4-BE49-F238E27FC236}">
                      <a16:creationId xmlns:a16="http://schemas.microsoft.com/office/drawing/2014/main" id="{F0D77563-3E88-533F-1DD9-4C2A65E78385}"/>
                    </a:ext>
                  </a:extLst>
                </p14:cNvPr>
                <p14:cNvContentPartPr/>
                <p14:nvPr/>
              </p14:nvContentPartPr>
              <p14:xfrm>
                <a:off x="2894918" y="2162016"/>
                <a:ext cx="191880" cy="86400"/>
              </p14:xfrm>
            </p:contentPart>
          </mc:Choice>
          <mc:Fallback>
            <p:pic>
              <p:nvPicPr>
                <p:cNvPr id="54" name="Ink 53">
                  <a:extLst>
                    <a:ext uri="{FF2B5EF4-FFF2-40B4-BE49-F238E27FC236}">
                      <a16:creationId xmlns:a16="http://schemas.microsoft.com/office/drawing/2014/main" id="{F0D77563-3E88-533F-1DD9-4C2A65E78385}"/>
                    </a:ext>
                  </a:extLst>
                </p:cNvPr>
                <p:cNvPicPr/>
                <p:nvPr/>
              </p:nvPicPr>
              <p:blipFill>
                <a:blip r:embed="rId69"/>
                <a:stretch>
                  <a:fillRect/>
                </a:stretch>
              </p:blipFill>
              <p:spPr>
                <a:xfrm>
                  <a:off x="2890598" y="2157696"/>
                  <a:ext cx="20052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75" name="Ink 74">
                  <a:extLst>
                    <a:ext uri="{FF2B5EF4-FFF2-40B4-BE49-F238E27FC236}">
                      <a16:creationId xmlns:a16="http://schemas.microsoft.com/office/drawing/2014/main" id="{E42AB42F-EEDA-FBEB-2C94-34E967FBB4E5}"/>
                    </a:ext>
                  </a:extLst>
                </p14:cNvPr>
                <p14:cNvContentPartPr/>
                <p14:nvPr/>
              </p14:nvContentPartPr>
              <p14:xfrm>
                <a:off x="1973318" y="3330216"/>
                <a:ext cx="7560" cy="369360"/>
              </p14:xfrm>
            </p:contentPart>
          </mc:Choice>
          <mc:Fallback>
            <p:pic>
              <p:nvPicPr>
                <p:cNvPr id="75" name="Ink 74">
                  <a:extLst>
                    <a:ext uri="{FF2B5EF4-FFF2-40B4-BE49-F238E27FC236}">
                      <a16:creationId xmlns:a16="http://schemas.microsoft.com/office/drawing/2014/main" id="{E42AB42F-EEDA-FBEB-2C94-34E967FBB4E5}"/>
                    </a:ext>
                  </a:extLst>
                </p:cNvPr>
                <p:cNvPicPr/>
                <p:nvPr/>
              </p:nvPicPr>
              <p:blipFill>
                <a:blip r:embed="rId71"/>
                <a:stretch>
                  <a:fillRect/>
                </a:stretch>
              </p:blipFill>
              <p:spPr>
                <a:xfrm>
                  <a:off x="1968998" y="3325896"/>
                  <a:ext cx="16200" cy="3780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76" name="Ink 75">
                  <a:extLst>
                    <a:ext uri="{FF2B5EF4-FFF2-40B4-BE49-F238E27FC236}">
                      <a16:creationId xmlns:a16="http://schemas.microsoft.com/office/drawing/2014/main" id="{EA9E8346-ABB1-DD2A-1178-5828E9466726}"/>
                    </a:ext>
                  </a:extLst>
                </p14:cNvPr>
                <p14:cNvContentPartPr/>
                <p14:nvPr/>
              </p14:nvContentPartPr>
              <p14:xfrm>
                <a:off x="1949198" y="3325176"/>
                <a:ext cx="164160" cy="30960"/>
              </p14:xfrm>
            </p:contentPart>
          </mc:Choice>
          <mc:Fallback>
            <p:pic>
              <p:nvPicPr>
                <p:cNvPr id="76" name="Ink 75">
                  <a:extLst>
                    <a:ext uri="{FF2B5EF4-FFF2-40B4-BE49-F238E27FC236}">
                      <a16:creationId xmlns:a16="http://schemas.microsoft.com/office/drawing/2014/main" id="{EA9E8346-ABB1-DD2A-1178-5828E9466726}"/>
                    </a:ext>
                  </a:extLst>
                </p:cNvPr>
                <p:cNvPicPr/>
                <p:nvPr/>
              </p:nvPicPr>
              <p:blipFill>
                <a:blip r:embed="rId73"/>
                <a:stretch>
                  <a:fillRect/>
                </a:stretch>
              </p:blipFill>
              <p:spPr>
                <a:xfrm>
                  <a:off x="1944878" y="3320856"/>
                  <a:ext cx="17280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77" name="Ink 76">
                  <a:extLst>
                    <a:ext uri="{FF2B5EF4-FFF2-40B4-BE49-F238E27FC236}">
                      <a16:creationId xmlns:a16="http://schemas.microsoft.com/office/drawing/2014/main" id="{E5655C10-BD1B-C83F-AFB9-8B0466EC146C}"/>
                    </a:ext>
                  </a:extLst>
                </p14:cNvPr>
                <p14:cNvContentPartPr/>
                <p14:nvPr/>
              </p14:nvContentPartPr>
              <p14:xfrm>
                <a:off x="1984118" y="3424896"/>
                <a:ext cx="144720" cy="64080"/>
              </p14:xfrm>
            </p:contentPart>
          </mc:Choice>
          <mc:Fallback>
            <p:pic>
              <p:nvPicPr>
                <p:cNvPr id="77" name="Ink 76">
                  <a:extLst>
                    <a:ext uri="{FF2B5EF4-FFF2-40B4-BE49-F238E27FC236}">
                      <a16:creationId xmlns:a16="http://schemas.microsoft.com/office/drawing/2014/main" id="{E5655C10-BD1B-C83F-AFB9-8B0466EC146C}"/>
                    </a:ext>
                  </a:extLst>
                </p:cNvPr>
                <p:cNvPicPr/>
                <p:nvPr/>
              </p:nvPicPr>
              <p:blipFill>
                <a:blip r:embed="rId75"/>
                <a:stretch>
                  <a:fillRect/>
                </a:stretch>
              </p:blipFill>
              <p:spPr>
                <a:xfrm>
                  <a:off x="1979798" y="3420576"/>
                  <a:ext cx="153360" cy="727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78" name="Ink 77">
                  <a:extLst>
                    <a:ext uri="{FF2B5EF4-FFF2-40B4-BE49-F238E27FC236}">
                      <a16:creationId xmlns:a16="http://schemas.microsoft.com/office/drawing/2014/main" id="{48F5EA7D-F3E7-37C9-93BD-7DF58AFAA5FF}"/>
                    </a:ext>
                  </a:extLst>
                </p14:cNvPr>
                <p14:cNvContentPartPr/>
                <p14:nvPr/>
              </p14:nvContentPartPr>
              <p14:xfrm>
                <a:off x="2470478" y="3164616"/>
                <a:ext cx="300240" cy="416880"/>
              </p14:xfrm>
            </p:contentPart>
          </mc:Choice>
          <mc:Fallback>
            <p:pic>
              <p:nvPicPr>
                <p:cNvPr id="78" name="Ink 77">
                  <a:extLst>
                    <a:ext uri="{FF2B5EF4-FFF2-40B4-BE49-F238E27FC236}">
                      <a16:creationId xmlns:a16="http://schemas.microsoft.com/office/drawing/2014/main" id="{48F5EA7D-F3E7-37C9-93BD-7DF58AFAA5FF}"/>
                    </a:ext>
                  </a:extLst>
                </p:cNvPr>
                <p:cNvPicPr/>
                <p:nvPr/>
              </p:nvPicPr>
              <p:blipFill>
                <a:blip r:embed="rId77"/>
                <a:stretch>
                  <a:fillRect/>
                </a:stretch>
              </p:blipFill>
              <p:spPr>
                <a:xfrm>
                  <a:off x="2466158" y="3160296"/>
                  <a:ext cx="308880" cy="4255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79" name="Ink 78">
                  <a:extLst>
                    <a:ext uri="{FF2B5EF4-FFF2-40B4-BE49-F238E27FC236}">
                      <a16:creationId xmlns:a16="http://schemas.microsoft.com/office/drawing/2014/main" id="{EB7CD4CC-7F9A-1E14-3A29-FA72AC44BC01}"/>
                    </a:ext>
                  </a:extLst>
                </p14:cNvPr>
                <p14:cNvContentPartPr/>
                <p14:nvPr/>
              </p14:nvContentPartPr>
              <p14:xfrm>
                <a:off x="2672798" y="3282336"/>
                <a:ext cx="360" cy="360"/>
              </p14:xfrm>
            </p:contentPart>
          </mc:Choice>
          <mc:Fallback>
            <p:pic>
              <p:nvPicPr>
                <p:cNvPr id="79" name="Ink 78">
                  <a:extLst>
                    <a:ext uri="{FF2B5EF4-FFF2-40B4-BE49-F238E27FC236}">
                      <a16:creationId xmlns:a16="http://schemas.microsoft.com/office/drawing/2014/main" id="{EB7CD4CC-7F9A-1E14-3A29-FA72AC44BC01}"/>
                    </a:ext>
                  </a:extLst>
                </p:cNvPr>
                <p:cNvPicPr/>
                <p:nvPr/>
              </p:nvPicPr>
              <p:blipFill>
                <a:blip r:embed="rId45"/>
                <a:stretch>
                  <a:fillRect/>
                </a:stretch>
              </p:blipFill>
              <p:spPr>
                <a:xfrm>
                  <a:off x="2668478" y="327801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80" name="Ink 79">
                  <a:extLst>
                    <a:ext uri="{FF2B5EF4-FFF2-40B4-BE49-F238E27FC236}">
                      <a16:creationId xmlns:a16="http://schemas.microsoft.com/office/drawing/2014/main" id="{B16875B2-71B2-F336-78EA-D8196009F3B0}"/>
                    </a:ext>
                  </a:extLst>
                </p14:cNvPr>
                <p14:cNvContentPartPr/>
                <p14:nvPr/>
              </p14:nvContentPartPr>
              <p14:xfrm>
                <a:off x="2770358" y="3402216"/>
                <a:ext cx="70560" cy="86040"/>
              </p14:xfrm>
            </p:contentPart>
          </mc:Choice>
          <mc:Fallback>
            <p:pic>
              <p:nvPicPr>
                <p:cNvPr id="80" name="Ink 79">
                  <a:extLst>
                    <a:ext uri="{FF2B5EF4-FFF2-40B4-BE49-F238E27FC236}">
                      <a16:creationId xmlns:a16="http://schemas.microsoft.com/office/drawing/2014/main" id="{B16875B2-71B2-F336-78EA-D8196009F3B0}"/>
                    </a:ext>
                  </a:extLst>
                </p:cNvPr>
                <p:cNvPicPr/>
                <p:nvPr/>
              </p:nvPicPr>
              <p:blipFill>
                <a:blip r:embed="rId80"/>
                <a:stretch>
                  <a:fillRect/>
                </a:stretch>
              </p:blipFill>
              <p:spPr>
                <a:xfrm>
                  <a:off x="2766038" y="3397896"/>
                  <a:ext cx="79200" cy="9468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81" name="Ink 80">
                  <a:extLst>
                    <a:ext uri="{FF2B5EF4-FFF2-40B4-BE49-F238E27FC236}">
                      <a16:creationId xmlns:a16="http://schemas.microsoft.com/office/drawing/2014/main" id="{9B5C51C0-A21E-DC18-5380-BF34CBB46E0B}"/>
                    </a:ext>
                  </a:extLst>
                </p14:cNvPr>
                <p14:cNvContentPartPr/>
                <p14:nvPr/>
              </p14:nvContentPartPr>
              <p14:xfrm>
                <a:off x="2850278" y="3232296"/>
                <a:ext cx="91080" cy="223200"/>
              </p14:xfrm>
            </p:contentPart>
          </mc:Choice>
          <mc:Fallback>
            <p:pic>
              <p:nvPicPr>
                <p:cNvPr id="81" name="Ink 80">
                  <a:extLst>
                    <a:ext uri="{FF2B5EF4-FFF2-40B4-BE49-F238E27FC236}">
                      <a16:creationId xmlns:a16="http://schemas.microsoft.com/office/drawing/2014/main" id="{9B5C51C0-A21E-DC18-5380-BF34CBB46E0B}"/>
                    </a:ext>
                  </a:extLst>
                </p:cNvPr>
                <p:cNvPicPr/>
                <p:nvPr/>
              </p:nvPicPr>
              <p:blipFill>
                <a:blip r:embed="rId82"/>
                <a:stretch>
                  <a:fillRect/>
                </a:stretch>
              </p:blipFill>
              <p:spPr>
                <a:xfrm>
                  <a:off x="2845958" y="3227976"/>
                  <a:ext cx="9972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82" name="Ink 81">
                  <a:extLst>
                    <a:ext uri="{FF2B5EF4-FFF2-40B4-BE49-F238E27FC236}">
                      <a16:creationId xmlns:a16="http://schemas.microsoft.com/office/drawing/2014/main" id="{CB55D9C0-5B13-E745-B507-FB70D899D5C3}"/>
                    </a:ext>
                  </a:extLst>
                </p14:cNvPr>
                <p14:cNvContentPartPr/>
                <p14:nvPr/>
              </p14:nvContentPartPr>
              <p14:xfrm>
                <a:off x="2906438" y="3370536"/>
                <a:ext cx="180000" cy="89640"/>
              </p14:xfrm>
            </p:contentPart>
          </mc:Choice>
          <mc:Fallback>
            <p:pic>
              <p:nvPicPr>
                <p:cNvPr id="82" name="Ink 81">
                  <a:extLst>
                    <a:ext uri="{FF2B5EF4-FFF2-40B4-BE49-F238E27FC236}">
                      <a16:creationId xmlns:a16="http://schemas.microsoft.com/office/drawing/2014/main" id="{CB55D9C0-5B13-E745-B507-FB70D899D5C3}"/>
                    </a:ext>
                  </a:extLst>
                </p:cNvPr>
                <p:cNvPicPr/>
                <p:nvPr/>
              </p:nvPicPr>
              <p:blipFill>
                <a:blip r:embed="rId84"/>
                <a:stretch>
                  <a:fillRect/>
                </a:stretch>
              </p:blipFill>
              <p:spPr>
                <a:xfrm>
                  <a:off x="2902118" y="3366216"/>
                  <a:ext cx="188640" cy="9828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83" name="Ink 82">
                  <a:extLst>
                    <a:ext uri="{FF2B5EF4-FFF2-40B4-BE49-F238E27FC236}">
                      <a16:creationId xmlns:a16="http://schemas.microsoft.com/office/drawing/2014/main" id="{F22B69B0-2B2F-6D88-3D01-8E40A16CEA4D}"/>
                    </a:ext>
                  </a:extLst>
                </p14:cNvPr>
                <p14:cNvContentPartPr/>
                <p14:nvPr/>
              </p14:nvContentPartPr>
              <p14:xfrm>
                <a:off x="3221078" y="3399336"/>
                <a:ext cx="12960" cy="18000"/>
              </p14:xfrm>
            </p:contentPart>
          </mc:Choice>
          <mc:Fallback>
            <p:pic>
              <p:nvPicPr>
                <p:cNvPr id="83" name="Ink 82">
                  <a:extLst>
                    <a:ext uri="{FF2B5EF4-FFF2-40B4-BE49-F238E27FC236}">
                      <a16:creationId xmlns:a16="http://schemas.microsoft.com/office/drawing/2014/main" id="{F22B69B0-2B2F-6D88-3D01-8E40A16CEA4D}"/>
                    </a:ext>
                  </a:extLst>
                </p:cNvPr>
                <p:cNvPicPr/>
                <p:nvPr/>
              </p:nvPicPr>
              <p:blipFill>
                <a:blip r:embed="rId86"/>
                <a:stretch>
                  <a:fillRect/>
                </a:stretch>
              </p:blipFill>
              <p:spPr>
                <a:xfrm>
                  <a:off x="3216758" y="3395016"/>
                  <a:ext cx="2160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180" name="Ink 179">
                  <a:extLst>
                    <a:ext uri="{FF2B5EF4-FFF2-40B4-BE49-F238E27FC236}">
                      <a16:creationId xmlns:a16="http://schemas.microsoft.com/office/drawing/2014/main" id="{E769D546-8E1E-9CD3-74C6-48EF9A335CC9}"/>
                    </a:ext>
                  </a:extLst>
                </p14:cNvPr>
                <p14:cNvContentPartPr/>
                <p14:nvPr/>
              </p14:nvContentPartPr>
              <p14:xfrm>
                <a:off x="10206518" y="1427976"/>
                <a:ext cx="208080" cy="313920"/>
              </p14:xfrm>
            </p:contentPart>
          </mc:Choice>
          <mc:Fallback>
            <p:pic>
              <p:nvPicPr>
                <p:cNvPr id="180" name="Ink 179">
                  <a:extLst>
                    <a:ext uri="{FF2B5EF4-FFF2-40B4-BE49-F238E27FC236}">
                      <a16:creationId xmlns:a16="http://schemas.microsoft.com/office/drawing/2014/main" id="{E769D546-8E1E-9CD3-74C6-48EF9A335CC9}"/>
                    </a:ext>
                  </a:extLst>
                </p:cNvPr>
                <p:cNvPicPr/>
                <p:nvPr/>
              </p:nvPicPr>
              <p:blipFill>
                <a:blip r:embed="rId88"/>
                <a:stretch>
                  <a:fillRect/>
                </a:stretch>
              </p:blipFill>
              <p:spPr>
                <a:xfrm>
                  <a:off x="10202198" y="1423656"/>
                  <a:ext cx="216720" cy="32256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181" name="Ink 180">
                  <a:extLst>
                    <a:ext uri="{FF2B5EF4-FFF2-40B4-BE49-F238E27FC236}">
                      <a16:creationId xmlns:a16="http://schemas.microsoft.com/office/drawing/2014/main" id="{25EFAC3F-D17F-638F-80A0-0EEBCFE0994F}"/>
                    </a:ext>
                  </a:extLst>
                </p14:cNvPr>
                <p14:cNvContentPartPr/>
                <p14:nvPr/>
              </p14:nvContentPartPr>
              <p14:xfrm>
                <a:off x="10431158" y="1396296"/>
                <a:ext cx="147960" cy="92160"/>
              </p14:xfrm>
            </p:contentPart>
          </mc:Choice>
          <mc:Fallback>
            <p:pic>
              <p:nvPicPr>
                <p:cNvPr id="181" name="Ink 180">
                  <a:extLst>
                    <a:ext uri="{FF2B5EF4-FFF2-40B4-BE49-F238E27FC236}">
                      <a16:creationId xmlns:a16="http://schemas.microsoft.com/office/drawing/2014/main" id="{25EFAC3F-D17F-638F-80A0-0EEBCFE0994F}"/>
                    </a:ext>
                  </a:extLst>
                </p:cNvPr>
                <p:cNvPicPr/>
                <p:nvPr/>
              </p:nvPicPr>
              <p:blipFill>
                <a:blip r:embed="rId90"/>
                <a:stretch>
                  <a:fillRect/>
                </a:stretch>
              </p:blipFill>
              <p:spPr>
                <a:xfrm>
                  <a:off x="10426838" y="1391976"/>
                  <a:ext cx="15660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182" name="Ink 181">
                  <a:extLst>
                    <a:ext uri="{FF2B5EF4-FFF2-40B4-BE49-F238E27FC236}">
                      <a16:creationId xmlns:a16="http://schemas.microsoft.com/office/drawing/2014/main" id="{E58B07D3-17BE-3D6D-6CB3-6974F7411450}"/>
                    </a:ext>
                  </a:extLst>
                </p14:cNvPr>
                <p14:cNvContentPartPr/>
                <p14:nvPr/>
              </p14:nvContentPartPr>
              <p14:xfrm>
                <a:off x="10588838" y="1575216"/>
                <a:ext cx="76320" cy="9000"/>
              </p14:xfrm>
            </p:contentPart>
          </mc:Choice>
          <mc:Fallback>
            <p:pic>
              <p:nvPicPr>
                <p:cNvPr id="182" name="Ink 181">
                  <a:extLst>
                    <a:ext uri="{FF2B5EF4-FFF2-40B4-BE49-F238E27FC236}">
                      <a16:creationId xmlns:a16="http://schemas.microsoft.com/office/drawing/2014/main" id="{E58B07D3-17BE-3D6D-6CB3-6974F7411450}"/>
                    </a:ext>
                  </a:extLst>
                </p:cNvPr>
                <p:cNvPicPr/>
                <p:nvPr/>
              </p:nvPicPr>
              <p:blipFill>
                <a:blip r:embed="rId92"/>
                <a:stretch>
                  <a:fillRect/>
                </a:stretch>
              </p:blipFill>
              <p:spPr>
                <a:xfrm>
                  <a:off x="10584518" y="1570896"/>
                  <a:ext cx="84960" cy="1764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183" name="Ink 182">
                  <a:extLst>
                    <a:ext uri="{FF2B5EF4-FFF2-40B4-BE49-F238E27FC236}">
                      <a16:creationId xmlns:a16="http://schemas.microsoft.com/office/drawing/2014/main" id="{F688A13B-5A66-FF79-DD95-1BB50E920620}"/>
                    </a:ext>
                  </a:extLst>
                </p14:cNvPr>
                <p14:cNvContentPartPr/>
                <p14:nvPr/>
              </p14:nvContentPartPr>
              <p14:xfrm>
                <a:off x="10579478" y="1633536"/>
                <a:ext cx="113040" cy="14040"/>
              </p14:xfrm>
            </p:contentPart>
          </mc:Choice>
          <mc:Fallback>
            <p:pic>
              <p:nvPicPr>
                <p:cNvPr id="183" name="Ink 182">
                  <a:extLst>
                    <a:ext uri="{FF2B5EF4-FFF2-40B4-BE49-F238E27FC236}">
                      <a16:creationId xmlns:a16="http://schemas.microsoft.com/office/drawing/2014/main" id="{F688A13B-5A66-FF79-DD95-1BB50E920620}"/>
                    </a:ext>
                  </a:extLst>
                </p:cNvPr>
                <p:cNvPicPr/>
                <p:nvPr/>
              </p:nvPicPr>
              <p:blipFill>
                <a:blip r:embed="rId94"/>
                <a:stretch>
                  <a:fillRect/>
                </a:stretch>
              </p:blipFill>
              <p:spPr>
                <a:xfrm>
                  <a:off x="10575158" y="1629216"/>
                  <a:ext cx="12168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185" name="Ink 184">
                  <a:extLst>
                    <a:ext uri="{FF2B5EF4-FFF2-40B4-BE49-F238E27FC236}">
                      <a16:creationId xmlns:a16="http://schemas.microsoft.com/office/drawing/2014/main" id="{9474F31C-4162-BED2-2B6B-B821626D14A1}"/>
                    </a:ext>
                  </a:extLst>
                </p14:cNvPr>
                <p14:cNvContentPartPr/>
                <p14:nvPr/>
              </p14:nvContentPartPr>
              <p14:xfrm>
                <a:off x="10986998" y="1290456"/>
                <a:ext cx="10080" cy="181080"/>
              </p14:xfrm>
            </p:contentPart>
          </mc:Choice>
          <mc:Fallback>
            <p:pic>
              <p:nvPicPr>
                <p:cNvPr id="185" name="Ink 184">
                  <a:extLst>
                    <a:ext uri="{FF2B5EF4-FFF2-40B4-BE49-F238E27FC236}">
                      <a16:creationId xmlns:a16="http://schemas.microsoft.com/office/drawing/2014/main" id="{9474F31C-4162-BED2-2B6B-B821626D14A1}"/>
                    </a:ext>
                  </a:extLst>
                </p:cNvPr>
                <p:cNvPicPr/>
                <p:nvPr/>
              </p:nvPicPr>
              <p:blipFill>
                <a:blip r:embed="rId96"/>
                <a:stretch>
                  <a:fillRect/>
                </a:stretch>
              </p:blipFill>
              <p:spPr>
                <a:xfrm>
                  <a:off x="10982678" y="1286136"/>
                  <a:ext cx="1872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186" name="Ink 185">
                  <a:extLst>
                    <a:ext uri="{FF2B5EF4-FFF2-40B4-BE49-F238E27FC236}">
                      <a16:creationId xmlns:a16="http://schemas.microsoft.com/office/drawing/2014/main" id="{3E42BBC3-E2BD-51F6-83B4-E802639E81D0}"/>
                    </a:ext>
                  </a:extLst>
                </p14:cNvPr>
                <p14:cNvContentPartPr/>
                <p14:nvPr/>
              </p14:nvContentPartPr>
              <p14:xfrm>
                <a:off x="10820678" y="1414656"/>
                <a:ext cx="177120" cy="363600"/>
              </p14:xfrm>
            </p:contentPart>
          </mc:Choice>
          <mc:Fallback>
            <p:pic>
              <p:nvPicPr>
                <p:cNvPr id="186" name="Ink 185">
                  <a:extLst>
                    <a:ext uri="{FF2B5EF4-FFF2-40B4-BE49-F238E27FC236}">
                      <a16:creationId xmlns:a16="http://schemas.microsoft.com/office/drawing/2014/main" id="{3E42BBC3-E2BD-51F6-83B4-E802639E81D0}"/>
                    </a:ext>
                  </a:extLst>
                </p:cNvPr>
                <p:cNvPicPr/>
                <p:nvPr/>
              </p:nvPicPr>
              <p:blipFill>
                <a:blip r:embed="rId98"/>
                <a:stretch>
                  <a:fillRect/>
                </a:stretch>
              </p:blipFill>
              <p:spPr>
                <a:xfrm>
                  <a:off x="10816358" y="1410336"/>
                  <a:ext cx="185760" cy="37224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187" name="Ink 186">
                  <a:extLst>
                    <a:ext uri="{FF2B5EF4-FFF2-40B4-BE49-F238E27FC236}">
                      <a16:creationId xmlns:a16="http://schemas.microsoft.com/office/drawing/2014/main" id="{05609662-9ED2-C8A1-BF5D-D1DAB185AA4B}"/>
                    </a:ext>
                  </a:extLst>
                </p14:cNvPr>
                <p14:cNvContentPartPr/>
                <p14:nvPr/>
              </p14:nvContentPartPr>
              <p14:xfrm>
                <a:off x="10726358" y="1874016"/>
                <a:ext cx="8640" cy="110160"/>
              </p14:xfrm>
            </p:contentPart>
          </mc:Choice>
          <mc:Fallback>
            <p:pic>
              <p:nvPicPr>
                <p:cNvPr id="187" name="Ink 186">
                  <a:extLst>
                    <a:ext uri="{FF2B5EF4-FFF2-40B4-BE49-F238E27FC236}">
                      <a16:creationId xmlns:a16="http://schemas.microsoft.com/office/drawing/2014/main" id="{05609662-9ED2-C8A1-BF5D-D1DAB185AA4B}"/>
                    </a:ext>
                  </a:extLst>
                </p:cNvPr>
                <p:cNvPicPr/>
                <p:nvPr/>
              </p:nvPicPr>
              <p:blipFill>
                <a:blip r:embed="rId100"/>
                <a:stretch>
                  <a:fillRect/>
                </a:stretch>
              </p:blipFill>
              <p:spPr>
                <a:xfrm>
                  <a:off x="10722038" y="1869696"/>
                  <a:ext cx="1728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188" name="Ink 187">
                  <a:extLst>
                    <a:ext uri="{FF2B5EF4-FFF2-40B4-BE49-F238E27FC236}">
                      <a16:creationId xmlns:a16="http://schemas.microsoft.com/office/drawing/2014/main" id="{8FDD4D76-9FC8-9308-B804-59B40B80301D}"/>
                    </a:ext>
                  </a:extLst>
                </p14:cNvPr>
                <p14:cNvContentPartPr/>
                <p14:nvPr/>
              </p14:nvContentPartPr>
              <p14:xfrm>
                <a:off x="10735358" y="1789776"/>
                <a:ext cx="22680" cy="16200"/>
              </p14:xfrm>
            </p:contentPart>
          </mc:Choice>
          <mc:Fallback>
            <p:pic>
              <p:nvPicPr>
                <p:cNvPr id="188" name="Ink 187">
                  <a:extLst>
                    <a:ext uri="{FF2B5EF4-FFF2-40B4-BE49-F238E27FC236}">
                      <a16:creationId xmlns:a16="http://schemas.microsoft.com/office/drawing/2014/main" id="{8FDD4D76-9FC8-9308-B804-59B40B80301D}"/>
                    </a:ext>
                  </a:extLst>
                </p:cNvPr>
                <p:cNvPicPr/>
                <p:nvPr/>
              </p:nvPicPr>
              <p:blipFill>
                <a:blip r:embed="rId102"/>
                <a:stretch>
                  <a:fillRect/>
                </a:stretch>
              </p:blipFill>
              <p:spPr>
                <a:xfrm>
                  <a:off x="10731038" y="1785456"/>
                  <a:ext cx="3132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189" name="Ink 188">
                  <a:extLst>
                    <a:ext uri="{FF2B5EF4-FFF2-40B4-BE49-F238E27FC236}">
                      <a16:creationId xmlns:a16="http://schemas.microsoft.com/office/drawing/2014/main" id="{44C71ACC-65ED-1925-E4D4-F27DE31BE301}"/>
                    </a:ext>
                  </a:extLst>
                </p14:cNvPr>
                <p14:cNvContentPartPr/>
                <p14:nvPr/>
              </p14:nvContentPartPr>
              <p14:xfrm>
                <a:off x="10764518" y="1891296"/>
                <a:ext cx="62640" cy="3960"/>
              </p14:xfrm>
            </p:contentPart>
          </mc:Choice>
          <mc:Fallback>
            <p:pic>
              <p:nvPicPr>
                <p:cNvPr id="189" name="Ink 188">
                  <a:extLst>
                    <a:ext uri="{FF2B5EF4-FFF2-40B4-BE49-F238E27FC236}">
                      <a16:creationId xmlns:a16="http://schemas.microsoft.com/office/drawing/2014/main" id="{44C71ACC-65ED-1925-E4D4-F27DE31BE301}"/>
                    </a:ext>
                  </a:extLst>
                </p:cNvPr>
                <p:cNvPicPr/>
                <p:nvPr/>
              </p:nvPicPr>
              <p:blipFill>
                <a:blip r:embed="rId104"/>
                <a:stretch>
                  <a:fillRect/>
                </a:stretch>
              </p:blipFill>
              <p:spPr>
                <a:xfrm>
                  <a:off x="10760198" y="1886976"/>
                  <a:ext cx="7128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190" name="Ink 189">
                  <a:extLst>
                    <a:ext uri="{FF2B5EF4-FFF2-40B4-BE49-F238E27FC236}">
                      <a16:creationId xmlns:a16="http://schemas.microsoft.com/office/drawing/2014/main" id="{6D783E34-B78E-44DB-7CF1-B07443A61BC4}"/>
                    </a:ext>
                  </a:extLst>
                </p14:cNvPr>
                <p14:cNvContentPartPr/>
                <p14:nvPr/>
              </p14:nvContentPartPr>
              <p14:xfrm>
                <a:off x="10786118" y="1903536"/>
                <a:ext cx="112680" cy="35280"/>
              </p14:xfrm>
            </p:contentPart>
          </mc:Choice>
          <mc:Fallback>
            <p:pic>
              <p:nvPicPr>
                <p:cNvPr id="190" name="Ink 189">
                  <a:extLst>
                    <a:ext uri="{FF2B5EF4-FFF2-40B4-BE49-F238E27FC236}">
                      <a16:creationId xmlns:a16="http://schemas.microsoft.com/office/drawing/2014/main" id="{6D783E34-B78E-44DB-7CF1-B07443A61BC4}"/>
                    </a:ext>
                  </a:extLst>
                </p:cNvPr>
                <p:cNvPicPr/>
                <p:nvPr/>
              </p:nvPicPr>
              <p:blipFill>
                <a:blip r:embed="rId106"/>
                <a:stretch>
                  <a:fillRect/>
                </a:stretch>
              </p:blipFill>
              <p:spPr>
                <a:xfrm>
                  <a:off x="10781798" y="1899216"/>
                  <a:ext cx="12132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191" name="Ink 190">
                  <a:extLst>
                    <a:ext uri="{FF2B5EF4-FFF2-40B4-BE49-F238E27FC236}">
                      <a16:creationId xmlns:a16="http://schemas.microsoft.com/office/drawing/2014/main" id="{DA6DF1E1-D747-F4C9-24FA-126D4CC4CC30}"/>
                    </a:ext>
                  </a:extLst>
                </p14:cNvPr>
                <p14:cNvContentPartPr/>
                <p14:nvPr/>
              </p14:nvContentPartPr>
              <p14:xfrm>
                <a:off x="10945598" y="1883016"/>
                <a:ext cx="6480" cy="109080"/>
              </p14:xfrm>
            </p:contentPart>
          </mc:Choice>
          <mc:Fallback>
            <p:pic>
              <p:nvPicPr>
                <p:cNvPr id="191" name="Ink 190">
                  <a:extLst>
                    <a:ext uri="{FF2B5EF4-FFF2-40B4-BE49-F238E27FC236}">
                      <a16:creationId xmlns:a16="http://schemas.microsoft.com/office/drawing/2014/main" id="{DA6DF1E1-D747-F4C9-24FA-126D4CC4CC30}"/>
                    </a:ext>
                  </a:extLst>
                </p:cNvPr>
                <p:cNvPicPr/>
                <p:nvPr/>
              </p:nvPicPr>
              <p:blipFill>
                <a:blip r:embed="rId108"/>
                <a:stretch>
                  <a:fillRect/>
                </a:stretch>
              </p:blipFill>
              <p:spPr>
                <a:xfrm>
                  <a:off x="10941278" y="1878696"/>
                  <a:ext cx="1512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193" name="Ink 192">
                  <a:extLst>
                    <a:ext uri="{FF2B5EF4-FFF2-40B4-BE49-F238E27FC236}">
                      <a16:creationId xmlns:a16="http://schemas.microsoft.com/office/drawing/2014/main" id="{99BDE958-D84B-D8C9-7574-4DBB76D2A46A}"/>
                    </a:ext>
                  </a:extLst>
                </p14:cNvPr>
                <p14:cNvContentPartPr/>
                <p14:nvPr/>
              </p14:nvContentPartPr>
              <p14:xfrm>
                <a:off x="10869278" y="1069776"/>
                <a:ext cx="177480" cy="134640"/>
              </p14:xfrm>
            </p:contentPart>
          </mc:Choice>
          <mc:Fallback>
            <p:pic>
              <p:nvPicPr>
                <p:cNvPr id="193" name="Ink 192">
                  <a:extLst>
                    <a:ext uri="{FF2B5EF4-FFF2-40B4-BE49-F238E27FC236}">
                      <a16:creationId xmlns:a16="http://schemas.microsoft.com/office/drawing/2014/main" id="{99BDE958-D84B-D8C9-7574-4DBB76D2A46A}"/>
                    </a:ext>
                  </a:extLst>
                </p:cNvPr>
                <p:cNvPicPr/>
                <p:nvPr/>
              </p:nvPicPr>
              <p:blipFill>
                <a:blip r:embed="rId110"/>
                <a:stretch>
                  <a:fillRect/>
                </a:stretch>
              </p:blipFill>
              <p:spPr>
                <a:xfrm>
                  <a:off x="10864958" y="1065456"/>
                  <a:ext cx="18612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194" name="Ink 193">
                  <a:extLst>
                    <a:ext uri="{FF2B5EF4-FFF2-40B4-BE49-F238E27FC236}">
                      <a16:creationId xmlns:a16="http://schemas.microsoft.com/office/drawing/2014/main" id="{42686D2D-1441-24AF-6735-CCA36BB9E707}"/>
                    </a:ext>
                  </a:extLst>
                </p14:cNvPr>
                <p14:cNvContentPartPr/>
                <p14:nvPr/>
              </p14:nvContentPartPr>
              <p14:xfrm>
                <a:off x="11112278" y="1361376"/>
                <a:ext cx="90360" cy="230040"/>
              </p14:xfrm>
            </p:contentPart>
          </mc:Choice>
          <mc:Fallback>
            <p:pic>
              <p:nvPicPr>
                <p:cNvPr id="194" name="Ink 193">
                  <a:extLst>
                    <a:ext uri="{FF2B5EF4-FFF2-40B4-BE49-F238E27FC236}">
                      <a16:creationId xmlns:a16="http://schemas.microsoft.com/office/drawing/2014/main" id="{42686D2D-1441-24AF-6735-CCA36BB9E707}"/>
                    </a:ext>
                  </a:extLst>
                </p:cNvPr>
                <p:cNvPicPr/>
                <p:nvPr/>
              </p:nvPicPr>
              <p:blipFill>
                <a:blip r:embed="rId112"/>
                <a:stretch>
                  <a:fillRect/>
                </a:stretch>
              </p:blipFill>
              <p:spPr>
                <a:xfrm>
                  <a:off x="11107958" y="1357056"/>
                  <a:ext cx="9900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195" name="Ink 194">
                  <a:extLst>
                    <a:ext uri="{FF2B5EF4-FFF2-40B4-BE49-F238E27FC236}">
                      <a16:creationId xmlns:a16="http://schemas.microsoft.com/office/drawing/2014/main" id="{AD7AF2AE-0A0E-9809-8678-A2FFC65171C2}"/>
                    </a:ext>
                  </a:extLst>
                </p14:cNvPr>
                <p14:cNvContentPartPr/>
                <p14:nvPr/>
              </p14:nvContentPartPr>
              <p14:xfrm>
                <a:off x="11230718" y="1381896"/>
                <a:ext cx="143280" cy="93960"/>
              </p14:xfrm>
            </p:contentPart>
          </mc:Choice>
          <mc:Fallback>
            <p:pic>
              <p:nvPicPr>
                <p:cNvPr id="195" name="Ink 194">
                  <a:extLst>
                    <a:ext uri="{FF2B5EF4-FFF2-40B4-BE49-F238E27FC236}">
                      <a16:creationId xmlns:a16="http://schemas.microsoft.com/office/drawing/2014/main" id="{AD7AF2AE-0A0E-9809-8678-A2FFC65171C2}"/>
                    </a:ext>
                  </a:extLst>
                </p:cNvPr>
                <p:cNvPicPr/>
                <p:nvPr/>
              </p:nvPicPr>
              <p:blipFill>
                <a:blip r:embed="rId114"/>
                <a:stretch>
                  <a:fillRect/>
                </a:stretch>
              </p:blipFill>
              <p:spPr>
                <a:xfrm>
                  <a:off x="11226398" y="1377576"/>
                  <a:ext cx="15192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196" name="Ink 195">
                  <a:extLst>
                    <a:ext uri="{FF2B5EF4-FFF2-40B4-BE49-F238E27FC236}">
                      <a16:creationId xmlns:a16="http://schemas.microsoft.com/office/drawing/2014/main" id="{8008A74E-A409-8C92-746C-834F562A5823}"/>
                    </a:ext>
                  </a:extLst>
                </p14:cNvPr>
                <p14:cNvContentPartPr/>
                <p14:nvPr/>
              </p14:nvContentPartPr>
              <p14:xfrm>
                <a:off x="11279678" y="1353096"/>
                <a:ext cx="72000" cy="173160"/>
              </p14:xfrm>
            </p:contentPart>
          </mc:Choice>
          <mc:Fallback>
            <p:pic>
              <p:nvPicPr>
                <p:cNvPr id="196" name="Ink 195">
                  <a:extLst>
                    <a:ext uri="{FF2B5EF4-FFF2-40B4-BE49-F238E27FC236}">
                      <a16:creationId xmlns:a16="http://schemas.microsoft.com/office/drawing/2014/main" id="{8008A74E-A409-8C92-746C-834F562A5823}"/>
                    </a:ext>
                  </a:extLst>
                </p:cNvPr>
                <p:cNvPicPr/>
                <p:nvPr/>
              </p:nvPicPr>
              <p:blipFill>
                <a:blip r:embed="rId116"/>
                <a:stretch>
                  <a:fillRect/>
                </a:stretch>
              </p:blipFill>
              <p:spPr>
                <a:xfrm>
                  <a:off x="11275358" y="1348776"/>
                  <a:ext cx="8064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197" name="Ink 196">
                  <a:extLst>
                    <a:ext uri="{FF2B5EF4-FFF2-40B4-BE49-F238E27FC236}">
                      <a16:creationId xmlns:a16="http://schemas.microsoft.com/office/drawing/2014/main" id="{DA25C175-2C1E-03D5-6291-B13078FF1B7A}"/>
                    </a:ext>
                  </a:extLst>
                </p14:cNvPr>
                <p14:cNvContentPartPr/>
                <p14:nvPr/>
              </p14:nvContentPartPr>
              <p14:xfrm>
                <a:off x="11459318" y="1456776"/>
                <a:ext cx="3960" cy="104760"/>
              </p14:xfrm>
            </p:contentPart>
          </mc:Choice>
          <mc:Fallback>
            <p:pic>
              <p:nvPicPr>
                <p:cNvPr id="197" name="Ink 196">
                  <a:extLst>
                    <a:ext uri="{FF2B5EF4-FFF2-40B4-BE49-F238E27FC236}">
                      <a16:creationId xmlns:a16="http://schemas.microsoft.com/office/drawing/2014/main" id="{DA25C175-2C1E-03D5-6291-B13078FF1B7A}"/>
                    </a:ext>
                  </a:extLst>
                </p:cNvPr>
                <p:cNvPicPr/>
                <p:nvPr/>
              </p:nvPicPr>
              <p:blipFill>
                <a:blip r:embed="rId118"/>
                <a:stretch>
                  <a:fillRect/>
                </a:stretch>
              </p:blipFill>
              <p:spPr>
                <a:xfrm>
                  <a:off x="11454998" y="1452456"/>
                  <a:ext cx="1260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198" name="Ink 197">
                  <a:extLst>
                    <a:ext uri="{FF2B5EF4-FFF2-40B4-BE49-F238E27FC236}">
                      <a16:creationId xmlns:a16="http://schemas.microsoft.com/office/drawing/2014/main" id="{0B5DA6B4-7B87-EF05-EED8-650313B3EC29}"/>
                    </a:ext>
                  </a:extLst>
                </p14:cNvPr>
                <p14:cNvContentPartPr/>
                <p14:nvPr/>
              </p14:nvContentPartPr>
              <p14:xfrm>
                <a:off x="11464718" y="1407816"/>
                <a:ext cx="2880" cy="5760"/>
              </p14:xfrm>
            </p:contentPart>
          </mc:Choice>
          <mc:Fallback>
            <p:pic>
              <p:nvPicPr>
                <p:cNvPr id="198" name="Ink 197">
                  <a:extLst>
                    <a:ext uri="{FF2B5EF4-FFF2-40B4-BE49-F238E27FC236}">
                      <a16:creationId xmlns:a16="http://schemas.microsoft.com/office/drawing/2014/main" id="{0B5DA6B4-7B87-EF05-EED8-650313B3EC29}"/>
                    </a:ext>
                  </a:extLst>
                </p:cNvPr>
                <p:cNvPicPr/>
                <p:nvPr/>
              </p:nvPicPr>
              <p:blipFill>
                <a:blip r:embed="rId120"/>
                <a:stretch>
                  <a:fillRect/>
                </a:stretch>
              </p:blipFill>
              <p:spPr>
                <a:xfrm>
                  <a:off x="11460398" y="1403496"/>
                  <a:ext cx="11520" cy="1440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199" name="Ink 198">
                  <a:extLst>
                    <a:ext uri="{FF2B5EF4-FFF2-40B4-BE49-F238E27FC236}">
                      <a16:creationId xmlns:a16="http://schemas.microsoft.com/office/drawing/2014/main" id="{4B0B5819-0CF5-4787-5DBC-223D70B220EC}"/>
                    </a:ext>
                  </a:extLst>
                </p14:cNvPr>
                <p14:cNvContentPartPr/>
                <p14:nvPr/>
              </p14:nvContentPartPr>
              <p14:xfrm>
                <a:off x="11520158" y="1334736"/>
                <a:ext cx="195120" cy="54720"/>
              </p14:xfrm>
            </p:contentPart>
          </mc:Choice>
          <mc:Fallback>
            <p:pic>
              <p:nvPicPr>
                <p:cNvPr id="199" name="Ink 198">
                  <a:extLst>
                    <a:ext uri="{FF2B5EF4-FFF2-40B4-BE49-F238E27FC236}">
                      <a16:creationId xmlns:a16="http://schemas.microsoft.com/office/drawing/2014/main" id="{4B0B5819-0CF5-4787-5DBC-223D70B220EC}"/>
                    </a:ext>
                  </a:extLst>
                </p:cNvPr>
                <p:cNvPicPr/>
                <p:nvPr/>
              </p:nvPicPr>
              <p:blipFill>
                <a:blip r:embed="rId122"/>
                <a:stretch>
                  <a:fillRect/>
                </a:stretch>
              </p:blipFill>
              <p:spPr>
                <a:xfrm>
                  <a:off x="11515838" y="1330416"/>
                  <a:ext cx="20376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200" name="Ink 199">
                  <a:extLst>
                    <a:ext uri="{FF2B5EF4-FFF2-40B4-BE49-F238E27FC236}">
                      <a16:creationId xmlns:a16="http://schemas.microsoft.com/office/drawing/2014/main" id="{B183F349-6C1A-F434-10B6-906AEDEE42F6}"/>
                    </a:ext>
                  </a:extLst>
                </p14:cNvPr>
                <p14:cNvContentPartPr/>
                <p14:nvPr/>
              </p14:nvContentPartPr>
              <p14:xfrm>
                <a:off x="11719238" y="1264536"/>
                <a:ext cx="53640" cy="174600"/>
              </p14:xfrm>
            </p:contentPart>
          </mc:Choice>
          <mc:Fallback>
            <p:pic>
              <p:nvPicPr>
                <p:cNvPr id="200" name="Ink 199">
                  <a:extLst>
                    <a:ext uri="{FF2B5EF4-FFF2-40B4-BE49-F238E27FC236}">
                      <a16:creationId xmlns:a16="http://schemas.microsoft.com/office/drawing/2014/main" id="{B183F349-6C1A-F434-10B6-906AEDEE42F6}"/>
                    </a:ext>
                  </a:extLst>
                </p:cNvPr>
                <p:cNvPicPr/>
                <p:nvPr/>
              </p:nvPicPr>
              <p:blipFill>
                <a:blip r:embed="rId124"/>
                <a:stretch>
                  <a:fillRect/>
                </a:stretch>
              </p:blipFill>
              <p:spPr>
                <a:xfrm>
                  <a:off x="11714918" y="1260216"/>
                  <a:ext cx="6228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201" name="Ink 200">
                  <a:extLst>
                    <a:ext uri="{FF2B5EF4-FFF2-40B4-BE49-F238E27FC236}">
                      <a16:creationId xmlns:a16="http://schemas.microsoft.com/office/drawing/2014/main" id="{0F0588AD-38F2-C585-E4BB-10A3AE8846CC}"/>
                    </a:ext>
                  </a:extLst>
                </p14:cNvPr>
                <p14:cNvContentPartPr/>
                <p14:nvPr/>
              </p14:nvContentPartPr>
              <p14:xfrm>
                <a:off x="11668118" y="1260936"/>
                <a:ext cx="110880" cy="205200"/>
              </p14:xfrm>
            </p:contentPart>
          </mc:Choice>
          <mc:Fallback>
            <p:pic>
              <p:nvPicPr>
                <p:cNvPr id="201" name="Ink 200">
                  <a:extLst>
                    <a:ext uri="{FF2B5EF4-FFF2-40B4-BE49-F238E27FC236}">
                      <a16:creationId xmlns:a16="http://schemas.microsoft.com/office/drawing/2014/main" id="{0F0588AD-38F2-C585-E4BB-10A3AE8846CC}"/>
                    </a:ext>
                  </a:extLst>
                </p:cNvPr>
                <p:cNvPicPr/>
                <p:nvPr/>
              </p:nvPicPr>
              <p:blipFill>
                <a:blip r:embed="rId126"/>
                <a:stretch>
                  <a:fillRect/>
                </a:stretch>
              </p:blipFill>
              <p:spPr>
                <a:xfrm>
                  <a:off x="11663798" y="1256616"/>
                  <a:ext cx="119520" cy="21384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202" name="Ink 201">
                  <a:extLst>
                    <a:ext uri="{FF2B5EF4-FFF2-40B4-BE49-F238E27FC236}">
                      <a16:creationId xmlns:a16="http://schemas.microsoft.com/office/drawing/2014/main" id="{412DBB3B-E110-FFDE-7385-A8D4FC11C150}"/>
                    </a:ext>
                  </a:extLst>
                </p14:cNvPr>
                <p14:cNvContentPartPr/>
                <p14:nvPr/>
              </p14:nvContentPartPr>
              <p14:xfrm>
                <a:off x="11675318" y="1184976"/>
                <a:ext cx="144000" cy="26280"/>
              </p14:xfrm>
            </p:contentPart>
          </mc:Choice>
          <mc:Fallback>
            <p:pic>
              <p:nvPicPr>
                <p:cNvPr id="202" name="Ink 201">
                  <a:extLst>
                    <a:ext uri="{FF2B5EF4-FFF2-40B4-BE49-F238E27FC236}">
                      <a16:creationId xmlns:a16="http://schemas.microsoft.com/office/drawing/2014/main" id="{412DBB3B-E110-FFDE-7385-A8D4FC11C150}"/>
                    </a:ext>
                  </a:extLst>
                </p:cNvPr>
                <p:cNvPicPr/>
                <p:nvPr/>
              </p:nvPicPr>
              <p:blipFill>
                <a:blip r:embed="rId128"/>
                <a:stretch>
                  <a:fillRect/>
                </a:stretch>
              </p:blipFill>
              <p:spPr>
                <a:xfrm>
                  <a:off x="11670998" y="1180656"/>
                  <a:ext cx="15264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203" name="Ink 202">
                  <a:extLst>
                    <a:ext uri="{FF2B5EF4-FFF2-40B4-BE49-F238E27FC236}">
                      <a16:creationId xmlns:a16="http://schemas.microsoft.com/office/drawing/2014/main" id="{B7F08FCB-0CE0-BB2C-6FF5-45F114F5322D}"/>
                    </a:ext>
                  </a:extLst>
                </p14:cNvPr>
                <p14:cNvContentPartPr/>
                <p14:nvPr/>
              </p14:nvContentPartPr>
              <p14:xfrm>
                <a:off x="11805998" y="1153656"/>
                <a:ext cx="89640" cy="385560"/>
              </p14:xfrm>
            </p:contentPart>
          </mc:Choice>
          <mc:Fallback>
            <p:pic>
              <p:nvPicPr>
                <p:cNvPr id="203" name="Ink 202">
                  <a:extLst>
                    <a:ext uri="{FF2B5EF4-FFF2-40B4-BE49-F238E27FC236}">
                      <a16:creationId xmlns:a16="http://schemas.microsoft.com/office/drawing/2014/main" id="{B7F08FCB-0CE0-BB2C-6FF5-45F114F5322D}"/>
                    </a:ext>
                  </a:extLst>
                </p:cNvPr>
                <p:cNvPicPr/>
                <p:nvPr/>
              </p:nvPicPr>
              <p:blipFill>
                <a:blip r:embed="rId130"/>
                <a:stretch>
                  <a:fillRect/>
                </a:stretch>
              </p:blipFill>
              <p:spPr>
                <a:xfrm>
                  <a:off x="11801678" y="1149336"/>
                  <a:ext cx="98280" cy="39420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204" name="Ink 203">
                  <a:extLst>
                    <a:ext uri="{FF2B5EF4-FFF2-40B4-BE49-F238E27FC236}">
                      <a16:creationId xmlns:a16="http://schemas.microsoft.com/office/drawing/2014/main" id="{76A48F53-E03E-7FE9-A186-34B70EDC4191}"/>
                    </a:ext>
                  </a:extLst>
                </p14:cNvPr>
                <p14:cNvContentPartPr/>
                <p14:nvPr/>
              </p14:nvContentPartPr>
              <p14:xfrm>
                <a:off x="11960798" y="1101096"/>
                <a:ext cx="180720" cy="111600"/>
              </p14:xfrm>
            </p:contentPart>
          </mc:Choice>
          <mc:Fallback>
            <p:pic>
              <p:nvPicPr>
                <p:cNvPr id="204" name="Ink 203">
                  <a:extLst>
                    <a:ext uri="{FF2B5EF4-FFF2-40B4-BE49-F238E27FC236}">
                      <a16:creationId xmlns:a16="http://schemas.microsoft.com/office/drawing/2014/main" id="{76A48F53-E03E-7FE9-A186-34B70EDC4191}"/>
                    </a:ext>
                  </a:extLst>
                </p:cNvPr>
                <p:cNvPicPr/>
                <p:nvPr/>
              </p:nvPicPr>
              <p:blipFill>
                <a:blip r:embed="rId132"/>
                <a:stretch>
                  <a:fillRect/>
                </a:stretch>
              </p:blipFill>
              <p:spPr>
                <a:xfrm>
                  <a:off x="11956478" y="1096776"/>
                  <a:ext cx="18936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205" name="Ink 204">
                  <a:extLst>
                    <a:ext uri="{FF2B5EF4-FFF2-40B4-BE49-F238E27FC236}">
                      <a16:creationId xmlns:a16="http://schemas.microsoft.com/office/drawing/2014/main" id="{BED162E4-7D73-4CC1-E2BD-ADD8D79592B3}"/>
                    </a:ext>
                  </a:extLst>
                </p14:cNvPr>
                <p14:cNvContentPartPr/>
                <p14:nvPr/>
              </p14:nvContentPartPr>
              <p14:xfrm>
                <a:off x="10987358" y="1757376"/>
                <a:ext cx="1120680" cy="272160"/>
              </p14:xfrm>
            </p:contentPart>
          </mc:Choice>
          <mc:Fallback>
            <p:pic>
              <p:nvPicPr>
                <p:cNvPr id="205" name="Ink 204">
                  <a:extLst>
                    <a:ext uri="{FF2B5EF4-FFF2-40B4-BE49-F238E27FC236}">
                      <a16:creationId xmlns:a16="http://schemas.microsoft.com/office/drawing/2014/main" id="{BED162E4-7D73-4CC1-E2BD-ADD8D79592B3}"/>
                    </a:ext>
                  </a:extLst>
                </p:cNvPr>
                <p:cNvPicPr/>
                <p:nvPr/>
              </p:nvPicPr>
              <p:blipFill>
                <a:blip r:embed="rId134"/>
                <a:stretch>
                  <a:fillRect/>
                </a:stretch>
              </p:blipFill>
              <p:spPr>
                <a:xfrm>
                  <a:off x="10983038" y="1753056"/>
                  <a:ext cx="1129320" cy="28080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206" name="Ink 205">
                  <a:extLst>
                    <a:ext uri="{FF2B5EF4-FFF2-40B4-BE49-F238E27FC236}">
                      <a16:creationId xmlns:a16="http://schemas.microsoft.com/office/drawing/2014/main" id="{22E181E2-BFE2-E01D-DF9D-67989AE540AE}"/>
                    </a:ext>
                  </a:extLst>
                </p14:cNvPr>
                <p14:cNvContentPartPr/>
                <p14:nvPr/>
              </p14:nvContentPartPr>
              <p14:xfrm>
                <a:off x="11224238" y="2092176"/>
                <a:ext cx="236520" cy="154800"/>
              </p14:xfrm>
            </p:contentPart>
          </mc:Choice>
          <mc:Fallback>
            <p:pic>
              <p:nvPicPr>
                <p:cNvPr id="206" name="Ink 205">
                  <a:extLst>
                    <a:ext uri="{FF2B5EF4-FFF2-40B4-BE49-F238E27FC236}">
                      <a16:creationId xmlns:a16="http://schemas.microsoft.com/office/drawing/2014/main" id="{22E181E2-BFE2-E01D-DF9D-67989AE540AE}"/>
                    </a:ext>
                  </a:extLst>
                </p:cNvPr>
                <p:cNvPicPr/>
                <p:nvPr/>
              </p:nvPicPr>
              <p:blipFill>
                <a:blip r:embed="rId136"/>
                <a:stretch>
                  <a:fillRect/>
                </a:stretch>
              </p:blipFill>
              <p:spPr>
                <a:xfrm>
                  <a:off x="11219918" y="2087856"/>
                  <a:ext cx="24516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207" name="Ink 206">
                  <a:extLst>
                    <a:ext uri="{FF2B5EF4-FFF2-40B4-BE49-F238E27FC236}">
                      <a16:creationId xmlns:a16="http://schemas.microsoft.com/office/drawing/2014/main" id="{FA8EA10E-3972-17FE-C30F-4808974B3275}"/>
                    </a:ext>
                  </a:extLst>
                </p14:cNvPr>
                <p14:cNvContentPartPr/>
                <p14:nvPr/>
              </p14:nvContentPartPr>
              <p14:xfrm>
                <a:off x="11529518" y="2088216"/>
                <a:ext cx="212400" cy="94320"/>
              </p14:xfrm>
            </p:contentPart>
          </mc:Choice>
          <mc:Fallback>
            <p:pic>
              <p:nvPicPr>
                <p:cNvPr id="207" name="Ink 206">
                  <a:extLst>
                    <a:ext uri="{FF2B5EF4-FFF2-40B4-BE49-F238E27FC236}">
                      <a16:creationId xmlns:a16="http://schemas.microsoft.com/office/drawing/2014/main" id="{FA8EA10E-3972-17FE-C30F-4808974B3275}"/>
                    </a:ext>
                  </a:extLst>
                </p:cNvPr>
                <p:cNvPicPr/>
                <p:nvPr/>
              </p:nvPicPr>
              <p:blipFill>
                <a:blip r:embed="rId138"/>
                <a:stretch>
                  <a:fillRect/>
                </a:stretch>
              </p:blipFill>
              <p:spPr>
                <a:xfrm>
                  <a:off x="11525198" y="2083896"/>
                  <a:ext cx="22104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208" name="Ink 207">
                  <a:extLst>
                    <a:ext uri="{FF2B5EF4-FFF2-40B4-BE49-F238E27FC236}">
                      <a16:creationId xmlns:a16="http://schemas.microsoft.com/office/drawing/2014/main" id="{5D2094BD-B8FE-7EDC-8774-60EDC9A7BADC}"/>
                    </a:ext>
                  </a:extLst>
                </p14:cNvPr>
                <p14:cNvContentPartPr/>
                <p14:nvPr/>
              </p14:nvContentPartPr>
              <p14:xfrm>
                <a:off x="11849918" y="1993536"/>
                <a:ext cx="33120" cy="191880"/>
              </p14:xfrm>
            </p:contentPart>
          </mc:Choice>
          <mc:Fallback>
            <p:pic>
              <p:nvPicPr>
                <p:cNvPr id="208" name="Ink 207">
                  <a:extLst>
                    <a:ext uri="{FF2B5EF4-FFF2-40B4-BE49-F238E27FC236}">
                      <a16:creationId xmlns:a16="http://schemas.microsoft.com/office/drawing/2014/main" id="{5D2094BD-B8FE-7EDC-8774-60EDC9A7BADC}"/>
                    </a:ext>
                  </a:extLst>
                </p:cNvPr>
                <p:cNvPicPr/>
                <p:nvPr/>
              </p:nvPicPr>
              <p:blipFill>
                <a:blip r:embed="rId140"/>
                <a:stretch>
                  <a:fillRect/>
                </a:stretch>
              </p:blipFill>
              <p:spPr>
                <a:xfrm>
                  <a:off x="11845598" y="1989216"/>
                  <a:ext cx="41760" cy="20052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236" name="Ink 235">
                  <a:extLst>
                    <a:ext uri="{FF2B5EF4-FFF2-40B4-BE49-F238E27FC236}">
                      <a16:creationId xmlns:a16="http://schemas.microsoft.com/office/drawing/2014/main" id="{2B5AED42-300A-E9AD-A18B-23DAED8B995E}"/>
                    </a:ext>
                  </a:extLst>
                </p14:cNvPr>
                <p14:cNvContentPartPr/>
                <p14:nvPr/>
              </p14:nvContentPartPr>
              <p14:xfrm>
                <a:off x="11102918" y="1645056"/>
                <a:ext cx="867960" cy="205560"/>
              </p14:xfrm>
            </p:contentPart>
          </mc:Choice>
          <mc:Fallback>
            <p:pic>
              <p:nvPicPr>
                <p:cNvPr id="236" name="Ink 235">
                  <a:extLst>
                    <a:ext uri="{FF2B5EF4-FFF2-40B4-BE49-F238E27FC236}">
                      <a16:creationId xmlns:a16="http://schemas.microsoft.com/office/drawing/2014/main" id="{2B5AED42-300A-E9AD-A18B-23DAED8B995E}"/>
                    </a:ext>
                  </a:extLst>
                </p:cNvPr>
                <p:cNvPicPr/>
                <p:nvPr/>
              </p:nvPicPr>
              <p:blipFill>
                <a:blip r:embed="rId142"/>
                <a:stretch>
                  <a:fillRect/>
                </a:stretch>
              </p:blipFill>
              <p:spPr>
                <a:xfrm>
                  <a:off x="11098598" y="1640736"/>
                  <a:ext cx="87660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237" name="Ink 236">
                  <a:extLst>
                    <a:ext uri="{FF2B5EF4-FFF2-40B4-BE49-F238E27FC236}">
                      <a16:creationId xmlns:a16="http://schemas.microsoft.com/office/drawing/2014/main" id="{60D9A739-FC1C-FC61-5E30-0E7380315F4B}"/>
                    </a:ext>
                  </a:extLst>
                </p14:cNvPr>
                <p14:cNvContentPartPr/>
                <p14:nvPr/>
              </p14:nvContentPartPr>
              <p14:xfrm>
                <a:off x="11170598" y="1703376"/>
                <a:ext cx="957960" cy="186840"/>
              </p14:xfrm>
            </p:contentPart>
          </mc:Choice>
          <mc:Fallback>
            <p:pic>
              <p:nvPicPr>
                <p:cNvPr id="237" name="Ink 236">
                  <a:extLst>
                    <a:ext uri="{FF2B5EF4-FFF2-40B4-BE49-F238E27FC236}">
                      <a16:creationId xmlns:a16="http://schemas.microsoft.com/office/drawing/2014/main" id="{60D9A739-FC1C-FC61-5E30-0E7380315F4B}"/>
                    </a:ext>
                  </a:extLst>
                </p:cNvPr>
                <p:cNvPicPr/>
                <p:nvPr/>
              </p:nvPicPr>
              <p:blipFill>
                <a:blip r:embed="rId144"/>
                <a:stretch>
                  <a:fillRect/>
                </a:stretch>
              </p:blipFill>
              <p:spPr>
                <a:xfrm>
                  <a:off x="11166278" y="1699056"/>
                  <a:ext cx="96660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241" name="Ink 240">
                  <a:extLst>
                    <a:ext uri="{FF2B5EF4-FFF2-40B4-BE49-F238E27FC236}">
                      <a16:creationId xmlns:a16="http://schemas.microsoft.com/office/drawing/2014/main" id="{6F83F312-4DF7-6B0B-25BE-C54FDD5FE434}"/>
                    </a:ext>
                  </a:extLst>
                </p14:cNvPr>
                <p14:cNvContentPartPr/>
                <p14:nvPr/>
              </p14:nvContentPartPr>
              <p14:xfrm>
                <a:off x="11170598" y="1702296"/>
                <a:ext cx="18720" cy="18000"/>
              </p14:xfrm>
            </p:contentPart>
          </mc:Choice>
          <mc:Fallback>
            <p:pic>
              <p:nvPicPr>
                <p:cNvPr id="241" name="Ink 240">
                  <a:extLst>
                    <a:ext uri="{FF2B5EF4-FFF2-40B4-BE49-F238E27FC236}">
                      <a16:creationId xmlns:a16="http://schemas.microsoft.com/office/drawing/2014/main" id="{6F83F312-4DF7-6B0B-25BE-C54FDD5FE434}"/>
                    </a:ext>
                  </a:extLst>
                </p:cNvPr>
                <p:cNvPicPr/>
                <p:nvPr/>
              </p:nvPicPr>
              <p:blipFill>
                <a:blip r:embed="rId146"/>
                <a:stretch>
                  <a:fillRect/>
                </a:stretch>
              </p:blipFill>
              <p:spPr>
                <a:xfrm>
                  <a:off x="11166278" y="1697976"/>
                  <a:ext cx="2736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242" name="Ink 241">
                  <a:extLst>
                    <a:ext uri="{FF2B5EF4-FFF2-40B4-BE49-F238E27FC236}">
                      <a16:creationId xmlns:a16="http://schemas.microsoft.com/office/drawing/2014/main" id="{1C4E3CEB-BD99-A0E5-2998-1F9C7430C98D}"/>
                    </a:ext>
                  </a:extLst>
                </p14:cNvPr>
                <p14:cNvContentPartPr/>
                <p14:nvPr/>
              </p14:nvContentPartPr>
              <p14:xfrm>
                <a:off x="11171318" y="1710576"/>
                <a:ext cx="6840" cy="12600"/>
              </p14:xfrm>
            </p:contentPart>
          </mc:Choice>
          <mc:Fallback>
            <p:pic>
              <p:nvPicPr>
                <p:cNvPr id="242" name="Ink 241">
                  <a:extLst>
                    <a:ext uri="{FF2B5EF4-FFF2-40B4-BE49-F238E27FC236}">
                      <a16:creationId xmlns:a16="http://schemas.microsoft.com/office/drawing/2014/main" id="{1C4E3CEB-BD99-A0E5-2998-1F9C7430C98D}"/>
                    </a:ext>
                  </a:extLst>
                </p:cNvPr>
                <p:cNvPicPr/>
                <p:nvPr/>
              </p:nvPicPr>
              <p:blipFill>
                <a:blip r:embed="rId148"/>
                <a:stretch>
                  <a:fillRect/>
                </a:stretch>
              </p:blipFill>
              <p:spPr>
                <a:xfrm>
                  <a:off x="11166998" y="1706256"/>
                  <a:ext cx="15480" cy="2124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243" name="Ink 242">
                  <a:extLst>
                    <a:ext uri="{FF2B5EF4-FFF2-40B4-BE49-F238E27FC236}">
                      <a16:creationId xmlns:a16="http://schemas.microsoft.com/office/drawing/2014/main" id="{E78A1ED6-B59D-D1E9-B13F-5A79250969EA}"/>
                    </a:ext>
                  </a:extLst>
                </p14:cNvPr>
                <p14:cNvContentPartPr/>
                <p14:nvPr/>
              </p14:nvContentPartPr>
              <p14:xfrm>
                <a:off x="11773238" y="1528416"/>
                <a:ext cx="6840" cy="5760"/>
              </p14:xfrm>
            </p:contentPart>
          </mc:Choice>
          <mc:Fallback>
            <p:pic>
              <p:nvPicPr>
                <p:cNvPr id="243" name="Ink 242">
                  <a:extLst>
                    <a:ext uri="{FF2B5EF4-FFF2-40B4-BE49-F238E27FC236}">
                      <a16:creationId xmlns:a16="http://schemas.microsoft.com/office/drawing/2014/main" id="{E78A1ED6-B59D-D1E9-B13F-5A79250969EA}"/>
                    </a:ext>
                  </a:extLst>
                </p:cNvPr>
                <p:cNvPicPr/>
                <p:nvPr/>
              </p:nvPicPr>
              <p:blipFill>
                <a:blip r:embed="rId150"/>
                <a:stretch>
                  <a:fillRect/>
                </a:stretch>
              </p:blipFill>
              <p:spPr>
                <a:xfrm>
                  <a:off x="11768918" y="1524096"/>
                  <a:ext cx="15480" cy="1440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244" name="Ink 243">
                  <a:extLst>
                    <a:ext uri="{FF2B5EF4-FFF2-40B4-BE49-F238E27FC236}">
                      <a16:creationId xmlns:a16="http://schemas.microsoft.com/office/drawing/2014/main" id="{B0018E2A-1493-8B26-6B1F-696D97ADB262}"/>
                    </a:ext>
                  </a:extLst>
                </p14:cNvPr>
                <p14:cNvContentPartPr/>
                <p14:nvPr/>
              </p14:nvContentPartPr>
              <p14:xfrm>
                <a:off x="11454998" y="1586016"/>
                <a:ext cx="7200" cy="6840"/>
              </p14:xfrm>
            </p:contentPart>
          </mc:Choice>
          <mc:Fallback>
            <p:pic>
              <p:nvPicPr>
                <p:cNvPr id="244" name="Ink 243">
                  <a:extLst>
                    <a:ext uri="{FF2B5EF4-FFF2-40B4-BE49-F238E27FC236}">
                      <a16:creationId xmlns:a16="http://schemas.microsoft.com/office/drawing/2014/main" id="{B0018E2A-1493-8B26-6B1F-696D97ADB262}"/>
                    </a:ext>
                  </a:extLst>
                </p:cNvPr>
                <p:cNvPicPr/>
                <p:nvPr/>
              </p:nvPicPr>
              <p:blipFill>
                <a:blip r:embed="rId152"/>
                <a:stretch>
                  <a:fillRect/>
                </a:stretch>
              </p:blipFill>
              <p:spPr>
                <a:xfrm>
                  <a:off x="11450678" y="1581696"/>
                  <a:ext cx="15840" cy="1548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245" name="Ink 244">
                  <a:extLst>
                    <a:ext uri="{FF2B5EF4-FFF2-40B4-BE49-F238E27FC236}">
                      <a16:creationId xmlns:a16="http://schemas.microsoft.com/office/drawing/2014/main" id="{DAC7287C-3AAC-81F8-D64B-39CB9C1919C9}"/>
                    </a:ext>
                  </a:extLst>
                </p14:cNvPr>
                <p14:cNvContentPartPr/>
                <p14:nvPr/>
              </p14:nvContentPartPr>
              <p14:xfrm>
                <a:off x="11852798" y="1376856"/>
                <a:ext cx="4320" cy="2520"/>
              </p14:xfrm>
            </p:contentPart>
          </mc:Choice>
          <mc:Fallback>
            <p:pic>
              <p:nvPicPr>
                <p:cNvPr id="245" name="Ink 244">
                  <a:extLst>
                    <a:ext uri="{FF2B5EF4-FFF2-40B4-BE49-F238E27FC236}">
                      <a16:creationId xmlns:a16="http://schemas.microsoft.com/office/drawing/2014/main" id="{DAC7287C-3AAC-81F8-D64B-39CB9C1919C9}"/>
                    </a:ext>
                  </a:extLst>
                </p:cNvPr>
                <p:cNvPicPr/>
                <p:nvPr/>
              </p:nvPicPr>
              <p:blipFill>
                <a:blip r:embed="rId154"/>
                <a:stretch>
                  <a:fillRect/>
                </a:stretch>
              </p:blipFill>
              <p:spPr>
                <a:xfrm>
                  <a:off x="11848478" y="1372536"/>
                  <a:ext cx="12960" cy="1116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247" name="Ink 246">
                  <a:extLst>
                    <a:ext uri="{FF2B5EF4-FFF2-40B4-BE49-F238E27FC236}">
                      <a16:creationId xmlns:a16="http://schemas.microsoft.com/office/drawing/2014/main" id="{A829D004-595C-DF8A-4EFC-821B954CA18E}"/>
                    </a:ext>
                  </a:extLst>
                </p14:cNvPr>
                <p14:cNvContentPartPr/>
                <p14:nvPr/>
              </p14:nvContentPartPr>
              <p14:xfrm>
                <a:off x="11668838" y="1515816"/>
                <a:ext cx="172080" cy="48240"/>
              </p14:xfrm>
            </p:contentPart>
          </mc:Choice>
          <mc:Fallback>
            <p:pic>
              <p:nvPicPr>
                <p:cNvPr id="247" name="Ink 246">
                  <a:extLst>
                    <a:ext uri="{FF2B5EF4-FFF2-40B4-BE49-F238E27FC236}">
                      <a16:creationId xmlns:a16="http://schemas.microsoft.com/office/drawing/2014/main" id="{A829D004-595C-DF8A-4EFC-821B954CA18E}"/>
                    </a:ext>
                  </a:extLst>
                </p:cNvPr>
                <p:cNvPicPr/>
                <p:nvPr/>
              </p:nvPicPr>
              <p:blipFill>
                <a:blip r:embed="rId156"/>
                <a:stretch>
                  <a:fillRect/>
                </a:stretch>
              </p:blipFill>
              <p:spPr>
                <a:xfrm>
                  <a:off x="11664518" y="1511496"/>
                  <a:ext cx="18072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248" name="Ink 247">
                  <a:extLst>
                    <a:ext uri="{FF2B5EF4-FFF2-40B4-BE49-F238E27FC236}">
                      <a16:creationId xmlns:a16="http://schemas.microsoft.com/office/drawing/2014/main" id="{1F9F8C13-BDD6-D7A5-C4DB-D33281073666}"/>
                    </a:ext>
                  </a:extLst>
                </p14:cNvPr>
                <p14:cNvContentPartPr/>
                <p14:nvPr/>
              </p14:nvContentPartPr>
              <p14:xfrm>
                <a:off x="11664158" y="1559376"/>
                <a:ext cx="212040" cy="43200"/>
              </p14:xfrm>
            </p:contentPart>
          </mc:Choice>
          <mc:Fallback>
            <p:pic>
              <p:nvPicPr>
                <p:cNvPr id="248" name="Ink 247">
                  <a:extLst>
                    <a:ext uri="{FF2B5EF4-FFF2-40B4-BE49-F238E27FC236}">
                      <a16:creationId xmlns:a16="http://schemas.microsoft.com/office/drawing/2014/main" id="{1F9F8C13-BDD6-D7A5-C4DB-D33281073666}"/>
                    </a:ext>
                  </a:extLst>
                </p:cNvPr>
                <p:cNvPicPr/>
                <p:nvPr/>
              </p:nvPicPr>
              <p:blipFill>
                <a:blip r:embed="rId158"/>
                <a:stretch>
                  <a:fillRect/>
                </a:stretch>
              </p:blipFill>
              <p:spPr>
                <a:xfrm>
                  <a:off x="11659838" y="1555056"/>
                  <a:ext cx="22068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250" name="Ink 249">
                  <a:extLst>
                    <a:ext uri="{FF2B5EF4-FFF2-40B4-BE49-F238E27FC236}">
                      <a16:creationId xmlns:a16="http://schemas.microsoft.com/office/drawing/2014/main" id="{F47B3003-7173-19FE-4B45-84BB71CF371D}"/>
                    </a:ext>
                  </a:extLst>
                </p14:cNvPr>
                <p14:cNvContentPartPr/>
                <p14:nvPr/>
              </p14:nvContentPartPr>
              <p14:xfrm>
                <a:off x="11340878" y="1575936"/>
                <a:ext cx="11520" cy="4320"/>
              </p14:xfrm>
            </p:contentPart>
          </mc:Choice>
          <mc:Fallback>
            <p:pic>
              <p:nvPicPr>
                <p:cNvPr id="250" name="Ink 249">
                  <a:extLst>
                    <a:ext uri="{FF2B5EF4-FFF2-40B4-BE49-F238E27FC236}">
                      <a16:creationId xmlns:a16="http://schemas.microsoft.com/office/drawing/2014/main" id="{F47B3003-7173-19FE-4B45-84BB71CF371D}"/>
                    </a:ext>
                  </a:extLst>
                </p:cNvPr>
                <p:cNvPicPr/>
                <p:nvPr/>
              </p:nvPicPr>
              <p:blipFill>
                <a:blip r:embed="rId160"/>
                <a:stretch>
                  <a:fillRect/>
                </a:stretch>
              </p:blipFill>
              <p:spPr>
                <a:xfrm>
                  <a:off x="11336558" y="1571616"/>
                  <a:ext cx="20160" cy="1296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251" name="Ink 250">
                  <a:extLst>
                    <a:ext uri="{FF2B5EF4-FFF2-40B4-BE49-F238E27FC236}">
                      <a16:creationId xmlns:a16="http://schemas.microsoft.com/office/drawing/2014/main" id="{16FAFB6C-96D1-35B8-1218-6CEB015361BA}"/>
                    </a:ext>
                  </a:extLst>
                </p14:cNvPr>
                <p14:cNvContentPartPr/>
                <p14:nvPr/>
              </p14:nvContentPartPr>
              <p14:xfrm>
                <a:off x="11777558" y="1445976"/>
                <a:ext cx="14040" cy="12600"/>
              </p14:xfrm>
            </p:contentPart>
          </mc:Choice>
          <mc:Fallback>
            <p:pic>
              <p:nvPicPr>
                <p:cNvPr id="251" name="Ink 250">
                  <a:extLst>
                    <a:ext uri="{FF2B5EF4-FFF2-40B4-BE49-F238E27FC236}">
                      <a16:creationId xmlns:a16="http://schemas.microsoft.com/office/drawing/2014/main" id="{16FAFB6C-96D1-35B8-1218-6CEB015361BA}"/>
                    </a:ext>
                  </a:extLst>
                </p:cNvPr>
                <p:cNvPicPr/>
                <p:nvPr/>
              </p:nvPicPr>
              <p:blipFill>
                <a:blip r:embed="rId162"/>
                <a:stretch>
                  <a:fillRect/>
                </a:stretch>
              </p:blipFill>
              <p:spPr>
                <a:xfrm>
                  <a:off x="11773238" y="1441656"/>
                  <a:ext cx="22680" cy="2124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257" name="Ink 256">
                  <a:extLst>
                    <a:ext uri="{FF2B5EF4-FFF2-40B4-BE49-F238E27FC236}">
                      <a16:creationId xmlns:a16="http://schemas.microsoft.com/office/drawing/2014/main" id="{384364CB-0D64-BFB0-9F35-A4EC854E1B00}"/>
                    </a:ext>
                  </a:extLst>
                </p14:cNvPr>
                <p14:cNvContentPartPr/>
                <p14:nvPr/>
              </p14:nvContentPartPr>
              <p14:xfrm>
                <a:off x="10132718" y="3455496"/>
                <a:ext cx="360000" cy="378000"/>
              </p14:xfrm>
            </p:contentPart>
          </mc:Choice>
          <mc:Fallback>
            <p:pic>
              <p:nvPicPr>
                <p:cNvPr id="257" name="Ink 256">
                  <a:extLst>
                    <a:ext uri="{FF2B5EF4-FFF2-40B4-BE49-F238E27FC236}">
                      <a16:creationId xmlns:a16="http://schemas.microsoft.com/office/drawing/2014/main" id="{384364CB-0D64-BFB0-9F35-A4EC854E1B00}"/>
                    </a:ext>
                  </a:extLst>
                </p:cNvPr>
                <p:cNvPicPr/>
                <p:nvPr/>
              </p:nvPicPr>
              <p:blipFill>
                <a:blip r:embed="rId164"/>
                <a:stretch>
                  <a:fillRect/>
                </a:stretch>
              </p:blipFill>
              <p:spPr>
                <a:xfrm>
                  <a:off x="10128398" y="3451176"/>
                  <a:ext cx="368640" cy="38664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258" name="Ink 257">
                  <a:extLst>
                    <a:ext uri="{FF2B5EF4-FFF2-40B4-BE49-F238E27FC236}">
                      <a16:creationId xmlns:a16="http://schemas.microsoft.com/office/drawing/2014/main" id="{45D832A9-FA76-5DB1-B3C9-234FF474A58C}"/>
                    </a:ext>
                  </a:extLst>
                </p14:cNvPr>
                <p14:cNvContentPartPr/>
                <p14:nvPr/>
              </p14:nvContentPartPr>
              <p14:xfrm>
                <a:off x="957038" y="1194696"/>
                <a:ext cx="307800" cy="453600"/>
              </p14:xfrm>
            </p:contentPart>
          </mc:Choice>
          <mc:Fallback>
            <p:pic>
              <p:nvPicPr>
                <p:cNvPr id="258" name="Ink 257">
                  <a:extLst>
                    <a:ext uri="{FF2B5EF4-FFF2-40B4-BE49-F238E27FC236}">
                      <a16:creationId xmlns:a16="http://schemas.microsoft.com/office/drawing/2014/main" id="{45D832A9-FA76-5DB1-B3C9-234FF474A58C}"/>
                    </a:ext>
                  </a:extLst>
                </p:cNvPr>
                <p:cNvPicPr/>
                <p:nvPr/>
              </p:nvPicPr>
              <p:blipFill>
                <a:blip r:embed="rId166"/>
                <a:stretch>
                  <a:fillRect/>
                </a:stretch>
              </p:blipFill>
              <p:spPr>
                <a:xfrm>
                  <a:off x="952718" y="1190376"/>
                  <a:ext cx="316440" cy="46224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259" name="Ink 258">
                  <a:extLst>
                    <a:ext uri="{FF2B5EF4-FFF2-40B4-BE49-F238E27FC236}">
                      <a16:creationId xmlns:a16="http://schemas.microsoft.com/office/drawing/2014/main" id="{3F5E3BEB-BD09-BBFF-B5A0-EF73B5FAFF19}"/>
                    </a:ext>
                  </a:extLst>
                </p14:cNvPr>
                <p14:cNvContentPartPr/>
                <p14:nvPr/>
              </p14:nvContentPartPr>
              <p14:xfrm>
                <a:off x="1246838" y="1099296"/>
                <a:ext cx="146160" cy="536040"/>
              </p14:xfrm>
            </p:contentPart>
          </mc:Choice>
          <mc:Fallback>
            <p:pic>
              <p:nvPicPr>
                <p:cNvPr id="259" name="Ink 258">
                  <a:extLst>
                    <a:ext uri="{FF2B5EF4-FFF2-40B4-BE49-F238E27FC236}">
                      <a16:creationId xmlns:a16="http://schemas.microsoft.com/office/drawing/2014/main" id="{3F5E3BEB-BD09-BBFF-B5A0-EF73B5FAFF19}"/>
                    </a:ext>
                  </a:extLst>
                </p:cNvPr>
                <p:cNvPicPr/>
                <p:nvPr/>
              </p:nvPicPr>
              <p:blipFill>
                <a:blip r:embed="rId168"/>
                <a:stretch>
                  <a:fillRect/>
                </a:stretch>
              </p:blipFill>
              <p:spPr>
                <a:xfrm>
                  <a:off x="1242518" y="1094976"/>
                  <a:ext cx="154800" cy="54468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260" name="Ink 259">
                  <a:extLst>
                    <a:ext uri="{FF2B5EF4-FFF2-40B4-BE49-F238E27FC236}">
                      <a16:creationId xmlns:a16="http://schemas.microsoft.com/office/drawing/2014/main" id="{15C0938B-339B-842A-3BBA-F0F91571F8F6}"/>
                    </a:ext>
                  </a:extLst>
                </p14:cNvPr>
                <p14:cNvContentPartPr/>
                <p14:nvPr/>
              </p14:nvContentPartPr>
              <p14:xfrm>
                <a:off x="644558" y="1094976"/>
                <a:ext cx="245520" cy="924480"/>
              </p14:xfrm>
            </p:contentPart>
          </mc:Choice>
          <mc:Fallback>
            <p:pic>
              <p:nvPicPr>
                <p:cNvPr id="260" name="Ink 259">
                  <a:extLst>
                    <a:ext uri="{FF2B5EF4-FFF2-40B4-BE49-F238E27FC236}">
                      <a16:creationId xmlns:a16="http://schemas.microsoft.com/office/drawing/2014/main" id="{15C0938B-339B-842A-3BBA-F0F91571F8F6}"/>
                    </a:ext>
                  </a:extLst>
                </p:cNvPr>
                <p:cNvPicPr/>
                <p:nvPr/>
              </p:nvPicPr>
              <p:blipFill>
                <a:blip r:embed="rId170"/>
                <a:stretch>
                  <a:fillRect/>
                </a:stretch>
              </p:blipFill>
              <p:spPr>
                <a:xfrm>
                  <a:off x="640238" y="1090656"/>
                  <a:ext cx="254160" cy="93312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261" name="Ink 260">
                  <a:extLst>
                    <a:ext uri="{FF2B5EF4-FFF2-40B4-BE49-F238E27FC236}">
                      <a16:creationId xmlns:a16="http://schemas.microsoft.com/office/drawing/2014/main" id="{F9A62102-8925-FDC8-5F68-85BDDF3F6493}"/>
                    </a:ext>
                  </a:extLst>
                </p14:cNvPr>
                <p14:cNvContentPartPr/>
                <p14:nvPr/>
              </p14:nvContentPartPr>
              <p14:xfrm>
                <a:off x="1196798" y="1342296"/>
                <a:ext cx="3669840" cy="562680"/>
              </p14:xfrm>
            </p:contentPart>
          </mc:Choice>
          <mc:Fallback>
            <p:pic>
              <p:nvPicPr>
                <p:cNvPr id="261" name="Ink 260">
                  <a:extLst>
                    <a:ext uri="{FF2B5EF4-FFF2-40B4-BE49-F238E27FC236}">
                      <a16:creationId xmlns:a16="http://schemas.microsoft.com/office/drawing/2014/main" id="{F9A62102-8925-FDC8-5F68-85BDDF3F6493}"/>
                    </a:ext>
                  </a:extLst>
                </p:cNvPr>
                <p:cNvPicPr/>
                <p:nvPr/>
              </p:nvPicPr>
              <p:blipFill>
                <a:blip r:embed="rId172"/>
                <a:stretch>
                  <a:fillRect/>
                </a:stretch>
              </p:blipFill>
              <p:spPr>
                <a:xfrm>
                  <a:off x="1192478" y="1337976"/>
                  <a:ext cx="3678480" cy="57132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276" name="Ink 275">
                  <a:extLst>
                    <a:ext uri="{FF2B5EF4-FFF2-40B4-BE49-F238E27FC236}">
                      <a16:creationId xmlns:a16="http://schemas.microsoft.com/office/drawing/2014/main" id="{D88FF1DC-3739-974E-3D83-9CF0670AE6AF}"/>
                    </a:ext>
                  </a:extLst>
                </p14:cNvPr>
                <p14:cNvContentPartPr/>
                <p14:nvPr/>
              </p14:nvContentPartPr>
              <p14:xfrm>
                <a:off x="2532758" y="1372536"/>
                <a:ext cx="21600" cy="16200"/>
              </p14:xfrm>
            </p:contentPart>
          </mc:Choice>
          <mc:Fallback>
            <p:pic>
              <p:nvPicPr>
                <p:cNvPr id="276" name="Ink 275">
                  <a:extLst>
                    <a:ext uri="{FF2B5EF4-FFF2-40B4-BE49-F238E27FC236}">
                      <a16:creationId xmlns:a16="http://schemas.microsoft.com/office/drawing/2014/main" id="{D88FF1DC-3739-974E-3D83-9CF0670AE6AF}"/>
                    </a:ext>
                  </a:extLst>
                </p:cNvPr>
                <p:cNvPicPr/>
                <p:nvPr/>
              </p:nvPicPr>
              <p:blipFill>
                <a:blip r:embed="rId174"/>
                <a:stretch>
                  <a:fillRect/>
                </a:stretch>
              </p:blipFill>
              <p:spPr>
                <a:xfrm>
                  <a:off x="2528438" y="1368216"/>
                  <a:ext cx="3024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277" name="Ink 276">
                  <a:extLst>
                    <a:ext uri="{FF2B5EF4-FFF2-40B4-BE49-F238E27FC236}">
                      <a16:creationId xmlns:a16="http://schemas.microsoft.com/office/drawing/2014/main" id="{774C99F6-F924-961F-CC62-EED9F5C28584}"/>
                    </a:ext>
                  </a:extLst>
                </p14:cNvPr>
                <p14:cNvContentPartPr/>
                <p14:nvPr/>
              </p14:nvContentPartPr>
              <p14:xfrm>
                <a:off x="2565518" y="2631456"/>
                <a:ext cx="4320" cy="12240"/>
              </p14:xfrm>
            </p:contentPart>
          </mc:Choice>
          <mc:Fallback>
            <p:pic>
              <p:nvPicPr>
                <p:cNvPr id="277" name="Ink 276">
                  <a:extLst>
                    <a:ext uri="{FF2B5EF4-FFF2-40B4-BE49-F238E27FC236}">
                      <a16:creationId xmlns:a16="http://schemas.microsoft.com/office/drawing/2014/main" id="{774C99F6-F924-961F-CC62-EED9F5C28584}"/>
                    </a:ext>
                  </a:extLst>
                </p:cNvPr>
                <p:cNvPicPr/>
                <p:nvPr/>
              </p:nvPicPr>
              <p:blipFill>
                <a:blip r:embed="rId176"/>
                <a:stretch>
                  <a:fillRect/>
                </a:stretch>
              </p:blipFill>
              <p:spPr>
                <a:xfrm>
                  <a:off x="2561198" y="2627136"/>
                  <a:ext cx="1296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278" name="Ink 277">
                  <a:extLst>
                    <a:ext uri="{FF2B5EF4-FFF2-40B4-BE49-F238E27FC236}">
                      <a16:creationId xmlns:a16="http://schemas.microsoft.com/office/drawing/2014/main" id="{E2379CD2-CDE1-D7E8-0E48-AEEBCFD02FA9}"/>
                    </a:ext>
                  </a:extLst>
                </p14:cNvPr>
                <p14:cNvContentPartPr/>
                <p14:nvPr/>
              </p14:nvContentPartPr>
              <p14:xfrm>
                <a:off x="2687558" y="3731256"/>
                <a:ext cx="30240" cy="7560"/>
              </p14:xfrm>
            </p:contentPart>
          </mc:Choice>
          <mc:Fallback>
            <p:pic>
              <p:nvPicPr>
                <p:cNvPr id="278" name="Ink 277">
                  <a:extLst>
                    <a:ext uri="{FF2B5EF4-FFF2-40B4-BE49-F238E27FC236}">
                      <a16:creationId xmlns:a16="http://schemas.microsoft.com/office/drawing/2014/main" id="{E2379CD2-CDE1-D7E8-0E48-AEEBCFD02FA9}"/>
                    </a:ext>
                  </a:extLst>
                </p:cNvPr>
                <p:cNvPicPr/>
                <p:nvPr/>
              </p:nvPicPr>
              <p:blipFill>
                <a:blip r:embed="rId178"/>
                <a:stretch>
                  <a:fillRect/>
                </a:stretch>
              </p:blipFill>
              <p:spPr>
                <a:xfrm>
                  <a:off x="2683238" y="3726936"/>
                  <a:ext cx="38880" cy="1620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57" name="Ink 56">
                  <a:extLst>
                    <a:ext uri="{FF2B5EF4-FFF2-40B4-BE49-F238E27FC236}">
                      <a16:creationId xmlns:a16="http://schemas.microsoft.com/office/drawing/2014/main" id="{1E1796F3-D915-2A7C-26F1-405C0FCDB92C}"/>
                    </a:ext>
                  </a:extLst>
                </p14:cNvPr>
                <p14:cNvContentPartPr/>
                <p14:nvPr/>
              </p14:nvContentPartPr>
              <p14:xfrm>
                <a:off x="3968438" y="1920456"/>
                <a:ext cx="326520" cy="168120"/>
              </p14:xfrm>
            </p:contentPart>
          </mc:Choice>
          <mc:Fallback>
            <p:pic>
              <p:nvPicPr>
                <p:cNvPr id="57" name="Ink 56">
                  <a:extLst>
                    <a:ext uri="{FF2B5EF4-FFF2-40B4-BE49-F238E27FC236}">
                      <a16:creationId xmlns:a16="http://schemas.microsoft.com/office/drawing/2014/main" id="{1E1796F3-D915-2A7C-26F1-405C0FCDB92C}"/>
                    </a:ext>
                  </a:extLst>
                </p:cNvPr>
                <p:cNvPicPr/>
                <p:nvPr/>
              </p:nvPicPr>
              <p:blipFill>
                <a:blip r:embed="rId180"/>
                <a:stretch>
                  <a:fillRect/>
                </a:stretch>
              </p:blipFill>
              <p:spPr>
                <a:xfrm>
                  <a:off x="3964118" y="1916136"/>
                  <a:ext cx="33516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58" name="Ink 57">
                  <a:extLst>
                    <a:ext uri="{FF2B5EF4-FFF2-40B4-BE49-F238E27FC236}">
                      <a16:creationId xmlns:a16="http://schemas.microsoft.com/office/drawing/2014/main" id="{DB8E579C-8F29-B84A-3222-CAC7FB55C4DB}"/>
                    </a:ext>
                  </a:extLst>
                </p14:cNvPr>
                <p14:cNvContentPartPr/>
                <p14:nvPr/>
              </p14:nvContentPartPr>
              <p14:xfrm>
                <a:off x="4302158" y="1812456"/>
                <a:ext cx="294480" cy="377640"/>
              </p14:xfrm>
            </p:contentPart>
          </mc:Choice>
          <mc:Fallback>
            <p:pic>
              <p:nvPicPr>
                <p:cNvPr id="58" name="Ink 57">
                  <a:extLst>
                    <a:ext uri="{FF2B5EF4-FFF2-40B4-BE49-F238E27FC236}">
                      <a16:creationId xmlns:a16="http://schemas.microsoft.com/office/drawing/2014/main" id="{DB8E579C-8F29-B84A-3222-CAC7FB55C4DB}"/>
                    </a:ext>
                  </a:extLst>
                </p:cNvPr>
                <p:cNvPicPr/>
                <p:nvPr/>
              </p:nvPicPr>
              <p:blipFill>
                <a:blip r:embed="rId182"/>
                <a:stretch>
                  <a:fillRect/>
                </a:stretch>
              </p:blipFill>
              <p:spPr>
                <a:xfrm>
                  <a:off x="4297838" y="1808136"/>
                  <a:ext cx="303120" cy="38628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59" name="Ink 58">
                  <a:extLst>
                    <a:ext uri="{FF2B5EF4-FFF2-40B4-BE49-F238E27FC236}">
                      <a16:creationId xmlns:a16="http://schemas.microsoft.com/office/drawing/2014/main" id="{EAC19A27-10AB-46A7-E262-F6611109FE7C}"/>
                    </a:ext>
                  </a:extLst>
                </p14:cNvPr>
                <p14:cNvContentPartPr/>
                <p14:nvPr/>
              </p14:nvContentPartPr>
              <p14:xfrm>
                <a:off x="4618598" y="1919016"/>
                <a:ext cx="169920" cy="228960"/>
              </p14:xfrm>
            </p:contentPart>
          </mc:Choice>
          <mc:Fallback>
            <p:pic>
              <p:nvPicPr>
                <p:cNvPr id="59" name="Ink 58">
                  <a:extLst>
                    <a:ext uri="{FF2B5EF4-FFF2-40B4-BE49-F238E27FC236}">
                      <a16:creationId xmlns:a16="http://schemas.microsoft.com/office/drawing/2014/main" id="{EAC19A27-10AB-46A7-E262-F6611109FE7C}"/>
                    </a:ext>
                  </a:extLst>
                </p:cNvPr>
                <p:cNvPicPr/>
                <p:nvPr/>
              </p:nvPicPr>
              <p:blipFill>
                <a:blip r:embed="rId184"/>
                <a:stretch>
                  <a:fillRect/>
                </a:stretch>
              </p:blipFill>
              <p:spPr>
                <a:xfrm>
                  <a:off x="4614278" y="1914696"/>
                  <a:ext cx="17856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60" name="Ink 59">
                  <a:extLst>
                    <a:ext uri="{FF2B5EF4-FFF2-40B4-BE49-F238E27FC236}">
                      <a16:creationId xmlns:a16="http://schemas.microsoft.com/office/drawing/2014/main" id="{395A3300-ADAC-41E0-894D-5A9519226EA3}"/>
                    </a:ext>
                  </a:extLst>
                </p14:cNvPr>
                <p14:cNvContentPartPr/>
                <p14:nvPr/>
              </p14:nvContentPartPr>
              <p14:xfrm>
                <a:off x="4754318" y="1914696"/>
                <a:ext cx="3600" cy="22320"/>
              </p14:xfrm>
            </p:contentPart>
          </mc:Choice>
          <mc:Fallback>
            <p:pic>
              <p:nvPicPr>
                <p:cNvPr id="60" name="Ink 59">
                  <a:extLst>
                    <a:ext uri="{FF2B5EF4-FFF2-40B4-BE49-F238E27FC236}">
                      <a16:creationId xmlns:a16="http://schemas.microsoft.com/office/drawing/2014/main" id="{395A3300-ADAC-41E0-894D-5A9519226EA3}"/>
                    </a:ext>
                  </a:extLst>
                </p:cNvPr>
                <p:cNvPicPr/>
                <p:nvPr/>
              </p:nvPicPr>
              <p:blipFill>
                <a:blip r:embed="rId186"/>
                <a:stretch>
                  <a:fillRect/>
                </a:stretch>
              </p:blipFill>
              <p:spPr>
                <a:xfrm>
                  <a:off x="4749998" y="1910376"/>
                  <a:ext cx="1224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61" name="Ink 60">
                  <a:extLst>
                    <a:ext uri="{FF2B5EF4-FFF2-40B4-BE49-F238E27FC236}">
                      <a16:creationId xmlns:a16="http://schemas.microsoft.com/office/drawing/2014/main" id="{69B6CE5B-0A90-9418-F615-39E7EE61FBC4}"/>
                    </a:ext>
                  </a:extLst>
                </p14:cNvPr>
                <p14:cNvContentPartPr/>
                <p14:nvPr/>
              </p14:nvContentPartPr>
              <p14:xfrm>
                <a:off x="4816598" y="1966536"/>
                <a:ext cx="109440" cy="306720"/>
              </p14:xfrm>
            </p:contentPart>
          </mc:Choice>
          <mc:Fallback>
            <p:pic>
              <p:nvPicPr>
                <p:cNvPr id="61" name="Ink 60">
                  <a:extLst>
                    <a:ext uri="{FF2B5EF4-FFF2-40B4-BE49-F238E27FC236}">
                      <a16:creationId xmlns:a16="http://schemas.microsoft.com/office/drawing/2014/main" id="{69B6CE5B-0A90-9418-F615-39E7EE61FBC4}"/>
                    </a:ext>
                  </a:extLst>
                </p:cNvPr>
                <p:cNvPicPr/>
                <p:nvPr/>
              </p:nvPicPr>
              <p:blipFill>
                <a:blip r:embed="rId188"/>
                <a:stretch>
                  <a:fillRect/>
                </a:stretch>
              </p:blipFill>
              <p:spPr>
                <a:xfrm>
                  <a:off x="4812278" y="1962216"/>
                  <a:ext cx="118080" cy="31536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63" name="Ink 62">
                  <a:extLst>
                    <a:ext uri="{FF2B5EF4-FFF2-40B4-BE49-F238E27FC236}">
                      <a16:creationId xmlns:a16="http://schemas.microsoft.com/office/drawing/2014/main" id="{57162649-A2F1-6F6A-492E-8A33ACF6164F}"/>
                    </a:ext>
                  </a:extLst>
                </p14:cNvPr>
                <p14:cNvContentPartPr/>
                <p14:nvPr/>
              </p14:nvContentPartPr>
              <p14:xfrm>
                <a:off x="5118638" y="1709856"/>
                <a:ext cx="108720" cy="279000"/>
              </p14:xfrm>
            </p:contentPart>
          </mc:Choice>
          <mc:Fallback>
            <p:pic>
              <p:nvPicPr>
                <p:cNvPr id="63" name="Ink 62">
                  <a:extLst>
                    <a:ext uri="{FF2B5EF4-FFF2-40B4-BE49-F238E27FC236}">
                      <a16:creationId xmlns:a16="http://schemas.microsoft.com/office/drawing/2014/main" id="{57162649-A2F1-6F6A-492E-8A33ACF6164F}"/>
                    </a:ext>
                  </a:extLst>
                </p:cNvPr>
                <p:cNvPicPr/>
                <p:nvPr/>
              </p:nvPicPr>
              <p:blipFill>
                <a:blip r:embed="rId190"/>
                <a:stretch>
                  <a:fillRect/>
                </a:stretch>
              </p:blipFill>
              <p:spPr>
                <a:xfrm>
                  <a:off x="5114318" y="1705536"/>
                  <a:ext cx="117360" cy="28764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64" name="Ink 63">
                  <a:extLst>
                    <a:ext uri="{FF2B5EF4-FFF2-40B4-BE49-F238E27FC236}">
                      <a16:creationId xmlns:a16="http://schemas.microsoft.com/office/drawing/2014/main" id="{6FC70D30-5365-4BD2-94E4-A6AEB4577184}"/>
                    </a:ext>
                  </a:extLst>
                </p14:cNvPr>
                <p14:cNvContentPartPr/>
                <p14:nvPr/>
              </p14:nvContentPartPr>
              <p14:xfrm>
                <a:off x="5256158" y="1710216"/>
                <a:ext cx="15120" cy="242280"/>
              </p14:xfrm>
            </p:contentPart>
          </mc:Choice>
          <mc:Fallback>
            <p:pic>
              <p:nvPicPr>
                <p:cNvPr id="64" name="Ink 63">
                  <a:extLst>
                    <a:ext uri="{FF2B5EF4-FFF2-40B4-BE49-F238E27FC236}">
                      <a16:creationId xmlns:a16="http://schemas.microsoft.com/office/drawing/2014/main" id="{6FC70D30-5365-4BD2-94E4-A6AEB4577184}"/>
                    </a:ext>
                  </a:extLst>
                </p:cNvPr>
                <p:cNvPicPr/>
                <p:nvPr/>
              </p:nvPicPr>
              <p:blipFill>
                <a:blip r:embed="rId192"/>
                <a:stretch>
                  <a:fillRect/>
                </a:stretch>
              </p:blipFill>
              <p:spPr>
                <a:xfrm>
                  <a:off x="5251838" y="1705896"/>
                  <a:ext cx="23760" cy="25092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65" name="Ink 64">
                  <a:extLst>
                    <a:ext uri="{FF2B5EF4-FFF2-40B4-BE49-F238E27FC236}">
                      <a16:creationId xmlns:a16="http://schemas.microsoft.com/office/drawing/2014/main" id="{D74615AA-B68C-A312-D76D-2DBEDA9ED3C4}"/>
                    </a:ext>
                  </a:extLst>
                </p14:cNvPr>
                <p14:cNvContentPartPr/>
                <p14:nvPr/>
              </p14:nvContentPartPr>
              <p14:xfrm>
                <a:off x="5233478" y="1673136"/>
                <a:ext cx="217080" cy="268560"/>
              </p14:xfrm>
            </p:contentPart>
          </mc:Choice>
          <mc:Fallback>
            <p:pic>
              <p:nvPicPr>
                <p:cNvPr id="65" name="Ink 64">
                  <a:extLst>
                    <a:ext uri="{FF2B5EF4-FFF2-40B4-BE49-F238E27FC236}">
                      <a16:creationId xmlns:a16="http://schemas.microsoft.com/office/drawing/2014/main" id="{D74615AA-B68C-A312-D76D-2DBEDA9ED3C4}"/>
                    </a:ext>
                  </a:extLst>
                </p:cNvPr>
                <p:cNvPicPr/>
                <p:nvPr/>
              </p:nvPicPr>
              <p:blipFill>
                <a:blip r:embed="rId194"/>
                <a:stretch>
                  <a:fillRect/>
                </a:stretch>
              </p:blipFill>
              <p:spPr>
                <a:xfrm>
                  <a:off x="5229158" y="1668816"/>
                  <a:ext cx="225720" cy="27720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66" name="Ink 65">
                  <a:extLst>
                    <a:ext uri="{FF2B5EF4-FFF2-40B4-BE49-F238E27FC236}">
                      <a16:creationId xmlns:a16="http://schemas.microsoft.com/office/drawing/2014/main" id="{91911A3C-9C79-FC43-43B0-A0042786E399}"/>
                    </a:ext>
                  </a:extLst>
                </p14:cNvPr>
                <p14:cNvContentPartPr/>
                <p14:nvPr/>
              </p14:nvContentPartPr>
              <p14:xfrm>
                <a:off x="5507438" y="1618776"/>
                <a:ext cx="572760" cy="285840"/>
              </p14:xfrm>
            </p:contentPart>
          </mc:Choice>
          <mc:Fallback>
            <p:pic>
              <p:nvPicPr>
                <p:cNvPr id="66" name="Ink 65">
                  <a:extLst>
                    <a:ext uri="{FF2B5EF4-FFF2-40B4-BE49-F238E27FC236}">
                      <a16:creationId xmlns:a16="http://schemas.microsoft.com/office/drawing/2014/main" id="{91911A3C-9C79-FC43-43B0-A0042786E399}"/>
                    </a:ext>
                  </a:extLst>
                </p:cNvPr>
                <p:cNvPicPr/>
                <p:nvPr/>
              </p:nvPicPr>
              <p:blipFill>
                <a:blip r:embed="rId196"/>
                <a:stretch>
                  <a:fillRect/>
                </a:stretch>
              </p:blipFill>
              <p:spPr>
                <a:xfrm>
                  <a:off x="5503118" y="1614456"/>
                  <a:ext cx="581400" cy="29448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67" name="Ink 66">
                  <a:extLst>
                    <a:ext uri="{FF2B5EF4-FFF2-40B4-BE49-F238E27FC236}">
                      <a16:creationId xmlns:a16="http://schemas.microsoft.com/office/drawing/2014/main" id="{7DBA3E17-955C-66EC-68B7-F2BA8096B69D}"/>
                    </a:ext>
                  </a:extLst>
                </p14:cNvPr>
                <p14:cNvContentPartPr/>
                <p14:nvPr/>
              </p14:nvContentPartPr>
              <p14:xfrm>
                <a:off x="4353998" y="2311056"/>
                <a:ext cx="227880" cy="468000"/>
              </p14:xfrm>
            </p:contentPart>
          </mc:Choice>
          <mc:Fallback>
            <p:pic>
              <p:nvPicPr>
                <p:cNvPr id="67" name="Ink 66">
                  <a:extLst>
                    <a:ext uri="{FF2B5EF4-FFF2-40B4-BE49-F238E27FC236}">
                      <a16:creationId xmlns:a16="http://schemas.microsoft.com/office/drawing/2014/main" id="{7DBA3E17-955C-66EC-68B7-F2BA8096B69D}"/>
                    </a:ext>
                  </a:extLst>
                </p:cNvPr>
                <p:cNvPicPr/>
                <p:nvPr/>
              </p:nvPicPr>
              <p:blipFill>
                <a:blip r:embed="rId198"/>
                <a:stretch>
                  <a:fillRect/>
                </a:stretch>
              </p:blipFill>
              <p:spPr>
                <a:xfrm>
                  <a:off x="4349678" y="2306736"/>
                  <a:ext cx="236520" cy="47664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69" name="Ink 68">
                  <a:extLst>
                    <a:ext uri="{FF2B5EF4-FFF2-40B4-BE49-F238E27FC236}">
                      <a16:creationId xmlns:a16="http://schemas.microsoft.com/office/drawing/2014/main" id="{D878735C-283C-48B8-A662-E45D0AF37D74}"/>
                    </a:ext>
                  </a:extLst>
                </p14:cNvPr>
                <p14:cNvContentPartPr/>
                <p14:nvPr/>
              </p14:nvContentPartPr>
              <p14:xfrm>
                <a:off x="4669358" y="2329416"/>
                <a:ext cx="139320" cy="237960"/>
              </p14:xfrm>
            </p:contentPart>
          </mc:Choice>
          <mc:Fallback>
            <p:pic>
              <p:nvPicPr>
                <p:cNvPr id="69" name="Ink 68">
                  <a:extLst>
                    <a:ext uri="{FF2B5EF4-FFF2-40B4-BE49-F238E27FC236}">
                      <a16:creationId xmlns:a16="http://schemas.microsoft.com/office/drawing/2014/main" id="{D878735C-283C-48B8-A662-E45D0AF37D74}"/>
                    </a:ext>
                  </a:extLst>
                </p:cNvPr>
                <p:cNvPicPr/>
                <p:nvPr/>
              </p:nvPicPr>
              <p:blipFill>
                <a:blip r:embed="rId200"/>
                <a:stretch>
                  <a:fillRect/>
                </a:stretch>
              </p:blipFill>
              <p:spPr>
                <a:xfrm>
                  <a:off x="4665038" y="2325096"/>
                  <a:ext cx="147960" cy="24660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70" name="Ink 69">
                  <a:extLst>
                    <a:ext uri="{FF2B5EF4-FFF2-40B4-BE49-F238E27FC236}">
                      <a16:creationId xmlns:a16="http://schemas.microsoft.com/office/drawing/2014/main" id="{1549C040-68FD-0F43-2A12-CB330456D233}"/>
                    </a:ext>
                  </a:extLst>
                </p14:cNvPr>
                <p14:cNvContentPartPr/>
                <p14:nvPr/>
              </p14:nvContentPartPr>
              <p14:xfrm>
                <a:off x="4819478" y="2208816"/>
                <a:ext cx="594360" cy="385560"/>
              </p14:xfrm>
            </p:contentPart>
          </mc:Choice>
          <mc:Fallback>
            <p:pic>
              <p:nvPicPr>
                <p:cNvPr id="70" name="Ink 69">
                  <a:extLst>
                    <a:ext uri="{FF2B5EF4-FFF2-40B4-BE49-F238E27FC236}">
                      <a16:creationId xmlns:a16="http://schemas.microsoft.com/office/drawing/2014/main" id="{1549C040-68FD-0F43-2A12-CB330456D233}"/>
                    </a:ext>
                  </a:extLst>
                </p:cNvPr>
                <p:cNvPicPr/>
                <p:nvPr/>
              </p:nvPicPr>
              <p:blipFill>
                <a:blip r:embed="rId202"/>
                <a:stretch>
                  <a:fillRect/>
                </a:stretch>
              </p:blipFill>
              <p:spPr>
                <a:xfrm>
                  <a:off x="4815158" y="2204496"/>
                  <a:ext cx="603000" cy="39420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71" name="Ink 70">
                  <a:extLst>
                    <a:ext uri="{FF2B5EF4-FFF2-40B4-BE49-F238E27FC236}">
                      <a16:creationId xmlns:a16="http://schemas.microsoft.com/office/drawing/2014/main" id="{9766A1CC-5B83-7460-9992-790285EE6195}"/>
                    </a:ext>
                  </a:extLst>
                </p14:cNvPr>
                <p14:cNvContentPartPr/>
                <p14:nvPr/>
              </p14:nvContentPartPr>
              <p14:xfrm>
                <a:off x="5467118" y="2078856"/>
                <a:ext cx="199800" cy="284400"/>
              </p14:xfrm>
            </p:contentPart>
          </mc:Choice>
          <mc:Fallback>
            <p:pic>
              <p:nvPicPr>
                <p:cNvPr id="71" name="Ink 70">
                  <a:extLst>
                    <a:ext uri="{FF2B5EF4-FFF2-40B4-BE49-F238E27FC236}">
                      <a16:creationId xmlns:a16="http://schemas.microsoft.com/office/drawing/2014/main" id="{9766A1CC-5B83-7460-9992-790285EE6195}"/>
                    </a:ext>
                  </a:extLst>
                </p:cNvPr>
                <p:cNvPicPr/>
                <p:nvPr/>
              </p:nvPicPr>
              <p:blipFill>
                <a:blip r:embed="rId204"/>
                <a:stretch>
                  <a:fillRect/>
                </a:stretch>
              </p:blipFill>
              <p:spPr>
                <a:xfrm>
                  <a:off x="5462798" y="2074536"/>
                  <a:ext cx="208440" cy="29304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72" name="Ink 71">
                  <a:extLst>
                    <a:ext uri="{FF2B5EF4-FFF2-40B4-BE49-F238E27FC236}">
                      <a16:creationId xmlns:a16="http://schemas.microsoft.com/office/drawing/2014/main" id="{7E286355-78CF-4C3C-DDDB-DEEFF7F60B1C}"/>
                    </a:ext>
                  </a:extLst>
                </p14:cNvPr>
                <p14:cNvContentPartPr/>
                <p14:nvPr/>
              </p14:nvContentPartPr>
              <p14:xfrm>
                <a:off x="5631998" y="2059416"/>
                <a:ext cx="463320" cy="251280"/>
              </p14:xfrm>
            </p:contentPart>
          </mc:Choice>
          <mc:Fallback>
            <p:pic>
              <p:nvPicPr>
                <p:cNvPr id="72" name="Ink 71">
                  <a:extLst>
                    <a:ext uri="{FF2B5EF4-FFF2-40B4-BE49-F238E27FC236}">
                      <a16:creationId xmlns:a16="http://schemas.microsoft.com/office/drawing/2014/main" id="{7E286355-78CF-4C3C-DDDB-DEEFF7F60B1C}"/>
                    </a:ext>
                  </a:extLst>
                </p:cNvPr>
                <p:cNvPicPr/>
                <p:nvPr/>
              </p:nvPicPr>
              <p:blipFill>
                <a:blip r:embed="rId206"/>
                <a:stretch>
                  <a:fillRect/>
                </a:stretch>
              </p:blipFill>
              <p:spPr>
                <a:xfrm>
                  <a:off x="5627678" y="2055096"/>
                  <a:ext cx="471960" cy="259920"/>
                </a:xfrm>
                <a:prstGeom prst="rect">
                  <a:avLst/>
                </a:prstGeom>
              </p:spPr>
            </p:pic>
          </mc:Fallback>
        </mc:AlternateContent>
        <mc:AlternateContent xmlns:mc="http://schemas.openxmlformats.org/markup-compatibility/2006">
          <mc:Choice xmlns:p14="http://schemas.microsoft.com/office/powerpoint/2010/main" Requires="p14">
            <p:contentPart p14:bwMode="auto" r:id="rId207">
              <p14:nvContentPartPr>
                <p14:cNvPr id="86" name="Ink 85">
                  <a:extLst>
                    <a:ext uri="{FF2B5EF4-FFF2-40B4-BE49-F238E27FC236}">
                      <a16:creationId xmlns:a16="http://schemas.microsoft.com/office/drawing/2014/main" id="{7EB6EC2E-6F11-94C4-AA07-618FEA6A0A3C}"/>
                    </a:ext>
                  </a:extLst>
                </p14:cNvPr>
                <p14:cNvContentPartPr/>
                <p14:nvPr/>
              </p14:nvContentPartPr>
              <p14:xfrm>
                <a:off x="4166438" y="3069216"/>
                <a:ext cx="452880" cy="247680"/>
              </p14:xfrm>
            </p:contentPart>
          </mc:Choice>
          <mc:Fallback>
            <p:pic>
              <p:nvPicPr>
                <p:cNvPr id="86" name="Ink 85">
                  <a:extLst>
                    <a:ext uri="{FF2B5EF4-FFF2-40B4-BE49-F238E27FC236}">
                      <a16:creationId xmlns:a16="http://schemas.microsoft.com/office/drawing/2014/main" id="{7EB6EC2E-6F11-94C4-AA07-618FEA6A0A3C}"/>
                    </a:ext>
                  </a:extLst>
                </p:cNvPr>
                <p:cNvPicPr/>
                <p:nvPr/>
              </p:nvPicPr>
              <p:blipFill>
                <a:blip r:embed="rId208"/>
                <a:stretch>
                  <a:fillRect/>
                </a:stretch>
              </p:blipFill>
              <p:spPr>
                <a:xfrm>
                  <a:off x="4162118" y="3064896"/>
                  <a:ext cx="461520" cy="25632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87" name="Ink 86">
                  <a:extLst>
                    <a:ext uri="{FF2B5EF4-FFF2-40B4-BE49-F238E27FC236}">
                      <a16:creationId xmlns:a16="http://schemas.microsoft.com/office/drawing/2014/main" id="{3091E831-54CB-27FC-6002-2B6ACF0FBB86}"/>
                    </a:ext>
                  </a:extLst>
                </p14:cNvPr>
                <p14:cNvContentPartPr/>
                <p14:nvPr/>
              </p14:nvContentPartPr>
              <p14:xfrm>
                <a:off x="4597718" y="2958336"/>
                <a:ext cx="420120" cy="356760"/>
              </p14:xfrm>
            </p:contentPart>
          </mc:Choice>
          <mc:Fallback>
            <p:pic>
              <p:nvPicPr>
                <p:cNvPr id="87" name="Ink 86">
                  <a:extLst>
                    <a:ext uri="{FF2B5EF4-FFF2-40B4-BE49-F238E27FC236}">
                      <a16:creationId xmlns:a16="http://schemas.microsoft.com/office/drawing/2014/main" id="{3091E831-54CB-27FC-6002-2B6ACF0FBB86}"/>
                    </a:ext>
                  </a:extLst>
                </p:cNvPr>
                <p:cNvPicPr/>
                <p:nvPr/>
              </p:nvPicPr>
              <p:blipFill>
                <a:blip r:embed="rId210"/>
                <a:stretch>
                  <a:fillRect/>
                </a:stretch>
              </p:blipFill>
              <p:spPr>
                <a:xfrm>
                  <a:off x="4593398" y="2954016"/>
                  <a:ext cx="428760" cy="36540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88" name="Ink 87">
                  <a:extLst>
                    <a:ext uri="{FF2B5EF4-FFF2-40B4-BE49-F238E27FC236}">
                      <a16:creationId xmlns:a16="http://schemas.microsoft.com/office/drawing/2014/main" id="{AEA2181C-7C0B-48F3-0302-B502AC6E897F}"/>
                    </a:ext>
                  </a:extLst>
                </p14:cNvPr>
                <p14:cNvContentPartPr/>
                <p14:nvPr/>
              </p14:nvContentPartPr>
              <p14:xfrm>
                <a:off x="4922438" y="3012336"/>
                <a:ext cx="48600" cy="25200"/>
              </p14:xfrm>
            </p:contentPart>
          </mc:Choice>
          <mc:Fallback>
            <p:pic>
              <p:nvPicPr>
                <p:cNvPr id="88" name="Ink 87">
                  <a:extLst>
                    <a:ext uri="{FF2B5EF4-FFF2-40B4-BE49-F238E27FC236}">
                      <a16:creationId xmlns:a16="http://schemas.microsoft.com/office/drawing/2014/main" id="{AEA2181C-7C0B-48F3-0302-B502AC6E897F}"/>
                    </a:ext>
                  </a:extLst>
                </p:cNvPr>
                <p:cNvPicPr/>
                <p:nvPr/>
              </p:nvPicPr>
              <p:blipFill>
                <a:blip r:embed="rId212"/>
                <a:stretch>
                  <a:fillRect/>
                </a:stretch>
              </p:blipFill>
              <p:spPr>
                <a:xfrm>
                  <a:off x="4918118" y="3008016"/>
                  <a:ext cx="57240" cy="3384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89" name="Ink 88">
                  <a:extLst>
                    <a:ext uri="{FF2B5EF4-FFF2-40B4-BE49-F238E27FC236}">
                      <a16:creationId xmlns:a16="http://schemas.microsoft.com/office/drawing/2014/main" id="{1E866BD1-D3BC-FFE9-2E1B-ED1ECC203A93}"/>
                    </a:ext>
                  </a:extLst>
                </p14:cNvPr>
                <p14:cNvContentPartPr/>
                <p14:nvPr/>
              </p14:nvContentPartPr>
              <p14:xfrm>
                <a:off x="5055998" y="3068496"/>
                <a:ext cx="119160" cy="266040"/>
              </p14:xfrm>
            </p:contentPart>
          </mc:Choice>
          <mc:Fallback>
            <p:pic>
              <p:nvPicPr>
                <p:cNvPr id="89" name="Ink 88">
                  <a:extLst>
                    <a:ext uri="{FF2B5EF4-FFF2-40B4-BE49-F238E27FC236}">
                      <a16:creationId xmlns:a16="http://schemas.microsoft.com/office/drawing/2014/main" id="{1E866BD1-D3BC-FFE9-2E1B-ED1ECC203A93}"/>
                    </a:ext>
                  </a:extLst>
                </p:cNvPr>
                <p:cNvPicPr/>
                <p:nvPr/>
              </p:nvPicPr>
              <p:blipFill>
                <a:blip r:embed="rId214"/>
                <a:stretch>
                  <a:fillRect/>
                </a:stretch>
              </p:blipFill>
              <p:spPr>
                <a:xfrm>
                  <a:off x="5051678" y="3064176"/>
                  <a:ext cx="12780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90" name="Ink 89">
                  <a:extLst>
                    <a:ext uri="{FF2B5EF4-FFF2-40B4-BE49-F238E27FC236}">
                      <a16:creationId xmlns:a16="http://schemas.microsoft.com/office/drawing/2014/main" id="{476B9C44-EA1C-5764-64E2-EF3EC653E96C}"/>
                    </a:ext>
                  </a:extLst>
                </p14:cNvPr>
                <p14:cNvContentPartPr/>
                <p14:nvPr/>
              </p14:nvContentPartPr>
              <p14:xfrm>
                <a:off x="5340398" y="2927016"/>
                <a:ext cx="204480" cy="157320"/>
              </p14:xfrm>
            </p:contentPart>
          </mc:Choice>
          <mc:Fallback>
            <p:pic>
              <p:nvPicPr>
                <p:cNvPr id="90" name="Ink 89">
                  <a:extLst>
                    <a:ext uri="{FF2B5EF4-FFF2-40B4-BE49-F238E27FC236}">
                      <a16:creationId xmlns:a16="http://schemas.microsoft.com/office/drawing/2014/main" id="{476B9C44-EA1C-5764-64E2-EF3EC653E96C}"/>
                    </a:ext>
                  </a:extLst>
                </p:cNvPr>
                <p:cNvPicPr/>
                <p:nvPr/>
              </p:nvPicPr>
              <p:blipFill>
                <a:blip r:embed="rId216"/>
                <a:stretch>
                  <a:fillRect/>
                </a:stretch>
              </p:blipFill>
              <p:spPr>
                <a:xfrm>
                  <a:off x="5336078" y="2922696"/>
                  <a:ext cx="21312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91" name="Ink 90">
                  <a:extLst>
                    <a:ext uri="{FF2B5EF4-FFF2-40B4-BE49-F238E27FC236}">
                      <a16:creationId xmlns:a16="http://schemas.microsoft.com/office/drawing/2014/main" id="{48BBC0FF-3A04-BD6D-78C3-5E3E45F60A69}"/>
                    </a:ext>
                  </a:extLst>
                </p14:cNvPr>
                <p14:cNvContentPartPr/>
                <p14:nvPr/>
              </p14:nvContentPartPr>
              <p14:xfrm>
                <a:off x="5459558" y="2808576"/>
                <a:ext cx="317520" cy="225000"/>
              </p14:xfrm>
            </p:contentPart>
          </mc:Choice>
          <mc:Fallback>
            <p:pic>
              <p:nvPicPr>
                <p:cNvPr id="91" name="Ink 90">
                  <a:extLst>
                    <a:ext uri="{FF2B5EF4-FFF2-40B4-BE49-F238E27FC236}">
                      <a16:creationId xmlns:a16="http://schemas.microsoft.com/office/drawing/2014/main" id="{48BBC0FF-3A04-BD6D-78C3-5E3E45F60A69}"/>
                    </a:ext>
                  </a:extLst>
                </p:cNvPr>
                <p:cNvPicPr/>
                <p:nvPr/>
              </p:nvPicPr>
              <p:blipFill>
                <a:blip r:embed="rId218"/>
                <a:stretch>
                  <a:fillRect/>
                </a:stretch>
              </p:blipFill>
              <p:spPr>
                <a:xfrm>
                  <a:off x="5455238" y="2804256"/>
                  <a:ext cx="326160" cy="23364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92" name="Ink 91">
                  <a:extLst>
                    <a:ext uri="{FF2B5EF4-FFF2-40B4-BE49-F238E27FC236}">
                      <a16:creationId xmlns:a16="http://schemas.microsoft.com/office/drawing/2014/main" id="{610DC3B6-3A7C-4F15-0E20-68C347EA20F3}"/>
                    </a:ext>
                  </a:extLst>
                </p14:cNvPr>
                <p14:cNvContentPartPr/>
                <p14:nvPr/>
              </p14:nvContentPartPr>
              <p14:xfrm>
                <a:off x="5772398" y="2871936"/>
                <a:ext cx="21240" cy="33120"/>
              </p14:xfrm>
            </p:contentPart>
          </mc:Choice>
          <mc:Fallback>
            <p:pic>
              <p:nvPicPr>
                <p:cNvPr id="92" name="Ink 91">
                  <a:extLst>
                    <a:ext uri="{FF2B5EF4-FFF2-40B4-BE49-F238E27FC236}">
                      <a16:creationId xmlns:a16="http://schemas.microsoft.com/office/drawing/2014/main" id="{610DC3B6-3A7C-4F15-0E20-68C347EA20F3}"/>
                    </a:ext>
                  </a:extLst>
                </p:cNvPr>
                <p:cNvPicPr/>
                <p:nvPr/>
              </p:nvPicPr>
              <p:blipFill>
                <a:blip r:embed="rId220"/>
                <a:stretch>
                  <a:fillRect/>
                </a:stretch>
              </p:blipFill>
              <p:spPr>
                <a:xfrm>
                  <a:off x="5768078" y="2867616"/>
                  <a:ext cx="2988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93" name="Ink 92">
                  <a:extLst>
                    <a:ext uri="{FF2B5EF4-FFF2-40B4-BE49-F238E27FC236}">
                      <a16:creationId xmlns:a16="http://schemas.microsoft.com/office/drawing/2014/main" id="{EE6E226E-EC6A-F74E-20BE-68A41C0DDCB0}"/>
                    </a:ext>
                  </a:extLst>
                </p14:cNvPr>
                <p14:cNvContentPartPr/>
                <p14:nvPr/>
              </p14:nvContentPartPr>
              <p14:xfrm>
                <a:off x="5836838" y="2918736"/>
                <a:ext cx="56160" cy="65520"/>
              </p14:xfrm>
            </p:contentPart>
          </mc:Choice>
          <mc:Fallback>
            <p:pic>
              <p:nvPicPr>
                <p:cNvPr id="93" name="Ink 92">
                  <a:extLst>
                    <a:ext uri="{FF2B5EF4-FFF2-40B4-BE49-F238E27FC236}">
                      <a16:creationId xmlns:a16="http://schemas.microsoft.com/office/drawing/2014/main" id="{EE6E226E-EC6A-F74E-20BE-68A41C0DDCB0}"/>
                    </a:ext>
                  </a:extLst>
                </p:cNvPr>
                <p:cNvPicPr/>
                <p:nvPr/>
              </p:nvPicPr>
              <p:blipFill>
                <a:blip r:embed="rId222"/>
                <a:stretch>
                  <a:fillRect/>
                </a:stretch>
              </p:blipFill>
              <p:spPr>
                <a:xfrm>
                  <a:off x="5832518" y="2914416"/>
                  <a:ext cx="6480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94" name="Ink 93">
                  <a:extLst>
                    <a:ext uri="{FF2B5EF4-FFF2-40B4-BE49-F238E27FC236}">
                      <a16:creationId xmlns:a16="http://schemas.microsoft.com/office/drawing/2014/main" id="{7DE6BD12-68DB-E58A-C30B-9010EB8B408D}"/>
                    </a:ext>
                  </a:extLst>
                </p14:cNvPr>
                <p14:cNvContentPartPr/>
                <p14:nvPr/>
              </p14:nvContentPartPr>
              <p14:xfrm>
                <a:off x="6041318" y="2794176"/>
                <a:ext cx="64080" cy="144360"/>
              </p14:xfrm>
            </p:contentPart>
          </mc:Choice>
          <mc:Fallback>
            <p:pic>
              <p:nvPicPr>
                <p:cNvPr id="94" name="Ink 93">
                  <a:extLst>
                    <a:ext uri="{FF2B5EF4-FFF2-40B4-BE49-F238E27FC236}">
                      <a16:creationId xmlns:a16="http://schemas.microsoft.com/office/drawing/2014/main" id="{7DE6BD12-68DB-E58A-C30B-9010EB8B408D}"/>
                    </a:ext>
                  </a:extLst>
                </p:cNvPr>
                <p:cNvPicPr/>
                <p:nvPr/>
              </p:nvPicPr>
              <p:blipFill>
                <a:blip r:embed="rId224"/>
                <a:stretch>
                  <a:fillRect/>
                </a:stretch>
              </p:blipFill>
              <p:spPr>
                <a:xfrm>
                  <a:off x="6036998" y="2789856"/>
                  <a:ext cx="7272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96" name="Ink 95">
                  <a:extLst>
                    <a:ext uri="{FF2B5EF4-FFF2-40B4-BE49-F238E27FC236}">
                      <a16:creationId xmlns:a16="http://schemas.microsoft.com/office/drawing/2014/main" id="{84406BEA-01DA-4659-759F-2B3300A73673}"/>
                    </a:ext>
                  </a:extLst>
                </p14:cNvPr>
                <p14:cNvContentPartPr/>
                <p14:nvPr/>
              </p14:nvContentPartPr>
              <p14:xfrm>
                <a:off x="6113678" y="2715336"/>
                <a:ext cx="86760" cy="421200"/>
              </p14:xfrm>
            </p:contentPart>
          </mc:Choice>
          <mc:Fallback>
            <p:pic>
              <p:nvPicPr>
                <p:cNvPr id="96" name="Ink 95">
                  <a:extLst>
                    <a:ext uri="{FF2B5EF4-FFF2-40B4-BE49-F238E27FC236}">
                      <a16:creationId xmlns:a16="http://schemas.microsoft.com/office/drawing/2014/main" id="{84406BEA-01DA-4659-759F-2B3300A73673}"/>
                    </a:ext>
                  </a:extLst>
                </p:cNvPr>
                <p:cNvPicPr/>
                <p:nvPr/>
              </p:nvPicPr>
              <p:blipFill>
                <a:blip r:embed="rId226"/>
                <a:stretch>
                  <a:fillRect/>
                </a:stretch>
              </p:blipFill>
              <p:spPr>
                <a:xfrm>
                  <a:off x="6109358" y="2711016"/>
                  <a:ext cx="95400" cy="42984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97" name="Ink 96">
                  <a:extLst>
                    <a:ext uri="{FF2B5EF4-FFF2-40B4-BE49-F238E27FC236}">
                      <a16:creationId xmlns:a16="http://schemas.microsoft.com/office/drawing/2014/main" id="{932B9D7E-593B-7AB8-1764-70BFCE20C8E7}"/>
                    </a:ext>
                  </a:extLst>
                </p14:cNvPr>
                <p14:cNvContentPartPr/>
                <p14:nvPr/>
              </p14:nvContentPartPr>
              <p14:xfrm>
                <a:off x="6148958" y="2912976"/>
                <a:ext cx="150120" cy="88560"/>
              </p14:xfrm>
            </p:contentPart>
          </mc:Choice>
          <mc:Fallback>
            <p:pic>
              <p:nvPicPr>
                <p:cNvPr id="97" name="Ink 96">
                  <a:extLst>
                    <a:ext uri="{FF2B5EF4-FFF2-40B4-BE49-F238E27FC236}">
                      <a16:creationId xmlns:a16="http://schemas.microsoft.com/office/drawing/2014/main" id="{932B9D7E-593B-7AB8-1764-70BFCE20C8E7}"/>
                    </a:ext>
                  </a:extLst>
                </p:cNvPr>
                <p:cNvPicPr/>
                <p:nvPr/>
              </p:nvPicPr>
              <p:blipFill>
                <a:blip r:embed="rId228"/>
                <a:stretch>
                  <a:fillRect/>
                </a:stretch>
              </p:blipFill>
              <p:spPr>
                <a:xfrm>
                  <a:off x="6144638" y="2908656"/>
                  <a:ext cx="15876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98" name="Ink 97">
                  <a:extLst>
                    <a:ext uri="{FF2B5EF4-FFF2-40B4-BE49-F238E27FC236}">
                      <a16:creationId xmlns:a16="http://schemas.microsoft.com/office/drawing/2014/main" id="{1832AD52-5710-3042-E9B7-FF7F06C20646}"/>
                    </a:ext>
                  </a:extLst>
                </p14:cNvPr>
                <p14:cNvContentPartPr/>
                <p14:nvPr/>
              </p14:nvContentPartPr>
              <p14:xfrm>
                <a:off x="4232318" y="3614616"/>
                <a:ext cx="192240" cy="278280"/>
              </p14:xfrm>
            </p:contentPart>
          </mc:Choice>
          <mc:Fallback>
            <p:pic>
              <p:nvPicPr>
                <p:cNvPr id="98" name="Ink 97">
                  <a:extLst>
                    <a:ext uri="{FF2B5EF4-FFF2-40B4-BE49-F238E27FC236}">
                      <a16:creationId xmlns:a16="http://schemas.microsoft.com/office/drawing/2014/main" id="{1832AD52-5710-3042-E9B7-FF7F06C20646}"/>
                    </a:ext>
                  </a:extLst>
                </p:cNvPr>
                <p:cNvPicPr/>
                <p:nvPr/>
              </p:nvPicPr>
              <p:blipFill>
                <a:blip r:embed="rId230"/>
                <a:stretch>
                  <a:fillRect/>
                </a:stretch>
              </p:blipFill>
              <p:spPr>
                <a:xfrm>
                  <a:off x="4227998" y="3610296"/>
                  <a:ext cx="20088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100" name="Ink 99">
                  <a:extLst>
                    <a:ext uri="{FF2B5EF4-FFF2-40B4-BE49-F238E27FC236}">
                      <a16:creationId xmlns:a16="http://schemas.microsoft.com/office/drawing/2014/main" id="{4D0E6706-A44A-18AA-071B-763592310E0C}"/>
                    </a:ext>
                  </a:extLst>
                </p14:cNvPr>
                <p14:cNvContentPartPr/>
                <p14:nvPr/>
              </p14:nvContentPartPr>
              <p14:xfrm>
                <a:off x="4375598" y="3633696"/>
                <a:ext cx="361080" cy="131040"/>
              </p14:xfrm>
            </p:contentPart>
          </mc:Choice>
          <mc:Fallback>
            <p:pic>
              <p:nvPicPr>
                <p:cNvPr id="100" name="Ink 99">
                  <a:extLst>
                    <a:ext uri="{FF2B5EF4-FFF2-40B4-BE49-F238E27FC236}">
                      <a16:creationId xmlns:a16="http://schemas.microsoft.com/office/drawing/2014/main" id="{4D0E6706-A44A-18AA-071B-763592310E0C}"/>
                    </a:ext>
                  </a:extLst>
                </p:cNvPr>
                <p:cNvPicPr/>
                <p:nvPr/>
              </p:nvPicPr>
              <p:blipFill>
                <a:blip r:embed="rId232"/>
                <a:stretch>
                  <a:fillRect/>
                </a:stretch>
              </p:blipFill>
              <p:spPr>
                <a:xfrm>
                  <a:off x="4371278" y="3629376"/>
                  <a:ext cx="36972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233">
              <p14:nvContentPartPr>
                <p14:cNvPr id="101" name="Ink 100">
                  <a:extLst>
                    <a:ext uri="{FF2B5EF4-FFF2-40B4-BE49-F238E27FC236}">
                      <a16:creationId xmlns:a16="http://schemas.microsoft.com/office/drawing/2014/main" id="{4B9D8433-B0FE-0858-A667-E83269E05881}"/>
                    </a:ext>
                  </a:extLst>
                </p14:cNvPr>
                <p14:cNvContentPartPr/>
                <p14:nvPr/>
              </p14:nvContentPartPr>
              <p14:xfrm>
                <a:off x="4681598" y="3509496"/>
                <a:ext cx="23400" cy="30240"/>
              </p14:xfrm>
            </p:contentPart>
          </mc:Choice>
          <mc:Fallback>
            <p:pic>
              <p:nvPicPr>
                <p:cNvPr id="101" name="Ink 100">
                  <a:extLst>
                    <a:ext uri="{FF2B5EF4-FFF2-40B4-BE49-F238E27FC236}">
                      <a16:creationId xmlns:a16="http://schemas.microsoft.com/office/drawing/2014/main" id="{4B9D8433-B0FE-0858-A667-E83269E05881}"/>
                    </a:ext>
                  </a:extLst>
                </p:cNvPr>
                <p:cNvPicPr/>
                <p:nvPr/>
              </p:nvPicPr>
              <p:blipFill>
                <a:blip r:embed="rId234"/>
                <a:stretch>
                  <a:fillRect/>
                </a:stretch>
              </p:blipFill>
              <p:spPr>
                <a:xfrm>
                  <a:off x="4677278" y="3505176"/>
                  <a:ext cx="3204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235">
              <p14:nvContentPartPr>
                <p14:cNvPr id="102" name="Ink 101">
                  <a:extLst>
                    <a:ext uri="{FF2B5EF4-FFF2-40B4-BE49-F238E27FC236}">
                      <a16:creationId xmlns:a16="http://schemas.microsoft.com/office/drawing/2014/main" id="{D6B1F7A6-2B0C-A4A6-482D-1BCED96C1B2A}"/>
                    </a:ext>
                  </a:extLst>
                </p14:cNvPr>
                <p14:cNvContentPartPr/>
                <p14:nvPr/>
              </p14:nvContentPartPr>
              <p14:xfrm>
                <a:off x="4757918" y="3547296"/>
                <a:ext cx="176040" cy="90720"/>
              </p14:xfrm>
            </p:contentPart>
          </mc:Choice>
          <mc:Fallback>
            <p:pic>
              <p:nvPicPr>
                <p:cNvPr id="102" name="Ink 101">
                  <a:extLst>
                    <a:ext uri="{FF2B5EF4-FFF2-40B4-BE49-F238E27FC236}">
                      <a16:creationId xmlns:a16="http://schemas.microsoft.com/office/drawing/2014/main" id="{D6B1F7A6-2B0C-A4A6-482D-1BCED96C1B2A}"/>
                    </a:ext>
                  </a:extLst>
                </p:cNvPr>
                <p:cNvPicPr/>
                <p:nvPr/>
              </p:nvPicPr>
              <p:blipFill>
                <a:blip r:embed="rId236"/>
                <a:stretch>
                  <a:fillRect/>
                </a:stretch>
              </p:blipFill>
              <p:spPr>
                <a:xfrm>
                  <a:off x="4753598" y="3542976"/>
                  <a:ext cx="184680" cy="9936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103" name="Ink 102">
                  <a:extLst>
                    <a:ext uri="{FF2B5EF4-FFF2-40B4-BE49-F238E27FC236}">
                      <a16:creationId xmlns:a16="http://schemas.microsoft.com/office/drawing/2014/main" id="{B3D7AAFF-812A-D2ED-99D3-AD39B0BE8877}"/>
                    </a:ext>
                  </a:extLst>
                </p14:cNvPr>
                <p14:cNvContentPartPr/>
                <p14:nvPr/>
              </p14:nvContentPartPr>
              <p14:xfrm>
                <a:off x="4941878" y="3542256"/>
                <a:ext cx="126720" cy="82800"/>
              </p14:xfrm>
            </p:contentPart>
          </mc:Choice>
          <mc:Fallback>
            <p:pic>
              <p:nvPicPr>
                <p:cNvPr id="103" name="Ink 102">
                  <a:extLst>
                    <a:ext uri="{FF2B5EF4-FFF2-40B4-BE49-F238E27FC236}">
                      <a16:creationId xmlns:a16="http://schemas.microsoft.com/office/drawing/2014/main" id="{B3D7AAFF-812A-D2ED-99D3-AD39B0BE8877}"/>
                    </a:ext>
                  </a:extLst>
                </p:cNvPr>
                <p:cNvPicPr/>
                <p:nvPr/>
              </p:nvPicPr>
              <p:blipFill>
                <a:blip r:embed="rId238"/>
                <a:stretch>
                  <a:fillRect/>
                </a:stretch>
              </p:blipFill>
              <p:spPr>
                <a:xfrm>
                  <a:off x="4937558" y="3537936"/>
                  <a:ext cx="13536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239">
              <p14:nvContentPartPr>
                <p14:cNvPr id="104" name="Ink 103">
                  <a:extLst>
                    <a:ext uri="{FF2B5EF4-FFF2-40B4-BE49-F238E27FC236}">
                      <a16:creationId xmlns:a16="http://schemas.microsoft.com/office/drawing/2014/main" id="{F4C6262E-40DE-CB2C-BF0D-D776F44311C1}"/>
                    </a:ext>
                  </a:extLst>
                </p14:cNvPr>
                <p14:cNvContentPartPr/>
                <p14:nvPr/>
              </p14:nvContentPartPr>
              <p14:xfrm>
                <a:off x="5091998" y="3465216"/>
                <a:ext cx="312840" cy="120960"/>
              </p14:xfrm>
            </p:contentPart>
          </mc:Choice>
          <mc:Fallback>
            <p:pic>
              <p:nvPicPr>
                <p:cNvPr id="104" name="Ink 103">
                  <a:extLst>
                    <a:ext uri="{FF2B5EF4-FFF2-40B4-BE49-F238E27FC236}">
                      <a16:creationId xmlns:a16="http://schemas.microsoft.com/office/drawing/2014/main" id="{F4C6262E-40DE-CB2C-BF0D-D776F44311C1}"/>
                    </a:ext>
                  </a:extLst>
                </p:cNvPr>
                <p:cNvPicPr/>
                <p:nvPr/>
              </p:nvPicPr>
              <p:blipFill>
                <a:blip r:embed="rId240"/>
                <a:stretch>
                  <a:fillRect/>
                </a:stretch>
              </p:blipFill>
              <p:spPr>
                <a:xfrm>
                  <a:off x="5087678" y="3460896"/>
                  <a:ext cx="32148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241">
              <p14:nvContentPartPr>
                <p14:cNvPr id="106" name="Ink 105">
                  <a:extLst>
                    <a:ext uri="{FF2B5EF4-FFF2-40B4-BE49-F238E27FC236}">
                      <a16:creationId xmlns:a16="http://schemas.microsoft.com/office/drawing/2014/main" id="{F40925C1-32A9-4D17-A698-F545E17917B4}"/>
                    </a:ext>
                  </a:extLst>
                </p14:cNvPr>
                <p14:cNvContentPartPr/>
                <p14:nvPr/>
              </p14:nvContentPartPr>
              <p14:xfrm>
                <a:off x="5518598" y="3348216"/>
                <a:ext cx="113400" cy="124560"/>
              </p14:xfrm>
            </p:contentPart>
          </mc:Choice>
          <mc:Fallback>
            <p:pic>
              <p:nvPicPr>
                <p:cNvPr id="106" name="Ink 105">
                  <a:extLst>
                    <a:ext uri="{FF2B5EF4-FFF2-40B4-BE49-F238E27FC236}">
                      <a16:creationId xmlns:a16="http://schemas.microsoft.com/office/drawing/2014/main" id="{F40925C1-32A9-4D17-A698-F545E17917B4}"/>
                    </a:ext>
                  </a:extLst>
                </p:cNvPr>
                <p:cNvPicPr/>
                <p:nvPr/>
              </p:nvPicPr>
              <p:blipFill>
                <a:blip r:embed="rId242"/>
                <a:stretch>
                  <a:fillRect/>
                </a:stretch>
              </p:blipFill>
              <p:spPr>
                <a:xfrm>
                  <a:off x="5514278" y="3343896"/>
                  <a:ext cx="12204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243">
              <p14:nvContentPartPr>
                <p14:cNvPr id="107" name="Ink 106">
                  <a:extLst>
                    <a:ext uri="{FF2B5EF4-FFF2-40B4-BE49-F238E27FC236}">
                      <a16:creationId xmlns:a16="http://schemas.microsoft.com/office/drawing/2014/main" id="{87E4D46E-F455-C08B-636B-18E82196CA3B}"/>
                    </a:ext>
                  </a:extLst>
                </p14:cNvPr>
                <p14:cNvContentPartPr/>
                <p14:nvPr/>
              </p14:nvContentPartPr>
              <p14:xfrm>
                <a:off x="5686358" y="3264696"/>
                <a:ext cx="55440" cy="389160"/>
              </p14:xfrm>
            </p:contentPart>
          </mc:Choice>
          <mc:Fallback>
            <p:pic>
              <p:nvPicPr>
                <p:cNvPr id="107" name="Ink 106">
                  <a:extLst>
                    <a:ext uri="{FF2B5EF4-FFF2-40B4-BE49-F238E27FC236}">
                      <a16:creationId xmlns:a16="http://schemas.microsoft.com/office/drawing/2014/main" id="{87E4D46E-F455-C08B-636B-18E82196CA3B}"/>
                    </a:ext>
                  </a:extLst>
                </p:cNvPr>
                <p:cNvPicPr/>
                <p:nvPr/>
              </p:nvPicPr>
              <p:blipFill>
                <a:blip r:embed="rId244"/>
                <a:stretch>
                  <a:fillRect/>
                </a:stretch>
              </p:blipFill>
              <p:spPr>
                <a:xfrm>
                  <a:off x="5682038" y="3260376"/>
                  <a:ext cx="64080" cy="397800"/>
                </a:xfrm>
                <a:prstGeom prst="rect">
                  <a:avLst/>
                </a:prstGeom>
              </p:spPr>
            </p:pic>
          </mc:Fallback>
        </mc:AlternateContent>
        <mc:AlternateContent xmlns:mc="http://schemas.openxmlformats.org/markup-compatibility/2006">
          <mc:Choice xmlns:p14="http://schemas.microsoft.com/office/powerpoint/2010/main" Requires="p14">
            <p:contentPart p14:bwMode="auto" r:id="rId245">
              <p14:nvContentPartPr>
                <p14:cNvPr id="108" name="Ink 107">
                  <a:extLst>
                    <a:ext uri="{FF2B5EF4-FFF2-40B4-BE49-F238E27FC236}">
                      <a16:creationId xmlns:a16="http://schemas.microsoft.com/office/drawing/2014/main" id="{3282DE10-28E5-01E5-A0E4-F7BAE735FBDF}"/>
                    </a:ext>
                  </a:extLst>
                </p14:cNvPr>
                <p14:cNvContentPartPr/>
                <p14:nvPr/>
              </p14:nvContentPartPr>
              <p14:xfrm>
                <a:off x="5653598" y="3458736"/>
                <a:ext cx="109800" cy="57960"/>
              </p14:xfrm>
            </p:contentPart>
          </mc:Choice>
          <mc:Fallback>
            <p:pic>
              <p:nvPicPr>
                <p:cNvPr id="108" name="Ink 107">
                  <a:extLst>
                    <a:ext uri="{FF2B5EF4-FFF2-40B4-BE49-F238E27FC236}">
                      <a16:creationId xmlns:a16="http://schemas.microsoft.com/office/drawing/2014/main" id="{3282DE10-28E5-01E5-A0E4-F7BAE735FBDF}"/>
                    </a:ext>
                  </a:extLst>
                </p:cNvPr>
                <p:cNvPicPr/>
                <p:nvPr/>
              </p:nvPicPr>
              <p:blipFill>
                <a:blip r:embed="rId246"/>
                <a:stretch>
                  <a:fillRect/>
                </a:stretch>
              </p:blipFill>
              <p:spPr>
                <a:xfrm>
                  <a:off x="5649278" y="3454416"/>
                  <a:ext cx="118440" cy="66600"/>
                </a:xfrm>
                <a:prstGeom prst="rect">
                  <a:avLst/>
                </a:prstGeom>
              </p:spPr>
            </p:pic>
          </mc:Fallback>
        </mc:AlternateContent>
        <mc:AlternateContent xmlns:mc="http://schemas.openxmlformats.org/markup-compatibility/2006">
          <mc:Choice xmlns:p14="http://schemas.microsoft.com/office/powerpoint/2010/main" Requires="p14">
            <p:contentPart p14:bwMode="auto" r:id="rId247">
              <p14:nvContentPartPr>
                <p14:cNvPr id="109" name="Ink 108">
                  <a:extLst>
                    <a:ext uri="{FF2B5EF4-FFF2-40B4-BE49-F238E27FC236}">
                      <a16:creationId xmlns:a16="http://schemas.microsoft.com/office/drawing/2014/main" id="{EF48DFBE-28F1-B495-7A47-7C4DB19E1266}"/>
                    </a:ext>
                  </a:extLst>
                </p14:cNvPr>
                <p14:cNvContentPartPr/>
                <p14:nvPr/>
              </p14:nvContentPartPr>
              <p14:xfrm>
                <a:off x="5874998" y="3267936"/>
                <a:ext cx="125280" cy="201240"/>
              </p14:xfrm>
            </p:contentPart>
          </mc:Choice>
          <mc:Fallback>
            <p:pic>
              <p:nvPicPr>
                <p:cNvPr id="109" name="Ink 108">
                  <a:extLst>
                    <a:ext uri="{FF2B5EF4-FFF2-40B4-BE49-F238E27FC236}">
                      <a16:creationId xmlns:a16="http://schemas.microsoft.com/office/drawing/2014/main" id="{EF48DFBE-28F1-B495-7A47-7C4DB19E1266}"/>
                    </a:ext>
                  </a:extLst>
                </p:cNvPr>
                <p:cNvPicPr/>
                <p:nvPr/>
              </p:nvPicPr>
              <p:blipFill>
                <a:blip r:embed="rId248"/>
                <a:stretch>
                  <a:fillRect/>
                </a:stretch>
              </p:blipFill>
              <p:spPr>
                <a:xfrm>
                  <a:off x="5870678" y="3263616"/>
                  <a:ext cx="13392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249">
              <p14:nvContentPartPr>
                <p14:cNvPr id="110" name="Ink 109">
                  <a:extLst>
                    <a:ext uri="{FF2B5EF4-FFF2-40B4-BE49-F238E27FC236}">
                      <a16:creationId xmlns:a16="http://schemas.microsoft.com/office/drawing/2014/main" id="{D2FC2EDF-7A6B-3F8B-6EDA-E965B6415F5C}"/>
                    </a:ext>
                  </a:extLst>
                </p14:cNvPr>
                <p14:cNvContentPartPr/>
                <p14:nvPr/>
              </p14:nvContentPartPr>
              <p14:xfrm>
                <a:off x="6049238" y="3167136"/>
                <a:ext cx="147960" cy="249120"/>
              </p14:xfrm>
            </p:contentPart>
          </mc:Choice>
          <mc:Fallback>
            <p:pic>
              <p:nvPicPr>
                <p:cNvPr id="110" name="Ink 109">
                  <a:extLst>
                    <a:ext uri="{FF2B5EF4-FFF2-40B4-BE49-F238E27FC236}">
                      <a16:creationId xmlns:a16="http://schemas.microsoft.com/office/drawing/2014/main" id="{D2FC2EDF-7A6B-3F8B-6EDA-E965B6415F5C}"/>
                    </a:ext>
                  </a:extLst>
                </p:cNvPr>
                <p:cNvPicPr/>
                <p:nvPr/>
              </p:nvPicPr>
              <p:blipFill>
                <a:blip r:embed="rId250"/>
                <a:stretch>
                  <a:fillRect/>
                </a:stretch>
              </p:blipFill>
              <p:spPr>
                <a:xfrm>
                  <a:off x="6044918" y="3162816"/>
                  <a:ext cx="156600" cy="257760"/>
                </a:xfrm>
                <a:prstGeom prst="rect">
                  <a:avLst/>
                </a:prstGeom>
              </p:spPr>
            </p:pic>
          </mc:Fallback>
        </mc:AlternateContent>
        <mc:AlternateContent xmlns:mc="http://schemas.openxmlformats.org/markup-compatibility/2006">
          <mc:Choice xmlns:p14="http://schemas.microsoft.com/office/powerpoint/2010/main" Requires="p14">
            <p:contentPart p14:bwMode="auto" r:id="rId251">
              <p14:nvContentPartPr>
                <p14:cNvPr id="111" name="Ink 110">
                  <a:extLst>
                    <a:ext uri="{FF2B5EF4-FFF2-40B4-BE49-F238E27FC236}">
                      <a16:creationId xmlns:a16="http://schemas.microsoft.com/office/drawing/2014/main" id="{09DE6EAF-5E1F-498D-B2B8-28F90327AE96}"/>
                    </a:ext>
                  </a:extLst>
                </p14:cNvPr>
                <p14:cNvContentPartPr/>
                <p14:nvPr/>
              </p14:nvContentPartPr>
              <p14:xfrm>
                <a:off x="6219878" y="3290976"/>
                <a:ext cx="132120" cy="75600"/>
              </p14:xfrm>
            </p:contentPart>
          </mc:Choice>
          <mc:Fallback>
            <p:pic>
              <p:nvPicPr>
                <p:cNvPr id="111" name="Ink 110">
                  <a:extLst>
                    <a:ext uri="{FF2B5EF4-FFF2-40B4-BE49-F238E27FC236}">
                      <a16:creationId xmlns:a16="http://schemas.microsoft.com/office/drawing/2014/main" id="{09DE6EAF-5E1F-498D-B2B8-28F90327AE96}"/>
                    </a:ext>
                  </a:extLst>
                </p:cNvPr>
                <p:cNvPicPr/>
                <p:nvPr/>
              </p:nvPicPr>
              <p:blipFill>
                <a:blip r:embed="rId252"/>
                <a:stretch>
                  <a:fillRect/>
                </a:stretch>
              </p:blipFill>
              <p:spPr>
                <a:xfrm>
                  <a:off x="6215558" y="3286656"/>
                  <a:ext cx="14076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253">
              <p14:nvContentPartPr>
                <p14:cNvPr id="112" name="Ink 111">
                  <a:extLst>
                    <a:ext uri="{FF2B5EF4-FFF2-40B4-BE49-F238E27FC236}">
                      <a16:creationId xmlns:a16="http://schemas.microsoft.com/office/drawing/2014/main" id="{054FC7F4-8F78-70B5-9CDF-9C1D6D60B606}"/>
                    </a:ext>
                  </a:extLst>
                </p14:cNvPr>
                <p14:cNvContentPartPr/>
                <p14:nvPr/>
              </p14:nvContentPartPr>
              <p14:xfrm>
                <a:off x="6336878" y="3293136"/>
                <a:ext cx="209880" cy="226800"/>
              </p14:xfrm>
            </p:contentPart>
          </mc:Choice>
          <mc:Fallback>
            <p:pic>
              <p:nvPicPr>
                <p:cNvPr id="112" name="Ink 111">
                  <a:extLst>
                    <a:ext uri="{FF2B5EF4-FFF2-40B4-BE49-F238E27FC236}">
                      <a16:creationId xmlns:a16="http://schemas.microsoft.com/office/drawing/2014/main" id="{054FC7F4-8F78-70B5-9CDF-9C1D6D60B606}"/>
                    </a:ext>
                  </a:extLst>
                </p:cNvPr>
                <p:cNvPicPr/>
                <p:nvPr/>
              </p:nvPicPr>
              <p:blipFill>
                <a:blip r:embed="rId254"/>
                <a:stretch>
                  <a:fillRect/>
                </a:stretch>
              </p:blipFill>
              <p:spPr>
                <a:xfrm>
                  <a:off x="6332558" y="3288816"/>
                  <a:ext cx="218520" cy="235440"/>
                </a:xfrm>
                <a:prstGeom prst="rect">
                  <a:avLst/>
                </a:prstGeom>
              </p:spPr>
            </p:pic>
          </mc:Fallback>
        </mc:AlternateContent>
        <mc:AlternateContent xmlns:mc="http://schemas.openxmlformats.org/markup-compatibility/2006">
          <mc:Choice xmlns:p14="http://schemas.microsoft.com/office/powerpoint/2010/main" Requires="p14">
            <p:contentPart p14:bwMode="auto" r:id="rId255">
              <p14:nvContentPartPr>
                <p14:cNvPr id="113" name="Ink 112">
                  <a:extLst>
                    <a:ext uri="{FF2B5EF4-FFF2-40B4-BE49-F238E27FC236}">
                      <a16:creationId xmlns:a16="http://schemas.microsoft.com/office/drawing/2014/main" id="{B5AE9111-4993-58B7-0E23-C455B7E9387E}"/>
                    </a:ext>
                  </a:extLst>
                </p14:cNvPr>
                <p14:cNvContentPartPr/>
                <p14:nvPr/>
              </p14:nvContentPartPr>
              <p14:xfrm>
                <a:off x="6550358" y="3146976"/>
                <a:ext cx="49680" cy="223560"/>
              </p14:xfrm>
            </p:contentPart>
          </mc:Choice>
          <mc:Fallback>
            <p:pic>
              <p:nvPicPr>
                <p:cNvPr id="113" name="Ink 112">
                  <a:extLst>
                    <a:ext uri="{FF2B5EF4-FFF2-40B4-BE49-F238E27FC236}">
                      <a16:creationId xmlns:a16="http://schemas.microsoft.com/office/drawing/2014/main" id="{B5AE9111-4993-58B7-0E23-C455B7E9387E}"/>
                    </a:ext>
                  </a:extLst>
                </p:cNvPr>
                <p:cNvPicPr/>
                <p:nvPr/>
              </p:nvPicPr>
              <p:blipFill>
                <a:blip r:embed="rId256"/>
                <a:stretch>
                  <a:fillRect/>
                </a:stretch>
              </p:blipFill>
              <p:spPr>
                <a:xfrm>
                  <a:off x="6546038" y="3142656"/>
                  <a:ext cx="5832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257">
              <p14:nvContentPartPr>
                <p14:cNvPr id="114" name="Ink 113">
                  <a:extLst>
                    <a:ext uri="{FF2B5EF4-FFF2-40B4-BE49-F238E27FC236}">
                      <a16:creationId xmlns:a16="http://schemas.microsoft.com/office/drawing/2014/main" id="{596C1063-5099-0401-FFAA-8EF9BBABEBC1}"/>
                    </a:ext>
                  </a:extLst>
                </p14:cNvPr>
                <p14:cNvContentPartPr/>
                <p14:nvPr/>
              </p14:nvContentPartPr>
              <p14:xfrm>
                <a:off x="6619838" y="3105216"/>
                <a:ext cx="260280" cy="252360"/>
              </p14:xfrm>
            </p:contentPart>
          </mc:Choice>
          <mc:Fallback>
            <p:pic>
              <p:nvPicPr>
                <p:cNvPr id="114" name="Ink 113">
                  <a:extLst>
                    <a:ext uri="{FF2B5EF4-FFF2-40B4-BE49-F238E27FC236}">
                      <a16:creationId xmlns:a16="http://schemas.microsoft.com/office/drawing/2014/main" id="{596C1063-5099-0401-FFAA-8EF9BBABEBC1}"/>
                    </a:ext>
                  </a:extLst>
                </p:cNvPr>
                <p:cNvPicPr/>
                <p:nvPr/>
              </p:nvPicPr>
              <p:blipFill>
                <a:blip r:embed="rId258"/>
                <a:stretch>
                  <a:fillRect/>
                </a:stretch>
              </p:blipFill>
              <p:spPr>
                <a:xfrm>
                  <a:off x="6615518" y="3100896"/>
                  <a:ext cx="26892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259">
              <p14:nvContentPartPr>
                <p14:cNvPr id="115" name="Ink 114">
                  <a:extLst>
                    <a:ext uri="{FF2B5EF4-FFF2-40B4-BE49-F238E27FC236}">
                      <a16:creationId xmlns:a16="http://schemas.microsoft.com/office/drawing/2014/main" id="{770C5AEF-42E9-FCE3-10B7-0288D65AEA1A}"/>
                    </a:ext>
                  </a:extLst>
                </p14:cNvPr>
                <p14:cNvContentPartPr/>
                <p14:nvPr/>
              </p14:nvContentPartPr>
              <p14:xfrm>
                <a:off x="4846478" y="3789216"/>
                <a:ext cx="197640" cy="361440"/>
              </p14:xfrm>
            </p:contentPart>
          </mc:Choice>
          <mc:Fallback>
            <p:pic>
              <p:nvPicPr>
                <p:cNvPr id="115" name="Ink 114">
                  <a:extLst>
                    <a:ext uri="{FF2B5EF4-FFF2-40B4-BE49-F238E27FC236}">
                      <a16:creationId xmlns:a16="http://schemas.microsoft.com/office/drawing/2014/main" id="{770C5AEF-42E9-FCE3-10B7-0288D65AEA1A}"/>
                    </a:ext>
                  </a:extLst>
                </p:cNvPr>
                <p:cNvPicPr/>
                <p:nvPr/>
              </p:nvPicPr>
              <p:blipFill>
                <a:blip r:embed="rId260"/>
                <a:stretch>
                  <a:fillRect/>
                </a:stretch>
              </p:blipFill>
              <p:spPr>
                <a:xfrm>
                  <a:off x="4842158" y="3784896"/>
                  <a:ext cx="206280" cy="370080"/>
                </a:xfrm>
                <a:prstGeom prst="rect">
                  <a:avLst/>
                </a:prstGeom>
              </p:spPr>
            </p:pic>
          </mc:Fallback>
        </mc:AlternateContent>
        <mc:AlternateContent xmlns:mc="http://schemas.openxmlformats.org/markup-compatibility/2006">
          <mc:Choice xmlns:p14="http://schemas.microsoft.com/office/powerpoint/2010/main" Requires="p14">
            <p:contentPart p14:bwMode="auto" r:id="rId261">
              <p14:nvContentPartPr>
                <p14:cNvPr id="116" name="Ink 115">
                  <a:extLst>
                    <a:ext uri="{FF2B5EF4-FFF2-40B4-BE49-F238E27FC236}">
                      <a16:creationId xmlns:a16="http://schemas.microsoft.com/office/drawing/2014/main" id="{44B07F4C-C6EC-72C9-62CA-FB1059BCBD88}"/>
                    </a:ext>
                  </a:extLst>
                </p14:cNvPr>
                <p14:cNvContentPartPr/>
                <p14:nvPr/>
              </p14:nvContentPartPr>
              <p14:xfrm>
                <a:off x="5014958" y="3846096"/>
                <a:ext cx="190800" cy="190800"/>
              </p14:xfrm>
            </p:contentPart>
          </mc:Choice>
          <mc:Fallback>
            <p:pic>
              <p:nvPicPr>
                <p:cNvPr id="116" name="Ink 115">
                  <a:extLst>
                    <a:ext uri="{FF2B5EF4-FFF2-40B4-BE49-F238E27FC236}">
                      <a16:creationId xmlns:a16="http://schemas.microsoft.com/office/drawing/2014/main" id="{44B07F4C-C6EC-72C9-62CA-FB1059BCBD88}"/>
                    </a:ext>
                  </a:extLst>
                </p:cNvPr>
                <p:cNvPicPr/>
                <p:nvPr/>
              </p:nvPicPr>
              <p:blipFill>
                <a:blip r:embed="rId262"/>
                <a:stretch>
                  <a:fillRect/>
                </a:stretch>
              </p:blipFill>
              <p:spPr>
                <a:xfrm>
                  <a:off x="5010638" y="3841776"/>
                  <a:ext cx="199440" cy="199440"/>
                </a:xfrm>
                <a:prstGeom prst="rect">
                  <a:avLst/>
                </a:prstGeom>
              </p:spPr>
            </p:pic>
          </mc:Fallback>
        </mc:AlternateContent>
        <mc:AlternateContent xmlns:mc="http://schemas.openxmlformats.org/markup-compatibility/2006">
          <mc:Choice xmlns:p14="http://schemas.microsoft.com/office/powerpoint/2010/main" Requires="p14">
            <p:contentPart p14:bwMode="auto" r:id="rId263">
              <p14:nvContentPartPr>
                <p14:cNvPr id="117" name="Ink 116">
                  <a:extLst>
                    <a:ext uri="{FF2B5EF4-FFF2-40B4-BE49-F238E27FC236}">
                      <a16:creationId xmlns:a16="http://schemas.microsoft.com/office/drawing/2014/main" id="{87D11565-B920-852C-854B-EBC2C1D4AB88}"/>
                    </a:ext>
                  </a:extLst>
                </p14:cNvPr>
                <p14:cNvContentPartPr/>
                <p14:nvPr/>
              </p14:nvContentPartPr>
              <p14:xfrm>
                <a:off x="5147798" y="3956976"/>
                <a:ext cx="252360" cy="69840"/>
              </p14:xfrm>
            </p:contentPart>
          </mc:Choice>
          <mc:Fallback>
            <p:pic>
              <p:nvPicPr>
                <p:cNvPr id="117" name="Ink 116">
                  <a:extLst>
                    <a:ext uri="{FF2B5EF4-FFF2-40B4-BE49-F238E27FC236}">
                      <a16:creationId xmlns:a16="http://schemas.microsoft.com/office/drawing/2014/main" id="{87D11565-B920-852C-854B-EBC2C1D4AB88}"/>
                    </a:ext>
                  </a:extLst>
                </p:cNvPr>
                <p:cNvPicPr/>
                <p:nvPr/>
              </p:nvPicPr>
              <p:blipFill>
                <a:blip r:embed="rId264"/>
                <a:stretch>
                  <a:fillRect/>
                </a:stretch>
              </p:blipFill>
              <p:spPr>
                <a:xfrm>
                  <a:off x="5143478" y="3952656"/>
                  <a:ext cx="26100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265">
              <p14:nvContentPartPr>
                <p14:cNvPr id="120" name="Ink 119">
                  <a:extLst>
                    <a:ext uri="{FF2B5EF4-FFF2-40B4-BE49-F238E27FC236}">
                      <a16:creationId xmlns:a16="http://schemas.microsoft.com/office/drawing/2014/main" id="{BF5F3F34-3726-C028-F331-5B63112CA1D6}"/>
                    </a:ext>
                  </a:extLst>
                </p14:cNvPr>
                <p14:cNvContentPartPr/>
                <p14:nvPr/>
              </p14:nvContentPartPr>
              <p14:xfrm>
                <a:off x="5745758" y="849456"/>
                <a:ext cx="1156320" cy="171360"/>
              </p14:xfrm>
            </p:contentPart>
          </mc:Choice>
          <mc:Fallback>
            <p:pic>
              <p:nvPicPr>
                <p:cNvPr id="120" name="Ink 119">
                  <a:extLst>
                    <a:ext uri="{FF2B5EF4-FFF2-40B4-BE49-F238E27FC236}">
                      <a16:creationId xmlns:a16="http://schemas.microsoft.com/office/drawing/2014/main" id="{BF5F3F34-3726-C028-F331-5B63112CA1D6}"/>
                    </a:ext>
                  </a:extLst>
                </p:cNvPr>
                <p:cNvPicPr/>
                <p:nvPr/>
              </p:nvPicPr>
              <p:blipFill>
                <a:blip r:embed="rId266"/>
                <a:stretch>
                  <a:fillRect/>
                </a:stretch>
              </p:blipFill>
              <p:spPr>
                <a:xfrm>
                  <a:off x="5741438" y="845136"/>
                  <a:ext cx="116496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267">
              <p14:nvContentPartPr>
                <p14:cNvPr id="121" name="Ink 120">
                  <a:extLst>
                    <a:ext uri="{FF2B5EF4-FFF2-40B4-BE49-F238E27FC236}">
                      <a16:creationId xmlns:a16="http://schemas.microsoft.com/office/drawing/2014/main" id="{478016BB-A592-2A2B-505D-75CA564C5CF0}"/>
                    </a:ext>
                  </a:extLst>
                </p14:cNvPr>
                <p14:cNvContentPartPr/>
                <p14:nvPr/>
              </p14:nvContentPartPr>
              <p14:xfrm>
                <a:off x="6732878" y="873936"/>
                <a:ext cx="284760" cy="329760"/>
              </p14:xfrm>
            </p:contentPart>
          </mc:Choice>
          <mc:Fallback>
            <p:pic>
              <p:nvPicPr>
                <p:cNvPr id="121" name="Ink 120">
                  <a:extLst>
                    <a:ext uri="{FF2B5EF4-FFF2-40B4-BE49-F238E27FC236}">
                      <a16:creationId xmlns:a16="http://schemas.microsoft.com/office/drawing/2014/main" id="{478016BB-A592-2A2B-505D-75CA564C5CF0}"/>
                    </a:ext>
                  </a:extLst>
                </p:cNvPr>
                <p:cNvPicPr/>
                <p:nvPr/>
              </p:nvPicPr>
              <p:blipFill>
                <a:blip r:embed="rId268"/>
                <a:stretch>
                  <a:fillRect/>
                </a:stretch>
              </p:blipFill>
              <p:spPr>
                <a:xfrm>
                  <a:off x="6728558" y="869616"/>
                  <a:ext cx="293400" cy="338400"/>
                </a:xfrm>
                <a:prstGeom prst="rect">
                  <a:avLst/>
                </a:prstGeom>
              </p:spPr>
            </p:pic>
          </mc:Fallback>
        </mc:AlternateContent>
        <mc:AlternateContent xmlns:mc="http://schemas.openxmlformats.org/markup-compatibility/2006">
          <mc:Choice xmlns:p14="http://schemas.microsoft.com/office/powerpoint/2010/main" Requires="p14">
            <p:contentPart p14:bwMode="auto" r:id="rId269">
              <p14:nvContentPartPr>
                <p14:cNvPr id="122" name="Ink 121">
                  <a:extLst>
                    <a:ext uri="{FF2B5EF4-FFF2-40B4-BE49-F238E27FC236}">
                      <a16:creationId xmlns:a16="http://schemas.microsoft.com/office/drawing/2014/main" id="{46C2CD42-38CE-9C0A-A132-0D8DBF5C0925}"/>
                    </a:ext>
                  </a:extLst>
                </p14:cNvPr>
                <p14:cNvContentPartPr/>
                <p14:nvPr/>
              </p14:nvContentPartPr>
              <p14:xfrm>
                <a:off x="7408598" y="823176"/>
                <a:ext cx="265320" cy="312840"/>
              </p14:xfrm>
            </p:contentPart>
          </mc:Choice>
          <mc:Fallback>
            <p:pic>
              <p:nvPicPr>
                <p:cNvPr id="122" name="Ink 121">
                  <a:extLst>
                    <a:ext uri="{FF2B5EF4-FFF2-40B4-BE49-F238E27FC236}">
                      <a16:creationId xmlns:a16="http://schemas.microsoft.com/office/drawing/2014/main" id="{46C2CD42-38CE-9C0A-A132-0D8DBF5C0925}"/>
                    </a:ext>
                  </a:extLst>
                </p:cNvPr>
                <p:cNvPicPr/>
                <p:nvPr/>
              </p:nvPicPr>
              <p:blipFill>
                <a:blip r:embed="rId270"/>
                <a:stretch>
                  <a:fillRect/>
                </a:stretch>
              </p:blipFill>
              <p:spPr>
                <a:xfrm>
                  <a:off x="7404278" y="818856"/>
                  <a:ext cx="273960" cy="321480"/>
                </a:xfrm>
                <a:prstGeom prst="rect">
                  <a:avLst/>
                </a:prstGeom>
              </p:spPr>
            </p:pic>
          </mc:Fallback>
        </mc:AlternateContent>
        <mc:AlternateContent xmlns:mc="http://schemas.openxmlformats.org/markup-compatibility/2006">
          <mc:Choice xmlns:p14="http://schemas.microsoft.com/office/powerpoint/2010/main" Requires="p14">
            <p:contentPart p14:bwMode="auto" r:id="rId271">
              <p14:nvContentPartPr>
                <p14:cNvPr id="123" name="Ink 122">
                  <a:extLst>
                    <a:ext uri="{FF2B5EF4-FFF2-40B4-BE49-F238E27FC236}">
                      <a16:creationId xmlns:a16="http://schemas.microsoft.com/office/drawing/2014/main" id="{9C7328A4-939F-A812-D82F-0FC7F8120999}"/>
                    </a:ext>
                  </a:extLst>
                </p14:cNvPr>
                <p14:cNvContentPartPr/>
                <p14:nvPr/>
              </p14:nvContentPartPr>
              <p14:xfrm>
                <a:off x="7811798" y="948096"/>
                <a:ext cx="83160" cy="13680"/>
              </p14:xfrm>
            </p:contentPart>
          </mc:Choice>
          <mc:Fallback>
            <p:pic>
              <p:nvPicPr>
                <p:cNvPr id="123" name="Ink 122">
                  <a:extLst>
                    <a:ext uri="{FF2B5EF4-FFF2-40B4-BE49-F238E27FC236}">
                      <a16:creationId xmlns:a16="http://schemas.microsoft.com/office/drawing/2014/main" id="{9C7328A4-939F-A812-D82F-0FC7F8120999}"/>
                    </a:ext>
                  </a:extLst>
                </p:cNvPr>
                <p:cNvPicPr/>
                <p:nvPr/>
              </p:nvPicPr>
              <p:blipFill>
                <a:blip r:embed="rId272"/>
                <a:stretch>
                  <a:fillRect/>
                </a:stretch>
              </p:blipFill>
              <p:spPr>
                <a:xfrm>
                  <a:off x="7807478" y="943776"/>
                  <a:ext cx="9180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273">
              <p14:nvContentPartPr>
                <p14:cNvPr id="124" name="Ink 123">
                  <a:extLst>
                    <a:ext uri="{FF2B5EF4-FFF2-40B4-BE49-F238E27FC236}">
                      <a16:creationId xmlns:a16="http://schemas.microsoft.com/office/drawing/2014/main" id="{0338707C-36B1-9D70-693D-2941FAD14930}"/>
                    </a:ext>
                  </a:extLst>
                </p14:cNvPr>
                <p14:cNvContentPartPr/>
                <p14:nvPr/>
              </p14:nvContentPartPr>
              <p14:xfrm>
                <a:off x="7819358" y="991656"/>
                <a:ext cx="142200" cy="33480"/>
              </p14:xfrm>
            </p:contentPart>
          </mc:Choice>
          <mc:Fallback>
            <p:pic>
              <p:nvPicPr>
                <p:cNvPr id="124" name="Ink 123">
                  <a:extLst>
                    <a:ext uri="{FF2B5EF4-FFF2-40B4-BE49-F238E27FC236}">
                      <a16:creationId xmlns:a16="http://schemas.microsoft.com/office/drawing/2014/main" id="{0338707C-36B1-9D70-693D-2941FAD14930}"/>
                    </a:ext>
                  </a:extLst>
                </p:cNvPr>
                <p:cNvPicPr/>
                <p:nvPr/>
              </p:nvPicPr>
              <p:blipFill>
                <a:blip r:embed="rId274"/>
                <a:stretch>
                  <a:fillRect/>
                </a:stretch>
              </p:blipFill>
              <p:spPr>
                <a:xfrm>
                  <a:off x="7815038" y="987336"/>
                  <a:ext cx="15084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275">
              <p14:nvContentPartPr>
                <p14:cNvPr id="125" name="Ink 124">
                  <a:extLst>
                    <a:ext uri="{FF2B5EF4-FFF2-40B4-BE49-F238E27FC236}">
                      <a16:creationId xmlns:a16="http://schemas.microsoft.com/office/drawing/2014/main" id="{5B63B3D5-8EFE-C364-99A5-C06F0D9B9295}"/>
                    </a:ext>
                  </a:extLst>
                </p14:cNvPr>
                <p14:cNvContentPartPr/>
                <p14:nvPr/>
              </p14:nvContentPartPr>
              <p14:xfrm>
                <a:off x="8234438" y="781416"/>
                <a:ext cx="247320" cy="197640"/>
              </p14:xfrm>
            </p:contentPart>
          </mc:Choice>
          <mc:Fallback>
            <p:pic>
              <p:nvPicPr>
                <p:cNvPr id="125" name="Ink 124">
                  <a:extLst>
                    <a:ext uri="{FF2B5EF4-FFF2-40B4-BE49-F238E27FC236}">
                      <a16:creationId xmlns:a16="http://schemas.microsoft.com/office/drawing/2014/main" id="{5B63B3D5-8EFE-C364-99A5-C06F0D9B9295}"/>
                    </a:ext>
                  </a:extLst>
                </p:cNvPr>
                <p:cNvPicPr/>
                <p:nvPr/>
              </p:nvPicPr>
              <p:blipFill>
                <a:blip r:embed="rId276"/>
                <a:stretch>
                  <a:fillRect/>
                </a:stretch>
              </p:blipFill>
              <p:spPr>
                <a:xfrm>
                  <a:off x="8230118" y="777096"/>
                  <a:ext cx="25596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277">
              <p14:nvContentPartPr>
                <p14:cNvPr id="126" name="Ink 125">
                  <a:extLst>
                    <a:ext uri="{FF2B5EF4-FFF2-40B4-BE49-F238E27FC236}">
                      <a16:creationId xmlns:a16="http://schemas.microsoft.com/office/drawing/2014/main" id="{1004D9FE-C274-108D-B86D-3CABD79F37C6}"/>
                    </a:ext>
                  </a:extLst>
                </p14:cNvPr>
                <p14:cNvContentPartPr/>
                <p14:nvPr/>
              </p14:nvContentPartPr>
              <p14:xfrm>
                <a:off x="8292038" y="763776"/>
                <a:ext cx="136440" cy="248400"/>
              </p14:xfrm>
            </p:contentPart>
          </mc:Choice>
          <mc:Fallback>
            <p:pic>
              <p:nvPicPr>
                <p:cNvPr id="126" name="Ink 125">
                  <a:extLst>
                    <a:ext uri="{FF2B5EF4-FFF2-40B4-BE49-F238E27FC236}">
                      <a16:creationId xmlns:a16="http://schemas.microsoft.com/office/drawing/2014/main" id="{1004D9FE-C274-108D-B86D-3CABD79F37C6}"/>
                    </a:ext>
                  </a:extLst>
                </p:cNvPr>
                <p:cNvPicPr/>
                <p:nvPr/>
              </p:nvPicPr>
              <p:blipFill>
                <a:blip r:embed="rId278"/>
                <a:stretch>
                  <a:fillRect/>
                </a:stretch>
              </p:blipFill>
              <p:spPr>
                <a:xfrm>
                  <a:off x="8287718" y="759456"/>
                  <a:ext cx="145080" cy="257040"/>
                </a:xfrm>
                <a:prstGeom prst="rect">
                  <a:avLst/>
                </a:prstGeom>
              </p:spPr>
            </p:pic>
          </mc:Fallback>
        </mc:AlternateContent>
        <mc:AlternateContent xmlns:mc="http://schemas.openxmlformats.org/markup-compatibility/2006">
          <mc:Choice xmlns:p14="http://schemas.microsoft.com/office/powerpoint/2010/main" Requires="p14">
            <p:contentPart p14:bwMode="auto" r:id="rId279">
              <p14:nvContentPartPr>
                <p14:cNvPr id="127" name="Ink 126">
                  <a:extLst>
                    <a:ext uri="{FF2B5EF4-FFF2-40B4-BE49-F238E27FC236}">
                      <a16:creationId xmlns:a16="http://schemas.microsoft.com/office/drawing/2014/main" id="{2953C4F8-2E9A-C7FF-4451-7A8F4F8FFE1F}"/>
                    </a:ext>
                  </a:extLst>
                </p14:cNvPr>
                <p14:cNvContentPartPr/>
                <p14:nvPr/>
              </p14:nvContentPartPr>
              <p14:xfrm>
                <a:off x="8572838" y="823176"/>
                <a:ext cx="189360" cy="54000"/>
              </p14:xfrm>
            </p:contentPart>
          </mc:Choice>
          <mc:Fallback>
            <p:pic>
              <p:nvPicPr>
                <p:cNvPr id="127" name="Ink 126">
                  <a:extLst>
                    <a:ext uri="{FF2B5EF4-FFF2-40B4-BE49-F238E27FC236}">
                      <a16:creationId xmlns:a16="http://schemas.microsoft.com/office/drawing/2014/main" id="{2953C4F8-2E9A-C7FF-4451-7A8F4F8FFE1F}"/>
                    </a:ext>
                  </a:extLst>
                </p:cNvPr>
                <p:cNvPicPr/>
                <p:nvPr/>
              </p:nvPicPr>
              <p:blipFill>
                <a:blip r:embed="rId280"/>
                <a:stretch>
                  <a:fillRect/>
                </a:stretch>
              </p:blipFill>
              <p:spPr>
                <a:xfrm>
                  <a:off x="8568518" y="818856"/>
                  <a:ext cx="198000" cy="62640"/>
                </a:xfrm>
                <a:prstGeom prst="rect">
                  <a:avLst/>
                </a:prstGeom>
              </p:spPr>
            </p:pic>
          </mc:Fallback>
        </mc:AlternateContent>
        <mc:AlternateContent xmlns:mc="http://schemas.openxmlformats.org/markup-compatibility/2006">
          <mc:Choice xmlns:p14="http://schemas.microsoft.com/office/powerpoint/2010/main" Requires="p14">
            <p:contentPart p14:bwMode="auto" r:id="rId281">
              <p14:nvContentPartPr>
                <p14:cNvPr id="128" name="Ink 127">
                  <a:extLst>
                    <a:ext uri="{FF2B5EF4-FFF2-40B4-BE49-F238E27FC236}">
                      <a16:creationId xmlns:a16="http://schemas.microsoft.com/office/drawing/2014/main" id="{51B4A3FB-862B-8948-FFD8-CD470107728E}"/>
                    </a:ext>
                  </a:extLst>
                </p14:cNvPr>
                <p14:cNvContentPartPr/>
                <p14:nvPr/>
              </p14:nvContentPartPr>
              <p14:xfrm>
                <a:off x="8863358" y="705816"/>
                <a:ext cx="207720" cy="295560"/>
              </p14:xfrm>
            </p:contentPart>
          </mc:Choice>
          <mc:Fallback>
            <p:pic>
              <p:nvPicPr>
                <p:cNvPr id="128" name="Ink 127">
                  <a:extLst>
                    <a:ext uri="{FF2B5EF4-FFF2-40B4-BE49-F238E27FC236}">
                      <a16:creationId xmlns:a16="http://schemas.microsoft.com/office/drawing/2014/main" id="{51B4A3FB-862B-8948-FFD8-CD470107728E}"/>
                    </a:ext>
                  </a:extLst>
                </p:cNvPr>
                <p:cNvPicPr/>
                <p:nvPr/>
              </p:nvPicPr>
              <p:blipFill>
                <a:blip r:embed="rId282"/>
                <a:stretch>
                  <a:fillRect/>
                </a:stretch>
              </p:blipFill>
              <p:spPr>
                <a:xfrm>
                  <a:off x="8859038" y="701496"/>
                  <a:ext cx="216360" cy="304200"/>
                </a:xfrm>
                <a:prstGeom prst="rect">
                  <a:avLst/>
                </a:prstGeom>
              </p:spPr>
            </p:pic>
          </mc:Fallback>
        </mc:AlternateContent>
        <mc:AlternateContent xmlns:mc="http://schemas.openxmlformats.org/markup-compatibility/2006">
          <mc:Choice xmlns:p14="http://schemas.microsoft.com/office/powerpoint/2010/main" Requires="p14">
            <p:contentPart p14:bwMode="auto" r:id="rId283">
              <p14:nvContentPartPr>
                <p14:cNvPr id="129" name="Ink 128">
                  <a:extLst>
                    <a:ext uri="{FF2B5EF4-FFF2-40B4-BE49-F238E27FC236}">
                      <a16:creationId xmlns:a16="http://schemas.microsoft.com/office/drawing/2014/main" id="{7DB62B58-3643-88C9-1EC5-F6701036225E}"/>
                    </a:ext>
                  </a:extLst>
                </p14:cNvPr>
                <p14:cNvContentPartPr/>
                <p14:nvPr/>
              </p14:nvContentPartPr>
              <p14:xfrm>
                <a:off x="8228678" y="981936"/>
                <a:ext cx="806400" cy="137880"/>
              </p14:xfrm>
            </p:contentPart>
          </mc:Choice>
          <mc:Fallback>
            <p:pic>
              <p:nvPicPr>
                <p:cNvPr id="129" name="Ink 128">
                  <a:extLst>
                    <a:ext uri="{FF2B5EF4-FFF2-40B4-BE49-F238E27FC236}">
                      <a16:creationId xmlns:a16="http://schemas.microsoft.com/office/drawing/2014/main" id="{7DB62B58-3643-88C9-1EC5-F6701036225E}"/>
                    </a:ext>
                  </a:extLst>
                </p:cNvPr>
                <p:cNvPicPr/>
                <p:nvPr/>
              </p:nvPicPr>
              <p:blipFill>
                <a:blip r:embed="rId284"/>
                <a:stretch>
                  <a:fillRect/>
                </a:stretch>
              </p:blipFill>
              <p:spPr>
                <a:xfrm>
                  <a:off x="8224358" y="977616"/>
                  <a:ext cx="81504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285">
              <p14:nvContentPartPr>
                <p14:cNvPr id="130" name="Ink 129">
                  <a:extLst>
                    <a:ext uri="{FF2B5EF4-FFF2-40B4-BE49-F238E27FC236}">
                      <a16:creationId xmlns:a16="http://schemas.microsoft.com/office/drawing/2014/main" id="{7414F883-1531-4EA5-A425-EF1854C5BCD4}"/>
                    </a:ext>
                  </a:extLst>
                </p14:cNvPr>
                <p14:cNvContentPartPr/>
                <p14:nvPr/>
              </p14:nvContentPartPr>
              <p14:xfrm>
                <a:off x="8538998" y="1131336"/>
                <a:ext cx="403920" cy="194760"/>
              </p14:xfrm>
            </p:contentPart>
          </mc:Choice>
          <mc:Fallback>
            <p:pic>
              <p:nvPicPr>
                <p:cNvPr id="130" name="Ink 129">
                  <a:extLst>
                    <a:ext uri="{FF2B5EF4-FFF2-40B4-BE49-F238E27FC236}">
                      <a16:creationId xmlns:a16="http://schemas.microsoft.com/office/drawing/2014/main" id="{7414F883-1531-4EA5-A425-EF1854C5BCD4}"/>
                    </a:ext>
                  </a:extLst>
                </p:cNvPr>
                <p:cNvPicPr/>
                <p:nvPr/>
              </p:nvPicPr>
              <p:blipFill>
                <a:blip r:embed="rId286"/>
                <a:stretch>
                  <a:fillRect/>
                </a:stretch>
              </p:blipFill>
              <p:spPr>
                <a:xfrm>
                  <a:off x="8534678" y="1127016"/>
                  <a:ext cx="412560" cy="203400"/>
                </a:xfrm>
                <a:prstGeom prst="rect">
                  <a:avLst/>
                </a:prstGeom>
              </p:spPr>
            </p:pic>
          </mc:Fallback>
        </mc:AlternateContent>
        <mc:AlternateContent xmlns:mc="http://schemas.openxmlformats.org/markup-compatibility/2006">
          <mc:Choice xmlns:p14="http://schemas.microsoft.com/office/powerpoint/2010/main" Requires="p14">
            <p:contentPart p14:bwMode="auto" r:id="rId287">
              <p14:nvContentPartPr>
                <p14:cNvPr id="134" name="Ink 133">
                  <a:extLst>
                    <a:ext uri="{FF2B5EF4-FFF2-40B4-BE49-F238E27FC236}">
                      <a16:creationId xmlns:a16="http://schemas.microsoft.com/office/drawing/2014/main" id="{CA92E16A-9DE1-791A-6115-82413CC7CB9E}"/>
                    </a:ext>
                  </a:extLst>
                </p14:cNvPr>
                <p14:cNvContentPartPr/>
                <p14:nvPr/>
              </p14:nvContentPartPr>
              <p14:xfrm>
                <a:off x="7663118" y="1860336"/>
                <a:ext cx="177840" cy="289440"/>
              </p14:xfrm>
            </p:contentPart>
          </mc:Choice>
          <mc:Fallback>
            <p:pic>
              <p:nvPicPr>
                <p:cNvPr id="134" name="Ink 133">
                  <a:extLst>
                    <a:ext uri="{FF2B5EF4-FFF2-40B4-BE49-F238E27FC236}">
                      <a16:creationId xmlns:a16="http://schemas.microsoft.com/office/drawing/2014/main" id="{CA92E16A-9DE1-791A-6115-82413CC7CB9E}"/>
                    </a:ext>
                  </a:extLst>
                </p:cNvPr>
                <p:cNvPicPr/>
                <p:nvPr/>
              </p:nvPicPr>
              <p:blipFill>
                <a:blip r:embed="rId288"/>
                <a:stretch>
                  <a:fillRect/>
                </a:stretch>
              </p:blipFill>
              <p:spPr>
                <a:xfrm>
                  <a:off x="7658798" y="1856016"/>
                  <a:ext cx="186480" cy="298080"/>
                </a:xfrm>
                <a:prstGeom prst="rect">
                  <a:avLst/>
                </a:prstGeom>
              </p:spPr>
            </p:pic>
          </mc:Fallback>
        </mc:AlternateContent>
        <mc:AlternateContent xmlns:mc="http://schemas.openxmlformats.org/markup-compatibility/2006">
          <mc:Choice xmlns:p14="http://schemas.microsoft.com/office/powerpoint/2010/main" Requires="p14">
            <p:contentPart p14:bwMode="auto" r:id="rId289">
              <p14:nvContentPartPr>
                <p14:cNvPr id="135" name="Ink 134">
                  <a:extLst>
                    <a:ext uri="{FF2B5EF4-FFF2-40B4-BE49-F238E27FC236}">
                      <a16:creationId xmlns:a16="http://schemas.microsoft.com/office/drawing/2014/main" id="{D99BD9BD-4169-96CB-08C2-C94C983F61F9}"/>
                    </a:ext>
                  </a:extLst>
                </p14:cNvPr>
                <p14:cNvContentPartPr/>
                <p14:nvPr/>
              </p14:nvContentPartPr>
              <p14:xfrm>
                <a:off x="7938878" y="2056896"/>
                <a:ext cx="7560" cy="129960"/>
              </p14:xfrm>
            </p:contentPart>
          </mc:Choice>
          <mc:Fallback>
            <p:pic>
              <p:nvPicPr>
                <p:cNvPr id="135" name="Ink 134">
                  <a:extLst>
                    <a:ext uri="{FF2B5EF4-FFF2-40B4-BE49-F238E27FC236}">
                      <a16:creationId xmlns:a16="http://schemas.microsoft.com/office/drawing/2014/main" id="{D99BD9BD-4169-96CB-08C2-C94C983F61F9}"/>
                    </a:ext>
                  </a:extLst>
                </p:cNvPr>
                <p:cNvPicPr/>
                <p:nvPr/>
              </p:nvPicPr>
              <p:blipFill>
                <a:blip r:embed="rId290"/>
                <a:stretch>
                  <a:fillRect/>
                </a:stretch>
              </p:blipFill>
              <p:spPr>
                <a:xfrm>
                  <a:off x="7934558" y="2052576"/>
                  <a:ext cx="1620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291">
              <p14:nvContentPartPr>
                <p14:cNvPr id="136" name="Ink 135">
                  <a:extLst>
                    <a:ext uri="{FF2B5EF4-FFF2-40B4-BE49-F238E27FC236}">
                      <a16:creationId xmlns:a16="http://schemas.microsoft.com/office/drawing/2014/main" id="{2376BAE4-A9B1-CBC4-E277-B3703539F840}"/>
                    </a:ext>
                  </a:extLst>
                </p14:cNvPr>
                <p14:cNvContentPartPr/>
                <p14:nvPr/>
              </p14:nvContentPartPr>
              <p14:xfrm>
                <a:off x="8103758" y="1920816"/>
                <a:ext cx="84960" cy="12960"/>
              </p14:xfrm>
            </p:contentPart>
          </mc:Choice>
          <mc:Fallback>
            <p:pic>
              <p:nvPicPr>
                <p:cNvPr id="136" name="Ink 135">
                  <a:extLst>
                    <a:ext uri="{FF2B5EF4-FFF2-40B4-BE49-F238E27FC236}">
                      <a16:creationId xmlns:a16="http://schemas.microsoft.com/office/drawing/2014/main" id="{2376BAE4-A9B1-CBC4-E277-B3703539F840}"/>
                    </a:ext>
                  </a:extLst>
                </p:cNvPr>
                <p:cNvPicPr/>
                <p:nvPr/>
              </p:nvPicPr>
              <p:blipFill>
                <a:blip r:embed="rId292"/>
                <a:stretch>
                  <a:fillRect/>
                </a:stretch>
              </p:blipFill>
              <p:spPr>
                <a:xfrm>
                  <a:off x="8099438" y="1916496"/>
                  <a:ext cx="9360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293">
              <p14:nvContentPartPr>
                <p14:cNvPr id="137" name="Ink 136">
                  <a:extLst>
                    <a:ext uri="{FF2B5EF4-FFF2-40B4-BE49-F238E27FC236}">
                      <a16:creationId xmlns:a16="http://schemas.microsoft.com/office/drawing/2014/main" id="{9EB2C580-BBB4-C495-1708-92DE7138DCD2}"/>
                    </a:ext>
                  </a:extLst>
                </p14:cNvPr>
                <p14:cNvContentPartPr/>
                <p14:nvPr/>
              </p14:nvContentPartPr>
              <p14:xfrm>
                <a:off x="8097998" y="1972656"/>
                <a:ext cx="133200" cy="31320"/>
              </p14:xfrm>
            </p:contentPart>
          </mc:Choice>
          <mc:Fallback>
            <p:pic>
              <p:nvPicPr>
                <p:cNvPr id="137" name="Ink 136">
                  <a:extLst>
                    <a:ext uri="{FF2B5EF4-FFF2-40B4-BE49-F238E27FC236}">
                      <a16:creationId xmlns:a16="http://schemas.microsoft.com/office/drawing/2014/main" id="{9EB2C580-BBB4-C495-1708-92DE7138DCD2}"/>
                    </a:ext>
                  </a:extLst>
                </p:cNvPr>
                <p:cNvPicPr/>
                <p:nvPr/>
              </p:nvPicPr>
              <p:blipFill>
                <a:blip r:embed="rId294"/>
                <a:stretch>
                  <a:fillRect/>
                </a:stretch>
              </p:blipFill>
              <p:spPr>
                <a:xfrm>
                  <a:off x="8093678" y="1968336"/>
                  <a:ext cx="14184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295">
              <p14:nvContentPartPr>
                <p14:cNvPr id="149" name="Ink 148">
                  <a:extLst>
                    <a:ext uri="{FF2B5EF4-FFF2-40B4-BE49-F238E27FC236}">
                      <a16:creationId xmlns:a16="http://schemas.microsoft.com/office/drawing/2014/main" id="{C17AB2E5-4CC4-74B1-3952-B264647FAAD8}"/>
                    </a:ext>
                  </a:extLst>
                </p14:cNvPr>
                <p14:cNvContentPartPr/>
                <p14:nvPr/>
              </p14:nvContentPartPr>
              <p14:xfrm>
                <a:off x="7858958" y="1680696"/>
                <a:ext cx="131040" cy="94680"/>
              </p14:xfrm>
            </p:contentPart>
          </mc:Choice>
          <mc:Fallback>
            <p:pic>
              <p:nvPicPr>
                <p:cNvPr id="149" name="Ink 148">
                  <a:extLst>
                    <a:ext uri="{FF2B5EF4-FFF2-40B4-BE49-F238E27FC236}">
                      <a16:creationId xmlns:a16="http://schemas.microsoft.com/office/drawing/2014/main" id="{C17AB2E5-4CC4-74B1-3952-B264647FAAD8}"/>
                    </a:ext>
                  </a:extLst>
                </p:cNvPr>
                <p:cNvPicPr/>
                <p:nvPr/>
              </p:nvPicPr>
              <p:blipFill>
                <a:blip r:embed="rId296"/>
                <a:stretch>
                  <a:fillRect/>
                </a:stretch>
              </p:blipFill>
              <p:spPr>
                <a:xfrm>
                  <a:off x="7854638" y="1676376"/>
                  <a:ext cx="13968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297">
              <p14:nvContentPartPr>
                <p14:cNvPr id="154" name="Ink 153">
                  <a:extLst>
                    <a:ext uri="{FF2B5EF4-FFF2-40B4-BE49-F238E27FC236}">
                      <a16:creationId xmlns:a16="http://schemas.microsoft.com/office/drawing/2014/main" id="{EFB92583-0B0F-2138-B15B-9D917046A4BE}"/>
                    </a:ext>
                  </a:extLst>
                </p14:cNvPr>
                <p14:cNvContentPartPr/>
                <p14:nvPr/>
              </p14:nvContentPartPr>
              <p14:xfrm>
                <a:off x="7641878" y="2764296"/>
                <a:ext cx="204480" cy="239040"/>
              </p14:xfrm>
            </p:contentPart>
          </mc:Choice>
          <mc:Fallback>
            <p:pic>
              <p:nvPicPr>
                <p:cNvPr id="154" name="Ink 153">
                  <a:extLst>
                    <a:ext uri="{FF2B5EF4-FFF2-40B4-BE49-F238E27FC236}">
                      <a16:creationId xmlns:a16="http://schemas.microsoft.com/office/drawing/2014/main" id="{EFB92583-0B0F-2138-B15B-9D917046A4BE}"/>
                    </a:ext>
                  </a:extLst>
                </p:cNvPr>
                <p:cNvPicPr/>
                <p:nvPr/>
              </p:nvPicPr>
              <p:blipFill>
                <a:blip r:embed="rId298"/>
                <a:stretch>
                  <a:fillRect/>
                </a:stretch>
              </p:blipFill>
              <p:spPr>
                <a:xfrm>
                  <a:off x="7637558" y="2759976"/>
                  <a:ext cx="21312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299">
              <p14:nvContentPartPr>
                <p14:cNvPr id="155" name="Ink 154">
                  <a:extLst>
                    <a:ext uri="{FF2B5EF4-FFF2-40B4-BE49-F238E27FC236}">
                      <a16:creationId xmlns:a16="http://schemas.microsoft.com/office/drawing/2014/main" id="{601F3499-A67B-582E-13B6-1A37A0419A57}"/>
                    </a:ext>
                  </a:extLst>
                </p14:cNvPr>
                <p14:cNvContentPartPr/>
                <p14:nvPr/>
              </p14:nvContentPartPr>
              <p14:xfrm>
                <a:off x="7922318" y="2905776"/>
                <a:ext cx="113400" cy="113400"/>
              </p14:xfrm>
            </p:contentPart>
          </mc:Choice>
          <mc:Fallback>
            <p:pic>
              <p:nvPicPr>
                <p:cNvPr id="155" name="Ink 154">
                  <a:extLst>
                    <a:ext uri="{FF2B5EF4-FFF2-40B4-BE49-F238E27FC236}">
                      <a16:creationId xmlns:a16="http://schemas.microsoft.com/office/drawing/2014/main" id="{601F3499-A67B-582E-13B6-1A37A0419A57}"/>
                    </a:ext>
                  </a:extLst>
                </p:cNvPr>
                <p:cNvPicPr/>
                <p:nvPr/>
              </p:nvPicPr>
              <p:blipFill>
                <a:blip r:embed="rId300"/>
                <a:stretch>
                  <a:fillRect/>
                </a:stretch>
              </p:blipFill>
              <p:spPr>
                <a:xfrm>
                  <a:off x="7917998" y="2901456"/>
                  <a:ext cx="12204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301">
              <p14:nvContentPartPr>
                <p14:cNvPr id="156" name="Ink 155">
                  <a:extLst>
                    <a:ext uri="{FF2B5EF4-FFF2-40B4-BE49-F238E27FC236}">
                      <a16:creationId xmlns:a16="http://schemas.microsoft.com/office/drawing/2014/main" id="{51FB157A-8E93-493D-65C0-F85A0F627BC4}"/>
                    </a:ext>
                  </a:extLst>
                </p14:cNvPr>
                <p14:cNvContentPartPr/>
                <p14:nvPr/>
              </p14:nvContentPartPr>
              <p14:xfrm>
                <a:off x="7899998" y="2541096"/>
                <a:ext cx="120600" cy="113040"/>
              </p14:xfrm>
            </p:contentPart>
          </mc:Choice>
          <mc:Fallback>
            <p:pic>
              <p:nvPicPr>
                <p:cNvPr id="156" name="Ink 155">
                  <a:extLst>
                    <a:ext uri="{FF2B5EF4-FFF2-40B4-BE49-F238E27FC236}">
                      <a16:creationId xmlns:a16="http://schemas.microsoft.com/office/drawing/2014/main" id="{51FB157A-8E93-493D-65C0-F85A0F627BC4}"/>
                    </a:ext>
                  </a:extLst>
                </p:cNvPr>
                <p:cNvPicPr/>
                <p:nvPr/>
              </p:nvPicPr>
              <p:blipFill>
                <a:blip r:embed="rId302"/>
                <a:stretch>
                  <a:fillRect/>
                </a:stretch>
              </p:blipFill>
              <p:spPr>
                <a:xfrm>
                  <a:off x="7895678" y="2536776"/>
                  <a:ext cx="129240" cy="121680"/>
                </a:xfrm>
                <a:prstGeom prst="rect">
                  <a:avLst/>
                </a:prstGeom>
              </p:spPr>
            </p:pic>
          </mc:Fallback>
        </mc:AlternateContent>
        <mc:AlternateContent xmlns:mc="http://schemas.openxmlformats.org/markup-compatibility/2006">
          <mc:Choice xmlns:p14="http://schemas.microsoft.com/office/powerpoint/2010/main" Requires="p14">
            <p:contentPart p14:bwMode="auto" r:id="rId303">
              <p14:nvContentPartPr>
                <p14:cNvPr id="157" name="Ink 156">
                  <a:extLst>
                    <a:ext uri="{FF2B5EF4-FFF2-40B4-BE49-F238E27FC236}">
                      <a16:creationId xmlns:a16="http://schemas.microsoft.com/office/drawing/2014/main" id="{EB37C803-19BB-4233-6634-60BFA09CD5E1}"/>
                    </a:ext>
                  </a:extLst>
                </p14:cNvPr>
                <p14:cNvContentPartPr/>
                <p14:nvPr/>
              </p14:nvContentPartPr>
              <p14:xfrm>
                <a:off x="8131838" y="2738376"/>
                <a:ext cx="42840" cy="30600"/>
              </p14:xfrm>
            </p:contentPart>
          </mc:Choice>
          <mc:Fallback>
            <p:pic>
              <p:nvPicPr>
                <p:cNvPr id="157" name="Ink 156">
                  <a:extLst>
                    <a:ext uri="{FF2B5EF4-FFF2-40B4-BE49-F238E27FC236}">
                      <a16:creationId xmlns:a16="http://schemas.microsoft.com/office/drawing/2014/main" id="{EB37C803-19BB-4233-6634-60BFA09CD5E1}"/>
                    </a:ext>
                  </a:extLst>
                </p:cNvPr>
                <p:cNvPicPr/>
                <p:nvPr/>
              </p:nvPicPr>
              <p:blipFill>
                <a:blip r:embed="rId304"/>
                <a:stretch>
                  <a:fillRect/>
                </a:stretch>
              </p:blipFill>
              <p:spPr>
                <a:xfrm>
                  <a:off x="8127518" y="2734056"/>
                  <a:ext cx="5148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305">
              <p14:nvContentPartPr>
                <p14:cNvPr id="158" name="Ink 157">
                  <a:extLst>
                    <a:ext uri="{FF2B5EF4-FFF2-40B4-BE49-F238E27FC236}">
                      <a16:creationId xmlns:a16="http://schemas.microsoft.com/office/drawing/2014/main" id="{0A1EB3F0-78BC-D56F-D082-26A36383ED9D}"/>
                    </a:ext>
                  </a:extLst>
                </p14:cNvPr>
                <p14:cNvContentPartPr/>
                <p14:nvPr/>
              </p14:nvContentPartPr>
              <p14:xfrm>
                <a:off x="8121398" y="2817216"/>
                <a:ext cx="82800" cy="22680"/>
              </p14:xfrm>
            </p:contentPart>
          </mc:Choice>
          <mc:Fallback>
            <p:pic>
              <p:nvPicPr>
                <p:cNvPr id="158" name="Ink 157">
                  <a:extLst>
                    <a:ext uri="{FF2B5EF4-FFF2-40B4-BE49-F238E27FC236}">
                      <a16:creationId xmlns:a16="http://schemas.microsoft.com/office/drawing/2014/main" id="{0A1EB3F0-78BC-D56F-D082-26A36383ED9D}"/>
                    </a:ext>
                  </a:extLst>
                </p:cNvPr>
                <p:cNvPicPr/>
                <p:nvPr/>
              </p:nvPicPr>
              <p:blipFill>
                <a:blip r:embed="rId306"/>
                <a:stretch>
                  <a:fillRect/>
                </a:stretch>
              </p:blipFill>
              <p:spPr>
                <a:xfrm>
                  <a:off x="8117078" y="2812896"/>
                  <a:ext cx="9144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307">
              <p14:nvContentPartPr>
                <p14:cNvPr id="138" name="Ink 137">
                  <a:extLst>
                    <a:ext uri="{FF2B5EF4-FFF2-40B4-BE49-F238E27FC236}">
                      <a16:creationId xmlns:a16="http://schemas.microsoft.com/office/drawing/2014/main" id="{A9464815-E3AA-BAB2-84B4-A47911FCE1FF}"/>
                    </a:ext>
                  </a:extLst>
                </p14:cNvPr>
                <p14:cNvContentPartPr/>
                <p14:nvPr/>
              </p14:nvContentPartPr>
              <p14:xfrm>
                <a:off x="8554118" y="1707336"/>
                <a:ext cx="160560" cy="105480"/>
              </p14:xfrm>
            </p:contentPart>
          </mc:Choice>
          <mc:Fallback>
            <p:pic>
              <p:nvPicPr>
                <p:cNvPr id="138" name="Ink 137">
                  <a:extLst>
                    <a:ext uri="{FF2B5EF4-FFF2-40B4-BE49-F238E27FC236}">
                      <a16:creationId xmlns:a16="http://schemas.microsoft.com/office/drawing/2014/main" id="{A9464815-E3AA-BAB2-84B4-A47911FCE1FF}"/>
                    </a:ext>
                  </a:extLst>
                </p:cNvPr>
                <p:cNvPicPr/>
                <p:nvPr/>
              </p:nvPicPr>
              <p:blipFill>
                <a:blip r:embed="rId308"/>
                <a:stretch>
                  <a:fillRect/>
                </a:stretch>
              </p:blipFill>
              <p:spPr>
                <a:xfrm>
                  <a:off x="8549798" y="1703016"/>
                  <a:ext cx="16920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309">
              <p14:nvContentPartPr>
                <p14:cNvPr id="139" name="Ink 138">
                  <a:extLst>
                    <a:ext uri="{FF2B5EF4-FFF2-40B4-BE49-F238E27FC236}">
                      <a16:creationId xmlns:a16="http://schemas.microsoft.com/office/drawing/2014/main" id="{B7C4AC14-3ADC-DF37-BE8D-20AAD67FD87D}"/>
                    </a:ext>
                  </a:extLst>
                </p14:cNvPr>
                <p14:cNvContentPartPr/>
                <p14:nvPr/>
              </p14:nvContentPartPr>
              <p14:xfrm>
                <a:off x="8589398" y="1676376"/>
                <a:ext cx="97560" cy="160560"/>
              </p14:xfrm>
            </p:contentPart>
          </mc:Choice>
          <mc:Fallback>
            <p:pic>
              <p:nvPicPr>
                <p:cNvPr id="139" name="Ink 138">
                  <a:extLst>
                    <a:ext uri="{FF2B5EF4-FFF2-40B4-BE49-F238E27FC236}">
                      <a16:creationId xmlns:a16="http://schemas.microsoft.com/office/drawing/2014/main" id="{B7C4AC14-3ADC-DF37-BE8D-20AAD67FD87D}"/>
                    </a:ext>
                  </a:extLst>
                </p:cNvPr>
                <p:cNvPicPr/>
                <p:nvPr/>
              </p:nvPicPr>
              <p:blipFill>
                <a:blip r:embed="rId310"/>
                <a:stretch>
                  <a:fillRect/>
                </a:stretch>
              </p:blipFill>
              <p:spPr>
                <a:xfrm>
                  <a:off x="8585078" y="1672056"/>
                  <a:ext cx="10620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311">
              <p14:nvContentPartPr>
                <p14:cNvPr id="140" name="Ink 139">
                  <a:extLst>
                    <a:ext uri="{FF2B5EF4-FFF2-40B4-BE49-F238E27FC236}">
                      <a16:creationId xmlns:a16="http://schemas.microsoft.com/office/drawing/2014/main" id="{BE3B6857-FEC1-E514-16AC-C8DE560CE56D}"/>
                    </a:ext>
                  </a:extLst>
                </p14:cNvPr>
                <p14:cNvContentPartPr/>
                <p14:nvPr/>
              </p14:nvContentPartPr>
              <p14:xfrm>
                <a:off x="8730158" y="1766376"/>
                <a:ext cx="20160" cy="136080"/>
              </p14:xfrm>
            </p:contentPart>
          </mc:Choice>
          <mc:Fallback>
            <p:pic>
              <p:nvPicPr>
                <p:cNvPr id="140" name="Ink 139">
                  <a:extLst>
                    <a:ext uri="{FF2B5EF4-FFF2-40B4-BE49-F238E27FC236}">
                      <a16:creationId xmlns:a16="http://schemas.microsoft.com/office/drawing/2014/main" id="{BE3B6857-FEC1-E514-16AC-C8DE560CE56D}"/>
                    </a:ext>
                  </a:extLst>
                </p:cNvPr>
                <p:cNvPicPr/>
                <p:nvPr/>
              </p:nvPicPr>
              <p:blipFill>
                <a:blip r:embed="rId312"/>
                <a:stretch>
                  <a:fillRect/>
                </a:stretch>
              </p:blipFill>
              <p:spPr>
                <a:xfrm>
                  <a:off x="8725838" y="1762056"/>
                  <a:ext cx="28800" cy="144720"/>
                </a:xfrm>
                <a:prstGeom prst="rect">
                  <a:avLst/>
                </a:prstGeom>
              </p:spPr>
            </p:pic>
          </mc:Fallback>
        </mc:AlternateContent>
        <mc:AlternateContent xmlns:mc="http://schemas.openxmlformats.org/markup-compatibility/2006">
          <mc:Choice xmlns:p14="http://schemas.microsoft.com/office/powerpoint/2010/main" Requires="p14">
            <p:contentPart p14:bwMode="auto" r:id="rId313">
              <p14:nvContentPartPr>
                <p14:cNvPr id="141" name="Ink 140">
                  <a:extLst>
                    <a:ext uri="{FF2B5EF4-FFF2-40B4-BE49-F238E27FC236}">
                      <a16:creationId xmlns:a16="http://schemas.microsoft.com/office/drawing/2014/main" id="{6BDFE84D-7665-CA0E-724E-EEC3D0B77F8D}"/>
                    </a:ext>
                  </a:extLst>
                </p14:cNvPr>
                <p14:cNvContentPartPr/>
                <p14:nvPr/>
              </p14:nvContentPartPr>
              <p14:xfrm>
                <a:off x="8880998" y="1658016"/>
                <a:ext cx="152280" cy="50040"/>
              </p14:xfrm>
            </p:contentPart>
          </mc:Choice>
          <mc:Fallback>
            <p:pic>
              <p:nvPicPr>
                <p:cNvPr id="141" name="Ink 140">
                  <a:extLst>
                    <a:ext uri="{FF2B5EF4-FFF2-40B4-BE49-F238E27FC236}">
                      <a16:creationId xmlns:a16="http://schemas.microsoft.com/office/drawing/2014/main" id="{6BDFE84D-7665-CA0E-724E-EEC3D0B77F8D}"/>
                    </a:ext>
                  </a:extLst>
                </p:cNvPr>
                <p:cNvPicPr/>
                <p:nvPr/>
              </p:nvPicPr>
              <p:blipFill>
                <a:blip r:embed="rId314"/>
                <a:stretch>
                  <a:fillRect/>
                </a:stretch>
              </p:blipFill>
              <p:spPr>
                <a:xfrm>
                  <a:off x="8876678" y="1653696"/>
                  <a:ext cx="160920" cy="58680"/>
                </a:xfrm>
                <a:prstGeom prst="rect">
                  <a:avLst/>
                </a:prstGeom>
              </p:spPr>
            </p:pic>
          </mc:Fallback>
        </mc:AlternateContent>
        <mc:AlternateContent xmlns:mc="http://schemas.openxmlformats.org/markup-compatibility/2006">
          <mc:Choice xmlns:p14="http://schemas.microsoft.com/office/powerpoint/2010/main" Requires="p14">
            <p:contentPart p14:bwMode="auto" r:id="rId315">
              <p14:nvContentPartPr>
                <p14:cNvPr id="144" name="Ink 143">
                  <a:extLst>
                    <a:ext uri="{FF2B5EF4-FFF2-40B4-BE49-F238E27FC236}">
                      <a16:creationId xmlns:a16="http://schemas.microsoft.com/office/drawing/2014/main" id="{7870ACF6-30DC-3F85-437C-F5725EC60E35}"/>
                    </a:ext>
                  </a:extLst>
                </p14:cNvPr>
                <p14:cNvContentPartPr/>
                <p14:nvPr/>
              </p14:nvContentPartPr>
              <p14:xfrm>
                <a:off x="9066398" y="1573776"/>
                <a:ext cx="156600" cy="211680"/>
              </p14:xfrm>
            </p:contentPart>
          </mc:Choice>
          <mc:Fallback>
            <p:pic>
              <p:nvPicPr>
                <p:cNvPr id="144" name="Ink 143">
                  <a:extLst>
                    <a:ext uri="{FF2B5EF4-FFF2-40B4-BE49-F238E27FC236}">
                      <a16:creationId xmlns:a16="http://schemas.microsoft.com/office/drawing/2014/main" id="{7870ACF6-30DC-3F85-437C-F5725EC60E35}"/>
                    </a:ext>
                  </a:extLst>
                </p:cNvPr>
                <p:cNvPicPr/>
                <p:nvPr/>
              </p:nvPicPr>
              <p:blipFill>
                <a:blip r:embed="rId316"/>
                <a:stretch>
                  <a:fillRect/>
                </a:stretch>
              </p:blipFill>
              <p:spPr>
                <a:xfrm>
                  <a:off x="9062078" y="1569456"/>
                  <a:ext cx="16524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317">
              <p14:nvContentPartPr>
                <p14:cNvPr id="145" name="Ink 144">
                  <a:extLst>
                    <a:ext uri="{FF2B5EF4-FFF2-40B4-BE49-F238E27FC236}">
                      <a16:creationId xmlns:a16="http://schemas.microsoft.com/office/drawing/2014/main" id="{EBEDFF31-8115-ABB7-4FF4-F0A93604FBA6}"/>
                    </a:ext>
                  </a:extLst>
                </p14:cNvPr>
                <p14:cNvContentPartPr/>
                <p14:nvPr/>
              </p14:nvContentPartPr>
              <p14:xfrm>
                <a:off x="9258638" y="1669536"/>
                <a:ext cx="19800" cy="109800"/>
              </p14:xfrm>
            </p:contentPart>
          </mc:Choice>
          <mc:Fallback>
            <p:pic>
              <p:nvPicPr>
                <p:cNvPr id="145" name="Ink 144">
                  <a:extLst>
                    <a:ext uri="{FF2B5EF4-FFF2-40B4-BE49-F238E27FC236}">
                      <a16:creationId xmlns:a16="http://schemas.microsoft.com/office/drawing/2014/main" id="{EBEDFF31-8115-ABB7-4FF4-F0A93604FBA6}"/>
                    </a:ext>
                  </a:extLst>
                </p:cNvPr>
                <p:cNvPicPr/>
                <p:nvPr/>
              </p:nvPicPr>
              <p:blipFill>
                <a:blip r:embed="rId318"/>
                <a:stretch>
                  <a:fillRect/>
                </a:stretch>
              </p:blipFill>
              <p:spPr>
                <a:xfrm>
                  <a:off x="9254318" y="1665216"/>
                  <a:ext cx="2844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319">
              <p14:nvContentPartPr>
                <p14:cNvPr id="146" name="Ink 145">
                  <a:extLst>
                    <a:ext uri="{FF2B5EF4-FFF2-40B4-BE49-F238E27FC236}">
                      <a16:creationId xmlns:a16="http://schemas.microsoft.com/office/drawing/2014/main" id="{4A871B9A-0E73-8530-8B0F-99C3930D549F}"/>
                    </a:ext>
                  </a:extLst>
                </p14:cNvPr>
                <p14:cNvContentPartPr/>
                <p14:nvPr/>
              </p14:nvContentPartPr>
              <p14:xfrm>
                <a:off x="8513438" y="1934856"/>
                <a:ext cx="672840" cy="149040"/>
              </p14:xfrm>
            </p:contentPart>
          </mc:Choice>
          <mc:Fallback>
            <p:pic>
              <p:nvPicPr>
                <p:cNvPr id="146" name="Ink 145">
                  <a:extLst>
                    <a:ext uri="{FF2B5EF4-FFF2-40B4-BE49-F238E27FC236}">
                      <a16:creationId xmlns:a16="http://schemas.microsoft.com/office/drawing/2014/main" id="{4A871B9A-0E73-8530-8B0F-99C3930D549F}"/>
                    </a:ext>
                  </a:extLst>
                </p:cNvPr>
                <p:cNvPicPr/>
                <p:nvPr/>
              </p:nvPicPr>
              <p:blipFill>
                <a:blip r:embed="rId320"/>
                <a:stretch>
                  <a:fillRect/>
                </a:stretch>
              </p:blipFill>
              <p:spPr>
                <a:xfrm>
                  <a:off x="8509118" y="1930536"/>
                  <a:ext cx="68148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321">
              <p14:nvContentPartPr>
                <p14:cNvPr id="147" name="Ink 146">
                  <a:extLst>
                    <a:ext uri="{FF2B5EF4-FFF2-40B4-BE49-F238E27FC236}">
                      <a16:creationId xmlns:a16="http://schemas.microsoft.com/office/drawing/2014/main" id="{F99DD9FC-13C4-CDC6-2471-FAB2E98F050C}"/>
                    </a:ext>
                  </a:extLst>
                </p14:cNvPr>
                <p14:cNvContentPartPr/>
                <p14:nvPr/>
              </p14:nvContentPartPr>
              <p14:xfrm>
                <a:off x="8678678" y="2075976"/>
                <a:ext cx="260640" cy="181800"/>
              </p14:xfrm>
            </p:contentPart>
          </mc:Choice>
          <mc:Fallback>
            <p:pic>
              <p:nvPicPr>
                <p:cNvPr id="147" name="Ink 146">
                  <a:extLst>
                    <a:ext uri="{FF2B5EF4-FFF2-40B4-BE49-F238E27FC236}">
                      <a16:creationId xmlns:a16="http://schemas.microsoft.com/office/drawing/2014/main" id="{F99DD9FC-13C4-CDC6-2471-FAB2E98F050C}"/>
                    </a:ext>
                  </a:extLst>
                </p:cNvPr>
                <p:cNvPicPr/>
                <p:nvPr/>
              </p:nvPicPr>
              <p:blipFill>
                <a:blip r:embed="rId322"/>
                <a:stretch>
                  <a:fillRect/>
                </a:stretch>
              </p:blipFill>
              <p:spPr>
                <a:xfrm>
                  <a:off x="8674358" y="2071656"/>
                  <a:ext cx="26928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323">
              <p14:nvContentPartPr>
                <p14:cNvPr id="148" name="Ink 147">
                  <a:extLst>
                    <a:ext uri="{FF2B5EF4-FFF2-40B4-BE49-F238E27FC236}">
                      <a16:creationId xmlns:a16="http://schemas.microsoft.com/office/drawing/2014/main" id="{7C18B2C9-D4EC-901E-14BC-C26AED434946}"/>
                    </a:ext>
                  </a:extLst>
                </p14:cNvPr>
                <p14:cNvContentPartPr/>
                <p14:nvPr/>
              </p14:nvContentPartPr>
              <p14:xfrm>
                <a:off x="8910878" y="2197656"/>
                <a:ext cx="8640" cy="133920"/>
              </p14:xfrm>
            </p:contentPart>
          </mc:Choice>
          <mc:Fallback>
            <p:pic>
              <p:nvPicPr>
                <p:cNvPr id="148" name="Ink 147">
                  <a:extLst>
                    <a:ext uri="{FF2B5EF4-FFF2-40B4-BE49-F238E27FC236}">
                      <a16:creationId xmlns:a16="http://schemas.microsoft.com/office/drawing/2014/main" id="{7C18B2C9-D4EC-901E-14BC-C26AED434946}"/>
                    </a:ext>
                  </a:extLst>
                </p:cNvPr>
                <p:cNvPicPr/>
                <p:nvPr/>
              </p:nvPicPr>
              <p:blipFill>
                <a:blip r:embed="rId324"/>
                <a:stretch>
                  <a:fillRect/>
                </a:stretch>
              </p:blipFill>
              <p:spPr>
                <a:xfrm>
                  <a:off x="8906558" y="2193336"/>
                  <a:ext cx="1728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325">
              <p14:nvContentPartPr>
                <p14:cNvPr id="150" name="Ink 149">
                  <a:extLst>
                    <a:ext uri="{FF2B5EF4-FFF2-40B4-BE49-F238E27FC236}">
                      <a16:creationId xmlns:a16="http://schemas.microsoft.com/office/drawing/2014/main" id="{488E2EDC-5937-92EF-714D-8F7D4A8B5E57}"/>
                    </a:ext>
                  </a:extLst>
                </p14:cNvPr>
                <p14:cNvContentPartPr/>
                <p14:nvPr/>
              </p14:nvContentPartPr>
              <p14:xfrm>
                <a:off x="8456558" y="1598256"/>
                <a:ext cx="290160" cy="641880"/>
              </p14:xfrm>
            </p:contentPart>
          </mc:Choice>
          <mc:Fallback>
            <p:pic>
              <p:nvPicPr>
                <p:cNvPr id="150" name="Ink 149">
                  <a:extLst>
                    <a:ext uri="{FF2B5EF4-FFF2-40B4-BE49-F238E27FC236}">
                      <a16:creationId xmlns:a16="http://schemas.microsoft.com/office/drawing/2014/main" id="{488E2EDC-5937-92EF-714D-8F7D4A8B5E57}"/>
                    </a:ext>
                  </a:extLst>
                </p:cNvPr>
                <p:cNvPicPr/>
                <p:nvPr/>
              </p:nvPicPr>
              <p:blipFill>
                <a:blip r:embed="rId326"/>
                <a:stretch>
                  <a:fillRect/>
                </a:stretch>
              </p:blipFill>
              <p:spPr>
                <a:xfrm>
                  <a:off x="8452238" y="1593936"/>
                  <a:ext cx="298800" cy="650520"/>
                </a:xfrm>
                <a:prstGeom prst="rect">
                  <a:avLst/>
                </a:prstGeom>
              </p:spPr>
            </p:pic>
          </mc:Fallback>
        </mc:AlternateContent>
        <mc:AlternateContent xmlns:mc="http://schemas.openxmlformats.org/markup-compatibility/2006">
          <mc:Choice xmlns:p14="http://schemas.microsoft.com/office/powerpoint/2010/main" Requires="p14">
            <p:contentPart p14:bwMode="auto" r:id="rId327">
              <p14:nvContentPartPr>
                <p14:cNvPr id="151" name="Ink 150">
                  <a:extLst>
                    <a:ext uri="{FF2B5EF4-FFF2-40B4-BE49-F238E27FC236}">
                      <a16:creationId xmlns:a16="http://schemas.microsoft.com/office/drawing/2014/main" id="{966A8057-2581-9679-AEF1-FD7D50C728BB}"/>
                    </a:ext>
                  </a:extLst>
                </p14:cNvPr>
                <p14:cNvContentPartPr/>
                <p14:nvPr/>
              </p14:nvContentPartPr>
              <p14:xfrm>
                <a:off x="9199598" y="1494576"/>
                <a:ext cx="180000" cy="617400"/>
              </p14:xfrm>
            </p:contentPart>
          </mc:Choice>
          <mc:Fallback>
            <p:pic>
              <p:nvPicPr>
                <p:cNvPr id="151" name="Ink 150">
                  <a:extLst>
                    <a:ext uri="{FF2B5EF4-FFF2-40B4-BE49-F238E27FC236}">
                      <a16:creationId xmlns:a16="http://schemas.microsoft.com/office/drawing/2014/main" id="{966A8057-2581-9679-AEF1-FD7D50C728BB}"/>
                    </a:ext>
                  </a:extLst>
                </p:cNvPr>
                <p:cNvPicPr/>
                <p:nvPr/>
              </p:nvPicPr>
              <p:blipFill>
                <a:blip r:embed="rId328"/>
                <a:stretch>
                  <a:fillRect/>
                </a:stretch>
              </p:blipFill>
              <p:spPr>
                <a:xfrm>
                  <a:off x="9195278" y="1490256"/>
                  <a:ext cx="188640" cy="626040"/>
                </a:xfrm>
                <a:prstGeom prst="rect">
                  <a:avLst/>
                </a:prstGeom>
              </p:spPr>
            </p:pic>
          </mc:Fallback>
        </mc:AlternateContent>
        <mc:AlternateContent xmlns:mc="http://schemas.openxmlformats.org/markup-compatibility/2006">
          <mc:Choice xmlns:p14="http://schemas.microsoft.com/office/powerpoint/2010/main" Requires="p14">
            <p:contentPart p14:bwMode="auto" r:id="rId329">
              <p14:nvContentPartPr>
                <p14:cNvPr id="152" name="Ink 151">
                  <a:extLst>
                    <a:ext uri="{FF2B5EF4-FFF2-40B4-BE49-F238E27FC236}">
                      <a16:creationId xmlns:a16="http://schemas.microsoft.com/office/drawing/2014/main" id="{F3052B43-3630-12A6-0777-1151461AD68B}"/>
                    </a:ext>
                  </a:extLst>
                </p14:cNvPr>
                <p14:cNvContentPartPr/>
                <p14:nvPr/>
              </p14:nvContentPartPr>
              <p14:xfrm>
                <a:off x="9364118" y="1414656"/>
                <a:ext cx="231480" cy="126720"/>
              </p14:xfrm>
            </p:contentPart>
          </mc:Choice>
          <mc:Fallback>
            <p:pic>
              <p:nvPicPr>
                <p:cNvPr id="152" name="Ink 151">
                  <a:extLst>
                    <a:ext uri="{FF2B5EF4-FFF2-40B4-BE49-F238E27FC236}">
                      <a16:creationId xmlns:a16="http://schemas.microsoft.com/office/drawing/2014/main" id="{F3052B43-3630-12A6-0777-1151461AD68B}"/>
                    </a:ext>
                  </a:extLst>
                </p:cNvPr>
                <p:cNvPicPr/>
                <p:nvPr/>
              </p:nvPicPr>
              <p:blipFill>
                <a:blip r:embed="rId330"/>
                <a:stretch>
                  <a:fillRect/>
                </a:stretch>
              </p:blipFill>
              <p:spPr>
                <a:xfrm>
                  <a:off x="9359798" y="1410336"/>
                  <a:ext cx="24012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331">
              <p14:nvContentPartPr>
                <p14:cNvPr id="159" name="Ink 158">
                  <a:extLst>
                    <a:ext uri="{FF2B5EF4-FFF2-40B4-BE49-F238E27FC236}">
                      <a16:creationId xmlns:a16="http://schemas.microsoft.com/office/drawing/2014/main" id="{783C2EA4-D063-F413-5D97-38394E02A146}"/>
                    </a:ext>
                  </a:extLst>
                </p14:cNvPr>
                <p14:cNvContentPartPr/>
                <p14:nvPr/>
              </p14:nvContentPartPr>
              <p14:xfrm>
                <a:off x="8495798" y="2505096"/>
                <a:ext cx="146880" cy="540360"/>
              </p14:xfrm>
            </p:contentPart>
          </mc:Choice>
          <mc:Fallback>
            <p:pic>
              <p:nvPicPr>
                <p:cNvPr id="159" name="Ink 158">
                  <a:extLst>
                    <a:ext uri="{FF2B5EF4-FFF2-40B4-BE49-F238E27FC236}">
                      <a16:creationId xmlns:a16="http://schemas.microsoft.com/office/drawing/2014/main" id="{783C2EA4-D063-F413-5D97-38394E02A146}"/>
                    </a:ext>
                  </a:extLst>
                </p:cNvPr>
                <p:cNvPicPr/>
                <p:nvPr/>
              </p:nvPicPr>
              <p:blipFill>
                <a:blip r:embed="rId332"/>
                <a:stretch>
                  <a:fillRect/>
                </a:stretch>
              </p:blipFill>
              <p:spPr>
                <a:xfrm>
                  <a:off x="8491478" y="2500776"/>
                  <a:ext cx="155520" cy="549000"/>
                </a:xfrm>
                <a:prstGeom prst="rect">
                  <a:avLst/>
                </a:prstGeom>
              </p:spPr>
            </p:pic>
          </mc:Fallback>
        </mc:AlternateContent>
        <mc:AlternateContent xmlns:mc="http://schemas.openxmlformats.org/markup-compatibility/2006">
          <mc:Choice xmlns:p14="http://schemas.microsoft.com/office/powerpoint/2010/main" Requires="p14">
            <p:contentPart p14:bwMode="auto" r:id="rId333">
              <p14:nvContentPartPr>
                <p14:cNvPr id="160" name="Ink 159">
                  <a:extLst>
                    <a:ext uri="{FF2B5EF4-FFF2-40B4-BE49-F238E27FC236}">
                      <a16:creationId xmlns:a16="http://schemas.microsoft.com/office/drawing/2014/main" id="{DC389881-CED7-B224-5CF5-245F9756BA3A}"/>
                    </a:ext>
                  </a:extLst>
                </p14:cNvPr>
                <p14:cNvContentPartPr/>
                <p14:nvPr/>
              </p14:nvContentPartPr>
              <p14:xfrm>
                <a:off x="8634038" y="2542896"/>
                <a:ext cx="150120" cy="124560"/>
              </p14:xfrm>
            </p:contentPart>
          </mc:Choice>
          <mc:Fallback>
            <p:pic>
              <p:nvPicPr>
                <p:cNvPr id="160" name="Ink 159">
                  <a:extLst>
                    <a:ext uri="{FF2B5EF4-FFF2-40B4-BE49-F238E27FC236}">
                      <a16:creationId xmlns:a16="http://schemas.microsoft.com/office/drawing/2014/main" id="{DC389881-CED7-B224-5CF5-245F9756BA3A}"/>
                    </a:ext>
                  </a:extLst>
                </p:cNvPr>
                <p:cNvPicPr/>
                <p:nvPr/>
              </p:nvPicPr>
              <p:blipFill>
                <a:blip r:embed="rId334"/>
                <a:stretch>
                  <a:fillRect/>
                </a:stretch>
              </p:blipFill>
              <p:spPr>
                <a:xfrm>
                  <a:off x="8629718" y="2538576"/>
                  <a:ext cx="15876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335">
              <p14:nvContentPartPr>
                <p14:cNvPr id="161" name="Ink 160">
                  <a:extLst>
                    <a:ext uri="{FF2B5EF4-FFF2-40B4-BE49-F238E27FC236}">
                      <a16:creationId xmlns:a16="http://schemas.microsoft.com/office/drawing/2014/main" id="{10227368-0ACF-E48A-0725-D6DF23D34E1D}"/>
                    </a:ext>
                  </a:extLst>
                </p14:cNvPr>
                <p14:cNvContentPartPr/>
                <p14:nvPr/>
              </p14:nvContentPartPr>
              <p14:xfrm>
                <a:off x="8696678" y="2569176"/>
                <a:ext cx="52560" cy="135000"/>
              </p14:xfrm>
            </p:contentPart>
          </mc:Choice>
          <mc:Fallback>
            <p:pic>
              <p:nvPicPr>
                <p:cNvPr id="161" name="Ink 160">
                  <a:extLst>
                    <a:ext uri="{FF2B5EF4-FFF2-40B4-BE49-F238E27FC236}">
                      <a16:creationId xmlns:a16="http://schemas.microsoft.com/office/drawing/2014/main" id="{10227368-0ACF-E48A-0725-D6DF23D34E1D}"/>
                    </a:ext>
                  </a:extLst>
                </p:cNvPr>
                <p:cNvPicPr/>
                <p:nvPr/>
              </p:nvPicPr>
              <p:blipFill>
                <a:blip r:embed="rId336"/>
                <a:stretch>
                  <a:fillRect/>
                </a:stretch>
              </p:blipFill>
              <p:spPr>
                <a:xfrm>
                  <a:off x="8692358" y="2564856"/>
                  <a:ext cx="6120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337">
              <p14:nvContentPartPr>
                <p14:cNvPr id="162" name="Ink 161">
                  <a:extLst>
                    <a:ext uri="{FF2B5EF4-FFF2-40B4-BE49-F238E27FC236}">
                      <a16:creationId xmlns:a16="http://schemas.microsoft.com/office/drawing/2014/main" id="{5E4376B2-288C-0F1D-F73A-A2F09A3EE8BB}"/>
                    </a:ext>
                  </a:extLst>
                </p14:cNvPr>
                <p14:cNvContentPartPr/>
                <p14:nvPr/>
              </p14:nvContentPartPr>
              <p14:xfrm>
                <a:off x="8816198" y="2666736"/>
                <a:ext cx="125640" cy="100080"/>
              </p14:xfrm>
            </p:contentPart>
          </mc:Choice>
          <mc:Fallback>
            <p:pic>
              <p:nvPicPr>
                <p:cNvPr id="162" name="Ink 161">
                  <a:extLst>
                    <a:ext uri="{FF2B5EF4-FFF2-40B4-BE49-F238E27FC236}">
                      <a16:creationId xmlns:a16="http://schemas.microsoft.com/office/drawing/2014/main" id="{5E4376B2-288C-0F1D-F73A-A2F09A3EE8BB}"/>
                    </a:ext>
                  </a:extLst>
                </p:cNvPr>
                <p:cNvPicPr/>
                <p:nvPr/>
              </p:nvPicPr>
              <p:blipFill>
                <a:blip r:embed="rId338"/>
                <a:stretch>
                  <a:fillRect/>
                </a:stretch>
              </p:blipFill>
              <p:spPr>
                <a:xfrm>
                  <a:off x="8811878" y="2662416"/>
                  <a:ext cx="13428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339">
              <p14:nvContentPartPr>
                <p14:cNvPr id="163" name="Ink 162">
                  <a:extLst>
                    <a:ext uri="{FF2B5EF4-FFF2-40B4-BE49-F238E27FC236}">
                      <a16:creationId xmlns:a16="http://schemas.microsoft.com/office/drawing/2014/main" id="{81CED004-D583-7629-65BE-278F9BBDF7A0}"/>
                    </a:ext>
                  </a:extLst>
                </p14:cNvPr>
                <p14:cNvContentPartPr/>
                <p14:nvPr/>
              </p14:nvContentPartPr>
              <p14:xfrm>
                <a:off x="8896478" y="2512656"/>
                <a:ext cx="182880" cy="75600"/>
              </p14:xfrm>
            </p:contentPart>
          </mc:Choice>
          <mc:Fallback>
            <p:pic>
              <p:nvPicPr>
                <p:cNvPr id="163" name="Ink 162">
                  <a:extLst>
                    <a:ext uri="{FF2B5EF4-FFF2-40B4-BE49-F238E27FC236}">
                      <a16:creationId xmlns:a16="http://schemas.microsoft.com/office/drawing/2014/main" id="{81CED004-D583-7629-65BE-278F9BBDF7A0}"/>
                    </a:ext>
                  </a:extLst>
                </p:cNvPr>
                <p:cNvPicPr/>
                <p:nvPr/>
              </p:nvPicPr>
              <p:blipFill>
                <a:blip r:embed="rId340"/>
                <a:stretch>
                  <a:fillRect/>
                </a:stretch>
              </p:blipFill>
              <p:spPr>
                <a:xfrm>
                  <a:off x="8892158" y="2508336"/>
                  <a:ext cx="19152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341">
              <p14:nvContentPartPr>
                <p14:cNvPr id="164" name="Ink 163">
                  <a:extLst>
                    <a:ext uri="{FF2B5EF4-FFF2-40B4-BE49-F238E27FC236}">
                      <a16:creationId xmlns:a16="http://schemas.microsoft.com/office/drawing/2014/main" id="{C016906D-844B-D83E-37C5-02E3308C2A84}"/>
                    </a:ext>
                  </a:extLst>
                </p14:cNvPr>
                <p14:cNvContentPartPr/>
                <p14:nvPr/>
              </p14:nvContentPartPr>
              <p14:xfrm>
                <a:off x="9149558" y="2379096"/>
                <a:ext cx="169920" cy="267120"/>
              </p14:xfrm>
            </p:contentPart>
          </mc:Choice>
          <mc:Fallback>
            <p:pic>
              <p:nvPicPr>
                <p:cNvPr id="164" name="Ink 163">
                  <a:extLst>
                    <a:ext uri="{FF2B5EF4-FFF2-40B4-BE49-F238E27FC236}">
                      <a16:creationId xmlns:a16="http://schemas.microsoft.com/office/drawing/2014/main" id="{C016906D-844B-D83E-37C5-02E3308C2A84}"/>
                    </a:ext>
                  </a:extLst>
                </p:cNvPr>
                <p:cNvPicPr/>
                <p:nvPr/>
              </p:nvPicPr>
              <p:blipFill>
                <a:blip r:embed="rId342"/>
                <a:stretch>
                  <a:fillRect/>
                </a:stretch>
              </p:blipFill>
              <p:spPr>
                <a:xfrm>
                  <a:off x="9145238" y="2374776"/>
                  <a:ext cx="178560" cy="275760"/>
                </a:xfrm>
                <a:prstGeom prst="rect">
                  <a:avLst/>
                </a:prstGeom>
              </p:spPr>
            </p:pic>
          </mc:Fallback>
        </mc:AlternateContent>
        <mc:AlternateContent xmlns:mc="http://schemas.openxmlformats.org/markup-compatibility/2006">
          <mc:Choice xmlns:p14="http://schemas.microsoft.com/office/powerpoint/2010/main" Requires="p14">
            <p:contentPart p14:bwMode="auto" r:id="rId343">
              <p14:nvContentPartPr>
                <p14:cNvPr id="165" name="Ink 164">
                  <a:extLst>
                    <a:ext uri="{FF2B5EF4-FFF2-40B4-BE49-F238E27FC236}">
                      <a16:creationId xmlns:a16="http://schemas.microsoft.com/office/drawing/2014/main" id="{A3EF4650-24CC-EA56-62B8-E6D6850981CE}"/>
                    </a:ext>
                  </a:extLst>
                </p14:cNvPr>
                <p14:cNvContentPartPr/>
                <p14:nvPr/>
              </p14:nvContentPartPr>
              <p14:xfrm>
                <a:off x="9373478" y="2496096"/>
                <a:ext cx="180720" cy="89280"/>
              </p14:xfrm>
            </p:contentPart>
          </mc:Choice>
          <mc:Fallback>
            <p:pic>
              <p:nvPicPr>
                <p:cNvPr id="165" name="Ink 164">
                  <a:extLst>
                    <a:ext uri="{FF2B5EF4-FFF2-40B4-BE49-F238E27FC236}">
                      <a16:creationId xmlns:a16="http://schemas.microsoft.com/office/drawing/2014/main" id="{A3EF4650-24CC-EA56-62B8-E6D6850981CE}"/>
                    </a:ext>
                  </a:extLst>
                </p:cNvPr>
                <p:cNvPicPr/>
                <p:nvPr/>
              </p:nvPicPr>
              <p:blipFill>
                <a:blip r:embed="rId344"/>
                <a:stretch>
                  <a:fillRect/>
                </a:stretch>
              </p:blipFill>
              <p:spPr>
                <a:xfrm>
                  <a:off x="9369158" y="2491776"/>
                  <a:ext cx="189360" cy="97920"/>
                </a:xfrm>
                <a:prstGeom prst="rect">
                  <a:avLst/>
                </a:prstGeom>
              </p:spPr>
            </p:pic>
          </mc:Fallback>
        </mc:AlternateContent>
        <mc:AlternateContent xmlns:mc="http://schemas.openxmlformats.org/markup-compatibility/2006">
          <mc:Choice xmlns:p14="http://schemas.microsoft.com/office/powerpoint/2010/main" Requires="p14">
            <p:contentPart p14:bwMode="auto" r:id="rId345">
              <p14:nvContentPartPr>
                <p14:cNvPr id="166" name="Ink 165">
                  <a:extLst>
                    <a:ext uri="{FF2B5EF4-FFF2-40B4-BE49-F238E27FC236}">
                      <a16:creationId xmlns:a16="http://schemas.microsoft.com/office/drawing/2014/main" id="{17F3D4AD-FF68-FBF0-711A-F1AB922AAD0B}"/>
                    </a:ext>
                  </a:extLst>
                </p14:cNvPr>
                <p14:cNvContentPartPr/>
                <p14:nvPr/>
              </p14:nvContentPartPr>
              <p14:xfrm>
                <a:off x="8720078" y="2704176"/>
                <a:ext cx="667080" cy="167040"/>
              </p14:xfrm>
            </p:contentPart>
          </mc:Choice>
          <mc:Fallback>
            <p:pic>
              <p:nvPicPr>
                <p:cNvPr id="166" name="Ink 165">
                  <a:extLst>
                    <a:ext uri="{FF2B5EF4-FFF2-40B4-BE49-F238E27FC236}">
                      <a16:creationId xmlns:a16="http://schemas.microsoft.com/office/drawing/2014/main" id="{17F3D4AD-FF68-FBF0-711A-F1AB922AAD0B}"/>
                    </a:ext>
                  </a:extLst>
                </p:cNvPr>
                <p:cNvPicPr/>
                <p:nvPr/>
              </p:nvPicPr>
              <p:blipFill>
                <a:blip r:embed="rId346"/>
                <a:stretch>
                  <a:fillRect/>
                </a:stretch>
              </p:blipFill>
              <p:spPr>
                <a:xfrm>
                  <a:off x="8715758" y="2699856"/>
                  <a:ext cx="67572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347">
              <p14:nvContentPartPr>
                <p14:cNvPr id="167" name="Ink 166">
                  <a:extLst>
                    <a:ext uri="{FF2B5EF4-FFF2-40B4-BE49-F238E27FC236}">
                      <a16:creationId xmlns:a16="http://schemas.microsoft.com/office/drawing/2014/main" id="{F6138213-E1AE-053C-7650-420EEEE37616}"/>
                    </a:ext>
                  </a:extLst>
                </p14:cNvPr>
                <p14:cNvContentPartPr/>
                <p14:nvPr/>
              </p14:nvContentPartPr>
              <p14:xfrm>
                <a:off x="8968118" y="2856816"/>
                <a:ext cx="213480" cy="140760"/>
              </p14:xfrm>
            </p:contentPart>
          </mc:Choice>
          <mc:Fallback>
            <p:pic>
              <p:nvPicPr>
                <p:cNvPr id="167" name="Ink 166">
                  <a:extLst>
                    <a:ext uri="{FF2B5EF4-FFF2-40B4-BE49-F238E27FC236}">
                      <a16:creationId xmlns:a16="http://schemas.microsoft.com/office/drawing/2014/main" id="{F6138213-E1AE-053C-7650-420EEEE37616}"/>
                    </a:ext>
                  </a:extLst>
                </p:cNvPr>
                <p:cNvPicPr/>
                <p:nvPr/>
              </p:nvPicPr>
              <p:blipFill>
                <a:blip r:embed="rId348"/>
                <a:stretch>
                  <a:fillRect/>
                </a:stretch>
              </p:blipFill>
              <p:spPr>
                <a:xfrm>
                  <a:off x="8963798" y="2852496"/>
                  <a:ext cx="22212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349">
              <p14:nvContentPartPr>
                <p14:cNvPr id="170" name="Ink 169">
                  <a:extLst>
                    <a:ext uri="{FF2B5EF4-FFF2-40B4-BE49-F238E27FC236}">
                      <a16:creationId xmlns:a16="http://schemas.microsoft.com/office/drawing/2014/main" id="{58823DA4-1294-00D6-2D17-0A9621E7EDC7}"/>
                    </a:ext>
                  </a:extLst>
                </p14:cNvPr>
                <p14:cNvContentPartPr/>
                <p14:nvPr/>
              </p14:nvContentPartPr>
              <p14:xfrm>
                <a:off x="9202118" y="2959056"/>
                <a:ext cx="177480" cy="79560"/>
              </p14:xfrm>
            </p:contentPart>
          </mc:Choice>
          <mc:Fallback>
            <p:pic>
              <p:nvPicPr>
                <p:cNvPr id="170" name="Ink 169">
                  <a:extLst>
                    <a:ext uri="{FF2B5EF4-FFF2-40B4-BE49-F238E27FC236}">
                      <a16:creationId xmlns:a16="http://schemas.microsoft.com/office/drawing/2014/main" id="{58823DA4-1294-00D6-2D17-0A9621E7EDC7}"/>
                    </a:ext>
                  </a:extLst>
                </p:cNvPr>
                <p:cNvPicPr/>
                <p:nvPr/>
              </p:nvPicPr>
              <p:blipFill>
                <a:blip r:embed="rId350"/>
                <a:stretch>
                  <a:fillRect/>
                </a:stretch>
              </p:blipFill>
              <p:spPr>
                <a:xfrm>
                  <a:off x="9197798" y="2954736"/>
                  <a:ext cx="186120" cy="88200"/>
                </a:xfrm>
                <a:prstGeom prst="rect">
                  <a:avLst/>
                </a:prstGeom>
              </p:spPr>
            </p:pic>
          </mc:Fallback>
        </mc:AlternateContent>
        <mc:AlternateContent xmlns:mc="http://schemas.openxmlformats.org/markup-compatibility/2006">
          <mc:Choice xmlns:p14="http://schemas.microsoft.com/office/powerpoint/2010/main" Requires="p14">
            <p:contentPart p14:bwMode="auto" r:id="rId351">
              <p14:nvContentPartPr>
                <p14:cNvPr id="171" name="Ink 170">
                  <a:extLst>
                    <a:ext uri="{FF2B5EF4-FFF2-40B4-BE49-F238E27FC236}">
                      <a16:creationId xmlns:a16="http://schemas.microsoft.com/office/drawing/2014/main" id="{005B8909-901E-36E4-67FF-F6BA481D1493}"/>
                    </a:ext>
                  </a:extLst>
                </p14:cNvPr>
                <p14:cNvContentPartPr/>
                <p14:nvPr/>
              </p14:nvContentPartPr>
              <p14:xfrm>
                <a:off x="9434678" y="2227896"/>
                <a:ext cx="207360" cy="681480"/>
              </p14:xfrm>
            </p:contentPart>
          </mc:Choice>
          <mc:Fallback>
            <p:pic>
              <p:nvPicPr>
                <p:cNvPr id="171" name="Ink 170">
                  <a:extLst>
                    <a:ext uri="{FF2B5EF4-FFF2-40B4-BE49-F238E27FC236}">
                      <a16:creationId xmlns:a16="http://schemas.microsoft.com/office/drawing/2014/main" id="{005B8909-901E-36E4-67FF-F6BA481D1493}"/>
                    </a:ext>
                  </a:extLst>
                </p:cNvPr>
                <p:cNvPicPr/>
                <p:nvPr/>
              </p:nvPicPr>
              <p:blipFill>
                <a:blip r:embed="rId352"/>
                <a:stretch>
                  <a:fillRect/>
                </a:stretch>
              </p:blipFill>
              <p:spPr>
                <a:xfrm>
                  <a:off x="9430358" y="2223576"/>
                  <a:ext cx="216000" cy="690120"/>
                </a:xfrm>
                <a:prstGeom prst="rect">
                  <a:avLst/>
                </a:prstGeom>
              </p:spPr>
            </p:pic>
          </mc:Fallback>
        </mc:AlternateContent>
        <mc:AlternateContent xmlns:mc="http://schemas.openxmlformats.org/markup-compatibility/2006">
          <mc:Choice xmlns:p14="http://schemas.microsoft.com/office/powerpoint/2010/main" Requires="p14">
            <p:contentPart p14:bwMode="auto" r:id="rId353">
              <p14:nvContentPartPr>
                <p14:cNvPr id="172" name="Ink 171">
                  <a:extLst>
                    <a:ext uri="{FF2B5EF4-FFF2-40B4-BE49-F238E27FC236}">
                      <a16:creationId xmlns:a16="http://schemas.microsoft.com/office/drawing/2014/main" id="{58706E2C-2F11-7348-0E42-2488D9AB43FD}"/>
                    </a:ext>
                  </a:extLst>
                </p14:cNvPr>
                <p14:cNvContentPartPr/>
                <p14:nvPr/>
              </p14:nvContentPartPr>
              <p14:xfrm>
                <a:off x="9628358" y="2165256"/>
                <a:ext cx="285480" cy="98640"/>
              </p14:xfrm>
            </p:contentPart>
          </mc:Choice>
          <mc:Fallback>
            <p:pic>
              <p:nvPicPr>
                <p:cNvPr id="172" name="Ink 171">
                  <a:extLst>
                    <a:ext uri="{FF2B5EF4-FFF2-40B4-BE49-F238E27FC236}">
                      <a16:creationId xmlns:a16="http://schemas.microsoft.com/office/drawing/2014/main" id="{58706E2C-2F11-7348-0E42-2488D9AB43FD}"/>
                    </a:ext>
                  </a:extLst>
                </p:cNvPr>
                <p:cNvPicPr/>
                <p:nvPr/>
              </p:nvPicPr>
              <p:blipFill>
                <a:blip r:embed="rId354"/>
                <a:stretch>
                  <a:fillRect/>
                </a:stretch>
              </p:blipFill>
              <p:spPr>
                <a:xfrm>
                  <a:off x="9624038" y="2160936"/>
                  <a:ext cx="294120" cy="107280"/>
                </a:xfrm>
                <a:prstGeom prst="rect">
                  <a:avLst/>
                </a:prstGeom>
              </p:spPr>
            </p:pic>
          </mc:Fallback>
        </mc:AlternateContent>
        <mc:AlternateContent xmlns:mc="http://schemas.openxmlformats.org/markup-compatibility/2006">
          <mc:Choice xmlns:p14="http://schemas.microsoft.com/office/powerpoint/2010/main" Requires="p14">
            <p:contentPart p14:bwMode="auto" r:id="rId355">
              <p14:nvContentPartPr>
                <p14:cNvPr id="174" name="Ink 173">
                  <a:extLst>
                    <a:ext uri="{FF2B5EF4-FFF2-40B4-BE49-F238E27FC236}">
                      <a16:creationId xmlns:a16="http://schemas.microsoft.com/office/drawing/2014/main" id="{3B98EEE0-1AB0-FB6B-5D13-5028B2584E5F}"/>
                    </a:ext>
                  </a:extLst>
                </p14:cNvPr>
                <p14:cNvContentPartPr/>
                <p14:nvPr/>
              </p14:nvContentPartPr>
              <p14:xfrm>
                <a:off x="8771198" y="1902456"/>
                <a:ext cx="19800" cy="8280"/>
              </p14:xfrm>
            </p:contentPart>
          </mc:Choice>
          <mc:Fallback>
            <p:pic>
              <p:nvPicPr>
                <p:cNvPr id="174" name="Ink 173">
                  <a:extLst>
                    <a:ext uri="{FF2B5EF4-FFF2-40B4-BE49-F238E27FC236}">
                      <a16:creationId xmlns:a16="http://schemas.microsoft.com/office/drawing/2014/main" id="{3B98EEE0-1AB0-FB6B-5D13-5028B2584E5F}"/>
                    </a:ext>
                  </a:extLst>
                </p:cNvPr>
                <p:cNvPicPr/>
                <p:nvPr/>
              </p:nvPicPr>
              <p:blipFill>
                <a:blip r:embed="rId356"/>
                <a:stretch>
                  <a:fillRect/>
                </a:stretch>
              </p:blipFill>
              <p:spPr>
                <a:xfrm>
                  <a:off x="8766878" y="1898136"/>
                  <a:ext cx="28440" cy="16920"/>
                </a:xfrm>
                <a:prstGeom prst="rect">
                  <a:avLst/>
                </a:prstGeom>
              </p:spPr>
            </p:pic>
          </mc:Fallback>
        </mc:AlternateContent>
        <mc:AlternateContent xmlns:mc="http://schemas.openxmlformats.org/markup-compatibility/2006">
          <mc:Choice xmlns:p14="http://schemas.microsoft.com/office/powerpoint/2010/main" Requires="p14">
            <p:contentPart p14:bwMode="auto" r:id="rId357">
              <p14:nvContentPartPr>
                <p14:cNvPr id="175" name="Ink 174">
                  <a:extLst>
                    <a:ext uri="{FF2B5EF4-FFF2-40B4-BE49-F238E27FC236}">
                      <a16:creationId xmlns:a16="http://schemas.microsoft.com/office/drawing/2014/main" id="{BB87EAF0-528E-AA81-4F2C-A0FB7CECF380}"/>
                    </a:ext>
                  </a:extLst>
                </p14:cNvPr>
                <p14:cNvContentPartPr/>
                <p14:nvPr/>
              </p14:nvContentPartPr>
              <p14:xfrm>
                <a:off x="9237758" y="1777896"/>
                <a:ext cx="20160" cy="1800"/>
              </p14:xfrm>
            </p:contentPart>
          </mc:Choice>
          <mc:Fallback>
            <p:pic>
              <p:nvPicPr>
                <p:cNvPr id="175" name="Ink 174">
                  <a:extLst>
                    <a:ext uri="{FF2B5EF4-FFF2-40B4-BE49-F238E27FC236}">
                      <a16:creationId xmlns:a16="http://schemas.microsoft.com/office/drawing/2014/main" id="{BB87EAF0-528E-AA81-4F2C-A0FB7CECF380}"/>
                    </a:ext>
                  </a:extLst>
                </p:cNvPr>
                <p:cNvPicPr/>
                <p:nvPr/>
              </p:nvPicPr>
              <p:blipFill>
                <a:blip r:embed="rId358"/>
                <a:stretch>
                  <a:fillRect/>
                </a:stretch>
              </p:blipFill>
              <p:spPr>
                <a:xfrm>
                  <a:off x="9233438" y="1773576"/>
                  <a:ext cx="28800" cy="10440"/>
                </a:xfrm>
                <a:prstGeom prst="rect">
                  <a:avLst/>
                </a:prstGeom>
              </p:spPr>
            </p:pic>
          </mc:Fallback>
        </mc:AlternateContent>
        <mc:AlternateContent xmlns:mc="http://schemas.openxmlformats.org/markup-compatibility/2006">
          <mc:Choice xmlns:p14="http://schemas.microsoft.com/office/powerpoint/2010/main" Requires="p14">
            <p:contentPart p14:bwMode="auto" r:id="rId359">
              <p14:nvContentPartPr>
                <p14:cNvPr id="176" name="Ink 175">
                  <a:extLst>
                    <a:ext uri="{FF2B5EF4-FFF2-40B4-BE49-F238E27FC236}">
                      <a16:creationId xmlns:a16="http://schemas.microsoft.com/office/drawing/2014/main" id="{19909B3F-481E-9EE0-3D26-E28559805783}"/>
                    </a:ext>
                  </a:extLst>
                </p14:cNvPr>
                <p14:cNvContentPartPr/>
                <p14:nvPr/>
              </p14:nvContentPartPr>
              <p14:xfrm>
                <a:off x="9272678" y="1787616"/>
                <a:ext cx="6840" cy="1440"/>
              </p14:xfrm>
            </p:contentPart>
          </mc:Choice>
          <mc:Fallback>
            <p:pic>
              <p:nvPicPr>
                <p:cNvPr id="176" name="Ink 175">
                  <a:extLst>
                    <a:ext uri="{FF2B5EF4-FFF2-40B4-BE49-F238E27FC236}">
                      <a16:creationId xmlns:a16="http://schemas.microsoft.com/office/drawing/2014/main" id="{19909B3F-481E-9EE0-3D26-E28559805783}"/>
                    </a:ext>
                  </a:extLst>
                </p:cNvPr>
                <p:cNvPicPr/>
                <p:nvPr/>
              </p:nvPicPr>
              <p:blipFill>
                <a:blip r:embed="rId360"/>
                <a:stretch>
                  <a:fillRect/>
                </a:stretch>
              </p:blipFill>
              <p:spPr>
                <a:xfrm>
                  <a:off x="9268358" y="1783296"/>
                  <a:ext cx="15480" cy="10080"/>
                </a:xfrm>
                <a:prstGeom prst="rect">
                  <a:avLst/>
                </a:prstGeom>
              </p:spPr>
            </p:pic>
          </mc:Fallback>
        </mc:AlternateContent>
        <mc:AlternateContent xmlns:mc="http://schemas.openxmlformats.org/markup-compatibility/2006">
          <mc:Choice xmlns:p14="http://schemas.microsoft.com/office/powerpoint/2010/main" Requires="p14">
            <p:contentPart p14:bwMode="auto" r:id="rId361">
              <p14:nvContentPartPr>
                <p14:cNvPr id="178" name="Ink 177">
                  <a:extLst>
                    <a:ext uri="{FF2B5EF4-FFF2-40B4-BE49-F238E27FC236}">
                      <a16:creationId xmlns:a16="http://schemas.microsoft.com/office/drawing/2014/main" id="{5A90A553-9202-3601-E374-731DF76F166D}"/>
                    </a:ext>
                  </a:extLst>
                </p14:cNvPr>
                <p14:cNvContentPartPr/>
                <p14:nvPr/>
              </p14:nvContentPartPr>
              <p14:xfrm>
                <a:off x="8771918" y="2248776"/>
                <a:ext cx="4320" cy="360"/>
              </p14:xfrm>
            </p:contentPart>
          </mc:Choice>
          <mc:Fallback>
            <p:pic>
              <p:nvPicPr>
                <p:cNvPr id="178" name="Ink 177">
                  <a:extLst>
                    <a:ext uri="{FF2B5EF4-FFF2-40B4-BE49-F238E27FC236}">
                      <a16:creationId xmlns:a16="http://schemas.microsoft.com/office/drawing/2014/main" id="{5A90A553-9202-3601-E374-731DF76F166D}"/>
                    </a:ext>
                  </a:extLst>
                </p:cNvPr>
                <p:cNvPicPr/>
                <p:nvPr/>
              </p:nvPicPr>
              <p:blipFill>
                <a:blip r:embed="rId362"/>
                <a:stretch>
                  <a:fillRect/>
                </a:stretch>
              </p:blipFill>
              <p:spPr>
                <a:xfrm>
                  <a:off x="8767598" y="2244456"/>
                  <a:ext cx="1296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363">
              <p14:nvContentPartPr>
                <p14:cNvPr id="28" name="Ink 27">
                  <a:extLst>
                    <a:ext uri="{FF2B5EF4-FFF2-40B4-BE49-F238E27FC236}">
                      <a16:creationId xmlns:a16="http://schemas.microsoft.com/office/drawing/2014/main" id="{18B3967E-F21D-3481-EE94-5853105CD4AB}"/>
                    </a:ext>
                  </a:extLst>
                </p14:cNvPr>
                <p14:cNvContentPartPr/>
                <p14:nvPr/>
              </p14:nvContentPartPr>
              <p14:xfrm>
                <a:off x="3848918" y="799056"/>
                <a:ext cx="300600" cy="134280"/>
              </p14:xfrm>
            </p:contentPart>
          </mc:Choice>
          <mc:Fallback>
            <p:pic>
              <p:nvPicPr>
                <p:cNvPr id="28" name="Ink 27">
                  <a:extLst>
                    <a:ext uri="{FF2B5EF4-FFF2-40B4-BE49-F238E27FC236}">
                      <a16:creationId xmlns:a16="http://schemas.microsoft.com/office/drawing/2014/main" id="{18B3967E-F21D-3481-EE94-5853105CD4AB}"/>
                    </a:ext>
                  </a:extLst>
                </p:cNvPr>
                <p:cNvPicPr/>
                <p:nvPr/>
              </p:nvPicPr>
              <p:blipFill>
                <a:blip r:embed="rId364"/>
                <a:stretch>
                  <a:fillRect/>
                </a:stretch>
              </p:blipFill>
              <p:spPr>
                <a:xfrm>
                  <a:off x="3844598" y="794736"/>
                  <a:ext cx="30924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365">
              <p14:nvContentPartPr>
                <p14:cNvPr id="29" name="Ink 28">
                  <a:extLst>
                    <a:ext uri="{FF2B5EF4-FFF2-40B4-BE49-F238E27FC236}">
                      <a16:creationId xmlns:a16="http://schemas.microsoft.com/office/drawing/2014/main" id="{772736D0-599A-0D27-859E-F16564A2E8CA}"/>
                    </a:ext>
                  </a:extLst>
                </p14:cNvPr>
                <p14:cNvContentPartPr/>
                <p14:nvPr/>
              </p14:nvContentPartPr>
              <p14:xfrm>
                <a:off x="4146998" y="655416"/>
                <a:ext cx="417960" cy="345960"/>
              </p14:xfrm>
            </p:contentPart>
          </mc:Choice>
          <mc:Fallback>
            <p:pic>
              <p:nvPicPr>
                <p:cNvPr id="29" name="Ink 28">
                  <a:extLst>
                    <a:ext uri="{FF2B5EF4-FFF2-40B4-BE49-F238E27FC236}">
                      <a16:creationId xmlns:a16="http://schemas.microsoft.com/office/drawing/2014/main" id="{772736D0-599A-0D27-859E-F16564A2E8CA}"/>
                    </a:ext>
                  </a:extLst>
                </p:cNvPr>
                <p:cNvPicPr/>
                <p:nvPr/>
              </p:nvPicPr>
              <p:blipFill>
                <a:blip r:embed="rId366"/>
                <a:stretch>
                  <a:fillRect/>
                </a:stretch>
              </p:blipFill>
              <p:spPr>
                <a:xfrm>
                  <a:off x="4142678" y="651096"/>
                  <a:ext cx="426600" cy="354600"/>
                </a:xfrm>
                <a:prstGeom prst="rect">
                  <a:avLst/>
                </a:prstGeom>
              </p:spPr>
            </p:pic>
          </mc:Fallback>
        </mc:AlternateContent>
        <mc:AlternateContent xmlns:mc="http://schemas.openxmlformats.org/markup-compatibility/2006">
          <mc:Choice xmlns:p14="http://schemas.microsoft.com/office/powerpoint/2010/main" Requires="p14">
            <p:contentPart p14:bwMode="auto" r:id="rId367">
              <p14:nvContentPartPr>
                <p14:cNvPr id="30" name="Ink 29">
                  <a:extLst>
                    <a:ext uri="{FF2B5EF4-FFF2-40B4-BE49-F238E27FC236}">
                      <a16:creationId xmlns:a16="http://schemas.microsoft.com/office/drawing/2014/main" id="{728186C0-4829-BA91-B667-06069BFB234F}"/>
                    </a:ext>
                  </a:extLst>
                </p14:cNvPr>
                <p14:cNvContentPartPr/>
                <p14:nvPr/>
              </p14:nvContentPartPr>
              <p14:xfrm>
                <a:off x="4521398" y="761256"/>
                <a:ext cx="10440" cy="7920"/>
              </p14:xfrm>
            </p:contentPart>
          </mc:Choice>
          <mc:Fallback>
            <p:pic>
              <p:nvPicPr>
                <p:cNvPr id="30" name="Ink 29">
                  <a:extLst>
                    <a:ext uri="{FF2B5EF4-FFF2-40B4-BE49-F238E27FC236}">
                      <a16:creationId xmlns:a16="http://schemas.microsoft.com/office/drawing/2014/main" id="{728186C0-4829-BA91-B667-06069BFB234F}"/>
                    </a:ext>
                  </a:extLst>
                </p:cNvPr>
                <p:cNvPicPr/>
                <p:nvPr/>
              </p:nvPicPr>
              <p:blipFill>
                <a:blip r:embed="rId368"/>
                <a:stretch>
                  <a:fillRect/>
                </a:stretch>
              </p:blipFill>
              <p:spPr>
                <a:xfrm>
                  <a:off x="4517078" y="756936"/>
                  <a:ext cx="19080" cy="16560"/>
                </a:xfrm>
                <a:prstGeom prst="rect">
                  <a:avLst/>
                </a:prstGeom>
              </p:spPr>
            </p:pic>
          </mc:Fallback>
        </mc:AlternateContent>
        <mc:AlternateContent xmlns:mc="http://schemas.openxmlformats.org/markup-compatibility/2006">
          <mc:Choice xmlns:p14="http://schemas.microsoft.com/office/powerpoint/2010/main" Requires="p14">
            <p:contentPart p14:bwMode="auto" r:id="rId369">
              <p14:nvContentPartPr>
                <p14:cNvPr id="31" name="Ink 30">
                  <a:extLst>
                    <a:ext uri="{FF2B5EF4-FFF2-40B4-BE49-F238E27FC236}">
                      <a16:creationId xmlns:a16="http://schemas.microsoft.com/office/drawing/2014/main" id="{E14F64BF-8FC4-E3F1-F11F-92E1FA9EA9A9}"/>
                    </a:ext>
                  </a:extLst>
                </p14:cNvPr>
                <p14:cNvContentPartPr/>
                <p14:nvPr/>
              </p14:nvContentPartPr>
              <p14:xfrm>
                <a:off x="4605278" y="806616"/>
                <a:ext cx="79200" cy="219240"/>
              </p14:xfrm>
            </p:contentPart>
          </mc:Choice>
          <mc:Fallback>
            <p:pic>
              <p:nvPicPr>
                <p:cNvPr id="31" name="Ink 30">
                  <a:extLst>
                    <a:ext uri="{FF2B5EF4-FFF2-40B4-BE49-F238E27FC236}">
                      <a16:creationId xmlns:a16="http://schemas.microsoft.com/office/drawing/2014/main" id="{E14F64BF-8FC4-E3F1-F11F-92E1FA9EA9A9}"/>
                    </a:ext>
                  </a:extLst>
                </p:cNvPr>
                <p:cNvPicPr/>
                <p:nvPr/>
              </p:nvPicPr>
              <p:blipFill>
                <a:blip r:embed="rId370"/>
                <a:stretch>
                  <a:fillRect/>
                </a:stretch>
              </p:blipFill>
              <p:spPr>
                <a:xfrm>
                  <a:off x="4600958" y="802296"/>
                  <a:ext cx="8784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371">
              <p14:nvContentPartPr>
                <p14:cNvPr id="32" name="Ink 31">
                  <a:extLst>
                    <a:ext uri="{FF2B5EF4-FFF2-40B4-BE49-F238E27FC236}">
                      <a16:creationId xmlns:a16="http://schemas.microsoft.com/office/drawing/2014/main" id="{05E8A7C8-6BB7-4DCA-6E02-DFC6A9EAD4B0}"/>
                    </a:ext>
                  </a:extLst>
                </p14:cNvPr>
                <p14:cNvContentPartPr/>
                <p14:nvPr/>
              </p14:nvContentPartPr>
              <p14:xfrm>
                <a:off x="4795358" y="723816"/>
                <a:ext cx="671400" cy="119520"/>
              </p14:xfrm>
            </p:contentPart>
          </mc:Choice>
          <mc:Fallback>
            <p:pic>
              <p:nvPicPr>
                <p:cNvPr id="32" name="Ink 31">
                  <a:extLst>
                    <a:ext uri="{FF2B5EF4-FFF2-40B4-BE49-F238E27FC236}">
                      <a16:creationId xmlns:a16="http://schemas.microsoft.com/office/drawing/2014/main" id="{05E8A7C8-6BB7-4DCA-6E02-DFC6A9EAD4B0}"/>
                    </a:ext>
                  </a:extLst>
                </p:cNvPr>
                <p:cNvPicPr/>
                <p:nvPr/>
              </p:nvPicPr>
              <p:blipFill>
                <a:blip r:embed="rId372"/>
                <a:stretch>
                  <a:fillRect/>
                </a:stretch>
              </p:blipFill>
              <p:spPr>
                <a:xfrm>
                  <a:off x="4791038" y="719496"/>
                  <a:ext cx="68004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373">
              <p14:nvContentPartPr>
                <p14:cNvPr id="34" name="Ink 33">
                  <a:extLst>
                    <a:ext uri="{FF2B5EF4-FFF2-40B4-BE49-F238E27FC236}">
                      <a16:creationId xmlns:a16="http://schemas.microsoft.com/office/drawing/2014/main" id="{E9D16D5B-825B-11CC-A742-737B4BE80F2C}"/>
                    </a:ext>
                  </a:extLst>
                </p14:cNvPr>
                <p14:cNvContentPartPr/>
                <p14:nvPr/>
              </p14:nvContentPartPr>
              <p14:xfrm>
                <a:off x="4112438" y="1011816"/>
                <a:ext cx="152280" cy="333360"/>
              </p14:xfrm>
            </p:contentPart>
          </mc:Choice>
          <mc:Fallback>
            <p:pic>
              <p:nvPicPr>
                <p:cNvPr id="34" name="Ink 33">
                  <a:extLst>
                    <a:ext uri="{FF2B5EF4-FFF2-40B4-BE49-F238E27FC236}">
                      <a16:creationId xmlns:a16="http://schemas.microsoft.com/office/drawing/2014/main" id="{E9D16D5B-825B-11CC-A742-737B4BE80F2C}"/>
                    </a:ext>
                  </a:extLst>
                </p:cNvPr>
                <p:cNvPicPr/>
                <p:nvPr/>
              </p:nvPicPr>
              <p:blipFill>
                <a:blip r:embed="rId374"/>
                <a:stretch>
                  <a:fillRect/>
                </a:stretch>
              </p:blipFill>
              <p:spPr>
                <a:xfrm>
                  <a:off x="4108118" y="1007496"/>
                  <a:ext cx="160920" cy="342000"/>
                </a:xfrm>
                <a:prstGeom prst="rect">
                  <a:avLst/>
                </a:prstGeom>
              </p:spPr>
            </p:pic>
          </mc:Fallback>
        </mc:AlternateContent>
        <mc:AlternateContent xmlns:mc="http://schemas.openxmlformats.org/markup-compatibility/2006">
          <mc:Choice xmlns:p14="http://schemas.microsoft.com/office/powerpoint/2010/main" Requires="p14">
            <p:contentPart p14:bwMode="auto" r:id="rId375">
              <p14:nvContentPartPr>
                <p14:cNvPr id="35" name="Ink 34">
                  <a:extLst>
                    <a:ext uri="{FF2B5EF4-FFF2-40B4-BE49-F238E27FC236}">
                      <a16:creationId xmlns:a16="http://schemas.microsoft.com/office/drawing/2014/main" id="{8DB479F3-D691-F53E-A488-D408519DE37E}"/>
                    </a:ext>
                  </a:extLst>
                </p14:cNvPr>
                <p14:cNvContentPartPr/>
                <p14:nvPr/>
              </p14:nvContentPartPr>
              <p14:xfrm>
                <a:off x="4168958" y="1124496"/>
                <a:ext cx="202320" cy="129240"/>
              </p14:xfrm>
            </p:contentPart>
          </mc:Choice>
          <mc:Fallback>
            <p:pic>
              <p:nvPicPr>
                <p:cNvPr id="35" name="Ink 34">
                  <a:extLst>
                    <a:ext uri="{FF2B5EF4-FFF2-40B4-BE49-F238E27FC236}">
                      <a16:creationId xmlns:a16="http://schemas.microsoft.com/office/drawing/2014/main" id="{8DB479F3-D691-F53E-A488-D408519DE37E}"/>
                    </a:ext>
                  </a:extLst>
                </p:cNvPr>
                <p:cNvPicPr/>
                <p:nvPr/>
              </p:nvPicPr>
              <p:blipFill>
                <a:blip r:embed="rId376"/>
                <a:stretch>
                  <a:fillRect/>
                </a:stretch>
              </p:blipFill>
              <p:spPr>
                <a:xfrm>
                  <a:off x="4164638" y="1120176"/>
                  <a:ext cx="21096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377">
              <p14:nvContentPartPr>
                <p14:cNvPr id="36" name="Ink 35">
                  <a:extLst>
                    <a:ext uri="{FF2B5EF4-FFF2-40B4-BE49-F238E27FC236}">
                      <a16:creationId xmlns:a16="http://schemas.microsoft.com/office/drawing/2014/main" id="{86FE594B-84E2-88AE-9457-9D2C142D292D}"/>
                    </a:ext>
                  </a:extLst>
                </p14:cNvPr>
                <p14:cNvContentPartPr/>
                <p14:nvPr/>
              </p14:nvContentPartPr>
              <p14:xfrm>
                <a:off x="4400078" y="1019016"/>
                <a:ext cx="126360" cy="221760"/>
              </p14:xfrm>
            </p:contentPart>
          </mc:Choice>
          <mc:Fallback>
            <p:pic>
              <p:nvPicPr>
                <p:cNvPr id="36" name="Ink 35">
                  <a:extLst>
                    <a:ext uri="{FF2B5EF4-FFF2-40B4-BE49-F238E27FC236}">
                      <a16:creationId xmlns:a16="http://schemas.microsoft.com/office/drawing/2014/main" id="{86FE594B-84E2-88AE-9457-9D2C142D292D}"/>
                    </a:ext>
                  </a:extLst>
                </p:cNvPr>
                <p:cNvPicPr/>
                <p:nvPr/>
              </p:nvPicPr>
              <p:blipFill>
                <a:blip r:embed="rId378"/>
                <a:stretch>
                  <a:fillRect/>
                </a:stretch>
              </p:blipFill>
              <p:spPr>
                <a:xfrm>
                  <a:off x="4395758" y="1014696"/>
                  <a:ext cx="135000" cy="230400"/>
                </a:xfrm>
                <a:prstGeom prst="rect">
                  <a:avLst/>
                </a:prstGeom>
              </p:spPr>
            </p:pic>
          </mc:Fallback>
        </mc:AlternateContent>
        <mc:AlternateContent xmlns:mc="http://schemas.openxmlformats.org/markup-compatibility/2006">
          <mc:Choice xmlns:p14="http://schemas.microsoft.com/office/powerpoint/2010/main" Requires="p14">
            <p:contentPart p14:bwMode="auto" r:id="rId379">
              <p14:nvContentPartPr>
                <p14:cNvPr id="37" name="Ink 36">
                  <a:extLst>
                    <a:ext uri="{FF2B5EF4-FFF2-40B4-BE49-F238E27FC236}">
                      <a16:creationId xmlns:a16="http://schemas.microsoft.com/office/drawing/2014/main" id="{0437124B-1192-6DD4-30F4-04BF9B2ACA3F}"/>
                    </a:ext>
                  </a:extLst>
                </p14:cNvPr>
                <p14:cNvContentPartPr/>
                <p14:nvPr/>
              </p14:nvContentPartPr>
              <p14:xfrm>
                <a:off x="4547678" y="1127376"/>
                <a:ext cx="290520" cy="105840"/>
              </p14:xfrm>
            </p:contentPart>
          </mc:Choice>
          <mc:Fallback>
            <p:pic>
              <p:nvPicPr>
                <p:cNvPr id="37" name="Ink 36">
                  <a:extLst>
                    <a:ext uri="{FF2B5EF4-FFF2-40B4-BE49-F238E27FC236}">
                      <a16:creationId xmlns:a16="http://schemas.microsoft.com/office/drawing/2014/main" id="{0437124B-1192-6DD4-30F4-04BF9B2ACA3F}"/>
                    </a:ext>
                  </a:extLst>
                </p:cNvPr>
                <p:cNvPicPr/>
                <p:nvPr/>
              </p:nvPicPr>
              <p:blipFill>
                <a:blip r:embed="rId380"/>
                <a:stretch>
                  <a:fillRect/>
                </a:stretch>
              </p:blipFill>
              <p:spPr>
                <a:xfrm>
                  <a:off x="4543358" y="1123056"/>
                  <a:ext cx="29916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381">
              <p14:nvContentPartPr>
                <p14:cNvPr id="38" name="Ink 37">
                  <a:extLst>
                    <a:ext uri="{FF2B5EF4-FFF2-40B4-BE49-F238E27FC236}">
                      <a16:creationId xmlns:a16="http://schemas.microsoft.com/office/drawing/2014/main" id="{7C4F91BA-7620-8D60-1965-B62EC954EE1A}"/>
                    </a:ext>
                  </a:extLst>
                </p14:cNvPr>
                <p14:cNvContentPartPr/>
                <p14:nvPr/>
              </p14:nvContentPartPr>
              <p14:xfrm>
                <a:off x="4859438" y="1104696"/>
                <a:ext cx="78480" cy="240480"/>
              </p14:xfrm>
            </p:contentPart>
          </mc:Choice>
          <mc:Fallback>
            <p:pic>
              <p:nvPicPr>
                <p:cNvPr id="38" name="Ink 37">
                  <a:extLst>
                    <a:ext uri="{FF2B5EF4-FFF2-40B4-BE49-F238E27FC236}">
                      <a16:creationId xmlns:a16="http://schemas.microsoft.com/office/drawing/2014/main" id="{7C4F91BA-7620-8D60-1965-B62EC954EE1A}"/>
                    </a:ext>
                  </a:extLst>
                </p:cNvPr>
                <p:cNvPicPr/>
                <p:nvPr/>
              </p:nvPicPr>
              <p:blipFill>
                <a:blip r:embed="rId382"/>
                <a:stretch>
                  <a:fillRect/>
                </a:stretch>
              </p:blipFill>
              <p:spPr>
                <a:xfrm>
                  <a:off x="4855118" y="1100376"/>
                  <a:ext cx="8712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383">
              <p14:nvContentPartPr>
                <p14:cNvPr id="39" name="Ink 38">
                  <a:extLst>
                    <a:ext uri="{FF2B5EF4-FFF2-40B4-BE49-F238E27FC236}">
                      <a16:creationId xmlns:a16="http://schemas.microsoft.com/office/drawing/2014/main" id="{C55C1582-D9C2-3635-5544-A6F57BCE9EC5}"/>
                    </a:ext>
                  </a:extLst>
                </p14:cNvPr>
                <p14:cNvContentPartPr/>
                <p14:nvPr/>
              </p14:nvContentPartPr>
              <p14:xfrm>
                <a:off x="4958438" y="1031616"/>
                <a:ext cx="36000" cy="192600"/>
              </p14:xfrm>
            </p:contentPart>
          </mc:Choice>
          <mc:Fallback>
            <p:pic>
              <p:nvPicPr>
                <p:cNvPr id="39" name="Ink 38">
                  <a:extLst>
                    <a:ext uri="{FF2B5EF4-FFF2-40B4-BE49-F238E27FC236}">
                      <a16:creationId xmlns:a16="http://schemas.microsoft.com/office/drawing/2014/main" id="{C55C1582-D9C2-3635-5544-A6F57BCE9EC5}"/>
                    </a:ext>
                  </a:extLst>
                </p:cNvPr>
                <p:cNvPicPr/>
                <p:nvPr/>
              </p:nvPicPr>
              <p:blipFill>
                <a:blip r:embed="rId384"/>
                <a:stretch>
                  <a:fillRect/>
                </a:stretch>
              </p:blipFill>
              <p:spPr>
                <a:xfrm>
                  <a:off x="4954118" y="1027296"/>
                  <a:ext cx="4464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385">
              <p14:nvContentPartPr>
                <p14:cNvPr id="40" name="Ink 39">
                  <a:extLst>
                    <a:ext uri="{FF2B5EF4-FFF2-40B4-BE49-F238E27FC236}">
                      <a16:creationId xmlns:a16="http://schemas.microsoft.com/office/drawing/2014/main" id="{B6B28134-4DE7-58F5-C129-09B641891FB7}"/>
                    </a:ext>
                  </a:extLst>
                </p14:cNvPr>
                <p14:cNvContentPartPr/>
                <p14:nvPr/>
              </p14:nvContentPartPr>
              <p14:xfrm>
                <a:off x="5035478" y="1115496"/>
                <a:ext cx="87120" cy="91440"/>
              </p14:xfrm>
            </p:contentPart>
          </mc:Choice>
          <mc:Fallback>
            <p:pic>
              <p:nvPicPr>
                <p:cNvPr id="40" name="Ink 39">
                  <a:extLst>
                    <a:ext uri="{FF2B5EF4-FFF2-40B4-BE49-F238E27FC236}">
                      <a16:creationId xmlns:a16="http://schemas.microsoft.com/office/drawing/2014/main" id="{B6B28134-4DE7-58F5-C129-09B641891FB7}"/>
                    </a:ext>
                  </a:extLst>
                </p:cNvPr>
                <p:cNvPicPr/>
                <p:nvPr/>
              </p:nvPicPr>
              <p:blipFill>
                <a:blip r:embed="rId386"/>
                <a:stretch>
                  <a:fillRect/>
                </a:stretch>
              </p:blipFill>
              <p:spPr>
                <a:xfrm>
                  <a:off x="5031158" y="1111176"/>
                  <a:ext cx="9576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387">
              <p14:nvContentPartPr>
                <p14:cNvPr id="41" name="Ink 40">
                  <a:extLst>
                    <a:ext uri="{FF2B5EF4-FFF2-40B4-BE49-F238E27FC236}">
                      <a16:creationId xmlns:a16="http://schemas.microsoft.com/office/drawing/2014/main" id="{3D5DF1AD-9728-F125-C513-F02BE44F717F}"/>
                    </a:ext>
                  </a:extLst>
                </p14:cNvPr>
                <p14:cNvContentPartPr/>
                <p14:nvPr/>
              </p14:nvContentPartPr>
              <p14:xfrm>
                <a:off x="5211878" y="975096"/>
                <a:ext cx="85320" cy="215640"/>
              </p14:xfrm>
            </p:contentPart>
          </mc:Choice>
          <mc:Fallback>
            <p:pic>
              <p:nvPicPr>
                <p:cNvPr id="41" name="Ink 40">
                  <a:extLst>
                    <a:ext uri="{FF2B5EF4-FFF2-40B4-BE49-F238E27FC236}">
                      <a16:creationId xmlns:a16="http://schemas.microsoft.com/office/drawing/2014/main" id="{3D5DF1AD-9728-F125-C513-F02BE44F717F}"/>
                    </a:ext>
                  </a:extLst>
                </p:cNvPr>
                <p:cNvPicPr/>
                <p:nvPr/>
              </p:nvPicPr>
              <p:blipFill>
                <a:blip r:embed="rId388"/>
                <a:stretch>
                  <a:fillRect/>
                </a:stretch>
              </p:blipFill>
              <p:spPr>
                <a:xfrm>
                  <a:off x="5207558" y="970776"/>
                  <a:ext cx="93960" cy="224280"/>
                </a:xfrm>
                <a:prstGeom prst="rect">
                  <a:avLst/>
                </a:prstGeom>
              </p:spPr>
            </p:pic>
          </mc:Fallback>
        </mc:AlternateContent>
        <mc:AlternateContent xmlns:mc="http://schemas.openxmlformats.org/markup-compatibility/2006">
          <mc:Choice xmlns:p14="http://schemas.microsoft.com/office/powerpoint/2010/main" Requires="p14">
            <p:contentPart p14:bwMode="auto" r:id="rId389">
              <p14:nvContentPartPr>
                <p14:cNvPr id="42" name="Ink 41">
                  <a:extLst>
                    <a:ext uri="{FF2B5EF4-FFF2-40B4-BE49-F238E27FC236}">
                      <a16:creationId xmlns:a16="http://schemas.microsoft.com/office/drawing/2014/main" id="{5A869AB3-B492-91D9-8B1C-D092B737CD23}"/>
                    </a:ext>
                  </a:extLst>
                </p14:cNvPr>
                <p14:cNvContentPartPr/>
                <p14:nvPr/>
              </p14:nvContentPartPr>
              <p14:xfrm>
                <a:off x="5328158" y="1107936"/>
                <a:ext cx="104040" cy="56880"/>
              </p14:xfrm>
            </p:contentPart>
          </mc:Choice>
          <mc:Fallback>
            <p:pic>
              <p:nvPicPr>
                <p:cNvPr id="42" name="Ink 41">
                  <a:extLst>
                    <a:ext uri="{FF2B5EF4-FFF2-40B4-BE49-F238E27FC236}">
                      <a16:creationId xmlns:a16="http://schemas.microsoft.com/office/drawing/2014/main" id="{5A869AB3-B492-91D9-8B1C-D092B737CD23}"/>
                    </a:ext>
                  </a:extLst>
                </p:cNvPr>
                <p:cNvPicPr/>
                <p:nvPr/>
              </p:nvPicPr>
              <p:blipFill>
                <a:blip r:embed="rId390"/>
                <a:stretch>
                  <a:fillRect/>
                </a:stretch>
              </p:blipFill>
              <p:spPr>
                <a:xfrm>
                  <a:off x="5323838" y="1103616"/>
                  <a:ext cx="11268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391">
              <p14:nvContentPartPr>
                <p14:cNvPr id="43" name="Ink 42">
                  <a:extLst>
                    <a:ext uri="{FF2B5EF4-FFF2-40B4-BE49-F238E27FC236}">
                      <a16:creationId xmlns:a16="http://schemas.microsoft.com/office/drawing/2014/main" id="{50FE76E2-CBC0-7371-D642-B9F28784C7E9}"/>
                    </a:ext>
                  </a:extLst>
                </p14:cNvPr>
                <p14:cNvContentPartPr/>
                <p14:nvPr/>
              </p14:nvContentPartPr>
              <p14:xfrm>
                <a:off x="5439038" y="991656"/>
                <a:ext cx="31680" cy="158760"/>
              </p14:xfrm>
            </p:contentPart>
          </mc:Choice>
          <mc:Fallback>
            <p:pic>
              <p:nvPicPr>
                <p:cNvPr id="43" name="Ink 42">
                  <a:extLst>
                    <a:ext uri="{FF2B5EF4-FFF2-40B4-BE49-F238E27FC236}">
                      <a16:creationId xmlns:a16="http://schemas.microsoft.com/office/drawing/2014/main" id="{50FE76E2-CBC0-7371-D642-B9F28784C7E9}"/>
                    </a:ext>
                  </a:extLst>
                </p:cNvPr>
                <p:cNvPicPr/>
                <p:nvPr/>
              </p:nvPicPr>
              <p:blipFill>
                <a:blip r:embed="rId392"/>
                <a:stretch>
                  <a:fillRect/>
                </a:stretch>
              </p:blipFill>
              <p:spPr>
                <a:xfrm>
                  <a:off x="5434718" y="987336"/>
                  <a:ext cx="4032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393">
              <p14:nvContentPartPr>
                <p14:cNvPr id="263" name="Ink 262">
                  <a:extLst>
                    <a:ext uri="{FF2B5EF4-FFF2-40B4-BE49-F238E27FC236}">
                      <a16:creationId xmlns:a16="http://schemas.microsoft.com/office/drawing/2014/main" id="{8034EFE8-8856-5CC7-DC27-555D5FEC914B}"/>
                    </a:ext>
                  </a:extLst>
                </p14:cNvPr>
                <p14:cNvContentPartPr/>
                <p14:nvPr/>
              </p14:nvContentPartPr>
              <p14:xfrm>
                <a:off x="5368478" y="1018656"/>
                <a:ext cx="132120" cy="35640"/>
              </p14:xfrm>
            </p:contentPart>
          </mc:Choice>
          <mc:Fallback>
            <p:pic>
              <p:nvPicPr>
                <p:cNvPr id="263" name="Ink 262">
                  <a:extLst>
                    <a:ext uri="{FF2B5EF4-FFF2-40B4-BE49-F238E27FC236}">
                      <a16:creationId xmlns:a16="http://schemas.microsoft.com/office/drawing/2014/main" id="{8034EFE8-8856-5CC7-DC27-555D5FEC914B}"/>
                    </a:ext>
                  </a:extLst>
                </p:cNvPr>
                <p:cNvPicPr/>
                <p:nvPr/>
              </p:nvPicPr>
              <p:blipFill>
                <a:blip r:embed="rId394"/>
                <a:stretch>
                  <a:fillRect/>
                </a:stretch>
              </p:blipFill>
              <p:spPr>
                <a:xfrm>
                  <a:off x="5364158" y="1014336"/>
                  <a:ext cx="140760" cy="44280"/>
                </a:xfrm>
                <a:prstGeom prst="rect">
                  <a:avLst/>
                </a:prstGeom>
              </p:spPr>
            </p:pic>
          </mc:Fallback>
        </mc:AlternateContent>
        <mc:AlternateContent xmlns:mc="http://schemas.openxmlformats.org/markup-compatibility/2006">
          <mc:Choice xmlns:p14="http://schemas.microsoft.com/office/powerpoint/2010/main" Requires="p14">
            <p:contentPart p14:bwMode="auto" r:id="rId395">
              <p14:nvContentPartPr>
                <p14:cNvPr id="264" name="Ink 263">
                  <a:extLst>
                    <a:ext uri="{FF2B5EF4-FFF2-40B4-BE49-F238E27FC236}">
                      <a16:creationId xmlns:a16="http://schemas.microsoft.com/office/drawing/2014/main" id="{42A1A98E-A7DF-D5B2-3790-8F6EE135FCFD}"/>
                    </a:ext>
                  </a:extLst>
                </p14:cNvPr>
                <p14:cNvContentPartPr/>
                <p14:nvPr/>
              </p14:nvContentPartPr>
              <p14:xfrm>
                <a:off x="5548118" y="1009296"/>
                <a:ext cx="208800" cy="82800"/>
              </p14:xfrm>
            </p:contentPart>
          </mc:Choice>
          <mc:Fallback>
            <p:pic>
              <p:nvPicPr>
                <p:cNvPr id="264" name="Ink 263">
                  <a:extLst>
                    <a:ext uri="{FF2B5EF4-FFF2-40B4-BE49-F238E27FC236}">
                      <a16:creationId xmlns:a16="http://schemas.microsoft.com/office/drawing/2014/main" id="{42A1A98E-A7DF-D5B2-3790-8F6EE135FCFD}"/>
                    </a:ext>
                  </a:extLst>
                </p:cNvPr>
                <p:cNvPicPr/>
                <p:nvPr/>
              </p:nvPicPr>
              <p:blipFill>
                <a:blip r:embed="rId396"/>
                <a:stretch>
                  <a:fillRect/>
                </a:stretch>
              </p:blipFill>
              <p:spPr>
                <a:xfrm>
                  <a:off x="5543798" y="1004976"/>
                  <a:ext cx="21744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397">
              <p14:nvContentPartPr>
                <p14:cNvPr id="210" name="Ink 209">
                  <a:extLst>
                    <a:ext uri="{FF2B5EF4-FFF2-40B4-BE49-F238E27FC236}">
                      <a16:creationId xmlns:a16="http://schemas.microsoft.com/office/drawing/2014/main" id="{D69DB977-8A48-C8BD-85E1-C7259D6E2ACC}"/>
                    </a:ext>
                  </a:extLst>
                </p14:cNvPr>
                <p14:cNvContentPartPr/>
                <p14:nvPr/>
              </p14:nvContentPartPr>
              <p14:xfrm>
                <a:off x="6624878" y="4066416"/>
                <a:ext cx="219600" cy="357480"/>
              </p14:xfrm>
            </p:contentPart>
          </mc:Choice>
          <mc:Fallback>
            <p:pic>
              <p:nvPicPr>
                <p:cNvPr id="210" name="Ink 209">
                  <a:extLst>
                    <a:ext uri="{FF2B5EF4-FFF2-40B4-BE49-F238E27FC236}">
                      <a16:creationId xmlns:a16="http://schemas.microsoft.com/office/drawing/2014/main" id="{D69DB977-8A48-C8BD-85E1-C7259D6E2ACC}"/>
                    </a:ext>
                  </a:extLst>
                </p:cNvPr>
                <p:cNvPicPr/>
                <p:nvPr/>
              </p:nvPicPr>
              <p:blipFill>
                <a:blip r:embed="rId398"/>
                <a:stretch>
                  <a:fillRect/>
                </a:stretch>
              </p:blipFill>
              <p:spPr>
                <a:xfrm>
                  <a:off x="6620558" y="4062096"/>
                  <a:ext cx="228240" cy="366120"/>
                </a:xfrm>
                <a:prstGeom prst="rect">
                  <a:avLst/>
                </a:prstGeom>
              </p:spPr>
            </p:pic>
          </mc:Fallback>
        </mc:AlternateContent>
        <mc:AlternateContent xmlns:mc="http://schemas.openxmlformats.org/markup-compatibility/2006">
          <mc:Choice xmlns:p14="http://schemas.microsoft.com/office/powerpoint/2010/main" Requires="p14">
            <p:contentPart p14:bwMode="auto" r:id="rId399">
              <p14:nvContentPartPr>
                <p14:cNvPr id="211" name="Ink 210">
                  <a:extLst>
                    <a:ext uri="{FF2B5EF4-FFF2-40B4-BE49-F238E27FC236}">
                      <a16:creationId xmlns:a16="http://schemas.microsoft.com/office/drawing/2014/main" id="{D9394B4D-C3BF-B420-8F0D-2AFE14B46ED8}"/>
                    </a:ext>
                  </a:extLst>
                </p14:cNvPr>
                <p14:cNvContentPartPr/>
                <p14:nvPr/>
              </p14:nvContentPartPr>
              <p14:xfrm>
                <a:off x="6899918" y="4349736"/>
                <a:ext cx="12240" cy="158760"/>
              </p14:xfrm>
            </p:contentPart>
          </mc:Choice>
          <mc:Fallback>
            <p:pic>
              <p:nvPicPr>
                <p:cNvPr id="211" name="Ink 210">
                  <a:extLst>
                    <a:ext uri="{FF2B5EF4-FFF2-40B4-BE49-F238E27FC236}">
                      <a16:creationId xmlns:a16="http://schemas.microsoft.com/office/drawing/2014/main" id="{D9394B4D-C3BF-B420-8F0D-2AFE14B46ED8}"/>
                    </a:ext>
                  </a:extLst>
                </p:cNvPr>
                <p:cNvPicPr/>
                <p:nvPr/>
              </p:nvPicPr>
              <p:blipFill>
                <a:blip r:embed="rId400"/>
                <a:stretch>
                  <a:fillRect/>
                </a:stretch>
              </p:blipFill>
              <p:spPr>
                <a:xfrm>
                  <a:off x="6895598" y="4345416"/>
                  <a:ext cx="2088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401">
              <p14:nvContentPartPr>
                <p14:cNvPr id="212" name="Ink 211">
                  <a:extLst>
                    <a:ext uri="{FF2B5EF4-FFF2-40B4-BE49-F238E27FC236}">
                      <a16:creationId xmlns:a16="http://schemas.microsoft.com/office/drawing/2014/main" id="{9CBFDFBA-5B0B-C0B8-4897-9922AC4053D5}"/>
                    </a:ext>
                  </a:extLst>
                </p14:cNvPr>
                <p14:cNvContentPartPr/>
                <p14:nvPr/>
              </p14:nvContentPartPr>
              <p14:xfrm>
                <a:off x="6943478" y="3963816"/>
                <a:ext cx="145800" cy="125280"/>
              </p14:xfrm>
            </p:contentPart>
          </mc:Choice>
          <mc:Fallback>
            <p:pic>
              <p:nvPicPr>
                <p:cNvPr id="212" name="Ink 211">
                  <a:extLst>
                    <a:ext uri="{FF2B5EF4-FFF2-40B4-BE49-F238E27FC236}">
                      <a16:creationId xmlns:a16="http://schemas.microsoft.com/office/drawing/2014/main" id="{9CBFDFBA-5B0B-C0B8-4897-9922AC4053D5}"/>
                    </a:ext>
                  </a:extLst>
                </p:cNvPr>
                <p:cNvPicPr/>
                <p:nvPr/>
              </p:nvPicPr>
              <p:blipFill>
                <a:blip r:embed="rId402"/>
                <a:stretch>
                  <a:fillRect/>
                </a:stretch>
              </p:blipFill>
              <p:spPr>
                <a:xfrm>
                  <a:off x="6939158" y="3959496"/>
                  <a:ext cx="15444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403">
              <p14:nvContentPartPr>
                <p14:cNvPr id="213" name="Ink 212">
                  <a:extLst>
                    <a:ext uri="{FF2B5EF4-FFF2-40B4-BE49-F238E27FC236}">
                      <a16:creationId xmlns:a16="http://schemas.microsoft.com/office/drawing/2014/main" id="{39C5E14B-283E-D5C6-8871-A09A321A7D1B}"/>
                    </a:ext>
                  </a:extLst>
                </p14:cNvPr>
                <p14:cNvContentPartPr/>
                <p14:nvPr/>
              </p14:nvContentPartPr>
              <p14:xfrm>
                <a:off x="7102238" y="4235976"/>
                <a:ext cx="155160" cy="15840"/>
              </p14:xfrm>
            </p:contentPart>
          </mc:Choice>
          <mc:Fallback>
            <p:pic>
              <p:nvPicPr>
                <p:cNvPr id="213" name="Ink 212">
                  <a:extLst>
                    <a:ext uri="{FF2B5EF4-FFF2-40B4-BE49-F238E27FC236}">
                      <a16:creationId xmlns:a16="http://schemas.microsoft.com/office/drawing/2014/main" id="{39C5E14B-283E-D5C6-8871-A09A321A7D1B}"/>
                    </a:ext>
                  </a:extLst>
                </p:cNvPr>
                <p:cNvPicPr/>
                <p:nvPr/>
              </p:nvPicPr>
              <p:blipFill>
                <a:blip r:embed="rId404"/>
                <a:stretch>
                  <a:fillRect/>
                </a:stretch>
              </p:blipFill>
              <p:spPr>
                <a:xfrm>
                  <a:off x="7097918" y="4231656"/>
                  <a:ext cx="16380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405">
              <p14:nvContentPartPr>
                <p14:cNvPr id="214" name="Ink 213">
                  <a:extLst>
                    <a:ext uri="{FF2B5EF4-FFF2-40B4-BE49-F238E27FC236}">
                      <a16:creationId xmlns:a16="http://schemas.microsoft.com/office/drawing/2014/main" id="{B94533F6-9CC6-4359-9979-31B6F0339EC4}"/>
                    </a:ext>
                  </a:extLst>
                </p14:cNvPr>
                <p14:cNvContentPartPr/>
                <p14:nvPr/>
              </p14:nvContentPartPr>
              <p14:xfrm>
                <a:off x="7185038" y="4202496"/>
                <a:ext cx="11160" cy="150120"/>
              </p14:xfrm>
            </p:contentPart>
          </mc:Choice>
          <mc:Fallback>
            <p:pic>
              <p:nvPicPr>
                <p:cNvPr id="214" name="Ink 213">
                  <a:extLst>
                    <a:ext uri="{FF2B5EF4-FFF2-40B4-BE49-F238E27FC236}">
                      <a16:creationId xmlns:a16="http://schemas.microsoft.com/office/drawing/2014/main" id="{B94533F6-9CC6-4359-9979-31B6F0339EC4}"/>
                    </a:ext>
                  </a:extLst>
                </p:cNvPr>
                <p:cNvPicPr/>
                <p:nvPr/>
              </p:nvPicPr>
              <p:blipFill>
                <a:blip r:embed="rId406"/>
                <a:stretch>
                  <a:fillRect/>
                </a:stretch>
              </p:blipFill>
              <p:spPr>
                <a:xfrm>
                  <a:off x="7180718" y="4198176"/>
                  <a:ext cx="1980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407">
              <p14:nvContentPartPr>
                <p14:cNvPr id="215" name="Ink 214">
                  <a:extLst>
                    <a:ext uri="{FF2B5EF4-FFF2-40B4-BE49-F238E27FC236}">
                      <a16:creationId xmlns:a16="http://schemas.microsoft.com/office/drawing/2014/main" id="{336DF489-5607-FF09-7BE6-1D451A904E6A}"/>
                    </a:ext>
                  </a:extLst>
                </p14:cNvPr>
                <p14:cNvContentPartPr/>
                <p14:nvPr/>
              </p14:nvContentPartPr>
              <p14:xfrm>
                <a:off x="7344158" y="4089096"/>
                <a:ext cx="124560" cy="302760"/>
              </p14:xfrm>
            </p:contentPart>
          </mc:Choice>
          <mc:Fallback>
            <p:pic>
              <p:nvPicPr>
                <p:cNvPr id="215" name="Ink 214">
                  <a:extLst>
                    <a:ext uri="{FF2B5EF4-FFF2-40B4-BE49-F238E27FC236}">
                      <a16:creationId xmlns:a16="http://schemas.microsoft.com/office/drawing/2014/main" id="{336DF489-5607-FF09-7BE6-1D451A904E6A}"/>
                    </a:ext>
                  </a:extLst>
                </p:cNvPr>
                <p:cNvPicPr/>
                <p:nvPr/>
              </p:nvPicPr>
              <p:blipFill>
                <a:blip r:embed="rId408"/>
                <a:stretch>
                  <a:fillRect/>
                </a:stretch>
              </p:blipFill>
              <p:spPr>
                <a:xfrm>
                  <a:off x="7339838" y="4084776"/>
                  <a:ext cx="133200" cy="311400"/>
                </a:xfrm>
                <a:prstGeom prst="rect">
                  <a:avLst/>
                </a:prstGeom>
              </p:spPr>
            </p:pic>
          </mc:Fallback>
        </mc:AlternateContent>
        <mc:AlternateContent xmlns:mc="http://schemas.openxmlformats.org/markup-compatibility/2006">
          <mc:Choice xmlns:p14="http://schemas.microsoft.com/office/powerpoint/2010/main" Requires="p14">
            <p:contentPart p14:bwMode="auto" r:id="rId409">
              <p14:nvContentPartPr>
                <p14:cNvPr id="216" name="Ink 215">
                  <a:extLst>
                    <a:ext uri="{FF2B5EF4-FFF2-40B4-BE49-F238E27FC236}">
                      <a16:creationId xmlns:a16="http://schemas.microsoft.com/office/drawing/2014/main" id="{C4D30E7C-EB3C-E399-6C9B-440C8EC9108F}"/>
                    </a:ext>
                  </a:extLst>
                </p14:cNvPr>
                <p14:cNvContentPartPr/>
                <p14:nvPr/>
              </p14:nvContentPartPr>
              <p14:xfrm>
                <a:off x="7506158" y="4365576"/>
                <a:ext cx="147600" cy="150840"/>
              </p14:xfrm>
            </p:contentPart>
          </mc:Choice>
          <mc:Fallback>
            <p:pic>
              <p:nvPicPr>
                <p:cNvPr id="216" name="Ink 215">
                  <a:extLst>
                    <a:ext uri="{FF2B5EF4-FFF2-40B4-BE49-F238E27FC236}">
                      <a16:creationId xmlns:a16="http://schemas.microsoft.com/office/drawing/2014/main" id="{C4D30E7C-EB3C-E399-6C9B-440C8EC9108F}"/>
                    </a:ext>
                  </a:extLst>
                </p:cNvPr>
                <p:cNvPicPr/>
                <p:nvPr/>
              </p:nvPicPr>
              <p:blipFill>
                <a:blip r:embed="rId410"/>
                <a:stretch>
                  <a:fillRect/>
                </a:stretch>
              </p:blipFill>
              <p:spPr>
                <a:xfrm>
                  <a:off x="7501838" y="4361256"/>
                  <a:ext cx="15624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411">
              <p14:nvContentPartPr>
                <p14:cNvPr id="217" name="Ink 216">
                  <a:extLst>
                    <a:ext uri="{FF2B5EF4-FFF2-40B4-BE49-F238E27FC236}">
                      <a16:creationId xmlns:a16="http://schemas.microsoft.com/office/drawing/2014/main" id="{6EF04CC4-DBC8-39FA-952D-E5FE6A9CA48D}"/>
                    </a:ext>
                  </a:extLst>
                </p14:cNvPr>
                <p14:cNvContentPartPr/>
                <p14:nvPr/>
              </p14:nvContentPartPr>
              <p14:xfrm>
                <a:off x="7630358" y="3994416"/>
                <a:ext cx="96120" cy="129240"/>
              </p14:xfrm>
            </p:contentPart>
          </mc:Choice>
          <mc:Fallback>
            <p:pic>
              <p:nvPicPr>
                <p:cNvPr id="217" name="Ink 216">
                  <a:extLst>
                    <a:ext uri="{FF2B5EF4-FFF2-40B4-BE49-F238E27FC236}">
                      <a16:creationId xmlns:a16="http://schemas.microsoft.com/office/drawing/2014/main" id="{6EF04CC4-DBC8-39FA-952D-E5FE6A9CA48D}"/>
                    </a:ext>
                  </a:extLst>
                </p:cNvPr>
                <p:cNvPicPr/>
                <p:nvPr/>
              </p:nvPicPr>
              <p:blipFill>
                <a:blip r:embed="rId412"/>
                <a:stretch>
                  <a:fillRect/>
                </a:stretch>
              </p:blipFill>
              <p:spPr>
                <a:xfrm>
                  <a:off x="7626038" y="3990096"/>
                  <a:ext cx="10476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413">
              <p14:nvContentPartPr>
                <p14:cNvPr id="218" name="Ink 217">
                  <a:extLst>
                    <a:ext uri="{FF2B5EF4-FFF2-40B4-BE49-F238E27FC236}">
                      <a16:creationId xmlns:a16="http://schemas.microsoft.com/office/drawing/2014/main" id="{5DE259CF-36E1-6A7B-7C87-599F0D6DBA6E}"/>
                    </a:ext>
                  </a:extLst>
                </p14:cNvPr>
                <p14:cNvContentPartPr/>
                <p14:nvPr/>
              </p14:nvContentPartPr>
              <p14:xfrm>
                <a:off x="7871198" y="4247136"/>
                <a:ext cx="151200" cy="26640"/>
              </p14:xfrm>
            </p:contentPart>
          </mc:Choice>
          <mc:Fallback>
            <p:pic>
              <p:nvPicPr>
                <p:cNvPr id="218" name="Ink 217">
                  <a:extLst>
                    <a:ext uri="{FF2B5EF4-FFF2-40B4-BE49-F238E27FC236}">
                      <a16:creationId xmlns:a16="http://schemas.microsoft.com/office/drawing/2014/main" id="{5DE259CF-36E1-6A7B-7C87-599F0D6DBA6E}"/>
                    </a:ext>
                  </a:extLst>
                </p:cNvPr>
                <p:cNvPicPr/>
                <p:nvPr/>
              </p:nvPicPr>
              <p:blipFill>
                <a:blip r:embed="rId414"/>
                <a:stretch>
                  <a:fillRect/>
                </a:stretch>
              </p:blipFill>
              <p:spPr>
                <a:xfrm>
                  <a:off x="7866878" y="4242816"/>
                  <a:ext cx="15984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415">
              <p14:nvContentPartPr>
                <p14:cNvPr id="219" name="Ink 218">
                  <a:extLst>
                    <a:ext uri="{FF2B5EF4-FFF2-40B4-BE49-F238E27FC236}">
                      <a16:creationId xmlns:a16="http://schemas.microsoft.com/office/drawing/2014/main" id="{93771EA9-09A7-7A4A-8989-D482B5F76B25}"/>
                    </a:ext>
                  </a:extLst>
                </p14:cNvPr>
                <p14:cNvContentPartPr/>
                <p14:nvPr/>
              </p14:nvContentPartPr>
              <p14:xfrm>
                <a:off x="7944278" y="4221936"/>
                <a:ext cx="5040" cy="135720"/>
              </p14:xfrm>
            </p:contentPart>
          </mc:Choice>
          <mc:Fallback>
            <p:pic>
              <p:nvPicPr>
                <p:cNvPr id="219" name="Ink 218">
                  <a:extLst>
                    <a:ext uri="{FF2B5EF4-FFF2-40B4-BE49-F238E27FC236}">
                      <a16:creationId xmlns:a16="http://schemas.microsoft.com/office/drawing/2014/main" id="{93771EA9-09A7-7A4A-8989-D482B5F76B25}"/>
                    </a:ext>
                  </a:extLst>
                </p:cNvPr>
                <p:cNvPicPr/>
                <p:nvPr/>
              </p:nvPicPr>
              <p:blipFill>
                <a:blip r:embed="rId416"/>
                <a:stretch>
                  <a:fillRect/>
                </a:stretch>
              </p:blipFill>
              <p:spPr>
                <a:xfrm>
                  <a:off x="7939958" y="4217616"/>
                  <a:ext cx="1368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417">
              <p14:nvContentPartPr>
                <p14:cNvPr id="220" name="Ink 219">
                  <a:extLst>
                    <a:ext uri="{FF2B5EF4-FFF2-40B4-BE49-F238E27FC236}">
                      <a16:creationId xmlns:a16="http://schemas.microsoft.com/office/drawing/2014/main" id="{F39BC65A-C14E-648B-7AAA-97E2EDC73B05}"/>
                    </a:ext>
                  </a:extLst>
                </p14:cNvPr>
                <p14:cNvContentPartPr/>
                <p14:nvPr/>
              </p14:nvContentPartPr>
              <p14:xfrm>
                <a:off x="8140478" y="4256856"/>
                <a:ext cx="9720" cy="1440"/>
              </p14:xfrm>
            </p:contentPart>
          </mc:Choice>
          <mc:Fallback>
            <p:pic>
              <p:nvPicPr>
                <p:cNvPr id="220" name="Ink 219">
                  <a:extLst>
                    <a:ext uri="{FF2B5EF4-FFF2-40B4-BE49-F238E27FC236}">
                      <a16:creationId xmlns:a16="http://schemas.microsoft.com/office/drawing/2014/main" id="{F39BC65A-C14E-648B-7AAA-97E2EDC73B05}"/>
                    </a:ext>
                  </a:extLst>
                </p:cNvPr>
                <p:cNvPicPr/>
                <p:nvPr/>
              </p:nvPicPr>
              <p:blipFill>
                <a:blip r:embed="rId360"/>
                <a:stretch>
                  <a:fillRect/>
                </a:stretch>
              </p:blipFill>
              <p:spPr>
                <a:xfrm>
                  <a:off x="8136158" y="4252536"/>
                  <a:ext cx="18360" cy="10080"/>
                </a:xfrm>
                <a:prstGeom prst="rect">
                  <a:avLst/>
                </a:prstGeom>
              </p:spPr>
            </p:pic>
          </mc:Fallback>
        </mc:AlternateContent>
        <mc:AlternateContent xmlns:mc="http://schemas.openxmlformats.org/markup-compatibility/2006">
          <mc:Choice xmlns:p14="http://schemas.microsoft.com/office/powerpoint/2010/main" Requires="p14">
            <p:contentPart p14:bwMode="auto" r:id="rId418">
              <p14:nvContentPartPr>
                <p14:cNvPr id="221" name="Ink 220">
                  <a:extLst>
                    <a:ext uri="{FF2B5EF4-FFF2-40B4-BE49-F238E27FC236}">
                      <a16:creationId xmlns:a16="http://schemas.microsoft.com/office/drawing/2014/main" id="{19568B35-3075-4263-7126-48D0A778C575}"/>
                    </a:ext>
                  </a:extLst>
                </p14:cNvPr>
                <p14:cNvContentPartPr/>
                <p14:nvPr/>
              </p14:nvContentPartPr>
              <p14:xfrm>
                <a:off x="8256398" y="4235616"/>
                <a:ext cx="16920" cy="7560"/>
              </p14:xfrm>
            </p:contentPart>
          </mc:Choice>
          <mc:Fallback>
            <p:pic>
              <p:nvPicPr>
                <p:cNvPr id="221" name="Ink 220">
                  <a:extLst>
                    <a:ext uri="{FF2B5EF4-FFF2-40B4-BE49-F238E27FC236}">
                      <a16:creationId xmlns:a16="http://schemas.microsoft.com/office/drawing/2014/main" id="{19568B35-3075-4263-7126-48D0A778C575}"/>
                    </a:ext>
                  </a:extLst>
                </p:cNvPr>
                <p:cNvPicPr/>
                <p:nvPr/>
              </p:nvPicPr>
              <p:blipFill>
                <a:blip r:embed="rId419"/>
                <a:stretch>
                  <a:fillRect/>
                </a:stretch>
              </p:blipFill>
              <p:spPr>
                <a:xfrm>
                  <a:off x="8252078" y="4231296"/>
                  <a:ext cx="25560" cy="16200"/>
                </a:xfrm>
                <a:prstGeom prst="rect">
                  <a:avLst/>
                </a:prstGeom>
              </p:spPr>
            </p:pic>
          </mc:Fallback>
        </mc:AlternateContent>
        <mc:AlternateContent xmlns:mc="http://schemas.openxmlformats.org/markup-compatibility/2006">
          <mc:Choice xmlns:p14="http://schemas.microsoft.com/office/powerpoint/2010/main" Requires="p14">
            <p:contentPart p14:bwMode="auto" r:id="rId420">
              <p14:nvContentPartPr>
                <p14:cNvPr id="222" name="Ink 221">
                  <a:extLst>
                    <a:ext uri="{FF2B5EF4-FFF2-40B4-BE49-F238E27FC236}">
                      <a16:creationId xmlns:a16="http://schemas.microsoft.com/office/drawing/2014/main" id="{18C1F1FF-201F-D019-0B38-FCE0B6CCF4A3}"/>
                    </a:ext>
                  </a:extLst>
                </p14:cNvPr>
                <p14:cNvContentPartPr/>
                <p14:nvPr/>
              </p14:nvContentPartPr>
              <p14:xfrm>
                <a:off x="8445398" y="4210776"/>
                <a:ext cx="6120" cy="10800"/>
              </p14:xfrm>
            </p:contentPart>
          </mc:Choice>
          <mc:Fallback>
            <p:pic>
              <p:nvPicPr>
                <p:cNvPr id="222" name="Ink 221">
                  <a:extLst>
                    <a:ext uri="{FF2B5EF4-FFF2-40B4-BE49-F238E27FC236}">
                      <a16:creationId xmlns:a16="http://schemas.microsoft.com/office/drawing/2014/main" id="{18C1F1FF-201F-D019-0B38-FCE0B6CCF4A3}"/>
                    </a:ext>
                  </a:extLst>
                </p:cNvPr>
                <p:cNvPicPr/>
                <p:nvPr/>
              </p:nvPicPr>
              <p:blipFill>
                <a:blip r:embed="rId421"/>
                <a:stretch>
                  <a:fillRect/>
                </a:stretch>
              </p:blipFill>
              <p:spPr>
                <a:xfrm>
                  <a:off x="8441078" y="4206456"/>
                  <a:ext cx="1476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422">
              <p14:nvContentPartPr>
                <p14:cNvPr id="223" name="Ink 222">
                  <a:extLst>
                    <a:ext uri="{FF2B5EF4-FFF2-40B4-BE49-F238E27FC236}">
                      <a16:creationId xmlns:a16="http://schemas.microsoft.com/office/drawing/2014/main" id="{E08AC926-29BE-4970-9C17-EED86C39AE52}"/>
                    </a:ext>
                  </a:extLst>
                </p14:cNvPr>
                <p14:cNvContentPartPr/>
                <p14:nvPr/>
              </p14:nvContentPartPr>
              <p14:xfrm>
                <a:off x="8642318" y="4166136"/>
                <a:ext cx="159840" cy="33120"/>
              </p14:xfrm>
            </p:contentPart>
          </mc:Choice>
          <mc:Fallback>
            <p:pic>
              <p:nvPicPr>
                <p:cNvPr id="223" name="Ink 222">
                  <a:extLst>
                    <a:ext uri="{FF2B5EF4-FFF2-40B4-BE49-F238E27FC236}">
                      <a16:creationId xmlns:a16="http://schemas.microsoft.com/office/drawing/2014/main" id="{E08AC926-29BE-4970-9C17-EED86C39AE52}"/>
                    </a:ext>
                  </a:extLst>
                </p:cNvPr>
                <p:cNvPicPr/>
                <p:nvPr/>
              </p:nvPicPr>
              <p:blipFill>
                <a:blip r:embed="rId423"/>
                <a:stretch>
                  <a:fillRect/>
                </a:stretch>
              </p:blipFill>
              <p:spPr>
                <a:xfrm>
                  <a:off x="8637998" y="4161816"/>
                  <a:ext cx="16848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424">
              <p14:nvContentPartPr>
                <p14:cNvPr id="224" name="Ink 223">
                  <a:extLst>
                    <a:ext uri="{FF2B5EF4-FFF2-40B4-BE49-F238E27FC236}">
                      <a16:creationId xmlns:a16="http://schemas.microsoft.com/office/drawing/2014/main" id="{8DCA71B2-4551-F820-9ADE-516C36F3D1DA}"/>
                    </a:ext>
                  </a:extLst>
                </p14:cNvPr>
                <p14:cNvContentPartPr/>
                <p14:nvPr/>
              </p14:nvContentPartPr>
              <p14:xfrm>
                <a:off x="8729798" y="4150296"/>
                <a:ext cx="4320" cy="119880"/>
              </p14:xfrm>
            </p:contentPart>
          </mc:Choice>
          <mc:Fallback>
            <p:pic>
              <p:nvPicPr>
                <p:cNvPr id="224" name="Ink 223">
                  <a:extLst>
                    <a:ext uri="{FF2B5EF4-FFF2-40B4-BE49-F238E27FC236}">
                      <a16:creationId xmlns:a16="http://schemas.microsoft.com/office/drawing/2014/main" id="{8DCA71B2-4551-F820-9ADE-516C36F3D1DA}"/>
                    </a:ext>
                  </a:extLst>
                </p:cNvPr>
                <p:cNvPicPr/>
                <p:nvPr/>
              </p:nvPicPr>
              <p:blipFill>
                <a:blip r:embed="rId425"/>
                <a:stretch>
                  <a:fillRect/>
                </a:stretch>
              </p:blipFill>
              <p:spPr>
                <a:xfrm>
                  <a:off x="8725478" y="4145976"/>
                  <a:ext cx="1296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426">
              <p14:nvContentPartPr>
                <p14:cNvPr id="225" name="Ink 224">
                  <a:extLst>
                    <a:ext uri="{FF2B5EF4-FFF2-40B4-BE49-F238E27FC236}">
                      <a16:creationId xmlns:a16="http://schemas.microsoft.com/office/drawing/2014/main" id="{35B74205-CADD-4843-30DF-A4838818DF39}"/>
                    </a:ext>
                  </a:extLst>
                </p14:cNvPr>
                <p14:cNvContentPartPr/>
                <p14:nvPr/>
              </p14:nvContentPartPr>
              <p14:xfrm>
                <a:off x="8876678" y="3942936"/>
                <a:ext cx="228240" cy="369360"/>
              </p14:xfrm>
            </p:contentPart>
          </mc:Choice>
          <mc:Fallback>
            <p:pic>
              <p:nvPicPr>
                <p:cNvPr id="225" name="Ink 224">
                  <a:extLst>
                    <a:ext uri="{FF2B5EF4-FFF2-40B4-BE49-F238E27FC236}">
                      <a16:creationId xmlns:a16="http://schemas.microsoft.com/office/drawing/2014/main" id="{35B74205-CADD-4843-30DF-A4838818DF39}"/>
                    </a:ext>
                  </a:extLst>
                </p:cNvPr>
                <p:cNvPicPr/>
                <p:nvPr/>
              </p:nvPicPr>
              <p:blipFill>
                <a:blip r:embed="rId427"/>
                <a:stretch>
                  <a:fillRect/>
                </a:stretch>
              </p:blipFill>
              <p:spPr>
                <a:xfrm>
                  <a:off x="8872358" y="3938616"/>
                  <a:ext cx="236880" cy="378000"/>
                </a:xfrm>
                <a:prstGeom prst="rect">
                  <a:avLst/>
                </a:prstGeom>
              </p:spPr>
            </p:pic>
          </mc:Fallback>
        </mc:AlternateContent>
        <mc:AlternateContent xmlns:mc="http://schemas.openxmlformats.org/markup-compatibility/2006">
          <mc:Choice xmlns:p14="http://schemas.microsoft.com/office/powerpoint/2010/main" Requires="p14">
            <p:contentPart p14:bwMode="auto" r:id="rId428">
              <p14:nvContentPartPr>
                <p14:cNvPr id="226" name="Ink 225">
                  <a:extLst>
                    <a:ext uri="{FF2B5EF4-FFF2-40B4-BE49-F238E27FC236}">
                      <a16:creationId xmlns:a16="http://schemas.microsoft.com/office/drawing/2014/main" id="{23EE8947-A9ED-4CCD-E2F7-B8E75B291988}"/>
                    </a:ext>
                  </a:extLst>
                </p14:cNvPr>
                <p14:cNvContentPartPr/>
                <p14:nvPr/>
              </p14:nvContentPartPr>
              <p14:xfrm>
                <a:off x="9156398" y="4213656"/>
                <a:ext cx="25200" cy="327960"/>
              </p14:xfrm>
            </p:contentPart>
          </mc:Choice>
          <mc:Fallback>
            <p:pic>
              <p:nvPicPr>
                <p:cNvPr id="226" name="Ink 225">
                  <a:extLst>
                    <a:ext uri="{FF2B5EF4-FFF2-40B4-BE49-F238E27FC236}">
                      <a16:creationId xmlns:a16="http://schemas.microsoft.com/office/drawing/2014/main" id="{23EE8947-A9ED-4CCD-E2F7-B8E75B291988}"/>
                    </a:ext>
                  </a:extLst>
                </p:cNvPr>
                <p:cNvPicPr/>
                <p:nvPr/>
              </p:nvPicPr>
              <p:blipFill>
                <a:blip r:embed="rId429"/>
                <a:stretch>
                  <a:fillRect/>
                </a:stretch>
              </p:blipFill>
              <p:spPr>
                <a:xfrm>
                  <a:off x="9152078" y="4209336"/>
                  <a:ext cx="33840" cy="336600"/>
                </a:xfrm>
                <a:prstGeom prst="rect">
                  <a:avLst/>
                </a:prstGeom>
              </p:spPr>
            </p:pic>
          </mc:Fallback>
        </mc:AlternateContent>
        <mc:AlternateContent xmlns:mc="http://schemas.openxmlformats.org/markup-compatibility/2006">
          <mc:Choice xmlns:p14="http://schemas.microsoft.com/office/powerpoint/2010/main" Requires="p14">
            <p:contentPart p14:bwMode="auto" r:id="rId430">
              <p14:nvContentPartPr>
                <p14:cNvPr id="227" name="Ink 226">
                  <a:extLst>
                    <a:ext uri="{FF2B5EF4-FFF2-40B4-BE49-F238E27FC236}">
                      <a16:creationId xmlns:a16="http://schemas.microsoft.com/office/drawing/2014/main" id="{5B756744-A1BB-506D-F056-659D20BBCC1B}"/>
                    </a:ext>
                  </a:extLst>
                </p14:cNvPr>
                <p14:cNvContentPartPr/>
                <p14:nvPr/>
              </p14:nvContentPartPr>
              <p14:xfrm>
                <a:off x="9147758" y="4245696"/>
                <a:ext cx="95760" cy="71640"/>
              </p14:xfrm>
            </p:contentPart>
          </mc:Choice>
          <mc:Fallback>
            <p:pic>
              <p:nvPicPr>
                <p:cNvPr id="227" name="Ink 226">
                  <a:extLst>
                    <a:ext uri="{FF2B5EF4-FFF2-40B4-BE49-F238E27FC236}">
                      <a16:creationId xmlns:a16="http://schemas.microsoft.com/office/drawing/2014/main" id="{5B756744-A1BB-506D-F056-659D20BBCC1B}"/>
                    </a:ext>
                  </a:extLst>
                </p:cNvPr>
                <p:cNvPicPr/>
                <p:nvPr/>
              </p:nvPicPr>
              <p:blipFill>
                <a:blip r:embed="rId431"/>
                <a:stretch>
                  <a:fillRect/>
                </a:stretch>
              </p:blipFill>
              <p:spPr>
                <a:xfrm>
                  <a:off x="9143438" y="4241376"/>
                  <a:ext cx="104400" cy="80280"/>
                </a:xfrm>
                <a:prstGeom prst="rect">
                  <a:avLst/>
                </a:prstGeom>
              </p:spPr>
            </p:pic>
          </mc:Fallback>
        </mc:AlternateContent>
        <mc:AlternateContent xmlns:mc="http://schemas.openxmlformats.org/markup-compatibility/2006">
          <mc:Choice xmlns:p14="http://schemas.microsoft.com/office/powerpoint/2010/main" Requires="p14">
            <p:contentPart p14:bwMode="auto" r:id="rId432">
              <p14:nvContentPartPr>
                <p14:cNvPr id="228" name="Ink 227">
                  <a:extLst>
                    <a:ext uri="{FF2B5EF4-FFF2-40B4-BE49-F238E27FC236}">
                      <a16:creationId xmlns:a16="http://schemas.microsoft.com/office/drawing/2014/main" id="{57C05047-6759-FEA7-B835-593C7E1FD149}"/>
                    </a:ext>
                  </a:extLst>
                </p14:cNvPr>
                <p14:cNvContentPartPr/>
                <p14:nvPr/>
              </p14:nvContentPartPr>
              <p14:xfrm>
                <a:off x="9176198" y="3762576"/>
                <a:ext cx="161280" cy="139320"/>
              </p14:xfrm>
            </p:contentPart>
          </mc:Choice>
          <mc:Fallback>
            <p:pic>
              <p:nvPicPr>
                <p:cNvPr id="228" name="Ink 227">
                  <a:extLst>
                    <a:ext uri="{FF2B5EF4-FFF2-40B4-BE49-F238E27FC236}">
                      <a16:creationId xmlns:a16="http://schemas.microsoft.com/office/drawing/2014/main" id="{57C05047-6759-FEA7-B835-593C7E1FD149}"/>
                    </a:ext>
                  </a:extLst>
                </p:cNvPr>
                <p:cNvPicPr/>
                <p:nvPr/>
              </p:nvPicPr>
              <p:blipFill>
                <a:blip r:embed="rId433"/>
                <a:stretch>
                  <a:fillRect/>
                </a:stretch>
              </p:blipFill>
              <p:spPr>
                <a:xfrm>
                  <a:off x="9171878" y="3758256"/>
                  <a:ext cx="16992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434">
              <p14:nvContentPartPr>
                <p14:cNvPr id="230" name="Ink 229">
                  <a:extLst>
                    <a:ext uri="{FF2B5EF4-FFF2-40B4-BE49-F238E27FC236}">
                      <a16:creationId xmlns:a16="http://schemas.microsoft.com/office/drawing/2014/main" id="{79806269-AB28-BC07-E298-CA9089B12D92}"/>
                    </a:ext>
                  </a:extLst>
                </p14:cNvPr>
                <p14:cNvContentPartPr/>
                <p14:nvPr/>
              </p14:nvContentPartPr>
              <p14:xfrm>
                <a:off x="7558718" y="4636656"/>
                <a:ext cx="19080" cy="11880"/>
              </p14:xfrm>
            </p:contentPart>
          </mc:Choice>
          <mc:Fallback>
            <p:pic>
              <p:nvPicPr>
                <p:cNvPr id="230" name="Ink 229">
                  <a:extLst>
                    <a:ext uri="{FF2B5EF4-FFF2-40B4-BE49-F238E27FC236}">
                      <a16:creationId xmlns:a16="http://schemas.microsoft.com/office/drawing/2014/main" id="{79806269-AB28-BC07-E298-CA9089B12D92}"/>
                    </a:ext>
                  </a:extLst>
                </p:cNvPr>
                <p:cNvPicPr/>
                <p:nvPr/>
              </p:nvPicPr>
              <p:blipFill>
                <a:blip r:embed="rId435"/>
                <a:stretch>
                  <a:fillRect/>
                </a:stretch>
              </p:blipFill>
              <p:spPr>
                <a:xfrm>
                  <a:off x="7554398" y="4632336"/>
                  <a:ext cx="2772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436">
              <p14:nvContentPartPr>
                <p14:cNvPr id="231" name="Ink 230">
                  <a:extLst>
                    <a:ext uri="{FF2B5EF4-FFF2-40B4-BE49-F238E27FC236}">
                      <a16:creationId xmlns:a16="http://schemas.microsoft.com/office/drawing/2014/main" id="{2872AD77-AC48-B40F-CCE6-83F4017A110C}"/>
                    </a:ext>
                  </a:extLst>
                </p14:cNvPr>
                <p14:cNvContentPartPr/>
                <p14:nvPr/>
              </p14:nvContentPartPr>
              <p14:xfrm>
                <a:off x="8211398" y="4352976"/>
                <a:ext cx="7560" cy="10800"/>
              </p14:xfrm>
            </p:contentPart>
          </mc:Choice>
          <mc:Fallback>
            <p:pic>
              <p:nvPicPr>
                <p:cNvPr id="231" name="Ink 230">
                  <a:extLst>
                    <a:ext uri="{FF2B5EF4-FFF2-40B4-BE49-F238E27FC236}">
                      <a16:creationId xmlns:a16="http://schemas.microsoft.com/office/drawing/2014/main" id="{2872AD77-AC48-B40F-CCE6-83F4017A110C}"/>
                    </a:ext>
                  </a:extLst>
                </p:cNvPr>
                <p:cNvPicPr/>
                <p:nvPr/>
              </p:nvPicPr>
              <p:blipFill>
                <a:blip r:embed="rId437"/>
                <a:stretch>
                  <a:fillRect/>
                </a:stretch>
              </p:blipFill>
              <p:spPr>
                <a:xfrm>
                  <a:off x="8207078" y="4348656"/>
                  <a:ext cx="1620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438">
              <p14:nvContentPartPr>
                <p14:cNvPr id="232" name="Ink 231">
                  <a:extLst>
                    <a:ext uri="{FF2B5EF4-FFF2-40B4-BE49-F238E27FC236}">
                      <a16:creationId xmlns:a16="http://schemas.microsoft.com/office/drawing/2014/main" id="{1DC96B4A-6A85-BE43-DECF-2E472295B6B6}"/>
                    </a:ext>
                  </a:extLst>
                </p14:cNvPr>
                <p14:cNvContentPartPr/>
                <p14:nvPr/>
              </p14:nvContentPartPr>
              <p14:xfrm>
                <a:off x="9073238" y="4673376"/>
                <a:ext cx="30240" cy="10800"/>
              </p14:xfrm>
            </p:contentPart>
          </mc:Choice>
          <mc:Fallback>
            <p:pic>
              <p:nvPicPr>
                <p:cNvPr id="232" name="Ink 231">
                  <a:extLst>
                    <a:ext uri="{FF2B5EF4-FFF2-40B4-BE49-F238E27FC236}">
                      <a16:creationId xmlns:a16="http://schemas.microsoft.com/office/drawing/2014/main" id="{1DC96B4A-6A85-BE43-DECF-2E472295B6B6}"/>
                    </a:ext>
                  </a:extLst>
                </p:cNvPr>
                <p:cNvPicPr/>
                <p:nvPr/>
              </p:nvPicPr>
              <p:blipFill>
                <a:blip r:embed="rId439"/>
                <a:stretch>
                  <a:fillRect/>
                </a:stretch>
              </p:blipFill>
              <p:spPr>
                <a:xfrm>
                  <a:off x="9068918" y="4669056"/>
                  <a:ext cx="3888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440">
              <p14:nvContentPartPr>
                <p14:cNvPr id="233" name="Ink 232">
                  <a:extLst>
                    <a:ext uri="{FF2B5EF4-FFF2-40B4-BE49-F238E27FC236}">
                      <a16:creationId xmlns:a16="http://schemas.microsoft.com/office/drawing/2014/main" id="{A7DBE899-3F02-11D8-D863-BA5F9420B20F}"/>
                    </a:ext>
                  </a:extLst>
                </p14:cNvPr>
                <p14:cNvContentPartPr/>
                <p14:nvPr/>
              </p14:nvContentPartPr>
              <p14:xfrm>
                <a:off x="9111398" y="4583016"/>
                <a:ext cx="173520" cy="84960"/>
              </p14:xfrm>
            </p:contentPart>
          </mc:Choice>
          <mc:Fallback>
            <p:pic>
              <p:nvPicPr>
                <p:cNvPr id="233" name="Ink 232">
                  <a:extLst>
                    <a:ext uri="{FF2B5EF4-FFF2-40B4-BE49-F238E27FC236}">
                      <a16:creationId xmlns:a16="http://schemas.microsoft.com/office/drawing/2014/main" id="{A7DBE899-3F02-11D8-D863-BA5F9420B20F}"/>
                    </a:ext>
                  </a:extLst>
                </p:cNvPr>
                <p:cNvPicPr/>
                <p:nvPr/>
              </p:nvPicPr>
              <p:blipFill>
                <a:blip r:embed="rId441"/>
                <a:stretch>
                  <a:fillRect/>
                </a:stretch>
              </p:blipFill>
              <p:spPr>
                <a:xfrm>
                  <a:off x="9107078" y="4578696"/>
                  <a:ext cx="182160" cy="93600"/>
                </a:xfrm>
                <a:prstGeom prst="rect">
                  <a:avLst/>
                </a:prstGeom>
              </p:spPr>
            </p:pic>
          </mc:Fallback>
        </mc:AlternateContent>
        <mc:AlternateContent xmlns:mc="http://schemas.openxmlformats.org/markup-compatibility/2006">
          <mc:Choice xmlns:p14="http://schemas.microsoft.com/office/powerpoint/2010/main" Requires="p14">
            <p:contentPart p14:bwMode="auto" r:id="rId442">
              <p14:nvContentPartPr>
                <p14:cNvPr id="234" name="Ink 233">
                  <a:extLst>
                    <a:ext uri="{FF2B5EF4-FFF2-40B4-BE49-F238E27FC236}">
                      <a16:creationId xmlns:a16="http://schemas.microsoft.com/office/drawing/2014/main" id="{50B91628-2CF6-C882-0F8B-1B348DB141C4}"/>
                    </a:ext>
                  </a:extLst>
                </p14:cNvPr>
                <p14:cNvContentPartPr/>
                <p14:nvPr/>
              </p14:nvContentPartPr>
              <p14:xfrm>
                <a:off x="9101318" y="4651056"/>
                <a:ext cx="192960" cy="95760"/>
              </p14:xfrm>
            </p:contentPart>
          </mc:Choice>
          <mc:Fallback>
            <p:pic>
              <p:nvPicPr>
                <p:cNvPr id="234" name="Ink 233">
                  <a:extLst>
                    <a:ext uri="{FF2B5EF4-FFF2-40B4-BE49-F238E27FC236}">
                      <a16:creationId xmlns:a16="http://schemas.microsoft.com/office/drawing/2014/main" id="{50B91628-2CF6-C882-0F8B-1B348DB141C4}"/>
                    </a:ext>
                  </a:extLst>
                </p:cNvPr>
                <p:cNvPicPr/>
                <p:nvPr/>
              </p:nvPicPr>
              <p:blipFill>
                <a:blip r:embed="rId443"/>
                <a:stretch>
                  <a:fillRect/>
                </a:stretch>
              </p:blipFill>
              <p:spPr>
                <a:xfrm>
                  <a:off x="9096998" y="4646736"/>
                  <a:ext cx="20160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444">
              <p14:nvContentPartPr>
                <p14:cNvPr id="266" name="Ink 265">
                  <a:extLst>
                    <a:ext uri="{FF2B5EF4-FFF2-40B4-BE49-F238E27FC236}">
                      <a16:creationId xmlns:a16="http://schemas.microsoft.com/office/drawing/2014/main" id="{F759FB5C-C97F-C140-75E4-09FD1BA0FA12}"/>
                    </a:ext>
                  </a:extLst>
                </p14:cNvPr>
                <p14:cNvContentPartPr/>
                <p14:nvPr/>
              </p14:nvContentPartPr>
              <p14:xfrm>
                <a:off x="6623438" y="4689576"/>
                <a:ext cx="2732760" cy="247320"/>
              </p14:xfrm>
            </p:contentPart>
          </mc:Choice>
          <mc:Fallback>
            <p:pic>
              <p:nvPicPr>
                <p:cNvPr id="266" name="Ink 265">
                  <a:extLst>
                    <a:ext uri="{FF2B5EF4-FFF2-40B4-BE49-F238E27FC236}">
                      <a16:creationId xmlns:a16="http://schemas.microsoft.com/office/drawing/2014/main" id="{F759FB5C-C97F-C140-75E4-09FD1BA0FA12}"/>
                    </a:ext>
                  </a:extLst>
                </p:cNvPr>
                <p:cNvPicPr/>
                <p:nvPr/>
              </p:nvPicPr>
              <p:blipFill>
                <a:blip r:embed="rId445"/>
                <a:stretch>
                  <a:fillRect/>
                </a:stretch>
              </p:blipFill>
              <p:spPr>
                <a:xfrm>
                  <a:off x="6619118" y="4685256"/>
                  <a:ext cx="2741400" cy="255960"/>
                </a:xfrm>
                <a:prstGeom prst="rect">
                  <a:avLst/>
                </a:prstGeom>
              </p:spPr>
            </p:pic>
          </mc:Fallback>
        </mc:AlternateContent>
        <mc:AlternateContent xmlns:mc="http://schemas.openxmlformats.org/markup-compatibility/2006">
          <mc:Choice xmlns:p14="http://schemas.microsoft.com/office/powerpoint/2010/main" Requires="p14">
            <p:contentPart p14:bwMode="auto" r:id="rId446">
              <p14:nvContentPartPr>
                <p14:cNvPr id="267" name="Ink 266">
                  <a:extLst>
                    <a:ext uri="{FF2B5EF4-FFF2-40B4-BE49-F238E27FC236}">
                      <a16:creationId xmlns:a16="http://schemas.microsoft.com/office/drawing/2014/main" id="{CA72BC17-020D-0AD0-C4D3-6004DBDA39B9}"/>
                    </a:ext>
                  </a:extLst>
                </p14:cNvPr>
                <p14:cNvContentPartPr/>
                <p14:nvPr/>
              </p14:nvContentPartPr>
              <p14:xfrm>
                <a:off x="6775718" y="4622256"/>
                <a:ext cx="2475360" cy="214200"/>
              </p14:xfrm>
            </p:contentPart>
          </mc:Choice>
          <mc:Fallback>
            <p:pic>
              <p:nvPicPr>
                <p:cNvPr id="267" name="Ink 266">
                  <a:extLst>
                    <a:ext uri="{FF2B5EF4-FFF2-40B4-BE49-F238E27FC236}">
                      <a16:creationId xmlns:a16="http://schemas.microsoft.com/office/drawing/2014/main" id="{CA72BC17-020D-0AD0-C4D3-6004DBDA39B9}"/>
                    </a:ext>
                  </a:extLst>
                </p:cNvPr>
                <p:cNvPicPr/>
                <p:nvPr/>
              </p:nvPicPr>
              <p:blipFill>
                <a:blip r:embed="rId447"/>
                <a:stretch>
                  <a:fillRect/>
                </a:stretch>
              </p:blipFill>
              <p:spPr>
                <a:xfrm>
                  <a:off x="6771398" y="4617936"/>
                  <a:ext cx="2484000" cy="222840"/>
                </a:xfrm>
                <a:prstGeom prst="rect">
                  <a:avLst/>
                </a:prstGeom>
              </p:spPr>
            </p:pic>
          </mc:Fallback>
        </mc:AlternateContent>
        <mc:AlternateContent xmlns:mc="http://schemas.openxmlformats.org/markup-compatibility/2006">
          <mc:Choice xmlns:p14="http://schemas.microsoft.com/office/powerpoint/2010/main" Requires="p14">
            <p:contentPart p14:bwMode="auto" r:id="rId448">
              <p14:nvContentPartPr>
                <p14:cNvPr id="269" name="Ink 268">
                  <a:extLst>
                    <a:ext uri="{FF2B5EF4-FFF2-40B4-BE49-F238E27FC236}">
                      <a16:creationId xmlns:a16="http://schemas.microsoft.com/office/drawing/2014/main" id="{CFE3B682-0CBC-47F7-BC32-E8FE75280DC9}"/>
                    </a:ext>
                  </a:extLst>
                </p14:cNvPr>
                <p14:cNvContentPartPr/>
                <p14:nvPr/>
              </p14:nvContentPartPr>
              <p14:xfrm>
                <a:off x="6727118" y="4656096"/>
                <a:ext cx="2520" cy="11160"/>
              </p14:xfrm>
            </p:contentPart>
          </mc:Choice>
          <mc:Fallback>
            <p:pic>
              <p:nvPicPr>
                <p:cNvPr id="269" name="Ink 268">
                  <a:extLst>
                    <a:ext uri="{FF2B5EF4-FFF2-40B4-BE49-F238E27FC236}">
                      <a16:creationId xmlns:a16="http://schemas.microsoft.com/office/drawing/2014/main" id="{CFE3B682-0CBC-47F7-BC32-E8FE75280DC9}"/>
                    </a:ext>
                  </a:extLst>
                </p:cNvPr>
                <p:cNvPicPr/>
                <p:nvPr/>
              </p:nvPicPr>
              <p:blipFill>
                <a:blip r:embed="rId449"/>
                <a:stretch>
                  <a:fillRect/>
                </a:stretch>
              </p:blipFill>
              <p:spPr>
                <a:xfrm>
                  <a:off x="6722798" y="4651776"/>
                  <a:ext cx="1116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450">
              <p14:nvContentPartPr>
                <p14:cNvPr id="270" name="Ink 269">
                  <a:extLst>
                    <a:ext uri="{FF2B5EF4-FFF2-40B4-BE49-F238E27FC236}">
                      <a16:creationId xmlns:a16="http://schemas.microsoft.com/office/drawing/2014/main" id="{2EF3A1DB-7AA8-A609-CEC9-66FC25A43939}"/>
                    </a:ext>
                  </a:extLst>
                </p14:cNvPr>
                <p14:cNvContentPartPr/>
                <p14:nvPr/>
              </p14:nvContentPartPr>
              <p14:xfrm>
                <a:off x="7440638" y="4595256"/>
                <a:ext cx="360" cy="360"/>
              </p14:xfrm>
            </p:contentPart>
          </mc:Choice>
          <mc:Fallback>
            <p:pic>
              <p:nvPicPr>
                <p:cNvPr id="270" name="Ink 269">
                  <a:extLst>
                    <a:ext uri="{FF2B5EF4-FFF2-40B4-BE49-F238E27FC236}">
                      <a16:creationId xmlns:a16="http://schemas.microsoft.com/office/drawing/2014/main" id="{2EF3A1DB-7AA8-A609-CEC9-66FC25A43939}"/>
                    </a:ext>
                  </a:extLst>
                </p:cNvPr>
                <p:cNvPicPr/>
                <p:nvPr/>
              </p:nvPicPr>
              <p:blipFill>
                <a:blip r:embed="rId45"/>
                <a:stretch>
                  <a:fillRect/>
                </a:stretch>
              </p:blipFill>
              <p:spPr>
                <a:xfrm>
                  <a:off x="7436318" y="459093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451">
              <p14:nvContentPartPr>
                <p14:cNvPr id="272" name="Ink 271">
                  <a:extLst>
                    <a:ext uri="{FF2B5EF4-FFF2-40B4-BE49-F238E27FC236}">
                      <a16:creationId xmlns:a16="http://schemas.microsoft.com/office/drawing/2014/main" id="{2B9F78CC-D398-876C-A049-3EAF732EC583}"/>
                    </a:ext>
                  </a:extLst>
                </p14:cNvPr>
                <p14:cNvContentPartPr/>
                <p14:nvPr/>
              </p14:nvContentPartPr>
              <p14:xfrm>
                <a:off x="9038678" y="4512096"/>
                <a:ext cx="21960" cy="33120"/>
              </p14:xfrm>
            </p:contentPart>
          </mc:Choice>
          <mc:Fallback>
            <p:pic>
              <p:nvPicPr>
                <p:cNvPr id="272" name="Ink 271">
                  <a:extLst>
                    <a:ext uri="{FF2B5EF4-FFF2-40B4-BE49-F238E27FC236}">
                      <a16:creationId xmlns:a16="http://schemas.microsoft.com/office/drawing/2014/main" id="{2B9F78CC-D398-876C-A049-3EAF732EC583}"/>
                    </a:ext>
                  </a:extLst>
                </p:cNvPr>
                <p:cNvPicPr/>
                <p:nvPr/>
              </p:nvPicPr>
              <p:blipFill>
                <a:blip r:embed="rId452"/>
                <a:stretch>
                  <a:fillRect/>
                </a:stretch>
              </p:blipFill>
              <p:spPr>
                <a:xfrm>
                  <a:off x="9034358" y="4507776"/>
                  <a:ext cx="3060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453">
              <p14:nvContentPartPr>
                <p14:cNvPr id="273" name="Ink 272">
                  <a:extLst>
                    <a:ext uri="{FF2B5EF4-FFF2-40B4-BE49-F238E27FC236}">
                      <a16:creationId xmlns:a16="http://schemas.microsoft.com/office/drawing/2014/main" id="{F8D1522D-4498-A609-B83F-84433E1FBE8B}"/>
                    </a:ext>
                  </a:extLst>
                </p14:cNvPr>
                <p14:cNvContentPartPr/>
                <p14:nvPr/>
              </p14:nvContentPartPr>
              <p14:xfrm>
                <a:off x="9228038" y="4584456"/>
                <a:ext cx="28080" cy="12240"/>
              </p14:xfrm>
            </p:contentPart>
          </mc:Choice>
          <mc:Fallback>
            <p:pic>
              <p:nvPicPr>
                <p:cNvPr id="273" name="Ink 272">
                  <a:extLst>
                    <a:ext uri="{FF2B5EF4-FFF2-40B4-BE49-F238E27FC236}">
                      <a16:creationId xmlns:a16="http://schemas.microsoft.com/office/drawing/2014/main" id="{F8D1522D-4498-A609-B83F-84433E1FBE8B}"/>
                    </a:ext>
                  </a:extLst>
                </p:cNvPr>
                <p:cNvPicPr/>
                <p:nvPr/>
              </p:nvPicPr>
              <p:blipFill>
                <a:blip r:embed="rId454"/>
                <a:stretch>
                  <a:fillRect/>
                </a:stretch>
              </p:blipFill>
              <p:spPr>
                <a:xfrm>
                  <a:off x="9223718" y="4580136"/>
                  <a:ext cx="3672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455">
              <p14:nvContentPartPr>
                <p14:cNvPr id="274" name="Ink 273">
                  <a:extLst>
                    <a:ext uri="{FF2B5EF4-FFF2-40B4-BE49-F238E27FC236}">
                      <a16:creationId xmlns:a16="http://schemas.microsoft.com/office/drawing/2014/main" id="{3E5B52D2-0EE7-436C-A134-888AC3ABB170}"/>
                    </a:ext>
                  </a:extLst>
                </p14:cNvPr>
                <p14:cNvContentPartPr/>
                <p14:nvPr/>
              </p14:nvContentPartPr>
              <p14:xfrm>
                <a:off x="9240998" y="4723776"/>
                <a:ext cx="7560" cy="14040"/>
              </p14:xfrm>
            </p:contentPart>
          </mc:Choice>
          <mc:Fallback>
            <p:pic>
              <p:nvPicPr>
                <p:cNvPr id="274" name="Ink 273">
                  <a:extLst>
                    <a:ext uri="{FF2B5EF4-FFF2-40B4-BE49-F238E27FC236}">
                      <a16:creationId xmlns:a16="http://schemas.microsoft.com/office/drawing/2014/main" id="{3E5B52D2-0EE7-436C-A134-888AC3ABB170}"/>
                    </a:ext>
                  </a:extLst>
                </p:cNvPr>
                <p:cNvPicPr/>
                <p:nvPr/>
              </p:nvPicPr>
              <p:blipFill>
                <a:blip r:embed="rId456"/>
                <a:stretch>
                  <a:fillRect/>
                </a:stretch>
              </p:blipFill>
              <p:spPr>
                <a:xfrm>
                  <a:off x="9236678" y="4719456"/>
                  <a:ext cx="1620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457">
              <p14:nvContentPartPr>
                <p14:cNvPr id="280" name="Ink 279">
                  <a:extLst>
                    <a:ext uri="{FF2B5EF4-FFF2-40B4-BE49-F238E27FC236}">
                      <a16:creationId xmlns:a16="http://schemas.microsoft.com/office/drawing/2014/main" id="{C474FBAC-10F3-B382-1A70-2AE04154B932}"/>
                    </a:ext>
                  </a:extLst>
                </p14:cNvPr>
                <p14:cNvContentPartPr/>
                <p14:nvPr/>
              </p14:nvContentPartPr>
              <p14:xfrm>
                <a:off x="6825758" y="4563936"/>
                <a:ext cx="10080" cy="4320"/>
              </p14:xfrm>
            </p:contentPart>
          </mc:Choice>
          <mc:Fallback>
            <p:pic>
              <p:nvPicPr>
                <p:cNvPr id="280" name="Ink 279">
                  <a:extLst>
                    <a:ext uri="{FF2B5EF4-FFF2-40B4-BE49-F238E27FC236}">
                      <a16:creationId xmlns:a16="http://schemas.microsoft.com/office/drawing/2014/main" id="{C474FBAC-10F3-B382-1A70-2AE04154B932}"/>
                    </a:ext>
                  </a:extLst>
                </p:cNvPr>
                <p:cNvPicPr/>
                <p:nvPr/>
              </p:nvPicPr>
              <p:blipFill>
                <a:blip r:embed="rId150"/>
                <a:stretch>
                  <a:fillRect/>
                </a:stretch>
              </p:blipFill>
              <p:spPr>
                <a:xfrm>
                  <a:off x="6821438" y="4559616"/>
                  <a:ext cx="18720" cy="12960"/>
                </a:xfrm>
                <a:prstGeom prst="rect">
                  <a:avLst/>
                </a:prstGeom>
              </p:spPr>
            </p:pic>
          </mc:Fallback>
        </mc:AlternateContent>
        <mc:AlternateContent xmlns:mc="http://schemas.openxmlformats.org/markup-compatibility/2006">
          <mc:Choice xmlns:p14="http://schemas.microsoft.com/office/powerpoint/2010/main" Requires="p14">
            <p:contentPart p14:bwMode="auto" r:id="rId458">
              <p14:nvContentPartPr>
                <p14:cNvPr id="281" name="Ink 280">
                  <a:extLst>
                    <a:ext uri="{FF2B5EF4-FFF2-40B4-BE49-F238E27FC236}">
                      <a16:creationId xmlns:a16="http://schemas.microsoft.com/office/drawing/2014/main" id="{C8B3CB83-6A18-923B-671A-D0A0F645D24E}"/>
                    </a:ext>
                  </a:extLst>
                </p14:cNvPr>
                <p14:cNvContentPartPr/>
                <p14:nvPr/>
              </p14:nvContentPartPr>
              <p14:xfrm>
                <a:off x="7445678" y="4522536"/>
                <a:ext cx="7920" cy="5400"/>
              </p14:xfrm>
            </p:contentPart>
          </mc:Choice>
          <mc:Fallback>
            <p:pic>
              <p:nvPicPr>
                <p:cNvPr id="281" name="Ink 280">
                  <a:extLst>
                    <a:ext uri="{FF2B5EF4-FFF2-40B4-BE49-F238E27FC236}">
                      <a16:creationId xmlns:a16="http://schemas.microsoft.com/office/drawing/2014/main" id="{C8B3CB83-6A18-923B-671A-D0A0F645D24E}"/>
                    </a:ext>
                  </a:extLst>
                </p:cNvPr>
                <p:cNvPicPr/>
                <p:nvPr/>
              </p:nvPicPr>
              <p:blipFill>
                <a:blip r:embed="rId459"/>
                <a:stretch>
                  <a:fillRect/>
                </a:stretch>
              </p:blipFill>
              <p:spPr>
                <a:xfrm>
                  <a:off x="7441358" y="4518216"/>
                  <a:ext cx="16560" cy="14040"/>
                </a:xfrm>
                <a:prstGeom prst="rect">
                  <a:avLst/>
                </a:prstGeom>
              </p:spPr>
            </p:pic>
          </mc:Fallback>
        </mc:AlternateContent>
        <mc:AlternateContent xmlns:mc="http://schemas.openxmlformats.org/markup-compatibility/2006">
          <mc:Choice xmlns:p14="http://schemas.microsoft.com/office/powerpoint/2010/main" Requires="p14">
            <p:contentPart p14:bwMode="auto" r:id="rId460">
              <p14:nvContentPartPr>
                <p14:cNvPr id="282" name="Ink 281">
                  <a:extLst>
                    <a:ext uri="{FF2B5EF4-FFF2-40B4-BE49-F238E27FC236}">
                      <a16:creationId xmlns:a16="http://schemas.microsoft.com/office/drawing/2014/main" id="{19FE9553-3AB0-9BAC-B8CE-C1A0C3F6F8D0}"/>
                    </a:ext>
                  </a:extLst>
                </p14:cNvPr>
                <p14:cNvContentPartPr/>
                <p14:nvPr/>
              </p14:nvContentPartPr>
              <p14:xfrm>
                <a:off x="9049838" y="4409136"/>
                <a:ext cx="360" cy="360"/>
              </p14:xfrm>
            </p:contentPart>
          </mc:Choice>
          <mc:Fallback>
            <p:pic>
              <p:nvPicPr>
                <p:cNvPr id="282" name="Ink 281">
                  <a:extLst>
                    <a:ext uri="{FF2B5EF4-FFF2-40B4-BE49-F238E27FC236}">
                      <a16:creationId xmlns:a16="http://schemas.microsoft.com/office/drawing/2014/main" id="{19FE9553-3AB0-9BAC-B8CE-C1A0C3F6F8D0}"/>
                    </a:ext>
                  </a:extLst>
                </p:cNvPr>
                <p:cNvPicPr/>
                <p:nvPr/>
              </p:nvPicPr>
              <p:blipFill>
                <a:blip r:embed="rId45"/>
                <a:stretch>
                  <a:fillRect/>
                </a:stretch>
              </p:blipFill>
              <p:spPr>
                <a:xfrm>
                  <a:off x="9045518" y="440481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461">
              <p14:nvContentPartPr>
                <p14:cNvPr id="283" name="Ink 282">
                  <a:extLst>
                    <a:ext uri="{FF2B5EF4-FFF2-40B4-BE49-F238E27FC236}">
                      <a16:creationId xmlns:a16="http://schemas.microsoft.com/office/drawing/2014/main" id="{834E19FF-7F61-A800-9C45-518EFE72D7ED}"/>
                    </a:ext>
                  </a:extLst>
                </p14:cNvPr>
                <p14:cNvContentPartPr/>
                <p14:nvPr/>
              </p14:nvContentPartPr>
              <p14:xfrm>
                <a:off x="6758438" y="4575096"/>
                <a:ext cx="360" cy="360"/>
              </p14:xfrm>
            </p:contentPart>
          </mc:Choice>
          <mc:Fallback>
            <p:pic>
              <p:nvPicPr>
                <p:cNvPr id="283" name="Ink 282">
                  <a:extLst>
                    <a:ext uri="{FF2B5EF4-FFF2-40B4-BE49-F238E27FC236}">
                      <a16:creationId xmlns:a16="http://schemas.microsoft.com/office/drawing/2014/main" id="{834E19FF-7F61-A800-9C45-518EFE72D7ED}"/>
                    </a:ext>
                  </a:extLst>
                </p:cNvPr>
                <p:cNvPicPr/>
                <p:nvPr/>
              </p:nvPicPr>
              <p:blipFill>
                <a:blip r:embed="rId45"/>
                <a:stretch>
                  <a:fillRect/>
                </a:stretch>
              </p:blipFill>
              <p:spPr>
                <a:xfrm>
                  <a:off x="6754118" y="457077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462">
              <p14:nvContentPartPr>
                <p14:cNvPr id="284" name="Ink 283">
                  <a:extLst>
                    <a:ext uri="{FF2B5EF4-FFF2-40B4-BE49-F238E27FC236}">
                      <a16:creationId xmlns:a16="http://schemas.microsoft.com/office/drawing/2014/main" id="{34858D13-EC74-CA71-1DC1-910E6E65B46A}"/>
                    </a:ext>
                  </a:extLst>
                </p14:cNvPr>
                <p14:cNvContentPartPr/>
                <p14:nvPr/>
              </p14:nvContentPartPr>
              <p14:xfrm>
                <a:off x="7445678" y="4521816"/>
                <a:ext cx="360" cy="360"/>
              </p14:xfrm>
            </p:contentPart>
          </mc:Choice>
          <mc:Fallback>
            <p:pic>
              <p:nvPicPr>
                <p:cNvPr id="284" name="Ink 283">
                  <a:extLst>
                    <a:ext uri="{FF2B5EF4-FFF2-40B4-BE49-F238E27FC236}">
                      <a16:creationId xmlns:a16="http://schemas.microsoft.com/office/drawing/2014/main" id="{34858D13-EC74-CA71-1DC1-910E6E65B46A}"/>
                    </a:ext>
                  </a:extLst>
                </p:cNvPr>
                <p:cNvPicPr/>
                <p:nvPr/>
              </p:nvPicPr>
              <p:blipFill>
                <a:blip r:embed="rId45"/>
                <a:stretch>
                  <a:fillRect/>
                </a:stretch>
              </p:blipFill>
              <p:spPr>
                <a:xfrm>
                  <a:off x="7441358" y="451749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463">
              <p14:nvContentPartPr>
                <p14:cNvPr id="287" name="Ink 286">
                  <a:extLst>
                    <a:ext uri="{FF2B5EF4-FFF2-40B4-BE49-F238E27FC236}">
                      <a16:creationId xmlns:a16="http://schemas.microsoft.com/office/drawing/2014/main" id="{E1452165-89C2-032B-1C70-2D2BA6AF8E78}"/>
                    </a:ext>
                  </a:extLst>
                </p14:cNvPr>
                <p14:cNvContentPartPr/>
                <p14:nvPr/>
              </p14:nvContentPartPr>
              <p14:xfrm>
                <a:off x="6615158" y="5427576"/>
                <a:ext cx="177120" cy="157680"/>
              </p14:xfrm>
            </p:contentPart>
          </mc:Choice>
          <mc:Fallback>
            <p:pic>
              <p:nvPicPr>
                <p:cNvPr id="287" name="Ink 286">
                  <a:extLst>
                    <a:ext uri="{FF2B5EF4-FFF2-40B4-BE49-F238E27FC236}">
                      <a16:creationId xmlns:a16="http://schemas.microsoft.com/office/drawing/2014/main" id="{E1452165-89C2-032B-1C70-2D2BA6AF8E78}"/>
                    </a:ext>
                  </a:extLst>
                </p:cNvPr>
                <p:cNvPicPr/>
                <p:nvPr/>
              </p:nvPicPr>
              <p:blipFill>
                <a:blip r:embed="rId464"/>
                <a:stretch>
                  <a:fillRect/>
                </a:stretch>
              </p:blipFill>
              <p:spPr>
                <a:xfrm>
                  <a:off x="6610838" y="5423256"/>
                  <a:ext cx="18576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465">
              <p14:nvContentPartPr>
                <p14:cNvPr id="288" name="Ink 287">
                  <a:extLst>
                    <a:ext uri="{FF2B5EF4-FFF2-40B4-BE49-F238E27FC236}">
                      <a16:creationId xmlns:a16="http://schemas.microsoft.com/office/drawing/2014/main" id="{57F4366D-8DEC-665C-7D12-E014B8F4D982}"/>
                    </a:ext>
                  </a:extLst>
                </p14:cNvPr>
                <p14:cNvContentPartPr/>
                <p14:nvPr/>
              </p14:nvContentPartPr>
              <p14:xfrm>
                <a:off x="6604718" y="5391936"/>
                <a:ext cx="160920" cy="284760"/>
              </p14:xfrm>
            </p:contentPart>
          </mc:Choice>
          <mc:Fallback>
            <p:pic>
              <p:nvPicPr>
                <p:cNvPr id="288" name="Ink 287">
                  <a:extLst>
                    <a:ext uri="{FF2B5EF4-FFF2-40B4-BE49-F238E27FC236}">
                      <a16:creationId xmlns:a16="http://schemas.microsoft.com/office/drawing/2014/main" id="{57F4366D-8DEC-665C-7D12-E014B8F4D982}"/>
                    </a:ext>
                  </a:extLst>
                </p:cNvPr>
                <p:cNvPicPr/>
                <p:nvPr/>
              </p:nvPicPr>
              <p:blipFill>
                <a:blip r:embed="rId466"/>
                <a:stretch>
                  <a:fillRect/>
                </a:stretch>
              </p:blipFill>
              <p:spPr>
                <a:xfrm>
                  <a:off x="6600398" y="5387616"/>
                  <a:ext cx="169560" cy="293400"/>
                </a:xfrm>
                <a:prstGeom prst="rect">
                  <a:avLst/>
                </a:prstGeom>
              </p:spPr>
            </p:pic>
          </mc:Fallback>
        </mc:AlternateContent>
        <mc:AlternateContent xmlns:mc="http://schemas.openxmlformats.org/markup-compatibility/2006">
          <mc:Choice xmlns:p14="http://schemas.microsoft.com/office/powerpoint/2010/main" Requires="p14">
            <p:contentPart p14:bwMode="auto" r:id="rId467">
              <p14:nvContentPartPr>
                <p14:cNvPr id="289" name="Ink 288">
                  <a:extLst>
                    <a:ext uri="{FF2B5EF4-FFF2-40B4-BE49-F238E27FC236}">
                      <a16:creationId xmlns:a16="http://schemas.microsoft.com/office/drawing/2014/main" id="{0CD4BF27-6AF1-BC83-4CBE-954F73399731}"/>
                    </a:ext>
                  </a:extLst>
                </p14:cNvPr>
                <p14:cNvContentPartPr/>
                <p14:nvPr/>
              </p14:nvContentPartPr>
              <p14:xfrm>
                <a:off x="6791918" y="5592816"/>
                <a:ext cx="17280" cy="162360"/>
              </p14:xfrm>
            </p:contentPart>
          </mc:Choice>
          <mc:Fallback>
            <p:pic>
              <p:nvPicPr>
                <p:cNvPr id="289" name="Ink 288">
                  <a:extLst>
                    <a:ext uri="{FF2B5EF4-FFF2-40B4-BE49-F238E27FC236}">
                      <a16:creationId xmlns:a16="http://schemas.microsoft.com/office/drawing/2014/main" id="{0CD4BF27-6AF1-BC83-4CBE-954F73399731}"/>
                    </a:ext>
                  </a:extLst>
                </p:cNvPr>
                <p:cNvPicPr/>
                <p:nvPr/>
              </p:nvPicPr>
              <p:blipFill>
                <a:blip r:embed="rId468"/>
                <a:stretch>
                  <a:fillRect/>
                </a:stretch>
              </p:blipFill>
              <p:spPr>
                <a:xfrm>
                  <a:off x="6787598" y="5588496"/>
                  <a:ext cx="2592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469">
              <p14:nvContentPartPr>
                <p14:cNvPr id="290" name="Ink 289">
                  <a:extLst>
                    <a:ext uri="{FF2B5EF4-FFF2-40B4-BE49-F238E27FC236}">
                      <a16:creationId xmlns:a16="http://schemas.microsoft.com/office/drawing/2014/main" id="{8104280E-9206-CF61-1B20-4E40C55CDAF7}"/>
                    </a:ext>
                  </a:extLst>
                </p14:cNvPr>
                <p14:cNvContentPartPr/>
                <p14:nvPr/>
              </p14:nvContentPartPr>
              <p14:xfrm>
                <a:off x="6864998" y="5538096"/>
                <a:ext cx="155520" cy="38880"/>
              </p14:xfrm>
            </p:contentPart>
          </mc:Choice>
          <mc:Fallback>
            <p:pic>
              <p:nvPicPr>
                <p:cNvPr id="290" name="Ink 289">
                  <a:extLst>
                    <a:ext uri="{FF2B5EF4-FFF2-40B4-BE49-F238E27FC236}">
                      <a16:creationId xmlns:a16="http://schemas.microsoft.com/office/drawing/2014/main" id="{8104280E-9206-CF61-1B20-4E40C55CDAF7}"/>
                    </a:ext>
                  </a:extLst>
                </p:cNvPr>
                <p:cNvPicPr/>
                <p:nvPr/>
              </p:nvPicPr>
              <p:blipFill>
                <a:blip r:embed="rId470"/>
                <a:stretch>
                  <a:fillRect/>
                </a:stretch>
              </p:blipFill>
              <p:spPr>
                <a:xfrm>
                  <a:off x="6860678" y="5533776"/>
                  <a:ext cx="16416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471">
              <p14:nvContentPartPr>
                <p14:cNvPr id="291" name="Ink 290">
                  <a:extLst>
                    <a:ext uri="{FF2B5EF4-FFF2-40B4-BE49-F238E27FC236}">
                      <a16:creationId xmlns:a16="http://schemas.microsoft.com/office/drawing/2014/main" id="{EE50DE5D-97F8-FA68-74DF-BD6B1F05B7F9}"/>
                    </a:ext>
                  </a:extLst>
                </p14:cNvPr>
                <p14:cNvContentPartPr/>
                <p14:nvPr/>
              </p14:nvContentPartPr>
              <p14:xfrm>
                <a:off x="7088918" y="5490576"/>
                <a:ext cx="145440" cy="189000"/>
              </p14:xfrm>
            </p:contentPart>
          </mc:Choice>
          <mc:Fallback>
            <p:pic>
              <p:nvPicPr>
                <p:cNvPr id="291" name="Ink 290">
                  <a:extLst>
                    <a:ext uri="{FF2B5EF4-FFF2-40B4-BE49-F238E27FC236}">
                      <a16:creationId xmlns:a16="http://schemas.microsoft.com/office/drawing/2014/main" id="{EE50DE5D-97F8-FA68-74DF-BD6B1F05B7F9}"/>
                    </a:ext>
                  </a:extLst>
                </p:cNvPr>
                <p:cNvPicPr/>
                <p:nvPr/>
              </p:nvPicPr>
              <p:blipFill>
                <a:blip r:embed="rId472"/>
                <a:stretch>
                  <a:fillRect/>
                </a:stretch>
              </p:blipFill>
              <p:spPr>
                <a:xfrm>
                  <a:off x="7084598" y="5486256"/>
                  <a:ext cx="154080" cy="197640"/>
                </a:xfrm>
                <a:prstGeom prst="rect">
                  <a:avLst/>
                </a:prstGeom>
              </p:spPr>
            </p:pic>
          </mc:Fallback>
        </mc:AlternateContent>
        <mc:AlternateContent xmlns:mc="http://schemas.openxmlformats.org/markup-compatibility/2006">
          <mc:Choice xmlns:p14="http://schemas.microsoft.com/office/powerpoint/2010/main" Requires="p14">
            <p:contentPart p14:bwMode="auto" r:id="rId473">
              <p14:nvContentPartPr>
                <p14:cNvPr id="292" name="Ink 291">
                  <a:extLst>
                    <a:ext uri="{FF2B5EF4-FFF2-40B4-BE49-F238E27FC236}">
                      <a16:creationId xmlns:a16="http://schemas.microsoft.com/office/drawing/2014/main" id="{CAC28BF9-8BFB-FC93-6A77-0F452CB01342}"/>
                    </a:ext>
                  </a:extLst>
                </p14:cNvPr>
                <p14:cNvContentPartPr/>
                <p14:nvPr/>
              </p14:nvContentPartPr>
              <p14:xfrm>
                <a:off x="7271438" y="5619096"/>
                <a:ext cx="21960" cy="120960"/>
              </p14:xfrm>
            </p:contentPart>
          </mc:Choice>
          <mc:Fallback>
            <p:pic>
              <p:nvPicPr>
                <p:cNvPr id="292" name="Ink 291">
                  <a:extLst>
                    <a:ext uri="{FF2B5EF4-FFF2-40B4-BE49-F238E27FC236}">
                      <a16:creationId xmlns:a16="http://schemas.microsoft.com/office/drawing/2014/main" id="{CAC28BF9-8BFB-FC93-6A77-0F452CB01342}"/>
                    </a:ext>
                  </a:extLst>
                </p:cNvPr>
                <p:cNvPicPr/>
                <p:nvPr/>
              </p:nvPicPr>
              <p:blipFill>
                <a:blip r:embed="rId474"/>
                <a:stretch>
                  <a:fillRect/>
                </a:stretch>
              </p:blipFill>
              <p:spPr>
                <a:xfrm>
                  <a:off x="7267118" y="5614776"/>
                  <a:ext cx="3060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475">
              <p14:nvContentPartPr>
                <p14:cNvPr id="293" name="Ink 292">
                  <a:extLst>
                    <a:ext uri="{FF2B5EF4-FFF2-40B4-BE49-F238E27FC236}">
                      <a16:creationId xmlns:a16="http://schemas.microsoft.com/office/drawing/2014/main" id="{64CD57FF-456E-D98B-030B-D0F96AA19A78}"/>
                    </a:ext>
                  </a:extLst>
                </p14:cNvPr>
                <p14:cNvContentPartPr/>
                <p14:nvPr/>
              </p14:nvContentPartPr>
              <p14:xfrm>
                <a:off x="7311398" y="5397336"/>
                <a:ext cx="132480" cy="369000"/>
              </p14:xfrm>
            </p:contentPart>
          </mc:Choice>
          <mc:Fallback>
            <p:pic>
              <p:nvPicPr>
                <p:cNvPr id="293" name="Ink 292">
                  <a:extLst>
                    <a:ext uri="{FF2B5EF4-FFF2-40B4-BE49-F238E27FC236}">
                      <a16:creationId xmlns:a16="http://schemas.microsoft.com/office/drawing/2014/main" id="{64CD57FF-456E-D98B-030B-D0F96AA19A78}"/>
                    </a:ext>
                  </a:extLst>
                </p:cNvPr>
                <p:cNvPicPr/>
                <p:nvPr/>
              </p:nvPicPr>
              <p:blipFill>
                <a:blip r:embed="rId476"/>
                <a:stretch>
                  <a:fillRect/>
                </a:stretch>
              </p:blipFill>
              <p:spPr>
                <a:xfrm>
                  <a:off x="7307078" y="5393016"/>
                  <a:ext cx="141120" cy="377640"/>
                </a:xfrm>
                <a:prstGeom prst="rect">
                  <a:avLst/>
                </a:prstGeom>
              </p:spPr>
            </p:pic>
          </mc:Fallback>
        </mc:AlternateContent>
        <mc:AlternateContent xmlns:mc="http://schemas.openxmlformats.org/markup-compatibility/2006">
          <mc:Choice xmlns:p14="http://schemas.microsoft.com/office/powerpoint/2010/main" Requires="p14">
            <p:contentPart p14:bwMode="auto" r:id="rId477">
              <p14:nvContentPartPr>
                <p14:cNvPr id="294" name="Ink 293">
                  <a:extLst>
                    <a:ext uri="{FF2B5EF4-FFF2-40B4-BE49-F238E27FC236}">
                      <a16:creationId xmlns:a16="http://schemas.microsoft.com/office/drawing/2014/main" id="{86E5CC36-0F74-52CE-7263-174D4C377CF0}"/>
                    </a:ext>
                  </a:extLst>
                </p14:cNvPr>
                <p14:cNvContentPartPr/>
                <p14:nvPr/>
              </p14:nvContentPartPr>
              <p14:xfrm>
                <a:off x="6476198" y="5422536"/>
                <a:ext cx="218160" cy="458640"/>
              </p14:xfrm>
            </p:contentPart>
          </mc:Choice>
          <mc:Fallback>
            <p:pic>
              <p:nvPicPr>
                <p:cNvPr id="294" name="Ink 293">
                  <a:extLst>
                    <a:ext uri="{FF2B5EF4-FFF2-40B4-BE49-F238E27FC236}">
                      <a16:creationId xmlns:a16="http://schemas.microsoft.com/office/drawing/2014/main" id="{86E5CC36-0F74-52CE-7263-174D4C377CF0}"/>
                    </a:ext>
                  </a:extLst>
                </p:cNvPr>
                <p:cNvPicPr/>
                <p:nvPr/>
              </p:nvPicPr>
              <p:blipFill>
                <a:blip r:embed="rId478"/>
                <a:stretch>
                  <a:fillRect/>
                </a:stretch>
              </p:blipFill>
              <p:spPr>
                <a:xfrm>
                  <a:off x="6471878" y="5418216"/>
                  <a:ext cx="226800" cy="467280"/>
                </a:xfrm>
                <a:prstGeom prst="rect">
                  <a:avLst/>
                </a:prstGeom>
              </p:spPr>
            </p:pic>
          </mc:Fallback>
        </mc:AlternateContent>
        <mc:AlternateContent xmlns:mc="http://schemas.openxmlformats.org/markup-compatibility/2006">
          <mc:Choice xmlns:p14="http://schemas.microsoft.com/office/powerpoint/2010/main" Requires="p14">
            <p:contentPart p14:bwMode="auto" r:id="rId479">
              <p14:nvContentPartPr>
                <p14:cNvPr id="295" name="Ink 294">
                  <a:extLst>
                    <a:ext uri="{FF2B5EF4-FFF2-40B4-BE49-F238E27FC236}">
                      <a16:creationId xmlns:a16="http://schemas.microsoft.com/office/drawing/2014/main" id="{9D66E91B-BF91-DBE6-A82E-87EEE8C655F7}"/>
                    </a:ext>
                  </a:extLst>
                </p14:cNvPr>
                <p14:cNvContentPartPr/>
                <p14:nvPr/>
              </p14:nvContentPartPr>
              <p14:xfrm>
                <a:off x="7544318" y="5364936"/>
                <a:ext cx="159120" cy="136080"/>
              </p14:xfrm>
            </p:contentPart>
          </mc:Choice>
          <mc:Fallback>
            <p:pic>
              <p:nvPicPr>
                <p:cNvPr id="295" name="Ink 294">
                  <a:extLst>
                    <a:ext uri="{FF2B5EF4-FFF2-40B4-BE49-F238E27FC236}">
                      <a16:creationId xmlns:a16="http://schemas.microsoft.com/office/drawing/2014/main" id="{9D66E91B-BF91-DBE6-A82E-87EEE8C655F7}"/>
                    </a:ext>
                  </a:extLst>
                </p:cNvPr>
                <p:cNvPicPr/>
                <p:nvPr/>
              </p:nvPicPr>
              <p:blipFill>
                <a:blip r:embed="rId480"/>
                <a:stretch>
                  <a:fillRect/>
                </a:stretch>
              </p:blipFill>
              <p:spPr>
                <a:xfrm>
                  <a:off x="7539998" y="5360616"/>
                  <a:ext cx="167760" cy="144720"/>
                </a:xfrm>
                <a:prstGeom prst="rect">
                  <a:avLst/>
                </a:prstGeom>
              </p:spPr>
            </p:pic>
          </mc:Fallback>
        </mc:AlternateContent>
        <mc:AlternateContent xmlns:mc="http://schemas.openxmlformats.org/markup-compatibility/2006">
          <mc:Choice xmlns:p14="http://schemas.microsoft.com/office/powerpoint/2010/main" Requires="p14">
            <p:contentPart p14:bwMode="auto" r:id="rId481">
              <p14:nvContentPartPr>
                <p14:cNvPr id="296" name="Ink 295">
                  <a:extLst>
                    <a:ext uri="{FF2B5EF4-FFF2-40B4-BE49-F238E27FC236}">
                      <a16:creationId xmlns:a16="http://schemas.microsoft.com/office/drawing/2014/main" id="{F030ECD0-DFDF-185E-C229-6C6B9F07C59A}"/>
                    </a:ext>
                  </a:extLst>
                </p14:cNvPr>
                <p14:cNvContentPartPr/>
                <p14:nvPr/>
              </p14:nvContentPartPr>
              <p14:xfrm>
                <a:off x="6318518" y="5873616"/>
                <a:ext cx="1104840" cy="202320"/>
              </p14:xfrm>
            </p:contentPart>
          </mc:Choice>
          <mc:Fallback>
            <p:pic>
              <p:nvPicPr>
                <p:cNvPr id="296" name="Ink 295">
                  <a:extLst>
                    <a:ext uri="{FF2B5EF4-FFF2-40B4-BE49-F238E27FC236}">
                      <a16:creationId xmlns:a16="http://schemas.microsoft.com/office/drawing/2014/main" id="{F030ECD0-DFDF-185E-C229-6C6B9F07C59A}"/>
                    </a:ext>
                  </a:extLst>
                </p:cNvPr>
                <p:cNvPicPr/>
                <p:nvPr/>
              </p:nvPicPr>
              <p:blipFill>
                <a:blip r:embed="rId482"/>
                <a:stretch>
                  <a:fillRect/>
                </a:stretch>
              </p:blipFill>
              <p:spPr>
                <a:xfrm>
                  <a:off x="6314198" y="5869296"/>
                  <a:ext cx="111348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483">
              <p14:nvContentPartPr>
                <p14:cNvPr id="297" name="Ink 296">
                  <a:extLst>
                    <a:ext uri="{FF2B5EF4-FFF2-40B4-BE49-F238E27FC236}">
                      <a16:creationId xmlns:a16="http://schemas.microsoft.com/office/drawing/2014/main" id="{314E6BD8-F2C0-DFAA-2A78-7A69B1C68B3F}"/>
                    </a:ext>
                  </a:extLst>
                </p14:cNvPr>
                <p14:cNvContentPartPr/>
                <p14:nvPr/>
              </p14:nvContentPartPr>
              <p14:xfrm>
                <a:off x="6735038" y="6075936"/>
                <a:ext cx="256680" cy="183600"/>
              </p14:xfrm>
            </p:contentPart>
          </mc:Choice>
          <mc:Fallback>
            <p:pic>
              <p:nvPicPr>
                <p:cNvPr id="297" name="Ink 296">
                  <a:extLst>
                    <a:ext uri="{FF2B5EF4-FFF2-40B4-BE49-F238E27FC236}">
                      <a16:creationId xmlns:a16="http://schemas.microsoft.com/office/drawing/2014/main" id="{314E6BD8-F2C0-DFAA-2A78-7A69B1C68B3F}"/>
                    </a:ext>
                  </a:extLst>
                </p:cNvPr>
                <p:cNvPicPr/>
                <p:nvPr/>
              </p:nvPicPr>
              <p:blipFill>
                <a:blip r:embed="rId484"/>
                <a:stretch>
                  <a:fillRect/>
                </a:stretch>
              </p:blipFill>
              <p:spPr>
                <a:xfrm>
                  <a:off x="6730718" y="6071616"/>
                  <a:ext cx="26532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485">
              <p14:nvContentPartPr>
                <p14:cNvPr id="298" name="Ink 297">
                  <a:extLst>
                    <a:ext uri="{FF2B5EF4-FFF2-40B4-BE49-F238E27FC236}">
                      <a16:creationId xmlns:a16="http://schemas.microsoft.com/office/drawing/2014/main" id="{AA629EB7-6D5B-7250-9AFB-F88EBF290CB2}"/>
                    </a:ext>
                  </a:extLst>
                </p14:cNvPr>
                <p14:cNvContentPartPr/>
                <p14:nvPr/>
              </p14:nvContentPartPr>
              <p14:xfrm>
                <a:off x="7012238" y="6209496"/>
                <a:ext cx="12240" cy="119520"/>
              </p14:xfrm>
            </p:contentPart>
          </mc:Choice>
          <mc:Fallback>
            <p:pic>
              <p:nvPicPr>
                <p:cNvPr id="298" name="Ink 297">
                  <a:extLst>
                    <a:ext uri="{FF2B5EF4-FFF2-40B4-BE49-F238E27FC236}">
                      <a16:creationId xmlns:a16="http://schemas.microsoft.com/office/drawing/2014/main" id="{AA629EB7-6D5B-7250-9AFB-F88EBF290CB2}"/>
                    </a:ext>
                  </a:extLst>
                </p:cNvPr>
                <p:cNvPicPr/>
                <p:nvPr/>
              </p:nvPicPr>
              <p:blipFill>
                <a:blip r:embed="rId486"/>
                <a:stretch>
                  <a:fillRect/>
                </a:stretch>
              </p:blipFill>
              <p:spPr>
                <a:xfrm>
                  <a:off x="7007918" y="6205176"/>
                  <a:ext cx="2088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487">
              <p14:nvContentPartPr>
                <p14:cNvPr id="299" name="Ink 298">
                  <a:extLst>
                    <a:ext uri="{FF2B5EF4-FFF2-40B4-BE49-F238E27FC236}">
                      <a16:creationId xmlns:a16="http://schemas.microsoft.com/office/drawing/2014/main" id="{D9710AF0-76CB-B3AF-080F-45FE4E59EE0D}"/>
                    </a:ext>
                  </a:extLst>
                </p14:cNvPr>
                <p14:cNvContentPartPr/>
                <p14:nvPr/>
              </p14:nvContentPartPr>
              <p14:xfrm>
                <a:off x="7089278" y="6029136"/>
                <a:ext cx="163080" cy="116640"/>
              </p14:xfrm>
            </p:contentPart>
          </mc:Choice>
          <mc:Fallback>
            <p:pic>
              <p:nvPicPr>
                <p:cNvPr id="299" name="Ink 298">
                  <a:extLst>
                    <a:ext uri="{FF2B5EF4-FFF2-40B4-BE49-F238E27FC236}">
                      <a16:creationId xmlns:a16="http://schemas.microsoft.com/office/drawing/2014/main" id="{D9710AF0-76CB-B3AF-080F-45FE4E59EE0D}"/>
                    </a:ext>
                  </a:extLst>
                </p:cNvPr>
                <p:cNvPicPr/>
                <p:nvPr/>
              </p:nvPicPr>
              <p:blipFill>
                <a:blip r:embed="rId488"/>
                <a:stretch>
                  <a:fillRect/>
                </a:stretch>
              </p:blipFill>
              <p:spPr>
                <a:xfrm>
                  <a:off x="7084958" y="6024816"/>
                  <a:ext cx="17172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489">
              <p14:nvContentPartPr>
                <p14:cNvPr id="300" name="Ink 299">
                  <a:extLst>
                    <a:ext uri="{FF2B5EF4-FFF2-40B4-BE49-F238E27FC236}">
                      <a16:creationId xmlns:a16="http://schemas.microsoft.com/office/drawing/2014/main" id="{F522B741-F44A-DF81-30CC-289F321D1BD2}"/>
                    </a:ext>
                  </a:extLst>
                </p14:cNvPr>
                <p14:cNvContentPartPr/>
                <p14:nvPr/>
              </p14:nvContentPartPr>
              <p14:xfrm>
                <a:off x="7796318" y="5756256"/>
                <a:ext cx="231120" cy="41040"/>
              </p14:xfrm>
            </p:contentPart>
          </mc:Choice>
          <mc:Fallback>
            <p:pic>
              <p:nvPicPr>
                <p:cNvPr id="300" name="Ink 299">
                  <a:extLst>
                    <a:ext uri="{FF2B5EF4-FFF2-40B4-BE49-F238E27FC236}">
                      <a16:creationId xmlns:a16="http://schemas.microsoft.com/office/drawing/2014/main" id="{F522B741-F44A-DF81-30CC-289F321D1BD2}"/>
                    </a:ext>
                  </a:extLst>
                </p:cNvPr>
                <p:cNvPicPr/>
                <p:nvPr/>
              </p:nvPicPr>
              <p:blipFill>
                <a:blip r:embed="rId490"/>
                <a:stretch>
                  <a:fillRect/>
                </a:stretch>
              </p:blipFill>
              <p:spPr>
                <a:xfrm>
                  <a:off x="7791998" y="5751936"/>
                  <a:ext cx="23976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491">
              <p14:nvContentPartPr>
                <p14:cNvPr id="301" name="Ink 300">
                  <a:extLst>
                    <a:ext uri="{FF2B5EF4-FFF2-40B4-BE49-F238E27FC236}">
                      <a16:creationId xmlns:a16="http://schemas.microsoft.com/office/drawing/2014/main" id="{8C5CE59B-2B04-6F52-290B-7E5CFDCB3341}"/>
                    </a:ext>
                  </a:extLst>
                </p14:cNvPr>
                <p14:cNvContentPartPr/>
                <p14:nvPr/>
              </p14:nvContentPartPr>
              <p14:xfrm>
                <a:off x="7863278" y="5724216"/>
                <a:ext cx="28440" cy="182880"/>
              </p14:xfrm>
            </p:contentPart>
          </mc:Choice>
          <mc:Fallback>
            <p:pic>
              <p:nvPicPr>
                <p:cNvPr id="301" name="Ink 300">
                  <a:extLst>
                    <a:ext uri="{FF2B5EF4-FFF2-40B4-BE49-F238E27FC236}">
                      <a16:creationId xmlns:a16="http://schemas.microsoft.com/office/drawing/2014/main" id="{8C5CE59B-2B04-6F52-290B-7E5CFDCB3341}"/>
                    </a:ext>
                  </a:extLst>
                </p:cNvPr>
                <p:cNvPicPr/>
                <p:nvPr/>
              </p:nvPicPr>
              <p:blipFill>
                <a:blip r:embed="rId492"/>
                <a:stretch>
                  <a:fillRect/>
                </a:stretch>
              </p:blipFill>
              <p:spPr>
                <a:xfrm>
                  <a:off x="7858958" y="5719896"/>
                  <a:ext cx="3708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493">
              <p14:nvContentPartPr>
                <p14:cNvPr id="302" name="Ink 301">
                  <a:extLst>
                    <a:ext uri="{FF2B5EF4-FFF2-40B4-BE49-F238E27FC236}">
                      <a16:creationId xmlns:a16="http://schemas.microsoft.com/office/drawing/2014/main" id="{E3570D7F-5F03-F442-87C0-773FFE71D0B3}"/>
                    </a:ext>
                  </a:extLst>
                </p14:cNvPr>
                <p14:cNvContentPartPr/>
                <p14:nvPr/>
              </p14:nvContentPartPr>
              <p14:xfrm>
                <a:off x="8244158" y="5351616"/>
                <a:ext cx="146160" cy="502560"/>
              </p14:xfrm>
            </p:contentPart>
          </mc:Choice>
          <mc:Fallback>
            <p:pic>
              <p:nvPicPr>
                <p:cNvPr id="302" name="Ink 301">
                  <a:extLst>
                    <a:ext uri="{FF2B5EF4-FFF2-40B4-BE49-F238E27FC236}">
                      <a16:creationId xmlns:a16="http://schemas.microsoft.com/office/drawing/2014/main" id="{E3570D7F-5F03-F442-87C0-773FFE71D0B3}"/>
                    </a:ext>
                  </a:extLst>
                </p:cNvPr>
                <p:cNvPicPr/>
                <p:nvPr/>
              </p:nvPicPr>
              <p:blipFill>
                <a:blip r:embed="rId494"/>
                <a:stretch>
                  <a:fillRect/>
                </a:stretch>
              </p:blipFill>
              <p:spPr>
                <a:xfrm>
                  <a:off x="8239838" y="5347296"/>
                  <a:ext cx="154800" cy="511200"/>
                </a:xfrm>
                <a:prstGeom prst="rect">
                  <a:avLst/>
                </a:prstGeom>
              </p:spPr>
            </p:pic>
          </mc:Fallback>
        </mc:AlternateContent>
        <mc:AlternateContent xmlns:mc="http://schemas.openxmlformats.org/markup-compatibility/2006">
          <mc:Choice xmlns:p14="http://schemas.microsoft.com/office/powerpoint/2010/main" Requires="p14">
            <p:contentPart p14:bwMode="auto" r:id="rId495">
              <p14:nvContentPartPr>
                <p14:cNvPr id="303" name="Ink 302">
                  <a:extLst>
                    <a:ext uri="{FF2B5EF4-FFF2-40B4-BE49-F238E27FC236}">
                      <a16:creationId xmlns:a16="http://schemas.microsoft.com/office/drawing/2014/main" id="{092046C5-7838-0CF9-46B9-F98F6F9CE8E1}"/>
                    </a:ext>
                  </a:extLst>
                </p14:cNvPr>
                <p14:cNvContentPartPr/>
                <p14:nvPr/>
              </p14:nvContentPartPr>
              <p14:xfrm>
                <a:off x="8433878" y="5453856"/>
                <a:ext cx="173160" cy="193680"/>
              </p14:xfrm>
            </p:contentPart>
          </mc:Choice>
          <mc:Fallback>
            <p:pic>
              <p:nvPicPr>
                <p:cNvPr id="303" name="Ink 302">
                  <a:extLst>
                    <a:ext uri="{FF2B5EF4-FFF2-40B4-BE49-F238E27FC236}">
                      <a16:creationId xmlns:a16="http://schemas.microsoft.com/office/drawing/2014/main" id="{092046C5-7838-0CF9-46B9-F98F6F9CE8E1}"/>
                    </a:ext>
                  </a:extLst>
                </p:cNvPr>
                <p:cNvPicPr/>
                <p:nvPr/>
              </p:nvPicPr>
              <p:blipFill>
                <a:blip r:embed="rId496"/>
                <a:stretch>
                  <a:fillRect/>
                </a:stretch>
              </p:blipFill>
              <p:spPr>
                <a:xfrm>
                  <a:off x="8429558" y="5449536"/>
                  <a:ext cx="18180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497">
              <p14:nvContentPartPr>
                <p14:cNvPr id="304" name="Ink 303">
                  <a:extLst>
                    <a:ext uri="{FF2B5EF4-FFF2-40B4-BE49-F238E27FC236}">
                      <a16:creationId xmlns:a16="http://schemas.microsoft.com/office/drawing/2014/main" id="{73424CBF-2912-8ABE-BEBC-E7DA6AFF8704}"/>
                    </a:ext>
                  </a:extLst>
                </p14:cNvPr>
                <p14:cNvContentPartPr/>
                <p14:nvPr/>
              </p14:nvContentPartPr>
              <p14:xfrm>
                <a:off x="8465918" y="5476536"/>
                <a:ext cx="116640" cy="195120"/>
              </p14:xfrm>
            </p:contentPart>
          </mc:Choice>
          <mc:Fallback>
            <p:pic>
              <p:nvPicPr>
                <p:cNvPr id="304" name="Ink 303">
                  <a:extLst>
                    <a:ext uri="{FF2B5EF4-FFF2-40B4-BE49-F238E27FC236}">
                      <a16:creationId xmlns:a16="http://schemas.microsoft.com/office/drawing/2014/main" id="{73424CBF-2912-8ABE-BEBC-E7DA6AFF8704}"/>
                    </a:ext>
                  </a:extLst>
                </p:cNvPr>
                <p:cNvPicPr/>
                <p:nvPr/>
              </p:nvPicPr>
              <p:blipFill>
                <a:blip r:embed="rId498"/>
                <a:stretch>
                  <a:fillRect/>
                </a:stretch>
              </p:blipFill>
              <p:spPr>
                <a:xfrm>
                  <a:off x="8461598" y="5472216"/>
                  <a:ext cx="12528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499">
              <p14:nvContentPartPr>
                <p14:cNvPr id="305" name="Ink 304">
                  <a:extLst>
                    <a:ext uri="{FF2B5EF4-FFF2-40B4-BE49-F238E27FC236}">
                      <a16:creationId xmlns:a16="http://schemas.microsoft.com/office/drawing/2014/main" id="{668B4D7A-052F-411C-C8B9-982127D31695}"/>
                    </a:ext>
                  </a:extLst>
                </p14:cNvPr>
                <p14:cNvContentPartPr/>
                <p14:nvPr/>
              </p14:nvContentPartPr>
              <p14:xfrm>
                <a:off x="8583278" y="5648256"/>
                <a:ext cx="149040" cy="159480"/>
              </p14:xfrm>
            </p:contentPart>
          </mc:Choice>
          <mc:Fallback>
            <p:pic>
              <p:nvPicPr>
                <p:cNvPr id="305" name="Ink 304">
                  <a:extLst>
                    <a:ext uri="{FF2B5EF4-FFF2-40B4-BE49-F238E27FC236}">
                      <a16:creationId xmlns:a16="http://schemas.microsoft.com/office/drawing/2014/main" id="{668B4D7A-052F-411C-C8B9-982127D31695}"/>
                    </a:ext>
                  </a:extLst>
                </p:cNvPr>
                <p:cNvPicPr/>
                <p:nvPr/>
              </p:nvPicPr>
              <p:blipFill>
                <a:blip r:embed="rId500"/>
                <a:stretch>
                  <a:fillRect/>
                </a:stretch>
              </p:blipFill>
              <p:spPr>
                <a:xfrm>
                  <a:off x="8578958" y="5643936"/>
                  <a:ext cx="15768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501">
              <p14:nvContentPartPr>
                <p14:cNvPr id="306" name="Ink 305">
                  <a:extLst>
                    <a:ext uri="{FF2B5EF4-FFF2-40B4-BE49-F238E27FC236}">
                      <a16:creationId xmlns:a16="http://schemas.microsoft.com/office/drawing/2014/main" id="{E9F24505-6697-2D57-4D38-C4DA10EBE627}"/>
                    </a:ext>
                  </a:extLst>
                </p14:cNvPr>
                <p14:cNvContentPartPr/>
                <p14:nvPr/>
              </p14:nvContentPartPr>
              <p14:xfrm>
                <a:off x="8740598" y="5548896"/>
                <a:ext cx="177480" cy="65880"/>
              </p14:xfrm>
            </p:contentPart>
          </mc:Choice>
          <mc:Fallback>
            <p:pic>
              <p:nvPicPr>
                <p:cNvPr id="306" name="Ink 305">
                  <a:extLst>
                    <a:ext uri="{FF2B5EF4-FFF2-40B4-BE49-F238E27FC236}">
                      <a16:creationId xmlns:a16="http://schemas.microsoft.com/office/drawing/2014/main" id="{E9F24505-6697-2D57-4D38-C4DA10EBE627}"/>
                    </a:ext>
                  </a:extLst>
                </p:cNvPr>
                <p:cNvPicPr/>
                <p:nvPr/>
              </p:nvPicPr>
              <p:blipFill>
                <a:blip r:embed="rId502"/>
                <a:stretch>
                  <a:fillRect/>
                </a:stretch>
              </p:blipFill>
              <p:spPr>
                <a:xfrm>
                  <a:off x="8736278" y="5544576"/>
                  <a:ext cx="186120" cy="74520"/>
                </a:xfrm>
                <a:prstGeom prst="rect">
                  <a:avLst/>
                </a:prstGeom>
              </p:spPr>
            </p:pic>
          </mc:Fallback>
        </mc:AlternateContent>
        <mc:AlternateContent xmlns:mc="http://schemas.openxmlformats.org/markup-compatibility/2006">
          <mc:Choice xmlns:p14="http://schemas.microsoft.com/office/powerpoint/2010/main" Requires="p14">
            <p:contentPart p14:bwMode="auto" r:id="rId503">
              <p14:nvContentPartPr>
                <p14:cNvPr id="307" name="Ink 306">
                  <a:extLst>
                    <a:ext uri="{FF2B5EF4-FFF2-40B4-BE49-F238E27FC236}">
                      <a16:creationId xmlns:a16="http://schemas.microsoft.com/office/drawing/2014/main" id="{3FC65C70-9DE0-768C-3267-DE0088061FBC}"/>
                    </a:ext>
                  </a:extLst>
                </p14:cNvPr>
                <p14:cNvContentPartPr/>
                <p14:nvPr/>
              </p14:nvContentPartPr>
              <p14:xfrm>
                <a:off x="8961638" y="5429376"/>
                <a:ext cx="195840" cy="266040"/>
              </p14:xfrm>
            </p:contentPart>
          </mc:Choice>
          <mc:Fallback>
            <p:pic>
              <p:nvPicPr>
                <p:cNvPr id="307" name="Ink 306">
                  <a:extLst>
                    <a:ext uri="{FF2B5EF4-FFF2-40B4-BE49-F238E27FC236}">
                      <a16:creationId xmlns:a16="http://schemas.microsoft.com/office/drawing/2014/main" id="{3FC65C70-9DE0-768C-3267-DE0088061FBC}"/>
                    </a:ext>
                  </a:extLst>
                </p:cNvPr>
                <p:cNvPicPr/>
                <p:nvPr/>
              </p:nvPicPr>
              <p:blipFill>
                <a:blip r:embed="rId504"/>
                <a:stretch>
                  <a:fillRect/>
                </a:stretch>
              </p:blipFill>
              <p:spPr>
                <a:xfrm>
                  <a:off x="8957318" y="5425056"/>
                  <a:ext cx="20448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505">
              <p14:nvContentPartPr>
                <p14:cNvPr id="308" name="Ink 307">
                  <a:extLst>
                    <a:ext uri="{FF2B5EF4-FFF2-40B4-BE49-F238E27FC236}">
                      <a16:creationId xmlns:a16="http://schemas.microsoft.com/office/drawing/2014/main" id="{53C65680-AB05-A22C-BFCC-4AFD2227CDEC}"/>
                    </a:ext>
                  </a:extLst>
                </p14:cNvPr>
                <p14:cNvContentPartPr/>
                <p14:nvPr/>
              </p14:nvContentPartPr>
              <p14:xfrm>
                <a:off x="9194918" y="5596776"/>
                <a:ext cx="149400" cy="102960"/>
              </p14:xfrm>
            </p:contentPart>
          </mc:Choice>
          <mc:Fallback>
            <p:pic>
              <p:nvPicPr>
                <p:cNvPr id="308" name="Ink 307">
                  <a:extLst>
                    <a:ext uri="{FF2B5EF4-FFF2-40B4-BE49-F238E27FC236}">
                      <a16:creationId xmlns:a16="http://schemas.microsoft.com/office/drawing/2014/main" id="{53C65680-AB05-A22C-BFCC-4AFD2227CDEC}"/>
                    </a:ext>
                  </a:extLst>
                </p:cNvPr>
                <p:cNvPicPr/>
                <p:nvPr/>
              </p:nvPicPr>
              <p:blipFill>
                <a:blip r:embed="rId506"/>
                <a:stretch>
                  <a:fillRect/>
                </a:stretch>
              </p:blipFill>
              <p:spPr>
                <a:xfrm>
                  <a:off x="9190598" y="5592456"/>
                  <a:ext cx="158040" cy="111600"/>
                </a:xfrm>
                <a:prstGeom prst="rect">
                  <a:avLst/>
                </a:prstGeom>
              </p:spPr>
            </p:pic>
          </mc:Fallback>
        </mc:AlternateContent>
        <mc:AlternateContent xmlns:mc="http://schemas.openxmlformats.org/markup-compatibility/2006">
          <mc:Choice xmlns:p14="http://schemas.microsoft.com/office/powerpoint/2010/main" Requires="p14">
            <p:contentPart p14:bwMode="auto" r:id="rId507">
              <p14:nvContentPartPr>
                <p14:cNvPr id="309" name="Ink 308">
                  <a:extLst>
                    <a:ext uri="{FF2B5EF4-FFF2-40B4-BE49-F238E27FC236}">
                      <a16:creationId xmlns:a16="http://schemas.microsoft.com/office/drawing/2014/main" id="{39C95B31-133C-A132-6E46-EFE0540BF1AB}"/>
                    </a:ext>
                  </a:extLst>
                </p14:cNvPr>
                <p14:cNvContentPartPr/>
                <p14:nvPr/>
              </p14:nvContentPartPr>
              <p14:xfrm>
                <a:off x="9208238" y="5312736"/>
                <a:ext cx="106200" cy="524160"/>
              </p14:xfrm>
            </p:contentPart>
          </mc:Choice>
          <mc:Fallback>
            <p:pic>
              <p:nvPicPr>
                <p:cNvPr id="309" name="Ink 308">
                  <a:extLst>
                    <a:ext uri="{FF2B5EF4-FFF2-40B4-BE49-F238E27FC236}">
                      <a16:creationId xmlns:a16="http://schemas.microsoft.com/office/drawing/2014/main" id="{39C95B31-133C-A132-6E46-EFE0540BF1AB}"/>
                    </a:ext>
                  </a:extLst>
                </p:cNvPr>
                <p:cNvPicPr/>
                <p:nvPr/>
              </p:nvPicPr>
              <p:blipFill>
                <a:blip r:embed="rId508"/>
                <a:stretch>
                  <a:fillRect/>
                </a:stretch>
              </p:blipFill>
              <p:spPr>
                <a:xfrm>
                  <a:off x="9203918" y="5308416"/>
                  <a:ext cx="114840" cy="532800"/>
                </a:xfrm>
                <a:prstGeom prst="rect">
                  <a:avLst/>
                </a:prstGeom>
              </p:spPr>
            </p:pic>
          </mc:Fallback>
        </mc:AlternateContent>
        <mc:AlternateContent xmlns:mc="http://schemas.openxmlformats.org/markup-compatibility/2006">
          <mc:Choice xmlns:p14="http://schemas.microsoft.com/office/powerpoint/2010/main" Requires="p14">
            <p:contentPart p14:bwMode="auto" r:id="rId509">
              <p14:nvContentPartPr>
                <p14:cNvPr id="310" name="Ink 309">
                  <a:extLst>
                    <a:ext uri="{FF2B5EF4-FFF2-40B4-BE49-F238E27FC236}">
                      <a16:creationId xmlns:a16="http://schemas.microsoft.com/office/drawing/2014/main" id="{4BBFE8E5-8227-1B04-839B-8F02F42BF4EA}"/>
                    </a:ext>
                  </a:extLst>
                </p14:cNvPr>
                <p14:cNvContentPartPr/>
                <p14:nvPr/>
              </p14:nvContentPartPr>
              <p14:xfrm>
                <a:off x="9290678" y="5240376"/>
                <a:ext cx="225000" cy="160560"/>
              </p14:xfrm>
            </p:contentPart>
          </mc:Choice>
          <mc:Fallback>
            <p:pic>
              <p:nvPicPr>
                <p:cNvPr id="310" name="Ink 309">
                  <a:extLst>
                    <a:ext uri="{FF2B5EF4-FFF2-40B4-BE49-F238E27FC236}">
                      <a16:creationId xmlns:a16="http://schemas.microsoft.com/office/drawing/2014/main" id="{4BBFE8E5-8227-1B04-839B-8F02F42BF4EA}"/>
                    </a:ext>
                  </a:extLst>
                </p:cNvPr>
                <p:cNvPicPr/>
                <p:nvPr/>
              </p:nvPicPr>
              <p:blipFill>
                <a:blip r:embed="rId510"/>
                <a:stretch>
                  <a:fillRect/>
                </a:stretch>
              </p:blipFill>
              <p:spPr>
                <a:xfrm>
                  <a:off x="9286358" y="5236056"/>
                  <a:ext cx="23364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511">
              <p14:nvContentPartPr>
                <p14:cNvPr id="311" name="Ink 310">
                  <a:extLst>
                    <a:ext uri="{FF2B5EF4-FFF2-40B4-BE49-F238E27FC236}">
                      <a16:creationId xmlns:a16="http://schemas.microsoft.com/office/drawing/2014/main" id="{67A04BB4-50D5-F9BF-56C9-9DAA0CB08710}"/>
                    </a:ext>
                  </a:extLst>
                </p14:cNvPr>
                <p14:cNvContentPartPr/>
                <p14:nvPr/>
              </p14:nvContentPartPr>
              <p14:xfrm>
                <a:off x="8139758" y="5862816"/>
                <a:ext cx="1135800" cy="141120"/>
              </p14:xfrm>
            </p:contentPart>
          </mc:Choice>
          <mc:Fallback>
            <p:pic>
              <p:nvPicPr>
                <p:cNvPr id="311" name="Ink 310">
                  <a:extLst>
                    <a:ext uri="{FF2B5EF4-FFF2-40B4-BE49-F238E27FC236}">
                      <a16:creationId xmlns:a16="http://schemas.microsoft.com/office/drawing/2014/main" id="{67A04BB4-50D5-F9BF-56C9-9DAA0CB08710}"/>
                    </a:ext>
                  </a:extLst>
                </p:cNvPr>
                <p:cNvPicPr/>
                <p:nvPr/>
              </p:nvPicPr>
              <p:blipFill>
                <a:blip r:embed="rId512"/>
                <a:stretch>
                  <a:fillRect/>
                </a:stretch>
              </p:blipFill>
              <p:spPr>
                <a:xfrm>
                  <a:off x="8135438" y="5858496"/>
                  <a:ext cx="114444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513">
              <p14:nvContentPartPr>
                <p14:cNvPr id="312" name="Ink 311">
                  <a:extLst>
                    <a:ext uri="{FF2B5EF4-FFF2-40B4-BE49-F238E27FC236}">
                      <a16:creationId xmlns:a16="http://schemas.microsoft.com/office/drawing/2014/main" id="{01029DC4-348C-8C6C-2F18-2C091DAB4775}"/>
                    </a:ext>
                  </a:extLst>
                </p14:cNvPr>
                <p14:cNvContentPartPr/>
                <p14:nvPr/>
              </p14:nvContentPartPr>
              <p14:xfrm>
                <a:off x="8577518" y="6076296"/>
                <a:ext cx="300600" cy="203040"/>
              </p14:xfrm>
            </p:contentPart>
          </mc:Choice>
          <mc:Fallback>
            <p:pic>
              <p:nvPicPr>
                <p:cNvPr id="312" name="Ink 311">
                  <a:extLst>
                    <a:ext uri="{FF2B5EF4-FFF2-40B4-BE49-F238E27FC236}">
                      <a16:creationId xmlns:a16="http://schemas.microsoft.com/office/drawing/2014/main" id="{01029DC4-348C-8C6C-2F18-2C091DAB4775}"/>
                    </a:ext>
                  </a:extLst>
                </p:cNvPr>
                <p:cNvPicPr/>
                <p:nvPr/>
              </p:nvPicPr>
              <p:blipFill>
                <a:blip r:embed="rId514"/>
                <a:stretch>
                  <a:fillRect/>
                </a:stretch>
              </p:blipFill>
              <p:spPr>
                <a:xfrm>
                  <a:off x="8573198" y="6071976"/>
                  <a:ext cx="30924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515">
              <p14:nvContentPartPr>
                <p14:cNvPr id="313" name="Ink 312">
                  <a:extLst>
                    <a:ext uri="{FF2B5EF4-FFF2-40B4-BE49-F238E27FC236}">
                      <a16:creationId xmlns:a16="http://schemas.microsoft.com/office/drawing/2014/main" id="{6AAB2A66-BF8C-285B-5067-1235D552B3FE}"/>
                    </a:ext>
                  </a:extLst>
                </p14:cNvPr>
                <p14:cNvContentPartPr/>
                <p14:nvPr/>
              </p14:nvContentPartPr>
              <p14:xfrm>
                <a:off x="8886038" y="6021576"/>
                <a:ext cx="260640" cy="120960"/>
              </p14:xfrm>
            </p:contentPart>
          </mc:Choice>
          <mc:Fallback>
            <p:pic>
              <p:nvPicPr>
                <p:cNvPr id="313" name="Ink 312">
                  <a:extLst>
                    <a:ext uri="{FF2B5EF4-FFF2-40B4-BE49-F238E27FC236}">
                      <a16:creationId xmlns:a16="http://schemas.microsoft.com/office/drawing/2014/main" id="{6AAB2A66-BF8C-285B-5067-1235D552B3FE}"/>
                    </a:ext>
                  </a:extLst>
                </p:cNvPr>
                <p:cNvPicPr/>
                <p:nvPr/>
              </p:nvPicPr>
              <p:blipFill>
                <a:blip r:embed="rId516"/>
                <a:stretch>
                  <a:fillRect/>
                </a:stretch>
              </p:blipFill>
              <p:spPr>
                <a:xfrm>
                  <a:off x="8881718" y="6017256"/>
                  <a:ext cx="26928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517">
              <p14:nvContentPartPr>
                <p14:cNvPr id="314" name="Ink 313">
                  <a:extLst>
                    <a:ext uri="{FF2B5EF4-FFF2-40B4-BE49-F238E27FC236}">
                      <a16:creationId xmlns:a16="http://schemas.microsoft.com/office/drawing/2014/main" id="{46963F38-7FED-10B2-9F01-C4E9D1AA31E8}"/>
                    </a:ext>
                  </a:extLst>
                </p14:cNvPr>
                <p14:cNvContentPartPr/>
                <p14:nvPr/>
              </p14:nvContentPartPr>
              <p14:xfrm>
                <a:off x="9448358" y="5823216"/>
                <a:ext cx="194040" cy="39600"/>
              </p14:xfrm>
            </p:contentPart>
          </mc:Choice>
          <mc:Fallback>
            <p:pic>
              <p:nvPicPr>
                <p:cNvPr id="314" name="Ink 313">
                  <a:extLst>
                    <a:ext uri="{FF2B5EF4-FFF2-40B4-BE49-F238E27FC236}">
                      <a16:creationId xmlns:a16="http://schemas.microsoft.com/office/drawing/2014/main" id="{46963F38-7FED-10B2-9F01-C4E9D1AA31E8}"/>
                    </a:ext>
                  </a:extLst>
                </p:cNvPr>
                <p:cNvPicPr/>
                <p:nvPr/>
              </p:nvPicPr>
              <p:blipFill>
                <a:blip r:embed="rId518"/>
                <a:stretch>
                  <a:fillRect/>
                </a:stretch>
              </p:blipFill>
              <p:spPr>
                <a:xfrm>
                  <a:off x="9444038" y="5818896"/>
                  <a:ext cx="20268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519">
              <p14:nvContentPartPr>
                <p14:cNvPr id="315" name="Ink 314">
                  <a:extLst>
                    <a:ext uri="{FF2B5EF4-FFF2-40B4-BE49-F238E27FC236}">
                      <a16:creationId xmlns:a16="http://schemas.microsoft.com/office/drawing/2014/main" id="{7947FA8B-BA94-CDF6-738C-3598BC6EF2B2}"/>
                    </a:ext>
                  </a:extLst>
                </p14:cNvPr>
                <p14:cNvContentPartPr/>
                <p14:nvPr/>
              </p14:nvContentPartPr>
              <p14:xfrm>
                <a:off x="9537638" y="5785056"/>
                <a:ext cx="41760" cy="129240"/>
              </p14:xfrm>
            </p:contentPart>
          </mc:Choice>
          <mc:Fallback>
            <p:pic>
              <p:nvPicPr>
                <p:cNvPr id="315" name="Ink 314">
                  <a:extLst>
                    <a:ext uri="{FF2B5EF4-FFF2-40B4-BE49-F238E27FC236}">
                      <a16:creationId xmlns:a16="http://schemas.microsoft.com/office/drawing/2014/main" id="{7947FA8B-BA94-CDF6-738C-3598BC6EF2B2}"/>
                    </a:ext>
                  </a:extLst>
                </p:cNvPr>
                <p:cNvPicPr/>
                <p:nvPr/>
              </p:nvPicPr>
              <p:blipFill>
                <a:blip r:embed="rId520"/>
                <a:stretch>
                  <a:fillRect/>
                </a:stretch>
              </p:blipFill>
              <p:spPr>
                <a:xfrm>
                  <a:off x="9533318" y="5780736"/>
                  <a:ext cx="5040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521">
              <p14:nvContentPartPr>
                <p14:cNvPr id="316" name="Ink 315">
                  <a:extLst>
                    <a:ext uri="{FF2B5EF4-FFF2-40B4-BE49-F238E27FC236}">
                      <a16:creationId xmlns:a16="http://schemas.microsoft.com/office/drawing/2014/main" id="{B5813579-C984-4C49-EB26-BA7C00E4B697}"/>
                    </a:ext>
                  </a:extLst>
                </p14:cNvPr>
                <p14:cNvContentPartPr/>
                <p14:nvPr/>
              </p14:nvContentPartPr>
              <p14:xfrm>
                <a:off x="9773798" y="5832216"/>
                <a:ext cx="21240" cy="8280"/>
              </p14:xfrm>
            </p:contentPart>
          </mc:Choice>
          <mc:Fallback>
            <p:pic>
              <p:nvPicPr>
                <p:cNvPr id="316" name="Ink 315">
                  <a:extLst>
                    <a:ext uri="{FF2B5EF4-FFF2-40B4-BE49-F238E27FC236}">
                      <a16:creationId xmlns:a16="http://schemas.microsoft.com/office/drawing/2014/main" id="{B5813579-C984-4C49-EB26-BA7C00E4B697}"/>
                    </a:ext>
                  </a:extLst>
                </p:cNvPr>
                <p:cNvPicPr/>
                <p:nvPr/>
              </p:nvPicPr>
              <p:blipFill>
                <a:blip r:embed="rId522"/>
                <a:stretch>
                  <a:fillRect/>
                </a:stretch>
              </p:blipFill>
              <p:spPr>
                <a:xfrm>
                  <a:off x="9769478" y="5827896"/>
                  <a:ext cx="29880" cy="16920"/>
                </a:xfrm>
                <a:prstGeom prst="rect">
                  <a:avLst/>
                </a:prstGeom>
              </p:spPr>
            </p:pic>
          </mc:Fallback>
        </mc:AlternateContent>
        <mc:AlternateContent xmlns:mc="http://schemas.openxmlformats.org/markup-compatibility/2006">
          <mc:Choice xmlns:p14="http://schemas.microsoft.com/office/powerpoint/2010/main" Requires="p14">
            <p:contentPart p14:bwMode="auto" r:id="rId523">
              <p14:nvContentPartPr>
                <p14:cNvPr id="317" name="Ink 316">
                  <a:extLst>
                    <a:ext uri="{FF2B5EF4-FFF2-40B4-BE49-F238E27FC236}">
                      <a16:creationId xmlns:a16="http://schemas.microsoft.com/office/drawing/2014/main" id="{53143995-62A0-2F5A-DCBC-814EBDE0149E}"/>
                    </a:ext>
                  </a:extLst>
                </p14:cNvPr>
                <p14:cNvContentPartPr/>
                <p14:nvPr/>
              </p14:nvContentPartPr>
              <p14:xfrm>
                <a:off x="9941918" y="5794416"/>
                <a:ext cx="20520" cy="13680"/>
              </p14:xfrm>
            </p:contentPart>
          </mc:Choice>
          <mc:Fallback>
            <p:pic>
              <p:nvPicPr>
                <p:cNvPr id="317" name="Ink 316">
                  <a:extLst>
                    <a:ext uri="{FF2B5EF4-FFF2-40B4-BE49-F238E27FC236}">
                      <a16:creationId xmlns:a16="http://schemas.microsoft.com/office/drawing/2014/main" id="{53143995-62A0-2F5A-DCBC-814EBDE0149E}"/>
                    </a:ext>
                  </a:extLst>
                </p:cNvPr>
                <p:cNvPicPr/>
                <p:nvPr/>
              </p:nvPicPr>
              <p:blipFill>
                <a:blip r:embed="rId524"/>
                <a:stretch>
                  <a:fillRect/>
                </a:stretch>
              </p:blipFill>
              <p:spPr>
                <a:xfrm>
                  <a:off x="9937598" y="5790096"/>
                  <a:ext cx="2916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525">
              <p14:nvContentPartPr>
                <p14:cNvPr id="318" name="Ink 317">
                  <a:extLst>
                    <a:ext uri="{FF2B5EF4-FFF2-40B4-BE49-F238E27FC236}">
                      <a16:creationId xmlns:a16="http://schemas.microsoft.com/office/drawing/2014/main" id="{1548AE92-21C7-85CE-A5DD-E3E8A09327A9}"/>
                    </a:ext>
                  </a:extLst>
                </p14:cNvPr>
                <p14:cNvContentPartPr/>
                <p14:nvPr/>
              </p14:nvContentPartPr>
              <p14:xfrm>
                <a:off x="10099598" y="5789736"/>
                <a:ext cx="15480" cy="2520"/>
              </p14:xfrm>
            </p:contentPart>
          </mc:Choice>
          <mc:Fallback>
            <p:pic>
              <p:nvPicPr>
                <p:cNvPr id="318" name="Ink 317">
                  <a:extLst>
                    <a:ext uri="{FF2B5EF4-FFF2-40B4-BE49-F238E27FC236}">
                      <a16:creationId xmlns:a16="http://schemas.microsoft.com/office/drawing/2014/main" id="{1548AE92-21C7-85CE-A5DD-E3E8A09327A9}"/>
                    </a:ext>
                  </a:extLst>
                </p:cNvPr>
                <p:cNvPicPr/>
                <p:nvPr/>
              </p:nvPicPr>
              <p:blipFill>
                <a:blip r:embed="rId526"/>
                <a:stretch>
                  <a:fillRect/>
                </a:stretch>
              </p:blipFill>
              <p:spPr>
                <a:xfrm>
                  <a:off x="10095278" y="5785416"/>
                  <a:ext cx="24120" cy="11160"/>
                </a:xfrm>
                <a:prstGeom prst="rect">
                  <a:avLst/>
                </a:prstGeom>
              </p:spPr>
            </p:pic>
          </mc:Fallback>
        </mc:AlternateContent>
        <mc:AlternateContent xmlns:mc="http://schemas.openxmlformats.org/markup-compatibility/2006">
          <mc:Choice xmlns:p14="http://schemas.microsoft.com/office/powerpoint/2010/main" Requires="p14">
            <p:contentPart p14:bwMode="auto" r:id="rId527">
              <p14:nvContentPartPr>
                <p14:cNvPr id="319" name="Ink 318">
                  <a:extLst>
                    <a:ext uri="{FF2B5EF4-FFF2-40B4-BE49-F238E27FC236}">
                      <a16:creationId xmlns:a16="http://schemas.microsoft.com/office/drawing/2014/main" id="{5C59809F-7646-A825-D36A-3C26F22F8E4A}"/>
                    </a:ext>
                  </a:extLst>
                </p14:cNvPr>
                <p14:cNvContentPartPr/>
                <p14:nvPr/>
              </p14:nvContentPartPr>
              <p14:xfrm>
                <a:off x="10356998" y="5469696"/>
                <a:ext cx="142200" cy="449640"/>
              </p14:xfrm>
            </p:contentPart>
          </mc:Choice>
          <mc:Fallback>
            <p:pic>
              <p:nvPicPr>
                <p:cNvPr id="319" name="Ink 318">
                  <a:extLst>
                    <a:ext uri="{FF2B5EF4-FFF2-40B4-BE49-F238E27FC236}">
                      <a16:creationId xmlns:a16="http://schemas.microsoft.com/office/drawing/2014/main" id="{5C59809F-7646-A825-D36A-3C26F22F8E4A}"/>
                    </a:ext>
                  </a:extLst>
                </p:cNvPr>
                <p:cNvPicPr/>
                <p:nvPr/>
              </p:nvPicPr>
              <p:blipFill>
                <a:blip r:embed="rId528"/>
                <a:stretch>
                  <a:fillRect/>
                </a:stretch>
              </p:blipFill>
              <p:spPr>
                <a:xfrm>
                  <a:off x="10352678" y="5465376"/>
                  <a:ext cx="150840" cy="458280"/>
                </a:xfrm>
                <a:prstGeom prst="rect">
                  <a:avLst/>
                </a:prstGeom>
              </p:spPr>
            </p:pic>
          </mc:Fallback>
        </mc:AlternateContent>
        <mc:AlternateContent xmlns:mc="http://schemas.openxmlformats.org/markup-compatibility/2006">
          <mc:Choice xmlns:p14="http://schemas.microsoft.com/office/powerpoint/2010/main" Requires="p14">
            <p:contentPart p14:bwMode="auto" r:id="rId529">
              <p14:nvContentPartPr>
                <p14:cNvPr id="320" name="Ink 319">
                  <a:extLst>
                    <a:ext uri="{FF2B5EF4-FFF2-40B4-BE49-F238E27FC236}">
                      <a16:creationId xmlns:a16="http://schemas.microsoft.com/office/drawing/2014/main" id="{C50F98B9-8D6C-6E46-3B89-C41546B20037}"/>
                    </a:ext>
                  </a:extLst>
                </p14:cNvPr>
                <p14:cNvContentPartPr/>
                <p14:nvPr/>
              </p14:nvContentPartPr>
              <p14:xfrm>
                <a:off x="10493078" y="5536656"/>
                <a:ext cx="171000" cy="195840"/>
              </p14:xfrm>
            </p:contentPart>
          </mc:Choice>
          <mc:Fallback>
            <p:pic>
              <p:nvPicPr>
                <p:cNvPr id="320" name="Ink 319">
                  <a:extLst>
                    <a:ext uri="{FF2B5EF4-FFF2-40B4-BE49-F238E27FC236}">
                      <a16:creationId xmlns:a16="http://schemas.microsoft.com/office/drawing/2014/main" id="{C50F98B9-8D6C-6E46-3B89-C41546B20037}"/>
                    </a:ext>
                  </a:extLst>
                </p:cNvPr>
                <p:cNvPicPr/>
                <p:nvPr/>
              </p:nvPicPr>
              <p:blipFill>
                <a:blip r:embed="rId530"/>
                <a:stretch>
                  <a:fillRect/>
                </a:stretch>
              </p:blipFill>
              <p:spPr>
                <a:xfrm>
                  <a:off x="10488758" y="5532336"/>
                  <a:ext cx="17964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531">
              <p14:nvContentPartPr>
                <p14:cNvPr id="321" name="Ink 320">
                  <a:extLst>
                    <a:ext uri="{FF2B5EF4-FFF2-40B4-BE49-F238E27FC236}">
                      <a16:creationId xmlns:a16="http://schemas.microsoft.com/office/drawing/2014/main" id="{45D9EF8D-B2C8-C1B2-4533-B262536F9ED2}"/>
                    </a:ext>
                  </a:extLst>
                </p14:cNvPr>
                <p14:cNvContentPartPr/>
                <p14:nvPr/>
              </p14:nvContentPartPr>
              <p14:xfrm>
                <a:off x="10528358" y="5565816"/>
                <a:ext cx="102600" cy="231840"/>
              </p14:xfrm>
            </p:contentPart>
          </mc:Choice>
          <mc:Fallback>
            <p:pic>
              <p:nvPicPr>
                <p:cNvPr id="321" name="Ink 320">
                  <a:extLst>
                    <a:ext uri="{FF2B5EF4-FFF2-40B4-BE49-F238E27FC236}">
                      <a16:creationId xmlns:a16="http://schemas.microsoft.com/office/drawing/2014/main" id="{45D9EF8D-B2C8-C1B2-4533-B262536F9ED2}"/>
                    </a:ext>
                  </a:extLst>
                </p:cNvPr>
                <p:cNvPicPr/>
                <p:nvPr/>
              </p:nvPicPr>
              <p:blipFill>
                <a:blip r:embed="rId532"/>
                <a:stretch>
                  <a:fillRect/>
                </a:stretch>
              </p:blipFill>
              <p:spPr>
                <a:xfrm>
                  <a:off x="10524038" y="5561496"/>
                  <a:ext cx="11124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533">
              <p14:nvContentPartPr>
                <p14:cNvPr id="322" name="Ink 321">
                  <a:extLst>
                    <a:ext uri="{FF2B5EF4-FFF2-40B4-BE49-F238E27FC236}">
                      <a16:creationId xmlns:a16="http://schemas.microsoft.com/office/drawing/2014/main" id="{90B38360-CE99-D2C0-21C6-17F857750DE7}"/>
                    </a:ext>
                  </a:extLst>
                </p14:cNvPr>
                <p14:cNvContentPartPr/>
                <p14:nvPr/>
              </p14:nvContentPartPr>
              <p14:xfrm>
                <a:off x="10656878" y="5712336"/>
                <a:ext cx="46440" cy="217080"/>
              </p14:xfrm>
            </p:contentPart>
          </mc:Choice>
          <mc:Fallback>
            <p:pic>
              <p:nvPicPr>
                <p:cNvPr id="322" name="Ink 321">
                  <a:extLst>
                    <a:ext uri="{FF2B5EF4-FFF2-40B4-BE49-F238E27FC236}">
                      <a16:creationId xmlns:a16="http://schemas.microsoft.com/office/drawing/2014/main" id="{90B38360-CE99-D2C0-21C6-17F857750DE7}"/>
                    </a:ext>
                  </a:extLst>
                </p:cNvPr>
                <p:cNvPicPr/>
                <p:nvPr/>
              </p:nvPicPr>
              <p:blipFill>
                <a:blip r:embed="rId534"/>
                <a:stretch>
                  <a:fillRect/>
                </a:stretch>
              </p:blipFill>
              <p:spPr>
                <a:xfrm>
                  <a:off x="10652558" y="5708016"/>
                  <a:ext cx="5508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535">
              <p14:nvContentPartPr>
                <p14:cNvPr id="323" name="Ink 322">
                  <a:extLst>
                    <a:ext uri="{FF2B5EF4-FFF2-40B4-BE49-F238E27FC236}">
                      <a16:creationId xmlns:a16="http://schemas.microsoft.com/office/drawing/2014/main" id="{71D5727B-D259-32CA-41DD-28AD538938DD}"/>
                    </a:ext>
                  </a:extLst>
                </p14:cNvPr>
                <p14:cNvContentPartPr/>
                <p14:nvPr/>
              </p14:nvContentPartPr>
              <p14:xfrm>
                <a:off x="10813838" y="5641776"/>
                <a:ext cx="176040" cy="24120"/>
              </p14:xfrm>
            </p:contentPart>
          </mc:Choice>
          <mc:Fallback>
            <p:pic>
              <p:nvPicPr>
                <p:cNvPr id="323" name="Ink 322">
                  <a:extLst>
                    <a:ext uri="{FF2B5EF4-FFF2-40B4-BE49-F238E27FC236}">
                      <a16:creationId xmlns:a16="http://schemas.microsoft.com/office/drawing/2014/main" id="{71D5727B-D259-32CA-41DD-28AD538938DD}"/>
                    </a:ext>
                  </a:extLst>
                </p:cNvPr>
                <p:cNvPicPr/>
                <p:nvPr/>
              </p:nvPicPr>
              <p:blipFill>
                <a:blip r:embed="rId536"/>
                <a:stretch>
                  <a:fillRect/>
                </a:stretch>
              </p:blipFill>
              <p:spPr>
                <a:xfrm>
                  <a:off x="10809518" y="5637456"/>
                  <a:ext cx="18468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537">
              <p14:nvContentPartPr>
                <p14:cNvPr id="324" name="Ink 323">
                  <a:extLst>
                    <a:ext uri="{FF2B5EF4-FFF2-40B4-BE49-F238E27FC236}">
                      <a16:creationId xmlns:a16="http://schemas.microsoft.com/office/drawing/2014/main" id="{642A007C-847E-C1F9-7C83-FF4F4015CBF0}"/>
                    </a:ext>
                  </a:extLst>
                </p14:cNvPr>
                <p14:cNvContentPartPr/>
                <p14:nvPr/>
              </p14:nvContentPartPr>
              <p14:xfrm>
                <a:off x="11058278" y="5503536"/>
                <a:ext cx="342720" cy="335880"/>
              </p14:xfrm>
            </p:contentPart>
          </mc:Choice>
          <mc:Fallback>
            <p:pic>
              <p:nvPicPr>
                <p:cNvPr id="324" name="Ink 323">
                  <a:extLst>
                    <a:ext uri="{FF2B5EF4-FFF2-40B4-BE49-F238E27FC236}">
                      <a16:creationId xmlns:a16="http://schemas.microsoft.com/office/drawing/2014/main" id="{642A007C-847E-C1F9-7C83-FF4F4015CBF0}"/>
                    </a:ext>
                  </a:extLst>
                </p:cNvPr>
                <p:cNvPicPr/>
                <p:nvPr/>
              </p:nvPicPr>
              <p:blipFill>
                <a:blip r:embed="rId538"/>
                <a:stretch>
                  <a:fillRect/>
                </a:stretch>
              </p:blipFill>
              <p:spPr>
                <a:xfrm>
                  <a:off x="11053958" y="5499216"/>
                  <a:ext cx="351360" cy="344520"/>
                </a:xfrm>
                <a:prstGeom prst="rect">
                  <a:avLst/>
                </a:prstGeom>
              </p:spPr>
            </p:pic>
          </mc:Fallback>
        </mc:AlternateContent>
        <mc:AlternateContent xmlns:mc="http://schemas.openxmlformats.org/markup-compatibility/2006">
          <mc:Choice xmlns:p14="http://schemas.microsoft.com/office/powerpoint/2010/main" Requires="p14">
            <p:contentPart p14:bwMode="auto" r:id="rId539">
              <p14:nvContentPartPr>
                <p14:cNvPr id="325" name="Ink 324">
                  <a:extLst>
                    <a:ext uri="{FF2B5EF4-FFF2-40B4-BE49-F238E27FC236}">
                      <a16:creationId xmlns:a16="http://schemas.microsoft.com/office/drawing/2014/main" id="{0F2416E5-14F5-75BE-2D6C-C01254DF5586}"/>
                    </a:ext>
                  </a:extLst>
                </p14:cNvPr>
                <p14:cNvContentPartPr/>
                <p14:nvPr/>
              </p14:nvContentPartPr>
              <p14:xfrm>
                <a:off x="11308478" y="5397696"/>
                <a:ext cx="210960" cy="536760"/>
              </p14:xfrm>
            </p:contentPart>
          </mc:Choice>
          <mc:Fallback>
            <p:pic>
              <p:nvPicPr>
                <p:cNvPr id="325" name="Ink 324">
                  <a:extLst>
                    <a:ext uri="{FF2B5EF4-FFF2-40B4-BE49-F238E27FC236}">
                      <a16:creationId xmlns:a16="http://schemas.microsoft.com/office/drawing/2014/main" id="{0F2416E5-14F5-75BE-2D6C-C01254DF5586}"/>
                    </a:ext>
                  </a:extLst>
                </p:cNvPr>
                <p:cNvPicPr/>
                <p:nvPr/>
              </p:nvPicPr>
              <p:blipFill>
                <a:blip r:embed="rId540"/>
                <a:stretch>
                  <a:fillRect/>
                </a:stretch>
              </p:blipFill>
              <p:spPr>
                <a:xfrm>
                  <a:off x="11304158" y="5393376"/>
                  <a:ext cx="219600" cy="545400"/>
                </a:xfrm>
                <a:prstGeom prst="rect">
                  <a:avLst/>
                </a:prstGeom>
              </p:spPr>
            </p:pic>
          </mc:Fallback>
        </mc:AlternateContent>
        <mc:AlternateContent xmlns:mc="http://schemas.openxmlformats.org/markup-compatibility/2006">
          <mc:Choice xmlns:p14="http://schemas.microsoft.com/office/powerpoint/2010/main" Requires="p14">
            <p:contentPart p14:bwMode="auto" r:id="rId541">
              <p14:nvContentPartPr>
                <p14:cNvPr id="326" name="Ink 325">
                  <a:extLst>
                    <a:ext uri="{FF2B5EF4-FFF2-40B4-BE49-F238E27FC236}">
                      <a16:creationId xmlns:a16="http://schemas.microsoft.com/office/drawing/2014/main" id="{C40AB1A7-9716-3A50-B5DA-48170B0270C0}"/>
                    </a:ext>
                  </a:extLst>
                </p14:cNvPr>
                <p14:cNvContentPartPr/>
                <p14:nvPr/>
              </p14:nvContentPartPr>
              <p14:xfrm>
                <a:off x="11528798" y="5318856"/>
                <a:ext cx="255240" cy="217800"/>
              </p14:xfrm>
            </p:contentPart>
          </mc:Choice>
          <mc:Fallback>
            <p:pic>
              <p:nvPicPr>
                <p:cNvPr id="326" name="Ink 325">
                  <a:extLst>
                    <a:ext uri="{FF2B5EF4-FFF2-40B4-BE49-F238E27FC236}">
                      <a16:creationId xmlns:a16="http://schemas.microsoft.com/office/drawing/2014/main" id="{C40AB1A7-9716-3A50-B5DA-48170B0270C0}"/>
                    </a:ext>
                  </a:extLst>
                </p:cNvPr>
                <p:cNvPicPr/>
                <p:nvPr/>
              </p:nvPicPr>
              <p:blipFill>
                <a:blip r:embed="rId542"/>
                <a:stretch>
                  <a:fillRect/>
                </a:stretch>
              </p:blipFill>
              <p:spPr>
                <a:xfrm>
                  <a:off x="11524478" y="5314536"/>
                  <a:ext cx="263880" cy="226440"/>
                </a:xfrm>
                <a:prstGeom prst="rect">
                  <a:avLst/>
                </a:prstGeom>
              </p:spPr>
            </p:pic>
          </mc:Fallback>
        </mc:AlternateContent>
        <mc:AlternateContent xmlns:mc="http://schemas.openxmlformats.org/markup-compatibility/2006">
          <mc:Choice xmlns:p14="http://schemas.microsoft.com/office/powerpoint/2010/main" Requires="p14">
            <p:contentPart p14:bwMode="auto" r:id="rId543">
              <p14:nvContentPartPr>
                <p14:cNvPr id="327" name="Ink 326">
                  <a:extLst>
                    <a:ext uri="{FF2B5EF4-FFF2-40B4-BE49-F238E27FC236}">
                      <a16:creationId xmlns:a16="http://schemas.microsoft.com/office/drawing/2014/main" id="{8E3723B0-1925-3470-1289-45161D28715C}"/>
                    </a:ext>
                  </a:extLst>
                </p14:cNvPr>
                <p14:cNvContentPartPr/>
                <p14:nvPr/>
              </p14:nvContentPartPr>
              <p14:xfrm>
                <a:off x="10253678" y="6006096"/>
                <a:ext cx="1384560" cy="88920"/>
              </p14:xfrm>
            </p:contentPart>
          </mc:Choice>
          <mc:Fallback>
            <p:pic>
              <p:nvPicPr>
                <p:cNvPr id="327" name="Ink 326">
                  <a:extLst>
                    <a:ext uri="{FF2B5EF4-FFF2-40B4-BE49-F238E27FC236}">
                      <a16:creationId xmlns:a16="http://schemas.microsoft.com/office/drawing/2014/main" id="{8E3723B0-1925-3470-1289-45161D28715C}"/>
                    </a:ext>
                  </a:extLst>
                </p:cNvPr>
                <p:cNvPicPr/>
                <p:nvPr/>
              </p:nvPicPr>
              <p:blipFill>
                <a:blip r:embed="rId544"/>
                <a:stretch>
                  <a:fillRect/>
                </a:stretch>
              </p:blipFill>
              <p:spPr>
                <a:xfrm>
                  <a:off x="10249358" y="6001776"/>
                  <a:ext cx="1393200" cy="97560"/>
                </a:xfrm>
                <a:prstGeom prst="rect">
                  <a:avLst/>
                </a:prstGeom>
              </p:spPr>
            </p:pic>
          </mc:Fallback>
        </mc:AlternateContent>
        <mc:AlternateContent xmlns:mc="http://schemas.openxmlformats.org/markup-compatibility/2006">
          <mc:Choice xmlns:p14="http://schemas.microsoft.com/office/powerpoint/2010/main" Requires="p14">
            <p:contentPart p14:bwMode="auto" r:id="rId545">
              <p14:nvContentPartPr>
                <p14:cNvPr id="329" name="Ink 328">
                  <a:extLst>
                    <a:ext uri="{FF2B5EF4-FFF2-40B4-BE49-F238E27FC236}">
                      <a16:creationId xmlns:a16="http://schemas.microsoft.com/office/drawing/2014/main" id="{FD096C66-1BED-EAF6-18D3-2216D97146D4}"/>
                    </a:ext>
                  </a:extLst>
                </p14:cNvPr>
                <p14:cNvContentPartPr/>
                <p14:nvPr/>
              </p14:nvContentPartPr>
              <p14:xfrm>
                <a:off x="10650758" y="6124536"/>
                <a:ext cx="366120" cy="219960"/>
              </p14:xfrm>
            </p:contentPart>
          </mc:Choice>
          <mc:Fallback>
            <p:pic>
              <p:nvPicPr>
                <p:cNvPr id="329" name="Ink 328">
                  <a:extLst>
                    <a:ext uri="{FF2B5EF4-FFF2-40B4-BE49-F238E27FC236}">
                      <a16:creationId xmlns:a16="http://schemas.microsoft.com/office/drawing/2014/main" id="{FD096C66-1BED-EAF6-18D3-2216D97146D4}"/>
                    </a:ext>
                  </a:extLst>
                </p:cNvPr>
                <p:cNvPicPr/>
                <p:nvPr/>
              </p:nvPicPr>
              <p:blipFill>
                <a:blip r:embed="rId546"/>
                <a:stretch>
                  <a:fillRect/>
                </a:stretch>
              </p:blipFill>
              <p:spPr>
                <a:xfrm>
                  <a:off x="10646438" y="6120216"/>
                  <a:ext cx="37476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547">
              <p14:nvContentPartPr>
                <p14:cNvPr id="330" name="Ink 329">
                  <a:extLst>
                    <a:ext uri="{FF2B5EF4-FFF2-40B4-BE49-F238E27FC236}">
                      <a16:creationId xmlns:a16="http://schemas.microsoft.com/office/drawing/2014/main" id="{94F88E1E-8714-85AD-2A7E-BAB21E2B78FB}"/>
                    </a:ext>
                  </a:extLst>
                </p14:cNvPr>
                <p14:cNvContentPartPr/>
                <p14:nvPr/>
              </p14:nvContentPartPr>
              <p14:xfrm>
                <a:off x="8844638" y="6312456"/>
                <a:ext cx="154800" cy="147960"/>
              </p14:xfrm>
            </p:contentPart>
          </mc:Choice>
          <mc:Fallback>
            <p:pic>
              <p:nvPicPr>
                <p:cNvPr id="330" name="Ink 329">
                  <a:extLst>
                    <a:ext uri="{FF2B5EF4-FFF2-40B4-BE49-F238E27FC236}">
                      <a16:creationId xmlns:a16="http://schemas.microsoft.com/office/drawing/2014/main" id="{94F88E1E-8714-85AD-2A7E-BAB21E2B78FB}"/>
                    </a:ext>
                  </a:extLst>
                </p:cNvPr>
                <p:cNvPicPr/>
                <p:nvPr/>
              </p:nvPicPr>
              <p:blipFill>
                <a:blip r:embed="rId548"/>
                <a:stretch>
                  <a:fillRect/>
                </a:stretch>
              </p:blipFill>
              <p:spPr>
                <a:xfrm>
                  <a:off x="8840318" y="6308136"/>
                  <a:ext cx="16344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549">
              <p14:nvContentPartPr>
                <p14:cNvPr id="331" name="Ink 330">
                  <a:extLst>
                    <a:ext uri="{FF2B5EF4-FFF2-40B4-BE49-F238E27FC236}">
                      <a16:creationId xmlns:a16="http://schemas.microsoft.com/office/drawing/2014/main" id="{76BAD6FF-DCD0-D229-FF1E-6023A9732FF6}"/>
                    </a:ext>
                  </a:extLst>
                </p14:cNvPr>
                <p14:cNvContentPartPr/>
                <p14:nvPr/>
              </p14:nvContentPartPr>
              <p14:xfrm>
                <a:off x="10904198" y="6245136"/>
                <a:ext cx="34560" cy="254520"/>
              </p14:xfrm>
            </p:contentPart>
          </mc:Choice>
          <mc:Fallback>
            <p:pic>
              <p:nvPicPr>
                <p:cNvPr id="331" name="Ink 330">
                  <a:extLst>
                    <a:ext uri="{FF2B5EF4-FFF2-40B4-BE49-F238E27FC236}">
                      <a16:creationId xmlns:a16="http://schemas.microsoft.com/office/drawing/2014/main" id="{76BAD6FF-DCD0-D229-FF1E-6023A9732FF6}"/>
                    </a:ext>
                  </a:extLst>
                </p:cNvPr>
                <p:cNvPicPr/>
                <p:nvPr/>
              </p:nvPicPr>
              <p:blipFill>
                <a:blip r:embed="rId550"/>
                <a:stretch>
                  <a:fillRect/>
                </a:stretch>
              </p:blipFill>
              <p:spPr>
                <a:xfrm>
                  <a:off x="10899878" y="6240816"/>
                  <a:ext cx="4320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551">
              <p14:nvContentPartPr>
                <p14:cNvPr id="332" name="Ink 331">
                  <a:extLst>
                    <a:ext uri="{FF2B5EF4-FFF2-40B4-BE49-F238E27FC236}">
                      <a16:creationId xmlns:a16="http://schemas.microsoft.com/office/drawing/2014/main" id="{763FAD03-F2EA-7FE3-B07C-E653D63BCF43}"/>
                    </a:ext>
                  </a:extLst>
                </p14:cNvPr>
                <p14:cNvContentPartPr/>
                <p14:nvPr/>
              </p14:nvContentPartPr>
              <p14:xfrm>
                <a:off x="10927958" y="6283656"/>
                <a:ext cx="104760" cy="71640"/>
              </p14:xfrm>
            </p:contentPart>
          </mc:Choice>
          <mc:Fallback>
            <p:pic>
              <p:nvPicPr>
                <p:cNvPr id="332" name="Ink 331">
                  <a:extLst>
                    <a:ext uri="{FF2B5EF4-FFF2-40B4-BE49-F238E27FC236}">
                      <a16:creationId xmlns:a16="http://schemas.microsoft.com/office/drawing/2014/main" id="{763FAD03-F2EA-7FE3-B07C-E653D63BCF43}"/>
                    </a:ext>
                  </a:extLst>
                </p:cNvPr>
                <p:cNvPicPr/>
                <p:nvPr/>
              </p:nvPicPr>
              <p:blipFill>
                <a:blip r:embed="rId552"/>
                <a:stretch>
                  <a:fillRect/>
                </a:stretch>
              </p:blipFill>
              <p:spPr>
                <a:xfrm>
                  <a:off x="10923638" y="6279336"/>
                  <a:ext cx="113400" cy="80280"/>
                </a:xfrm>
                <a:prstGeom prst="rect">
                  <a:avLst/>
                </a:prstGeom>
              </p:spPr>
            </p:pic>
          </mc:Fallback>
        </mc:AlternateContent>
        <mc:AlternateContent xmlns:mc="http://schemas.openxmlformats.org/markup-compatibility/2006">
          <mc:Choice xmlns:p14="http://schemas.microsoft.com/office/powerpoint/2010/main" Requires="p14">
            <p:contentPart p14:bwMode="auto" r:id="rId553">
              <p14:nvContentPartPr>
                <p14:cNvPr id="333" name="Ink 332">
                  <a:extLst>
                    <a:ext uri="{FF2B5EF4-FFF2-40B4-BE49-F238E27FC236}">
                      <a16:creationId xmlns:a16="http://schemas.microsoft.com/office/drawing/2014/main" id="{C44465D8-5BF4-0E63-A28D-9FD29E9DD228}"/>
                    </a:ext>
                  </a:extLst>
                </p14:cNvPr>
                <p14:cNvContentPartPr/>
                <p14:nvPr/>
              </p14:nvContentPartPr>
              <p14:xfrm>
                <a:off x="11078078" y="6018696"/>
                <a:ext cx="243360" cy="108360"/>
              </p14:xfrm>
            </p:contentPart>
          </mc:Choice>
          <mc:Fallback>
            <p:pic>
              <p:nvPicPr>
                <p:cNvPr id="333" name="Ink 332">
                  <a:extLst>
                    <a:ext uri="{FF2B5EF4-FFF2-40B4-BE49-F238E27FC236}">
                      <a16:creationId xmlns:a16="http://schemas.microsoft.com/office/drawing/2014/main" id="{C44465D8-5BF4-0E63-A28D-9FD29E9DD228}"/>
                    </a:ext>
                  </a:extLst>
                </p:cNvPr>
                <p:cNvPicPr/>
                <p:nvPr/>
              </p:nvPicPr>
              <p:blipFill>
                <a:blip r:embed="rId554"/>
                <a:stretch>
                  <a:fillRect/>
                </a:stretch>
              </p:blipFill>
              <p:spPr>
                <a:xfrm>
                  <a:off x="11073758" y="6014376"/>
                  <a:ext cx="252000" cy="117000"/>
                </a:xfrm>
                <a:prstGeom prst="rect">
                  <a:avLst/>
                </a:prstGeom>
              </p:spPr>
            </p:pic>
          </mc:Fallback>
        </mc:AlternateContent>
        <mc:AlternateContent xmlns:mc="http://schemas.openxmlformats.org/markup-compatibility/2006">
          <mc:Choice xmlns:p14="http://schemas.microsoft.com/office/powerpoint/2010/main" Requires="p14">
            <p:contentPart p14:bwMode="auto" r:id="rId555">
              <p14:nvContentPartPr>
                <p14:cNvPr id="335" name="Ink 334">
                  <a:extLst>
                    <a:ext uri="{FF2B5EF4-FFF2-40B4-BE49-F238E27FC236}">
                      <a16:creationId xmlns:a16="http://schemas.microsoft.com/office/drawing/2014/main" id="{0D3D3E62-8C54-C938-4D43-31D8A6D71F17}"/>
                    </a:ext>
                  </a:extLst>
                </p14:cNvPr>
                <p14:cNvContentPartPr/>
                <p14:nvPr/>
              </p14:nvContentPartPr>
              <p14:xfrm>
                <a:off x="10290038" y="2140056"/>
                <a:ext cx="871560" cy="3119400"/>
              </p14:xfrm>
            </p:contentPart>
          </mc:Choice>
          <mc:Fallback>
            <p:pic>
              <p:nvPicPr>
                <p:cNvPr id="335" name="Ink 334">
                  <a:extLst>
                    <a:ext uri="{FF2B5EF4-FFF2-40B4-BE49-F238E27FC236}">
                      <a16:creationId xmlns:a16="http://schemas.microsoft.com/office/drawing/2014/main" id="{0D3D3E62-8C54-C938-4D43-31D8A6D71F17}"/>
                    </a:ext>
                  </a:extLst>
                </p:cNvPr>
                <p:cNvPicPr/>
                <p:nvPr/>
              </p:nvPicPr>
              <p:blipFill>
                <a:blip r:embed="rId556"/>
                <a:stretch>
                  <a:fillRect/>
                </a:stretch>
              </p:blipFill>
              <p:spPr>
                <a:xfrm>
                  <a:off x="10285718" y="2135736"/>
                  <a:ext cx="880200" cy="3128040"/>
                </a:xfrm>
                <a:prstGeom prst="rect">
                  <a:avLst/>
                </a:prstGeom>
              </p:spPr>
            </p:pic>
          </mc:Fallback>
        </mc:AlternateContent>
        <mc:AlternateContent xmlns:mc="http://schemas.openxmlformats.org/markup-compatibility/2006">
          <mc:Choice xmlns:p14="http://schemas.microsoft.com/office/powerpoint/2010/main" Requires="p14">
            <p:contentPart p14:bwMode="auto" r:id="rId557">
              <p14:nvContentPartPr>
                <p14:cNvPr id="336" name="Ink 335">
                  <a:extLst>
                    <a:ext uri="{FF2B5EF4-FFF2-40B4-BE49-F238E27FC236}">
                      <a16:creationId xmlns:a16="http://schemas.microsoft.com/office/drawing/2014/main" id="{F9C25286-BDA5-9C0E-3DE9-9F47A2280989}"/>
                    </a:ext>
                  </a:extLst>
                </p14:cNvPr>
                <p14:cNvContentPartPr/>
                <p14:nvPr/>
              </p14:nvContentPartPr>
              <p14:xfrm>
                <a:off x="10129838" y="5391576"/>
                <a:ext cx="18360" cy="4680"/>
              </p14:xfrm>
            </p:contentPart>
          </mc:Choice>
          <mc:Fallback>
            <p:pic>
              <p:nvPicPr>
                <p:cNvPr id="336" name="Ink 335">
                  <a:extLst>
                    <a:ext uri="{FF2B5EF4-FFF2-40B4-BE49-F238E27FC236}">
                      <a16:creationId xmlns:a16="http://schemas.microsoft.com/office/drawing/2014/main" id="{F9C25286-BDA5-9C0E-3DE9-9F47A2280989}"/>
                    </a:ext>
                  </a:extLst>
                </p:cNvPr>
                <p:cNvPicPr/>
                <p:nvPr/>
              </p:nvPicPr>
              <p:blipFill>
                <a:blip r:embed="rId558"/>
                <a:stretch>
                  <a:fillRect/>
                </a:stretch>
              </p:blipFill>
              <p:spPr>
                <a:xfrm>
                  <a:off x="10125518" y="5387256"/>
                  <a:ext cx="27000" cy="13320"/>
                </a:xfrm>
                <a:prstGeom prst="rect">
                  <a:avLst/>
                </a:prstGeom>
              </p:spPr>
            </p:pic>
          </mc:Fallback>
        </mc:AlternateContent>
        <mc:AlternateContent xmlns:mc="http://schemas.openxmlformats.org/markup-compatibility/2006">
          <mc:Choice xmlns:p14="http://schemas.microsoft.com/office/powerpoint/2010/main" Requires="p14">
            <p:contentPart p14:bwMode="auto" r:id="rId559">
              <p14:nvContentPartPr>
                <p14:cNvPr id="337" name="Ink 336">
                  <a:extLst>
                    <a:ext uri="{FF2B5EF4-FFF2-40B4-BE49-F238E27FC236}">
                      <a16:creationId xmlns:a16="http://schemas.microsoft.com/office/drawing/2014/main" id="{D6A85927-6789-A43F-F05F-29852AECEFB4}"/>
                    </a:ext>
                  </a:extLst>
                </p14:cNvPr>
                <p14:cNvContentPartPr/>
                <p14:nvPr/>
              </p14:nvContentPartPr>
              <p14:xfrm>
                <a:off x="232358" y="2243016"/>
                <a:ext cx="6099480" cy="3623040"/>
              </p14:xfrm>
            </p:contentPart>
          </mc:Choice>
          <mc:Fallback>
            <p:pic>
              <p:nvPicPr>
                <p:cNvPr id="337" name="Ink 336">
                  <a:extLst>
                    <a:ext uri="{FF2B5EF4-FFF2-40B4-BE49-F238E27FC236}">
                      <a16:creationId xmlns:a16="http://schemas.microsoft.com/office/drawing/2014/main" id="{D6A85927-6789-A43F-F05F-29852AECEFB4}"/>
                    </a:ext>
                  </a:extLst>
                </p:cNvPr>
                <p:cNvPicPr/>
                <p:nvPr/>
              </p:nvPicPr>
              <p:blipFill>
                <a:blip r:embed="rId560"/>
                <a:stretch>
                  <a:fillRect/>
                </a:stretch>
              </p:blipFill>
              <p:spPr>
                <a:xfrm>
                  <a:off x="228038" y="2238696"/>
                  <a:ext cx="6108120" cy="3631680"/>
                </a:xfrm>
                <a:prstGeom prst="rect">
                  <a:avLst/>
                </a:prstGeom>
              </p:spPr>
            </p:pic>
          </mc:Fallback>
        </mc:AlternateContent>
        <mc:AlternateContent xmlns:mc="http://schemas.openxmlformats.org/markup-compatibility/2006">
          <mc:Choice xmlns:p14="http://schemas.microsoft.com/office/powerpoint/2010/main" Requires="p14">
            <p:contentPart p14:bwMode="auto" r:id="rId561">
              <p14:nvContentPartPr>
                <p14:cNvPr id="338" name="Ink 337">
                  <a:extLst>
                    <a:ext uri="{FF2B5EF4-FFF2-40B4-BE49-F238E27FC236}">
                      <a16:creationId xmlns:a16="http://schemas.microsoft.com/office/drawing/2014/main" id="{200D4601-B2EE-A786-B01F-6BAE95D6334E}"/>
                    </a:ext>
                  </a:extLst>
                </p14:cNvPr>
                <p14:cNvContentPartPr/>
                <p14:nvPr/>
              </p14:nvContentPartPr>
              <p14:xfrm>
                <a:off x="1347998" y="2132136"/>
                <a:ext cx="286920" cy="405720"/>
              </p14:xfrm>
            </p:contentPart>
          </mc:Choice>
          <mc:Fallback>
            <p:pic>
              <p:nvPicPr>
                <p:cNvPr id="338" name="Ink 337">
                  <a:extLst>
                    <a:ext uri="{FF2B5EF4-FFF2-40B4-BE49-F238E27FC236}">
                      <a16:creationId xmlns:a16="http://schemas.microsoft.com/office/drawing/2014/main" id="{200D4601-B2EE-A786-B01F-6BAE95D6334E}"/>
                    </a:ext>
                  </a:extLst>
                </p:cNvPr>
                <p:cNvPicPr/>
                <p:nvPr/>
              </p:nvPicPr>
              <p:blipFill>
                <a:blip r:embed="rId562"/>
                <a:stretch>
                  <a:fillRect/>
                </a:stretch>
              </p:blipFill>
              <p:spPr>
                <a:xfrm>
                  <a:off x="1343678" y="2127816"/>
                  <a:ext cx="295560" cy="414360"/>
                </a:xfrm>
                <a:prstGeom prst="rect">
                  <a:avLst/>
                </a:prstGeom>
              </p:spPr>
            </p:pic>
          </mc:Fallback>
        </mc:AlternateContent>
        <mc:AlternateContent xmlns:mc="http://schemas.openxmlformats.org/markup-compatibility/2006">
          <mc:Choice xmlns:p14="http://schemas.microsoft.com/office/powerpoint/2010/main" Requires="p14">
            <p:contentPart p14:bwMode="auto" r:id="rId563">
              <p14:nvContentPartPr>
                <p14:cNvPr id="340" name="Ink 339">
                  <a:extLst>
                    <a:ext uri="{FF2B5EF4-FFF2-40B4-BE49-F238E27FC236}">
                      <a16:creationId xmlns:a16="http://schemas.microsoft.com/office/drawing/2014/main" id="{4490DE91-EFB2-7423-B1EB-A7F4F9C8CB1D}"/>
                    </a:ext>
                  </a:extLst>
                </p14:cNvPr>
                <p14:cNvContentPartPr/>
                <p14:nvPr/>
              </p14:nvContentPartPr>
              <p14:xfrm>
                <a:off x="6148598" y="1581336"/>
                <a:ext cx="99720" cy="261720"/>
              </p14:xfrm>
            </p:contentPart>
          </mc:Choice>
          <mc:Fallback>
            <p:pic>
              <p:nvPicPr>
                <p:cNvPr id="340" name="Ink 339">
                  <a:extLst>
                    <a:ext uri="{FF2B5EF4-FFF2-40B4-BE49-F238E27FC236}">
                      <a16:creationId xmlns:a16="http://schemas.microsoft.com/office/drawing/2014/main" id="{4490DE91-EFB2-7423-B1EB-A7F4F9C8CB1D}"/>
                    </a:ext>
                  </a:extLst>
                </p:cNvPr>
                <p:cNvPicPr/>
                <p:nvPr/>
              </p:nvPicPr>
              <p:blipFill>
                <a:blip r:embed="rId564"/>
                <a:stretch>
                  <a:fillRect/>
                </a:stretch>
              </p:blipFill>
              <p:spPr>
                <a:xfrm>
                  <a:off x="6144278" y="1577016"/>
                  <a:ext cx="108360" cy="270360"/>
                </a:xfrm>
                <a:prstGeom prst="rect">
                  <a:avLst/>
                </a:prstGeom>
              </p:spPr>
            </p:pic>
          </mc:Fallback>
        </mc:AlternateContent>
        <mc:AlternateContent xmlns:mc="http://schemas.openxmlformats.org/markup-compatibility/2006">
          <mc:Choice xmlns:p14="http://schemas.microsoft.com/office/powerpoint/2010/main" Requires="p14">
            <p:contentPart p14:bwMode="auto" r:id="rId565">
              <p14:nvContentPartPr>
                <p14:cNvPr id="341" name="Ink 340">
                  <a:extLst>
                    <a:ext uri="{FF2B5EF4-FFF2-40B4-BE49-F238E27FC236}">
                      <a16:creationId xmlns:a16="http://schemas.microsoft.com/office/drawing/2014/main" id="{4E72F5AC-BDB1-8262-A1E7-27766EF5C5CC}"/>
                    </a:ext>
                  </a:extLst>
                </p14:cNvPr>
                <p14:cNvContentPartPr/>
                <p14:nvPr/>
              </p14:nvContentPartPr>
              <p14:xfrm>
                <a:off x="6289358" y="1682856"/>
                <a:ext cx="275400" cy="102600"/>
              </p14:xfrm>
            </p:contentPart>
          </mc:Choice>
          <mc:Fallback>
            <p:pic>
              <p:nvPicPr>
                <p:cNvPr id="341" name="Ink 340">
                  <a:extLst>
                    <a:ext uri="{FF2B5EF4-FFF2-40B4-BE49-F238E27FC236}">
                      <a16:creationId xmlns:a16="http://schemas.microsoft.com/office/drawing/2014/main" id="{4E72F5AC-BDB1-8262-A1E7-27766EF5C5CC}"/>
                    </a:ext>
                  </a:extLst>
                </p:cNvPr>
                <p:cNvPicPr/>
                <p:nvPr/>
              </p:nvPicPr>
              <p:blipFill>
                <a:blip r:embed="rId566"/>
                <a:stretch>
                  <a:fillRect/>
                </a:stretch>
              </p:blipFill>
              <p:spPr>
                <a:xfrm>
                  <a:off x="6285038" y="1678536"/>
                  <a:ext cx="28404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567">
              <p14:nvContentPartPr>
                <p14:cNvPr id="342" name="Ink 341">
                  <a:extLst>
                    <a:ext uri="{FF2B5EF4-FFF2-40B4-BE49-F238E27FC236}">
                      <a16:creationId xmlns:a16="http://schemas.microsoft.com/office/drawing/2014/main" id="{56B1D0E5-3DDD-E5BA-199F-33888022F2CE}"/>
                    </a:ext>
                  </a:extLst>
                </p14:cNvPr>
                <p14:cNvContentPartPr/>
                <p14:nvPr/>
              </p14:nvContentPartPr>
              <p14:xfrm>
                <a:off x="6534518" y="1617696"/>
                <a:ext cx="20160" cy="23040"/>
              </p14:xfrm>
            </p:contentPart>
          </mc:Choice>
          <mc:Fallback>
            <p:pic>
              <p:nvPicPr>
                <p:cNvPr id="342" name="Ink 341">
                  <a:extLst>
                    <a:ext uri="{FF2B5EF4-FFF2-40B4-BE49-F238E27FC236}">
                      <a16:creationId xmlns:a16="http://schemas.microsoft.com/office/drawing/2014/main" id="{56B1D0E5-3DDD-E5BA-199F-33888022F2CE}"/>
                    </a:ext>
                  </a:extLst>
                </p:cNvPr>
                <p:cNvPicPr/>
                <p:nvPr/>
              </p:nvPicPr>
              <p:blipFill>
                <a:blip r:embed="rId568"/>
                <a:stretch>
                  <a:fillRect/>
                </a:stretch>
              </p:blipFill>
              <p:spPr>
                <a:xfrm>
                  <a:off x="6530198" y="1613376"/>
                  <a:ext cx="2880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569">
              <p14:nvContentPartPr>
                <p14:cNvPr id="343" name="Ink 342">
                  <a:extLst>
                    <a:ext uri="{FF2B5EF4-FFF2-40B4-BE49-F238E27FC236}">
                      <a16:creationId xmlns:a16="http://schemas.microsoft.com/office/drawing/2014/main" id="{4C20EB99-7240-FBD9-75D0-E8AF4F99C5B1}"/>
                    </a:ext>
                  </a:extLst>
                </p14:cNvPr>
                <p14:cNvContentPartPr/>
                <p14:nvPr/>
              </p14:nvContentPartPr>
              <p14:xfrm>
                <a:off x="6592838" y="1709496"/>
                <a:ext cx="101520" cy="87480"/>
              </p14:xfrm>
            </p:contentPart>
          </mc:Choice>
          <mc:Fallback>
            <p:pic>
              <p:nvPicPr>
                <p:cNvPr id="343" name="Ink 342">
                  <a:extLst>
                    <a:ext uri="{FF2B5EF4-FFF2-40B4-BE49-F238E27FC236}">
                      <a16:creationId xmlns:a16="http://schemas.microsoft.com/office/drawing/2014/main" id="{4C20EB99-7240-FBD9-75D0-E8AF4F99C5B1}"/>
                    </a:ext>
                  </a:extLst>
                </p:cNvPr>
                <p:cNvPicPr/>
                <p:nvPr/>
              </p:nvPicPr>
              <p:blipFill>
                <a:blip r:embed="rId570"/>
                <a:stretch>
                  <a:fillRect/>
                </a:stretch>
              </p:blipFill>
              <p:spPr>
                <a:xfrm>
                  <a:off x="6588518" y="1705176"/>
                  <a:ext cx="11016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571">
              <p14:nvContentPartPr>
                <p14:cNvPr id="344" name="Ink 343">
                  <a:extLst>
                    <a:ext uri="{FF2B5EF4-FFF2-40B4-BE49-F238E27FC236}">
                      <a16:creationId xmlns:a16="http://schemas.microsoft.com/office/drawing/2014/main" id="{674A9458-C84E-A854-202E-9C8E77B835A8}"/>
                    </a:ext>
                  </a:extLst>
                </p14:cNvPr>
                <p14:cNvContentPartPr/>
                <p14:nvPr/>
              </p14:nvContentPartPr>
              <p14:xfrm>
                <a:off x="6706238" y="1714536"/>
                <a:ext cx="92520" cy="60120"/>
              </p14:xfrm>
            </p:contentPart>
          </mc:Choice>
          <mc:Fallback>
            <p:pic>
              <p:nvPicPr>
                <p:cNvPr id="344" name="Ink 343">
                  <a:extLst>
                    <a:ext uri="{FF2B5EF4-FFF2-40B4-BE49-F238E27FC236}">
                      <a16:creationId xmlns:a16="http://schemas.microsoft.com/office/drawing/2014/main" id="{674A9458-C84E-A854-202E-9C8E77B835A8}"/>
                    </a:ext>
                  </a:extLst>
                </p:cNvPr>
                <p:cNvPicPr/>
                <p:nvPr/>
              </p:nvPicPr>
              <p:blipFill>
                <a:blip r:embed="rId572"/>
                <a:stretch>
                  <a:fillRect/>
                </a:stretch>
              </p:blipFill>
              <p:spPr>
                <a:xfrm>
                  <a:off x="6701918" y="1710216"/>
                  <a:ext cx="10116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573">
              <p14:nvContentPartPr>
                <p14:cNvPr id="345" name="Ink 344">
                  <a:extLst>
                    <a:ext uri="{FF2B5EF4-FFF2-40B4-BE49-F238E27FC236}">
                      <a16:creationId xmlns:a16="http://schemas.microsoft.com/office/drawing/2014/main" id="{BB0B88AE-FDEA-D16F-F948-D2DE3AAB4FF6}"/>
                    </a:ext>
                  </a:extLst>
                </p14:cNvPr>
                <p14:cNvContentPartPr/>
                <p14:nvPr/>
              </p14:nvContentPartPr>
              <p14:xfrm>
                <a:off x="6812798" y="1700136"/>
                <a:ext cx="243720" cy="66240"/>
              </p14:xfrm>
            </p:contentPart>
          </mc:Choice>
          <mc:Fallback>
            <p:pic>
              <p:nvPicPr>
                <p:cNvPr id="345" name="Ink 344">
                  <a:extLst>
                    <a:ext uri="{FF2B5EF4-FFF2-40B4-BE49-F238E27FC236}">
                      <a16:creationId xmlns:a16="http://schemas.microsoft.com/office/drawing/2014/main" id="{BB0B88AE-FDEA-D16F-F948-D2DE3AAB4FF6}"/>
                    </a:ext>
                  </a:extLst>
                </p:cNvPr>
                <p:cNvPicPr/>
                <p:nvPr/>
              </p:nvPicPr>
              <p:blipFill>
                <a:blip r:embed="rId574"/>
                <a:stretch>
                  <a:fillRect/>
                </a:stretch>
              </p:blipFill>
              <p:spPr>
                <a:xfrm>
                  <a:off x="6808478" y="1695816"/>
                  <a:ext cx="252360" cy="74880"/>
                </a:xfrm>
                <a:prstGeom prst="rect">
                  <a:avLst/>
                </a:prstGeom>
              </p:spPr>
            </p:pic>
          </mc:Fallback>
        </mc:AlternateContent>
        <mc:AlternateContent xmlns:mc="http://schemas.openxmlformats.org/markup-compatibility/2006">
          <mc:Choice xmlns:p14="http://schemas.microsoft.com/office/powerpoint/2010/main" Requires="p14">
            <p:contentPart p14:bwMode="auto" r:id="rId575">
              <p14:nvContentPartPr>
                <p14:cNvPr id="347" name="Ink 346">
                  <a:extLst>
                    <a:ext uri="{FF2B5EF4-FFF2-40B4-BE49-F238E27FC236}">
                      <a16:creationId xmlns:a16="http://schemas.microsoft.com/office/drawing/2014/main" id="{39F73EB0-229E-87CB-8CA7-8C0CDBF43BC3}"/>
                    </a:ext>
                  </a:extLst>
                </p14:cNvPr>
                <p14:cNvContentPartPr/>
                <p14:nvPr/>
              </p14:nvContentPartPr>
              <p14:xfrm>
                <a:off x="1748318" y="2414376"/>
                <a:ext cx="1503000" cy="326880"/>
              </p14:xfrm>
            </p:contentPart>
          </mc:Choice>
          <mc:Fallback>
            <p:pic>
              <p:nvPicPr>
                <p:cNvPr id="347" name="Ink 346">
                  <a:extLst>
                    <a:ext uri="{FF2B5EF4-FFF2-40B4-BE49-F238E27FC236}">
                      <a16:creationId xmlns:a16="http://schemas.microsoft.com/office/drawing/2014/main" id="{39F73EB0-229E-87CB-8CA7-8C0CDBF43BC3}"/>
                    </a:ext>
                  </a:extLst>
                </p:cNvPr>
                <p:cNvPicPr/>
                <p:nvPr/>
              </p:nvPicPr>
              <p:blipFill>
                <a:blip r:embed="rId576"/>
                <a:stretch>
                  <a:fillRect/>
                </a:stretch>
              </p:blipFill>
              <p:spPr>
                <a:xfrm>
                  <a:off x="1743998" y="2410056"/>
                  <a:ext cx="1511640" cy="335520"/>
                </a:xfrm>
                <a:prstGeom prst="rect">
                  <a:avLst/>
                </a:prstGeom>
              </p:spPr>
            </p:pic>
          </mc:Fallback>
        </mc:AlternateContent>
        <mc:AlternateContent xmlns:mc="http://schemas.openxmlformats.org/markup-compatibility/2006">
          <mc:Choice xmlns:p14="http://schemas.microsoft.com/office/powerpoint/2010/main" Requires="p14">
            <p:contentPart p14:bwMode="auto" r:id="rId577">
              <p14:nvContentPartPr>
                <p14:cNvPr id="348" name="Ink 347">
                  <a:extLst>
                    <a:ext uri="{FF2B5EF4-FFF2-40B4-BE49-F238E27FC236}">
                      <a16:creationId xmlns:a16="http://schemas.microsoft.com/office/drawing/2014/main" id="{DDD37F43-AC08-BE3F-E830-06EA07086E92}"/>
                    </a:ext>
                  </a:extLst>
                </p14:cNvPr>
                <p14:cNvContentPartPr/>
                <p14:nvPr/>
              </p14:nvContentPartPr>
              <p14:xfrm>
                <a:off x="1720238" y="2606976"/>
                <a:ext cx="1653480" cy="307440"/>
              </p14:xfrm>
            </p:contentPart>
          </mc:Choice>
          <mc:Fallback>
            <p:pic>
              <p:nvPicPr>
                <p:cNvPr id="348" name="Ink 347">
                  <a:extLst>
                    <a:ext uri="{FF2B5EF4-FFF2-40B4-BE49-F238E27FC236}">
                      <a16:creationId xmlns:a16="http://schemas.microsoft.com/office/drawing/2014/main" id="{DDD37F43-AC08-BE3F-E830-06EA07086E92}"/>
                    </a:ext>
                  </a:extLst>
                </p:cNvPr>
                <p:cNvPicPr/>
                <p:nvPr/>
              </p:nvPicPr>
              <p:blipFill>
                <a:blip r:embed="rId578"/>
                <a:stretch>
                  <a:fillRect/>
                </a:stretch>
              </p:blipFill>
              <p:spPr>
                <a:xfrm>
                  <a:off x="1715918" y="2602656"/>
                  <a:ext cx="1662120" cy="316080"/>
                </a:xfrm>
                <a:prstGeom prst="rect">
                  <a:avLst/>
                </a:prstGeom>
              </p:spPr>
            </p:pic>
          </mc:Fallback>
        </mc:AlternateContent>
      </p:grpSp>
      <p:grpSp>
        <p:nvGrpSpPr>
          <p:cNvPr id="442" name="Group 441">
            <a:extLst>
              <a:ext uri="{FF2B5EF4-FFF2-40B4-BE49-F238E27FC236}">
                <a16:creationId xmlns:a16="http://schemas.microsoft.com/office/drawing/2014/main" id="{EA632028-6DD0-718A-46F2-C5414BCB3DC8}"/>
              </a:ext>
            </a:extLst>
          </p:cNvPr>
          <p:cNvGrpSpPr/>
          <p:nvPr/>
        </p:nvGrpSpPr>
        <p:grpSpPr>
          <a:xfrm>
            <a:off x="74678" y="5240376"/>
            <a:ext cx="5233320" cy="1579680"/>
            <a:chOff x="74678" y="5240376"/>
            <a:chExt cx="5233320" cy="1579680"/>
          </a:xfrm>
        </p:grpSpPr>
        <mc:AlternateContent xmlns:mc="http://schemas.openxmlformats.org/markup-compatibility/2006">
          <mc:Choice xmlns:p14="http://schemas.microsoft.com/office/powerpoint/2010/main" Requires="p14">
            <p:contentPart p14:bwMode="auto" r:id="rId579">
              <p14:nvContentPartPr>
                <p14:cNvPr id="350" name="Ink 349">
                  <a:extLst>
                    <a:ext uri="{FF2B5EF4-FFF2-40B4-BE49-F238E27FC236}">
                      <a16:creationId xmlns:a16="http://schemas.microsoft.com/office/drawing/2014/main" id="{6F50A4BB-1952-65B5-20EF-E160313AACDB}"/>
                    </a:ext>
                  </a:extLst>
                </p14:cNvPr>
                <p14:cNvContentPartPr/>
                <p14:nvPr/>
              </p14:nvContentPartPr>
              <p14:xfrm>
                <a:off x="268718" y="5475096"/>
                <a:ext cx="226440" cy="396720"/>
              </p14:xfrm>
            </p:contentPart>
          </mc:Choice>
          <mc:Fallback>
            <p:pic>
              <p:nvPicPr>
                <p:cNvPr id="350" name="Ink 349">
                  <a:extLst>
                    <a:ext uri="{FF2B5EF4-FFF2-40B4-BE49-F238E27FC236}">
                      <a16:creationId xmlns:a16="http://schemas.microsoft.com/office/drawing/2014/main" id="{6F50A4BB-1952-65B5-20EF-E160313AACDB}"/>
                    </a:ext>
                  </a:extLst>
                </p:cNvPr>
                <p:cNvPicPr/>
                <p:nvPr/>
              </p:nvPicPr>
              <p:blipFill>
                <a:blip r:embed="rId580"/>
                <a:stretch>
                  <a:fillRect/>
                </a:stretch>
              </p:blipFill>
              <p:spPr>
                <a:xfrm>
                  <a:off x="264398" y="5470776"/>
                  <a:ext cx="235080" cy="405360"/>
                </a:xfrm>
                <a:prstGeom prst="rect">
                  <a:avLst/>
                </a:prstGeom>
              </p:spPr>
            </p:pic>
          </mc:Fallback>
        </mc:AlternateContent>
        <mc:AlternateContent xmlns:mc="http://schemas.openxmlformats.org/markup-compatibility/2006">
          <mc:Choice xmlns:p14="http://schemas.microsoft.com/office/powerpoint/2010/main" Requires="p14">
            <p:contentPart p14:bwMode="auto" r:id="rId581">
              <p14:nvContentPartPr>
                <p14:cNvPr id="351" name="Ink 350">
                  <a:extLst>
                    <a:ext uri="{FF2B5EF4-FFF2-40B4-BE49-F238E27FC236}">
                      <a16:creationId xmlns:a16="http://schemas.microsoft.com/office/drawing/2014/main" id="{B6F2219A-A871-38E8-0502-46A9B3095054}"/>
                    </a:ext>
                  </a:extLst>
                </p14:cNvPr>
                <p14:cNvContentPartPr/>
                <p14:nvPr/>
              </p14:nvContentPartPr>
              <p14:xfrm>
                <a:off x="513878" y="5822136"/>
                <a:ext cx="20160" cy="136440"/>
              </p14:xfrm>
            </p:contentPart>
          </mc:Choice>
          <mc:Fallback>
            <p:pic>
              <p:nvPicPr>
                <p:cNvPr id="351" name="Ink 350">
                  <a:extLst>
                    <a:ext uri="{FF2B5EF4-FFF2-40B4-BE49-F238E27FC236}">
                      <a16:creationId xmlns:a16="http://schemas.microsoft.com/office/drawing/2014/main" id="{B6F2219A-A871-38E8-0502-46A9B3095054}"/>
                    </a:ext>
                  </a:extLst>
                </p:cNvPr>
                <p:cNvPicPr/>
                <p:nvPr/>
              </p:nvPicPr>
              <p:blipFill>
                <a:blip r:embed="rId582"/>
                <a:stretch>
                  <a:fillRect/>
                </a:stretch>
              </p:blipFill>
              <p:spPr>
                <a:xfrm>
                  <a:off x="509558" y="5817816"/>
                  <a:ext cx="2880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583">
              <p14:nvContentPartPr>
                <p14:cNvPr id="352" name="Ink 351">
                  <a:extLst>
                    <a:ext uri="{FF2B5EF4-FFF2-40B4-BE49-F238E27FC236}">
                      <a16:creationId xmlns:a16="http://schemas.microsoft.com/office/drawing/2014/main" id="{9FA54358-9193-C577-A848-CAA9AB91DDF4}"/>
                    </a:ext>
                  </a:extLst>
                </p14:cNvPr>
                <p14:cNvContentPartPr/>
                <p14:nvPr/>
              </p14:nvContentPartPr>
              <p14:xfrm>
                <a:off x="542678" y="5438736"/>
                <a:ext cx="119880" cy="131400"/>
              </p14:xfrm>
            </p:contentPart>
          </mc:Choice>
          <mc:Fallback>
            <p:pic>
              <p:nvPicPr>
                <p:cNvPr id="352" name="Ink 351">
                  <a:extLst>
                    <a:ext uri="{FF2B5EF4-FFF2-40B4-BE49-F238E27FC236}">
                      <a16:creationId xmlns:a16="http://schemas.microsoft.com/office/drawing/2014/main" id="{9FA54358-9193-C577-A848-CAA9AB91DDF4}"/>
                    </a:ext>
                  </a:extLst>
                </p:cNvPr>
                <p:cNvPicPr/>
                <p:nvPr/>
              </p:nvPicPr>
              <p:blipFill>
                <a:blip r:embed="rId584"/>
                <a:stretch>
                  <a:fillRect/>
                </a:stretch>
              </p:blipFill>
              <p:spPr>
                <a:xfrm>
                  <a:off x="538358" y="5434416"/>
                  <a:ext cx="12852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585">
              <p14:nvContentPartPr>
                <p14:cNvPr id="353" name="Ink 352">
                  <a:extLst>
                    <a:ext uri="{FF2B5EF4-FFF2-40B4-BE49-F238E27FC236}">
                      <a16:creationId xmlns:a16="http://schemas.microsoft.com/office/drawing/2014/main" id="{06247D17-EDDF-E096-8875-7D6E071D568C}"/>
                    </a:ext>
                  </a:extLst>
                </p14:cNvPr>
                <p14:cNvContentPartPr/>
                <p14:nvPr/>
              </p14:nvContentPartPr>
              <p14:xfrm>
                <a:off x="697478" y="5697576"/>
                <a:ext cx="140040" cy="26640"/>
              </p14:xfrm>
            </p:contentPart>
          </mc:Choice>
          <mc:Fallback>
            <p:pic>
              <p:nvPicPr>
                <p:cNvPr id="353" name="Ink 352">
                  <a:extLst>
                    <a:ext uri="{FF2B5EF4-FFF2-40B4-BE49-F238E27FC236}">
                      <a16:creationId xmlns:a16="http://schemas.microsoft.com/office/drawing/2014/main" id="{06247D17-EDDF-E096-8875-7D6E071D568C}"/>
                    </a:ext>
                  </a:extLst>
                </p:cNvPr>
                <p:cNvPicPr/>
                <p:nvPr/>
              </p:nvPicPr>
              <p:blipFill>
                <a:blip r:embed="rId586"/>
                <a:stretch>
                  <a:fillRect/>
                </a:stretch>
              </p:blipFill>
              <p:spPr>
                <a:xfrm>
                  <a:off x="693158" y="5693256"/>
                  <a:ext cx="14868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587">
              <p14:nvContentPartPr>
                <p14:cNvPr id="354" name="Ink 353">
                  <a:extLst>
                    <a:ext uri="{FF2B5EF4-FFF2-40B4-BE49-F238E27FC236}">
                      <a16:creationId xmlns:a16="http://schemas.microsoft.com/office/drawing/2014/main" id="{97C4B7B2-9514-A433-B53A-512310B42AA6}"/>
                    </a:ext>
                  </a:extLst>
                </p14:cNvPr>
                <p14:cNvContentPartPr/>
                <p14:nvPr/>
              </p14:nvContentPartPr>
              <p14:xfrm>
                <a:off x="744998" y="5655096"/>
                <a:ext cx="24840" cy="177480"/>
              </p14:xfrm>
            </p:contentPart>
          </mc:Choice>
          <mc:Fallback>
            <p:pic>
              <p:nvPicPr>
                <p:cNvPr id="354" name="Ink 353">
                  <a:extLst>
                    <a:ext uri="{FF2B5EF4-FFF2-40B4-BE49-F238E27FC236}">
                      <a16:creationId xmlns:a16="http://schemas.microsoft.com/office/drawing/2014/main" id="{97C4B7B2-9514-A433-B53A-512310B42AA6}"/>
                    </a:ext>
                  </a:extLst>
                </p:cNvPr>
                <p:cNvPicPr/>
                <p:nvPr/>
              </p:nvPicPr>
              <p:blipFill>
                <a:blip r:embed="rId588"/>
                <a:stretch>
                  <a:fillRect/>
                </a:stretch>
              </p:blipFill>
              <p:spPr>
                <a:xfrm>
                  <a:off x="740678" y="5650776"/>
                  <a:ext cx="3348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589">
              <p14:nvContentPartPr>
                <p14:cNvPr id="355" name="Ink 354">
                  <a:extLst>
                    <a:ext uri="{FF2B5EF4-FFF2-40B4-BE49-F238E27FC236}">
                      <a16:creationId xmlns:a16="http://schemas.microsoft.com/office/drawing/2014/main" id="{2B570384-92EB-278F-4447-5E944CF2179C}"/>
                    </a:ext>
                  </a:extLst>
                </p14:cNvPr>
                <p14:cNvContentPartPr/>
                <p14:nvPr/>
              </p14:nvContentPartPr>
              <p14:xfrm>
                <a:off x="908078" y="5503536"/>
                <a:ext cx="165240" cy="290520"/>
              </p14:xfrm>
            </p:contentPart>
          </mc:Choice>
          <mc:Fallback>
            <p:pic>
              <p:nvPicPr>
                <p:cNvPr id="355" name="Ink 354">
                  <a:extLst>
                    <a:ext uri="{FF2B5EF4-FFF2-40B4-BE49-F238E27FC236}">
                      <a16:creationId xmlns:a16="http://schemas.microsoft.com/office/drawing/2014/main" id="{2B570384-92EB-278F-4447-5E944CF2179C}"/>
                    </a:ext>
                  </a:extLst>
                </p:cNvPr>
                <p:cNvPicPr/>
                <p:nvPr/>
              </p:nvPicPr>
              <p:blipFill>
                <a:blip r:embed="rId590"/>
                <a:stretch>
                  <a:fillRect/>
                </a:stretch>
              </p:blipFill>
              <p:spPr>
                <a:xfrm>
                  <a:off x="903758" y="5499216"/>
                  <a:ext cx="173880" cy="299160"/>
                </a:xfrm>
                <a:prstGeom prst="rect">
                  <a:avLst/>
                </a:prstGeom>
              </p:spPr>
            </p:pic>
          </mc:Fallback>
        </mc:AlternateContent>
        <mc:AlternateContent xmlns:mc="http://schemas.openxmlformats.org/markup-compatibility/2006">
          <mc:Choice xmlns:p14="http://schemas.microsoft.com/office/powerpoint/2010/main" Requires="p14">
            <p:contentPart p14:bwMode="auto" r:id="rId591">
              <p14:nvContentPartPr>
                <p14:cNvPr id="356" name="Ink 355">
                  <a:extLst>
                    <a:ext uri="{FF2B5EF4-FFF2-40B4-BE49-F238E27FC236}">
                      <a16:creationId xmlns:a16="http://schemas.microsoft.com/office/drawing/2014/main" id="{81E1E44F-C3B4-66C7-D483-191CFDB4C47A}"/>
                    </a:ext>
                  </a:extLst>
                </p14:cNvPr>
                <p14:cNvContentPartPr/>
                <p14:nvPr/>
              </p14:nvContentPartPr>
              <p14:xfrm>
                <a:off x="1122278" y="5724576"/>
                <a:ext cx="117000" cy="146880"/>
              </p14:xfrm>
            </p:contentPart>
          </mc:Choice>
          <mc:Fallback>
            <p:pic>
              <p:nvPicPr>
                <p:cNvPr id="356" name="Ink 355">
                  <a:extLst>
                    <a:ext uri="{FF2B5EF4-FFF2-40B4-BE49-F238E27FC236}">
                      <a16:creationId xmlns:a16="http://schemas.microsoft.com/office/drawing/2014/main" id="{81E1E44F-C3B4-66C7-D483-191CFDB4C47A}"/>
                    </a:ext>
                  </a:extLst>
                </p:cNvPr>
                <p:cNvPicPr/>
                <p:nvPr/>
              </p:nvPicPr>
              <p:blipFill>
                <a:blip r:embed="rId592"/>
                <a:stretch>
                  <a:fillRect/>
                </a:stretch>
              </p:blipFill>
              <p:spPr>
                <a:xfrm>
                  <a:off x="1117958" y="5720256"/>
                  <a:ext cx="12564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593">
              <p14:nvContentPartPr>
                <p14:cNvPr id="357" name="Ink 356">
                  <a:extLst>
                    <a:ext uri="{FF2B5EF4-FFF2-40B4-BE49-F238E27FC236}">
                      <a16:creationId xmlns:a16="http://schemas.microsoft.com/office/drawing/2014/main" id="{377A01C4-FA4E-CDB6-17CC-738E80E6D4C1}"/>
                    </a:ext>
                  </a:extLst>
                </p14:cNvPr>
                <p14:cNvContentPartPr/>
                <p14:nvPr/>
              </p14:nvContentPartPr>
              <p14:xfrm>
                <a:off x="1165478" y="5344776"/>
                <a:ext cx="138240" cy="132480"/>
              </p14:xfrm>
            </p:contentPart>
          </mc:Choice>
          <mc:Fallback>
            <p:pic>
              <p:nvPicPr>
                <p:cNvPr id="357" name="Ink 356">
                  <a:extLst>
                    <a:ext uri="{FF2B5EF4-FFF2-40B4-BE49-F238E27FC236}">
                      <a16:creationId xmlns:a16="http://schemas.microsoft.com/office/drawing/2014/main" id="{377A01C4-FA4E-CDB6-17CC-738E80E6D4C1}"/>
                    </a:ext>
                  </a:extLst>
                </p:cNvPr>
                <p:cNvPicPr/>
                <p:nvPr/>
              </p:nvPicPr>
              <p:blipFill>
                <a:blip r:embed="rId594"/>
                <a:stretch>
                  <a:fillRect/>
                </a:stretch>
              </p:blipFill>
              <p:spPr>
                <a:xfrm>
                  <a:off x="1161158" y="5340456"/>
                  <a:ext cx="14688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595">
              <p14:nvContentPartPr>
                <p14:cNvPr id="358" name="Ink 357">
                  <a:extLst>
                    <a:ext uri="{FF2B5EF4-FFF2-40B4-BE49-F238E27FC236}">
                      <a16:creationId xmlns:a16="http://schemas.microsoft.com/office/drawing/2014/main" id="{2559DAA7-D400-3E68-90E5-FA8FA832D35E}"/>
                    </a:ext>
                  </a:extLst>
                </p14:cNvPr>
                <p14:cNvContentPartPr/>
                <p14:nvPr/>
              </p14:nvContentPartPr>
              <p14:xfrm>
                <a:off x="1321358" y="5645016"/>
                <a:ext cx="148680" cy="27720"/>
              </p14:xfrm>
            </p:contentPart>
          </mc:Choice>
          <mc:Fallback>
            <p:pic>
              <p:nvPicPr>
                <p:cNvPr id="358" name="Ink 357">
                  <a:extLst>
                    <a:ext uri="{FF2B5EF4-FFF2-40B4-BE49-F238E27FC236}">
                      <a16:creationId xmlns:a16="http://schemas.microsoft.com/office/drawing/2014/main" id="{2559DAA7-D400-3E68-90E5-FA8FA832D35E}"/>
                    </a:ext>
                  </a:extLst>
                </p:cNvPr>
                <p:cNvPicPr/>
                <p:nvPr/>
              </p:nvPicPr>
              <p:blipFill>
                <a:blip r:embed="rId596"/>
                <a:stretch>
                  <a:fillRect/>
                </a:stretch>
              </p:blipFill>
              <p:spPr>
                <a:xfrm>
                  <a:off x="1317038" y="5640696"/>
                  <a:ext cx="15732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597">
              <p14:nvContentPartPr>
                <p14:cNvPr id="359" name="Ink 358">
                  <a:extLst>
                    <a:ext uri="{FF2B5EF4-FFF2-40B4-BE49-F238E27FC236}">
                      <a16:creationId xmlns:a16="http://schemas.microsoft.com/office/drawing/2014/main" id="{E17C5AA4-7CCE-7A79-B2E5-B25333ED5126}"/>
                    </a:ext>
                  </a:extLst>
                </p14:cNvPr>
                <p14:cNvContentPartPr/>
                <p14:nvPr/>
              </p14:nvContentPartPr>
              <p14:xfrm>
                <a:off x="1364198" y="5628456"/>
                <a:ext cx="41760" cy="118440"/>
              </p14:xfrm>
            </p:contentPart>
          </mc:Choice>
          <mc:Fallback>
            <p:pic>
              <p:nvPicPr>
                <p:cNvPr id="359" name="Ink 358">
                  <a:extLst>
                    <a:ext uri="{FF2B5EF4-FFF2-40B4-BE49-F238E27FC236}">
                      <a16:creationId xmlns:a16="http://schemas.microsoft.com/office/drawing/2014/main" id="{E17C5AA4-7CCE-7A79-B2E5-B25333ED5126}"/>
                    </a:ext>
                  </a:extLst>
                </p:cNvPr>
                <p:cNvPicPr/>
                <p:nvPr/>
              </p:nvPicPr>
              <p:blipFill>
                <a:blip r:embed="rId598"/>
                <a:stretch>
                  <a:fillRect/>
                </a:stretch>
              </p:blipFill>
              <p:spPr>
                <a:xfrm>
                  <a:off x="1359878" y="5624136"/>
                  <a:ext cx="5040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599">
              <p14:nvContentPartPr>
                <p14:cNvPr id="360" name="Ink 359">
                  <a:extLst>
                    <a:ext uri="{FF2B5EF4-FFF2-40B4-BE49-F238E27FC236}">
                      <a16:creationId xmlns:a16="http://schemas.microsoft.com/office/drawing/2014/main" id="{5976C432-B840-4BF5-2B7B-F12CEB4B3317}"/>
                    </a:ext>
                  </a:extLst>
                </p14:cNvPr>
                <p14:cNvContentPartPr/>
                <p14:nvPr/>
              </p14:nvContentPartPr>
              <p14:xfrm>
                <a:off x="1548518" y="5646096"/>
                <a:ext cx="5760" cy="9360"/>
              </p14:xfrm>
            </p:contentPart>
          </mc:Choice>
          <mc:Fallback>
            <p:pic>
              <p:nvPicPr>
                <p:cNvPr id="360" name="Ink 359">
                  <a:extLst>
                    <a:ext uri="{FF2B5EF4-FFF2-40B4-BE49-F238E27FC236}">
                      <a16:creationId xmlns:a16="http://schemas.microsoft.com/office/drawing/2014/main" id="{5976C432-B840-4BF5-2B7B-F12CEB4B3317}"/>
                    </a:ext>
                  </a:extLst>
                </p:cNvPr>
                <p:cNvPicPr/>
                <p:nvPr/>
              </p:nvPicPr>
              <p:blipFill>
                <a:blip r:embed="rId600"/>
                <a:stretch>
                  <a:fillRect/>
                </a:stretch>
              </p:blipFill>
              <p:spPr>
                <a:xfrm>
                  <a:off x="1544198" y="5641776"/>
                  <a:ext cx="144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601">
              <p14:nvContentPartPr>
                <p14:cNvPr id="361" name="Ink 360">
                  <a:extLst>
                    <a:ext uri="{FF2B5EF4-FFF2-40B4-BE49-F238E27FC236}">
                      <a16:creationId xmlns:a16="http://schemas.microsoft.com/office/drawing/2014/main" id="{AA269E32-9D52-0C8B-39E6-5DB5A442A5B6}"/>
                    </a:ext>
                  </a:extLst>
                </p14:cNvPr>
                <p14:cNvContentPartPr/>
                <p14:nvPr/>
              </p14:nvContentPartPr>
              <p14:xfrm>
                <a:off x="1658678" y="5654376"/>
                <a:ext cx="5400" cy="11520"/>
              </p14:xfrm>
            </p:contentPart>
          </mc:Choice>
          <mc:Fallback>
            <p:pic>
              <p:nvPicPr>
                <p:cNvPr id="361" name="Ink 360">
                  <a:extLst>
                    <a:ext uri="{FF2B5EF4-FFF2-40B4-BE49-F238E27FC236}">
                      <a16:creationId xmlns:a16="http://schemas.microsoft.com/office/drawing/2014/main" id="{AA269E32-9D52-0C8B-39E6-5DB5A442A5B6}"/>
                    </a:ext>
                  </a:extLst>
                </p:cNvPr>
                <p:cNvPicPr/>
                <p:nvPr/>
              </p:nvPicPr>
              <p:blipFill>
                <a:blip r:embed="rId602"/>
                <a:stretch>
                  <a:fillRect/>
                </a:stretch>
              </p:blipFill>
              <p:spPr>
                <a:xfrm>
                  <a:off x="1654358" y="5650056"/>
                  <a:ext cx="1404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603">
              <p14:nvContentPartPr>
                <p14:cNvPr id="362" name="Ink 361">
                  <a:extLst>
                    <a:ext uri="{FF2B5EF4-FFF2-40B4-BE49-F238E27FC236}">
                      <a16:creationId xmlns:a16="http://schemas.microsoft.com/office/drawing/2014/main" id="{36E2FF19-0943-EF7F-A5CB-967473656913}"/>
                    </a:ext>
                  </a:extLst>
                </p14:cNvPr>
                <p14:cNvContentPartPr/>
                <p14:nvPr/>
              </p14:nvContentPartPr>
              <p14:xfrm>
                <a:off x="1756238" y="5660136"/>
                <a:ext cx="360" cy="360"/>
              </p14:xfrm>
            </p:contentPart>
          </mc:Choice>
          <mc:Fallback>
            <p:pic>
              <p:nvPicPr>
                <p:cNvPr id="362" name="Ink 361">
                  <a:extLst>
                    <a:ext uri="{FF2B5EF4-FFF2-40B4-BE49-F238E27FC236}">
                      <a16:creationId xmlns:a16="http://schemas.microsoft.com/office/drawing/2014/main" id="{36E2FF19-0943-EF7F-A5CB-967473656913}"/>
                    </a:ext>
                  </a:extLst>
                </p:cNvPr>
                <p:cNvPicPr/>
                <p:nvPr/>
              </p:nvPicPr>
              <p:blipFill>
                <a:blip r:embed="rId45"/>
                <a:stretch>
                  <a:fillRect/>
                </a:stretch>
              </p:blipFill>
              <p:spPr>
                <a:xfrm>
                  <a:off x="1751918" y="565581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604">
              <p14:nvContentPartPr>
                <p14:cNvPr id="364" name="Ink 363">
                  <a:extLst>
                    <a:ext uri="{FF2B5EF4-FFF2-40B4-BE49-F238E27FC236}">
                      <a16:creationId xmlns:a16="http://schemas.microsoft.com/office/drawing/2014/main" id="{4FB64A6B-5EC5-7E0B-8D34-FF08FAC345A5}"/>
                    </a:ext>
                  </a:extLst>
                </p14:cNvPr>
                <p14:cNvContentPartPr/>
                <p14:nvPr/>
              </p14:nvContentPartPr>
              <p14:xfrm>
                <a:off x="1886198" y="5660136"/>
                <a:ext cx="172440" cy="40680"/>
              </p14:xfrm>
            </p:contentPart>
          </mc:Choice>
          <mc:Fallback>
            <p:pic>
              <p:nvPicPr>
                <p:cNvPr id="364" name="Ink 363">
                  <a:extLst>
                    <a:ext uri="{FF2B5EF4-FFF2-40B4-BE49-F238E27FC236}">
                      <a16:creationId xmlns:a16="http://schemas.microsoft.com/office/drawing/2014/main" id="{4FB64A6B-5EC5-7E0B-8D34-FF08FAC345A5}"/>
                    </a:ext>
                  </a:extLst>
                </p:cNvPr>
                <p:cNvPicPr/>
                <p:nvPr/>
              </p:nvPicPr>
              <p:blipFill>
                <a:blip r:embed="rId605"/>
                <a:stretch>
                  <a:fillRect/>
                </a:stretch>
              </p:blipFill>
              <p:spPr>
                <a:xfrm>
                  <a:off x="1881878" y="5655816"/>
                  <a:ext cx="18108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606">
              <p14:nvContentPartPr>
                <p14:cNvPr id="365" name="Ink 364">
                  <a:extLst>
                    <a:ext uri="{FF2B5EF4-FFF2-40B4-BE49-F238E27FC236}">
                      <a16:creationId xmlns:a16="http://schemas.microsoft.com/office/drawing/2014/main" id="{6D3E82D4-3307-2D1F-F8BD-E153FC270A9B}"/>
                    </a:ext>
                  </a:extLst>
                </p14:cNvPr>
                <p14:cNvContentPartPr/>
                <p14:nvPr/>
              </p14:nvContentPartPr>
              <p14:xfrm>
                <a:off x="1960358" y="5628816"/>
                <a:ext cx="12960" cy="157680"/>
              </p14:xfrm>
            </p:contentPart>
          </mc:Choice>
          <mc:Fallback>
            <p:pic>
              <p:nvPicPr>
                <p:cNvPr id="365" name="Ink 364">
                  <a:extLst>
                    <a:ext uri="{FF2B5EF4-FFF2-40B4-BE49-F238E27FC236}">
                      <a16:creationId xmlns:a16="http://schemas.microsoft.com/office/drawing/2014/main" id="{6D3E82D4-3307-2D1F-F8BD-E153FC270A9B}"/>
                    </a:ext>
                  </a:extLst>
                </p:cNvPr>
                <p:cNvPicPr/>
                <p:nvPr/>
              </p:nvPicPr>
              <p:blipFill>
                <a:blip r:embed="rId607"/>
                <a:stretch>
                  <a:fillRect/>
                </a:stretch>
              </p:blipFill>
              <p:spPr>
                <a:xfrm>
                  <a:off x="1956038" y="5624496"/>
                  <a:ext cx="2160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608">
              <p14:nvContentPartPr>
                <p14:cNvPr id="366" name="Ink 365">
                  <a:extLst>
                    <a:ext uri="{FF2B5EF4-FFF2-40B4-BE49-F238E27FC236}">
                      <a16:creationId xmlns:a16="http://schemas.microsoft.com/office/drawing/2014/main" id="{68135C6A-92A8-E76D-B208-39C58FC50C0E}"/>
                    </a:ext>
                  </a:extLst>
                </p14:cNvPr>
                <p14:cNvContentPartPr/>
                <p14:nvPr/>
              </p14:nvContentPartPr>
              <p14:xfrm>
                <a:off x="2100038" y="5473296"/>
                <a:ext cx="186840" cy="284760"/>
              </p14:xfrm>
            </p:contentPart>
          </mc:Choice>
          <mc:Fallback>
            <p:pic>
              <p:nvPicPr>
                <p:cNvPr id="366" name="Ink 365">
                  <a:extLst>
                    <a:ext uri="{FF2B5EF4-FFF2-40B4-BE49-F238E27FC236}">
                      <a16:creationId xmlns:a16="http://schemas.microsoft.com/office/drawing/2014/main" id="{68135C6A-92A8-E76D-B208-39C58FC50C0E}"/>
                    </a:ext>
                  </a:extLst>
                </p:cNvPr>
                <p:cNvPicPr/>
                <p:nvPr/>
              </p:nvPicPr>
              <p:blipFill>
                <a:blip r:embed="rId609"/>
                <a:stretch>
                  <a:fillRect/>
                </a:stretch>
              </p:blipFill>
              <p:spPr>
                <a:xfrm>
                  <a:off x="2095718" y="5468976"/>
                  <a:ext cx="195480" cy="293400"/>
                </a:xfrm>
                <a:prstGeom prst="rect">
                  <a:avLst/>
                </a:prstGeom>
              </p:spPr>
            </p:pic>
          </mc:Fallback>
        </mc:AlternateContent>
        <mc:AlternateContent xmlns:mc="http://schemas.openxmlformats.org/markup-compatibility/2006">
          <mc:Choice xmlns:p14="http://schemas.microsoft.com/office/powerpoint/2010/main" Requires="p14">
            <p:contentPart p14:bwMode="auto" r:id="rId610">
              <p14:nvContentPartPr>
                <p14:cNvPr id="367" name="Ink 366">
                  <a:extLst>
                    <a:ext uri="{FF2B5EF4-FFF2-40B4-BE49-F238E27FC236}">
                      <a16:creationId xmlns:a16="http://schemas.microsoft.com/office/drawing/2014/main" id="{F0FE172A-09EE-06D0-F222-A320C79450E3}"/>
                    </a:ext>
                  </a:extLst>
                </p14:cNvPr>
                <p14:cNvContentPartPr/>
                <p14:nvPr/>
              </p14:nvContentPartPr>
              <p14:xfrm>
                <a:off x="2311358" y="5708736"/>
                <a:ext cx="19080" cy="263520"/>
              </p14:xfrm>
            </p:contentPart>
          </mc:Choice>
          <mc:Fallback>
            <p:pic>
              <p:nvPicPr>
                <p:cNvPr id="367" name="Ink 366">
                  <a:extLst>
                    <a:ext uri="{FF2B5EF4-FFF2-40B4-BE49-F238E27FC236}">
                      <a16:creationId xmlns:a16="http://schemas.microsoft.com/office/drawing/2014/main" id="{F0FE172A-09EE-06D0-F222-A320C79450E3}"/>
                    </a:ext>
                  </a:extLst>
                </p:cNvPr>
                <p:cNvPicPr/>
                <p:nvPr/>
              </p:nvPicPr>
              <p:blipFill>
                <a:blip r:embed="rId611"/>
                <a:stretch>
                  <a:fillRect/>
                </a:stretch>
              </p:blipFill>
              <p:spPr>
                <a:xfrm>
                  <a:off x="2307038" y="5704416"/>
                  <a:ext cx="27720" cy="272160"/>
                </a:xfrm>
                <a:prstGeom prst="rect">
                  <a:avLst/>
                </a:prstGeom>
              </p:spPr>
            </p:pic>
          </mc:Fallback>
        </mc:AlternateContent>
        <mc:AlternateContent xmlns:mc="http://schemas.openxmlformats.org/markup-compatibility/2006">
          <mc:Choice xmlns:p14="http://schemas.microsoft.com/office/powerpoint/2010/main" Requires="p14">
            <p:contentPart p14:bwMode="auto" r:id="rId612">
              <p14:nvContentPartPr>
                <p14:cNvPr id="368" name="Ink 367">
                  <a:extLst>
                    <a:ext uri="{FF2B5EF4-FFF2-40B4-BE49-F238E27FC236}">
                      <a16:creationId xmlns:a16="http://schemas.microsoft.com/office/drawing/2014/main" id="{4B8BF695-627A-04F9-D178-FB4F391B4201}"/>
                    </a:ext>
                  </a:extLst>
                </p14:cNvPr>
                <p14:cNvContentPartPr/>
                <p14:nvPr/>
              </p14:nvContentPartPr>
              <p14:xfrm>
                <a:off x="2280758" y="5723856"/>
                <a:ext cx="73800" cy="103320"/>
              </p14:xfrm>
            </p:contentPart>
          </mc:Choice>
          <mc:Fallback>
            <p:pic>
              <p:nvPicPr>
                <p:cNvPr id="368" name="Ink 367">
                  <a:extLst>
                    <a:ext uri="{FF2B5EF4-FFF2-40B4-BE49-F238E27FC236}">
                      <a16:creationId xmlns:a16="http://schemas.microsoft.com/office/drawing/2014/main" id="{4B8BF695-627A-04F9-D178-FB4F391B4201}"/>
                    </a:ext>
                  </a:extLst>
                </p:cNvPr>
                <p:cNvPicPr/>
                <p:nvPr/>
              </p:nvPicPr>
              <p:blipFill>
                <a:blip r:embed="rId613"/>
                <a:stretch>
                  <a:fillRect/>
                </a:stretch>
              </p:blipFill>
              <p:spPr>
                <a:xfrm>
                  <a:off x="2276438" y="5719536"/>
                  <a:ext cx="82440" cy="111960"/>
                </a:xfrm>
                <a:prstGeom prst="rect">
                  <a:avLst/>
                </a:prstGeom>
              </p:spPr>
            </p:pic>
          </mc:Fallback>
        </mc:AlternateContent>
        <mc:AlternateContent xmlns:mc="http://schemas.openxmlformats.org/markup-compatibility/2006">
          <mc:Choice xmlns:p14="http://schemas.microsoft.com/office/powerpoint/2010/main" Requires="p14">
            <p:contentPart p14:bwMode="auto" r:id="rId614">
              <p14:nvContentPartPr>
                <p14:cNvPr id="369" name="Ink 368">
                  <a:extLst>
                    <a:ext uri="{FF2B5EF4-FFF2-40B4-BE49-F238E27FC236}">
                      <a16:creationId xmlns:a16="http://schemas.microsoft.com/office/drawing/2014/main" id="{B730E0C4-B3F4-3B75-A1BB-8ED79D069EDB}"/>
                    </a:ext>
                  </a:extLst>
                </p14:cNvPr>
                <p14:cNvContentPartPr/>
                <p14:nvPr/>
              </p14:nvContentPartPr>
              <p14:xfrm>
                <a:off x="2316758" y="5373936"/>
                <a:ext cx="132840" cy="127080"/>
              </p14:xfrm>
            </p:contentPart>
          </mc:Choice>
          <mc:Fallback>
            <p:pic>
              <p:nvPicPr>
                <p:cNvPr id="369" name="Ink 368">
                  <a:extLst>
                    <a:ext uri="{FF2B5EF4-FFF2-40B4-BE49-F238E27FC236}">
                      <a16:creationId xmlns:a16="http://schemas.microsoft.com/office/drawing/2014/main" id="{B730E0C4-B3F4-3B75-A1BB-8ED79D069EDB}"/>
                    </a:ext>
                  </a:extLst>
                </p:cNvPr>
                <p:cNvPicPr/>
                <p:nvPr/>
              </p:nvPicPr>
              <p:blipFill>
                <a:blip r:embed="rId615"/>
                <a:stretch>
                  <a:fillRect/>
                </a:stretch>
              </p:blipFill>
              <p:spPr>
                <a:xfrm>
                  <a:off x="2312438" y="5369616"/>
                  <a:ext cx="14148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616">
              <p14:nvContentPartPr>
                <p14:cNvPr id="371" name="Ink 370">
                  <a:extLst>
                    <a:ext uri="{FF2B5EF4-FFF2-40B4-BE49-F238E27FC236}">
                      <a16:creationId xmlns:a16="http://schemas.microsoft.com/office/drawing/2014/main" id="{6B9209AA-F6C8-651A-CAA9-D04F62FFF71F}"/>
                    </a:ext>
                  </a:extLst>
                </p14:cNvPr>
                <p14:cNvContentPartPr/>
                <p14:nvPr/>
              </p14:nvContentPartPr>
              <p14:xfrm>
                <a:off x="2548598" y="5573016"/>
                <a:ext cx="448920" cy="102960"/>
              </p14:xfrm>
            </p:contentPart>
          </mc:Choice>
          <mc:Fallback>
            <p:pic>
              <p:nvPicPr>
                <p:cNvPr id="371" name="Ink 370">
                  <a:extLst>
                    <a:ext uri="{FF2B5EF4-FFF2-40B4-BE49-F238E27FC236}">
                      <a16:creationId xmlns:a16="http://schemas.microsoft.com/office/drawing/2014/main" id="{6B9209AA-F6C8-651A-CAA9-D04F62FFF71F}"/>
                    </a:ext>
                  </a:extLst>
                </p:cNvPr>
                <p:cNvPicPr/>
                <p:nvPr/>
              </p:nvPicPr>
              <p:blipFill>
                <a:blip r:embed="rId617"/>
                <a:stretch>
                  <a:fillRect/>
                </a:stretch>
              </p:blipFill>
              <p:spPr>
                <a:xfrm>
                  <a:off x="2544278" y="5568696"/>
                  <a:ext cx="457560" cy="111600"/>
                </a:xfrm>
                <a:prstGeom prst="rect">
                  <a:avLst/>
                </a:prstGeom>
              </p:spPr>
            </p:pic>
          </mc:Fallback>
        </mc:AlternateContent>
        <mc:AlternateContent xmlns:mc="http://schemas.openxmlformats.org/markup-compatibility/2006">
          <mc:Choice xmlns:p14="http://schemas.microsoft.com/office/powerpoint/2010/main" Requires="p14">
            <p:contentPart p14:bwMode="auto" r:id="rId618">
              <p14:nvContentPartPr>
                <p14:cNvPr id="372" name="Ink 371">
                  <a:extLst>
                    <a:ext uri="{FF2B5EF4-FFF2-40B4-BE49-F238E27FC236}">
                      <a16:creationId xmlns:a16="http://schemas.microsoft.com/office/drawing/2014/main" id="{0953AD7D-AEBF-1F0C-4F34-126DA529AA28}"/>
                    </a:ext>
                  </a:extLst>
                </p14:cNvPr>
                <p14:cNvContentPartPr/>
                <p14:nvPr/>
              </p14:nvContentPartPr>
              <p14:xfrm>
                <a:off x="3106238" y="5389416"/>
                <a:ext cx="381600" cy="262440"/>
              </p14:xfrm>
            </p:contentPart>
          </mc:Choice>
          <mc:Fallback>
            <p:pic>
              <p:nvPicPr>
                <p:cNvPr id="372" name="Ink 371">
                  <a:extLst>
                    <a:ext uri="{FF2B5EF4-FFF2-40B4-BE49-F238E27FC236}">
                      <a16:creationId xmlns:a16="http://schemas.microsoft.com/office/drawing/2014/main" id="{0953AD7D-AEBF-1F0C-4F34-126DA529AA28}"/>
                    </a:ext>
                  </a:extLst>
                </p:cNvPr>
                <p:cNvPicPr/>
                <p:nvPr/>
              </p:nvPicPr>
              <p:blipFill>
                <a:blip r:embed="rId619"/>
                <a:stretch>
                  <a:fillRect/>
                </a:stretch>
              </p:blipFill>
              <p:spPr>
                <a:xfrm>
                  <a:off x="3101918" y="5385096"/>
                  <a:ext cx="390240" cy="271080"/>
                </a:xfrm>
                <a:prstGeom prst="rect">
                  <a:avLst/>
                </a:prstGeom>
              </p:spPr>
            </p:pic>
          </mc:Fallback>
        </mc:AlternateContent>
        <mc:AlternateContent xmlns:mc="http://schemas.openxmlformats.org/markup-compatibility/2006">
          <mc:Choice xmlns:p14="http://schemas.microsoft.com/office/powerpoint/2010/main" Requires="p14">
            <p:contentPart p14:bwMode="auto" r:id="rId620">
              <p14:nvContentPartPr>
                <p14:cNvPr id="373" name="Ink 372">
                  <a:extLst>
                    <a:ext uri="{FF2B5EF4-FFF2-40B4-BE49-F238E27FC236}">
                      <a16:creationId xmlns:a16="http://schemas.microsoft.com/office/drawing/2014/main" id="{8671475D-47FF-1E44-7577-11A3ED98C89E}"/>
                    </a:ext>
                  </a:extLst>
                </p14:cNvPr>
                <p14:cNvContentPartPr/>
                <p14:nvPr/>
              </p14:nvContentPartPr>
              <p14:xfrm>
                <a:off x="3138278" y="5378976"/>
                <a:ext cx="216360" cy="306360"/>
              </p14:xfrm>
            </p:contentPart>
          </mc:Choice>
          <mc:Fallback>
            <p:pic>
              <p:nvPicPr>
                <p:cNvPr id="373" name="Ink 372">
                  <a:extLst>
                    <a:ext uri="{FF2B5EF4-FFF2-40B4-BE49-F238E27FC236}">
                      <a16:creationId xmlns:a16="http://schemas.microsoft.com/office/drawing/2014/main" id="{8671475D-47FF-1E44-7577-11A3ED98C89E}"/>
                    </a:ext>
                  </a:extLst>
                </p:cNvPr>
                <p:cNvPicPr/>
                <p:nvPr/>
              </p:nvPicPr>
              <p:blipFill>
                <a:blip r:embed="rId621"/>
                <a:stretch>
                  <a:fillRect/>
                </a:stretch>
              </p:blipFill>
              <p:spPr>
                <a:xfrm>
                  <a:off x="3133958" y="5374656"/>
                  <a:ext cx="225000" cy="315000"/>
                </a:xfrm>
                <a:prstGeom prst="rect">
                  <a:avLst/>
                </a:prstGeom>
              </p:spPr>
            </p:pic>
          </mc:Fallback>
        </mc:AlternateContent>
        <mc:AlternateContent xmlns:mc="http://schemas.openxmlformats.org/markup-compatibility/2006">
          <mc:Choice xmlns:p14="http://schemas.microsoft.com/office/powerpoint/2010/main" Requires="p14">
            <p:contentPart p14:bwMode="auto" r:id="rId622">
              <p14:nvContentPartPr>
                <p14:cNvPr id="374" name="Ink 373">
                  <a:extLst>
                    <a:ext uri="{FF2B5EF4-FFF2-40B4-BE49-F238E27FC236}">
                      <a16:creationId xmlns:a16="http://schemas.microsoft.com/office/drawing/2014/main" id="{844AE409-F7A8-A7FB-C847-AE9DBA020AAB}"/>
                    </a:ext>
                  </a:extLst>
                </p14:cNvPr>
                <p14:cNvContentPartPr/>
                <p14:nvPr/>
              </p14:nvContentPartPr>
              <p14:xfrm>
                <a:off x="3399638" y="5240376"/>
                <a:ext cx="145440" cy="127080"/>
              </p14:xfrm>
            </p:contentPart>
          </mc:Choice>
          <mc:Fallback>
            <p:pic>
              <p:nvPicPr>
                <p:cNvPr id="374" name="Ink 373">
                  <a:extLst>
                    <a:ext uri="{FF2B5EF4-FFF2-40B4-BE49-F238E27FC236}">
                      <a16:creationId xmlns:a16="http://schemas.microsoft.com/office/drawing/2014/main" id="{844AE409-F7A8-A7FB-C847-AE9DBA020AAB}"/>
                    </a:ext>
                  </a:extLst>
                </p:cNvPr>
                <p:cNvPicPr/>
                <p:nvPr/>
              </p:nvPicPr>
              <p:blipFill>
                <a:blip r:embed="rId623"/>
                <a:stretch>
                  <a:fillRect/>
                </a:stretch>
              </p:blipFill>
              <p:spPr>
                <a:xfrm>
                  <a:off x="3395318" y="5236056"/>
                  <a:ext cx="15408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624">
              <p14:nvContentPartPr>
                <p14:cNvPr id="375" name="Ink 374">
                  <a:extLst>
                    <a:ext uri="{FF2B5EF4-FFF2-40B4-BE49-F238E27FC236}">
                      <a16:creationId xmlns:a16="http://schemas.microsoft.com/office/drawing/2014/main" id="{D1704696-F3F2-0093-A80F-2E83C19DF4BB}"/>
                    </a:ext>
                  </a:extLst>
                </p14:cNvPr>
                <p14:cNvContentPartPr/>
                <p14:nvPr/>
              </p14:nvContentPartPr>
              <p14:xfrm>
                <a:off x="3520958" y="5643936"/>
                <a:ext cx="18720" cy="386640"/>
              </p14:xfrm>
            </p:contentPart>
          </mc:Choice>
          <mc:Fallback>
            <p:pic>
              <p:nvPicPr>
                <p:cNvPr id="375" name="Ink 374">
                  <a:extLst>
                    <a:ext uri="{FF2B5EF4-FFF2-40B4-BE49-F238E27FC236}">
                      <a16:creationId xmlns:a16="http://schemas.microsoft.com/office/drawing/2014/main" id="{D1704696-F3F2-0093-A80F-2E83C19DF4BB}"/>
                    </a:ext>
                  </a:extLst>
                </p:cNvPr>
                <p:cNvPicPr/>
                <p:nvPr/>
              </p:nvPicPr>
              <p:blipFill>
                <a:blip r:embed="rId625"/>
                <a:stretch>
                  <a:fillRect/>
                </a:stretch>
              </p:blipFill>
              <p:spPr>
                <a:xfrm>
                  <a:off x="3516638" y="5639616"/>
                  <a:ext cx="27360" cy="395280"/>
                </a:xfrm>
                <a:prstGeom prst="rect">
                  <a:avLst/>
                </a:prstGeom>
              </p:spPr>
            </p:pic>
          </mc:Fallback>
        </mc:AlternateContent>
        <mc:AlternateContent xmlns:mc="http://schemas.openxmlformats.org/markup-compatibility/2006">
          <mc:Choice xmlns:p14="http://schemas.microsoft.com/office/powerpoint/2010/main" Requires="p14">
            <p:contentPart p14:bwMode="auto" r:id="rId626">
              <p14:nvContentPartPr>
                <p14:cNvPr id="376" name="Ink 375">
                  <a:extLst>
                    <a:ext uri="{FF2B5EF4-FFF2-40B4-BE49-F238E27FC236}">
                      <a16:creationId xmlns:a16="http://schemas.microsoft.com/office/drawing/2014/main" id="{7DE84CEF-FF09-CF4B-E3AB-36764201BC8D}"/>
                    </a:ext>
                  </a:extLst>
                </p14:cNvPr>
                <p14:cNvContentPartPr/>
                <p14:nvPr/>
              </p14:nvContentPartPr>
              <p14:xfrm>
                <a:off x="3486398" y="5740416"/>
                <a:ext cx="104400" cy="114840"/>
              </p14:xfrm>
            </p:contentPart>
          </mc:Choice>
          <mc:Fallback>
            <p:pic>
              <p:nvPicPr>
                <p:cNvPr id="376" name="Ink 375">
                  <a:extLst>
                    <a:ext uri="{FF2B5EF4-FFF2-40B4-BE49-F238E27FC236}">
                      <a16:creationId xmlns:a16="http://schemas.microsoft.com/office/drawing/2014/main" id="{7DE84CEF-FF09-CF4B-E3AB-36764201BC8D}"/>
                    </a:ext>
                  </a:extLst>
                </p:cNvPr>
                <p:cNvPicPr/>
                <p:nvPr/>
              </p:nvPicPr>
              <p:blipFill>
                <a:blip r:embed="rId627"/>
                <a:stretch>
                  <a:fillRect/>
                </a:stretch>
              </p:blipFill>
              <p:spPr>
                <a:xfrm>
                  <a:off x="3482078" y="5736096"/>
                  <a:ext cx="11304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628">
              <p14:nvContentPartPr>
                <p14:cNvPr id="378" name="Ink 377">
                  <a:extLst>
                    <a:ext uri="{FF2B5EF4-FFF2-40B4-BE49-F238E27FC236}">
                      <a16:creationId xmlns:a16="http://schemas.microsoft.com/office/drawing/2014/main" id="{38150ED4-C502-1556-44F1-05076EDD8A3E}"/>
                    </a:ext>
                  </a:extLst>
                </p14:cNvPr>
                <p14:cNvContentPartPr/>
                <p14:nvPr/>
              </p14:nvContentPartPr>
              <p14:xfrm>
                <a:off x="2795558" y="6073776"/>
                <a:ext cx="150120" cy="230040"/>
              </p14:xfrm>
            </p:contentPart>
          </mc:Choice>
          <mc:Fallback>
            <p:pic>
              <p:nvPicPr>
                <p:cNvPr id="378" name="Ink 377">
                  <a:extLst>
                    <a:ext uri="{FF2B5EF4-FFF2-40B4-BE49-F238E27FC236}">
                      <a16:creationId xmlns:a16="http://schemas.microsoft.com/office/drawing/2014/main" id="{38150ED4-C502-1556-44F1-05076EDD8A3E}"/>
                    </a:ext>
                  </a:extLst>
                </p:cNvPr>
                <p:cNvPicPr/>
                <p:nvPr/>
              </p:nvPicPr>
              <p:blipFill>
                <a:blip r:embed="rId629"/>
                <a:stretch>
                  <a:fillRect/>
                </a:stretch>
              </p:blipFill>
              <p:spPr>
                <a:xfrm>
                  <a:off x="2791238" y="6069456"/>
                  <a:ext cx="15876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630">
              <p14:nvContentPartPr>
                <p14:cNvPr id="379" name="Ink 378">
                  <a:extLst>
                    <a:ext uri="{FF2B5EF4-FFF2-40B4-BE49-F238E27FC236}">
                      <a16:creationId xmlns:a16="http://schemas.microsoft.com/office/drawing/2014/main" id="{3766A6F7-9D45-2898-B41C-1F86C6A0ED52}"/>
                    </a:ext>
                  </a:extLst>
                </p14:cNvPr>
                <p14:cNvContentPartPr/>
                <p14:nvPr/>
              </p14:nvContentPartPr>
              <p14:xfrm>
                <a:off x="2976278" y="5988456"/>
                <a:ext cx="127080" cy="299880"/>
              </p14:xfrm>
            </p:contentPart>
          </mc:Choice>
          <mc:Fallback>
            <p:pic>
              <p:nvPicPr>
                <p:cNvPr id="379" name="Ink 378">
                  <a:extLst>
                    <a:ext uri="{FF2B5EF4-FFF2-40B4-BE49-F238E27FC236}">
                      <a16:creationId xmlns:a16="http://schemas.microsoft.com/office/drawing/2014/main" id="{3766A6F7-9D45-2898-B41C-1F86C6A0ED52}"/>
                    </a:ext>
                  </a:extLst>
                </p:cNvPr>
                <p:cNvPicPr/>
                <p:nvPr/>
              </p:nvPicPr>
              <p:blipFill>
                <a:blip r:embed="rId631"/>
                <a:stretch>
                  <a:fillRect/>
                </a:stretch>
              </p:blipFill>
              <p:spPr>
                <a:xfrm>
                  <a:off x="2971958" y="5984136"/>
                  <a:ext cx="135720" cy="308520"/>
                </a:xfrm>
                <a:prstGeom prst="rect">
                  <a:avLst/>
                </a:prstGeom>
              </p:spPr>
            </p:pic>
          </mc:Fallback>
        </mc:AlternateContent>
        <mc:AlternateContent xmlns:mc="http://schemas.openxmlformats.org/markup-compatibility/2006">
          <mc:Choice xmlns:p14="http://schemas.microsoft.com/office/powerpoint/2010/main" Requires="p14">
            <p:contentPart p14:bwMode="auto" r:id="rId632">
              <p14:nvContentPartPr>
                <p14:cNvPr id="380" name="Ink 379">
                  <a:extLst>
                    <a:ext uri="{FF2B5EF4-FFF2-40B4-BE49-F238E27FC236}">
                      <a16:creationId xmlns:a16="http://schemas.microsoft.com/office/drawing/2014/main" id="{B3C98E94-D5DC-8D04-E1AF-38DC9635779A}"/>
                    </a:ext>
                  </a:extLst>
                </p14:cNvPr>
                <p14:cNvContentPartPr/>
                <p14:nvPr/>
              </p14:nvContentPartPr>
              <p14:xfrm>
                <a:off x="3145838" y="6195456"/>
                <a:ext cx="15840" cy="92520"/>
              </p14:xfrm>
            </p:contentPart>
          </mc:Choice>
          <mc:Fallback>
            <p:pic>
              <p:nvPicPr>
                <p:cNvPr id="380" name="Ink 379">
                  <a:extLst>
                    <a:ext uri="{FF2B5EF4-FFF2-40B4-BE49-F238E27FC236}">
                      <a16:creationId xmlns:a16="http://schemas.microsoft.com/office/drawing/2014/main" id="{B3C98E94-D5DC-8D04-E1AF-38DC9635779A}"/>
                    </a:ext>
                  </a:extLst>
                </p:cNvPr>
                <p:cNvPicPr/>
                <p:nvPr/>
              </p:nvPicPr>
              <p:blipFill>
                <a:blip r:embed="rId633"/>
                <a:stretch>
                  <a:fillRect/>
                </a:stretch>
              </p:blipFill>
              <p:spPr>
                <a:xfrm>
                  <a:off x="3141518" y="6191136"/>
                  <a:ext cx="2448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634">
              <p14:nvContentPartPr>
                <p14:cNvPr id="381" name="Ink 380">
                  <a:extLst>
                    <a:ext uri="{FF2B5EF4-FFF2-40B4-BE49-F238E27FC236}">
                      <a16:creationId xmlns:a16="http://schemas.microsoft.com/office/drawing/2014/main" id="{6859EBC5-DCB2-FC53-FF79-74E41B76D2FF}"/>
                    </a:ext>
                  </a:extLst>
                </p14:cNvPr>
                <p14:cNvContentPartPr/>
                <p14:nvPr/>
              </p14:nvContentPartPr>
              <p14:xfrm>
                <a:off x="3115958" y="6110856"/>
                <a:ext cx="360" cy="360"/>
              </p14:xfrm>
            </p:contentPart>
          </mc:Choice>
          <mc:Fallback>
            <p:pic>
              <p:nvPicPr>
                <p:cNvPr id="381" name="Ink 380">
                  <a:extLst>
                    <a:ext uri="{FF2B5EF4-FFF2-40B4-BE49-F238E27FC236}">
                      <a16:creationId xmlns:a16="http://schemas.microsoft.com/office/drawing/2014/main" id="{6859EBC5-DCB2-FC53-FF79-74E41B76D2FF}"/>
                    </a:ext>
                  </a:extLst>
                </p:cNvPr>
                <p:cNvPicPr/>
                <p:nvPr/>
              </p:nvPicPr>
              <p:blipFill>
                <a:blip r:embed="rId45"/>
                <a:stretch>
                  <a:fillRect/>
                </a:stretch>
              </p:blipFill>
              <p:spPr>
                <a:xfrm>
                  <a:off x="3111638" y="610653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635">
              <p14:nvContentPartPr>
                <p14:cNvPr id="382" name="Ink 381">
                  <a:extLst>
                    <a:ext uri="{FF2B5EF4-FFF2-40B4-BE49-F238E27FC236}">
                      <a16:creationId xmlns:a16="http://schemas.microsoft.com/office/drawing/2014/main" id="{7F4DA16C-FEFA-640B-EDFF-078B68E33D5F}"/>
                    </a:ext>
                  </a:extLst>
                </p14:cNvPr>
                <p14:cNvContentPartPr/>
                <p14:nvPr/>
              </p14:nvContentPartPr>
              <p14:xfrm>
                <a:off x="3231158" y="6192576"/>
                <a:ext cx="94320" cy="33120"/>
              </p14:xfrm>
            </p:contentPart>
          </mc:Choice>
          <mc:Fallback>
            <p:pic>
              <p:nvPicPr>
                <p:cNvPr id="382" name="Ink 381">
                  <a:extLst>
                    <a:ext uri="{FF2B5EF4-FFF2-40B4-BE49-F238E27FC236}">
                      <a16:creationId xmlns:a16="http://schemas.microsoft.com/office/drawing/2014/main" id="{7F4DA16C-FEFA-640B-EDFF-078B68E33D5F}"/>
                    </a:ext>
                  </a:extLst>
                </p:cNvPr>
                <p:cNvPicPr/>
                <p:nvPr/>
              </p:nvPicPr>
              <p:blipFill>
                <a:blip r:embed="rId636"/>
                <a:stretch>
                  <a:fillRect/>
                </a:stretch>
              </p:blipFill>
              <p:spPr>
                <a:xfrm>
                  <a:off x="3226838" y="6188256"/>
                  <a:ext cx="10296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637">
              <p14:nvContentPartPr>
                <p14:cNvPr id="383" name="Ink 382">
                  <a:extLst>
                    <a:ext uri="{FF2B5EF4-FFF2-40B4-BE49-F238E27FC236}">
                      <a16:creationId xmlns:a16="http://schemas.microsoft.com/office/drawing/2014/main" id="{CFC83559-DEAF-1C1C-D278-C3FE56146186}"/>
                    </a:ext>
                  </a:extLst>
                </p14:cNvPr>
                <p14:cNvContentPartPr/>
                <p14:nvPr/>
              </p14:nvContentPartPr>
              <p14:xfrm>
                <a:off x="3367958" y="6055776"/>
                <a:ext cx="112320" cy="183240"/>
              </p14:xfrm>
            </p:contentPart>
          </mc:Choice>
          <mc:Fallback>
            <p:pic>
              <p:nvPicPr>
                <p:cNvPr id="383" name="Ink 382">
                  <a:extLst>
                    <a:ext uri="{FF2B5EF4-FFF2-40B4-BE49-F238E27FC236}">
                      <a16:creationId xmlns:a16="http://schemas.microsoft.com/office/drawing/2014/main" id="{CFC83559-DEAF-1C1C-D278-C3FE56146186}"/>
                    </a:ext>
                  </a:extLst>
                </p:cNvPr>
                <p:cNvPicPr/>
                <p:nvPr/>
              </p:nvPicPr>
              <p:blipFill>
                <a:blip r:embed="rId638"/>
                <a:stretch>
                  <a:fillRect/>
                </a:stretch>
              </p:blipFill>
              <p:spPr>
                <a:xfrm>
                  <a:off x="3363638" y="6051456"/>
                  <a:ext cx="120960" cy="191880"/>
                </a:xfrm>
                <a:prstGeom prst="rect">
                  <a:avLst/>
                </a:prstGeom>
              </p:spPr>
            </p:pic>
          </mc:Fallback>
        </mc:AlternateContent>
        <mc:AlternateContent xmlns:mc="http://schemas.openxmlformats.org/markup-compatibility/2006">
          <mc:Choice xmlns:p14="http://schemas.microsoft.com/office/powerpoint/2010/main" Requires="p14">
            <p:contentPart p14:bwMode="auto" r:id="rId639">
              <p14:nvContentPartPr>
                <p14:cNvPr id="384" name="Ink 383">
                  <a:extLst>
                    <a:ext uri="{FF2B5EF4-FFF2-40B4-BE49-F238E27FC236}">
                      <a16:creationId xmlns:a16="http://schemas.microsoft.com/office/drawing/2014/main" id="{460389E9-9DF8-B5C3-0C5B-F3E8BABB7632}"/>
                    </a:ext>
                  </a:extLst>
                </p14:cNvPr>
                <p14:cNvContentPartPr/>
                <p14:nvPr/>
              </p14:nvContentPartPr>
              <p14:xfrm>
                <a:off x="3450038" y="6093576"/>
                <a:ext cx="219600" cy="222840"/>
              </p14:xfrm>
            </p:contentPart>
          </mc:Choice>
          <mc:Fallback>
            <p:pic>
              <p:nvPicPr>
                <p:cNvPr id="384" name="Ink 383">
                  <a:extLst>
                    <a:ext uri="{FF2B5EF4-FFF2-40B4-BE49-F238E27FC236}">
                      <a16:creationId xmlns:a16="http://schemas.microsoft.com/office/drawing/2014/main" id="{460389E9-9DF8-B5C3-0C5B-F3E8BABB7632}"/>
                    </a:ext>
                  </a:extLst>
                </p:cNvPr>
                <p:cNvPicPr/>
                <p:nvPr/>
              </p:nvPicPr>
              <p:blipFill>
                <a:blip r:embed="rId640"/>
                <a:stretch>
                  <a:fillRect/>
                </a:stretch>
              </p:blipFill>
              <p:spPr>
                <a:xfrm>
                  <a:off x="3445718" y="6089256"/>
                  <a:ext cx="22824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641">
              <p14:nvContentPartPr>
                <p14:cNvPr id="385" name="Ink 384">
                  <a:extLst>
                    <a:ext uri="{FF2B5EF4-FFF2-40B4-BE49-F238E27FC236}">
                      <a16:creationId xmlns:a16="http://schemas.microsoft.com/office/drawing/2014/main" id="{9DA1DFC0-6D11-94F4-4339-4EF68A3AC00A}"/>
                    </a:ext>
                  </a:extLst>
                </p14:cNvPr>
                <p14:cNvContentPartPr/>
                <p14:nvPr/>
              </p14:nvContentPartPr>
              <p14:xfrm>
                <a:off x="3686198" y="6100776"/>
                <a:ext cx="104040" cy="86400"/>
              </p14:xfrm>
            </p:contentPart>
          </mc:Choice>
          <mc:Fallback>
            <p:pic>
              <p:nvPicPr>
                <p:cNvPr id="385" name="Ink 384">
                  <a:extLst>
                    <a:ext uri="{FF2B5EF4-FFF2-40B4-BE49-F238E27FC236}">
                      <a16:creationId xmlns:a16="http://schemas.microsoft.com/office/drawing/2014/main" id="{9DA1DFC0-6D11-94F4-4339-4EF68A3AC00A}"/>
                    </a:ext>
                  </a:extLst>
                </p:cNvPr>
                <p:cNvPicPr/>
                <p:nvPr/>
              </p:nvPicPr>
              <p:blipFill>
                <a:blip r:embed="rId642"/>
                <a:stretch>
                  <a:fillRect/>
                </a:stretch>
              </p:blipFill>
              <p:spPr>
                <a:xfrm>
                  <a:off x="3681878" y="6096456"/>
                  <a:ext cx="11268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643">
              <p14:nvContentPartPr>
                <p14:cNvPr id="386" name="Ink 385">
                  <a:extLst>
                    <a:ext uri="{FF2B5EF4-FFF2-40B4-BE49-F238E27FC236}">
                      <a16:creationId xmlns:a16="http://schemas.microsoft.com/office/drawing/2014/main" id="{2C79D70B-92FA-CFB2-B5F1-F7A382DA8B85}"/>
                    </a:ext>
                  </a:extLst>
                </p14:cNvPr>
                <p14:cNvContentPartPr/>
                <p14:nvPr/>
              </p14:nvContentPartPr>
              <p14:xfrm>
                <a:off x="3795998" y="6086736"/>
                <a:ext cx="52200" cy="103680"/>
              </p14:xfrm>
            </p:contentPart>
          </mc:Choice>
          <mc:Fallback>
            <p:pic>
              <p:nvPicPr>
                <p:cNvPr id="386" name="Ink 385">
                  <a:extLst>
                    <a:ext uri="{FF2B5EF4-FFF2-40B4-BE49-F238E27FC236}">
                      <a16:creationId xmlns:a16="http://schemas.microsoft.com/office/drawing/2014/main" id="{2C79D70B-92FA-CFB2-B5F1-F7A382DA8B85}"/>
                    </a:ext>
                  </a:extLst>
                </p:cNvPr>
                <p:cNvPicPr/>
                <p:nvPr/>
              </p:nvPicPr>
              <p:blipFill>
                <a:blip r:embed="rId644"/>
                <a:stretch>
                  <a:fillRect/>
                </a:stretch>
              </p:blipFill>
              <p:spPr>
                <a:xfrm>
                  <a:off x="3791678" y="6082416"/>
                  <a:ext cx="6084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645">
              <p14:nvContentPartPr>
                <p14:cNvPr id="387" name="Ink 386">
                  <a:extLst>
                    <a:ext uri="{FF2B5EF4-FFF2-40B4-BE49-F238E27FC236}">
                      <a16:creationId xmlns:a16="http://schemas.microsoft.com/office/drawing/2014/main" id="{13121373-2D14-3919-E653-B0BDCFC537BD}"/>
                    </a:ext>
                  </a:extLst>
                </p14:cNvPr>
                <p14:cNvContentPartPr/>
                <p14:nvPr/>
              </p14:nvContentPartPr>
              <p14:xfrm>
                <a:off x="3896078" y="6080616"/>
                <a:ext cx="109800" cy="114480"/>
              </p14:xfrm>
            </p:contentPart>
          </mc:Choice>
          <mc:Fallback>
            <p:pic>
              <p:nvPicPr>
                <p:cNvPr id="387" name="Ink 386">
                  <a:extLst>
                    <a:ext uri="{FF2B5EF4-FFF2-40B4-BE49-F238E27FC236}">
                      <a16:creationId xmlns:a16="http://schemas.microsoft.com/office/drawing/2014/main" id="{13121373-2D14-3919-E653-B0BDCFC537BD}"/>
                    </a:ext>
                  </a:extLst>
                </p:cNvPr>
                <p:cNvPicPr/>
                <p:nvPr/>
              </p:nvPicPr>
              <p:blipFill>
                <a:blip r:embed="rId646"/>
                <a:stretch>
                  <a:fillRect/>
                </a:stretch>
              </p:blipFill>
              <p:spPr>
                <a:xfrm>
                  <a:off x="3891758" y="6076296"/>
                  <a:ext cx="11844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647">
              <p14:nvContentPartPr>
                <p14:cNvPr id="388" name="Ink 387">
                  <a:extLst>
                    <a:ext uri="{FF2B5EF4-FFF2-40B4-BE49-F238E27FC236}">
                      <a16:creationId xmlns:a16="http://schemas.microsoft.com/office/drawing/2014/main" id="{974F4947-224A-A758-BEF6-78D1A3668B88}"/>
                    </a:ext>
                  </a:extLst>
                </p14:cNvPr>
                <p14:cNvContentPartPr/>
                <p14:nvPr/>
              </p14:nvContentPartPr>
              <p14:xfrm>
                <a:off x="4180838" y="5857416"/>
                <a:ext cx="252000" cy="331560"/>
              </p14:xfrm>
            </p:contentPart>
          </mc:Choice>
          <mc:Fallback>
            <p:pic>
              <p:nvPicPr>
                <p:cNvPr id="388" name="Ink 387">
                  <a:extLst>
                    <a:ext uri="{FF2B5EF4-FFF2-40B4-BE49-F238E27FC236}">
                      <a16:creationId xmlns:a16="http://schemas.microsoft.com/office/drawing/2014/main" id="{974F4947-224A-A758-BEF6-78D1A3668B88}"/>
                    </a:ext>
                  </a:extLst>
                </p:cNvPr>
                <p:cNvPicPr/>
                <p:nvPr/>
              </p:nvPicPr>
              <p:blipFill>
                <a:blip r:embed="rId648"/>
                <a:stretch>
                  <a:fillRect/>
                </a:stretch>
              </p:blipFill>
              <p:spPr>
                <a:xfrm>
                  <a:off x="4176518" y="5853096"/>
                  <a:ext cx="260640" cy="340200"/>
                </a:xfrm>
                <a:prstGeom prst="rect">
                  <a:avLst/>
                </a:prstGeom>
              </p:spPr>
            </p:pic>
          </mc:Fallback>
        </mc:AlternateContent>
        <mc:AlternateContent xmlns:mc="http://schemas.openxmlformats.org/markup-compatibility/2006">
          <mc:Choice xmlns:p14="http://schemas.microsoft.com/office/powerpoint/2010/main" Requires="p14">
            <p:contentPart p14:bwMode="auto" r:id="rId649">
              <p14:nvContentPartPr>
                <p14:cNvPr id="389" name="Ink 388">
                  <a:extLst>
                    <a:ext uri="{FF2B5EF4-FFF2-40B4-BE49-F238E27FC236}">
                      <a16:creationId xmlns:a16="http://schemas.microsoft.com/office/drawing/2014/main" id="{0007754D-3539-F4DE-E242-7BF984E0CCEA}"/>
                    </a:ext>
                  </a:extLst>
                </p14:cNvPr>
                <p14:cNvContentPartPr/>
                <p14:nvPr/>
              </p14:nvContentPartPr>
              <p14:xfrm>
                <a:off x="4329878" y="5963256"/>
                <a:ext cx="14760" cy="21240"/>
              </p14:xfrm>
            </p:contentPart>
          </mc:Choice>
          <mc:Fallback>
            <p:pic>
              <p:nvPicPr>
                <p:cNvPr id="389" name="Ink 388">
                  <a:extLst>
                    <a:ext uri="{FF2B5EF4-FFF2-40B4-BE49-F238E27FC236}">
                      <a16:creationId xmlns:a16="http://schemas.microsoft.com/office/drawing/2014/main" id="{0007754D-3539-F4DE-E242-7BF984E0CCEA}"/>
                    </a:ext>
                  </a:extLst>
                </p:cNvPr>
                <p:cNvPicPr/>
                <p:nvPr/>
              </p:nvPicPr>
              <p:blipFill>
                <a:blip r:embed="rId650"/>
                <a:stretch>
                  <a:fillRect/>
                </a:stretch>
              </p:blipFill>
              <p:spPr>
                <a:xfrm>
                  <a:off x="4325558" y="5958936"/>
                  <a:ext cx="2340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651">
              <p14:nvContentPartPr>
                <p14:cNvPr id="390" name="Ink 389">
                  <a:extLst>
                    <a:ext uri="{FF2B5EF4-FFF2-40B4-BE49-F238E27FC236}">
                      <a16:creationId xmlns:a16="http://schemas.microsoft.com/office/drawing/2014/main" id="{B3D39DC7-C22E-02D6-6D0D-46DF874603E3}"/>
                    </a:ext>
                  </a:extLst>
                </p14:cNvPr>
                <p14:cNvContentPartPr/>
                <p14:nvPr/>
              </p14:nvContentPartPr>
              <p14:xfrm>
                <a:off x="4404398" y="6000336"/>
                <a:ext cx="100800" cy="143640"/>
              </p14:xfrm>
            </p:contentPart>
          </mc:Choice>
          <mc:Fallback>
            <p:pic>
              <p:nvPicPr>
                <p:cNvPr id="390" name="Ink 389">
                  <a:extLst>
                    <a:ext uri="{FF2B5EF4-FFF2-40B4-BE49-F238E27FC236}">
                      <a16:creationId xmlns:a16="http://schemas.microsoft.com/office/drawing/2014/main" id="{B3D39DC7-C22E-02D6-6D0D-46DF874603E3}"/>
                    </a:ext>
                  </a:extLst>
                </p:cNvPr>
                <p:cNvPicPr/>
                <p:nvPr/>
              </p:nvPicPr>
              <p:blipFill>
                <a:blip r:embed="rId652"/>
                <a:stretch>
                  <a:fillRect/>
                </a:stretch>
              </p:blipFill>
              <p:spPr>
                <a:xfrm>
                  <a:off x="4400078" y="5996016"/>
                  <a:ext cx="10944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653">
              <p14:nvContentPartPr>
                <p14:cNvPr id="391" name="Ink 390">
                  <a:extLst>
                    <a:ext uri="{FF2B5EF4-FFF2-40B4-BE49-F238E27FC236}">
                      <a16:creationId xmlns:a16="http://schemas.microsoft.com/office/drawing/2014/main" id="{5E0127B1-F45B-29FC-CB0A-D522C5F8A0F8}"/>
                    </a:ext>
                  </a:extLst>
                </p14:cNvPr>
                <p14:cNvContentPartPr/>
                <p14:nvPr/>
              </p14:nvContentPartPr>
              <p14:xfrm>
                <a:off x="4486838" y="5931216"/>
                <a:ext cx="41040" cy="205200"/>
              </p14:xfrm>
            </p:contentPart>
          </mc:Choice>
          <mc:Fallback>
            <p:pic>
              <p:nvPicPr>
                <p:cNvPr id="391" name="Ink 390">
                  <a:extLst>
                    <a:ext uri="{FF2B5EF4-FFF2-40B4-BE49-F238E27FC236}">
                      <a16:creationId xmlns:a16="http://schemas.microsoft.com/office/drawing/2014/main" id="{5E0127B1-F45B-29FC-CB0A-D522C5F8A0F8}"/>
                    </a:ext>
                  </a:extLst>
                </p:cNvPr>
                <p:cNvPicPr/>
                <p:nvPr/>
              </p:nvPicPr>
              <p:blipFill>
                <a:blip r:embed="rId654"/>
                <a:stretch>
                  <a:fillRect/>
                </a:stretch>
              </p:blipFill>
              <p:spPr>
                <a:xfrm>
                  <a:off x="4482518" y="5926896"/>
                  <a:ext cx="49680" cy="213840"/>
                </a:xfrm>
                <a:prstGeom prst="rect">
                  <a:avLst/>
                </a:prstGeom>
              </p:spPr>
            </p:pic>
          </mc:Fallback>
        </mc:AlternateContent>
        <mc:AlternateContent xmlns:mc="http://schemas.openxmlformats.org/markup-compatibility/2006">
          <mc:Choice xmlns:p14="http://schemas.microsoft.com/office/powerpoint/2010/main" Requires="p14">
            <p:contentPart p14:bwMode="auto" r:id="rId655">
              <p14:nvContentPartPr>
                <p14:cNvPr id="392" name="Ink 391">
                  <a:extLst>
                    <a:ext uri="{FF2B5EF4-FFF2-40B4-BE49-F238E27FC236}">
                      <a16:creationId xmlns:a16="http://schemas.microsoft.com/office/drawing/2014/main" id="{AD971371-CF8D-0AC9-4A24-9F51FE533956}"/>
                    </a:ext>
                  </a:extLst>
                </p14:cNvPr>
                <p14:cNvContentPartPr/>
                <p14:nvPr/>
              </p14:nvContentPartPr>
              <p14:xfrm>
                <a:off x="4496918" y="5995296"/>
                <a:ext cx="207720" cy="102600"/>
              </p14:xfrm>
            </p:contentPart>
          </mc:Choice>
          <mc:Fallback>
            <p:pic>
              <p:nvPicPr>
                <p:cNvPr id="392" name="Ink 391">
                  <a:extLst>
                    <a:ext uri="{FF2B5EF4-FFF2-40B4-BE49-F238E27FC236}">
                      <a16:creationId xmlns:a16="http://schemas.microsoft.com/office/drawing/2014/main" id="{AD971371-CF8D-0AC9-4A24-9F51FE533956}"/>
                    </a:ext>
                  </a:extLst>
                </p:cNvPr>
                <p:cNvPicPr/>
                <p:nvPr/>
              </p:nvPicPr>
              <p:blipFill>
                <a:blip r:embed="rId656"/>
                <a:stretch>
                  <a:fillRect/>
                </a:stretch>
              </p:blipFill>
              <p:spPr>
                <a:xfrm>
                  <a:off x="4492598" y="5990976"/>
                  <a:ext cx="21636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657">
              <p14:nvContentPartPr>
                <p14:cNvPr id="393" name="Ink 392">
                  <a:extLst>
                    <a:ext uri="{FF2B5EF4-FFF2-40B4-BE49-F238E27FC236}">
                      <a16:creationId xmlns:a16="http://schemas.microsoft.com/office/drawing/2014/main" id="{05B81BDD-381B-8CE1-5A1F-DC56BA83D706}"/>
                    </a:ext>
                  </a:extLst>
                </p14:cNvPr>
                <p14:cNvContentPartPr/>
                <p14:nvPr/>
              </p14:nvContentPartPr>
              <p14:xfrm>
                <a:off x="4767998" y="6086016"/>
                <a:ext cx="360" cy="360"/>
              </p14:xfrm>
            </p:contentPart>
          </mc:Choice>
          <mc:Fallback>
            <p:pic>
              <p:nvPicPr>
                <p:cNvPr id="393" name="Ink 392">
                  <a:extLst>
                    <a:ext uri="{FF2B5EF4-FFF2-40B4-BE49-F238E27FC236}">
                      <a16:creationId xmlns:a16="http://schemas.microsoft.com/office/drawing/2014/main" id="{05B81BDD-381B-8CE1-5A1F-DC56BA83D706}"/>
                    </a:ext>
                  </a:extLst>
                </p:cNvPr>
                <p:cNvPicPr/>
                <p:nvPr/>
              </p:nvPicPr>
              <p:blipFill>
                <a:blip r:embed="rId45"/>
                <a:stretch>
                  <a:fillRect/>
                </a:stretch>
              </p:blipFill>
              <p:spPr>
                <a:xfrm>
                  <a:off x="4763678" y="608169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658">
              <p14:nvContentPartPr>
                <p14:cNvPr id="396" name="Ink 395">
                  <a:extLst>
                    <a:ext uri="{FF2B5EF4-FFF2-40B4-BE49-F238E27FC236}">
                      <a16:creationId xmlns:a16="http://schemas.microsoft.com/office/drawing/2014/main" id="{3E569F25-95C8-EAD2-B070-C803A1C827A8}"/>
                    </a:ext>
                  </a:extLst>
                </p14:cNvPr>
                <p14:cNvContentPartPr/>
                <p14:nvPr/>
              </p14:nvContentPartPr>
              <p14:xfrm>
                <a:off x="2955038" y="6518376"/>
                <a:ext cx="202320" cy="152280"/>
              </p14:xfrm>
            </p:contentPart>
          </mc:Choice>
          <mc:Fallback>
            <p:pic>
              <p:nvPicPr>
                <p:cNvPr id="396" name="Ink 395">
                  <a:extLst>
                    <a:ext uri="{FF2B5EF4-FFF2-40B4-BE49-F238E27FC236}">
                      <a16:creationId xmlns:a16="http://schemas.microsoft.com/office/drawing/2014/main" id="{3E569F25-95C8-EAD2-B070-C803A1C827A8}"/>
                    </a:ext>
                  </a:extLst>
                </p:cNvPr>
                <p:cNvPicPr/>
                <p:nvPr/>
              </p:nvPicPr>
              <p:blipFill>
                <a:blip r:embed="rId659"/>
                <a:stretch>
                  <a:fillRect/>
                </a:stretch>
              </p:blipFill>
              <p:spPr>
                <a:xfrm>
                  <a:off x="2950718" y="6514056"/>
                  <a:ext cx="210960" cy="160920"/>
                </a:xfrm>
                <a:prstGeom prst="rect">
                  <a:avLst/>
                </a:prstGeom>
              </p:spPr>
            </p:pic>
          </mc:Fallback>
        </mc:AlternateContent>
        <mc:AlternateContent xmlns:mc="http://schemas.openxmlformats.org/markup-compatibility/2006">
          <mc:Choice xmlns:p14="http://schemas.microsoft.com/office/powerpoint/2010/main" Requires="p14">
            <p:contentPart p14:bwMode="auto" r:id="rId660">
              <p14:nvContentPartPr>
                <p14:cNvPr id="397" name="Ink 396">
                  <a:extLst>
                    <a:ext uri="{FF2B5EF4-FFF2-40B4-BE49-F238E27FC236}">
                      <a16:creationId xmlns:a16="http://schemas.microsoft.com/office/drawing/2014/main" id="{6E933CD2-805A-4AF7-F897-90E0C17547E8}"/>
                    </a:ext>
                  </a:extLst>
                </p14:cNvPr>
                <p14:cNvContentPartPr/>
                <p14:nvPr/>
              </p14:nvContentPartPr>
              <p14:xfrm>
                <a:off x="3090038" y="6467976"/>
                <a:ext cx="24840" cy="16200"/>
              </p14:xfrm>
            </p:contentPart>
          </mc:Choice>
          <mc:Fallback>
            <p:pic>
              <p:nvPicPr>
                <p:cNvPr id="397" name="Ink 396">
                  <a:extLst>
                    <a:ext uri="{FF2B5EF4-FFF2-40B4-BE49-F238E27FC236}">
                      <a16:creationId xmlns:a16="http://schemas.microsoft.com/office/drawing/2014/main" id="{6E933CD2-805A-4AF7-F897-90E0C17547E8}"/>
                    </a:ext>
                  </a:extLst>
                </p:cNvPr>
                <p:cNvPicPr/>
                <p:nvPr/>
              </p:nvPicPr>
              <p:blipFill>
                <a:blip r:embed="rId661"/>
                <a:stretch>
                  <a:fillRect/>
                </a:stretch>
              </p:blipFill>
              <p:spPr>
                <a:xfrm>
                  <a:off x="3085718" y="6463656"/>
                  <a:ext cx="3348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662">
              <p14:nvContentPartPr>
                <p14:cNvPr id="398" name="Ink 397">
                  <a:extLst>
                    <a:ext uri="{FF2B5EF4-FFF2-40B4-BE49-F238E27FC236}">
                      <a16:creationId xmlns:a16="http://schemas.microsoft.com/office/drawing/2014/main" id="{A78D3E11-4197-DACE-1669-DBB6C9DC5B30}"/>
                    </a:ext>
                  </a:extLst>
                </p14:cNvPr>
                <p14:cNvContentPartPr/>
                <p14:nvPr/>
              </p14:nvContentPartPr>
              <p14:xfrm>
                <a:off x="3163478" y="6463656"/>
                <a:ext cx="56520" cy="190800"/>
              </p14:xfrm>
            </p:contentPart>
          </mc:Choice>
          <mc:Fallback>
            <p:pic>
              <p:nvPicPr>
                <p:cNvPr id="398" name="Ink 397">
                  <a:extLst>
                    <a:ext uri="{FF2B5EF4-FFF2-40B4-BE49-F238E27FC236}">
                      <a16:creationId xmlns:a16="http://schemas.microsoft.com/office/drawing/2014/main" id="{A78D3E11-4197-DACE-1669-DBB6C9DC5B30}"/>
                    </a:ext>
                  </a:extLst>
                </p:cNvPr>
                <p:cNvPicPr/>
                <p:nvPr/>
              </p:nvPicPr>
              <p:blipFill>
                <a:blip r:embed="rId663"/>
                <a:stretch>
                  <a:fillRect/>
                </a:stretch>
              </p:blipFill>
              <p:spPr>
                <a:xfrm>
                  <a:off x="3159158" y="6459336"/>
                  <a:ext cx="65160" cy="199440"/>
                </a:xfrm>
                <a:prstGeom prst="rect">
                  <a:avLst/>
                </a:prstGeom>
              </p:spPr>
            </p:pic>
          </mc:Fallback>
        </mc:AlternateContent>
        <mc:AlternateContent xmlns:mc="http://schemas.openxmlformats.org/markup-compatibility/2006">
          <mc:Choice xmlns:p14="http://schemas.microsoft.com/office/powerpoint/2010/main" Requires="p14">
            <p:contentPart p14:bwMode="auto" r:id="rId664">
              <p14:nvContentPartPr>
                <p14:cNvPr id="399" name="Ink 398">
                  <a:extLst>
                    <a:ext uri="{FF2B5EF4-FFF2-40B4-BE49-F238E27FC236}">
                      <a16:creationId xmlns:a16="http://schemas.microsoft.com/office/drawing/2014/main" id="{6D5CD163-02AA-458C-623D-FA09BC6B57C2}"/>
                    </a:ext>
                  </a:extLst>
                </p14:cNvPr>
                <p14:cNvContentPartPr/>
                <p14:nvPr/>
              </p14:nvContentPartPr>
              <p14:xfrm>
                <a:off x="3176078" y="6509376"/>
                <a:ext cx="195840" cy="122040"/>
              </p14:xfrm>
            </p:contentPart>
          </mc:Choice>
          <mc:Fallback>
            <p:pic>
              <p:nvPicPr>
                <p:cNvPr id="399" name="Ink 398">
                  <a:extLst>
                    <a:ext uri="{FF2B5EF4-FFF2-40B4-BE49-F238E27FC236}">
                      <a16:creationId xmlns:a16="http://schemas.microsoft.com/office/drawing/2014/main" id="{6D5CD163-02AA-458C-623D-FA09BC6B57C2}"/>
                    </a:ext>
                  </a:extLst>
                </p:cNvPr>
                <p:cNvPicPr/>
                <p:nvPr/>
              </p:nvPicPr>
              <p:blipFill>
                <a:blip r:embed="rId665"/>
                <a:stretch>
                  <a:fillRect/>
                </a:stretch>
              </p:blipFill>
              <p:spPr>
                <a:xfrm>
                  <a:off x="3171758" y="6505056"/>
                  <a:ext cx="20448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666">
              <p14:nvContentPartPr>
                <p14:cNvPr id="400" name="Ink 399">
                  <a:extLst>
                    <a:ext uri="{FF2B5EF4-FFF2-40B4-BE49-F238E27FC236}">
                      <a16:creationId xmlns:a16="http://schemas.microsoft.com/office/drawing/2014/main" id="{6053322A-9607-3D2F-59C6-B6DB5394A39B}"/>
                    </a:ext>
                  </a:extLst>
                </p14:cNvPr>
                <p14:cNvContentPartPr/>
                <p14:nvPr/>
              </p14:nvContentPartPr>
              <p14:xfrm>
                <a:off x="3612398" y="6378696"/>
                <a:ext cx="71280" cy="441360"/>
              </p14:xfrm>
            </p:contentPart>
          </mc:Choice>
          <mc:Fallback>
            <p:pic>
              <p:nvPicPr>
                <p:cNvPr id="400" name="Ink 399">
                  <a:extLst>
                    <a:ext uri="{FF2B5EF4-FFF2-40B4-BE49-F238E27FC236}">
                      <a16:creationId xmlns:a16="http://schemas.microsoft.com/office/drawing/2014/main" id="{6053322A-9607-3D2F-59C6-B6DB5394A39B}"/>
                    </a:ext>
                  </a:extLst>
                </p:cNvPr>
                <p:cNvPicPr/>
                <p:nvPr/>
              </p:nvPicPr>
              <p:blipFill>
                <a:blip r:embed="rId667"/>
                <a:stretch>
                  <a:fillRect/>
                </a:stretch>
              </p:blipFill>
              <p:spPr>
                <a:xfrm>
                  <a:off x="3608078" y="6374376"/>
                  <a:ext cx="79920" cy="450000"/>
                </a:xfrm>
                <a:prstGeom prst="rect">
                  <a:avLst/>
                </a:prstGeom>
              </p:spPr>
            </p:pic>
          </mc:Fallback>
        </mc:AlternateContent>
        <mc:AlternateContent xmlns:mc="http://schemas.openxmlformats.org/markup-compatibility/2006">
          <mc:Choice xmlns:p14="http://schemas.microsoft.com/office/powerpoint/2010/main" Requires="p14">
            <p:contentPart p14:bwMode="auto" r:id="rId668">
              <p14:nvContentPartPr>
                <p14:cNvPr id="401" name="Ink 400">
                  <a:extLst>
                    <a:ext uri="{FF2B5EF4-FFF2-40B4-BE49-F238E27FC236}">
                      <a16:creationId xmlns:a16="http://schemas.microsoft.com/office/drawing/2014/main" id="{0C10A5FB-7BF1-3E18-8582-3E9B3BAC37B4}"/>
                    </a:ext>
                  </a:extLst>
                </p14:cNvPr>
                <p14:cNvContentPartPr/>
                <p14:nvPr/>
              </p14:nvContentPartPr>
              <p14:xfrm>
                <a:off x="3610238" y="6485256"/>
                <a:ext cx="89640" cy="131040"/>
              </p14:xfrm>
            </p:contentPart>
          </mc:Choice>
          <mc:Fallback>
            <p:pic>
              <p:nvPicPr>
                <p:cNvPr id="401" name="Ink 400">
                  <a:extLst>
                    <a:ext uri="{FF2B5EF4-FFF2-40B4-BE49-F238E27FC236}">
                      <a16:creationId xmlns:a16="http://schemas.microsoft.com/office/drawing/2014/main" id="{0C10A5FB-7BF1-3E18-8582-3E9B3BAC37B4}"/>
                    </a:ext>
                  </a:extLst>
                </p:cNvPr>
                <p:cNvPicPr/>
                <p:nvPr/>
              </p:nvPicPr>
              <p:blipFill>
                <a:blip r:embed="rId669"/>
                <a:stretch>
                  <a:fillRect/>
                </a:stretch>
              </p:blipFill>
              <p:spPr>
                <a:xfrm>
                  <a:off x="3605918" y="6480936"/>
                  <a:ext cx="9828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670">
              <p14:nvContentPartPr>
                <p14:cNvPr id="402" name="Ink 401">
                  <a:extLst>
                    <a:ext uri="{FF2B5EF4-FFF2-40B4-BE49-F238E27FC236}">
                      <a16:creationId xmlns:a16="http://schemas.microsoft.com/office/drawing/2014/main" id="{E311AD29-A1BD-55DC-C7BA-3330DB13DD7C}"/>
                    </a:ext>
                  </a:extLst>
                </p14:cNvPr>
                <p14:cNvContentPartPr/>
                <p14:nvPr/>
              </p14:nvContentPartPr>
              <p14:xfrm>
                <a:off x="3818678" y="6317856"/>
                <a:ext cx="226800" cy="455760"/>
              </p14:xfrm>
            </p:contentPart>
          </mc:Choice>
          <mc:Fallback>
            <p:pic>
              <p:nvPicPr>
                <p:cNvPr id="402" name="Ink 401">
                  <a:extLst>
                    <a:ext uri="{FF2B5EF4-FFF2-40B4-BE49-F238E27FC236}">
                      <a16:creationId xmlns:a16="http://schemas.microsoft.com/office/drawing/2014/main" id="{E311AD29-A1BD-55DC-C7BA-3330DB13DD7C}"/>
                    </a:ext>
                  </a:extLst>
                </p:cNvPr>
                <p:cNvPicPr/>
                <p:nvPr/>
              </p:nvPicPr>
              <p:blipFill>
                <a:blip r:embed="rId671"/>
                <a:stretch>
                  <a:fillRect/>
                </a:stretch>
              </p:blipFill>
              <p:spPr>
                <a:xfrm>
                  <a:off x="3814358" y="6313536"/>
                  <a:ext cx="235440" cy="464400"/>
                </a:xfrm>
                <a:prstGeom prst="rect">
                  <a:avLst/>
                </a:prstGeom>
              </p:spPr>
            </p:pic>
          </mc:Fallback>
        </mc:AlternateContent>
        <mc:AlternateContent xmlns:mc="http://schemas.openxmlformats.org/markup-compatibility/2006">
          <mc:Choice xmlns:p14="http://schemas.microsoft.com/office/powerpoint/2010/main" Requires="p14">
            <p:contentPart p14:bwMode="auto" r:id="rId672">
              <p14:nvContentPartPr>
                <p14:cNvPr id="403" name="Ink 402">
                  <a:extLst>
                    <a:ext uri="{FF2B5EF4-FFF2-40B4-BE49-F238E27FC236}">
                      <a16:creationId xmlns:a16="http://schemas.microsoft.com/office/drawing/2014/main" id="{33D5F9B1-AFBF-D458-96E9-2C0E5935C154}"/>
                    </a:ext>
                  </a:extLst>
                </p14:cNvPr>
                <p14:cNvContentPartPr/>
                <p14:nvPr/>
              </p14:nvContentPartPr>
              <p14:xfrm>
                <a:off x="3885998" y="6519456"/>
                <a:ext cx="82440" cy="91080"/>
              </p14:xfrm>
            </p:contentPart>
          </mc:Choice>
          <mc:Fallback>
            <p:pic>
              <p:nvPicPr>
                <p:cNvPr id="403" name="Ink 402">
                  <a:extLst>
                    <a:ext uri="{FF2B5EF4-FFF2-40B4-BE49-F238E27FC236}">
                      <a16:creationId xmlns:a16="http://schemas.microsoft.com/office/drawing/2014/main" id="{33D5F9B1-AFBF-D458-96E9-2C0E5935C154}"/>
                    </a:ext>
                  </a:extLst>
                </p:cNvPr>
                <p:cNvPicPr/>
                <p:nvPr/>
              </p:nvPicPr>
              <p:blipFill>
                <a:blip r:embed="rId673"/>
                <a:stretch>
                  <a:fillRect/>
                </a:stretch>
              </p:blipFill>
              <p:spPr>
                <a:xfrm>
                  <a:off x="3881678" y="6515136"/>
                  <a:ext cx="91080" cy="99720"/>
                </a:xfrm>
                <a:prstGeom prst="rect">
                  <a:avLst/>
                </a:prstGeom>
              </p:spPr>
            </p:pic>
          </mc:Fallback>
        </mc:AlternateContent>
        <mc:AlternateContent xmlns:mc="http://schemas.openxmlformats.org/markup-compatibility/2006">
          <mc:Choice xmlns:p14="http://schemas.microsoft.com/office/powerpoint/2010/main" Requires="p14">
            <p:contentPart p14:bwMode="auto" r:id="rId674">
              <p14:nvContentPartPr>
                <p14:cNvPr id="404" name="Ink 403">
                  <a:extLst>
                    <a:ext uri="{FF2B5EF4-FFF2-40B4-BE49-F238E27FC236}">
                      <a16:creationId xmlns:a16="http://schemas.microsoft.com/office/drawing/2014/main" id="{BAF73BC3-5A8C-52D1-F685-9197A5415435}"/>
                    </a:ext>
                  </a:extLst>
                </p14:cNvPr>
                <p14:cNvContentPartPr/>
                <p14:nvPr/>
              </p14:nvContentPartPr>
              <p14:xfrm>
                <a:off x="4029998" y="6467256"/>
                <a:ext cx="45720" cy="91440"/>
              </p14:xfrm>
            </p:contentPart>
          </mc:Choice>
          <mc:Fallback>
            <p:pic>
              <p:nvPicPr>
                <p:cNvPr id="404" name="Ink 403">
                  <a:extLst>
                    <a:ext uri="{FF2B5EF4-FFF2-40B4-BE49-F238E27FC236}">
                      <a16:creationId xmlns:a16="http://schemas.microsoft.com/office/drawing/2014/main" id="{BAF73BC3-5A8C-52D1-F685-9197A5415435}"/>
                    </a:ext>
                  </a:extLst>
                </p:cNvPr>
                <p:cNvPicPr/>
                <p:nvPr/>
              </p:nvPicPr>
              <p:blipFill>
                <a:blip r:embed="rId675"/>
                <a:stretch>
                  <a:fillRect/>
                </a:stretch>
              </p:blipFill>
              <p:spPr>
                <a:xfrm>
                  <a:off x="4025678" y="6462936"/>
                  <a:ext cx="5436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676">
              <p14:nvContentPartPr>
                <p14:cNvPr id="405" name="Ink 404">
                  <a:extLst>
                    <a:ext uri="{FF2B5EF4-FFF2-40B4-BE49-F238E27FC236}">
                      <a16:creationId xmlns:a16="http://schemas.microsoft.com/office/drawing/2014/main" id="{946C01AA-FA88-D3B5-1605-9DA3AFAF238B}"/>
                    </a:ext>
                  </a:extLst>
                </p14:cNvPr>
                <p14:cNvContentPartPr/>
                <p14:nvPr/>
              </p14:nvContentPartPr>
              <p14:xfrm>
                <a:off x="4124318" y="6456096"/>
                <a:ext cx="180720" cy="89640"/>
              </p14:xfrm>
            </p:contentPart>
          </mc:Choice>
          <mc:Fallback>
            <p:pic>
              <p:nvPicPr>
                <p:cNvPr id="405" name="Ink 404">
                  <a:extLst>
                    <a:ext uri="{FF2B5EF4-FFF2-40B4-BE49-F238E27FC236}">
                      <a16:creationId xmlns:a16="http://schemas.microsoft.com/office/drawing/2014/main" id="{946C01AA-FA88-D3B5-1605-9DA3AFAF238B}"/>
                    </a:ext>
                  </a:extLst>
                </p:cNvPr>
                <p:cNvPicPr/>
                <p:nvPr/>
              </p:nvPicPr>
              <p:blipFill>
                <a:blip r:embed="rId677"/>
                <a:stretch>
                  <a:fillRect/>
                </a:stretch>
              </p:blipFill>
              <p:spPr>
                <a:xfrm>
                  <a:off x="4119998" y="6451776"/>
                  <a:ext cx="189360" cy="98280"/>
                </a:xfrm>
                <a:prstGeom prst="rect">
                  <a:avLst/>
                </a:prstGeom>
              </p:spPr>
            </p:pic>
          </mc:Fallback>
        </mc:AlternateContent>
        <mc:AlternateContent xmlns:mc="http://schemas.openxmlformats.org/markup-compatibility/2006">
          <mc:Choice xmlns:p14="http://schemas.microsoft.com/office/powerpoint/2010/main" Requires="p14">
            <p:contentPart p14:bwMode="auto" r:id="rId678">
              <p14:nvContentPartPr>
                <p14:cNvPr id="406" name="Ink 405">
                  <a:extLst>
                    <a:ext uri="{FF2B5EF4-FFF2-40B4-BE49-F238E27FC236}">
                      <a16:creationId xmlns:a16="http://schemas.microsoft.com/office/drawing/2014/main" id="{A9FBBD66-0784-33BD-4320-42F48D1682A9}"/>
                    </a:ext>
                  </a:extLst>
                </p14:cNvPr>
                <p14:cNvContentPartPr/>
                <p14:nvPr/>
              </p14:nvContentPartPr>
              <p14:xfrm>
                <a:off x="4429958" y="6371136"/>
                <a:ext cx="108720" cy="397440"/>
              </p14:xfrm>
            </p:contentPart>
          </mc:Choice>
          <mc:Fallback>
            <p:pic>
              <p:nvPicPr>
                <p:cNvPr id="406" name="Ink 405">
                  <a:extLst>
                    <a:ext uri="{FF2B5EF4-FFF2-40B4-BE49-F238E27FC236}">
                      <a16:creationId xmlns:a16="http://schemas.microsoft.com/office/drawing/2014/main" id="{A9FBBD66-0784-33BD-4320-42F48D1682A9}"/>
                    </a:ext>
                  </a:extLst>
                </p:cNvPr>
                <p:cNvPicPr/>
                <p:nvPr/>
              </p:nvPicPr>
              <p:blipFill>
                <a:blip r:embed="rId679"/>
                <a:stretch>
                  <a:fillRect/>
                </a:stretch>
              </p:blipFill>
              <p:spPr>
                <a:xfrm>
                  <a:off x="4425638" y="6366816"/>
                  <a:ext cx="117360" cy="406080"/>
                </a:xfrm>
                <a:prstGeom prst="rect">
                  <a:avLst/>
                </a:prstGeom>
              </p:spPr>
            </p:pic>
          </mc:Fallback>
        </mc:AlternateContent>
        <mc:AlternateContent xmlns:mc="http://schemas.openxmlformats.org/markup-compatibility/2006">
          <mc:Choice xmlns:p14="http://schemas.microsoft.com/office/powerpoint/2010/main" Requires="p14">
            <p:contentPart p14:bwMode="auto" r:id="rId680">
              <p14:nvContentPartPr>
                <p14:cNvPr id="407" name="Ink 406">
                  <a:extLst>
                    <a:ext uri="{FF2B5EF4-FFF2-40B4-BE49-F238E27FC236}">
                      <a16:creationId xmlns:a16="http://schemas.microsoft.com/office/drawing/2014/main" id="{5F67D58C-AD25-311C-827C-310EF813E6A4}"/>
                    </a:ext>
                  </a:extLst>
                </p14:cNvPr>
                <p14:cNvContentPartPr/>
                <p14:nvPr/>
              </p14:nvContentPartPr>
              <p14:xfrm>
                <a:off x="4631918" y="6307776"/>
                <a:ext cx="145440" cy="308520"/>
              </p14:xfrm>
            </p:contentPart>
          </mc:Choice>
          <mc:Fallback>
            <p:pic>
              <p:nvPicPr>
                <p:cNvPr id="407" name="Ink 406">
                  <a:extLst>
                    <a:ext uri="{FF2B5EF4-FFF2-40B4-BE49-F238E27FC236}">
                      <a16:creationId xmlns:a16="http://schemas.microsoft.com/office/drawing/2014/main" id="{5F67D58C-AD25-311C-827C-310EF813E6A4}"/>
                    </a:ext>
                  </a:extLst>
                </p:cNvPr>
                <p:cNvPicPr/>
                <p:nvPr/>
              </p:nvPicPr>
              <p:blipFill>
                <a:blip r:embed="rId681"/>
                <a:stretch>
                  <a:fillRect/>
                </a:stretch>
              </p:blipFill>
              <p:spPr>
                <a:xfrm>
                  <a:off x="4627598" y="6303456"/>
                  <a:ext cx="154080" cy="317160"/>
                </a:xfrm>
                <a:prstGeom prst="rect">
                  <a:avLst/>
                </a:prstGeom>
              </p:spPr>
            </p:pic>
          </mc:Fallback>
        </mc:AlternateContent>
        <mc:AlternateContent xmlns:mc="http://schemas.openxmlformats.org/markup-compatibility/2006">
          <mc:Choice xmlns:p14="http://schemas.microsoft.com/office/powerpoint/2010/main" Requires="p14">
            <p:contentPart p14:bwMode="auto" r:id="rId682">
              <p14:nvContentPartPr>
                <p14:cNvPr id="408" name="Ink 407">
                  <a:extLst>
                    <a:ext uri="{FF2B5EF4-FFF2-40B4-BE49-F238E27FC236}">
                      <a16:creationId xmlns:a16="http://schemas.microsoft.com/office/drawing/2014/main" id="{8B9D055E-5E58-E23E-B4B0-21E2E4DC84EB}"/>
                    </a:ext>
                  </a:extLst>
                </p14:cNvPr>
                <p14:cNvContentPartPr/>
                <p14:nvPr/>
              </p14:nvContentPartPr>
              <p14:xfrm>
                <a:off x="4793558" y="6207696"/>
                <a:ext cx="276120" cy="317160"/>
              </p14:xfrm>
            </p:contentPart>
          </mc:Choice>
          <mc:Fallback>
            <p:pic>
              <p:nvPicPr>
                <p:cNvPr id="408" name="Ink 407">
                  <a:extLst>
                    <a:ext uri="{FF2B5EF4-FFF2-40B4-BE49-F238E27FC236}">
                      <a16:creationId xmlns:a16="http://schemas.microsoft.com/office/drawing/2014/main" id="{8B9D055E-5E58-E23E-B4B0-21E2E4DC84EB}"/>
                    </a:ext>
                  </a:extLst>
                </p:cNvPr>
                <p:cNvPicPr/>
                <p:nvPr/>
              </p:nvPicPr>
              <p:blipFill>
                <a:blip r:embed="rId683"/>
                <a:stretch>
                  <a:fillRect/>
                </a:stretch>
              </p:blipFill>
              <p:spPr>
                <a:xfrm>
                  <a:off x="4789238" y="6203376"/>
                  <a:ext cx="284760" cy="325800"/>
                </a:xfrm>
                <a:prstGeom prst="rect">
                  <a:avLst/>
                </a:prstGeom>
              </p:spPr>
            </p:pic>
          </mc:Fallback>
        </mc:AlternateContent>
        <mc:AlternateContent xmlns:mc="http://schemas.openxmlformats.org/markup-compatibility/2006">
          <mc:Choice xmlns:p14="http://schemas.microsoft.com/office/powerpoint/2010/main" Requires="p14">
            <p:contentPart p14:bwMode="auto" r:id="rId684">
              <p14:nvContentPartPr>
                <p14:cNvPr id="409" name="Ink 408">
                  <a:extLst>
                    <a:ext uri="{FF2B5EF4-FFF2-40B4-BE49-F238E27FC236}">
                      <a16:creationId xmlns:a16="http://schemas.microsoft.com/office/drawing/2014/main" id="{0242927B-BC28-AF74-89B0-6565A4A2C81B}"/>
                    </a:ext>
                  </a:extLst>
                </p14:cNvPr>
                <p14:cNvContentPartPr/>
                <p14:nvPr/>
              </p14:nvContentPartPr>
              <p14:xfrm>
                <a:off x="5068958" y="6382296"/>
                <a:ext cx="239040" cy="127800"/>
              </p14:xfrm>
            </p:contentPart>
          </mc:Choice>
          <mc:Fallback>
            <p:pic>
              <p:nvPicPr>
                <p:cNvPr id="409" name="Ink 408">
                  <a:extLst>
                    <a:ext uri="{FF2B5EF4-FFF2-40B4-BE49-F238E27FC236}">
                      <a16:creationId xmlns:a16="http://schemas.microsoft.com/office/drawing/2014/main" id="{0242927B-BC28-AF74-89B0-6565A4A2C81B}"/>
                    </a:ext>
                  </a:extLst>
                </p:cNvPr>
                <p:cNvPicPr/>
                <p:nvPr/>
              </p:nvPicPr>
              <p:blipFill>
                <a:blip r:embed="rId685"/>
                <a:stretch>
                  <a:fillRect/>
                </a:stretch>
              </p:blipFill>
              <p:spPr>
                <a:xfrm>
                  <a:off x="5064638" y="6377976"/>
                  <a:ext cx="24768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686">
              <p14:nvContentPartPr>
                <p14:cNvPr id="412" name="Ink 411">
                  <a:extLst>
                    <a:ext uri="{FF2B5EF4-FFF2-40B4-BE49-F238E27FC236}">
                      <a16:creationId xmlns:a16="http://schemas.microsoft.com/office/drawing/2014/main" id="{0D55D1B3-E4CA-B844-90D0-BD99368876D6}"/>
                    </a:ext>
                  </a:extLst>
                </p14:cNvPr>
                <p14:cNvContentPartPr/>
                <p14:nvPr/>
              </p14:nvContentPartPr>
              <p14:xfrm>
                <a:off x="2332958" y="6139296"/>
                <a:ext cx="4680" cy="2880"/>
              </p14:xfrm>
            </p:contentPart>
          </mc:Choice>
          <mc:Fallback>
            <p:pic>
              <p:nvPicPr>
                <p:cNvPr id="412" name="Ink 411">
                  <a:extLst>
                    <a:ext uri="{FF2B5EF4-FFF2-40B4-BE49-F238E27FC236}">
                      <a16:creationId xmlns:a16="http://schemas.microsoft.com/office/drawing/2014/main" id="{0D55D1B3-E4CA-B844-90D0-BD99368876D6}"/>
                    </a:ext>
                  </a:extLst>
                </p:cNvPr>
                <p:cNvPicPr/>
                <p:nvPr/>
              </p:nvPicPr>
              <p:blipFill>
                <a:blip r:embed="rId120"/>
                <a:stretch>
                  <a:fillRect/>
                </a:stretch>
              </p:blipFill>
              <p:spPr>
                <a:xfrm>
                  <a:off x="2328638" y="6134976"/>
                  <a:ext cx="13320" cy="11520"/>
                </a:xfrm>
                <a:prstGeom prst="rect">
                  <a:avLst/>
                </a:prstGeom>
              </p:spPr>
            </p:pic>
          </mc:Fallback>
        </mc:AlternateContent>
        <mc:AlternateContent xmlns:mc="http://schemas.openxmlformats.org/markup-compatibility/2006">
          <mc:Choice xmlns:p14="http://schemas.microsoft.com/office/powerpoint/2010/main" Requires="p14">
            <p:contentPart p14:bwMode="auto" r:id="rId687">
              <p14:nvContentPartPr>
                <p14:cNvPr id="411" name="Ink 410">
                  <a:extLst>
                    <a:ext uri="{FF2B5EF4-FFF2-40B4-BE49-F238E27FC236}">
                      <a16:creationId xmlns:a16="http://schemas.microsoft.com/office/drawing/2014/main" id="{0F1DD65B-0D3C-49F8-CC3B-4AC6DFB9EB3D}"/>
                    </a:ext>
                  </a:extLst>
                </p14:cNvPr>
                <p14:cNvContentPartPr/>
                <p14:nvPr/>
              </p14:nvContentPartPr>
              <p14:xfrm>
                <a:off x="2305598" y="5987736"/>
                <a:ext cx="15480" cy="7200"/>
              </p14:xfrm>
            </p:contentPart>
          </mc:Choice>
          <mc:Fallback>
            <p:pic>
              <p:nvPicPr>
                <p:cNvPr id="411" name="Ink 410">
                  <a:extLst>
                    <a:ext uri="{FF2B5EF4-FFF2-40B4-BE49-F238E27FC236}">
                      <a16:creationId xmlns:a16="http://schemas.microsoft.com/office/drawing/2014/main" id="{0F1DD65B-0D3C-49F8-CC3B-4AC6DFB9EB3D}"/>
                    </a:ext>
                  </a:extLst>
                </p:cNvPr>
                <p:cNvPicPr/>
                <p:nvPr/>
              </p:nvPicPr>
              <p:blipFill>
                <a:blip r:embed="rId688"/>
                <a:stretch>
                  <a:fillRect/>
                </a:stretch>
              </p:blipFill>
              <p:spPr>
                <a:xfrm>
                  <a:off x="2301278" y="5983416"/>
                  <a:ext cx="2412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689">
              <p14:nvContentPartPr>
                <p14:cNvPr id="413" name="Ink 412">
                  <a:extLst>
                    <a:ext uri="{FF2B5EF4-FFF2-40B4-BE49-F238E27FC236}">
                      <a16:creationId xmlns:a16="http://schemas.microsoft.com/office/drawing/2014/main" id="{B0E143E7-BDEA-D889-D40F-ACCF5033825D}"/>
                    </a:ext>
                  </a:extLst>
                </p14:cNvPr>
                <p14:cNvContentPartPr/>
                <p14:nvPr/>
              </p14:nvContentPartPr>
              <p14:xfrm>
                <a:off x="2380838" y="5956776"/>
                <a:ext cx="6120" cy="3600"/>
              </p14:xfrm>
            </p:contentPart>
          </mc:Choice>
          <mc:Fallback>
            <p:pic>
              <p:nvPicPr>
                <p:cNvPr id="413" name="Ink 412">
                  <a:extLst>
                    <a:ext uri="{FF2B5EF4-FFF2-40B4-BE49-F238E27FC236}">
                      <a16:creationId xmlns:a16="http://schemas.microsoft.com/office/drawing/2014/main" id="{B0E143E7-BDEA-D889-D40F-ACCF5033825D}"/>
                    </a:ext>
                  </a:extLst>
                </p:cNvPr>
                <p:cNvPicPr/>
                <p:nvPr/>
              </p:nvPicPr>
              <p:blipFill>
                <a:blip r:embed="rId360"/>
                <a:stretch>
                  <a:fillRect/>
                </a:stretch>
              </p:blipFill>
              <p:spPr>
                <a:xfrm>
                  <a:off x="2376518" y="5952456"/>
                  <a:ext cx="14760" cy="12240"/>
                </a:xfrm>
                <a:prstGeom prst="rect">
                  <a:avLst/>
                </a:prstGeom>
              </p:spPr>
            </p:pic>
          </mc:Fallback>
        </mc:AlternateContent>
        <mc:AlternateContent xmlns:mc="http://schemas.openxmlformats.org/markup-compatibility/2006">
          <mc:Choice xmlns:p14="http://schemas.microsoft.com/office/powerpoint/2010/main" Requires="p14">
            <p:contentPart p14:bwMode="auto" r:id="rId690">
              <p14:nvContentPartPr>
                <p14:cNvPr id="415" name="Ink 414">
                  <a:extLst>
                    <a:ext uri="{FF2B5EF4-FFF2-40B4-BE49-F238E27FC236}">
                      <a16:creationId xmlns:a16="http://schemas.microsoft.com/office/drawing/2014/main" id="{FCA3A7E1-5E4E-9A29-366A-78EB4876319F}"/>
                    </a:ext>
                  </a:extLst>
                </p14:cNvPr>
                <p14:cNvContentPartPr/>
                <p14:nvPr/>
              </p14:nvContentPartPr>
              <p14:xfrm>
                <a:off x="248198" y="6139296"/>
                <a:ext cx="166320" cy="142200"/>
              </p14:xfrm>
            </p:contentPart>
          </mc:Choice>
          <mc:Fallback>
            <p:pic>
              <p:nvPicPr>
                <p:cNvPr id="415" name="Ink 414">
                  <a:extLst>
                    <a:ext uri="{FF2B5EF4-FFF2-40B4-BE49-F238E27FC236}">
                      <a16:creationId xmlns:a16="http://schemas.microsoft.com/office/drawing/2014/main" id="{FCA3A7E1-5E4E-9A29-366A-78EB4876319F}"/>
                    </a:ext>
                  </a:extLst>
                </p:cNvPr>
                <p:cNvPicPr/>
                <p:nvPr/>
              </p:nvPicPr>
              <p:blipFill>
                <a:blip r:embed="rId691"/>
                <a:stretch>
                  <a:fillRect/>
                </a:stretch>
              </p:blipFill>
              <p:spPr>
                <a:xfrm>
                  <a:off x="243878" y="6134976"/>
                  <a:ext cx="174960" cy="150840"/>
                </a:xfrm>
                <a:prstGeom prst="rect">
                  <a:avLst/>
                </a:prstGeom>
              </p:spPr>
            </p:pic>
          </mc:Fallback>
        </mc:AlternateContent>
        <mc:AlternateContent xmlns:mc="http://schemas.openxmlformats.org/markup-compatibility/2006">
          <mc:Choice xmlns:p14="http://schemas.microsoft.com/office/powerpoint/2010/main" Requires="p14">
            <p:contentPart p14:bwMode="auto" r:id="rId692">
              <p14:nvContentPartPr>
                <p14:cNvPr id="416" name="Ink 415">
                  <a:extLst>
                    <a:ext uri="{FF2B5EF4-FFF2-40B4-BE49-F238E27FC236}">
                      <a16:creationId xmlns:a16="http://schemas.microsoft.com/office/drawing/2014/main" id="{B0FD9EA1-51BF-B29C-6430-61C89441B86B}"/>
                    </a:ext>
                  </a:extLst>
                </p14:cNvPr>
                <p14:cNvContentPartPr/>
                <p14:nvPr/>
              </p14:nvContentPartPr>
              <p14:xfrm>
                <a:off x="298238" y="6125256"/>
                <a:ext cx="83160" cy="175680"/>
              </p14:xfrm>
            </p:contentPart>
          </mc:Choice>
          <mc:Fallback>
            <p:pic>
              <p:nvPicPr>
                <p:cNvPr id="416" name="Ink 415">
                  <a:extLst>
                    <a:ext uri="{FF2B5EF4-FFF2-40B4-BE49-F238E27FC236}">
                      <a16:creationId xmlns:a16="http://schemas.microsoft.com/office/drawing/2014/main" id="{B0FD9EA1-51BF-B29C-6430-61C89441B86B}"/>
                    </a:ext>
                  </a:extLst>
                </p:cNvPr>
                <p:cNvPicPr/>
                <p:nvPr/>
              </p:nvPicPr>
              <p:blipFill>
                <a:blip r:embed="rId693"/>
                <a:stretch>
                  <a:fillRect/>
                </a:stretch>
              </p:blipFill>
              <p:spPr>
                <a:xfrm>
                  <a:off x="293918" y="6120936"/>
                  <a:ext cx="9180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694">
              <p14:nvContentPartPr>
                <p14:cNvPr id="417" name="Ink 416">
                  <a:extLst>
                    <a:ext uri="{FF2B5EF4-FFF2-40B4-BE49-F238E27FC236}">
                      <a16:creationId xmlns:a16="http://schemas.microsoft.com/office/drawing/2014/main" id="{6D668860-04B4-E803-62AD-05499D97C20D}"/>
                    </a:ext>
                  </a:extLst>
                </p14:cNvPr>
                <p14:cNvContentPartPr/>
                <p14:nvPr/>
              </p14:nvContentPartPr>
              <p14:xfrm>
                <a:off x="449798" y="6266736"/>
                <a:ext cx="16560" cy="106560"/>
              </p14:xfrm>
            </p:contentPart>
          </mc:Choice>
          <mc:Fallback>
            <p:pic>
              <p:nvPicPr>
                <p:cNvPr id="417" name="Ink 416">
                  <a:extLst>
                    <a:ext uri="{FF2B5EF4-FFF2-40B4-BE49-F238E27FC236}">
                      <a16:creationId xmlns:a16="http://schemas.microsoft.com/office/drawing/2014/main" id="{6D668860-04B4-E803-62AD-05499D97C20D}"/>
                    </a:ext>
                  </a:extLst>
                </p:cNvPr>
                <p:cNvPicPr/>
                <p:nvPr/>
              </p:nvPicPr>
              <p:blipFill>
                <a:blip r:embed="rId695"/>
                <a:stretch>
                  <a:fillRect/>
                </a:stretch>
              </p:blipFill>
              <p:spPr>
                <a:xfrm>
                  <a:off x="445478" y="6262416"/>
                  <a:ext cx="2520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696">
              <p14:nvContentPartPr>
                <p14:cNvPr id="418" name="Ink 417">
                  <a:extLst>
                    <a:ext uri="{FF2B5EF4-FFF2-40B4-BE49-F238E27FC236}">
                      <a16:creationId xmlns:a16="http://schemas.microsoft.com/office/drawing/2014/main" id="{F4890427-D061-BC40-C7DC-BF446826E95E}"/>
                    </a:ext>
                  </a:extLst>
                </p14:cNvPr>
                <p14:cNvContentPartPr/>
                <p14:nvPr/>
              </p14:nvContentPartPr>
              <p14:xfrm>
                <a:off x="482558" y="6141456"/>
                <a:ext cx="114480" cy="41040"/>
              </p14:xfrm>
            </p:contentPart>
          </mc:Choice>
          <mc:Fallback>
            <p:pic>
              <p:nvPicPr>
                <p:cNvPr id="418" name="Ink 417">
                  <a:extLst>
                    <a:ext uri="{FF2B5EF4-FFF2-40B4-BE49-F238E27FC236}">
                      <a16:creationId xmlns:a16="http://schemas.microsoft.com/office/drawing/2014/main" id="{F4890427-D061-BC40-C7DC-BF446826E95E}"/>
                    </a:ext>
                  </a:extLst>
                </p:cNvPr>
                <p:cNvPicPr/>
                <p:nvPr/>
              </p:nvPicPr>
              <p:blipFill>
                <a:blip r:embed="rId697"/>
                <a:stretch>
                  <a:fillRect/>
                </a:stretch>
              </p:blipFill>
              <p:spPr>
                <a:xfrm>
                  <a:off x="478238" y="6137136"/>
                  <a:ext cx="12312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698">
              <p14:nvContentPartPr>
                <p14:cNvPr id="419" name="Ink 418">
                  <a:extLst>
                    <a:ext uri="{FF2B5EF4-FFF2-40B4-BE49-F238E27FC236}">
                      <a16:creationId xmlns:a16="http://schemas.microsoft.com/office/drawing/2014/main" id="{99A197AA-EBDD-76E7-4D0A-02CF2AD92E11}"/>
                    </a:ext>
                  </a:extLst>
                </p14:cNvPr>
                <p14:cNvContentPartPr/>
                <p14:nvPr/>
              </p14:nvContentPartPr>
              <p14:xfrm>
                <a:off x="629798" y="6104376"/>
                <a:ext cx="174240" cy="184320"/>
              </p14:xfrm>
            </p:contentPart>
          </mc:Choice>
          <mc:Fallback>
            <p:pic>
              <p:nvPicPr>
                <p:cNvPr id="419" name="Ink 418">
                  <a:extLst>
                    <a:ext uri="{FF2B5EF4-FFF2-40B4-BE49-F238E27FC236}">
                      <a16:creationId xmlns:a16="http://schemas.microsoft.com/office/drawing/2014/main" id="{99A197AA-EBDD-76E7-4D0A-02CF2AD92E11}"/>
                    </a:ext>
                  </a:extLst>
                </p:cNvPr>
                <p:cNvPicPr/>
                <p:nvPr/>
              </p:nvPicPr>
              <p:blipFill>
                <a:blip r:embed="rId699"/>
                <a:stretch>
                  <a:fillRect/>
                </a:stretch>
              </p:blipFill>
              <p:spPr>
                <a:xfrm>
                  <a:off x="625478" y="6100056"/>
                  <a:ext cx="182880" cy="192960"/>
                </a:xfrm>
                <a:prstGeom prst="rect">
                  <a:avLst/>
                </a:prstGeom>
              </p:spPr>
            </p:pic>
          </mc:Fallback>
        </mc:AlternateContent>
        <mc:AlternateContent xmlns:mc="http://schemas.openxmlformats.org/markup-compatibility/2006">
          <mc:Choice xmlns:p14="http://schemas.microsoft.com/office/powerpoint/2010/main" Requires="p14">
            <p:contentPart p14:bwMode="auto" r:id="rId700">
              <p14:nvContentPartPr>
                <p14:cNvPr id="420" name="Ink 419">
                  <a:extLst>
                    <a:ext uri="{FF2B5EF4-FFF2-40B4-BE49-F238E27FC236}">
                      <a16:creationId xmlns:a16="http://schemas.microsoft.com/office/drawing/2014/main" id="{347C4762-B6D7-0AF0-3451-7DBBC29F4D2A}"/>
                    </a:ext>
                  </a:extLst>
                </p14:cNvPr>
                <p14:cNvContentPartPr/>
                <p14:nvPr/>
              </p14:nvContentPartPr>
              <p14:xfrm>
                <a:off x="809798" y="6023016"/>
                <a:ext cx="77040" cy="266040"/>
              </p14:xfrm>
            </p:contentPart>
          </mc:Choice>
          <mc:Fallback>
            <p:pic>
              <p:nvPicPr>
                <p:cNvPr id="420" name="Ink 419">
                  <a:extLst>
                    <a:ext uri="{FF2B5EF4-FFF2-40B4-BE49-F238E27FC236}">
                      <a16:creationId xmlns:a16="http://schemas.microsoft.com/office/drawing/2014/main" id="{347C4762-B6D7-0AF0-3451-7DBBC29F4D2A}"/>
                    </a:ext>
                  </a:extLst>
                </p:cNvPr>
                <p:cNvPicPr/>
                <p:nvPr/>
              </p:nvPicPr>
              <p:blipFill>
                <a:blip r:embed="rId701"/>
                <a:stretch>
                  <a:fillRect/>
                </a:stretch>
              </p:blipFill>
              <p:spPr>
                <a:xfrm>
                  <a:off x="805478" y="6018696"/>
                  <a:ext cx="8568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702">
              <p14:nvContentPartPr>
                <p14:cNvPr id="421" name="Ink 420">
                  <a:extLst>
                    <a:ext uri="{FF2B5EF4-FFF2-40B4-BE49-F238E27FC236}">
                      <a16:creationId xmlns:a16="http://schemas.microsoft.com/office/drawing/2014/main" id="{6464BF9C-883A-34D8-BA1B-8D75819D29DE}"/>
                    </a:ext>
                  </a:extLst>
                </p14:cNvPr>
                <p14:cNvContentPartPr/>
                <p14:nvPr/>
              </p14:nvContentPartPr>
              <p14:xfrm>
                <a:off x="74678" y="6077736"/>
                <a:ext cx="213120" cy="331920"/>
              </p14:xfrm>
            </p:contentPart>
          </mc:Choice>
          <mc:Fallback>
            <p:pic>
              <p:nvPicPr>
                <p:cNvPr id="421" name="Ink 420">
                  <a:extLst>
                    <a:ext uri="{FF2B5EF4-FFF2-40B4-BE49-F238E27FC236}">
                      <a16:creationId xmlns:a16="http://schemas.microsoft.com/office/drawing/2014/main" id="{6464BF9C-883A-34D8-BA1B-8D75819D29DE}"/>
                    </a:ext>
                  </a:extLst>
                </p:cNvPr>
                <p:cNvPicPr/>
                <p:nvPr/>
              </p:nvPicPr>
              <p:blipFill>
                <a:blip r:embed="rId703"/>
                <a:stretch>
                  <a:fillRect/>
                </a:stretch>
              </p:blipFill>
              <p:spPr>
                <a:xfrm>
                  <a:off x="70358" y="6073416"/>
                  <a:ext cx="221760" cy="340560"/>
                </a:xfrm>
                <a:prstGeom prst="rect">
                  <a:avLst/>
                </a:prstGeom>
              </p:spPr>
            </p:pic>
          </mc:Fallback>
        </mc:AlternateContent>
        <mc:AlternateContent xmlns:mc="http://schemas.openxmlformats.org/markup-compatibility/2006">
          <mc:Choice xmlns:p14="http://schemas.microsoft.com/office/powerpoint/2010/main" Requires="p14">
            <p:contentPart p14:bwMode="auto" r:id="rId704">
              <p14:nvContentPartPr>
                <p14:cNvPr id="422" name="Ink 421">
                  <a:extLst>
                    <a:ext uri="{FF2B5EF4-FFF2-40B4-BE49-F238E27FC236}">
                      <a16:creationId xmlns:a16="http://schemas.microsoft.com/office/drawing/2014/main" id="{5D5357DD-A562-5588-4119-29FFD4C297D1}"/>
                    </a:ext>
                  </a:extLst>
                </p14:cNvPr>
                <p14:cNvContentPartPr/>
                <p14:nvPr/>
              </p14:nvContentPartPr>
              <p14:xfrm>
                <a:off x="832838" y="5992056"/>
                <a:ext cx="107280" cy="106920"/>
              </p14:xfrm>
            </p:contentPart>
          </mc:Choice>
          <mc:Fallback>
            <p:pic>
              <p:nvPicPr>
                <p:cNvPr id="422" name="Ink 421">
                  <a:extLst>
                    <a:ext uri="{FF2B5EF4-FFF2-40B4-BE49-F238E27FC236}">
                      <a16:creationId xmlns:a16="http://schemas.microsoft.com/office/drawing/2014/main" id="{5D5357DD-A562-5588-4119-29FFD4C297D1}"/>
                    </a:ext>
                  </a:extLst>
                </p:cNvPr>
                <p:cNvPicPr/>
                <p:nvPr/>
              </p:nvPicPr>
              <p:blipFill>
                <a:blip r:embed="rId705"/>
                <a:stretch>
                  <a:fillRect/>
                </a:stretch>
              </p:blipFill>
              <p:spPr>
                <a:xfrm>
                  <a:off x="828518" y="5987736"/>
                  <a:ext cx="115920" cy="115560"/>
                </a:xfrm>
                <a:prstGeom prst="rect">
                  <a:avLst/>
                </a:prstGeom>
              </p:spPr>
            </p:pic>
          </mc:Fallback>
        </mc:AlternateContent>
        <mc:AlternateContent xmlns:mc="http://schemas.openxmlformats.org/markup-compatibility/2006">
          <mc:Choice xmlns:p14="http://schemas.microsoft.com/office/powerpoint/2010/main" Requires="p14">
            <p:contentPart p14:bwMode="auto" r:id="rId706">
              <p14:nvContentPartPr>
                <p14:cNvPr id="423" name="Ink 422">
                  <a:extLst>
                    <a:ext uri="{FF2B5EF4-FFF2-40B4-BE49-F238E27FC236}">
                      <a16:creationId xmlns:a16="http://schemas.microsoft.com/office/drawing/2014/main" id="{6CEEC2E4-9853-6D3E-BCE7-AF579F1E3736}"/>
                    </a:ext>
                  </a:extLst>
                </p14:cNvPr>
                <p14:cNvContentPartPr/>
                <p14:nvPr/>
              </p14:nvContentPartPr>
              <p14:xfrm>
                <a:off x="223718" y="6304896"/>
                <a:ext cx="736920" cy="249840"/>
              </p14:xfrm>
            </p:contentPart>
          </mc:Choice>
          <mc:Fallback>
            <p:pic>
              <p:nvPicPr>
                <p:cNvPr id="423" name="Ink 422">
                  <a:extLst>
                    <a:ext uri="{FF2B5EF4-FFF2-40B4-BE49-F238E27FC236}">
                      <a16:creationId xmlns:a16="http://schemas.microsoft.com/office/drawing/2014/main" id="{6CEEC2E4-9853-6D3E-BCE7-AF579F1E3736}"/>
                    </a:ext>
                  </a:extLst>
                </p:cNvPr>
                <p:cNvPicPr/>
                <p:nvPr/>
              </p:nvPicPr>
              <p:blipFill>
                <a:blip r:embed="rId707"/>
                <a:stretch>
                  <a:fillRect/>
                </a:stretch>
              </p:blipFill>
              <p:spPr>
                <a:xfrm>
                  <a:off x="219398" y="6300576"/>
                  <a:ext cx="74556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708">
              <p14:nvContentPartPr>
                <p14:cNvPr id="425" name="Ink 424">
                  <a:extLst>
                    <a:ext uri="{FF2B5EF4-FFF2-40B4-BE49-F238E27FC236}">
                      <a16:creationId xmlns:a16="http://schemas.microsoft.com/office/drawing/2014/main" id="{01806D67-5EED-DD5F-2CFE-66AE9AB7627C}"/>
                    </a:ext>
                  </a:extLst>
                </p14:cNvPr>
                <p14:cNvContentPartPr/>
                <p14:nvPr/>
              </p14:nvContentPartPr>
              <p14:xfrm>
                <a:off x="410918" y="6493176"/>
                <a:ext cx="212400" cy="203760"/>
              </p14:xfrm>
            </p:contentPart>
          </mc:Choice>
          <mc:Fallback>
            <p:pic>
              <p:nvPicPr>
                <p:cNvPr id="425" name="Ink 424">
                  <a:extLst>
                    <a:ext uri="{FF2B5EF4-FFF2-40B4-BE49-F238E27FC236}">
                      <a16:creationId xmlns:a16="http://schemas.microsoft.com/office/drawing/2014/main" id="{01806D67-5EED-DD5F-2CFE-66AE9AB7627C}"/>
                    </a:ext>
                  </a:extLst>
                </p:cNvPr>
                <p:cNvPicPr/>
                <p:nvPr/>
              </p:nvPicPr>
              <p:blipFill>
                <a:blip r:embed="rId709"/>
                <a:stretch>
                  <a:fillRect/>
                </a:stretch>
              </p:blipFill>
              <p:spPr>
                <a:xfrm>
                  <a:off x="406598" y="6488856"/>
                  <a:ext cx="221040" cy="212400"/>
                </a:xfrm>
                <a:prstGeom prst="rect">
                  <a:avLst/>
                </a:prstGeom>
              </p:spPr>
            </p:pic>
          </mc:Fallback>
        </mc:AlternateContent>
        <mc:AlternateContent xmlns:mc="http://schemas.openxmlformats.org/markup-compatibility/2006">
          <mc:Choice xmlns:p14="http://schemas.microsoft.com/office/powerpoint/2010/main" Requires="p14">
            <p:contentPart p14:bwMode="auto" r:id="rId710">
              <p14:nvContentPartPr>
                <p14:cNvPr id="426" name="Ink 425">
                  <a:extLst>
                    <a:ext uri="{FF2B5EF4-FFF2-40B4-BE49-F238E27FC236}">
                      <a16:creationId xmlns:a16="http://schemas.microsoft.com/office/drawing/2014/main" id="{1A6A3390-5591-219F-274B-AFA62DCED566}"/>
                    </a:ext>
                  </a:extLst>
                </p14:cNvPr>
                <p14:cNvContentPartPr/>
                <p14:nvPr/>
              </p14:nvContentPartPr>
              <p14:xfrm>
                <a:off x="618278" y="6636816"/>
                <a:ext cx="50760" cy="109080"/>
              </p14:xfrm>
            </p:contentPart>
          </mc:Choice>
          <mc:Fallback>
            <p:pic>
              <p:nvPicPr>
                <p:cNvPr id="426" name="Ink 425">
                  <a:extLst>
                    <a:ext uri="{FF2B5EF4-FFF2-40B4-BE49-F238E27FC236}">
                      <a16:creationId xmlns:a16="http://schemas.microsoft.com/office/drawing/2014/main" id="{1A6A3390-5591-219F-274B-AFA62DCED566}"/>
                    </a:ext>
                  </a:extLst>
                </p:cNvPr>
                <p:cNvPicPr/>
                <p:nvPr/>
              </p:nvPicPr>
              <p:blipFill>
                <a:blip r:embed="rId711"/>
                <a:stretch>
                  <a:fillRect/>
                </a:stretch>
              </p:blipFill>
              <p:spPr>
                <a:xfrm>
                  <a:off x="613958" y="6632496"/>
                  <a:ext cx="5940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712">
              <p14:nvContentPartPr>
                <p14:cNvPr id="427" name="Ink 426">
                  <a:extLst>
                    <a:ext uri="{FF2B5EF4-FFF2-40B4-BE49-F238E27FC236}">
                      <a16:creationId xmlns:a16="http://schemas.microsoft.com/office/drawing/2014/main" id="{B391F295-B9DA-F255-3817-8EE1F985F7DA}"/>
                    </a:ext>
                  </a:extLst>
                </p14:cNvPr>
                <p14:cNvContentPartPr/>
                <p14:nvPr/>
              </p14:nvContentPartPr>
              <p14:xfrm>
                <a:off x="692078" y="6637536"/>
                <a:ext cx="45000" cy="86040"/>
              </p14:xfrm>
            </p:contentPart>
          </mc:Choice>
          <mc:Fallback>
            <p:pic>
              <p:nvPicPr>
                <p:cNvPr id="427" name="Ink 426">
                  <a:extLst>
                    <a:ext uri="{FF2B5EF4-FFF2-40B4-BE49-F238E27FC236}">
                      <a16:creationId xmlns:a16="http://schemas.microsoft.com/office/drawing/2014/main" id="{B391F295-B9DA-F255-3817-8EE1F985F7DA}"/>
                    </a:ext>
                  </a:extLst>
                </p:cNvPr>
                <p:cNvPicPr/>
                <p:nvPr/>
              </p:nvPicPr>
              <p:blipFill>
                <a:blip r:embed="rId713"/>
                <a:stretch>
                  <a:fillRect/>
                </a:stretch>
              </p:blipFill>
              <p:spPr>
                <a:xfrm>
                  <a:off x="687758" y="6633216"/>
                  <a:ext cx="53640" cy="94680"/>
                </a:xfrm>
                <a:prstGeom prst="rect">
                  <a:avLst/>
                </a:prstGeom>
              </p:spPr>
            </p:pic>
          </mc:Fallback>
        </mc:AlternateContent>
        <mc:AlternateContent xmlns:mc="http://schemas.openxmlformats.org/markup-compatibility/2006">
          <mc:Choice xmlns:p14="http://schemas.microsoft.com/office/powerpoint/2010/main" Requires="p14">
            <p:contentPart p14:bwMode="auto" r:id="rId714">
              <p14:nvContentPartPr>
                <p14:cNvPr id="428" name="Ink 427">
                  <a:extLst>
                    <a:ext uri="{FF2B5EF4-FFF2-40B4-BE49-F238E27FC236}">
                      <a16:creationId xmlns:a16="http://schemas.microsoft.com/office/drawing/2014/main" id="{14E287A3-9BD9-5046-39BA-19491DCF4E17}"/>
                    </a:ext>
                  </a:extLst>
                </p14:cNvPr>
                <p14:cNvContentPartPr/>
                <p14:nvPr/>
              </p14:nvContentPartPr>
              <p14:xfrm>
                <a:off x="1075118" y="6252696"/>
                <a:ext cx="153720" cy="29880"/>
              </p14:xfrm>
            </p:contentPart>
          </mc:Choice>
          <mc:Fallback>
            <p:pic>
              <p:nvPicPr>
                <p:cNvPr id="428" name="Ink 427">
                  <a:extLst>
                    <a:ext uri="{FF2B5EF4-FFF2-40B4-BE49-F238E27FC236}">
                      <a16:creationId xmlns:a16="http://schemas.microsoft.com/office/drawing/2014/main" id="{14E287A3-9BD9-5046-39BA-19491DCF4E17}"/>
                    </a:ext>
                  </a:extLst>
                </p:cNvPr>
                <p:cNvPicPr/>
                <p:nvPr/>
              </p:nvPicPr>
              <p:blipFill>
                <a:blip r:embed="rId715"/>
                <a:stretch>
                  <a:fillRect/>
                </a:stretch>
              </p:blipFill>
              <p:spPr>
                <a:xfrm>
                  <a:off x="1070798" y="6248376"/>
                  <a:ext cx="16236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716">
              <p14:nvContentPartPr>
                <p14:cNvPr id="429" name="Ink 428">
                  <a:extLst>
                    <a:ext uri="{FF2B5EF4-FFF2-40B4-BE49-F238E27FC236}">
                      <a16:creationId xmlns:a16="http://schemas.microsoft.com/office/drawing/2014/main" id="{04B2F0E1-1D53-03F2-B4BE-F2DD57818EFE}"/>
                    </a:ext>
                  </a:extLst>
                </p14:cNvPr>
                <p14:cNvContentPartPr/>
                <p14:nvPr/>
              </p14:nvContentPartPr>
              <p14:xfrm>
                <a:off x="1153238" y="6199416"/>
                <a:ext cx="38520" cy="123120"/>
              </p14:xfrm>
            </p:contentPart>
          </mc:Choice>
          <mc:Fallback>
            <p:pic>
              <p:nvPicPr>
                <p:cNvPr id="429" name="Ink 428">
                  <a:extLst>
                    <a:ext uri="{FF2B5EF4-FFF2-40B4-BE49-F238E27FC236}">
                      <a16:creationId xmlns:a16="http://schemas.microsoft.com/office/drawing/2014/main" id="{04B2F0E1-1D53-03F2-B4BE-F2DD57818EFE}"/>
                    </a:ext>
                  </a:extLst>
                </p:cNvPr>
                <p:cNvPicPr/>
                <p:nvPr/>
              </p:nvPicPr>
              <p:blipFill>
                <a:blip r:embed="rId717"/>
                <a:stretch>
                  <a:fillRect/>
                </a:stretch>
              </p:blipFill>
              <p:spPr>
                <a:xfrm>
                  <a:off x="1148918" y="6195096"/>
                  <a:ext cx="47160" cy="131760"/>
                </a:xfrm>
                <a:prstGeom prst="rect">
                  <a:avLst/>
                </a:prstGeom>
              </p:spPr>
            </p:pic>
          </mc:Fallback>
        </mc:AlternateContent>
        <mc:AlternateContent xmlns:mc="http://schemas.openxmlformats.org/markup-compatibility/2006">
          <mc:Choice xmlns:p14="http://schemas.microsoft.com/office/powerpoint/2010/main" Requires="p14">
            <p:contentPart p14:bwMode="auto" r:id="rId718">
              <p14:nvContentPartPr>
                <p14:cNvPr id="431" name="Ink 430">
                  <a:extLst>
                    <a:ext uri="{FF2B5EF4-FFF2-40B4-BE49-F238E27FC236}">
                      <a16:creationId xmlns:a16="http://schemas.microsoft.com/office/drawing/2014/main" id="{501AEBC0-DD0C-1EAC-DA62-181284EF4CAD}"/>
                    </a:ext>
                  </a:extLst>
                </p14:cNvPr>
                <p14:cNvContentPartPr/>
                <p14:nvPr/>
              </p14:nvContentPartPr>
              <p14:xfrm>
                <a:off x="1264478" y="6025536"/>
                <a:ext cx="109080" cy="227520"/>
              </p14:xfrm>
            </p:contentPart>
          </mc:Choice>
          <mc:Fallback>
            <p:pic>
              <p:nvPicPr>
                <p:cNvPr id="431" name="Ink 430">
                  <a:extLst>
                    <a:ext uri="{FF2B5EF4-FFF2-40B4-BE49-F238E27FC236}">
                      <a16:creationId xmlns:a16="http://schemas.microsoft.com/office/drawing/2014/main" id="{501AEBC0-DD0C-1EAC-DA62-181284EF4CAD}"/>
                    </a:ext>
                  </a:extLst>
                </p:cNvPr>
                <p:cNvPicPr/>
                <p:nvPr/>
              </p:nvPicPr>
              <p:blipFill>
                <a:blip r:embed="rId719"/>
                <a:stretch>
                  <a:fillRect/>
                </a:stretch>
              </p:blipFill>
              <p:spPr>
                <a:xfrm>
                  <a:off x="1260158" y="6021216"/>
                  <a:ext cx="11772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720">
              <p14:nvContentPartPr>
                <p14:cNvPr id="432" name="Ink 431">
                  <a:extLst>
                    <a:ext uri="{FF2B5EF4-FFF2-40B4-BE49-F238E27FC236}">
                      <a16:creationId xmlns:a16="http://schemas.microsoft.com/office/drawing/2014/main" id="{BC1EB53F-1805-D499-9CA6-CE4C553236F8}"/>
                    </a:ext>
                  </a:extLst>
                </p14:cNvPr>
                <p14:cNvContentPartPr/>
                <p14:nvPr/>
              </p14:nvContentPartPr>
              <p14:xfrm>
                <a:off x="1329638" y="6096456"/>
                <a:ext cx="114480" cy="74520"/>
              </p14:xfrm>
            </p:contentPart>
          </mc:Choice>
          <mc:Fallback>
            <p:pic>
              <p:nvPicPr>
                <p:cNvPr id="432" name="Ink 431">
                  <a:extLst>
                    <a:ext uri="{FF2B5EF4-FFF2-40B4-BE49-F238E27FC236}">
                      <a16:creationId xmlns:a16="http://schemas.microsoft.com/office/drawing/2014/main" id="{BC1EB53F-1805-D499-9CA6-CE4C553236F8}"/>
                    </a:ext>
                  </a:extLst>
                </p:cNvPr>
                <p:cNvPicPr/>
                <p:nvPr/>
              </p:nvPicPr>
              <p:blipFill>
                <a:blip r:embed="rId721"/>
                <a:stretch>
                  <a:fillRect/>
                </a:stretch>
              </p:blipFill>
              <p:spPr>
                <a:xfrm>
                  <a:off x="1325318" y="6092136"/>
                  <a:ext cx="12312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722">
              <p14:nvContentPartPr>
                <p14:cNvPr id="433" name="Ink 432">
                  <a:extLst>
                    <a:ext uri="{FF2B5EF4-FFF2-40B4-BE49-F238E27FC236}">
                      <a16:creationId xmlns:a16="http://schemas.microsoft.com/office/drawing/2014/main" id="{75E03552-957A-4D86-0A80-782066FADEDC}"/>
                    </a:ext>
                  </a:extLst>
                </p14:cNvPr>
                <p14:cNvContentPartPr/>
                <p14:nvPr/>
              </p14:nvContentPartPr>
              <p14:xfrm>
                <a:off x="1367078" y="6096096"/>
                <a:ext cx="34200" cy="120600"/>
              </p14:xfrm>
            </p:contentPart>
          </mc:Choice>
          <mc:Fallback>
            <p:pic>
              <p:nvPicPr>
                <p:cNvPr id="433" name="Ink 432">
                  <a:extLst>
                    <a:ext uri="{FF2B5EF4-FFF2-40B4-BE49-F238E27FC236}">
                      <a16:creationId xmlns:a16="http://schemas.microsoft.com/office/drawing/2014/main" id="{75E03552-957A-4D86-0A80-782066FADEDC}"/>
                    </a:ext>
                  </a:extLst>
                </p:cNvPr>
                <p:cNvPicPr/>
                <p:nvPr/>
              </p:nvPicPr>
              <p:blipFill>
                <a:blip r:embed="rId723"/>
                <a:stretch>
                  <a:fillRect/>
                </a:stretch>
              </p:blipFill>
              <p:spPr>
                <a:xfrm>
                  <a:off x="1362758" y="6091776"/>
                  <a:ext cx="4284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724">
              <p14:nvContentPartPr>
                <p14:cNvPr id="434" name="Ink 433">
                  <a:extLst>
                    <a:ext uri="{FF2B5EF4-FFF2-40B4-BE49-F238E27FC236}">
                      <a16:creationId xmlns:a16="http://schemas.microsoft.com/office/drawing/2014/main" id="{704206F3-7949-939D-50B5-2F3BFBE45DBD}"/>
                    </a:ext>
                  </a:extLst>
                </p14:cNvPr>
                <p14:cNvContentPartPr/>
                <p14:nvPr/>
              </p14:nvContentPartPr>
              <p14:xfrm>
                <a:off x="1471838" y="6146136"/>
                <a:ext cx="79920" cy="113040"/>
              </p14:xfrm>
            </p:contentPart>
          </mc:Choice>
          <mc:Fallback>
            <p:pic>
              <p:nvPicPr>
                <p:cNvPr id="434" name="Ink 433">
                  <a:extLst>
                    <a:ext uri="{FF2B5EF4-FFF2-40B4-BE49-F238E27FC236}">
                      <a16:creationId xmlns:a16="http://schemas.microsoft.com/office/drawing/2014/main" id="{704206F3-7949-939D-50B5-2F3BFBE45DBD}"/>
                    </a:ext>
                  </a:extLst>
                </p:cNvPr>
                <p:cNvPicPr/>
                <p:nvPr/>
              </p:nvPicPr>
              <p:blipFill>
                <a:blip r:embed="rId725"/>
                <a:stretch>
                  <a:fillRect/>
                </a:stretch>
              </p:blipFill>
              <p:spPr>
                <a:xfrm>
                  <a:off x="1467518" y="6141816"/>
                  <a:ext cx="88560" cy="121680"/>
                </a:xfrm>
                <a:prstGeom prst="rect">
                  <a:avLst/>
                </a:prstGeom>
              </p:spPr>
            </p:pic>
          </mc:Fallback>
        </mc:AlternateContent>
        <mc:AlternateContent xmlns:mc="http://schemas.openxmlformats.org/markup-compatibility/2006">
          <mc:Choice xmlns:p14="http://schemas.microsoft.com/office/powerpoint/2010/main" Requires="p14">
            <p:contentPart p14:bwMode="auto" r:id="rId726">
              <p14:nvContentPartPr>
                <p14:cNvPr id="435" name="Ink 434">
                  <a:extLst>
                    <a:ext uri="{FF2B5EF4-FFF2-40B4-BE49-F238E27FC236}">
                      <a16:creationId xmlns:a16="http://schemas.microsoft.com/office/drawing/2014/main" id="{52ACDC38-490B-9D30-F507-EA5E2860187C}"/>
                    </a:ext>
                  </a:extLst>
                </p14:cNvPr>
                <p14:cNvContentPartPr/>
                <p14:nvPr/>
              </p14:nvContentPartPr>
              <p14:xfrm>
                <a:off x="1516838" y="6062976"/>
                <a:ext cx="111960" cy="41760"/>
              </p14:xfrm>
            </p:contentPart>
          </mc:Choice>
          <mc:Fallback>
            <p:pic>
              <p:nvPicPr>
                <p:cNvPr id="435" name="Ink 434">
                  <a:extLst>
                    <a:ext uri="{FF2B5EF4-FFF2-40B4-BE49-F238E27FC236}">
                      <a16:creationId xmlns:a16="http://schemas.microsoft.com/office/drawing/2014/main" id="{52ACDC38-490B-9D30-F507-EA5E2860187C}"/>
                    </a:ext>
                  </a:extLst>
                </p:cNvPr>
                <p:cNvPicPr/>
                <p:nvPr/>
              </p:nvPicPr>
              <p:blipFill>
                <a:blip r:embed="rId727"/>
                <a:stretch>
                  <a:fillRect/>
                </a:stretch>
              </p:blipFill>
              <p:spPr>
                <a:xfrm>
                  <a:off x="1512518" y="6058656"/>
                  <a:ext cx="120600" cy="50400"/>
                </a:xfrm>
                <a:prstGeom prst="rect">
                  <a:avLst/>
                </a:prstGeom>
              </p:spPr>
            </p:pic>
          </mc:Fallback>
        </mc:AlternateContent>
        <mc:AlternateContent xmlns:mc="http://schemas.openxmlformats.org/markup-compatibility/2006">
          <mc:Choice xmlns:p14="http://schemas.microsoft.com/office/powerpoint/2010/main" Requires="p14">
            <p:contentPart p14:bwMode="auto" r:id="rId728">
              <p14:nvContentPartPr>
                <p14:cNvPr id="436" name="Ink 435">
                  <a:extLst>
                    <a:ext uri="{FF2B5EF4-FFF2-40B4-BE49-F238E27FC236}">
                      <a16:creationId xmlns:a16="http://schemas.microsoft.com/office/drawing/2014/main" id="{64446C1B-86C6-55DA-0B0F-D98AC41DD334}"/>
                    </a:ext>
                  </a:extLst>
                </p14:cNvPr>
                <p14:cNvContentPartPr/>
                <p14:nvPr/>
              </p14:nvContentPartPr>
              <p14:xfrm>
                <a:off x="1665158" y="5999976"/>
                <a:ext cx="157320" cy="197640"/>
              </p14:xfrm>
            </p:contentPart>
          </mc:Choice>
          <mc:Fallback>
            <p:pic>
              <p:nvPicPr>
                <p:cNvPr id="436" name="Ink 435">
                  <a:extLst>
                    <a:ext uri="{FF2B5EF4-FFF2-40B4-BE49-F238E27FC236}">
                      <a16:creationId xmlns:a16="http://schemas.microsoft.com/office/drawing/2014/main" id="{64446C1B-86C6-55DA-0B0F-D98AC41DD334}"/>
                    </a:ext>
                  </a:extLst>
                </p:cNvPr>
                <p:cNvPicPr/>
                <p:nvPr/>
              </p:nvPicPr>
              <p:blipFill>
                <a:blip r:embed="rId729"/>
                <a:stretch>
                  <a:fillRect/>
                </a:stretch>
              </p:blipFill>
              <p:spPr>
                <a:xfrm>
                  <a:off x="1660838" y="5995656"/>
                  <a:ext cx="16596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730">
              <p14:nvContentPartPr>
                <p14:cNvPr id="438" name="Ink 437">
                  <a:extLst>
                    <a:ext uri="{FF2B5EF4-FFF2-40B4-BE49-F238E27FC236}">
                      <a16:creationId xmlns:a16="http://schemas.microsoft.com/office/drawing/2014/main" id="{6DB038EE-F726-C738-A5E2-86A7B77A395A}"/>
                    </a:ext>
                  </a:extLst>
                </p14:cNvPr>
                <p14:cNvContentPartPr/>
                <p14:nvPr/>
              </p14:nvContentPartPr>
              <p14:xfrm>
                <a:off x="787838" y="6127776"/>
                <a:ext cx="29520" cy="111240"/>
              </p14:xfrm>
            </p:contentPart>
          </mc:Choice>
          <mc:Fallback>
            <p:pic>
              <p:nvPicPr>
                <p:cNvPr id="438" name="Ink 437">
                  <a:extLst>
                    <a:ext uri="{FF2B5EF4-FFF2-40B4-BE49-F238E27FC236}">
                      <a16:creationId xmlns:a16="http://schemas.microsoft.com/office/drawing/2014/main" id="{6DB038EE-F726-C738-A5E2-86A7B77A395A}"/>
                    </a:ext>
                  </a:extLst>
                </p:cNvPr>
                <p:cNvPicPr/>
                <p:nvPr/>
              </p:nvPicPr>
              <p:blipFill>
                <a:blip r:embed="rId731"/>
                <a:stretch>
                  <a:fillRect/>
                </a:stretch>
              </p:blipFill>
              <p:spPr>
                <a:xfrm>
                  <a:off x="783518" y="6123456"/>
                  <a:ext cx="3816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732">
              <p14:nvContentPartPr>
                <p14:cNvPr id="439" name="Ink 438">
                  <a:extLst>
                    <a:ext uri="{FF2B5EF4-FFF2-40B4-BE49-F238E27FC236}">
                      <a16:creationId xmlns:a16="http://schemas.microsoft.com/office/drawing/2014/main" id="{B1F8A4B0-480C-7D40-1C9B-A2B1CEE1B03B}"/>
                    </a:ext>
                  </a:extLst>
                </p14:cNvPr>
                <p14:cNvContentPartPr/>
                <p14:nvPr/>
              </p14:nvContentPartPr>
              <p14:xfrm>
                <a:off x="1795478" y="6062616"/>
                <a:ext cx="112680" cy="112320"/>
              </p14:xfrm>
            </p:contentPart>
          </mc:Choice>
          <mc:Fallback>
            <p:pic>
              <p:nvPicPr>
                <p:cNvPr id="439" name="Ink 438">
                  <a:extLst>
                    <a:ext uri="{FF2B5EF4-FFF2-40B4-BE49-F238E27FC236}">
                      <a16:creationId xmlns:a16="http://schemas.microsoft.com/office/drawing/2014/main" id="{B1F8A4B0-480C-7D40-1C9B-A2B1CEE1B03B}"/>
                    </a:ext>
                  </a:extLst>
                </p:cNvPr>
                <p:cNvPicPr/>
                <p:nvPr/>
              </p:nvPicPr>
              <p:blipFill>
                <a:blip r:embed="rId733"/>
                <a:stretch>
                  <a:fillRect/>
                </a:stretch>
              </p:blipFill>
              <p:spPr>
                <a:xfrm>
                  <a:off x="1791158" y="6058296"/>
                  <a:ext cx="121320" cy="120960"/>
                </a:xfrm>
                <a:prstGeom prst="rect">
                  <a:avLst/>
                </a:prstGeom>
              </p:spPr>
            </p:pic>
          </mc:Fallback>
        </mc:AlternateContent>
        <mc:AlternateContent xmlns:mc="http://schemas.openxmlformats.org/markup-compatibility/2006">
          <mc:Choice xmlns:p14="http://schemas.microsoft.com/office/powerpoint/2010/main" Requires="p14">
            <p:contentPart p14:bwMode="auto" r:id="rId734">
              <p14:nvContentPartPr>
                <p14:cNvPr id="440" name="Ink 439">
                  <a:extLst>
                    <a:ext uri="{FF2B5EF4-FFF2-40B4-BE49-F238E27FC236}">
                      <a16:creationId xmlns:a16="http://schemas.microsoft.com/office/drawing/2014/main" id="{2620BE73-0FFE-7E80-C3CB-69C5DCF4CD0F}"/>
                    </a:ext>
                  </a:extLst>
                </p14:cNvPr>
                <p14:cNvContentPartPr/>
                <p14:nvPr/>
              </p14:nvContentPartPr>
              <p14:xfrm>
                <a:off x="1779638" y="5958576"/>
                <a:ext cx="136080" cy="276480"/>
              </p14:xfrm>
            </p:contentPart>
          </mc:Choice>
          <mc:Fallback>
            <p:pic>
              <p:nvPicPr>
                <p:cNvPr id="440" name="Ink 439">
                  <a:extLst>
                    <a:ext uri="{FF2B5EF4-FFF2-40B4-BE49-F238E27FC236}">
                      <a16:creationId xmlns:a16="http://schemas.microsoft.com/office/drawing/2014/main" id="{2620BE73-0FFE-7E80-C3CB-69C5DCF4CD0F}"/>
                    </a:ext>
                  </a:extLst>
                </p:cNvPr>
                <p:cNvPicPr/>
                <p:nvPr/>
              </p:nvPicPr>
              <p:blipFill>
                <a:blip r:embed="rId735"/>
                <a:stretch>
                  <a:fillRect/>
                </a:stretch>
              </p:blipFill>
              <p:spPr>
                <a:xfrm>
                  <a:off x="1775318" y="5954256"/>
                  <a:ext cx="144720" cy="285120"/>
                </a:xfrm>
                <a:prstGeom prst="rect">
                  <a:avLst/>
                </a:prstGeom>
              </p:spPr>
            </p:pic>
          </mc:Fallback>
        </mc:AlternateContent>
        <mc:AlternateContent xmlns:mc="http://schemas.openxmlformats.org/markup-compatibility/2006">
          <mc:Choice xmlns:p14="http://schemas.microsoft.com/office/powerpoint/2010/main" Requires="p14">
            <p:contentPart p14:bwMode="auto" r:id="rId736">
              <p14:nvContentPartPr>
                <p14:cNvPr id="441" name="Ink 440">
                  <a:extLst>
                    <a:ext uri="{FF2B5EF4-FFF2-40B4-BE49-F238E27FC236}">
                      <a16:creationId xmlns:a16="http://schemas.microsoft.com/office/drawing/2014/main" id="{1134BCF8-D6F2-725A-C703-76C9504AE91A}"/>
                    </a:ext>
                  </a:extLst>
                </p14:cNvPr>
                <p14:cNvContentPartPr/>
                <p14:nvPr/>
              </p14:nvContentPartPr>
              <p14:xfrm>
                <a:off x="1834358" y="5869296"/>
                <a:ext cx="130320" cy="72720"/>
              </p14:xfrm>
            </p:contentPart>
          </mc:Choice>
          <mc:Fallback>
            <p:pic>
              <p:nvPicPr>
                <p:cNvPr id="441" name="Ink 440">
                  <a:extLst>
                    <a:ext uri="{FF2B5EF4-FFF2-40B4-BE49-F238E27FC236}">
                      <a16:creationId xmlns:a16="http://schemas.microsoft.com/office/drawing/2014/main" id="{1134BCF8-D6F2-725A-C703-76C9504AE91A}"/>
                    </a:ext>
                  </a:extLst>
                </p:cNvPr>
                <p:cNvPicPr/>
                <p:nvPr/>
              </p:nvPicPr>
              <p:blipFill>
                <a:blip r:embed="rId737"/>
                <a:stretch>
                  <a:fillRect/>
                </a:stretch>
              </p:blipFill>
              <p:spPr>
                <a:xfrm>
                  <a:off x="1830038" y="5864976"/>
                  <a:ext cx="138960" cy="81360"/>
                </a:xfrm>
                <a:prstGeom prst="rect">
                  <a:avLst/>
                </a:prstGeom>
              </p:spPr>
            </p:pic>
          </mc:Fallback>
        </mc:AlternateContent>
      </p:grpSp>
    </p:spTree>
    <p:extLst>
      <p:ext uri="{BB962C8B-B14F-4D97-AF65-F5344CB8AC3E}">
        <p14:creationId xmlns:p14="http://schemas.microsoft.com/office/powerpoint/2010/main" val="40718994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E3373-97BE-4417-6FF7-C6E5E0404C70}"/>
            </a:ext>
          </a:extLst>
        </p:cNvPr>
        <p:cNvGrpSpPr/>
        <p:nvPr/>
      </p:nvGrpSpPr>
      <p:grpSpPr>
        <a:xfrm>
          <a:off x="0" y="0"/>
          <a:ext cx="0" cy="0"/>
          <a:chOff x="0" y="0"/>
          <a:chExt cx="0" cy="0"/>
        </a:xfrm>
      </p:grpSpPr>
      <p:grpSp>
        <p:nvGrpSpPr>
          <p:cNvPr id="349" name="Group 348">
            <a:extLst>
              <a:ext uri="{FF2B5EF4-FFF2-40B4-BE49-F238E27FC236}">
                <a16:creationId xmlns:a16="http://schemas.microsoft.com/office/drawing/2014/main" id="{D2E000A0-4D94-53FD-3954-14AC66A3B9D6}"/>
              </a:ext>
            </a:extLst>
          </p:cNvPr>
          <p:cNvGrpSpPr/>
          <p:nvPr/>
        </p:nvGrpSpPr>
        <p:grpSpPr>
          <a:xfrm>
            <a:off x="2532758" y="1089216"/>
            <a:ext cx="7615440" cy="4718880"/>
            <a:chOff x="2532758" y="1089216"/>
            <a:chExt cx="7615440" cy="4718880"/>
          </a:xfrm>
        </p:grpSpPr>
        <mc:AlternateContent xmlns:mc="http://schemas.openxmlformats.org/markup-compatibility/2006">
          <mc:Choice xmlns:p14="http://schemas.microsoft.com/office/powerpoint/2010/main" Requires="p14">
            <p:contentPart p14:bwMode="auto" r:id="rId2">
              <p14:nvContentPartPr>
                <p14:cNvPr id="25" name="Ink 24">
                  <a:extLst>
                    <a:ext uri="{FF2B5EF4-FFF2-40B4-BE49-F238E27FC236}">
                      <a16:creationId xmlns:a16="http://schemas.microsoft.com/office/drawing/2014/main" id="{DA45D7A1-0D7F-6F6E-26AE-8A6B002AB9BC}"/>
                    </a:ext>
                  </a:extLst>
                </p14:cNvPr>
                <p14:cNvContentPartPr/>
                <p14:nvPr/>
              </p14:nvContentPartPr>
              <p14:xfrm>
                <a:off x="3211358" y="1089216"/>
                <a:ext cx="360" cy="360"/>
              </p14:xfrm>
            </p:contentPart>
          </mc:Choice>
          <mc:Fallback>
            <p:pic>
              <p:nvPicPr>
                <p:cNvPr id="25" name="Ink 24">
                  <a:extLst>
                    <a:ext uri="{FF2B5EF4-FFF2-40B4-BE49-F238E27FC236}">
                      <a16:creationId xmlns:a16="http://schemas.microsoft.com/office/drawing/2014/main" id="{DA45D7A1-0D7F-6F6E-26AE-8A6B002AB9BC}"/>
                    </a:ext>
                  </a:extLst>
                </p:cNvPr>
                <p:cNvPicPr/>
                <p:nvPr/>
              </p:nvPicPr>
              <p:blipFill>
                <a:blip r:embed="rId3"/>
                <a:stretch>
                  <a:fillRect/>
                </a:stretch>
              </p:blipFill>
              <p:spPr>
                <a:xfrm>
                  <a:off x="3207038" y="108489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1" name="Ink 50">
                  <a:extLst>
                    <a:ext uri="{FF2B5EF4-FFF2-40B4-BE49-F238E27FC236}">
                      <a16:creationId xmlns:a16="http://schemas.microsoft.com/office/drawing/2014/main" id="{5B00FD82-B304-F311-053A-C796C0AD0B46}"/>
                    </a:ext>
                  </a:extLst>
                </p14:cNvPr>
                <p14:cNvContentPartPr/>
                <p14:nvPr/>
              </p14:nvContentPartPr>
              <p14:xfrm>
                <a:off x="2739398" y="2101176"/>
                <a:ext cx="360" cy="360"/>
              </p14:xfrm>
            </p:contentPart>
          </mc:Choice>
          <mc:Fallback>
            <p:pic>
              <p:nvPicPr>
                <p:cNvPr id="51" name="Ink 50">
                  <a:extLst>
                    <a:ext uri="{FF2B5EF4-FFF2-40B4-BE49-F238E27FC236}">
                      <a16:creationId xmlns:a16="http://schemas.microsoft.com/office/drawing/2014/main" id="{5B00FD82-B304-F311-053A-C796C0AD0B46}"/>
                    </a:ext>
                  </a:extLst>
                </p:cNvPr>
                <p:cNvPicPr/>
                <p:nvPr/>
              </p:nvPicPr>
              <p:blipFill>
                <a:blip r:embed="rId3"/>
                <a:stretch>
                  <a:fillRect/>
                </a:stretch>
              </p:blipFill>
              <p:spPr>
                <a:xfrm>
                  <a:off x="2735078" y="209685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79" name="Ink 78">
                  <a:extLst>
                    <a:ext uri="{FF2B5EF4-FFF2-40B4-BE49-F238E27FC236}">
                      <a16:creationId xmlns:a16="http://schemas.microsoft.com/office/drawing/2014/main" id="{D14F3114-926C-7753-BEFC-5633E126D4DE}"/>
                    </a:ext>
                  </a:extLst>
                </p14:cNvPr>
                <p14:cNvContentPartPr/>
                <p14:nvPr/>
              </p14:nvContentPartPr>
              <p14:xfrm>
                <a:off x="2672798" y="3282336"/>
                <a:ext cx="360" cy="360"/>
              </p14:xfrm>
            </p:contentPart>
          </mc:Choice>
          <mc:Fallback>
            <p:pic>
              <p:nvPicPr>
                <p:cNvPr id="79" name="Ink 78">
                  <a:extLst>
                    <a:ext uri="{FF2B5EF4-FFF2-40B4-BE49-F238E27FC236}">
                      <a16:creationId xmlns:a16="http://schemas.microsoft.com/office/drawing/2014/main" id="{D14F3114-926C-7753-BEFC-5633E126D4DE}"/>
                    </a:ext>
                  </a:extLst>
                </p:cNvPr>
                <p:cNvPicPr/>
                <p:nvPr/>
              </p:nvPicPr>
              <p:blipFill>
                <a:blip r:embed="rId3"/>
                <a:stretch>
                  <a:fillRect/>
                </a:stretch>
              </p:blipFill>
              <p:spPr>
                <a:xfrm>
                  <a:off x="2668478" y="327801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83" name="Ink 82">
                  <a:extLst>
                    <a:ext uri="{FF2B5EF4-FFF2-40B4-BE49-F238E27FC236}">
                      <a16:creationId xmlns:a16="http://schemas.microsoft.com/office/drawing/2014/main" id="{0FB7C611-3BE4-2167-D620-B7F33A80D94B}"/>
                    </a:ext>
                  </a:extLst>
                </p14:cNvPr>
                <p14:cNvContentPartPr/>
                <p14:nvPr/>
              </p14:nvContentPartPr>
              <p14:xfrm>
                <a:off x="3221078" y="3399336"/>
                <a:ext cx="12960" cy="18000"/>
              </p14:xfrm>
            </p:contentPart>
          </mc:Choice>
          <mc:Fallback>
            <p:pic>
              <p:nvPicPr>
                <p:cNvPr id="83" name="Ink 82">
                  <a:extLst>
                    <a:ext uri="{FF2B5EF4-FFF2-40B4-BE49-F238E27FC236}">
                      <a16:creationId xmlns:a16="http://schemas.microsoft.com/office/drawing/2014/main" id="{0FB7C611-3BE4-2167-D620-B7F33A80D94B}"/>
                    </a:ext>
                  </a:extLst>
                </p:cNvPr>
                <p:cNvPicPr/>
                <p:nvPr/>
              </p:nvPicPr>
              <p:blipFill>
                <a:blip r:embed="rId7"/>
                <a:stretch>
                  <a:fillRect/>
                </a:stretch>
              </p:blipFill>
              <p:spPr>
                <a:xfrm>
                  <a:off x="3216758" y="3395016"/>
                  <a:ext cx="2160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76" name="Ink 275">
                  <a:extLst>
                    <a:ext uri="{FF2B5EF4-FFF2-40B4-BE49-F238E27FC236}">
                      <a16:creationId xmlns:a16="http://schemas.microsoft.com/office/drawing/2014/main" id="{410A3898-64AF-9D45-38A1-D699594EC4FF}"/>
                    </a:ext>
                  </a:extLst>
                </p14:cNvPr>
                <p14:cNvContentPartPr/>
                <p14:nvPr/>
              </p14:nvContentPartPr>
              <p14:xfrm>
                <a:off x="2532758" y="1372536"/>
                <a:ext cx="21600" cy="16200"/>
              </p14:xfrm>
            </p:contentPart>
          </mc:Choice>
          <mc:Fallback>
            <p:pic>
              <p:nvPicPr>
                <p:cNvPr id="276" name="Ink 275">
                  <a:extLst>
                    <a:ext uri="{FF2B5EF4-FFF2-40B4-BE49-F238E27FC236}">
                      <a16:creationId xmlns:a16="http://schemas.microsoft.com/office/drawing/2014/main" id="{410A3898-64AF-9D45-38A1-D699594EC4FF}"/>
                    </a:ext>
                  </a:extLst>
                </p:cNvPr>
                <p:cNvPicPr/>
                <p:nvPr/>
              </p:nvPicPr>
              <p:blipFill>
                <a:blip r:embed="rId9"/>
                <a:stretch>
                  <a:fillRect/>
                </a:stretch>
              </p:blipFill>
              <p:spPr>
                <a:xfrm>
                  <a:off x="2528438" y="1368216"/>
                  <a:ext cx="3024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0" name="Ink 59">
                  <a:extLst>
                    <a:ext uri="{FF2B5EF4-FFF2-40B4-BE49-F238E27FC236}">
                      <a16:creationId xmlns:a16="http://schemas.microsoft.com/office/drawing/2014/main" id="{B34D4C95-E564-EF58-B83D-1E89222D0A62}"/>
                    </a:ext>
                  </a:extLst>
                </p14:cNvPr>
                <p14:cNvContentPartPr/>
                <p14:nvPr/>
              </p14:nvContentPartPr>
              <p14:xfrm>
                <a:off x="4754318" y="1914696"/>
                <a:ext cx="3600" cy="22320"/>
              </p14:xfrm>
            </p:contentPart>
          </mc:Choice>
          <mc:Fallback>
            <p:pic>
              <p:nvPicPr>
                <p:cNvPr id="60" name="Ink 59">
                  <a:extLst>
                    <a:ext uri="{FF2B5EF4-FFF2-40B4-BE49-F238E27FC236}">
                      <a16:creationId xmlns:a16="http://schemas.microsoft.com/office/drawing/2014/main" id="{B34D4C95-E564-EF58-B83D-1E89222D0A62}"/>
                    </a:ext>
                  </a:extLst>
                </p:cNvPr>
                <p:cNvPicPr/>
                <p:nvPr/>
              </p:nvPicPr>
              <p:blipFill>
                <a:blip r:embed="rId11"/>
                <a:stretch>
                  <a:fillRect/>
                </a:stretch>
              </p:blipFill>
              <p:spPr>
                <a:xfrm>
                  <a:off x="4749998" y="1910376"/>
                  <a:ext cx="1224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57" name="Ink 156">
                  <a:extLst>
                    <a:ext uri="{FF2B5EF4-FFF2-40B4-BE49-F238E27FC236}">
                      <a16:creationId xmlns:a16="http://schemas.microsoft.com/office/drawing/2014/main" id="{1214DA46-D595-669B-4366-C591BE64AC57}"/>
                    </a:ext>
                  </a:extLst>
                </p14:cNvPr>
                <p14:cNvContentPartPr/>
                <p14:nvPr/>
              </p14:nvContentPartPr>
              <p14:xfrm>
                <a:off x="8131838" y="2738376"/>
                <a:ext cx="42840" cy="30600"/>
              </p14:xfrm>
            </p:contentPart>
          </mc:Choice>
          <mc:Fallback>
            <p:pic>
              <p:nvPicPr>
                <p:cNvPr id="157" name="Ink 156">
                  <a:extLst>
                    <a:ext uri="{FF2B5EF4-FFF2-40B4-BE49-F238E27FC236}">
                      <a16:creationId xmlns:a16="http://schemas.microsoft.com/office/drawing/2014/main" id="{1214DA46-D595-669B-4366-C591BE64AC57}"/>
                    </a:ext>
                  </a:extLst>
                </p:cNvPr>
                <p:cNvPicPr/>
                <p:nvPr/>
              </p:nvPicPr>
              <p:blipFill>
                <a:blip r:embed="rId13"/>
                <a:stretch>
                  <a:fillRect/>
                </a:stretch>
              </p:blipFill>
              <p:spPr>
                <a:xfrm>
                  <a:off x="8127518" y="2734056"/>
                  <a:ext cx="51480" cy="392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74" name="Ink 173">
                  <a:extLst>
                    <a:ext uri="{FF2B5EF4-FFF2-40B4-BE49-F238E27FC236}">
                      <a16:creationId xmlns:a16="http://schemas.microsoft.com/office/drawing/2014/main" id="{A24713CE-9252-2098-A1D7-787046BBAA0C}"/>
                    </a:ext>
                  </a:extLst>
                </p14:cNvPr>
                <p14:cNvContentPartPr/>
                <p14:nvPr/>
              </p14:nvContentPartPr>
              <p14:xfrm>
                <a:off x="8771198" y="1902456"/>
                <a:ext cx="19800" cy="8280"/>
              </p14:xfrm>
            </p:contentPart>
          </mc:Choice>
          <mc:Fallback>
            <p:pic>
              <p:nvPicPr>
                <p:cNvPr id="174" name="Ink 173">
                  <a:extLst>
                    <a:ext uri="{FF2B5EF4-FFF2-40B4-BE49-F238E27FC236}">
                      <a16:creationId xmlns:a16="http://schemas.microsoft.com/office/drawing/2014/main" id="{A24713CE-9252-2098-A1D7-787046BBAA0C}"/>
                    </a:ext>
                  </a:extLst>
                </p:cNvPr>
                <p:cNvPicPr/>
                <p:nvPr/>
              </p:nvPicPr>
              <p:blipFill>
                <a:blip r:embed="rId15"/>
                <a:stretch>
                  <a:fillRect/>
                </a:stretch>
              </p:blipFill>
              <p:spPr>
                <a:xfrm>
                  <a:off x="8766878" y="1898136"/>
                  <a:ext cx="28440" cy="169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75" name="Ink 174">
                  <a:extLst>
                    <a:ext uri="{FF2B5EF4-FFF2-40B4-BE49-F238E27FC236}">
                      <a16:creationId xmlns:a16="http://schemas.microsoft.com/office/drawing/2014/main" id="{3FF08989-686B-1D64-EE3F-947C4F70F226}"/>
                    </a:ext>
                  </a:extLst>
                </p14:cNvPr>
                <p14:cNvContentPartPr/>
                <p14:nvPr/>
              </p14:nvContentPartPr>
              <p14:xfrm>
                <a:off x="9237758" y="1777896"/>
                <a:ext cx="20160" cy="1800"/>
              </p14:xfrm>
            </p:contentPart>
          </mc:Choice>
          <mc:Fallback>
            <p:pic>
              <p:nvPicPr>
                <p:cNvPr id="175" name="Ink 174">
                  <a:extLst>
                    <a:ext uri="{FF2B5EF4-FFF2-40B4-BE49-F238E27FC236}">
                      <a16:creationId xmlns:a16="http://schemas.microsoft.com/office/drawing/2014/main" id="{3FF08989-686B-1D64-EE3F-947C4F70F226}"/>
                    </a:ext>
                  </a:extLst>
                </p:cNvPr>
                <p:cNvPicPr/>
                <p:nvPr/>
              </p:nvPicPr>
              <p:blipFill>
                <a:blip r:embed="rId17"/>
                <a:stretch>
                  <a:fillRect/>
                </a:stretch>
              </p:blipFill>
              <p:spPr>
                <a:xfrm>
                  <a:off x="9233438" y="1773576"/>
                  <a:ext cx="28800" cy="104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76" name="Ink 175">
                  <a:extLst>
                    <a:ext uri="{FF2B5EF4-FFF2-40B4-BE49-F238E27FC236}">
                      <a16:creationId xmlns:a16="http://schemas.microsoft.com/office/drawing/2014/main" id="{E9EB89B8-1283-359C-A66E-AB17F3482DDE}"/>
                    </a:ext>
                  </a:extLst>
                </p14:cNvPr>
                <p14:cNvContentPartPr/>
                <p14:nvPr/>
              </p14:nvContentPartPr>
              <p14:xfrm>
                <a:off x="9272678" y="1787616"/>
                <a:ext cx="6840" cy="1440"/>
              </p14:xfrm>
            </p:contentPart>
          </mc:Choice>
          <mc:Fallback>
            <p:pic>
              <p:nvPicPr>
                <p:cNvPr id="176" name="Ink 175">
                  <a:extLst>
                    <a:ext uri="{FF2B5EF4-FFF2-40B4-BE49-F238E27FC236}">
                      <a16:creationId xmlns:a16="http://schemas.microsoft.com/office/drawing/2014/main" id="{E9EB89B8-1283-359C-A66E-AB17F3482DDE}"/>
                    </a:ext>
                  </a:extLst>
                </p:cNvPr>
                <p:cNvPicPr/>
                <p:nvPr/>
              </p:nvPicPr>
              <p:blipFill>
                <a:blip r:embed="rId19"/>
                <a:stretch>
                  <a:fillRect/>
                </a:stretch>
              </p:blipFill>
              <p:spPr>
                <a:xfrm>
                  <a:off x="9268358" y="1783296"/>
                  <a:ext cx="15480" cy="100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30" name="Ink 229">
                  <a:extLst>
                    <a:ext uri="{FF2B5EF4-FFF2-40B4-BE49-F238E27FC236}">
                      <a16:creationId xmlns:a16="http://schemas.microsoft.com/office/drawing/2014/main" id="{82A2F8C3-31BC-1BD2-391C-E9574A8ABF65}"/>
                    </a:ext>
                  </a:extLst>
                </p14:cNvPr>
                <p14:cNvContentPartPr/>
                <p14:nvPr/>
              </p14:nvContentPartPr>
              <p14:xfrm>
                <a:off x="7558718" y="4636656"/>
                <a:ext cx="19080" cy="11880"/>
              </p14:xfrm>
            </p:contentPart>
          </mc:Choice>
          <mc:Fallback>
            <p:pic>
              <p:nvPicPr>
                <p:cNvPr id="230" name="Ink 229">
                  <a:extLst>
                    <a:ext uri="{FF2B5EF4-FFF2-40B4-BE49-F238E27FC236}">
                      <a16:creationId xmlns:a16="http://schemas.microsoft.com/office/drawing/2014/main" id="{82A2F8C3-31BC-1BD2-391C-E9574A8ABF65}"/>
                    </a:ext>
                  </a:extLst>
                </p:cNvPr>
                <p:cNvPicPr/>
                <p:nvPr/>
              </p:nvPicPr>
              <p:blipFill>
                <a:blip r:embed="rId21"/>
                <a:stretch>
                  <a:fillRect/>
                </a:stretch>
              </p:blipFill>
              <p:spPr>
                <a:xfrm>
                  <a:off x="7554398" y="4632336"/>
                  <a:ext cx="2772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31" name="Ink 230">
                  <a:extLst>
                    <a:ext uri="{FF2B5EF4-FFF2-40B4-BE49-F238E27FC236}">
                      <a16:creationId xmlns:a16="http://schemas.microsoft.com/office/drawing/2014/main" id="{0271EAE5-425D-F1EF-B182-DE41B07DDB97}"/>
                    </a:ext>
                  </a:extLst>
                </p14:cNvPr>
                <p14:cNvContentPartPr/>
                <p14:nvPr/>
              </p14:nvContentPartPr>
              <p14:xfrm>
                <a:off x="8211398" y="4352976"/>
                <a:ext cx="7560" cy="10800"/>
              </p14:xfrm>
            </p:contentPart>
          </mc:Choice>
          <mc:Fallback>
            <p:pic>
              <p:nvPicPr>
                <p:cNvPr id="231" name="Ink 230">
                  <a:extLst>
                    <a:ext uri="{FF2B5EF4-FFF2-40B4-BE49-F238E27FC236}">
                      <a16:creationId xmlns:a16="http://schemas.microsoft.com/office/drawing/2014/main" id="{0271EAE5-425D-F1EF-B182-DE41B07DDB97}"/>
                    </a:ext>
                  </a:extLst>
                </p:cNvPr>
                <p:cNvPicPr/>
                <p:nvPr/>
              </p:nvPicPr>
              <p:blipFill>
                <a:blip r:embed="rId23"/>
                <a:stretch>
                  <a:fillRect/>
                </a:stretch>
              </p:blipFill>
              <p:spPr>
                <a:xfrm>
                  <a:off x="8207078" y="4348656"/>
                  <a:ext cx="16200" cy="194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69" name="Ink 268">
                  <a:extLst>
                    <a:ext uri="{FF2B5EF4-FFF2-40B4-BE49-F238E27FC236}">
                      <a16:creationId xmlns:a16="http://schemas.microsoft.com/office/drawing/2014/main" id="{02361E08-CFE6-100C-CFBB-EF976FD276D6}"/>
                    </a:ext>
                  </a:extLst>
                </p14:cNvPr>
                <p14:cNvContentPartPr/>
                <p14:nvPr/>
              </p14:nvContentPartPr>
              <p14:xfrm>
                <a:off x="6727118" y="4656096"/>
                <a:ext cx="2520" cy="11160"/>
              </p14:xfrm>
            </p:contentPart>
          </mc:Choice>
          <mc:Fallback>
            <p:pic>
              <p:nvPicPr>
                <p:cNvPr id="269" name="Ink 268">
                  <a:extLst>
                    <a:ext uri="{FF2B5EF4-FFF2-40B4-BE49-F238E27FC236}">
                      <a16:creationId xmlns:a16="http://schemas.microsoft.com/office/drawing/2014/main" id="{02361E08-CFE6-100C-CFBB-EF976FD276D6}"/>
                    </a:ext>
                  </a:extLst>
                </p:cNvPr>
                <p:cNvPicPr/>
                <p:nvPr/>
              </p:nvPicPr>
              <p:blipFill>
                <a:blip r:embed="rId25"/>
                <a:stretch>
                  <a:fillRect/>
                </a:stretch>
              </p:blipFill>
              <p:spPr>
                <a:xfrm>
                  <a:off x="6722798" y="4651776"/>
                  <a:ext cx="1116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70" name="Ink 269">
                  <a:extLst>
                    <a:ext uri="{FF2B5EF4-FFF2-40B4-BE49-F238E27FC236}">
                      <a16:creationId xmlns:a16="http://schemas.microsoft.com/office/drawing/2014/main" id="{8B1FF80E-8B2E-A99B-4C4F-F904DE57851A}"/>
                    </a:ext>
                  </a:extLst>
                </p14:cNvPr>
                <p14:cNvContentPartPr/>
                <p14:nvPr/>
              </p14:nvContentPartPr>
              <p14:xfrm>
                <a:off x="7440638" y="4595256"/>
                <a:ext cx="360" cy="360"/>
              </p14:xfrm>
            </p:contentPart>
          </mc:Choice>
          <mc:Fallback>
            <p:pic>
              <p:nvPicPr>
                <p:cNvPr id="270" name="Ink 269">
                  <a:extLst>
                    <a:ext uri="{FF2B5EF4-FFF2-40B4-BE49-F238E27FC236}">
                      <a16:creationId xmlns:a16="http://schemas.microsoft.com/office/drawing/2014/main" id="{8B1FF80E-8B2E-A99B-4C4F-F904DE57851A}"/>
                    </a:ext>
                  </a:extLst>
                </p:cNvPr>
                <p:cNvPicPr/>
                <p:nvPr/>
              </p:nvPicPr>
              <p:blipFill>
                <a:blip r:embed="rId3"/>
                <a:stretch>
                  <a:fillRect/>
                </a:stretch>
              </p:blipFill>
              <p:spPr>
                <a:xfrm>
                  <a:off x="7436318" y="459093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72" name="Ink 271">
                  <a:extLst>
                    <a:ext uri="{FF2B5EF4-FFF2-40B4-BE49-F238E27FC236}">
                      <a16:creationId xmlns:a16="http://schemas.microsoft.com/office/drawing/2014/main" id="{4E32D622-E652-BFBC-6ED0-8075527223FC}"/>
                    </a:ext>
                  </a:extLst>
                </p14:cNvPr>
                <p14:cNvContentPartPr/>
                <p14:nvPr/>
              </p14:nvContentPartPr>
              <p14:xfrm>
                <a:off x="9038678" y="4512096"/>
                <a:ext cx="21960" cy="33120"/>
              </p14:xfrm>
            </p:contentPart>
          </mc:Choice>
          <mc:Fallback>
            <p:pic>
              <p:nvPicPr>
                <p:cNvPr id="272" name="Ink 271">
                  <a:extLst>
                    <a:ext uri="{FF2B5EF4-FFF2-40B4-BE49-F238E27FC236}">
                      <a16:creationId xmlns:a16="http://schemas.microsoft.com/office/drawing/2014/main" id="{4E32D622-E652-BFBC-6ED0-8075527223FC}"/>
                    </a:ext>
                  </a:extLst>
                </p:cNvPr>
                <p:cNvPicPr/>
                <p:nvPr/>
              </p:nvPicPr>
              <p:blipFill>
                <a:blip r:embed="rId28"/>
                <a:stretch>
                  <a:fillRect/>
                </a:stretch>
              </p:blipFill>
              <p:spPr>
                <a:xfrm>
                  <a:off x="9034358" y="4507776"/>
                  <a:ext cx="3060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74" name="Ink 273">
                  <a:extLst>
                    <a:ext uri="{FF2B5EF4-FFF2-40B4-BE49-F238E27FC236}">
                      <a16:creationId xmlns:a16="http://schemas.microsoft.com/office/drawing/2014/main" id="{E0AF7D4A-4701-9977-19C7-18AC26863514}"/>
                    </a:ext>
                  </a:extLst>
                </p14:cNvPr>
                <p14:cNvContentPartPr/>
                <p14:nvPr/>
              </p14:nvContentPartPr>
              <p14:xfrm>
                <a:off x="9240998" y="4723776"/>
                <a:ext cx="7560" cy="14040"/>
              </p14:xfrm>
            </p:contentPart>
          </mc:Choice>
          <mc:Fallback>
            <p:pic>
              <p:nvPicPr>
                <p:cNvPr id="274" name="Ink 273">
                  <a:extLst>
                    <a:ext uri="{FF2B5EF4-FFF2-40B4-BE49-F238E27FC236}">
                      <a16:creationId xmlns:a16="http://schemas.microsoft.com/office/drawing/2014/main" id="{E0AF7D4A-4701-9977-19C7-18AC26863514}"/>
                    </a:ext>
                  </a:extLst>
                </p:cNvPr>
                <p:cNvPicPr/>
                <p:nvPr/>
              </p:nvPicPr>
              <p:blipFill>
                <a:blip r:embed="rId30"/>
                <a:stretch>
                  <a:fillRect/>
                </a:stretch>
              </p:blipFill>
              <p:spPr>
                <a:xfrm>
                  <a:off x="9236678" y="4719456"/>
                  <a:ext cx="1620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80" name="Ink 279">
                  <a:extLst>
                    <a:ext uri="{FF2B5EF4-FFF2-40B4-BE49-F238E27FC236}">
                      <a16:creationId xmlns:a16="http://schemas.microsoft.com/office/drawing/2014/main" id="{D16B8B08-6482-7CAD-0DB8-38CF9BEA437D}"/>
                    </a:ext>
                  </a:extLst>
                </p14:cNvPr>
                <p14:cNvContentPartPr/>
                <p14:nvPr/>
              </p14:nvContentPartPr>
              <p14:xfrm>
                <a:off x="6825758" y="4563936"/>
                <a:ext cx="10080" cy="4320"/>
              </p14:xfrm>
            </p:contentPart>
          </mc:Choice>
          <mc:Fallback>
            <p:pic>
              <p:nvPicPr>
                <p:cNvPr id="280" name="Ink 279">
                  <a:extLst>
                    <a:ext uri="{FF2B5EF4-FFF2-40B4-BE49-F238E27FC236}">
                      <a16:creationId xmlns:a16="http://schemas.microsoft.com/office/drawing/2014/main" id="{D16B8B08-6482-7CAD-0DB8-38CF9BEA437D}"/>
                    </a:ext>
                  </a:extLst>
                </p:cNvPr>
                <p:cNvPicPr/>
                <p:nvPr/>
              </p:nvPicPr>
              <p:blipFill>
                <a:blip r:embed="rId32"/>
                <a:stretch>
                  <a:fillRect/>
                </a:stretch>
              </p:blipFill>
              <p:spPr>
                <a:xfrm>
                  <a:off x="6821438" y="4559616"/>
                  <a:ext cx="18720" cy="1296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81" name="Ink 280">
                  <a:extLst>
                    <a:ext uri="{FF2B5EF4-FFF2-40B4-BE49-F238E27FC236}">
                      <a16:creationId xmlns:a16="http://schemas.microsoft.com/office/drawing/2014/main" id="{5B42167C-DF32-66DC-C368-82C0EA2D7987}"/>
                    </a:ext>
                  </a:extLst>
                </p14:cNvPr>
                <p14:cNvContentPartPr/>
                <p14:nvPr/>
              </p14:nvContentPartPr>
              <p14:xfrm>
                <a:off x="7445678" y="4522536"/>
                <a:ext cx="7920" cy="5400"/>
              </p14:xfrm>
            </p:contentPart>
          </mc:Choice>
          <mc:Fallback>
            <p:pic>
              <p:nvPicPr>
                <p:cNvPr id="281" name="Ink 280">
                  <a:extLst>
                    <a:ext uri="{FF2B5EF4-FFF2-40B4-BE49-F238E27FC236}">
                      <a16:creationId xmlns:a16="http://schemas.microsoft.com/office/drawing/2014/main" id="{5B42167C-DF32-66DC-C368-82C0EA2D7987}"/>
                    </a:ext>
                  </a:extLst>
                </p:cNvPr>
                <p:cNvPicPr/>
                <p:nvPr/>
              </p:nvPicPr>
              <p:blipFill>
                <a:blip r:embed="rId34"/>
                <a:stretch>
                  <a:fillRect/>
                </a:stretch>
              </p:blipFill>
              <p:spPr>
                <a:xfrm>
                  <a:off x="7441358" y="4518216"/>
                  <a:ext cx="16560" cy="1404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83" name="Ink 282">
                  <a:extLst>
                    <a:ext uri="{FF2B5EF4-FFF2-40B4-BE49-F238E27FC236}">
                      <a16:creationId xmlns:a16="http://schemas.microsoft.com/office/drawing/2014/main" id="{7F705A7E-A52D-54BB-724E-C538BC75F77C}"/>
                    </a:ext>
                  </a:extLst>
                </p14:cNvPr>
                <p14:cNvContentPartPr/>
                <p14:nvPr/>
              </p14:nvContentPartPr>
              <p14:xfrm>
                <a:off x="6758438" y="4575096"/>
                <a:ext cx="360" cy="360"/>
              </p14:xfrm>
            </p:contentPart>
          </mc:Choice>
          <mc:Fallback>
            <p:pic>
              <p:nvPicPr>
                <p:cNvPr id="283" name="Ink 282">
                  <a:extLst>
                    <a:ext uri="{FF2B5EF4-FFF2-40B4-BE49-F238E27FC236}">
                      <a16:creationId xmlns:a16="http://schemas.microsoft.com/office/drawing/2014/main" id="{7F705A7E-A52D-54BB-724E-C538BC75F77C}"/>
                    </a:ext>
                  </a:extLst>
                </p:cNvPr>
                <p:cNvPicPr/>
                <p:nvPr/>
              </p:nvPicPr>
              <p:blipFill>
                <a:blip r:embed="rId3"/>
                <a:stretch>
                  <a:fillRect/>
                </a:stretch>
              </p:blipFill>
              <p:spPr>
                <a:xfrm>
                  <a:off x="6754118" y="457077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84" name="Ink 283">
                  <a:extLst>
                    <a:ext uri="{FF2B5EF4-FFF2-40B4-BE49-F238E27FC236}">
                      <a16:creationId xmlns:a16="http://schemas.microsoft.com/office/drawing/2014/main" id="{27B1A781-42C8-AC24-4AA2-EFCCE190AF70}"/>
                    </a:ext>
                  </a:extLst>
                </p14:cNvPr>
                <p14:cNvContentPartPr/>
                <p14:nvPr/>
              </p14:nvContentPartPr>
              <p14:xfrm>
                <a:off x="7445678" y="4521816"/>
                <a:ext cx="360" cy="360"/>
              </p14:xfrm>
            </p:contentPart>
          </mc:Choice>
          <mc:Fallback>
            <p:pic>
              <p:nvPicPr>
                <p:cNvPr id="284" name="Ink 283">
                  <a:extLst>
                    <a:ext uri="{FF2B5EF4-FFF2-40B4-BE49-F238E27FC236}">
                      <a16:creationId xmlns:a16="http://schemas.microsoft.com/office/drawing/2014/main" id="{27B1A781-42C8-AC24-4AA2-EFCCE190AF70}"/>
                    </a:ext>
                  </a:extLst>
                </p:cNvPr>
                <p:cNvPicPr/>
                <p:nvPr/>
              </p:nvPicPr>
              <p:blipFill>
                <a:blip r:embed="rId3"/>
                <a:stretch>
                  <a:fillRect/>
                </a:stretch>
              </p:blipFill>
              <p:spPr>
                <a:xfrm>
                  <a:off x="7441358" y="451749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317" name="Ink 316">
                  <a:extLst>
                    <a:ext uri="{FF2B5EF4-FFF2-40B4-BE49-F238E27FC236}">
                      <a16:creationId xmlns:a16="http://schemas.microsoft.com/office/drawing/2014/main" id="{8572EAC3-BD9A-D28D-47F5-15776677A73F}"/>
                    </a:ext>
                  </a:extLst>
                </p14:cNvPr>
                <p14:cNvContentPartPr/>
                <p14:nvPr/>
              </p14:nvContentPartPr>
              <p14:xfrm>
                <a:off x="9941918" y="5794416"/>
                <a:ext cx="20520" cy="13680"/>
              </p14:xfrm>
            </p:contentPart>
          </mc:Choice>
          <mc:Fallback>
            <p:pic>
              <p:nvPicPr>
                <p:cNvPr id="317" name="Ink 316">
                  <a:extLst>
                    <a:ext uri="{FF2B5EF4-FFF2-40B4-BE49-F238E27FC236}">
                      <a16:creationId xmlns:a16="http://schemas.microsoft.com/office/drawing/2014/main" id="{8572EAC3-BD9A-D28D-47F5-15776677A73F}"/>
                    </a:ext>
                  </a:extLst>
                </p:cNvPr>
                <p:cNvPicPr/>
                <p:nvPr/>
              </p:nvPicPr>
              <p:blipFill>
                <a:blip r:embed="rId38"/>
                <a:stretch>
                  <a:fillRect/>
                </a:stretch>
              </p:blipFill>
              <p:spPr>
                <a:xfrm>
                  <a:off x="9937598" y="5790096"/>
                  <a:ext cx="2916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336" name="Ink 335">
                  <a:extLst>
                    <a:ext uri="{FF2B5EF4-FFF2-40B4-BE49-F238E27FC236}">
                      <a16:creationId xmlns:a16="http://schemas.microsoft.com/office/drawing/2014/main" id="{DAACB8CF-4767-F500-E0CA-ED3D62925A42}"/>
                    </a:ext>
                  </a:extLst>
                </p14:cNvPr>
                <p14:cNvContentPartPr/>
                <p14:nvPr/>
              </p14:nvContentPartPr>
              <p14:xfrm>
                <a:off x="10129838" y="5391576"/>
                <a:ext cx="18360" cy="4680"/>
              </p14:xfrm>
            </p:contentPart>
          </mc:Choice>
          <mc:Fallback>
            <p:pic>
              <p:nvPicPr>
                <p:cNvPr id="336" name="Ink 335">
                  <a:extLst>
                    <a:ext uri="{FF2B5EF4-FFF2-40B4-BE49-F238E27FC236}">
                      <a16:creationId xmlns:a16="http://schemas.microsoft.com/office/drawing/2014/main" id="{DAACB8CF-4767-F500-E0CA-ED3D62925A42}"/>
                    </a:ext>
                  </a:extLst>
                </p:cNvPr>
                <p:cNvPicPr/>
                <p:nvPr/>
              </p:nvPicPr>
              <p:blipFill>
                <a:blip r:embed="rId40"/>
                <a:stretch>
                  <a:fillRect/>
                </a:stretch>
              </p:blipFill>
              <p:spPr>
                <a:xfrm>
                  <a:off x="10125518" y="5387256"/>
                  <a:ext cx="27000" cy="13320"/>
                </a:xfrm>
                <a:prstGeom prst="rect">
                  <a:avLst/>
                </a:prstGeom>
              </p:spPr>
            </p:pic>
          </mc:Fallback>
        </mc:AlternateContent>
      </p:grpSp>
      <p:grpSp>
        <p:nvGrpSpPr>
          <p:cNvPr id="442" name="Group 441">
            <a:extLst>
              <a:ext uri="{FF2B5EF4-FFF2-40B4-BE49-F238E27FC236}">
                <a16:creationId xmlns:a16="http://schemas.microsoft.com/office/drawing/2014/main" id="{A50C3070-EF35-0A63-BFC1-55A00FF3ED92}"/>
              </a:ext>
            </a:extLst>
          </p:cNvPr>
          <p:cNvGrpSpPr/>
          <p:nvPr/>
        </p:nvGrpSpPr>
        <p:grpSpPr>
          <a:xfrm>
            <a:off x="298238" y="5660136"/>
            <a:ext cx="4470120" cy="1063440"/>
            <a:chOff x="298238" y="5660136"/>
            <a:chExt cx="4470120" cy="1063440"/>
          </a:xfrm>
        </p:grpSpPr>
        <mc:AlternateContent xmlns:mc="http://schemas.openxmlformats.org/markup-compatibility/2006">
          <mc:Choice xmlns:p14="http://schemas.microsoft.com/office/powerpoint/2010/main" Requires="p14">
            <p:contentPart p14:bwMode="auto" r:id="rId41">
              <p14:nvContentPartPr>
                <p14:cNvPr id="351" name="Ink 350">
                  <a:extLst>
                    <a:ext uri="{FF2B5EF4-FFF2-40B4-BE49-F238E27FC236}">
                      <a16:creationId xmlns:a16="http://schemas.microsoft.com/office/drawing/2014/main" id="{4B2F78A2-11B0-6B1D-5AC1-CBE0B8D62F67}"/>
                    </a:ext>
                  </a:extLst>
                </p14:cNvPr>
                <p14:cNvContentPartPr/>
                <p14:nvPr/>
              </p14:nvContentPartPr>
              <p14:xfrm>
                <a:off x="513878" y="5822136"/>
                <a:ext cx="20160" cy="136440"/>
              </p14:xfrm>
            </p:contentPart>
          </mc:Choice>
          <mc:Fallback>
            <p:pic>
              <p:nvPicPr>
                <p:cNvPr id="351" name="Ink 350">
                  <a:extLst>
                    <a:ext uri="{FF2B5EF4-FFF2-40B4-BE49-F238E27FC236}">
                      <a16:creationId xmlns:a16="http://schemas.microsoft.com/office/drawing/2014/main" id="{4B2F78A2-11B0-6B1D-5AC1-CBE0B8D62F67}"/>
                    </a:ext>
                  </a:extLst>
                </p:cNvPr>
                <p:cNvPicPr/>
                <p:nvPr/>
              </p:nvPicPr>
              <p:blipFill>
                <a:blip r:embed="rId42"/>
                <a:stretch>
                  <a:fillRect/>
                </a:stretch>
              </p:blipFill>
              <p:spPr>
                <a:xfrm>
                  <a:off x="509558" y="5817816"/>
                  <a:ext cx="2880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62" name="Ink 361">
                  <a:extLst>
                    <a:ext uri="{FF2B5EF4-FFF2-40B4-BE49-F238E27FC236}">
                      <a16:creationId xmlns:a16="http://schemas.microsoft.com/office/drawing/2014/main" id="{25FB0863-50BC-6941-8CC9-B280B7D6E4AE}"/>
                    </a:ext>
                  </a:extLst>
                </p14:cNvPr>
                <p14:cNvContentPartPr/>
                <p14:nvPr/>
              </p14:nvContentPartPr>
              <p14:xfrm>
                <a:off x="1756238" y="5660136"/>
                <a:ext cx="360" cy="360"/>
              </p14:xfrm>
            </p:contentPart>
          </mc:Choice>
          <mc:Fallback>
            <p:pic>
              <p:nvPicPr>
                <p:cNvPr id="362" name="Ink 361">
                  <a:extLst>
                    <a:ext uri="{FF2B5EF4-FFF2-40B4-BE49-F238E27FC236}">
                      <a16:creationId xmlns:a16="http://schemas.microsoft.com/office/drawing/2014/main" id="{25FB0863-50BC-6941-8CC9-B280B7D6E4AE}"/>
                    </a:ext>
                  </a:extLst>
                </p:cNvPr>
                <p:cNvPicPr/>
                <p:nvPr/>
              </p:nvPicPr>
              <p:blipFill>
                <a:blip r:embed="rId3"/>
                <a:stretch>
                  <a:fillRect/>
                </a:stretch>
              </p:blipFill>
              <p:spPr>
                <a:xfrm>
                  <a:off x="1751918" y="565581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93" name="Ink 392">
                  <a:extLst>
                    <a:ext uri="{FF2B5EF4-FFF2-40B4-BE49-F238E27FC236}">
                      <a16:creationId xmlns:a16="http://schemas.microsoft.com/office/drawing/2014/main" id="{A10C296F-5B1F-0B09-86E7-CEA0DA96E0B2}"/>
                    </a:ext>
                  </a:extLst>
                </p14:cNvPr>
                <p14:cNvContentPartPr/>
                <p14:nvPr/>
              </p14:nvContentPartPr>
              <p14:xfrm>
                <a:off x="4767998" y="6086016"/>
                <a:ext cx="360" cy="360"/>
              </p14:xfrm>
            </p:contentPart>
          </mc:Choice>
          <mc:Fallback>
            <p:pic>
              <p:nvPicPr>
                <p:cNvPr id="393" name="Ink 392">
                  <a:extLst>
                    <a:ext uri="{FF2B5EF4-FFF2-40B4-BE49-F238E27FC236}">
                      <a16:creationId xmlns:a16="http://schemas.microsoft.com/office/drawing/2014/main" id="{A10C296F-5B1F-0B09-86E7-CEA0DA96E0B2}"/>
                    </a:ext>
                  </a:extLst>
                </p:cNvPr>
                <p:cNvPicPr/>
                <p:nvPr/>
              </p:nvPicPr>
              <p:blipFill>
                <a:blip r:embed="rId3"/>
                <a:stretch>
                  <a:fillRect/>
                </a:stretch>
              </p:blipFill>
              <p:spPr>
                <a:xfrm>
                  <a:off x="4763678" y="608169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412" name="Ink 411">
                  <a:extLst>
                    <a:ext uri="{FF2B5EF4-FFF2-40B4-BE49-F238E27FC236}">
                      <a16:creationId xmlns:a16="http://schemas.microsoft.com/office/drawing/2014/main" id="{FB45372D-B6C6-8B35-FEE2-64791EDB91DA}"/>
                    </a:ext>
                  </a:extLst>
                </p14:cNvPr>
                <p14:cNvContentPartPr/>
                <p14:nvPr/>
              </p14:nvContentPartPr>
              <p14:xfrm>
                <a:off x="2332958" y="6139296"/>
                <a:ext cx="4680" cy="2880"/>
              </p14:xfrm>
            </p:contentPart>
          </mc:Choice>
          <mc:Fallback>
            <p:pic>
              <p:nvPicPr>
                <p:cNvPr id="412" name="Ink 411">
                  <a:extLst>
                    <a:ext uri="{FF2B5EF4-FFF2-40B4-BE49-F238E27FC236}">
                      <a16:creationId xmlns:a16="http://schemas.microsoft.com/office/drawing/2014/main" id="{FB45372D-B6C6-8B35-FEE2-64791EDB91DA}"/>
                    </a:ext>
                  </a:extLst>
                </p:cNvPr>
                <p:cNvPicPr/>
                <p:nvPr/>
              </p:nvPicPr>
              <p:blipFill>
                <a:blip r:embed="rId46"/>
                <a:stretch>
                  <a:fillRect/>
                </a:stretch>
              </p:blipFill>
              <p:spPr>
                <a:xfrm>
                  <a:off x="2328638" y="6134976"/>
                  <a:ext cx="13320" cy="1152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411" name="Ink 410">
                  <a:extLst>
                    <a:ext uri="{FF2B5EF4-FFF2-40B4-BE49-F238E27FC236}">
                      <a16:creationId xmlns:a16="http://schemas.microsoft.com/office/drawing/2014/main" id="{C7B5AD61-E140-1D9F-9526-FA4DDFE14E75}"/>
                    </a:ext>
                  </a:extLst>
                </p14:cNvPr>
                <p14:cNvContentPartPr/>
                <p14:nvPr/>
              </p14:nvContentPartPr>
              <p14:xfrm>
                <a:off x="2305598" y="5987736"/>
                <a:ext cx="15480" cy="7200"/>
              </p14:xfrm>
            </p:contentPart>
          </mc:Choice>
          <mc:Fallback>
            <p:pic>
              <p:nvPicPr>
                <p:cNvPr id="411" name="Ink 410">
                  <a:extLst>
                    <a:ext uri="{FF2B5EF4-FFF2-40B4-BE49-F238E27FC236}">
                      <a16:creationId xmlns:a16="http://schemas.microsoft.com/office/drawing/2014/main" id="{C7B5AD61-E140-1D9F-9526-FA4DDFE14E75}"/>
                    </a:ext>
                  </a:extLst>
                </p:cNvPr>
                <p:cNvPicPr/>
                <p:nvPr/>
              </p:nvPicPr>
              <p:blipFill>
                <a:blip r:embed="rId48"/>
                <a:stretch>
                  <a:fillRect/>
                </a:stretch>
              </p:blipFill>
              <p:spPr>
                <a:xfrm>
                  <a:off x="2301278" y="5983416"/>
                  <a:ext cx="2412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413" name="Ink 412">
                  <a:extLst>
                    <a:ext uri="{FF2B5EF4-FFF2-40B4-BE49-F238E27FC236}">
                      <a16:creationId xmlns:a16="http://schemas.microsoft.com/office/drawing/2014/main" id="{C8B22ADC-6C6A-45D2-2D77-0EAB84CA28EA}"/>
                    </a:ext>
                  </a:extLst>
                </p14:cNvPr>
                <p14:cNvContentPartPr/>
                <p14:nvPr/>
              </p14:nvContentPartPr>
              <p14:xfrm>
                <a:off x="2380838" y="5956776"/>
                <a:ext cx="6120" cy="3600"/>
              </p14:xfrm>
            </p:contentPart>
          </mc:Choice>
          <mc:Fallback>
            <p:pic>
              <p:nvPicPr>
                <p:cNvPr id="413" name="Ink 412">
                  <a:extLst>
                    <a:ext uri="{FF2B5EF4-FFF2-40B4-BE49-F238E27FC236}">
                      <a16:creationId xmlns:a16="http://schemas.microsoft.com/office/drawing/2014/main" id="{C8B22ADC-6C6A-45D2-2D77-0EAB84CA28EA}"/>
                    </a:ext>
                  </a:extLst>
                </p:cNvPr>
                <p:cNvPicPr/>
                <p:nvPr/>
              </p:nvPicPr>
              <p:blipFill>
                <a:blip r:embed="rId19"/>
                <a:stretch>
                  <a:fillRect/>
                </a:stretch>
              </p:blipFill>
              <p:spPr>
                <a:xfrm>
                  <a:off x="2376518" y="5952456"/>
                  <a:ext cx="14760" cy="122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416" name="Ink 415">
                  <a:extLst>
                    <a:ext uri="{FF2B5EF4-FFF2-40B4-BE49-F238E27FC236}">
                      <a16:creationId xmlns:a16="http://schemas.microsoft.com/office/drawing/2014/main" id="{A7D35FCC-7575-713B-757F-A322AD3A472B}"/>
                    </a:ext>
                  </a:extLst>
                </p14:cNvPr>
                <p14:cNvContentPartPr/>
                <p14:nvPr/>
              </p14:nvContentPartPr>
              <p14:xfrm>
                <a:off x="298238" y="6125256"/>
                <a:ext cx="83160" cy="175680"/>
              </p14:xfrm>
            </p:contentPart>
          </mc:Choice>
          <mc:Fallback>
            <p:pic>
              <p:nvPicPr>
                <p:cNvPr id="416" name="Ink 415">
                  <a:extLst>
                    <a:ext uri="{FF2B5EF4-FFF2-40B4-BE49-F238E27FC236}">
                      <a16:creationId xmlns:a16="http://schemas.microsoft.com/office/drawing/2014/main" id="{A7D35FCC-7575-713B-757F-A322AD3A472B}"/>
                    </a:ext>
                  </a:extLst>
                </p:cNvPr>
                <p:cNvPicPr/>
                <p:nvPr/>
              </p:nvPicPr>
              <p:blipFill>
                <a:blip r:embed="rId51"/>
                <a:stretch>
                  <a:fillRect/>
                </a:stretch>
              </p:blipFill>
              <p:spPr>
                <a:xfrm>
                  <a:off x="293918" y="6120936"/>
                  <a:ext cx="9180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427" name="Ink 426">
                  <a:extLst>
                    <a:ext uri="{FF2B5EF4-FFF2-40B4-BE49-F238E27FC236}">
                      <a16:creationId xmlns:a16="http://schemas.microsoft.com/office/drawing/2014/main" id="{EF7ACD93-9E57-16BC-B0B4-A1F0CC65A397}"/>
                    </a:ext>
                  </a:extLst>
                </p14:cNvPr>
                <p14:cNvContentPartPr/>
                <p14:nvPr/>
              </p14:nvContentPartPr>
              <p14:xfrm>
                <a:off x="692078" y="6637536"/>
                <a:ext cx="45000" cy="86040"/>
              </p14:xfrm>
            </p:contentPart>
          </mc:Choice>
          <mc:Fallback>
            <p:pic>
              <p:nvPicPr>
                <p:cNvPr id="427" name="Ink 426">
                  <a:extLst>
                    <a:ext uri="{FF2B5EF4-FFF2-40B4-BE49-F238E27FC236}">
                      <a16:creationId xmlns:a16="http://schemas.microsoft.com/office/drawing/2014/main" id="{EF7ACD93-9E57-16BC-B0B4-A1F0CC65A397}"/>
                    </a:ext>
                  </a:extLst>
                </p:cNvPr>
                <p:cNvPicPr/>
                <p:nvPr/>
              </p:nvPicPr>
              <p:blipFill>
                <a:blip r:embed="rId53"/>
                <a:stretch>
                  <a:fillRect/>
                </a:stretch>
              </p:blipFill>
              <p:spPr>
                <a:xfrm>
                  <a:off x="687758" y="6633216"/>
                  <a:ext cx="53640" cy="946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433" name="Ink 432">
                  <a:extLst>
                    <a:ext uri="{FF2B5EF4-FFF2-40B4-BE49-F238E27FC236}">
                      <a16:creationId xmlns:a16="http://schemas.microsoft.com/office/drawing/2014/main" id="{EFB45565-A86D-D51F-BDC3-A782F72D3C43}"/>
                    </a:ext>
                  </a:extLst>
                </p14:cNvPr>
                <p14:cNvContentPartPr/>
                <p14:nvPr/>
              </p14:nvContentPartPr>
              <p14:xfrm>
                <a:off x="1367078" y="6096096"/>
                <a:ext cx="34200" cy="120600"/>
              </p14:xfrm>
            </p:contentPart>
          </mc:Choice>
          <mc:Fallback>
            <p:pic>
              <p:nvPicPr>
                <p:cNvPr id="433" name="Ink 432">
                  <a:extLst>
                    <a:ext uri="{FF2B5EF4-FFF2-40B4-BE49-F238E27FC236}">
                      <a16:creationId xmlns:a16="http://schemas.microsoft.com/office/drawing/2014/main" id="{EFB45565-A86D-D51F-BDC3-A782F72D3C43}"/>
                    </a:ext>
                  </a:extLst>
                </p:cNvPr>
                <p:cNvPicPr/>
                <p:nvPr/>
              </p:nvPicPr>
              <p:blipFill>
                <a:blip r:embed="rId55"/>
                <a:stretch>
                  <a:fillRect/>
                </a:stretch>
              </p:blipFill>
              <p:spPr>
                <a:xfrm>
                  <a:off x="1362758" y="6091776"/>
                  <a:ext cx="42840" cy="129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6">
            <p14:nvContentPartPr>
              <p14:cNvPr id="346" name="Ink 345">
                <a:extLst>
                  <a:ext uri="{FF2B5EF4-FFF2-40B4-BE49-F238E27FC236}">
                    <a16:creationId xmlns:a16="http://schemas.microsoft.com/office/drawing/2014/main" id="{7614D096-7E5B-64AC-7381-23F4E7514A52}"/>
                  </a:ext>
                </a:extLst>
              </p14:cNvPr>
              <p14:cNvContentPartPr/>
              <p14:nvPr/>
            </p14:nvContentPartPr>
            <p14:xfrm>
              <a:off x="6194318" y="526896"/>
              <a:ext cx="182880" cy="249480"/>
            </p14:xfrm>
          </p:contentPart>
        </mc:Choice>
        <mc:Fallback>
          <p:pic>
            <p:nvPicPr>
              <p:cNvPr id="346" name="Ink 345">
                <a:extLst>
                  <a:ext uri="{FF2B5EF4-FFF2-40B4-BE49-F238E27FC236}">
                    <a16:creationId xmlns:a16="http://schemas.microsoft.com/office/drawing/2014/main" id="{7614D096-7E5B-64AC-7381-23F4E7514A52}"/>
                  </a:ext>
                </a:extLst>
              </p:cNvPr>
              <p:cNvPicPr/>
              <p:nvPr/>
            </p:nvPicPr>
            <p:blipFill>
              <a:blip r:embed="rId57"/>
              <a:stretch>
                <a:fillRect/>
              </a:stretch>
            </p:blipFill>
            <p:spPr>
              <a:xfrm>
                <a:off x="6189998" y="522576"/>
                <a:ext cx="191520" cy="2581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74" name="Ink 73">
                <a:extLst>
                  <a:ext uri="{FF2B5EF4-FFF2-40B4-BE49-F238E27FC236}">
                    <a16:creationId xmlns:a16="http://schemas.microsoft.com/office/drawing/2014/main" id="{8EBBC11D-DE91-A95E-8862-19110060E155}"/>
                  </a:ext>
                </a:extLst>
              </p14:cNvPr>
              <p14:cNvContentPartPr/>
              <p14:nvPr/>
            </p14:nvContentPartPr>
            <p14:xfrm>
              <a:off x="2245118" y="850176"/>
              <a:ext cx="239400" cy="58680"/>
            </p14:xfrm>
          </p:contentPart>
        </mc:Choice>
        <mc:Fallback>
          <p:pic>
            <p:nvPicPr>
              <p:cNvPr id="74" name="Ink 73">
                <a:extLst>
                  <a:ext uri="{FF2B5EF4-FFF2-40B4-BE49-F238E27FC236}">
                    <a16:creationId xmlns:a16="http://schemas.microsoft.com/office/drawing/2014/main" id="{8EBBC11D-DE91-A95E-8862-19110060E155}"/>
                  </a:ext>
                </a:extLst>
              </p:cNvPr>
              <p:cNvPicPr/>
              <p:nvPr/>
            </p:nvPicPr>
            <p:blipFill>
              <a:blip r:embed="rId59"/>
              <a:stretch>
                <a:fillRect/>
              </a:stretch>
            </p:blipFill>
            <p:spPr>
              <a:xfrm>
                <a:off x="2240798" y="845856"/>
                <a:ext cx="248040" cy="673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84" name="Ink 83">
                <a:extLst>
                  <a:ext uri="{FF2B5EF4-FFF2-40B4-BE49-F238E27FC236}">
                    <a16:creationId xmlns:a16="http://schemas.microsoft.com/office/drawing/2014/main" id="{86B66E02-C591-7CC2-E6C1-77068C184E3E}"/>
                  </a:ext>
                </a:extLst>
              </p14:cNvPr>
              <p14:cNvContentPartPr/>
              <p14:nvPr/>
            </p14:nvContentPartPr>
            <p14:xfrm>
              <a:off x="2350238" y="803016"/>
              <a:ext cx="41040" cy="155160"/>
            </p14:xfrm>
          </p:contentPart>
        </mc:Choice>
        <mc:Fallback>
          <p:pic>
            <p:nvPicPr>
              <p:cNvPr id="84" name="Ink 83">
                <a:extLst>
                  <a:ext uri="{FF2B5EF4-FFF2-40B4-BE49-F238E27FC236}">
                    <a16:creationId xmlns:a16="http://schemas.microsoft.com/office/drawing/2014/main" id="{86B66E02-C591-7CC2-E6C1-77068C184E3E}"/>
                  </a:ext>
                </a:extLst>
              </p:cNvPr>
              <p:cNvPicPr/>
              <p:nvPr/>
            </p:nvPicPr>
            <p:blipFill>
              <a:blip r:embed="rId61"/>
              <a:stretch>
                <a:fillRect/>
              </a:stretch>
            </p:blipFill>
            <p:spPr>
              <a:xfrm>
                <a:off x="2345918" y="798696"/>
                <a:ext cx="4968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67" name="Ink 466">
                <a:extLst>
                  <a:ext uri="{FF2B5EF4-FFF2-40B4-BE49-F238E27FC236}">
                    <a16:creationId xmlns:a16="http://schemas.microsoft.com/office/drawing/2014/main" id="{7C6BA30F-1A1D-7ADE-C465-04608CC04C0D}"/>
                  </a:ext>
                </a:extLst>
              </p14:cNvPr>
              <p14:cNvContentPartPr/>
              <p14:nvPr/>
            </p14:nvContentPartPr>
            <p14:xfrm>
              <a:off x="1374998" y="1704816"/>
              <a:ext cx="109440" cy="421920"/>
            </p14:xfrm>
          </p:contentPart>
        </mc:Choice>
        <mc:Fallback>
          <p:pic>
            <p:nvPicPr>
              <p:cNvPr id="467" name="Ink 466">
                <a:extLst>
                  <a:ext uri="{FF2B5EF4-FFF2-40B4-BE49-F238E27FC236}">
                    <a16:creationId xmlns:a16="http://schemas.microsoft.com/office/drawing/2014/main" id="{7C6BA30F-1A1D-7ADE-C465-04608CC04C0D}"/>
                  </a:ext>
                </a:extLst>
              </p:cNvPr>
              <p:cNvPicPr/>
              <p:nvPr/>
            </p:nvPicPr>
            <p:blipFill>
              <a:blip r:embed="rId63"/>
              <a:stretch>
                <a:fillRect/>
              </a:stretch>
            </p:blipFill>
            <p:spPr>
              <a:xfrm>
                <a:off x="1370678" y="1700496"/>
                <a:ext cx="118080" cy="43056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68" name="Ink 467">
                <a:extLst>
                  <a:ext uri="{FF2B5EF4-FFF2-40B4-BE49-F238E27FC236}">
                    <a16:creationId xmlns:a16="http://schemas.microsoft.com/office/drawing/2014/main" id="{F5662385-4C37-737B-5600-615491B4294D}"/>
                  </a:ext>
                </a:extLst>
              </p14:cNvPr>
              <p14:cNvContentPartPr/>
              <p14:nvPr/>
            </p14:nvContentPartPr>
            <p14:xfrm>
              <a:off x="1399838" y="2038536"/>
              <a:ext cx="156600" cy="177840"/>
            </p14:xfrm>
          </p:contentPart>
        </mc:Choice>
        <mc:Fallback>
          <p:pic>
            <p:nvPicPr>
              <p:cNvPr id="468" name="Ink 467">
                <a:extLst>
                  <a:ext uri="{FF2B5EF4-FFF2-40B4-BE49-F238E27FC236}">
                    <a16:creationId xmlns:a16="http://schemas.microsoft.com/office/drawing/2014/main" id="{F5662385-4C37-737B-5600-615491B4294D}"/>
                  </a:ext>
                </a:extLst>
              </p:cNvPr>
              <p:cNvPicPr/>
              <p:nvPr/>
            </p:nvPicPr>
            <p:blipFill>
              <a:blip r:embed="rId65"/>
              <a:stretch>
                <a:fillRect/>
              </a:stretch>
            </p:blipFill>
            <p:spPr>
              <a:xfrm>
                <a:off x="1395518" y="2034216"/>
                <a:ext cx="16524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69" name="Ink 468">
                <a:extLst>
                  <a:ext uri="{FF2B5EF4-FFF2-40B4-BE49-F238E27FC236}">
                    <a16:creationId xmlns:a16="http://schemas.microsoft.com/office/drawing/2014/main" id="{A98D1736-7025-75B7-D8A6-15418C41F0BD}"/>
                  </a:ext>
                </a:extLst>
              </p14:cNvPr>
              <p14:cNvContentPartPr/>
              <p14:nvPr/>
            </p14:nvContentPartPr>
            <p14:xfrm>
              <a:off x="1043438" y="2514816"/>
              <a:ext cx="133920" cy="184320"/>
            </p14:xfrm>
          </p:contentPart>
        </mc:Choice>
        <mc:Fallback>
          <p:pic>
            <p:nvPicPr>
              <p:cNvPr id="469" name="Ink 468">
                <a:extLst>
                  <a:ext uri="{FF2B5EF4-FFF2-40B4-BE49-F238E27FC236}">
                    <a16:creationId xmlns:a16="http://schemas.microsoft.com/office/drawing/2014/main" id="{A98D1736-7025-75B7-D8A6-15418C41F0BD}"/>
                  </a:ext>
                </a:extLst>
              </p:cNvPr>
              <p:cNvPicPr/>
              <p:nvPr/>
            </p:nvPicPr>
            <p:blipFill>
              <a:blip r:embed="rId67"/>
              <a:stretch>
                <a:fillRect/>
              </a:stretch>
            </p:blipFill>
            <p:spPr>
              <a:xfrm>
                <a:off x="1039118" y="2510496"/>
                <a:ext cx="142560" cy="1929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70" name="Ink 469">
                <a:extLst>
                  <a:ext uri="{FF2B5EF4-FFF2-40B4-BE49-F238E27FC236}">
                    <a16:creationId xmlns:a16="http://schemas.microsoft.com/office/drawing/2014/main" id="{4E52445F-2007-A2E9-6538-160E5EB31B63}"/>
                  </a:ext>
                </a:extLst>
              </p14:cNvPr>
              <p14:cNvContentPartPr/>
              <p14:nvPr/>
            </p14:nvContentPartPr>
            <p14:xfrm>
              <a:off x="1160438" y="2440656"/>
              <a:ext cx="79920" cy="167040"/>
            </p14:xfrm>
          </p:contentPart>
        </mc:Choice>
        <mc:Fallback>
          <p:pic>
            <p:nvPicPr>
              <p:cNvPr id="470" name="Ink 469">
                <a:extLst>
                  <a:ext uri="{FF2B5EF4-FFF2-40B4-BE49-F238E27FC236}">
                    <a16:creationId xmlns:a16="http://schemas.microsoft.com/office/drawing/2014/main" id="{4E52445F-2007-A2E9-6538-160E5EB31B63}"/>
                  </a:ext>
                </a:extLst>
              </p:cNvPr>
              <p:cNvPicPr/>
              <p:nvPr/>
            </p:nvPicPr>
            <p:blipFill>
              <a:blip r:embed="rId69"/>
              <a:stretch>
                <a:fillRect/>
              </a:stretch>
            </p:blipFill>
            <p:spPr>
              <a:xfrm>
                <a:off x="1156118" y="2436336"/>
                <a:ext cx="8856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71" name="Ink 470">
                <a:extLst>
                  <a:ext uri="{FF2B5EF4-FFF2-40B4-BE49-F238E27FC236}">
                    <a16:creationId xmlns:a16="http://schemas.microsoft.com/office/drawing/2014/main" id="{A4714370-5349-AE86-4259-02428EB3EECC}"/>
                  </a:ext>
                </a:extLst>
              </p14:cNvPr>
              <p14:cNvContentPartPr/>
              <p14:nvPr/>
            </p14:nvContentPartPr>
            <p14:xfrm>
              <a:off x="1183118" y="2491056"/>
              <a:ext cx="94320" cy="87480"/>
            </p14:xfrm>
          </p:contentPart>
        </mc:Choice>
        <mc:Fallback>
          <p:pic>
            <p:nvPicPr>
              <p:cNvPr id="471" name="Ink 470">
                <a:extLst>
                  <a:ext uri="{FF2B5EF4-FFF2-40B4-BE49-F238E27FC236}">
                    <a16:creationId xmlns:a16="http://schemas.microsoft.com/office/drawing/2014/main" id="{A4714370-5349-AE86-4259-02428EB3EECC}"/>
                  </a:ext>
                </a:extLst>
              </p:cNvPr>
              <p:cNvPicPr/>
              <p:nvPr/>
            </p:nvPicPr>
            <p:blipFill>
              <a:blip r:embed="rId71"/>
              <a:stretch>
                <a:fillRect/>
              </a:stretch>
            </p:blipFill>
            <p:spPr>
              <a:xfrm>
                <a:off x="1178798" y="2486736"/>
                <a:ext cx="10296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72" name="Ink 471">
                <a:extLst>
                  <a:ext uri="{FF2B5EF4-FFF2-40B4-BE49-F238E27FC236}">
                    <a16:creationId xmlns:a16="http://schemas.microsoft.com/office/drawing/2014/main" id="{04527496-695A-8336-3658-4E8175D890D9}"/>
                  </a:ext>
                </a:extLst>
              </p14:cNvPr>
              <p14:cNvContentPartPr/>
              <p14:nvPr/>
            </p14:nvContentPartPr>
            <p14:xfrm>
              <a:off x="1256198" y="2351016"/>
              <a:ext cx="115560" cy="221040"/>
            </p14:xfrm>
          </p:contentPart>
        </mc:Choice>
        <mc:Fallback>
          <p:pic>
            <p:nvPicPr>
              <p:cNvPr id="472" name="Ink 471">
                <a:extLst>
                  <a:ext uri="{FF2B5EF4-FFF2-40B4-BE49-F238E27FC236}">
                    <a16:creationId xmlns:a16="http://schemas.microsoft.com/office/drawing/2014/main" id="{04527496-695A-8336-3658-4E8175D890D9}"/>
                  </a:ext>
                </a:extLst>
              </p:cNvPr>
              <p:cNvPicPr/>
              <p:nvPr/>
            </p:nvPicPr>
            <p:blipFill>
              <a:blip r:embed="rId73"/>
              <a:stretch>
                <a:fillRect/>
              </a:stretch>
            </p:blipFill>
            <p:spPr>
              <a:xfrm>
                <a:off x="1251878" y="2346696"/>
                <a:ext cx="12420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73" name="Ink 472">
                <a:extLst>
                  <a:ext uri="{FF2B5EF4-FFF2-40B4-BE49-F238E27FC236}">
                    <a16:creationId xmlns:a16="http://schemas.microsoft.com/office/drawing/2014/main" id="{C0D0CB68-8892-64A7-B025-DDD8029721D0}"/>
                  </a:ext>
                </a:extLst>
              </p14:cNvPr>
              <p14:cNvContentPartPr/>
              <p14:nvPr/>
            </p14:nvContentPartPr>
            <p14:xfrm>
              <a:off x="1046678" y="2817216"/>
              <a:ext cx="199080" cy="146520"/>
            </p14:xfrm>
          </p:contentPart>
        </mc:Choice>
        <mc:Fallback>
          <p:pic>
            <p:nvPicPr>
              <p:cNvPr id="473" name="Ink 472">
                <a:extLst>
                  <a:ext uri="{FF2B5EF4-FFF2-40B4-BE49-F238E27FC236}">
                    <a16:creationId xmlns:a16="http://schemas.microsoft.com/office/drawing/2014/main" id="{C0D0CB68-8892-64A7-B025-DDD8029721D0}"/>
                  </a:ext>
                </a:extLst>
              </p:cNvPr>
              <p:cNvPicPr/>
              <p:nvPr/>
            </p:nvPicPr>
            <p:blipFill>
              <a:blip r:embed="rId75"/>
              <a:stretch>
                <a:fillRect/>
              </a:stretch>
            </p:blipFill>
            <p:spPr>
              <a:xfrm>
                <a:off x="1042358" y="2812896"/>
                <a:ext cx="20772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74" name="Ink 473">
                <a:extLst>
                  <a:ext uri="{FF2B5EF4-FFF2-40B4-BE49-F238E27FC236}">
                    <a16:creationId xmlns:a16="http://schemas.microsoft.com/office/drawing/2014/main" id="{5240068F-2DB9-AD96-BBC6-9A18601CE8E7}"/>
                  </a:ext>
                </a:extLst>
              </p14:cNvPr>
              <p14:cNvContentPartPr/>
              <p14:nvPr/>
            </p14:nvContentPartPr>
            <p14:xfrm>
              <a:off x="1229918" y="2714976"/>
              <a:ext cx="156960" cy="187920"/>
            </p14:xfrm>
          </p:contentPart>
        </mc:Choice>
        <mc:Fallback>
          <p:pic>
            <p:nvPicPr>
              <p:cNvPr id="474" name="Ink 473">
                <a:extLst>
                  <a:ext uri="{FF2B5EF4-FFF2-40B4-BE49-F238E27FC236}">
                    <a16:creationId xmlns:a16="http://schemas.microsoft.com/office/drawing/2014/main" id="{5240068F-2DB9-AD96-BBC6-9A18601CE8E7}"/>
                  </a:ext>
                </a:extLst>
              </p:cNvPr>
              <p:cNvPicPr/>
              <p:nvPr/>
            </p:nvPicPr>
            <p:blipFill>
              <a:blip r:embed="rId77"/>
              <a:stretch>
                <a:fillRect/>
              </a:stretch>
            </p:blipFill>
            <p:spPr>
              <a:xfrm>
                <a:off x="1225598" y="2710656"/>
                <a:ext cx="16560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75" name="Ink 474">
                <a:extLst>
                  <a:ext uri="{FF2B5EF4-FFF2-40B4-BE49-F238E27FC236}">
                    <a16:creationId xmlns:a16="http://schemas.microsoft.com/office/drawing/2014/main" id="{7B995A1F-CA27-3C61-E561-012647A15DFE}"/>
                  </a:ext>
                </a:extLst>
              </p14:cNvPr>
              <p14:cNvContentPartPr/>
              <p14:nvPr/>
            </p14:nvContentPartPr>
            <p14:xfrm>
              <a:off x="1394798" y="2708856"/>
              <a:ext cx="155160" cy="106920"/>
            </p14:xfrm>
          </p:contentPart>
        </mc:Choice>
        <mc:Fallback>
          <p:pic>
            <p:nvPicPr>
              <p:cNvPr id="475" name="Ink 474">
                <a:extLst>
                  <a:ext uri="{FF2B5EF4-FFF2-40B4-BE49-F238E27FC236}">
                    <a16:creationId xmlns:a16="http://schemas.microsoft.com/office/drawing/2014/main" id="{7B995A1F-CA27-3C61-E561-012647A15DFE}"/>
                  </a:ext>
                </a:extLst>
              </p:cNvPr>
              <p:cNvPicPr/>
              <p:nvPr/>
            </p:nvPicPr>
            <p:blipFill>
              <a:blip r:embed="rId79"/>
              <a:stretch>
                <a:fillRect/>
              </a:stretch>
            </p:blipFill>
            <p:spPr>
              <a:xfrm>
                <a:off x="1390478" y="2704536"/>
                <a:ext cx="163800" cy="1155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76" name="Ink 475">
                <a:extLst>
                  <a:ext uri="{FF2B5EF4-FFF2-40B4-BE49-F238E27FC236}">
                    <a16:creationId xmlns:a16="http://schemas.microsoft.com/office/drawing/2014/main" id="{8064AF41-A0C1-7C8B-820D-4B27A24D78D7}"/>
                  </a:ext>
                </a:extLst>
              </p14:cNvPr>
              <p14:cNvContentPartPr/>
              <p14:nvPr/>
            </p14:nvContentPartPr>
            <p14:xfrm>
              <a:off x="1563638" y="2464776"/>
              <a:ext cx="213480" cy="294120"/>
            </p14:xfrm>
          </p:contentPart>
        </mc:Choice>
        <mc:Fallback>
          <p:pic>
            <p:nvPicPr>
              <p:cNvPr id="476" name="Ink 475">
                <a:extLst>
                  <a:ext uri="{FF2B5EF4-FFF2-40B4-BE49-F238E27FC236}">
                    <a16:creationId xmlns:a16="http://schemas.microsoft.com/office/drawing/2014/main" id="{8064AF41-A0C1-7C8B-820D-4B27A24D78D7}"/>
                  </a:ext>
                </a:extLst>
              </p:cNvPr>
              <p:cNvPicPr/>
              <p:nvPr/>
            </p:nvPicPr>
            <p:blipFill>
              <a:blip r:embed="rId81"/>
              <a:stretch>
                <a:fillRect/>
              </a:stretch>
            </p:blipFill>
            <p:spPr>
              <a:xfrm>
                <a:off x="1559318" y="2460456"/>
                <a:ext cx="222120" cy="3027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77" name="Ink 476">
                <a:extLst>
                  <a:ext uri="{FF2B5EF4-FFF2-40B4-BE49-F238E27FC236}">
                    <a16:creationId xmlns:a16="http://schemas.microsoft.com/office/drawing/2014/main" id="{70D1B3B4-EE5E-9E76-6900-63DDADF57F73}"/>
                  </a:ext>
                </a:extLst>
              </p14:cNvPr>
              <p14:cNvContentPartPr/>
              <p14:nvPr/>
            </p14:nvContentPartPr>
            <p14:xfrm>
              <a:off x="1757318" y="2410776"/>
              <a:ext cx="148320" cy="150120"/>
            </p14:xfrm>
          </p:contentPart>
        </mc:Choice>
        <mc:Fallback>
          <p:pic>
            <p:nvPicPr>
              <p:cNvPr id="477" name="Ink 476">
                <a:extLst>
                  <a:ext uri="{FF2B5EF4-FFF2-40B4-BE49-F238E27FC236}">
                    <a16:creationId xmlns:a16="http://schemas.microsoft.com/office/drawing/2014/main" id="{70D1B3B4-EE5E-9E76-6900-63DDADF57F73}"/>
                  </a:ext>
                </a:extLst>
              </p:cNvPr>
              <p:cNvPicPr/>
              <p:nvPr/>
            </p:nvPicPr>
            <p:blipFill>
              <a:blip r:embed="rId83"/>
              <a:stretch>
                <a:fillRect/>
              </a:stretch>
            </p:blipFill>
            <p:spPr>
              <a:xfrm>
                <a:off x="1752998" y="2406456"/>
                <a:ext cx="15696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478" name="Ink 477">
                <a:extLst>
                  <a:ext uri="{FF2B5EF4-FFF2-40B4-BE49-F238E27FC236}">
                    <a16:creationId xmlns:a16="http://schemas.microsoft.com/office/drawing/2014/main" id="{A868AF3B-1726-5A7F-9409-DC56D1156CF2}"/>
                  </a:ext>
                </a:extLst>
              </p14:cNvPr>
              <p14:cNvContentPartPr/>
              <p14:nvPr/>
            </p14:nvContentPartPr>
            <p14:xfrm>
              <a:off x="1911038" y="2397456"/>
              <a:ext cx="257040" cy="104760"/>
            </p14:xfrm>
          </p:contentPart>
        </mc:Choice>
        <mc:Fallback>
          <p:pic>
            <p:nvPicPr>
              <p:cNvPr id="478" name="Ink 477">
                <a:extLst>
                  <a:ext uri="{FF2B5EF4-FFF2-40B4-BE49-F238E27FC236}">
                    <a16:creationId xmlns:a16="http://schemas.microsoft.com/office/drawing/2014/main" id="{A868AF3B-1726-5A7F-9409-DC56D1156CF2}"/>
                  </a:ext>
                </a:extLst>
              </p:cNvPr>
              <p:cNvPicPr/>
              <p:nvPr/>
            </p:nvPicPr>
            <p:blipFill>
              <a:blip r:embed="rId85"/>
              <a:stretch>
                <a:fillRect/>
              </a:stretch>
            </p:blipFill>
            <p:spPr>
              <a:xfrm>
                <a:off x="1906718" y="2393136"/>
                <a:ext cx="26568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479" name="Ink 478">
                <a:extLst>
                  <a:ext uri="{FF2B5EF4-FFF2-40B4-BE49-F238E27FC236}">
                    <a16:creationId xmlns:a16="http://schemas.microsoft.com/office/drawing/2014/main" id="{48B10FF9-C10D-502D-CD48-587FF1B39974}"/>
                  </a:ext>
                </a:extLst>
              </p14:cNvPr>
              <p14:cNvContentPartPr/>
              <p14:nvPr/>
            </p14:nvContentPartPr>
            <p14:xfrm>
              <a:off x="2112998" y="2314656"/>
              <a:ext cx="360" cy="360"/>
            </p14:xfrm>
          </p:contentPart>
        </mc:Choice>
        <mc:Fallback>
          <p:pic>
            <p:nvPicPr>
              <p:cNvPr id="479" name="Ink 478">
                <a:extLst>
                  <a:ext uri="{FF2B5EF4-FFF2-40B4-BE49-F238E27FC236}">
                    <a16:creationId xmlns:a16="http://schemas.microsoft.com/office/drawing/2014/main" id="{48B10FF9-C10D-502D-CD48-587FF1B39974}"/>
                  </a:ext>
                </a:extLst>
              </p:cNvPr>
              <p:cNvPicPr/>
              <p:nvPr/>
            </p:nvPicPr>
            <p:blipFill>
              <a:blip r:embed="rId3"/>
              <a:stretch>
                <a:fillRect/>
              </a:stretch>
            </p:blipFill>
            <p:spPr>
              <a:xfrm>
                <a:off x="2108678" y="231033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480" name="Ink 479">
                <a:extLst>
                  <a:ext uri="{FF2B5EF4-FFF2-40B4-BE49-F238E27FC236}">
                    <a16:creationId xmlns:a16="http://schemas.microsoft.com/office/drawing/2014/main" id="{BC0B9648-29D0-D138-5B34-13062A1E0BA6}"/>
                  </a:ext>
                </a:extLst>
              </p14:cNvPr>
              <p14:cNvContentPartPr/>
              <p14:nvPr/>
            </p14:nvContentPartPr>
            <p14:xfrm>
              <a:off x="2196518" y="2304216"/>
              <a:ext cx="98280" cy="74520"/>
            </p14:xfrm>
          </p:contentPart>
        </mc:Choice>
        <mc:Fallback>
          <p:pic>
            <p:nvPicPr>
              <p:cNvPr id="480" name="Ink 479">
                <a:extLst>
                  <a:ext uri="{FF2B5EF4-FFF2-40B4-BE49-F238E27FC236}">
                    <a16:creationId xmlns:a16="http://schemas.microsoft.com/office/drawing/2014/main" id="{BC0B9648-29D0-D138-5B34-13062A1E0BA6}"/>
                  </a:ext>
                </a:extLst>
              </p:cNvPr>
              <p:cNvPicPr/>
              <p:nvPr/>
            </p:nvPicPr>
            <p:blipFill>
              <a:blip r:embed="rId88"/>
              <a:stretch>
                <a:fillRect/>
              </a:stretch>
            </p:blipFill>
            <p:spPr>
              <a:xfrm>
                <a:off x="2192198" y="2299896"/>
                <a:ext cx="10692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481" name="Ink 480">
                <a:extLst>
                  <a:ext uri="{FF2B5EF4-FFF2-40B4-BE49-F238E27FC236}">
                    <a16:creationId xmlns:a16="http://schemas.microsoft.com/office/drawing/2014/main" id="{01EEAA76-F649-8717-4D99-25738C860FBE}"/>
                  </a:ext>
                </a:extLst>
              </p14:cNvPr>
              <p14:cNvContentPartPr/>
              <p14:nvPr/>
            </p14:nvContentPartPr>
            <p14:xfrm>
              <a:off x="2238278" y="2171376"/>
              <a:ext cx="120600" cy="174960"/>
            </p14:xfrm>
          </p:contentPart>
        </mc:Choice>
        <mc:Fallback>
          <p:pic>
            <p:nvPicPr>
              <p:cNvPr id="481" name="Ink 480">
                <a:extLst>
                  <a:ext uri="{FF2B5EF4-FFF2-40B4-BE49-F238E27FC236}">
                    <a16:creationId xmlns:a16="http://schemas.microsoft.com/office/drawing/2014/main" id="{01EEAA76-F649-8717-4D99-25738C860FBE}"/>
                  </a:ext>
                </a:extLst>
              </p:cNvPr>
              <p:cNvPicPr/>
              <p:nvPr/>
            </p:nvPicPr>
            <p:blipFill>
              <a:blip r:embed="rId90"/>
              <a:stretch>
                <a:fillRect/>
              </a:stretch>
            </p:blipFill>
            <p:spPr>
              <a:xfrm>
                <a:off x="2233958" y="2167056"/>
                <a:ext cx="12924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483" name="Ink 482">
                <a:extLst>
                  <a:ext uri="{FF2B5EF4-FFF2-40B4-BE49-F238E27FC236}">
                    <a16:creationId xmlns:a16="http://schemas.microsoft.com/office/drawing/2014/main" id="{B6E3BAE1-91A6-DF11-CC57-47CBC357E66C}"/>
                  </a:ext>
                </a:extLst>
              </p14:cNvPr>
              <p14:cNvContentPartPr/>
              <p14:nvPr/>
            </p14:nvContentPartPr>
            <p14:xfrm>
              <a:off x="2450678" y="2189016"/>
              <a:ext cx="73440" cy="71280"/>
            </p14:xfrm>
          </p:contentPart>
        </mc:Choice>
        <mc:Fallback>
          <p:pic>
            <p:nvPicPr>
              <p:cNvPr id="483" name="Ink 482">
                <a:extLst>
                  <a:ext uri="{FF2B5EF4-FFF2-40B4-BE49-F238E27FC236}">
                    <a16:creationId xmlns:a16="http://schemas.microsoft.com/office/drawing/2014/main" id="{B6E3BAE1-91A6-DF11-CC57-47CBC357E66C}"/>
                  </a:ext>
                </a:extLst>
              </p:cNvPr>
              <p:cNvPicPr/>
              <p:nvPr/>
            </p:nvPicPr>
            <p:blipFill>
              <a:blip r:embed="rId92"/>
              <a:stretch>
                <a:fillRect/>
              </a:stretch>
            </p:blipFill>
            <p:spPr>
              <a:xfrm>
                <a:off x="2446358" y="2184696"/>
                <a:ext cx="8208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02" name="Ink 501">
                <a:extLst>
                  <a:ext uri="{FF2B5EF4-FFF2-40B4-BE49-F238E27FC236}">
                    <a16:creationId xmlns:a16="http://schemas.microsoft.com/office/drawing/2014/main" id="{5EC6E1F6-6187-6B2C-E645-B61A29DAFB16}"/>
                  </a:ext>
                </a:extLst>
              </p14:cNvPr>
              <p14:cNvContentPartPr/>
              <p14:nvPr/>
            </p14:nvContentPartPr>
            <p14:xfrm>
              <a:off x="1172318" y="2664216"/>
              <a:ext cx="653040" cy="362160"/>
            </p14:xfrm>
          </p:contentPart>
        </mc:Choice>
        <mc:Fallback>
          <p:pic>
            <p:nvPicPr>
              <p:cNvPr id="502" name="Ink 501">
                <a:extLst>
                  <a:ext uri="{FF2B5EF4-FFF2-40B4-BE49-F238E27FC236}">
                    <a16:creationId xmlns:a16="http://schemas.microsoft.com/office/drawing/2014/main" id="{5EC6E1F6-6187-6B2C-E645-B61A29DAFB16}"/>
                  </a:ext>
                </a:extLst>
              </p:cNvPr>
              <p:cNvPicPr/>
              <p:nvPr/>
            </p:nvPicPr>
            <p:blipFill>
              <a:blip r:embed="rId94"/>
              <a:stretch>
                <a:fillRect/>
              </a:stretch>
            </p:blipFill>
            <p:spPr>
              <a:xfrm>
                <a:off x="1167998" y="2659896"/>
                <a:ext cx="661680" cy="37080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503" name="Ink 502">
                <a:extLst>
                  <a:ext uri="{FF2B5EF4-FFF2-40B4-BE49-F238E27FC236}">
                    <a16:creationId xmlns:a16="http://schemas.microsoft.com/office/drawing/2014/main" id="{4E8A168E-B04C-2C43-935F-26932198555D}"/>
                  </a:ext>
                </a:extLst>
              </p14:cNvPr>
              <p14:cNvContentPartPr/>
              <p14:nvPr/>
            </p14:nvContentPartPr>
            <p14:xfrm>
              <a:off x="1222358" y="2747736"/>
              <a:ext cx="664200" cy="389160"/>
            </p14:xfrm>
          </p:contentPart>
        </mc:Choice>
        <mc:Fallback>
          <p:pic>
            <p:nvPicPr>
              <p:cNvPr id="503" name="Ink 502">
                <a:extLst>
                  <a:ext uri="{FF2B5EF4-FFF2-40B4-BE49-F238E27FC236}">
                    <a16:creationId xmlns:a16="http://schemas.microsoft.com/office/drawing/2014/main" id="{4E8A168E-B04C-2C43-935F-26932198555D}"/>
                  </a:ext>
                </a:extLst>
              </p:cNvPr>
              <p:cNvPicPr/>
              <p:nvPr/>
            </p:nvPicPr>
            <p:blipFill>
              <a:blip r:embed="rId96"/>
              <a:stretch>
                <a:fillRect/>
              </a:stretch>
            </p:blipFill>
            <p:spPr>
              <a:xfrm>
                <a:off x="1218038" y="2743416"/>
                <a:ext cx="672840" cy="39780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534" name="Ink 533">
                <a:extLst>
                  <a:ext uri="{FF2B5EF4-FFF2-40B4-BE49-F238E27FC236}">
                    <a16:creationId xmlns:a16="http://schemas.microsoft.com/office/drawing/2014/main" id="{B865F96F-F8C9-B5E0-A965-47EC1AF2B591}"/>
                  </a:ext>
                </a:extLst>
              </p14:cNvPr>
              <p14:cNvContentPartPr/>
              <p14:nvPr/>
            </p14:nvContentPartPr>
            <p14:xfrm>
              <a:off x="1097438" y="3278736"/>
              <a:ext cx="2797920" cy="1996200"/>
            </p14:xfrm>
          </p:contentPart>
        </mc:Choice>
        <mc:Fallback>
          <p:pic>
            <p:nvPicPr>
              <p:cNvPr id="534" name="Ink 533">
                <a:extLst>
                  <a:ext uri="{FF2B5EF4-FFF2-40B4-BE49-F238E27FC236}">
                    <a16:creationId xmlns:a16="http://schemas.microsoft.com/office/drawing/2014/main" id="{B865F96F-F8C9-B5E0-A965-47EC1AF2B591}"/>
                  </a:ext>
                </a:extLst>
              </p:cNvPr>
              <p:cNvPicPr/>
              <p:nvPr/>
            </p:nvPicPr>
            <p:blipFill>
              <a:blip r:embed="rId98"/>
              <a:stretch>
                <a:fillRect/>
              </a:stretch>
            </p:blipFill>
            <p:spPr>
              <a:xfrm>
                <a:off x="1093118" y="3274416"/>
                <a:ext cx="2806560" cy="200484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535" name="Ink 534">
                <a:extLst>
                  <a:ext uri="{FF2B5EF4-FFF2-40B4-BE49-F238E27FC236}">
                    <a16:creationId xmlns:a16="http://schemas.microsoft.com/office/drawing/2014/main" id="{5638EBC4-B006-E0FB-E3B3-3907747074E5}"/>
                  </a:ext>
                </a:extLst>
              </p14:cNvPr>
              <p14:cNvContentPartPr/>
              <p14:nvPr/>
            </p14:nvContentPartPr>
            <p14:xfrm>
              <a:off x="1466798" y="3433176"/>
              <a:ext cx="1879560" cy="1765080"/>
            </p14:xfrm>
          </p:contentPart>
        </mc:Choice>
        <mc:Fallback>
          <p:pic>
            <p:nvPicPr>
              <p:cNvPr id="535" name="Ink 534">
                <a:extLst>
                  <a:ext uri="{FF2B5EF4-FFF2-40B4-BE49-F238E27FC236}">
                    <a16:creationId xmlns:a16="http://schemas.microsoft.com/office/drawing/2014/main" id="{5638EBC4-B006-E0FB-E3B3-3907747074E5}"/>
                  </a:ext>
                </a:extLst>
              </p:cNvPr>
              <p:cNvPicPr/>
              <p:nvPr/>
            </p:nvPicPr>
            <p:blipFill>
              <a:blip r:embed="rId100"/>
              <a:stretch>
                <a:fillRect/>
              </a:stretch>
            </p:blipFill>
            <p:spPr>
              <a:xfrm>
                <a:off x="1462478" y="3428856"/>
                <a:ext cx="1888200" cy="1773720"/>
              </a:xfrm>
              <a:prstGeom prst="rect">
                <a:avLst/>
              </a:prstGeom>
            </p:spPr>
          </p:pic>
        </mc:Fallback>
      </mc:AlternateContent>
      <p:grpSp>
        <p:nvGrpSpPr>
          <p:cNvPr id="581" name="Group 580">
            <a:extLst>
              <a:ext uri="{FF2B5EF4-FFF2-40B4-BE49-F238E27FC236}">
                <a16:creationId xmlns:a16="http://schemas.microsoft.com/office/drawing/2014/main" id="{F96E5B5F-55BB-1350-DB6D-517A15AC75E4}"/>
              </a:ext>
            </a:extLst>
          </p:cNvPr>
          <p:cNvGrpSpPr/>
          <p:nvPr/>
        </p:nvGrpSpPr>
        <p:grpSpPr>
          <a:xfrm>
            <a:off x="1829678" y="5672736"/>
            <a:ext cx="931680" cy="813600"/>
            <a:chOff x="1829678" y="5672736"/>
            <a:chExt cx="931680" cy="813600"/>
          </a:xfrm>
        </p:grpSpPr>
        <mc:AlternateContent xmlns:mc="http://schemas.openxmlformats.org/markup-compatibility/2006">
          <mc:Choice xmlns:p14="http://schemas.microsoft.com/office/powerpoint/2010/main" Requires="p14">
            <p:contentPart p14:bwMode="auto" r:id="rId101">
              <p14:nvContentPartPr>
                <p14:cNvPr id="564" name="Ink 563">
                  <a:extLst>
                    <a:ext uri="{FF2B5EF4-FFF2-40B4-BE49-F238E27FC236}">
                      <a16:creationId xmlns:a16="http://schemas.microsoft.com/office/drawing/2014/main" id="{7BA7E6CA-2EB0-7ACD-98D9-3A70ED967B01}"/>
                    </a:ext>
                  </a:extLst>
                </p14:cNvPr>
                <p14:cNvContentPartPr/>
                <p14:nvPr/>
              </p14:nvContentPartPr>
              <p14:xfrm>
                <a:off x="1829678" y="5677056"/>
                <a:ext cx="229680" cy="438840"/>
              </p14:xfrm>
            </p:contentPart>
          </mc:Choice>
          <mc:Fallback>
            <p:pic>
              <p:nvPicPr>
                <p:cNvPr id="564" name="Ink 563">
                  <a:extLst>
                    <a:ext uri="{FF2B5EF4-FFF2-40B4-BE49-F238E27FC236}">
                      <a16:creationId xmlns:a16="http://schemas.microsoft.com/office/drawing/2014/main" id="{7BA7E6CA-2EB0-7ACD-98D9-3A70ED967B01}"/>
                    </a:ext>
                  </a:extLst>
                </p:cNvPr>
                <p:cNvPicPr/>
                <p:nvPr/>
              </p:nvPicPr>
              <p:blipFill>
                <a:blip r:embed="rId102"/>
                <a:stretch>
                  <a:fillRect/>
                </a:stretch>
              </p:blipFill>
              <p:spPr>
                <a:xfrm>
                  <a:off x="1825358" y="5672736"/>
                  <a:ext cx="238320" cy="44748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565" name="Ink 564">
                  <a:extLst>
                    <a:ext uri="{FF2B5EF4-FFF2-40B4-BE49-F238E27FC236}">
                      <a16:creationId xmlns:a16="http://schemas.microsoft.com/office/drawing/2014/main" id="{0C498D38-212E-A7E6-2DAE-1B1EE9FECBBD}"/>
                    </a:ext>
                  </a:extLst>
                </p14:cNvPr>
                <p14:cNvContentPartPr/>
                <p14:nvPr/>
              </p14:nvContentPartPr>
              <p14:xfrm>
                <a:off x="2064038" y="5690736"/>
                <a:ext cx="237600" cy="193680"/>
              </p14:xfrm>
            </p:contentPart>
          </mc:Choice>
          <mc:Fallback>
            <p:pic>
              <p:nvPicPr>
                <p:cNvPr id="565" name="Ink 564">
                  <a:extLst>
                    <a:ext uri="{FF2B5EF4-FFF2-40B4-BE49-F238E27FC236}">
                      <a16:creationId xmlns:a16="http://schemas.microsoft.com/office/drawing/2014/main" id="{0C498D38-212E-A7E6-2DAE-1B1EE9FECBBD}"/>
                    </a:ext>
                  </a:extLst>
                </p:cNvPr>
                <p:cNvPicPr/>
                <p:nvPr/>
              </p:nvPicPr>
              <p:blipFill>
                <a:blip r:embed="rId104"/>
                <a:stretch>
                  <a:fillRect/>
                </a:stretch>
              </p:blipFill>
              <p:spPr>
                <a:xfrm>
                  <a:off x="2059718" y="5686416"/>
                  <a:ext cx="24624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566" name="Ink 565">
                  <a:extLst>
                    <a:ext uri="{FF2B5EF4-FFF2-40B4-BE49-F238E27FC236}">
                      <a16:creationId xmlns:a16="http://schemas.microsoft.com/office/drawing/2014/main" id="{6A20DA1C-53D7-F8C3-969A-9792F358B803}"/>
                    </a:ext>
                  </a:extLst>
                </p14:cNvPr>
                <p14:cNvContentPartPr/>
                <p14:nvPr/>
              </p14:nvContentPartPr>
              <p14:xfrm>
                <a:off x="2363198" y="5672736"/>
                <a:ext cx="185400" cy="158760"/>
              </p14:xfrm>
            </p:contentPart>
          </mc:Choice>
          <mc:Fallback>
            <p:pic>
              <p:nvPicPr>
                <p:cNvPr id="566" name="Ink 565">
                  <a:extLst>
                    <a:ext uri="{FF2B5EF4-FFF2-40B4-BE49-F238E27FC236}">
                      <a16:creationId xmlns:a16="http://schemas.microsoft.com/office/drawing/2014/main" id="{6A20DA1C-53D7-F8C3-969A-9792F358B803}"/>
                    </a:ext>
                  </a:extLst>
                </p:cNvPr>
                <p:cNvPicPr/>
                <p:nvPr/>
              </p:nvPicPr>
              <p:blipFill>
                <a:blip r:embed="rId106"/>
                <a:stretch>
                  <a:fillRect/>
                </a:stretch>
              </p:blipFill>
              <p:spPr>
                <a:xfrm>
                  <a:off x="2358878" y="5668416"/>
                  <a:ext cx="19404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568" name="Ink 567">
                  <a:extLst>
                    <a:ext uri="{FF2B5EF4-FFF2-40B4-BE49-F238E27FC236}">
                      <a16:creationId xmlns:a16="http://schemas.microsoft.com/office/drawing/2014/main" id="{1D603802-9434-DBB2-D1BD-8600AAF70EA6}"/>
                    </a:ext>
                  </a:extLst>
                </p14:cNvPr>
                <p14:cNvContentPartPr/>
                <p14:nvPr/>
              </p14:nvContentPartPr>
              <p14:xfrm>
                <a:off x="2235038" y="6043536"/>
                <a:ext cx="269640" cy="442800"/>
              </p14:xfrm>
            </p:contentPart>
          </mc:Choice>
          <mc:Fallback>
            <p:pic>
              <p:nvPicPr>
                <p:cNvPr id="568" name="Ink 567">
                  <a:extLst>
                    <a:ext uri="{FF2B5EF4-FFF2-40B4-BE49-F238E27FC236}">
                      <a16:creationId xmlns:a16="http://schemas.microsoft.com/office/drawing/2014/main" id="{1D603802-9434-DBB2-D1BD-8600AAF70EA6}"/>
                    </a:ext>
                  </a:extLst>
                </p:cNvPr>
                <p:cNvPicPr/>
                <p:nvPr/>
              </p:nvPicPr>
              <p:blipFill>
                <a:blip r:embed="rId108"/>
                <a:stretch>
                  <a:fillRect/>
                </a:stretch>
              </p:blipFill>
              <p:spPr>
                <a:xfrm>
                  <a:off x="2230718" y="6039216"/>
                  <a:ext cx="278280" cy="45144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569" name="Ink 568">
                  <a:extLst>
                    <a:ext uri="{FF2B5EF4-FFF2-40B4-BE49-F238E27FC236}">
                      <a16:creationId xmlns:a16="http://schemas.microsoft.com/office/drawing/2014/main" id="{71558A67-8D82-8981-0FA4-66B957DCC157}"/>
                    </a:ext>
                  </a:extLst>
                </p14:cNvPr>
                <p14:cNvContentPartPr/>
                <p14:nvPr/>
              </p14:nvContentPartPr>
              <p14:xfrm>
                <a:off x="2381198" y="6042096"/>
                <a:ext cx="360" cy="360"/>
              </p14:xfrm>
            </p:contentPart>
          </mc:Choice>
          <mc:Fallback>
            <p:pic>
              <p:nvPicPr>
                <p:cNvPr id="569" name="Ink 568">
                  <a:extLst>
                    <a:ext uri="{FF2B5EF4-FFF2-40B4-BE49-F238E27FC236}">
                      <a16:creationId xmlns:a16="http://schemas.microsoft.com/office/drawing/2014/main" id="{71558A67-8D82-8981-0FA4-66B957DCC157}"/>
                    </a:ext>
                  </a:extLst>
                </p:cNvPr>
                <p:cNvPicPr/>
                <p:nvPr/>
              </p:nvPicPr>
              <p:blipFill>
                <a:blip r:embed="rId3"/>
                <a:stretch>
                  <a:fillRect/>
                </a:stretch>
              </p:blipFill>
              <p:spPr>
                <a:xfrm>
                  <a:off x="2376878" y="603777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570" name="Ink 569">
                  <a:extLst>
                    <a:ext uri="{FF2B5EF4-FFF2-40B4-BE49-F238E27FC236}">
                      <a16:creationId xmlns:a16="http://schemas.microsoft.com/office/drawing/2014/main" id="{69680F4C-9520-F738-4AB8-A4D6695B0FB8}"/>
                    </a:ext>
                  </a:extLst>
                </p14:cNvPr>
                <p14:cNvContentPartPr/>
                <p14:nvPr/>
              </p14:nvContentPartPr>
              <p14:xfrm>
                <a:off x="2484878" y="6032736"/>
                <a:ext cx="131040" cy="214200"/>
              </p14:xfrm>
            </p:contentPart>
          </mc:Choice>
          <mc:Fallback>
            <p:pic>
              <p:nvPicPr>
                <p:cNvPr id="570" name="Ink 569">
                  <a:extLst>
                    <a:ext uri="{FF2B5EF4-FFF2-40B4-BE49-F238E27FC236}">
                      <a16:creationId xmlns:a16="http://schemas.microsoft.com/office/drawing/2014/main" id="{69680F4C-9520-F738-4AB8-A4D6695B0FB8}"/>
                    </a:ext>
                  </a:extLst>
                </p:cNvPr>
                <p:cNvPicPr/>
                <p:nvPr/>
              </p:nvPicPr>
              <p:blipFill>
                <a:blip r:embed="rId111"/>
                <a:stretch>
                  <a:fillRect/>
                </a:stretch>
              </p:blipFill>
              <p:spPr>
                <a:xfrm>
                  <a:off x="2480558" y="6028416"/>
                  <a:ext cx="139680" cy="2228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571" name="Ink 570">
                  <a:extLst>
                    <a:ext uri="{FF2B5EF4-FFF2-40B4-BE49-F238E27FC236}">
                      <a16:creationId xmlns:a16="http://schemas.microsoft.com/office/drawing/2014/main" id="{ABB3D5C7-1864-8A55-9512-5BE4CD30DCDE}"/>
                    </a:ext>
                  </a:extLst>
                </p14:cNvPr>
                <p14:cNvContentPartPr/>
                <p14:nvPr/>
              </p14:nvContentPartPr>
              <p14:xfrm>
                <a:off x="2557238" y="5963256"/>
                <a:ext cx="204120" cy="192240"/>
              </p14:xfrm>
            </p:contentPart>
          </mc:Choice>
          <mc:Fallback>
            <p:pic>
              <p:nvPicPr>
                <p:cNvPr id="571" name="Ink 570">
                  <a:extLst>
                    <a:ext uri="{FF2B5EF4-FFF2-40B4-BE49-F238E27FC236}">
                      <a16:creationId xmlns:a16="http://schemas.microsoft.com/office/drawing/2014/main" id="{ABB3D5C7-1864-8A55-9512-5BE4CD30DCDE}"/>
                    </a:ext>
                  </a:extLst>
                </p:cNvPr>
                <p:cNvPicPr/>
                <p:nvPr/>
              </p:nvPicPr>
              <p:blipFill>
                <a:blip r:embed="rId113"/>
                <a:stretch>
                  <a:fillRect/>
                </a:stretch>
              </p:blipFill>
              <p:spPr>
                <a:xfrm>
                  <a:off x="2552918" y="5958936"/>
                  <a:ext cx="212760" cy="200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4">
            <p14:nvContentPartPr>
              <p14:cNvPr id="530" name="Ink 529">
                <a:extLst>
                  <a:ext uri="{FF2B5EF4-FFF2-40B4-BE49-F238E27FC236}">
                    <a16:creationId xmlns:a16="http://schemas.microsoft.com/office/drawing/2014/main" id="{3C8C0313-C29B-1AA4-D43C-51BF179A090B}"/>
                  </a:ext>
                </a:extLst>
              </p14:cNvPr>
              <p14:cNvContentPartPr/>
              <p14:nvPr/>
            </p14:nvContentPartPr>
            <p14:xfrm>
              <a:off x="4745678" y="2579616"/>
              <a:ext cx="190080" cy="168120"/>
            </p14:xfrm>
          </p:contentPart>
        </mc:Choice>
        <mc:Fallback>
          <p:pic>
            <p:nvPicPr>
              <p:cNvPr id="530" name="Ink 529">
                <a:extLst>
                  <a:ext uri="{FF2B5EF4-FFF2-40B4-BE49-F238E27FC236}">
                    <a16:creationId xmlns:a16="http://schemas.microsoft.com/office/drawing/2014/main" id="{3C8C0313-C29B-1AA4-D43C-51BF179A090B}"/>
                  </a:ext>
                </a:extLst>
              </p:cNvPr>
              <p:cNvPicPr/>
              <p:nvPr/>
            </p:nvPicPr>
            <p:blipFill>
              <a:blip r:embed="rId115"/>
              <a:stretch>
                <a:fillRect/>
              </a:stretch>
            </p:blipFill>
            <p:spPr>
              <a:xfrm>
                <a:off x="4741358" y="2575296"/>
                <a:ext cx="198720" cy="176760"/>
              </a:xfrm>
              <a:prstGeom prst="rect">
                <a:avLst/>
              </a:prstGeom>
            </p:spPr>
          </p:pic>
        </mc:Fallback>
      </mc:AlternateContent>
      <p:grpSp>
        <p:nvGrpSpPr>
          <p:cNvPr id="626" name="Group 625">
            <a:extLst>
              <a:ext uri="{FF2B5EF4-FFF2-40B4-BE49-F238E27FC236}">
                <a16:creationId xmlns:a16="http://schemas.microsoft.com/office/drawing/2014/main" id="{890B5740-01DB-3A84-12EC-A2B13A93E2DC}"/>
              </a:ext>
            </a:extLst>
          </p:cNvPr>
          <p:cNvGrpSpPr/>
          <p:nvPr/>
        </p:nvGrpSpPr>
        <p:grpSpPr>
          <a:xfrm>
            <a:off x="311558" y="3930696"/>
            <a:ext cx="551160" cy="676440"/>
            <a:chOff x="311558" y="3930696"/>
            <a:chExt cx="551160" cy="676440"/>
          </a:xfrm>
        </p:grpSpPr>
        <mc:AlternateContent xmlns:mc="http://schemas.openxmlformats.org/markup-compatibility/2006">
          <mc:Choice xmlns:p14="http://schemas.microsoft.com/office/powerpoint/2010/main" Requires="p14">
            <p:contentPart p14:bwMode="auto" r:id="rId116">
              <p14:nvContentPartPr>
                <p14:cNvPr id="621" name="Ink 620">
                  <a:extLst>
                    <a:ext uri="{FF2B5EF4-FFF2-40B4-BE49-F238E27FC236}">
                      <a16:creationId xmlns:a16="http://schemas.microsoft.com/office/drawing/2014/main" id="{374C826D-6C8F-1E6A-B026-391537E0FADF}"/>
                    </a:ext>
                  </a:extLst>
                </p14:cNvPr>
                <p14:cNvContentPartPr/>
                <p14:nvPr/>
              </p14:nvContentPartPr>
              <p14:xfrm>
                <a:off x="311558" y="4187736"/>
                <a:ext cx="176040" cy="419400"/>
              </p14:xfrm>
            </p:contentPart>
          </mc:Choice>
          <mc:Fallback>
            <p:pic>
              <p:nvPicPr>
                <p:cNvPr id="621" name="Ink 620">
                  <a:extLst>
                    <a:ext uri="{FF2B5EF4-FFF2-40B4-BE49-F238E27FC236}">
                      <a16:creationId xmlns:a16="http://schemas.microsoft.com/office/drawing/2014/main" id="{374C826D-6C8F-1E6A-B026-391537E0FADF}"/>
                    </a:ext>
                  </a:extLst>
                </p:cNvPr>
                <p:cNvPicPr/>
                <p:nvPr/>
              </p:nvPicPr>
              <p:blipFill>
                <a:blip r:embed="rId117"/>
                <a:stretch>
                  <a:fillRect/>
                </a:stretch>
              </p:blipFill>
              <p:spPr>
                <a:xfrm>
                  <a:off x="307238" y="4183416"/>
                  <a:ext cx="184680" cy="42804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622" name="Ink 621">
                  <a:extLst>
                    <a:ext uri="{FF2B5EF4-FFF2-40B4-BE49-F238E27FC236}">
                      <a16:creationId xmlns:a16="http://schemas.microsoft.com/office/drawing/2014/main" id="{6F296BED-9A96-5D4D-9C00-70D7B508EC92}"/>
                    </a:ext>
                  </a:extLst>
                </p14:cNvPr>
                <p14:cNvContentPartPr/>
                <p14:nvPr/>
              </p14:nvContentPartPr>
              <p14:xfrm>
                <a:off x="346478" y="4255416"/>
                <a:ext cx="115200" cy="199080"/>
              </p14:xfrm>
            </p:contentPart>
          </mc:Choice>
          <mc:Fallback>
            <p:pic>
              <p:nvPicPr>
                <p:cNvPr id="622" name="Ink 621">
                  <a:extLst>
                    <a:ext uri="{FF2B5EF4-FFF2-40B4-BE49-F238E27FC236}">
                      <a16:creationId xmlns:a16="http://schemas.microsoft.com/office/drawing/2014/main" id="{6F296BED-9A96-5D4D-9C00-70D7B508EC92}"/>
                    </a:ext>
                  </a:extLst>
                </p:cNvPr>
                <p:cNvPicPr/>
                <p:nvPr/>
              </p:nvPicPr>
              <p:blipFill>
                <a:blip r:embed="rId119"/>
                <a:stretch>
                  <a:fillRect/>
                </a:stretch>
              </p:blipFill>
              <p:spPr>
                <a:xfrm>
                  <a:off x="342158" y="4251096"/>
                  <a:ext cx="12384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623" name="Ink 622">
                  <a:extLst>
                    <a:ext uri="{FF2B5EF4-FFF2-40B4-BE49-F238E27FC236}">
                      <a16:creationId xmlns:a16="http://schemas.microsoft.com/office/drawing/2014/main" id="{04247845-10AD-E0AE-8EBA-ADFA128D19BA}"/>
                    </a:ext>
                  </a:extLst>
                </p14:cNvPr>
                <p14:cNvContentPartPr/>
                <p14:nvPr/>
              </p14:nvContentPartPr>
              <p14:xfrm>
                <a:off x="419558" y="4097376"/>
                <a:ext cx="194400" cy="233280"/>
              </p14:xfrm>
            </p:contentPart>
          </mc:Choice>
          <mc:Fallback>
            <p:pic>
              <p:nvPicPr>
                <p:cNvPr id="623" name="Ink 622">
                  <a:extLst>
                    <a:ext uri="{FF2B5EF4-FFF2-40B4-BE49-F238E27FC236}">
                      <a16:creationId xmlns:a16="http://schemas.microsoft.com/office/drawing/2014/main" id="{04247845-10AD-E0AE-8EBA-ADFA128D19BA}"/>
                    </a:ext>
                  </a:extLst>
                </p:cNvPr>
                <p:cNvPicPr/>
                <p:nvPr/>
              </p:nvPicPr>
              <p:blipFill>
                <a:blip r:embed="rId121"/>
                <a:stretch>
                  <a:fillRect/>
                </a:stretch>
              </p:blipFill>
              <p:spPr>
                <a:xfrm>
                  <a:off x="415238" y="4093056"/>
                  <a:ext cx="20304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624" name="Ink 623">
                  <a:extLst>
                    <a:ext uri="{FF2B5EF4-FFF2-40B4-BE49-F238E27FC236}">
                      <a16:creationId xmlns:a16="http://schemas.microsoft.com/office/drawing/2014/main" id="{E79AE375-DE7F-8362-42E2-A192607B7F61}"/>
                    </a:ext>
                  </a:extLst>
                </p14:cNvPr>
                <p14:cNvContentPartPr/>
                <p14:nvPr/>
              </p14:nvContentPartPr>
              <p14:xfrm>
                <a:off x="576158" y="4093056"/>
                <a:ext cx="211680" cy="251640"/>
              </p14:xfrm>
            </p:contentPart>
          </mc:Choice>
          <mc:Fallback>
            <p:pic>
              <p:nvPicPr>
                <p:cNvPr id="624" name="Ink 623">
                  <a:extLst>
                    <a:ext uri="{FF2B5EF4-FFF2-40B4-BE49-F238E27FC236}">
                      <a16:creationId xmlns:a16="http://schemas.microsoft.com/office/drawing/2014/main" id="{E79AE375-DE7F-8362-42E2-A192607B7F61}"/>
                    </a:ext>
                  </a:extLst>
                </p:cNvPr>
                <p:cNvPicPr/>
                <p:nvPr/>
              </p:nvPicPr>
              <p:blipFill>
                <a:blip r:embed="rId123"/>
                <a:stretch>
                  <a:fillRect/>
                </a:stretch>
              </p:blipFill>
              <p:spPr>
                <a:xfrm>
                  <a:off x="571838" y="4088736"/>
                  <a:ext cx="220320" cy="26028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625" name="Ink 624">
                  <a:extLst>
                    <a:ext uri="{FF2B5EF4-FFF2-40B4-BE49-F238E27FC236}">
                      <a16:creationId xmlns:a16="http://schemas.microsoft.com/office/drawing/2014/main" id="{166D7366-CEF1-5498-491A-190B8BBA327F}"/>
                    </a:ext>
                  </a:extLst>
                </p14:cNvPr>
                <p14:cNvContentPartPr/>
                <p14:nvPr/>
              </p14:nvContentPartPr>
              <p14:xfrm>
                <a:off x="608918" y="3930696"/>
                <a:ext cx="253800" cy="437400"/>
              </p14:xfrm>
            </p:contentPart>
          </mc:Choice>
          <mc:Fallback>
            <p:pic>
              <p:nvPicPr>
                <p:cNvPr id="625" name="Ink 624">
                  <a:extLst>
                    <a:ext uri="{FF2B5EF4-FFF2-40B4-BE49-F238E27FC236}">
                      <a16:creationId xmlns:a16="http://schemas.microsoft.com/office/drawing/2014/main" id="{166D7366-CEF1-5498-491A-190B8BBA327F}"/>
                    </a:ext>
                  </a:extLst>
                </p:cNvPr>
                <p:cNvPicPr/>
                <p:nvPr/>
              </p:nvPicPr>
              <p:blipFill>
                <a:blip r:embed="rId125"/>
                <a:stretch>
                  <a:fillRect/>
                </a:stretch>
              </p:blipFill>
              <p:spPr>
                <a:xfrm>
                  <a:off x="604598" y="3926376"/>
                  <a:ext cx="262440" cy="4460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6">
            <p14:nvContentPartPr>
              <p14:cNvPr id="628" name="Ink 627">
                <a:extLst>
                  <a:ext uri="{FF2B5EF4-FFF2-40B4-BE49-F238E27FC236}">
                    <a16:creationId xmlns:a16="http://schemas.microsoft.com/office/drawing/2014/main" id="{7116F361-6AA1-F810-0B05-C92460FDBC43}"/>
                  </a:ext>
                </a:extLst>
              </p14:cNvPr>
              <p14:cNvContentPartPr/>
              <p14:nvPr/>
            </p14:nvContentPartPr>
            <p14:xfrm>
              <a:off x="3268238" y="5259096"/>
              <a:ext cx="61560" cy="32040"/>
            </p14:xfrm>
          </p:contentPart>
        </mc:Choice>
        <mc:Fallback>
          <p:pic>
            <p:nvPicPr>
              <p:cNvPr id="628" name="Ink 627">
                <a:extLst>
                  <a:ext uri="{FF2B5EF4-FFF2-40B4-BE49-F238E27FC236}">
                    <a16:creationId xmlns:a16="http://schemas.microsoft.com/office/drawing/2014/main" id="{7116F361-6AA1-F810-0B05-C92460FDBC43}"/>
                  </a:ext>
                </a:extLst>
              </p:cNvPr>
              <p:cNvPicPr/>
              <p:nvPr/>
            </p:nvPicPr>
            <p:blipFill>
              <a:blip r:embed="rId127"/>
              <a:stretch>
                <a:fillRect/>
              </a:stretch>
            </p:blipFill>
            <p:spPr>
              <a:xfrm>
                <a:off x="3263918" y="5254776"/>
                <a:ext cx="7020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629" name="Ink 628">
                <a:extLst>
                  <a:ext uri="{FF2B5EF4-FFF2-40B4-BE49-F238E27FC236}">
                    <a16:creationId xmlns:a16="http://schemas.microsoft.com/office/drawing/2014/main" id="{FB69DD30-0BDC-F95B-38F7-2EC5F92F0A7B}"/>
                  </a:ext>
                </a:extLst>
              </p14:cNvPr>
              <p14:cNvContentPartPr/>
              <p14:nvPr/>
            </p14:nvContentPartPr>
            <p14:xfrm>
              <a:off x="3199118" y="5126976"/>
              <a:ext cx="199800" cy="155880"/>
            </p14:xfrm>
          </p:contentPart>
        </mc:Choice>
        <mc:Fallback>
          <p:pic>
            <p:nvPicPr>
              <p:cNvPr id="629" name="Ink 628">
                <a:extLst>
                  <a:ext uri="{FF2B5EF4-FFF2-40B4-BE49-F238E27FC236}">
                    <a16:creationId xmlns:a16="http://schemas.microsoft.com/office/drawing/2014/main" id="{FB69DD30-0BDC-F95B-38F7-2EC5F92F0A7B}"/>
                  </a:ext>
                </a:extLst>
              </p:cNvPr>
              <p:cNvPicPr/>
              <p:nvPr/>
            </p:nvPicPr>
            <p:blipFill>
              <a:blip r:embed="rId129"/>
              <a:stretch>
                <a:fillRect/>
              </a:stretch>
            </p:blipFill>
            <p:spPr>
              <a:xfrm>
                <a:off x="3194798" y="5122656"/>
                <a:ext cx="20844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630" name="Ink 629">
                <a:extLst>
                  <a:ext uri="{FF2B5EF4-FFF2-40B4-BE49-F238E27FC236}">
                    <a16:creationId xmlns:a16="http://schemas.microsoft.com/office/drawing/2014/main" id="{2273390E-31DA-DF38-5A08-232B0B7BF505}"/>
                  </a:ext>
                </a:extLst>
              </p14:cNvPr>
              <p14:cNvContentPartPr/>
              <p14:nvPr/>
            </p14:nvContentPartPr>
            <p14:xfrm>
              <a:off x="3246638" y="5294736"/>
              <a:ext cx="183960" cy="78480"/>
            </p14:xfrm>
          </p:contentPart>
        </mc:Choice>
        <mc:Fallback>
          <p:pic>
            <p:nvPicPr>
              <p:cNvPr id="630" name="Ink 629">
                <a:extLst>
                  <a:ext uri="{FF2B5EF4-FFF2-40B4-BE49-F238E27FC236}">
                    <a16:creationId xmlns:a16="http://schemas.microsoft.com/office/drawing/2014/main" id="{2273390E-31DA-DF38-5A08-232B0B7BF505}"/>
                  </a:ext>
                </a:extLst>
              </p:cNvPr>
              <p:cNvPicPr/>
              <p:nvPr/>
            </p:nvPicPr>
            <p:blipFill>
              <a:blip r:embed="rId131"/>
              <a:stretch>
                <a:fillRect/>
              </a:stretch>
            </p:blipFill>
            <p:spPr>
              <a:xfrm>
                <a:off x="3242318" y="5290416"/>
                <a:ext cx="19260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632" name="Ink 631">
                <a:extLst>
                  <a:ext uri="{FF2B5EF4-FFF2-40B4-BE49-F238E27FC236}">
                    <a16:creationId xmlns:a16="http://schemas.microsoft.com/office/drawing/2014/main" id="{6D7959EA-BB63-BF14-3DE6-88A14A46C369}"/>
                  </a:ext>
                </a:extLst>
              </p14:cNvPr>
              <p14:cNvContentPartPr/>
              <p14:nvPr/>
            </p14:nvContentPartPr>
            <p14:xfrm>
              <a:off x="3233678" y="5287176"/>
              <a:ext cx="15480" cy="7920"/>
            </p14:xfrm>
          </p:contentPart>
        </mc:Choice>
        <mc:Fallback>
          <p:pic>
            <p:nvPicPr>
              <p:cNvPr id="632" name="Ink 631">
                <a:extLst>
                  <a:ext uri="{FF2B5EF4-FFF2-40B4-BE49-F238E27FC236}">
                    <a16:creationId xmlns:a16="http://schemas.microsoft.com/office/drawing/2014/main" id="{6D7959EA-BB63-BF14-3DE6-88A14A46C369}"/>
                  </a:ext>
                </a:extLst>
              </p:cNvPr>
              <p:cNvPicPr/>
              <p:nvPr/>
            </p:nvPicPr>
            <p:blipFill>
              <a:blip r:embed="rId133"/>
              <a:stretch>
                <a:fillRect/>
              </a:stretch>
            </p:blipFill>
            <p:spPr>
              <a:xfrm>
                <a:off x="3229358" y="5282856"/>
                <a:ext cx="24120" cy="165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633" name="Ink 632">
                <a:extLst>
                  <a:ext uri="{FF2B5EF4-FFF2-40B4-BE49-F238E27FC236}">
                    <a16:creationId xmlns:a16="http://schemas.microsoft.com/office/drawing/2014/main" id="{29972447-545E-35EE-13A0-2E7E41C3662C}"/>
                  </a:ext>
                </a:extLst>
              </p14:cNvPr>
              <p14:cNvContentPartPr/>
              <p14:nvPr/>
            </p14:nvContentPartPr>
            <p14:xfrm>
              <a:off x="3204878" y="5246136"/>
              <a:ext cx="291240" cy="346680"/>
            </p14:xfrm>
          </p:contentPart>
        </mc:Choice>
        <mc:Fallback>
          <p:pic>
            <p:nvPicPr>
              <p:cNvPr id="633" name="Ink 632">
                <a:extLst>
                  <a:ext uri="{FF2B5EF4-FFF2-40B4-BE49-F238E27FC236}">
                    <a16:creationId xmlns:a16="http://schemas.microsoft.com/office/drawing/2014/main" id="{29972447-545E-35EE-13A0-2E7E41C3662C}"/>
                  </a:ext>
                </a:extLst>
              </p:cNvPr>
              <p:cNvPicPr/>
              <p:nvPr/>
            </p:nvPicPr>
            <p:blipFill>
              <a:blip r:embed="rId135"/>
              <a:stretch>
                <a:fillRect/>
              </a:stretch>
            </p:blipFill>
            <p:spPr>
              <a:xfrm>
                <a:off x="3200558" y="5241816"/>
                <a:ext cx="299880" cy="3553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635" name="Ink 634">
                <a:extLst>
                  <a:ext uri="{FF2B5EF4-FFF2-40B4-BE49-F238E27FC236}">
                    <a16:creationId xmlns:a16="http://schemas.microsoft.com/office/drawing/2014/main" id="{B3FA615D-FE2A-54DC-E979-1F5A2E502665}"/>
                  </a:ext>
                </a:extLst>
              </p14:cNvPr>
              <p14:cNvContentPartPr/>
              <p14:nvPr/>
            </p14:nvContentPartPr>
            <p14:xfrm>
              <a:off x="3160958" y="3930696"/>
              <a:ext cx="276120" cy="259200"/>
            </p14:xfrm>
          </p:contentPart>
        </mc:Choice>
        <mc:Fallback>
          <p:pic>
            <p:nvPicPr>
              <p:cNvPr id="635" name="Ink 634">
                <a:extLst>
                  <a:ext uri="{FF2B5EF4-FFF2-40B4-BE49-F238E27FC236}">
                    <a16:creationId xmlns:a16="http://schemas.microsoft.com/office/drawing/2014/main" id="{B3FA615D-FE2A-54DC-E979-1F5A2E502665}"/>
                  </a:ext>
                </a:extLst>
              </p:cNvPr>
              <p:cNvPicPr/>
              <p:nvPr/>
            </p:nvPicPr>
            <p:blipFill>
              <a:blip r:embed="rId137"/>
              <a:stretch>
                <a:fillRect/>
              </a:stretch>
            </p:blipFill>
            <p:spPr>
              <a:xfrm>
                <a:off x="3156638" y="3926376"/>
                <a:ext cx="284760" cy="267840"/>
              </a:xfrm>
              <a:prstGeom prst="rect">
                <a:avLst/>
              </a:prstGeom>
            </p:spPr>
          </p:pic>
        </mc:Fallback>
      </mc:AlternateContent>
      <p:grpSp>
        <p:nvGrpSpPr>
          <p:cNvPr id="638" name="Group 637">
            <a:extLst>
              <a:ext uri="{FF2B5EF4-FFF2-40B4-BE49-F238E27FC236}">
                <a16:creationId xmlns:a16="http://schemas.microsoft.com/office/drawing/2014/main" id="{6810EEFA-35DB-A6B0-D1FE-DF5226B69049}"/>
              </a:ext>
            </a:extLst>
          </p:cNvPr>
          <p:cNvGrpSpPr/>
          <p:nvPr/>
        </p:nvGrpSpPr>
        <p:grpSpPr>
          <a:xfrm>
            <a:off x="2674958" y="3608136"/>
            <a:ext cx="1171080" cy="1515240"/>
            <a:chOff x="2674958" y="3608136"/>
            <a:chExt cx="1171080" cy="1515240"/>
          </a:xfrm>
        </p:grpSpPr>
        <mc:AlternateContent xmlns:mc="http://schemas.openxmlformats.org/markup-compatibility/2006">
          <mc:Choice xmlns:p14="http://schemas.microsoft.com/office/powerpoint/2010/main" Requires="p14">
            <p:contentPart p14:bwMode="auto" r:id="rId138">
              <p14:nvContentPartPr>
                <p14:cNvPr id="543" name="Ink 542">
                  <a:extLst>
                    <a:ext uri="{FF2B5EF4-FFF2-40B4-BE49-F238E27FC236}">
                      <a16:creationId xmlns:a16="http://schemas.microsoft.com/office/drawing/2014/main" id="{B390EB59-8968-541F-4666-6D99ED99389B}"/>
                    </a:ext>
                  </a:extLst>
                </p14:cNvPr>
                <p14:cNvContentPartPr/>
                <p14:nvPr/>
              </p14:nvContentPartPr>
              <p14:xfrm>
                <a:off x="2699078" y="4401936"/>
                <a:ext cx="17280" cy="721440"/>
              </p14:xfrm>
            </p:contentPart>
          </mc:Choice>
          <mc:Fallback>
            <p:pic>
              <p:nvPicPr>
                <p:cNvPr id="543" name="Ink 542">
                  <a:extLst>
                    <a:ext uri="{FF2B5EF4-FFF2-40B4-BE49-F238E27FC236}">
                      <a16:creationId xmlns:a16="http://schemas.microsoft.com/office/drawing/2014/main" id="{B390EB59-8968-541F-4666-6D99ED99389B}"/>
                    </a:ext>
                  </a:extLst>
                </p:cNvPr>
                <p:cNvPicPr/>
                <p:nvPr/>
              </p:nvPicPr>
              <p:blipFill>
                <a:blip r:embed="rId139"/>
                <a:stretch>
                  <a:fillRect/>
                </a:stretch>
              </p:blipFill>
              <p:spPr>
                <a:xfrm>
                  <a:off x="2694758" y="4397616"/>
                  <a:ext cx="25920" cy="73008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544" name="Ink 543">
                  <a:extLst>
                    <a:ext uri="{FF2B5EF4-FFF2-40B4-BE49-F238E27FC236}">
                      <a16:creationId xmlns:a16="http://schemas.microsoft.com/office/drawing/2014/main" id="{0EE61C8F-2CA5-05C1-19E4-9E085A66BA5F}"/>
                    </a:ext>
                  </a:extLst>
                </p14:cNvPr>
                <p14:cNvContentPartPr/>
                <p14:nvPr/>
              </p14:nvContentPartPr>
              <p14:xfrm>
                <a:off x="2674958" y="4604616"/>
                <a:ext cx="182160" cy="203400"/>
              </p14:xfrm>
            </p:contentPart>
          </mc:Choice>
          <mc:Fallback>
            <p:pic>
              <p:nvPicPr>
                <p:cNvPr id="544" name="Ink 543">
                  <a:extLst>
                    <a:ext uri="{FF2B5EF4-FFF2-40B4-BE49-F238E27FC236}">
                      <a16:creationId xmlns:a16="http://schemas.microsoft.com/office/drawing/2014/main" id="{0EE61C8F-2CA5-05C1-19E4-9E085A66BA5F}"/>
                    </a:ext>
                  </a:extLst>
                </p:cNvPr>
                <p:cNvPicPr/>
                <p:nvPr/>
              </p:nvPicPr>
              <p:blipFill>
                <a:blip r:embed="rId141"/>
                <a:stretch>
                  <a:fillRect/>
                </a:stretch>
              </p:blipFill>
              <p:spPr>
                <a:xfrm>
                  <a:off x="2670638" y="4600296"/>
                  <a:ext cx="190800" cy="21204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545" name="Ink 544">
                  <a:extLst>
                    <a:ext uri="{FF2B5EF4-FFF2-40B4-BE49-F238E27FC236}">
                      <a16:creationId xmlns:a16="http://schemas.microsoft.com/office/drawing/2014/main" id="{97C6644B-3185-5F74-BEF1-6DDB1CCDF9F5}"/>
                    </a:ext>
                  </a:extLst>
                </p14:cNvPr>
                <p14:cNvContentPartPr/>
                <p14:nvPr/>
              </p14:nvContentPartPr>
              <p14:xfrm>
                <a:off x="2755238" y="4714056"/>
                <a:ext cx="163440" cy="200880"/>
              </p14:xfrm>
            </p:contentPart>
          </mc:Choice>
          <mc:Fallback>
            <p:pic>
              <p:nvPicPr>
                <p:cNvPr id="545" name="Ink 544">
                  <a:extLst>
                    <a:ext uri="{FF2B5EF4-FFF2-40B4-BE49-F238E27FC236}">
                      <a16:creationId xmlns:a16="http://schemas.microsoft.com/office/drawing/2014/main" id="{97C6644B-3185-5F74-BEF1-6DDB1CCDF9F5}"/>
                    </a:ext>
                  </a:extLst>
                </p:cNvPr>
                <p:cNvPicPr/>
                <p:nvPr/>
              </p:nvPicPr>
              <p:blipFill>
                <a:blip r:embed="rId143"/>
                <a:stretch>
                  <a:fillRect/>
                </a:stretch>
              </p:blipFill>
              <p:spPr>
                <a:xfrm>
                  <a:off x="2750918" y="4709736"/>
                  <a:ext cx="17208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546" name="Ink 545">
                  <a:extLst>
                    <a:ext uri="{FF2B5EF4-FFF2-40B4-BE49-F238E27FC236}">
                      <a16:creationId xmlns:a16="http://schemas.microsoft.com/office/drawing/2014/main" id="{1E9540DE-17DD-399C-BCC5-5161DB194F16}"/>
                    </a:ext>
                  </a:extLst>
                </p14:cNvPr>
                <p14:cNvContentPartPr/>
                <p14:nvPr/>
              </p14:nvContentPartPr>
              <p14:xfrm>
                <a:off x="2822918" y="4785336"/>
                <a:ext cx="163800" cy="227160"/>
              </p14:xfrm>
            </p:contentPart>
          </mc:Choice>
          <mc:Fallback>
            <p:pic>
              <p:nvPicPr>
                <p:cNvPr id="546" name="Ink 545">
                  <a:extLst>
                    <a:ext uri="{FF2B5EF4-FFF2-40B4-BE49-F238E27FC236}">
                      <a16:creationId xmlns:a16="http://schemas.microsoft.com/office/drawing/2014/main" id="{1E9540DE-17DD-399C-BCC5-5161DB194F16}"/>
                    </a:ext>
                  </a:extLst>
                </p:cNvPr>
                <p:cNvPicPr/>
                <p:nvPr/>
              </p:nvPicPr>
              <p:blipFill>
                <a:blip r:embed="rId145"/>
                <a:stretch>
                  <a:fillRect/>
                </a:stretch>
              </p:blipFill>
              <p:spPr>
                <a:xfrm>
                  <a:off x="2818598" y="4781016"/>
                  <a:ext cx="172440" cy="23580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547" name="Ink 546">
                  <a:extLst>
                    <a:ext uri="{FF2B5EF4-FFF2-40B4-BE49-F238E27FC236}">
                      <a16:creationId xmlns:a16="http://schemas.microsoft.com/office/drawing/2014/main" id="{113EE1A2-AC15-18A9-A526-C16BC776F337}"/>
                    </a:ext>
                  </a:extLst>
                </p14:cNvPr>
                <p14:cNvContentPartPr/>
                <p14:nvPr/>
              </p14:nvContentPartPr>
              <p14:xfrm>
                <a:off x="2956478" y="4864896"/>
                <a:ext cx="111240" cy="165600"/>
              </p14:xfrm>
            </p:contentPart>
          </mc:Choice>
          <mc:Fallback>
            <p:pic>
              <p:nvPicPr>
                <p:cNvPr id="547" name="Ink 546">
                  <a:extLst>
                    <a:ext uri="{FF2B5EF4-FFF2-40B4-BE49-F238E27FC236}">
                      <a16:creationId xmlns:a16="http://schemas.microsoft.com/office/drawing/2014/main" id="{113EE1A2-AC15-18A9-A526-C16BC776F337}"/>
                    </a:ext>
                  </a:extLst>
                </p:cNvPr>
                <p:cNvPicPr/>
                <p:nvPr/>
              </p:nvPicPr>
              <p:blipFill>
                <a:blip r:embed="rId147"/>
                <a:stretch>
                  <a:fillRect/>
                </a:stretch>
              </p:blipFill>
              <p:spPr>
                <a:xfrm>
                  <a:off x="2952158" y="4860576"/>
                  <a:ext cx="119880" cy="1742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548" name="Ink 547">
                  <a:extLst>
                    <a:ext uri="{FF2B5EF4-FFF2-40B4-BE49-F238E27FC236}">
                      <a16:creationId xmlns:a16="http://schemas.microsoft.com/office/drawing/2014/main" id="{099DFDE3-D5B2-BF13-DCB9-FE2586AB9B12}"/>
                    </a:ext>
                  </a:extLst>
                </p14:cNvPr>
                <p14:cNvContentPartPr/>
                <p14:nvPr/>
              </p14:nvContentPartPr>
              <p14:xfrm>
                <a:off x="2951798" y="4056336"/>
                <a:ext cx="102240" cy="271800"/>
              </p14:xfrm>
            </p:contentPart>
          </mc:Choice>
          <mc:Fallback>
            <p:pic>
              <p:nvPicPr>
                <p:cNvPr id="548" name="Ink 547">
                  <a:extLst>
                    <a:ext uri="{FF2B5EF4-FFF2-40B4-BE49-F238E27FC236}">
                      <a16:creationId xmlns:a16="http://schemas.microsoft.com/office/drawing/2014/main" id="{099DFDE3-D5B2-BF13-DCB9-FE2586AB9B12}"/>
                    </a:ext>
                  </a:extLst>
                </p:cNvPr>
                <p:cNvPicPr/>
                <p:nvPr/>
              </p:nvPicPr>
              <p:blipFill>
                <a:blip r:embed="rId149"/>
                <a:stretch>
                  <a:fillRect/>
                </a:stretch>
              </p:blipFill>
              <p:spPr>
                <a:xfrm>
                  <a:off x="2947478" y="4052016"/>
                  <a:ext cx="110880" cy="28044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549" name="Ink 548">
                  <a:extLst>
                    <a:ext uri="{FF2B5EF4-FFF2-40B4-BE49-F238E27FC236}">
                      <a16:creationId xmlns:a16="http://schemas.microsoft.com/office/drawing/2014/main" id="{A34C4691-F7F9-550E-9CC5-1D504D1EF552}"/>
                    </a:ext>
                  </a:extLst>
                </p14:cNvPr>
                <p14:cNvContentPartPr/>
                <p14:nvPr/>
              </p14:nvContentPartPr>
              <p14:xfrm>
                <a:off x="2971958" y="4094136"/>
                <a:ext cx="95400" cy="129600"/>
              </p14:xfrm>
            </p:contentPart>
          </mc:Choice>
          <mc:Fallback>
            <p:pic>
              <p:nvPicPr>
                <p:cNvPr id="549" name="Ink 548">
                  <a:extLst>
                    <a:ext uri="{FF2B5EF4-FFF2-40B4-BE49-F238E27FC236}">
                      <a16:creationId xmlns:a16="http://schemas.microsoft.com/office/drawing/2014/main" id="{A34C4691-F7F9-550E-9CC5-1D504D1EF552}"/>
                    </a:ext>
                  </a:extLst>
                </p:cNvPr>
                <p:cNvPicPr/>
                <p:nvPr/>
              </p:nvPicPr>
              <p:blipFill>
                <a:blip r:embed="rId151"/>
                <a:stretch>
                  <a:fillRect/>
                </a:stretch>
              </p:blipFill>
              <p:spPr>
                <a:xfrm>
                  <a:off x="2967638" y="4089816"/>
                  <a:ext cx="10404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550" name="Ink 549">
                  <a:extLst>
                    <a:ext uri="{FF2B5EF4-FFF2-40B4-BE49-F238E27FC236}">
                      <a16:creationId xmlns:a16="http://schemas.microsoft.com/office/drawing/2014/main" id="{97087338-006F-4ECA-AA2D-FA7E44BF283A}"/>
                    </a:ext>
                  </a:extLst>
                </p14:cNvPr>
                <p14:cNvContentPartPr/>
                <p14:nvPr/>
              </p14:nvContentPartPr>
              <p14:xfrm>
                <a:off x="3083198" y="3923496"/>
                <a:ext cx="175680" cy="298080"/>
              </p14:xfrm>
            </p:contentPart>
          </mc:Choice>
          <mc:Fallback>
            <p:pic>
              <p:nvPicPr>
                <p:cNvPr id="550" name="Ink 549">
                  <a:extLst>
                    <a:ext uri="{FF2B5EF4-FFF2-40B4-BE49-F238E27FC236}">
                      <a16:creationId xmlns:a16="http://schemas.microsoft.com/office/drawing/2014/main" id="{97087338-006F-4ECA-AA2D-FA7E44BF283A}"/>
                    </a:ext>
                  </a:extLst>
                </p:cNvPr>
                <p:cNvPicPr/>
                <p:nvPr/>
              </p:nvPicPr>
              <p:blipFill>
                <a:blip r:embed="rId153"/>
                <a:stretch>
                  <a:fillRect/>
                </a:stretch>
              </p:blipFill>
              <p:spPr>
                <a:xfrm>
                  <a:off x="3078878" y="3919176"/>
                  <a:ext cx="184320" cy="30672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553" name="Ink 552">
                  <a:extLst>
                    <a:ext uri="{FF2B5EF4-FFF2-40B4-BE49-F238E27FC236}">
                      <a16:creationId xmlns:a16="http://schemas.microsoft.com/office/drawing/2014/main" id="{169C7E4A-B82A-B4AC-48EF-F6F1B3E02911}"/>
                    </a:ext>
                  </a:extLst>
                </p14:cNvPr>
                <p14:cNvContentPartPr/>
                <p14:nvPr/>
              </p14:nvContentPartPr>
              <p14:xfrm>
                <a:off x="3427718" y="3905136"/>
                <a:ext cx="122760" cy="180000"/>
              </p14:xfrm>
            </p:contentPart>
          </mc:Choice>
          <mc:Fallback>
            <p:pic>
              <p:nvPicPr>
                <p:cNvPr id="553" name="Ink 552">
                  <a:extLst>
                    <a:ext uri="{FF2B5EF4-FFF2-40B4-BE49-F238E27FC236}">
                      <a16:creationId xmlns:a16="http://schemas.microsoft.com/office/drawing/2014/main" id="{169C7E4A-B82A-B4AC-48EF-F6F1B3E02911}"/>
                    </a:ext>
                  </a:extLst>
                </p:cNvPr>
                <p:cNvPicPr/>
                <p:nvPr/>
              </p:nvPicPr>
              <p:blipFill>
                <a:blip r:embed="rId155"/>
                <a:stretch>
                  <a:fillRect/>
                </a:stretch>
              </p:blipFill>
              <p:spPr>
                <a:xfrm>
                  <a:off x="3423398" y="3900816"/>
                  <a:ext cx="13140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556" name="Ink 555">
                  <a:extLst>
                    <a:ext uri="{FF2B5EF4-FFF2-40B4-BE49-F238E27FC236}">
                      <a16:creationId xmlns:a16="http://schemas.microsoft.com/office/drawing/2014/main" id="{44E9B409-8D39-6CAE-2240-6C41E3388149}"/>
                    </a:ext>
                  </a:extLst>
                </p14:cNvPr>
                <p14:cNvContentPartPr/>
                <p14:nvPr/>
              </p14:nvContentPartPr>
              <p14:xfrm>
                <a:off x="3755318" y="3608136"/>
                <a:ext cx="90720" cy="356040"/>
              </p14:xfrm>
            </p:contentPart>
          </mc:Choice>
          <mc:Fallback>
            <p:pic>
              <p:nvPicPr>
                <p:cNvPr id="556" name="Ink 555">
                  <a:extLst>
                    <a:ext uri="{FF2B5EF4-FFF2-40B4-BE49-F238E27FC236}">
                      <a16:creationId xmlns:a16="http://schemas.microsoft.com/office/drawing/2014/main" id="{44E9B409-8D39-6CAE-2240-6C41E3388149}"/>
                    </a:ext>
                  </a:extLst>
                </p:cNvPr>
                <p:cNvPicPr/>
                <p:nvPr/>
              </p:nvPicPr>
              <p:blipFill>
                <a:blip r:embed="rId157"/>
                <a:stretch>
                  <a:fillRect/>
                </a:stretch>
              </p:blipFill>
              <p:spPr>
                <a:xfrm>
                  <a:off x="3750998" y="3603816"/>
                  <a:ext cx="99360" cy="36468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557" name="Ink 556">
                  <a:extLst>
                    <a:ext uri="{FF2B5EF4-FFF2-40B4-BE49-F238E27FC236}">
                      <a16:creationId xmlns:a16="http://schemas.microsoft.com/office/drawing/2014/main" id="{FA733336-8896-80CE-66C1-98CB4753502C}"/>
                    </a:ext>
                  </a:extLst>
                </p14:cNvPr>
                <p14:cNvContentPartPr/>
                <p14:nvPr/>
              </p14:nvContentPartPr>
              <p14:xfrm>
                <a:off x="3293078" y="4351176"/>
                <a:ext cx="128880" cy="66600"/>
              </p14:xfrm>
            </p:contentPart>
          </mc:Choice>
          <mc:Fallback>
            <p:pic>
              <p:nvPicPr>
                <p:cNvPr id="557" name="Ink 556">
                  <a:extLst>
                    <a:ext uri="{FF2B5EF4-FFF2-40B4-BE49-F238E27FC236}">
                      <a16:creationId xmlns:a16="http://schemas.microsoft.com/office/drawing/2014/main" id="{FA733336-8896-80CE-66C1-98CB4753502C}"/>
                    </a:ext>
                  </a:extLst>
                </p:cNvPr>
                <p:cNvPicPr/>
                <p:nvPr/>
              </p:nvPicPr>
              <p:blipFill>
                <a:blip r:embed="rId159"/>
                <a:stretch>
                  <a:fillRect/>
                </a:stretch>
              </p:blipFill>
              <p:spPr>
                <a:xfrm>
                  <a:off x="3288758" y="4346856"/>
                  <a:ext cx="137520" cy="7524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558" name="Ink 557">
                  <a:extLst>
                    <a:ext uri="{FF2B5EF4-FFF2-40B4-BE49-F238E27FC236}">
                      <a16:creationId xmlns:a16="http://schemas.microsoft.com/office/drawing/2014/main" id="{E2040CCD-3BBE-9C02-3B00-6C618A00958D}"/>
                    </a:ext>
                  </a:extLst>
                </p14:cNvPr>
                <p14:cNvContentPartPr/>
                <p14:nvPr/>
              </p14:nvContentPartPr>
              <p14:xfrm>
                <a:off x="3288758" y="4414176"/>
                <a:ext cx="159120" cy="103680"/>
              </p14:xfrm>
            </p:contentPart>
          </mc:Choice>
          <mc:Fallback>
            <p:pic>
              <p:nvPicPr>
                <p:cNvPr id="558" name="Ink 557">
                  <a:extLst>
                    <a:ext uri="{FF2B5EF4-FFF2-40B4-BE49-F238E27FC236}">
                      <a16:creationId xmlns:a16="http://schemas.microsoft.com/office/drawing/2014/main" id="{E2040CCD-3BBE-9C02-3B00-6C618A00958D}"/>
                    </a:ext>
                  </a:extLst>
                </p:cNvPr>
                <p:cNvPicPr/>
                <p:nvPr/>
              </p:nvPicPr>
              <p:blipFill>
                <a:blip r:embed="rId161"/>
                <a:stretch>
                  <a:fillRect/>
                </a:stretch>
              </p:blipFill>
              <p:spPr>
                <a:xfrm>
                  <a:off x="3284438" y="4409856"/>
                  <a:ext cx="16776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559" name="Ink 558">
                  <a:extLst>
                    <a:ext uri="{FF2B5EF4-FFF2-40B4-BE49-F238E27FC236}">
                      <a16:creationId xmlns:a16="http://schemas.microsoft.com/office/drawing/2014/main" id="{8CF92F23-9855-A9F7-6386-DD1BB6125BEA}"/>
                    </a:ext>
                  </a:extLst>
                </p14:cNvPr>
                <p14:cNvContentPartPr/>
                <p14:nvPr/>
              </p14:nvContentPartPr>
              <p14:xfrm>
                <a:off x="2932358" y="4754376"/>
                <a:ext cx="358920" cy="100080"/>
              </p14:xfrm>
            </p:contentPart>
          </mc:Choice>
          <mc:Fallback>
            <p:pic>
              <p:nvPicPr>
                <p:cNvPr id="559" name="Ink 558">
                  <a:extLst>
                    <a:ext uri="{FF2B5EF4-FFF2-40B4-BE49-F238E27FC236}">
                      <a16:creationId xmlns:a16="http://schemas.microsoft.com/office/drawing/2014/main" id="{8CF92F23-9855-A9F7-6386-DD1BB6125BEA}"/>
                    </a:ext>
                  </a:extLst>
                </p:cNvPr>
                <p:cNvPicPr/>
                <p:nvPr/>
              </p:nvPicPr>
              <p:blipFill>
                <a:blip r:embed="rId163"/>
                <a:stretch>
                  <a:fillRect/>
                </a:stretch>
              </p:blipFill>
              <p:spPr>
                <a:xfrm>
                  <a:off x="2928038" y="4750056"/>
                  <a:ext cx="36756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560" name="Ink 559">
                  <a:extLst>
                    <a:ext uri="{FF2B5EF4-FFF2-40B4-BE49-F238E27FC236}">
                      <a16:creationId xmlns:a16="http://schemas.microsoft.com/office/drawing/2014/main" id="{5B932BF0-3F16-8BBA-E566-25A9A1D20EF0}"/>
                    </a:ext>
                  </a:extLst>
                </p14:cNvPr>
                <p14:cNvContentPartPr/>
                <p14:nvPr/>
              </p14:nvContentPartPr>
              <p14:xfrm>
                <a:off x="3267158" y="4703256"/>
                <a:ext cx="96120" cy="144360"/>
              </p14:xfrm>
            </p:contentPart>
          </mc:Choice>
          <mc:Fallback>
            <p:pic>
              <p:nvPicPr>
                <p:cNvPr id="560" name="Ink 559">
                  <a:extLst>
                    <a:ext uri="{FF2B5EF4-FFF2-40B4-BE49-F238E27FC236}">
                      <a16:creationId xmlns:a16="http://schemas.microsoft.com/office/drawing/2014/main" id="{5B932BF0-3F16-8BBA-E566-25A9A1D20EF0}"/>
                    </a:ext>
                  </a:extLst>
                </p:cNvPr>
                <p:cNvPicPr/>
                <p:nvPr/>
              </p:nvPicPr>
              <p:blipFill>
                <a:blip r:embed="rId165"/>
                <a:stretch>
                  <a:fillRect/>
                </a:stretch>
              </p:blipFill>
              <p:spPr>
                <a:xfrm>
                  <a:off x="3262838" y="4698936"/>
                  <a:ext cx="10476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561" name="Ink 560">
                  <a:extLst>
                    <a:ext uri="{FF2B5EF4-FFF2-40B4-BE49-F238E27FC236}">
                      <a16:creationId xmlns:a16="http://schemas.microsoft.com/office/drawing/2014/main" id="{338AE0F8-45DE-53D1-186A-9E6C47505EBA}"/>
                    </a:ext>
                  </a:extLst>
                </p14:cNvPr>
                <p14:cNvContentPartPr/>
                <p14:nvPr/>
              </p14:nvContentPartPr>
              <p14:xfrm>
                <a:off x="3463358" y="4584456"/>
                <a:ext cx="184680" cy="182880"/>
              </p14:xfrm>
            </p:contentPart>
          </mc:Choice>
          <mc:Fallback>
            <p:pic>
              <p:nvPicPr>
                <p:cNvPr id="561" name="Ink 560">
                  <a:extLst>
                    <a:ext uri="{FF2B5EF4-FFF2-40B4-BE49-F238E27FC236}">
                      <a16:creationId xmlns:a16="http://schemas.microsoft.com/office/drawing/2014/main" id="{338AE0F8-45DE-53D1-186A-9E6C47505EBA}"/>
                    </a:ext>
                  </a:extLst>
                </p:cNvPr>
                <p:cNvPicPr/>
                <p:nvPr/>
              </p:nvPicPr>
              <p:blipFill>
                <a:blip r:embed="rId167"/>
                <a:stretch>
                  <a:fillRect/>
                </a:stretch>
              </p:blipFill>
              <p:spPr>
                <a:xfrm>
                  <a:off x="3459038" y="4580136"/>
                  <a:ext cx="19332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562" name="Ink 561">
                  <a:extLst>
                    <a:ext uri="{FF2B5EF4-FFF2-40B4-BE49-F238E27FC236}">
                      <a16:creationId xmlns:a16="http://schemas.microsoft.com/office/drawing/2014/main" id="{19500071-632B-6F87-3039-A2C0D5EE4E61}"/>
                    </a:ext>
                  </a:extLst>
                </p14:cNvPr>
                <p14:cNvContentPartPr/>
                <p14:nvPr/>
              </p14:nvContentPartPr>
              <p14:xfrm>
                <a:off x="3591518" y="4118256"/>
                <a:ext cx="192960" cy="248040"/>
              </p14:xfrm>
            </p:contentPart>
          </mc:Choice>
          <mc:Fallback>
            <p:pic>
              <p:nvPicPr>
                <p:cNvPr id="562" name="Ink 561">
                  <a:extLst>
                    <a:ext uri="{FF2B5EF4-FFF2-40B4-BE49-F238E27FC236}">
                      <a16:creationId xmlns:a16="http://schemas.microsoft.com/office/drawing/2014/main" id="{19500071-632B-6F87-3039-A2C0D5EE4E61}"/>
                    </a:ext>
                  </a:extLst>
                </p:cNvPr>
                <p:cNvPicPr/>
                <p:nvPr/>
              </p:nvPicPr>
              <p:blipFill>
                <a:blip r:embed="rId169"/>
                <a:stretch>
                  <a:fillRect/>
                </a:stretch>
              </p:blipFill>
              <p:spPr>
                <a:xfrm>
                  <a:off x="3587198" y="4113936"/>
                  <a:ext cx="201600" cy="25668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637" name="Ink 636">
                  <a:extLst>
                    <a:ext uri="{FF2B5EF4-FFF2-40B4-BE49-F238E27FC236}">
                      <a16:creationId xmlns:a16="http://schemas.microsoft.com/office/drawing/2014/main" id="{D409275E-2BA2-6A36-D942-9218BF41C9B1}"/>
                    </a:ext>
                  </a:extLst>
                </p14:cNvPr>
                <p14:cNvContentPartPr/>
                <p14:nvPr/>
              </p14:nvContentPartPr>
              <p14:xfrm>
                <a:off x="3556598" y="3702456"/>
                <a:ext cx="227160" cy="362880"/>
              </p14:xfrm>
            </p:contentPart>
          </mc:Choice>
          <mc:Fallback>
            <p:pic>
              <p:nvPicPr>
                <p:cNvPr id="637" name="Ink 636">
                  <a:extLst>
                    <a:ext uri="{FF2B5EF4-FFF2-40B4-BE49-F238E27FC236}">
                      <a16:creationId xmlns:a16="http://schemas.microsoft.com/office/drawing/2014/main" id="{D409275E-2BA2-6A36-D942-9218BF41C9B1}"/>
                    </a:ext>
                  </a:extLst>
                </p:cNvPr>
                <p:cNvPicPr/>
                <p:nvPr/>
              </p:nvPicPr>
              <p:blipFill>
                <a:blip r:embed="rId171"/>
                <a:stretch>
                  <a:fillRect/>
                </a:stretch>
              </p:blipFill>
              <p:spPr>
                <a:xfrm>
                  <a:off x="3552278" y="3698136"/>
                  <a:ext cx="235800" cy="371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72">
            <p14:nvContentPartPr>
              <p14:cNvPr id="734" name="Ink 733">
                <a:extLst>
                  <a:ext uri="{FF2B5EF4-FFF2-40B4-BE49-F238E27FC236}">
                    <a16:creationId xmlns:a16="http://schemas.microsoft.com/office/drawing/2014/main" id="{25ECF22E-BEE5-733A-1D2F-A2F5043B03ED}"/>
                  </a:ext>
                </a:extLst>
              </p14:cNvPr>
              <p14:cNvContentPartPr/>
              <p14:nvPr/>
            </p14:nvContentPartPr>
            <p14:xfrm>
              <a:off x="3742718" y="1287576"/>
              <a:ext cx="11160" cy="16200"/>
            </p14:xfrm>
          </p:contentPart>
        </mc:Choice>
        <mc:Fallback>
          <p:pic>
            <p:nvPicPr>
              <p:cNvPr id="734" name="Ink 733">
                <a:extLst>
                  <a:ext uri="{FF2B5EF4-FFF2-40B4-BE49-F238E27FC236}">
                    <a16:creationId xmlns:a16="http://schemas.microsoft.com/office/drawing/2014/main" id="{25ECF22E-BEE5-733A-1D2F-A2F5043B03ED}"/>
                  </a:ext>
                </a:extLst>
              </p:cNvPr>
              <p:cNvPicPr/>
              <p:nvPr/>
            </p:nvPicPr>
            <p:blipFill>
              <a:blip r:embed="rId173"/>
              <a:stretch>
                <a:fillRect/>
              </a:stretch>
            </p:blipFill>
            <p:spPr>
              <a:xfrm>
                <a:off x="3738398" y="1283256"/>
                <a:ext cx="19800" cy="24840"/>
              </a:xfrm>
              <a:prstGeom prst="rect">
                <a:avLst/>
              </a:prstGeom>
            </p:spPr>
          </p:pic>
        </mc:Fallback>
      </mc:AlternateContent>
      <p:grpSp>
        <p:nvGrpSpPr>
          <p:cNvPr id="737" name="Group 736">
            <a:extLst>
              <a:ext uri="{FF2B5EF4-FFF2-40B4-BE49-F238E27FC236}">
                <a16:creationId xmlns:a16="http://schemas.microsoft.com/office/drawing/2014/main" id="{E24518EA-043C-DFF5-6CD9-E121682EE01E}"/>
              </a:ext>
            </a:extLst>
          </p:cNvPr>
          <p:cNvGrpSpPr/>
          <p:nvPr/>
        </p:nvGrpSpPr>
        <p:grpSpPr>
          <a:xfrm>
            <a:off x="825638" y="447696"/>
            <a:ext cx="1144080" cy="1183320"/>
            <a:chOff x="825638" y="447696"/>
            <a:chExt cx="1144080" cy="1183320"/>
          </a:xfrm>
        </p:grpSpPr>
        <mc:AlternateContent xmlns:mc="http://schemas.openxmlformats.org/markup-compatibility/2006">
          <mc:Choice xmlns:p14="http://schemas.microsoft.com/office/powerpoint/2010/main" Requires="p14">
            <p:contentPart p14:bwMode="auto" r:id="rId174">
              <p14:nvContentPartPr>
                <p14:cNvPr id="2" name="Ink 1">
                  <a:extLst>
                    <a:ext uri="{FF2B5EF4-FFF2-40B4-BE49-F238E27FC236}">
                      <a16:creationId xmlns:a16="http://schemas.microsoft.com/office/drawing/2014/main" id="{E1FBAA92-F599-BFC6-53A8-F0833F82B6D7}"/>
                    </a:ext>
                  </a:extLst>
                </p14:cNvPr>
                <p14:cNvContentPartPr/>
                <p14:nvPr/>
              </p14:nvContentPartPr>
              <p14:xfrm>
                <a:off x="906998" y="801216"/>
                <a:ext cx="160560" cy="207720"/>
              </p14:xfrm>
            </p:contentPart>
          </mc:Choice>
          <mc:Fallback>
            <p:pic>
              <p:nvPicPr>
                <p:cNvPr id="2" name="Ink 1">
                  <a:extLst>
                    <a:ext uri="{FF2B5EF4-FFF2-40B4-BE49-F238E27FC236}">
                      <a16:creationId xmlns:a16="http://schemas.microsoft.com/office/drawing/2014/main" id="{E1FBAA92-F599-BFC6-53A8-F0833F82B6D7}"/>
                    </a:ext>
                  </a:extLst>
                </p:cNvPr>
                <p:cNvPicPr/>
                <p:nvPr/>
              </p:nvPicPr>
              <p:blipFill>
                <a:blip r:embed="rId175"/>
                <a:stretch>
                  <a:fillRect/>
                </a:stretch>
              </p:blipFill>
              <p:spPr>
                <a:xfrm>
                  <a:off x="902678" y="796896"/>
                  <a:ext cx="169200" cy="21636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3" name="Ink 2">
                  <a:extLst>
                    <a:ext uri="{FF2B5EF4-FFF2-40B4-BE49-F238E27FC236}">
                      <a16:creationId xmlns:a16="http://schemas.microsoft.com/office/drawing/2014/main" id="{4073A645-A2A8-B684-A97B-8B6E9329916C}"/>
                    </a:ext>
                  </a:extLst>
                </p14:cNvPr>
                <p14:cNvContentPartPr/>
                <p14:nvPr/>
              </p14:nvContentPartPr>
              <p14:xfrm>
                <a:off x="906998" y="809136"/>
                <a:ext cx="152640" cy="257040"/>
              </p14:xfrm>
            </p:contentPart>
          </mc:Choice>
          <mc:Fallback>
            <p:pic>
              <p:nvPicPr>
                <p:cNvPr id="3" name="Ink 2">
                  <a:extLst>
                    <a:ext uri="{FF2B5EF4-FFF2-40B4-BE49-F238E27FC236}">
                      <a16:creationId xmlns:a16="http://schemas.microsoft.com/office/drawing/2014/main" id="{4073A645-A2A8-B684-A97B-8B6E9329916C}"/>
                    </a:ext>
                  </a:extLst>
                </p:cNvPr>
                <p:cNvPicPr/>
                <p:nvPr/>
              </p:nvPicPr>
              <p:blipFill>
                <a:blip r:embed="rId177"/>
                <a:stretch>
                  <a:fillRect/>
                </a:stretch>
              </p:blipFill>
              <p:spPr>
                <a:xfrm>
                  <a:off x="902678" y="804816"/>
                  <a:ext cx="161280" cy="26568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5" name="Ink 14">
                  <a:extLst>
                    <a:ext uri="{FF2B5EF4-FFF2-40B4-BE49-F238E27FC236}">
                      <a16:creationId xmlns:a16="http://schemas.microsoft.com/office/drawing/2014/main" id="{D7BEC5E7-1A56-C853-93EC-E3A7127327EA}"/>
                    </a:ext>
                  </a:extLst>
                </p14:cNvPr>
                <p14:cNvContentPartPr/>
                <p14:nvPr/>
              </p14:nvContentPartPr>
              <p14:xfrm>
                <a:off x="1112918" y="942696"/>
                <a:ext cx="9000" cy="155160"/>
              </p14:xfrm>
            </p:contentPart>
          </mc:Choice>
          <mc:Fallback>
            <p:pic>
              <p:nvPicPr>
                <p:cNvPr id="15" name="Ink 14">
                  <a:extLst>
                    <a:ext uri="{FF2B5EF4-FFF2-40B4-BE49-F238E27FC236}">
                      <a16:creationId xmlns:a16="http://schemas.microsoft.com/office/drawing/2014/main" id="{D7BEC5E7-1A56-C853-93EC-E3A7127327EA}"/>
                    </a:ext>
                  </a:extLst>
                </p:cNvPr>
                <p:cNvPicPr/>
                <p:nvPr/>
              </p:nvPicPr>
              <p:blipFill>
                <a:blip r:embed="rId179"/>
                <a:stretch>
                  <a:fillRect/>
                </a:stretch>
              </p:blipFill>
              <p:spPr>
                <a:xfrm>
                  <a:off x="1108598" y="938376"/>
                  <a:ext cx="1764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26" name="Ink 25">
                  <a:extLst>
                    <a:ext uri="{FF2B5EF4-FFF2-40B4-BE49-F238E27FC236}">
                      <a16:creationId xmlns:a16="http://schemas.microsoft.com/office/drawing/2014/main" id="{3E363084-6529-C5A3-5624-21EA017CA9C6}"/>
                    </a:ext>
                  </a:extLst>
                </p14:cNvPr>
                <p14:cNvContentPartPr/>
                <p14:nvPr/>
              </p14:nvContentPartPr>
              <p14:xfrm>
                <a:off x="1207598" y="816336"/>
                <a:ext cx="189000" cy="74520"/>
              </p14:xfrm>
            </p:contentPart>
          </mc:Choice>
          <mc:Fallback>
            <p:pic>
              <p:nvPicPr>
                <p:cNvPr id="26" name="Ink 25">
                  <a:extLst>
                    <a:ext uri="{FF2B5EF4-FFF2-40B4-BE49-F238E27FC236}">
                      <a16:creationId xmlns:a16="http://schemas.microsoft.com/office/drawing/2014/main" id="{3E363084-6529-C5A3-5624-21EA017CA9C6}"/>
                    </a:ext>
                  </a:extLst>
                </p:cNvPr>
                <p:cNvPicPr/>
                <p:nvPr/>
              </p:nvPicPr>
              <p:blipFill>
                <a:blip r:embed="rId181"/>
                <a:stretch>
                  <a:fillRect/>
                </a:stretch>
              </p:blipFill>
              <p:spPr>
                <a:xfrm>
                  <a:off x="1203278" y="812016"/>
                  <a:ext cx="19764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27" name="Ink 26">
                  <a:extLst>
                    <a:ext uri="{FF2B5EF4-FFF2-40B4-BE49-F238E27FC236}">
                      <a16:creationId xmlns:a16="http://schemas.microsoft.com/office/drawing/2014/main" id="{B4A0EE39-A0D9-CD88-1046-BB6093785CDF}"/>
                    </a:ext>
                  </a:extLst>
                </p14:cNvPr>
                <p14:cNvContentPartPr/>
                <p14:nvPr/>
              </p14:nvContentPartPr>
              <p14:xfrm>
                <a:off x="1485518" y="716976"/>
                <a:ext cx="147600" cy="231480"/>
              </p14:xfrm>
            </p:contentPart>
          </mc:Choice>
          <mc:Fallback>
            <p:pic>
              <p:nvPicPr>
                <p:cNvPr id="27" name="Ink 26">
                  <a:extLst>
                    <a:ext uri="{FF2B5EF4-FFF2-40B4-BE49-F238E27FC236}">
                      <a16:creationId xmlns:a16="http://schemas.microsoft.com/office/drawing/2014/main" id="{B4A0EE39-A0D9-CD88-1046-BB6093785CDF}"/>
                    </a:ext>
                  </a:extLst>
                </p:cNvPr>
                <p:cNvPicPr/>
                <p:nvPr/>
              </p:nvPicPr>
              <p:blipFill>
                <a:blip r:embed="rId183"/>
                <a:stretch>
                  <a:fillRect/>
                </a:stretch>
              </p:blipFill>
              <p:spPr>
                <a:xfrm>
                  <a:off x="1481198" y="712656"/>
                  <a:ext cx="156240" cy="24012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33" name="Ink 32">
                  <a:extLst>
                    <a:ext uri="{FF2B5EF4-FFF2-40B4-BE49-F238E27FC236}">
                      <a16:creationId xmlns:a16="http://schemas.microsoft.com/office/drawing/2014/main" id="{D15B0219-1EF4-5F3B-E40A-CC07994B168C}"/>
                    </a:ext>
                  </a:extLst>
                </p14:cNvPr>
                <p14:cNvContentPartPr/>
                <p14:nvPr/>
              </p14:nvContentPartPr>
              <p14:xfrm>
                <a:off x="1674518" y="832536"/>
                <a:ext cx="14400" cy="91440"/>
              </p14:xfrm>
            </p:contentPart>
          </mc:Choice>
          <mc:Fallback>
            <p:pic>
              <p:nvPicPr>
                <p:cNvPr id="33" name="Ink 32">
                  <a:extLst>
                    <a:ext uri="{FF2B5EF4-FFF2-40B4-BE49-F238E27FC236}">
                      <a16:creationId xmlns:a16="http://schemas.microsoft.com/office/drawing/2014/main" id="{D15B0219-1EF4-5F3B-E40A-CC07994B168C}"/>
                    </a:ext>
                  </a:extLst>
                </p:cNvPr>
                <p:cNvPicPr/>
                <p:nvPr/>
              </p:nvPicPr>
              <p:blipFill>
                <a:blip r:embed="rId185"/>
                <a:stretch>
                  <a:fillRect/>
                </a:stretch>
              </p:blipFill>
              <p:spPr>
                <a:xfrm>
                  <a:off x="1670198" y="828216"/>
                  <a:ext cx="2304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44" name="Ink 43">
                  <a:extLst>
                    <a:ext uri="{FF2B5EF4-FFF2-40B4-BE49-F238E27FC236}">
                      <a16:creationId xmlns:a16="http://schemas.microsoft.com/office/drawing/2014/main" id="{33EB698C-93AE-C67C-BD36-B1FCD5E3D8B9}"/>
                    </a:ext>
                  </a:extLst>
                </p14:cNvPr>
                <p14:cNvContentPartPr/>
                <p14:nvPr/>
              </p14:nvContentPartPr>
              <p14:xfrm>
                <a:off x="1611158" y="618336"/>
                <a:ext cx="169560" cy="480240"/>
              </p14:xfrm>
            </p:contentPart>
          </mc:Choice>
          <mc:Fallback>
            <p:pic>
              <p:nvPicPr>
                <p:cNvPr id="44" name="Ink 43">
                  <a:extLst>
                    <a:ext uri="{FF2B5EF4-FFF2-40B4-BE49-F238E27FC236}">
                      <a16:creationId xmlns:a16="http://schemas.microsoft.com/office/drawing/2014/main" id="{33EB698C-93AE-C67C-BD36-B1FCD5E3D8B9}"/>
                    </a:ext>
                  </a:extLst>
                </p:cNvPr>
                <p:cNvPicPr/>
                <p:nvPr/>
              </p:nvPicPr>
              <p:blipFill>
                <a:blip r:embed="rId187"/>
                <a:stretch>
                  <a:fillRect/>
                </a:stretch>
              </p:blipFill>
              <p:spPr>
                <a:xfrm>
                  <a:off x="1606838" y="614016"/>
                  <a:ext cx="178200" cy="48888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45" name="Ink 44">
                  <a:extLst>
                    <a:ext uri="{FF2B5EF4-FFF2-40B4-BE49-F238E27FC236}">
                      <a16:creationId xmlns:a16="http://schemas.microsoft.com/office/drawing/2014/main" id="{11129076-64E7-A72C-7F7E-82E65CAE69BB}"/>
                    </a:ext>
                  </a:extLst>
                </p14:cNvPr>
                <p14:cNvContentPartPr/>
                <p14:nvPr/>
              </p14:nvContentPartPr>
              <p14:xfrm>
                <a:off x="825638" y="699696"/>
                <a:ext cx="144720" cy="373680"/>
              </p14:xfrm>
            </p:contentPart>
          </mc:Choice>
          <mc:Fallback>
            <p:pic>
              <p:nvPicPr>
                <p:cNvPr id="45" name="Ink 44">
                  <a:extLst>
                    <a:ext uri="{FF2B5EF4-FFF2-40B4-BE49-F238E27FC236}">
                      <a16:creationId xmlns:a16="http://schemas.microsoft.com/office/drawing/2014/main" id="{11129076-64E7-A72C-7F7E-82E65CAE69BB}"/>
                    </a:ext>
                  </a:extLst>
                </p:cNvPr>
                <p:cNvPicPr/>
                <p:nvPr/>
              </p:nvPicPr>
              <p:blipFill>
                <a:blip r:embed="rId189"/>
                <a:stretch>
                  <a:fillRect/>
                </a:stretch>
              </p:blipFill>
              <p:spPr>
                <a:xfrm>
                  <a:off x="821318" y="695376"/>
                  <a:ext cx="153360" cy="38232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55" name="Ink 54">
                  <a:extLst>
                    <a:ext uri="{FF2B5EF4-FFF2-40B4-BE49-F238E27FC236}">
                      <a16:creationId xmlns:a16="http://schemas.microsoft.com/office/drawing/2014/main" id="{1DCB3820-4EC5-D87A-3611-536E0AA4253D}"/>
                    </a:ext>
                  </a:extLst>
                </p14:cNvPr>
                <p14:cNvContentPartPr/>
                <p14:nvPr/>
              </p14:nvContentPartPr>
              <p14:xfrm>
                <a:off x="1772798" y="447696"/>
                <a:ext cx="196920" cy="156960"/>
              </p14:xfrm>
            </p:contentPart>
          </mc:Choice>
          <mc:Fallback>
            <p:pic>
              <p:nvPicPr>
                <p:cNvPr id="55" name="Ink 54">
                  <a:extLst>
                    <a:ext uri="{FF2B5EF4-FFF2-40B4-BE49-F238E27FC236}">
                      <a16:creationId xmlns:a16="http://schemas.microsoft.com/office/drawing/2014/main" id="{1DCB3820-4EC5-D87A-3611-536E0AA4253D}"/>
                    </a:ext>
                  </a:extLst>
                </p:cNvPr>
                <p:cNvPicPr/>
                <p:nvPr/>
              </p:nvPicPr>
              <p:blipFill>
                <a:blip r:embed="rId191"/>
                <a:stretch>
                  <a:fillRect/>
                </a:stretch>
              </p:blipFill>
              <p:spPr>
                <a:xfrm>
                  <a:off x="1768478" y="443376"/>
                  <a:ext cx="20556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56" name="Ink 55">
                  <a:extLst>
                    <a:ext uri="{FF2B5EF4-FFF2-40B4-BE49-F238E27FC236}">
                      <a16:creationId xmlns:a16="http://schemas.microsoft.com/office/drawing/2014/main" id="{2898D108-19B5-EABA-433A-2F7EFBBB3FD2}"/>
                    </a:ext>
                  </a:extLst>
                </p14:cNvPr>
                <p14:cNvContentPartPr/>
                <p14:nvPr/>
              </p14:nvContentPartPr>
              <p14:xfrm>
                <a:off x="940478" y="1046736"/>
                <a:ext cx="945360" cy="270000"/>
              </p14:xfrm>
            </p:contentPart>
          </mc:Choice>
          <mc:Fallback>
            <p:pic>
              <p:nvPicPr>
                <p:cNvPr id="56" name="Ink 55">
                  <a:extLst>
                    <a:ext uri="{FF2B5EF4-FFF2-40B4-BE49-F238E27FC236}">
                      <a16:creationId xmlns:a16="http://schemas.microsoft.com/office/drawing/2014/main" id="{2898D108-19B5-EABA-433A-2F7EFBBB3FD2}"/>
                    </a:ext>
                  </a:extLst>
                </p:cNvPr>
                <p:cNvPicPr/>
                <p:nvPr/>
              </p:nvPicPr>
              <p:blipFill>
                <a:blip r:embed="rId193"/>
                <a:stretch>
                  <a:fillRect/>
                </a:stretch>
              </p:blipFill>
              <p:spPr>
                <a:xfrm>
                  <a:off x="936158" y="1042416"/>
                  <a:ext cx="954000" cy="27864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62" name="Ink 61">
                  <a:extLst>
                    <a:ext uri="{FF2B5EF4-FFF2-40B4-BE49-F238E27FC236}">
                      <a16:creationId xmlns:a16="http://schemas.microsoft.com/office/drawing/2014/main" id="{D5A7C85B-D139-C6B9-88B8-874518827B44}"/>
                    </a:ext>
                  </a:extLst>
                </p14:cNvPr>
                <p14:cNvContentPartPr/>
                <p14:nvPr/>
              </p14:nvContentPartPr>
              <p14:xfrm>
                <a:off x="1178078" y="1378656"/>
                <a:ext cx="328680" cy="209520"/>
              </p14:xfrm>
            </p:contentPart>
          </mc:Choice>
          <mc:Fallback>
            <p:pic>
              <p:nvPicPr>
                <p:cNvPr id="62" name="Ink 61">
                  <a:extLst>
                    <a:ext uri="{FF2B5EF4-FFF2-40B4-BE49-F238E27FC236}">
                      <a16:creationId xmlns:a16="http://schemas.microsoft.com/office/drawing/2014/main" id="{D5A7C85B-D139-C6B9-88B8-874518827B44}"/>
                    </a:ext>
                  </a:extLst>
                </p:cNvPr>
                <p:cNvPicPr/>
                <p:nvPr/>
              </p:nvPicPr>
              <p:blipFill>
                <a:blip r:embed="rId195"/>
                <a:stretch>
                  <a:fillRect/>
                </a:stretch>
              </p:blipFill>
              <p:spPr>
                <a:xfrm>
                  <a:off x="1173758" y="1374336"/>
                  <a:ext cx="33732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68" name="Ink 67">
                  <a:extLst>
                    <a:ext uri="{FF2B5EF4-FFF2-40B4-BE49-F238E27FC236}">
                      <a16:creationId xmlns:a16="http://schemas.microsoft.com/office/drawing/2014/main" id="{27A40E82-1405-F33B-A31C-0E9A4075833D}"/>
                    </a:ext>
                  </a:extLst>
                </p14:cNvPr>
                <p14:cNvContentPartPr/>
                <p14:nvPr/>
              </p14:nvContentPartPr>
              <p14:xfrm>
                <a:off x="1489478" y="1514016"/>
                <a:ext cx="13320" cy="117000"/>
              </p14:xfrm>
            </p:contentPart>
          </mc:Choice>
          <mc:Fallback>
            <p:pic>
              <p:nvPicPr>
                <p:cNvPr id="68" name="Ink 67">
                  <a:extLst>
                    <a:ext uri="{FF2B5EF4-FFF2-40B4-BE49-F238E27FC236}">
                      <a16:creationId xmlns:a16="http://schemas.microsoft.com/office/drawing/2014/main" id="{27A40E82-1405-F33B-A31C-0E9A4075833D}"/>
                    </a:ext>
                  </a:extLst>
                </p:cNvPr>
                <p:cNvPicPr/>
                <p:nvPr/>
              </p:nvPicPr>
              <p:blipFill>
                <a:blip r:embed="rId197"/>
                <a:stretch>
                  <a:fillRect/>
                </a:stretch>
              </p:blipFill>
              <p:spPr>
                <a:xfrm>
                  <a:off x="1485158" y="1509696"/>
                  <a:ext cx="2196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73" name="Ink 72">
                  <a:extLst>
                    <a:ext uri="{FF2B5EF4-FFF2-40B4-BE49-F238E27FC236}">
                      <a16:creationId xmlns:a16="http://schemas.microsoft.com/office/drawing/2014/main" id="{34ABB6E2-3D29-4F09-A04E-3F5BC96AD04B}"/>
                    </a:ext>
                  </a:extLst>
                </p14:cNvPr>
                <p14:cNvContentPartPr/>
                <p14:nvPr/>
              </p14:nvContentPartPr>
              <p14:xfrm>
                <a:off x="1569758" y="1519776"/>
                <a:ext cx="20160" cy="110520"/>
              </p14:xfrm>
            </p:contentPart>
          </mc:Choice>
          <mc:Fallback>
            <p:pic>
              <p:nvPicPr>
                <p:cNvPr id="73" name="Ink 72">
                  <a:extLst>
                    <a:ext uri="{FF2B5EF4-FFF2-40B4-BE49-F238E27FC236}">
                      <a16:creationId xmlns:a16="http://schemas.microsoft.com/office/drawing/2014/main" id="{34ABB6E2-3D29-4F09-A04E-3F5BC96AD04B}"/>
                    </a:ext>
                  </a:extLst>
                </p:cNvPr>
                <p:cNvPicPr/>
                <p:nvPr/>
              </p:nvPicPr>
              <p:blipFill>
                <a:blip r:embed="rId199"/>
                <a:stretch>
                  <a:fillRect/>
                </a:stretch>
              </p:blipFill>
              <p:spPr>
                <a:xfrm>
                  <a:off x="1565438" y="1515456"/>
                  <a:ext cx="2880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736" name="Ink 735">
                  <a:extLst>
                    <a:ext uri="{FF2B5EF4-FFF2-40B4-BE49-F238E27FC236}">
                      <a16:creationId xmlns:a16="http://schemas.microsoft.com/office/drawing/2014/main" id="{839AB32F-5ADB-9AFB-318B-8D8DC7C4C99D}"/>
                    </a:ext>
                  </a:extLst>
                </p14:cNvPr>
                <p14:cNvContentPartPr/>
                <p14:nvPr/>
              </p14:nvContentPartPr>
              <p14:xfrm>
                <a:off x="1534478" y="1600416"/>
                <a:ext cx="2520" cy="6840"/>
              </p14:xfrm>
            </p:contentPart>
          </mc:Choice>
          <mc:Fallback>
            <p:pic>
              <p:nvPicPr>
                <p:cNvPr id="736" name="Ink 735">
                  <a:extLst>
                    <a:ext uri="{FF2B5EF4-FFF2-40B4-BE49-F238E27FC236}">
                      <a16:creationId xmlns:a16="http://schemas.microsoft.com/office/drawing/2014/main" id="{839AB32F-5ADB-9AFB-318B-8D8DC7C4C99D}"/>
                    </a:ext>
                  </a:extLst>
                </p:cNvPr>
                <p:cNvPicPr/>
                <p:nvPr/>
              </p:nvPicPr>
              <p:blipFill>
                <a:blip r:embed="rId46"/>
                <a:stretch>
                  <a:fillRect/>
                </a:stretch>
              </p:blipFill>
              <p:spPr>
                <a:xfrm>
                  <a:off x="1530158" y="1596096"/>
                  <a:ext cx="11160" cy="15480"/>
                </a:xfrm>
                <a:prstGeom prst="rect">
                  <a:avLst/>
                </a:prstGeom>
              </p:spPr>
            </p:pic>
          </mc:Fallback>
        </mc:AlternateContent>
      </p:grpSp>
      <p:grpSp>
        <p:nvGrpSpPr>
          <p:cNvPr id="745" name="Group 744">
            <a:extLst>
              <a:ext uri="{FF2B5EF4-FFF2-40B4-BE49-F238E27FC236}">
                <a16:creationId xmlns:a16="http://schemas.microsoft.com/office/drawing/2014/main" id="{58254FF3-AD0A-1966-55AA-793C16C4B0AD}"/>
              </a:ext>
            </a:extLst>
          </p:cNvPr>
          <p:cNvGrpSpPr/>
          <p:nvPr/>
        </p:nvGrpSpPr>
        <p:grpSpPr>
          <a:xfrm>
            <a:off x="791438" y="111096"/>
            <a:ext cx="476280" cy="373320"/>
            <a:chOff x="791438" y="111096"/>
            <a:chExt cx="476280" cy="373320"/>
          </a:xfrm>
        </p:grpSpPr>
        <mc:AlternateContent xmlns:mc="http://schemas.openxmlformats.org/markup-compatibility/2006">
          <mc:Choice xmlns:p14="http://schemas.microsoft.com/office/powerpoint/2010/main" Requires="p14">
            <p:contentPart p14:bwMode="auto" r:id="rId201">
              <p14:nvContentPartPr>
                <p14:cNvPr id="738" name="Ink 737">
                  <a:extLst>
                    <a:ext uri="{FF2B5EF4-FFF2-40B4-BE49-F238E27FC236}">
                      <a16:creationId xmlns:a16="http://schemas.microsoft.com/office/drawing/2014/main" id="{3620A732-EA4A-C17B-4104-4EFD4096D5DE}"/>
                    </a:ext>
                  </a:extLst>
                </p14:cNvPr>
                <p14:cNvContentPartPr/>
                <p14:nvPr/>
              </p14:nvContentPartPr>
              <p14:xfrm>
                <a:off x="791438" y="287856"/>
                <a:ext cx="276480" cy="187920"/>
              </p14:xfrm>
            </p:contentPart>
          </mc:Choice>
          <mc:Fallback>
            <p:pic>
              <p:nvPicPr>
                <p:cNvPr id="738" name="Ink 737">
                  <a:extLst>
                    <a:ext uri="{FF2B5EF4-FFF2-40B4-BE49-F238E27FC236}">
                      <a16:creationId xmlns:a16="http://schemas.microsoft.com/office/drawing/2014/main" id="{3620A732-EA4A-C17B-4104-4EFD4096D5DE}"/>
                    </a:ext>
                  </a:extLst>
                </p:cNvPr>
                <p:cNvPicPr/>
                <p:nvPr/>
              </p:nvPicPr>
              <p:blipFill>
                <a:blip r:embed="rId202"/>
                <a:stretch>
                  <a:fillRect/>
                </a:stretch>
              </p:blipFill>
              <p:spPr>
                <a:xfrm>
                  <a:off x="787118" y="283536"/>
                  <a:ext cx="28512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739" name="Ink 738">
                  <a:extLst>
                    <a:ext uri="{FF2B5EF4-FFF2-40B4-BE49-F238E27FC236}">
                      <a16:creationId xmlns:a16="http://schemas.microsoft.com/office/drawing/2014/main" id="{E306926E-BB22-084E-6766-AAFDFE6D432A}"/>
                    </a:ext>
                  </a:extLst>
                </p14:cNvPr>
                <p14:cNvContentPartPr/>
                <p14:nvPr/>
              </p14:nvContentPartPr>
              <p14:xfrm>
                <a:off x="1103198" y="335736"/>
                <a:ext cx="37800" cy="148680"/>
              </p14:xfrm>
            </p:contentPart>
          </mc:Choice>
          <mc:Fallback>
            <p:pic>
              <p:nvPicPr>
                <p:cNvPr id="739" name="Ink 738">
                  <a:extLst>
                    <a:ext uri="{FF2B5EF4-FFF2-40B4-BE49-F238E27FC236}">
                      <a16:creationId xmlns:a16="http://schemas.microsoft.com/office/drawing/2014/main" id="{E306926E-BB22-084E-6766-AAFDFE6D432A}"/>
                    </a:ext>
                  </a:extLst>
                </p:cNvPr>
                <p:cNvPicPr/>
                <p:nvPr/>
              </p:nvPicPr>
              <p:blipFill>
                <a:blip r:embed="rId204"/>
                <a:stretch>
                  <a:fillRect/>
                </a:stretch>
              </p:blipFill>
              <p:spPr>
                <a:xfrm>
                  <a:off x="1098878" y="331416"/>
                  <a:ext cx="46440" cy="15732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740" name="Ink 739">
                  <a:extLst>
                    <a:ext uri="{FF2B5EF4-FFF2-40B4-BE49-F238E27FC236}">
                      <a16:creationId xmlns:a16="http://schemas.microsoft.com/office/drawing/2014/main" id="{6EDE54C5-2865-B5F7-C959-59CA58BDC8B0}"/>
                    </a:ext>
                  </a:extLst>
                </p14:cNvPr>
                <p14:cNvContentPartPr/>
                <p14:nvPr/>
              </p14:nvContentPartPr>
              <p14:xfrm>
                <a:off x="1065038" y="111096"/>
                <a:ext cx="202680" cy="86760"/>
              </p14:xfrm>
            </p:contentPart>
          </mc:Choice>
          <mc:Fallback>
            <p:pic>
              <p:nvPicPr>
                <p:cNvPr id="740" name="Ink 739">
                  <a:extLst>
                    <a:ext uri="{FF2B5EF4-FFF2-40B4-BE49-F238E27FC236}">
                      <a16:creationId xmlns:a16="http://schemas.microsoft.com/office/drawing/2014/main" id="{6EDE54C5-2865-B5F7-C959-59CA58BDC8B0}"/>
                    </a:ext>
                  </a:extLst>
                </p:cNvPr>
                <p:cNvPicPr/>
                <p:nvPr/>
              </p:nvPicPr>
              <p:blipFill>
                <a:blip r:embed="rId206"/>
                <a:stretch>
                  <a:fillRect/>
                </a:stretch>
              </p:blipFill>
              <p:spPr>
                <a:xfrm>
                  <a:off x="1060718" y="106776"/>
                  <a:ext cx="211320" cy="95400"/>
                </a:xfrm>
                <a:prstGeom prst="rect">
                  <a:avLst/>
                </a:prstGeom>
              </p:spPr>
            </p:pic>
          </mc:Fallback>
        </mc:AlternateContent>
      </p:grpSp>
      <p:grpSp>
        <p:nvGrpSpPr>
          <p:cNvPr id="778" name="Group 777">
            <a:extLst>
              <a:ext uri="{FF2B5EF4-FFF2-40B4-BE49-F238E27FC236}">
                <a16:creationId xmlns:a16="http://schemas.microsoft.com/office/drawing/2014/main" id="{A4980239-CB7A-4676-BA58-A020E08D6D95}"/>
              </a:ext>
            </a:extLst>
          </p:cNvPr>
          <p:cNvGrpSpPr/>
          <p:nvPr/>
        </p:nvGrpSpPr>
        <p:grpSpPr>
          <a:xfrm>
            <a:off x="2965118" y="216"/>
            <a:ext cx="7654320" cy="2522880"/>
            <a:chOff x="2965118" y="216"/>
            <a:chExt cx="7654320" cy="2522880"/>
          </a:xfrm>
        </p:grpSpPr>
        <mc:AlternateContent xmlns:mc="http://schemas.openxmlformats.org/markup-compatibility/2006">
          <mc:Choice xmlns:p14="http://schemas.microsoft.com/office/powerpoint/2010/main" Requires="p14">
            <p:contentPart p14:bwMode="auto" r:id="rId207">
              <p14:nvContentPartPr>
                <p14:cNvPr id="252" name="Ink 251">
                  <a:extLst>
                    <a:ext uri="{FF2B5EF4-FFF2-40B4-BE49-F238E27FC236}">
                      <a16:creationId xmlns:a16="http://schemas.microsoft.com/office/drawing/2014/main" id="{D8D9006B-D806-DDBF-6274-D83B0350B4BC}"/>
                    </a:ext>
                  </a:extLst>
                </p14:cNvPr>
                <p14:cNvContentPartPr/>
                <p14:nvPr/>
              </p14:nvContentPartPr>
              <p14:xfrm>
                <a:off x="4457318" y="680976"/>
                <a:ext cx="173160" cy="20880"/>
              </p14:xfrm>
            </p:contentPart>
          </mc:Choice>
          <mc:Fallback>
            <p:pic>
              <p:nvPicPr>
                <p:cNvPr id="252" name="Ink 251">
                  <a:extLst>
                    <a:ext uri="{FF2B5EF4-FFF2-40B4-BE49-F238E27FC236}">
                      <a16:creationId xmlns:a16="http://schemas.microsoft.com/office/drawing/2014/main" id="{D8D9006B-D806-DDBF-6274-D83B0350B4BC}"/>
                    </a:ext>
                  </a:extLst>
                </p:cNvPr>
                <p:cNvPicPr/>
                <p:nvPr/>
              </p:nvPicPr>
              <p:blipFill>
                <a:blip r:embed="rId208"/>
                <a:stretch>
                  <a:fillRect/>
                </a:stretch>
              </p:blipFill>
              <p:spPr>
                <a:xfrm>
                  <a:off x="4452998" y="676656"/>
                  <a:ext cx="18180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254" name="Ink 253">
                  <a:extLst>
                    <a:ext uri="{FF2B5EF4-FFF2-40B4-BE49-F238E27FC236}">
                      <a16:creationId xmlns:a16="http://schemas.microsoft.com/office/drawing/2014/main" id="{800F25EF-F933-9CAB-5BD5-CF751C1B363E}"/>
                    </a:ext>
                  </a:extLst>
                </p14:cNvPr>
                <p14:cNvContentPartPr/>
                <p14:nvPr/>
              </p14:nvContentPartPr>
              <p14:xfrm>
                <a:off x="4459838" y="787896"/>
                <a:ext cx="205560" cy="31680"/>
              </p14:xfrm>
            </p:contentPart>
          </mc:Choice>
          <mc:Fallback>
            <p:pic>
              <p:nvPicPr>
                <p:cNvPr id="254" name="Ink 253">
                  <a:extLst>
                    <a:ext uri="{FF2B5EF4-FFF2-40B4-BE49-F238E27FC236}">
                      <a16:creationId xmlns:a16="http://schemas.microsoft.com/office/drawing/2014/main" id="{800F25EF-F933-9CAB-5BD5-CF751C1B363E}"/>
                    </a:ext>
                  </a:extLst>
                </p:cNvPr>
                <p:cNvPicPr/>
                <p:nvPr/>
              </p:nvPicPr>
              <p:blipFill>
                <a:blip r:embed="rId210"/>
                <a:stretch>
                  <a:fillRect/>
                </a:stretch>
              </p:blipFill>
              <p:spPr>
                <a:xfrm>
                  <a:off x="4455518" y="783576"/>
                  <a:ext cx="21420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256" name="Ink 255">
                  <a:extLst>
                    <a:ext uri="{FF2B5EF4-FFF2-40B4-BE49-F238E27FC236}">
                      <a16:creationId xmlns:a16="http://schemas.microsoft.com/office/drawing/2014/main" id="{8047CB03-DFB5-F7D0-B573-A13C978B8988}"/>
                    </a:ext>
                  </a:extLst>
                </p14:cNvPr>
                <p14:cNvContentPartPr/>
                <p14:nvPr/>
              </p14:nvContentPartPr>
              <p14:xfrm>
                <a:off x="4863398" y="419976"/>
                <a:ext cx="83160" cy="272880"/>
              </p14:xfrm>
            </p:contentPart>
          </mc:Choice>
          <mc:Fallback>
            <p:pic>
              <p:nvPicPr>
                <p:cNvPr id="256" name="Ink 255">
                  <a:extLst>
                    <a:ext uri="{FF2B5EF4-FFF2-40B4-BE49-F238E27FC236}">
                      <a16:creationId xmlns:a16="http://schemas.microsoft.com/office/drawing/2014/main" id="{8047CB03-DFB5-F7D0-B573-A13C978B8988}"/>
                    </a:ext>
                  </a:extLst>
                </p:cNvPr>
                <p:cNvPicPr/>
                <p:nvPr/>
              </p:nvPicPr>
              <p:blipFill>
                <a:blip r:embed="rId212"/>
                <a:stretch>
                  <a:fillRect/>
                </a:stretch>
              </p:blipFill>
              <p:spPr>
                <a:xfrm>
                  <a:off x="4859078" y="415656"/>
                  <a:ext cx="91800" cy="28152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262" name="Ink 261">
                  <a:extLst>
                    <a:ext uri="{FF2B5EF4-FFF2-40B4-BE49-F238E27FC236}">
                      <a16:creationId xmlns:a16="http://schemas.microsoft.com/office/drawing/2014/main" id="{F5D1D94C-9D26-6E0C-8313-E69534DDAF44}"/>
                    </a:ext>
                  </a:extLst>
                </p14:cNvPr>
                <p14:cNvContentPartPr/>
                <p14:nvPr/>
              </p14:nvContentPartPr>
              <p14:xfrm>
                <a:off x="4955918" y="792216"/>
                <a:ext cx="28440" cy="42480"/>
              </p14:xfrm>
            </p:contentPart>
          </mc:Choice>
          <mc:Fallback>
            <p:pic>
              <p:nvPicPr>
                <p:cNvPr id="262" name="Ink 261">
                  <a:extLst>
                    <a:ext uri="{FF2B5EF4-FFF2-40B4-BE49-F238E27FC236}">
                      <a16:creationId xmlns:a16="http://schemas.microsoft.com/office/drawing/2014/main" id="{F5D1D94C-9D26-6E0C-8313-E69534DDAF44}"/>
                    </a:ext>
                  </a:extLst>
                </p:cNvPr>
                <p:cNvPicPr/>
                <p:nvPr/>
              </p:nvPicPr>
              <p:blipFill>
                <a:blip r:embed="rId214"/>
                <a:stretch>
                  <a:fillRect/>
                </a:stretch>
              </p:blipFill>
              <p:spPr>
                <a:xfrm>
                  <a:off x="4951598" y="787896"/>
                  <a:ext cx="37080" cy="5112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265" name="Ink 264">
                  <a:extLst>
                    <a:ext uri="{FF2B5EF4-FFF2-40B4-BE49-F238E27FC236}">
                      <a16:creationId xmlns:a16="http://schemas.microsoft.com/office/drawing/2014/main" id="{CEFAF788-9008-5003-7035-C08E7ADD4EF9}"/>
                    </a:ext>
                  </a:extLst>
                </p14:cNvPr>
                <p14:cNvContentPartPr/>
                <p14:nvPr/>
              </p14:nvContentPartPr>
              <p14:xfrm>
                <a:off x="5290358" y="552456"/>
                <a:ext cx="372240" cy="90000"/>
              </p14:xfrm>
            </p:contentPart>
          </mc:Choice>
          <mc:Fallback>
            <p:pic>
              <p:nvPicPr>
                <p:cNvPr id="265" name="Ink 264">
                  <a:extLst>
                    <a:ext uri="{FF2B5EF4-FFF2-40B4-BE49-F238E27FC236}">
                      <a16:creationId xmlns:a16="http://schemas.microsoft.com/office/drawing/2014/main" id="{CEFAF788-9008-5003-7035-C08E7ADD4EF9}"/>
                    </a:ext>
                  </a:extLst>
                </p:cNvPr>
                <p:cNvPicPr/>
                <p:nvPr/>
              </p:nvPicPr>
              <p:blipFill>
                <a:blip r:embed="rId216"/>
                <a:stretch>
                  <a:fillRect/>
                </a:stretch>
              </p:blipFill>
              <p:spPr>
                <a:xfrm>
                  <a:off x="5286038" y="548136"/>
                  <a:ext cx="38088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268" name="Ink 267">
                  <a:extLst>
                    <a:ext uri="{FF2B5EF4-FFF2-40B4-BE49-F238E27FC236}">
                      <a16:creationId xmlns:a16="http://schemas.microsoft.com/office/drawing/2014/main" id="{34A09A31-E61F-5742-9E54-FB1923C9551A}"/>
                    </a:ext>
                  </a:extLst>
                </p14:cNvPr>
                <p14:cNvContentPartPr/>
                <p14:nvPr/>
              </p14:nvContentPartPr>
              <p14:xfrm>
                <a:off x="5829998" y="419976"/>
                <a:ext cx="322920" cy="190800"/>
              </p14:xfrm>
            </p:contentPart>
          </mc:Choice>
          <mc:Fallback>
            <p:pic>
              <p:nvPicPr>
                <p:cNvPr id="268" name="Ink 267">
                  <a:extLst>
                    <a:ext uri="{FF2B5EF4-FFF2-40B4-BE49-F238E27FC236}">
                      <a16:creationId xmlns:a16="http://schemas.microsoft.com/office/drawing/2014/main" id="{34A09A31-E61F-5742-9E54-FB1923C9551A}"/>
                    </a:ext>
                  </a:extLst>
                </p:cNvPr>
                <p:cNvPicPr/>
                <p:nvPr/>
              </p:nvPicPr>
              <p:blipFill>
                <a:blip r:embed="rId218"/>
                <a:stretch>
                  <a:fillRect/>
                </a:stretch>
              </p:blipFill>
              <p:spPr>
                <a:xfrm>
                  <a:off x="5825678" y="415656"/>
                  <a:ext cx="331560" cy="19944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271" name="Ink 270">
                  <a:extLst>
                    <a:ext uri="{FF2B5EF4-FFF2-40B4-BE49-F238E27FC236}">
                      <a16:creationId xmlns:a16="http://schemas.microsoft.com/office/drawing/2014/main" id="{64241EEF-1807-F399-194C-38C851A85C39}"/>
                    </a:ext>
                  </a:extLst>
                </p14:cNvPr>
                <p14:cNvContentPartPr/>
                <p14:nvPr/>
              </p14:nvContentPartPr>
              <p14:xfrm>
                <a:off x="5887958" y="332856"/>
                <a:ext cx="156240" cy="302760"/>
              </p14:xfrm>
            </p:contentPart>
          </mc:Choice>
          <mc:Fallback>
            <p:pic>
              <p:nvPicPr>
                <p:cNvPr id="271" name="Ink 270">
                  <a:extLst>
                    <a:ext uri="{FF2B5EF4-FFF2-40B4-BE49-F238E27FC236}">
                      <a16:creationId xmlns:a16="http://schemas.microsoft.com/office/drawing/2014/main" id="{64241EEF-1807-F399-194C-38C851A85C39}"/>
                    </a:ext>
                  </a:extLst>
                </p:cNvPr>
                <p:cNvPicPr/>
                <p:nvPr/>
              </p:nvPicPr>
              <p:blipFill>
                <a:blip r:embed="rId220"/>
                <a:stretch>
                  <a:fillRect/>
                </a:stretch>
              </p:blipFill>
              <p:spPr>
                <a:xfrm>
                  <a:off x="5883638" y="328536"/>
                  <a:ext cx="164880" cy="31140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328" name="Ink 327">
                  <a:extLst>
                    <a:ext uri="{FF2B5EF4-FFF2-40B4-BE49-F238E27FC236}">
                      <a16:creationId xmlns:a16="http://schemas.microsoft.com/office/drawing/2014/main" id="{50B07249-8EE0-BADE-0813-6C5AAC2EB878}"/>
                    </a:ext>
                  </a:extLst>
                </p14:cNvPr>
                <p14:cNvContentPartPr/>
                <p14:nvPr/>
              </p14:nvContentPartPr>
              <p14:xfrm>
                <a:off x="6182438" y="175536"/>
                <a:ext cx="209160" cy="141120"/>
              </p14:xfrm>
            </p:contentPart>
          </mc:Choice>
          <mc:Fallback>
            <p:pic>
              <p:nvPicPr>
                <p:cNvPr id="328" name="Ink 327">
                  <a:extLst>
                    <a:ext uri="{FF2B5EF4-FFF2-40B4-BE49-F238E27FC236}">
                      <a16:creationId xmlns:a16="http://schemas.microsoft.com/office/drawing/2014/main" id="{50B07249-8EE0-BADE-0813-6C5AAC2EB878}"/>
                    </a:ext>
                  </a:extLst>
                </p:cNvPr>
                <p:cNvPicPr/>
                <p:nvPr/>
              </p:nvPicPr>
              <p:blipFill>
                <a:blip r:embed="rId222"/>
                <a:stretch>
                  <a:fillRect/>
                </a:stretch>
              </p:blipFill>
              <p:spPr>
                <a:xfrm>
                  <a:off x="6178118" y="171216"/>
                  <a:ext cx="21780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370" name="Ink 369">
                  <a:extLst>
                    <a:ext uri="{FF2B5EF4-FFF2-40B4-BE49-F238E27FC236}">
                      <a16:creationId xmlns:a16="http://schemas.microsoft.com/office/drawing/2014/main" id="{2853060F-0C6F-C5F0-ADE9-7C45BB0F87A4}"/>
                    </a:ext>
                  </a:extLst>
                </p14:cNvPr>
                <p14:cNvContentPartPr/>
                <p14:nvPr/>
              </p14:nvContentPartPr>
              <p14:xfrm>
                <a:off x="4954478" y="885096"/>
                <a:ext cx="14760" cy="4680"/>
              </p14:xfrm>
            </p:contentPart>
          </mc:Choice>
          <mc:Fallback>
            <p:pic>
              <p:nvPicPr>
                <p:cNvPr id="370" name="Ink 369">
                  <a:extLst>
                    <a:ext uri="{FF2B5EF4-FFF2-40B4-BE49-F238E27FC236}">
                      <a16:creationId xmlns:a16="http://schemas.microsoft.com/office/drawing/2014/main" id="{2853060F-0C6F-C5F0-ADE9-7C45BB0F87A4}"/>
                    </a:ext>
                  </a:extLst>
                </p:cNvPr>
                <p:cNvPicPr/>
                <p:nvPr/>
              </p:nvPicPr>
              <p:blipFill>
                <a:blip r:embed="rId224"/>
                <a:stretch>
                  <a:fillRect/>
                </a:stretch>
              </p:blipFill>
              <p:spPr>
                <a:xfrm>
                  <a:off x="4950158" y="880776"/>
                  <a:ext cx="23400" cy="1332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377" name="Ink 376">
                  <a:extLst>
                    <a:ext uri="{FF2B5EF4-FFF2-40B4-BE49-F238E27FC236}">
                      <a16:creationId xmlns:a16="http://schemas.microsoft.com/office/drawing/2014/main" id="{E84B94FD-DB10-09E0-F040-70C53E1C0280}"/>
                    </a:ext>
                  </a:extLst>
                </p14:cNvPr>
                <p14:cNvContentPartPr/>
                <p14:nvPr/>
              </p14:nvContentPartPr>
              <p14:xfrm>
                <a:off x="4861598" y="1021896"/>
                <a:ext cx="224640" cy="402840"/>
              </p14:xfrm>
            </p:contentPart>
          </mc:Choice>
          <mc:Fallback>
            <p:pic>
              <p:nvPicPr>
                <p:cNvPr id="377" name="Ink 376">
                  <a:extLst>
                    <a:ext uri="{FF2B5EF4-FFF2-40B4-BE49-F238E27FC236}">
                      <a16:creationId xmlns:a16="http://schemas.microsoft.com/office/drawing/2014/main" id="{E84B94FD-DB10-09E0-F040-70C53E1C0280}"/>
                    </a:ext>
                  </a:extLst>
                </p:cNvPr>
                <p:cNvPicPr/>
                <p:nvPr/>
              </p:nvPicPr>
              <p:blipFill>
                <a:blip r:embed="rId226"/>
                <a:stretch>
                  <a:fillRect/>
                </a:stretch>
              </p:blipFill>
              <p:spPr>
                <a:xfrm>
                  <a:off x="4857278" y="1017576"/>
                  <a:ext cx="233280" cy="41148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394" name="Ink 393">
                  <a:extLst>
                    <a:ext uri="{FF2B5EF4-FFF2-40B4-BE49-F238E27FC236}">
                      <a16:creationId xmlns:a16="http://schemas.microsoft.com/office/drawing/2014/main" id="{EB230F0C-D4C7-E143-9CFF-16D466D25599}"/>
                    </a:ext>
                  </a:extLst>
                </p14:cNvPr>
                <p14:cNvContentPartPr/>
                <p14:nvPr/>
              </p14:nvContentPartPr>
              <p14:xfrm>
                <a:off x="4988318" y="954936"/>
                <a:ext cx="146880" cy="124560"/>
              </p14:xfrm>
            </p:contentPart>
          </mc:Choice>
          <mc:Fallback>
            <p:pic>
              <p:nvPicPr>
                <p:cNvPr id="394" name="Ink 393">
                  <a:extLst>
                    <a:ext uri="{FF2B5EF4-FFF2-40B4-BE49-F238E27FC236}">
                      <a16:creationId xmlns:a16="http://schemas.microsoft.com/office/drawing/2014/main" id="{EB230F0C-D4C7-E143-9CFF-16D466D25599}"/>
                    </a:ext>
                  </a:extLst>
                </p:cNvPr>
                <p:cNvPicPr/>
                <p:nvPr/>
              </p:nvPicPr>
              <p:blipFill>
                <a:blip r:embed="rId228"/>
                <a:stretch>
                  <a:fillRect/>
                </a:stretch>
              </p:blipFill>
              <p:spPr>
                <a:xfrm>
                  <a:off x="4983998" y="950616"/>
                  <a:ext cx="15552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410" name="Ink 409">
                  <a:extLst>
                    <a:ext uri="{FF2B5EF4-FFF2-40B4-BE49-F238E27FC236}">
                      <a16:creationId xmlns:a16="http://schemas.microsoft.com/office/drawing/2014/main" id="{05C153F4-6BBC-D4BD-021E-3F905D55AED2}"/>
                    </a:ext>
                  </a:extLst>
                </p14:cNvPr>
                <p14:cNvContentPartPr/>
                <p14:nvPr/>
              </p14:nvContentPartPr>
              <p14:xfrm>
                <a:off x="4289198" y="1634976"/>
                <a:ext cx="244440" cy="329400"/>
              </p14:xfrm>
            </p:contentPart>
          </mc:Choice>
          <mc:Fallback>
            <p:pic>
              <p:nvPicPr>
                <p:cNvPr id="410" name="Ink 409">
                  <a:extLst>
                    <a:ext uri="{FF2B5EF4-FFF2-40B4-BE49-F238E27FC236}">
                      <a16:creationId xmlns:a16="http://schemas.microsoft.com/office/drawing/2014/main" id="{05C153F4-6BBC-D4BD-021E-3F905D55AED2}"/>
                    </a:ext>
                  </a:extLst>
                </p:cNvPr>
                <p:cNvPicPr/>
                <p:nvPr/>
              </p:nvPicPr>
              <p:blipFill>
                <a:blip r:embed="rId230"/>
                <a:stretch>
                  <a:fillRect/>
                </a:stretch>
              </p:blipFill>
              <p:spPr>
                <a:xfrm>
                  <a:off x="4284878" y="1630656"/>
                  <a:ext cx="253080" cy="33804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414" name="Ink 413">
                  <a:extLst>
                    <a:ext uri="{FF2B5EF4-FFF2-40B4-BE49-F238E27FC236}">
                      <a16:creationId xmlns:a16="http://schemas.microsoft.com/office/drawing/2014/main" id="{2D11C132-1131-727C-688D-856F25CFB030}"/>
                    </a:ext>
                  </a:extLst>
                </p14:cNvPr>
                <p14:cNvContentPartPr/>
                <p14:nvPr/>
              </p14:nvContentPartPr>
              <p14:xfrm>
                <a:off x="4579358" y="1613736"/>
                <a:ext cx="19800" cy="223200"/>
              </p14:xfrm>
            </p:contentPart>
          </mc:Choice>
          <mc:Fallback>
            <p:pic>
              <p:nvPicPr>
                <p:cNvPr id="414" name="Ink 413">
                  <a:extLst>
                    <a:ext uri="{FF2B5EF4-FFF2-40B4-BE49-F238E27FC236}">
                      <a16:creationId xmlns:a16="http://schemas.microsoft.com/office/drawing/2014/main" id="{2D11C132-1131-727C-688D-856F25CFB030}"/>
                    </a:ext>
                  </a:extLst>
                </p:cNvPr>
                <p:cNvPicPr/>
                <p:nvPr/>
              </p:nvPicPr>
              <p:blipFill>
                <a:blip r:embed="rId232"/>
                <a:stretch>
                  <a:fillRect/>
                </a:stretch>
              </p:blipFill>
              <p:spPr>
                <a:xfrm>
                  <a:off x="4575038" y="1609416"/>
                  <a:ext cx="2844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233">
              <p14:nvContentPartPr>
                <p14:cNvPr id="424" name="Ink 423">
                  <a:extLst>
                    <a:ext uri="{FF2B5EF4-FFF2-40B4-BE49-F238E27FC236}">
                      <a16:creationId xmlns:a16="http://schemas.microsoft.com/office/drawing/2014/main" id="{F7028C5D-7215-9647-2423-0BC899965C29}"/>
                    </a:ext>
                  </a:extLst>
                </p14:cNvPr>
                <p14:cNvContentPartPr/>
                <p14:nvPr/>
              </p14:nvContentPartPr>
              <p14:xfrm>
                <a:off x="4521398" y="1730016"/>
                <a:ext cx="155520" cy="90000"/>
              </p14:xfrm>
            </p:contentPart>
          </mc:Choice>
          <mc:Fallback>
            <p:pic>
              <p:nvPicPr>
                <p:cNvPr id="424" name="Ink 423">
                  <a:extLst>
                    <a:ext uri="{FF2B5EF4-FFF2-40B4-BE49-F238E27FC236}">
                      <a16:creationId xmlns:a16="http://schemas.microsoft.com/office/drawing/2014/main" id="{F7028C5D-7215-9647-2423-0BC899965C29}"/>
                    </a:ext>
                  </a:extLst>
                </p:cNvPr>
                <p:cNvPicPr/>
                <p:nvPr/>
              </p:nvPicPr>
              <p:blipFill>
                <a:blip r:embed="rId234"/>
                <a:stretch>
                  <a:fillRect/>
                </a:stretch>
              </p:blipFill>
              <p:spPr>
                <a:xfrm>
                  <a:off x="4517078" y="1725696"/>
                  <a:ext cx="16416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235">
              <p14:nvContentPartPr>
                <p14:cNvPr id="430" name="Ink 429">
                  <a:extLst>
                    <a:ext uri="{FF2B5EF4-FFF2-40B4-BE49-F238E27FC236}">
                      <a16:creationId xmlns:a16="http://schemas.microsoft.com/office/drawing/2014/main" id="{41514719-57ED-B9E2-440A-71CF6ECC2178}"/>
                    </a:ext>
                  </a:extLst>
                </p14:cNvPr>
                <p14:cNvContentPartPr/>
                <p14:nvPr/>
              </p14:nvContentPartPr>
              <p14:xfrm>
                <a:off x="4648838" y="1717416"/>
                <a:ext cx="113040" cy="90000"/>
              </p14:xfrm>
            </p:contentPart>
          </mc:Choice>
          <mc:Fallback>
            <p:pic>
              <p:nvPicPr>
                <p:cNvPr id="430" name="Ink 429">
                  <a:extLst>
                    <a:ext uri="{FF2B5EF4-FFF2-40B4-BE49-F238E27FC236}">
                      <a16:creationId xmlns:a16="http://schemas.microsoft.com/office/drawing/2014/main" id="{41514719-57ED-B9E2-440A-71CF6ECC2178}"/>
                    </a:ext>
                  </a:extLst>
                </p:cNvPr>
                <p:cNvPicPr/>
                <p:nvPr/>
              </p:nvPicPr>
              <p:blipFill>
                <a:blip r:embed="rId236"/>
                <a:stretch>
                  <a:fillRect/>
                </a:stretch>
              </p:blipFill>
              <p:spPr>
                <a:xfrm>
                  <a:off x="4644518" y="1713096"/>
                  <a:ext cx="12168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437" name="Ink 436">
                  <a:extLst>
                    <a:ext uri="{FF2B5EF4-FFF2-40B4-BE49-F238E27FC236}">
                      <a16:creationId xmlns:a16="http://schemas.microsoft.com/office/drawing/2014/main" id="{8FC08B9A-0F85-E1AB-0EFD-CBC3BCED1436}"/>
                    </a:ext>
                  </a:extLst>
                </p14:cNvPr>
                <p14:cNvContentPartPr/>
                <p14:nvPr/>
              </p14:nvContentPartPr>
              <p14:xfrm>
                <a:off x="4770518" y="1631736"/>
                <a:ext cx="85320" cy="155520"/>
              </p14:xfrm>
            </p:contentPart>
          </mc:Choice>
          <mc:Fallback>
            <p:pic>
              <p:nvPicPr>
                <p:cNvPr id="437" name="Ink 436">
                  <a:extLst>
                    <a:ext uri="{FF2B5EF4-FFF2-40B4-BE49-F238E27FC236}">
                      <a16:creationId xmlns:a16="http://schemas.microsoft.com/office/drawing/2014/main" id="{8FC08B9A-0F85-E1AB-0EFD-CBC3BCED1436}"/>
                    </a:ext>
                  </a:extLst>
                </p:cNvPr>
                <p:cNvPicPr/>
                <p:nvPr/>
              </p:nvPicPr>
              <p:blipFill>
                <a:blip r:embed="rId238"/>
                <a:stretch>
                  <a:fillRect/>
                </a:stretch>
              </p:blipFill>
              <p:spPr>
                <a:xfrm>
                  <a:off x="4766198" y="1627416"/>
                  <a:ext cx="9396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239">
              <p14:nvContentPartPr>
                <p14:cNvPr id="443" name="Ink 442">
                  <a:extLst>
                    <a:ext uri="{FF2B5EF4-FFF2-40B4-BE49-F238E27FC236}">
                      <a16:creationId xmlns:a16="http://schemas.microsoft.com/office/drawing/2014/main" id="{70794CE5-B4DF-95BE-C06E-30FC25F5A19D}"/>
                    </a:ext>
                  </a:extLst>
                </p14:cNvPr>
                <p14:cNvContentPartPr/>
                <p14:nvPr/>
              </p14:nvContentPartPr>
              <p14:xfrm>
                <a:off x="4820558" y="1676016"/>
                <a:ext cx="15480" cy="7920"/>
              </p14:xfrm>
            </p:contentPart>
          </mc:Choice>
          <mc:Fallback>
            <p:pic>
              <p:nvPicPr>
                <p:cNvPr id="443" name="Ink 442">
                  <a:extLst>
                    <a:ext uri="{FF2B5EF4-FFF2-40B4-BE49-F238E27FC236}">
                      <a16:creationId xmlns:a16="http://schemas.microsoft.com/office/drawing/2014/main" id="{70794CE5-B4DF-95BE-C06E-30FC25F5A19D}"/>
                    </a:ext>
                  </a:extLst>
                </p:cNvPr>
                <p:cNvPicPr/>
                <p:nvPr/>
              </p:nvPicPr>
              <p:blipFill>
                <a:blip r:embed="rId133"/>
                <a:stretch>
                  <a:fillRect/>
                </a:stretch>
              </p:blipFill>
              <p:spPr>
                <a:xfrm>
                  <a:off x="4816238" y="1671696"/>
                  <a:ext cx="24120" cy="1656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444" name="Ink 443">
                  <a:extLst>
                    <a:ext uri="{FF2B5EF4-FFF2-40B4-BE49-F238E27FC236}">
                      <a16:creationId xmlns:a16="http://schemas.microsoft.com/office/drawing/2014/main" id="{33755358-D100-47FE-FB15-252DA92127AA}"/>
                    </a:ext>
                  </a:extLst>
                </p14:cNvPr>
                <p14:cNvContentPartPr/>
                <p14:nvPr/>
              </p14:nvContentPartPr>
              <p14:xfrm>
                <a:off x="4874198" y="1717056"/>
                <a:ext cx="84600" cy="69120"/>
              </p14:xfrm>
            </p:contentPart>
          </mc:Choice>
          <mc:Fallback>
            <p:pic>
              <p:nvPicPr>
                <p:cNvPr id="444" name="Ink 443">
                  <a:extLst>
                    <a:ext uri="{FF2B5EF4-FFF2-40B4-BE49-F238E27FC236}">
                      <a16:creationId xmlns:a16="http://schemas.microsoft.com/office/drawing/2014/main" id="{33755358-D100-47FE-FB15-252DA92127AA}"/>
                    </a:ext>
                  </a:extLst>
                </p:cNvPr>
                <p:cNvPicPr/>
                <p:nvPr/>
              </p:nvPicPr>
              <p:blipFill>
                <a:blip r:embed="rId241"/>
                <a:stretch>
                  <a:fillRect/>
                </a:stretch>
              </p:blipFill>
              <p:spPr>
                <a:xfrm>
                  <a:off x="4869878" y="1712376"/>
                  <a:ext cx="93240" cy="7776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445" name="Ink 444">
                  <a:extLst>
                    <a:ext uri="{FF2B5EF4-FFF2-40B4-BE49-F238E27FC236}">
                      <a16:creationId xmlns:a16="http://schemas.microsoft.com/office/drawing/2014/main" id="{0F9967BE-C139-75CA-66B4-CECF5862248F}"/>
                    </a:ext>
                  </a:extLst>
                </p14:cNvPr>
                <p14:cNvContentPartPr/>
                <p14:nvPr/>
              </p14:nvContentPartPr>
              <p14:xfrm>
                <a:off x="4976078" y="1579536"/>
                <a:ext cx="126720" cy="186480"/>
              </p14:xfrm>
            </p:contentPart>
          </mc:Choice>
          <mc:Fallback>
            <p:pic>
              <p:nvPicPr>
                <p:cNvPr id="445" name="Ink 444">
                  <a:extLst>
                    <a:ext uri="{FF2B5EF4-FFF2-40B4-BE49-F238E27FC236}">
                      <a16:creationId xmlns:a16="http://schemas.microsoft.com/office/drawing/2014/main" id="{0F9967BE-C139-75CA-66B4-CECF5862248F}"/>
                    </a:ext>
                  </a:extLst>
                </p:cNvPr>
                <p:cNvPicPr/>
                <p:nvPr/>
              </p:nvPicPr>
              <p:blipFill>
                <a:blip r:embed="rId243"/>
                <a:stretch>
                  <a:fillRect/>
                </a:stretch>
              </p:blipFill>
              <p:spPr>
                <a:xfrm>
                  <a:off x="4971758" y="1575216"/>
                  <a:ext cx="135360" cy="19512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446" name="Ink 445">
                  <a:extLst>
                    <a:ext uri="{FF2B5EF4-FFF2-40B4-BE49-F238E27FC236}">
                      <a16:creationId xmlns:a16="http://schemas.microsoft.com/office/drawing/2014/main" id="{AD091CC7-C55E-4367-142A-A1DB97D3A336}"/>
                    </a:ext>
                  </a:extLst>
                </p14:cNvPr>
                <p14:cNvContentPartPr/>
                <p14:nvPr/>
              </p14:nvContentPartPr>
              <p14:xfrm>
                <a:off x="5068238" y="1630656"/>
                <a:ext cx="29160" cy="8280"/>
              </p14:xfrm>
            </p:contentPart>
          </mc:Choice>
          <mc:Fallback>
            <p:pic>
              <p:nvPicPr>
                <p:cNvPr id="446" name="Ink 445">
                  <a:extLst>
                    <a:ext uri="{FF2B5EF4-FFF2-40B4-BE49-F238E27FC236}">
                      <a16:creationId xmlns:a16="http://schemas.microsoft.com/office/drawing/2014/main" id="{AD091CC7-C55E-4367-142A-A1DB97D3A336}"/>
                    </a:ext>
                  </a:extLst>
                </p:cNvPr>
                <p:cNvPicPr/>
                <p:nvPr/>
              </p:nvPicPr>
              <p:blipFill>
                <a:blip r:embed="rId245"/>
                <a:stretch>
                  <a:fillRect/>
                </a:stretch>
              </p:blipFill>
              <p:spPr>
                <a:xfrm>
                  <a:off x="5063918" y="1626336"/>
                  <a:ext cx="37800" cy="1692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447" name="Ink 446">
                  <a:extLst>
                    <a:ext uri="{FF2B5EF4-FFF2-40B4-BE49-F238E27FC236}">
                      <a16:creationId xmlns:a16="http://schemas.microsoft.com/office/drawing/2014/main" id="{BC33EBA5-73BC-97DA-58CB-6320E6370842}"/>
                    </a:ext>
                  </a:extLst>
                </p14:cNvPr>
                <p14:cNvContentPartPr/>
                <p14:nvPr/>
              </p14:nvContentPartPr>
              <p14:xfrm>
                <a:off x="5154278" y="1644696"/>
                <a:ext cx="107640" cy="87120"/>
              </p14:xfrm>
            </p:contentPart>
          </mc:Choice>
          <mc:Fallback>
            <p:pic>
              <p:nvPicPr>
                <p:cNvPr id="447" name="Ink 446">
                  <a:extLst>
                    <a:ext uri="{FF2B5EF4-FFF2-40B4-BE49-F238E27FC236}">
                      <a16:creationId xmlns:a16="http://schemas.microsoft.com/office/drawing/2014/main" id="{BC33EBA5-73BC-97DA-58CB-6320E6370842}"/>
                    </a:ext>
                  </a:extLst>
                </p:cNvPr>
                <p:cNvPicPr/>
                <p:nvPr/>
              </p:nvPicPr>
              <p:blipFill>
                <a:blip r:embed="rId247"/>
                <a:stretch>
                  <a:fillRect/>
                </a:stretch>
              </p:blipFill>
              <p:spPr>
                <a:xfrm>
                  <a:off x="5149958" y="1640376"/>
                  <a:ext cx="116280" cy="9576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448" name="Ink 447">
                  <a:extLst>
                    <a:ext uri="{FF2B5EF4-FFF2-40B4-BE49-F238E27FC236}">
                      <a16:creationId xmlns:a16="http://schemas.microsoft.com/office/drawing/2014/main" id="{D52BEA6C-DCCF-D498-7FF1-3EEFF6D51D04}"/>
                    </a:ext>
                  </a:extLst>
                </p14:cNvPr>
                <p14:cNvContentPartPr/>
                <p14:nvPr/>
              </p14:nvContentPartPr>
              <p14:xfrm>
                <a:off x="5266238" y="1459656"/>
                <a:ext cx="226440" cy="243720"/>
              </p14:xfrm>
            </p:contentPart>
          </mc:Choice>
          <mc:Fallback>
            <p:pic>
              <p:nvPicPr>
                <p:cNvPr id="448" name="Ink 447">
                  <a:extLst>
                    <a:ext uri="{FF2B5EF4-FFF2-40B4-BE49-F238E27FC236}">
                      <a16:creationId xmlns:a16="http://schemas.microsoft.com/office/drawing/2014/main" id="{D52BEA6C-DCCF-D498-7FF1-3EEFF6D51D04}"/>
                    </a:ext>
                  </a:extLst>
                </p:cNvPr>
                <p:cNvPicPr/>
                <p:nvPr/>
              </p:nvPicPr>
              <p:blipFill>
                <a:blip r:embed="rId249"/>
                <a:stretch>
                  <a:fillRect/>
                </a:stretch>
              </p:blipFill>
              <p:spPr>
                <a:xfrm>
                  <a:off x="5261918" y="1455336"/>
                  <a:ext cx="235080" cy="25236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449" name="Ink 448">
                  <a:extLst>
                    <a:ext uri="{FF2B5EF4-FFF2-40B4-BE49-F238E27FC236}">
                      <a16:creationId xmlns:a16="http://schemas.microsoft.com/office/drawing/2014/main" id="{A546C399-1154-607C-25A7-662B2D2471AA}"/>
                    </a:ext>
                  </a:extLst>
                </p14:cNvPr>
                <p14:cNvContentPartPr/>
                <p14:nvPr/>
              </p14:nvContentPartPr>
              <p14:xfrm>
                <a:off x="4596638" y="1941696"/>
                <a:ext cx="247320" cy="291600"/>
              </p14:xfrm>
            </p:contentPart>
          </mc:Choice>
          <mc:Fallback>
            <p:pic>
              <p:nvPicPr>
                <p:cNvPr id="449" name="Ink 448">
                  <a:extLst>
                    <a:ext uri="{FF2B5EF4-FFF2-40B4-BE49-F238E27FC236}">
                      <a16:creationId xmlns:a16="http://schemas.microsoft.com/office/drawing/2014/main" id="{A546C399-1154-607C-25A7-662B2D2471AA}"/>
                    </a:ext>
                  </a:extLst>
                </p:cNvPr>
                <p:cNvPicPr/>
                <p:nvPr/>
              </p:nvPicPr>
              <p:blipFill>
                <a:blip r:embed="rId251"/>
                <a:stretch>
                  <a:fillRect/>
                </a:stretch>
              </p:blipFill>
              <p:spPr>
                <a:xfrm>
                  <a:off x="4592318" y="1937376"/>
                  <a:ext cx="255960" cy="30024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450" name="Ink 449">
                  <a:extLst>
                    <a:ext uri="{FF2B5EF4-FFF2-40B4-BE49-F238E27FC236}">
                      <a16:creationId xmlns:a16="http://schemas.microsoft.com/office/drawing/2014/main" id="{81BEC72F-47B0-98FD-DC2D-44349C194915}"/>
                    </a:ext>
                  </a:extLst>
                </p14:cNvPr>
                <p14:cNvContentPartPr/>
                <p14:nvPr/>
              </p14:nvContentPartPr>
              <p14:xfrm>
                <a:off x="4800038" y="1973016"/>
                <a:ext cx="14040" cy="22320"/>
              </p14:xfrm>
            </p:contentPart>
          </mc:Choice>
          <mc:Fallback>
            <p:pic>
              <p:nvPicPr>
                <p:cNvPr id="450" name="Ink 449">
                  <a:extLst>
                    <a:ext uri="{FF2B5EF4-FFF2-40B4-BE49-F238E27FC236}">
                      <a16:creationId xmlns:a16="http://schemas.microsoft.com/office/drawing/2014/main" id="{81BEC72F-47B0-98FD-DC2D-44349C194915}"/>
                    </a:ext>
                  </a:extLst>
                </p:cNvPr>
                <p:cNvPicPr/>
                <p:nvPr/>
              </p:nvPicPr>
              <p:blipFill>
                <a:blip r:embed="rId253"/>
                <a:stretch>
                  <a:fillRect/>
                </a:stretch>
              </p:blipFill>
              <p:spPr>
                <a:xfrm>
                  <a:off x="4795718" y="1968696"/>
                  <a:ext cx="2268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451" name="Ink 450">
                  <a:extLst>
                    <a:ext uri="{FF2B5EF4-FFF2-40B4-BE49-F238E27FC236}">
                      <a16:creationId xmlns:a16="http://schemas.microsoft.com/office/drawing/2014/main" id="{0F6548EE-3F84-D991-0858-52F0BE34B098}"/>
                    </a:ext>
                  </a:extLst>
                </p14:cNvPr>
                <p14:cNvContentPartPr/>
                <p14:nvPr/>
              </p14:nvContentPartPr>
              <p14:xfrm>
                <a:off x="4864838" y="2048616"/>
                <a:ext cx="105120" cy="91440"/>
              </p14:xfrm>
            </p:contentPart>
          </mc:Choice>
          <mc:Fallback>
            <p:pic>
              <p:nvPicPr>
                <p:cNvPr id="451" name="Ink 450">
                  <a:extLst>
                    <a:ext uri="{FF2B5EF4-FFF2-40B4-BE49-F238E27FC236}">
                      <a16:creationId xmlns:a16="http://schemas.microsoft.com/office/drawing/2014/main" id="{0F6548EE-3F84-D991-0858-52F0BE34B098}"/>
                    </a:ext>
                  </a:extLst>
                </p:cNvPr>
                <p:cNvPicPr/>
                <p:nvPr/>
              </p:nvPicPr>
              <p:blipFill>
                <a:blip r:embed="rId255"/>
                <a:stretch>
                  <a:fillRect/>
                </a:stretch>
              </p:blipFill>
              <p:spPr>
                <a:xfrm>
                  <a:off x="4860518" y="2044296"/>
                  <a:ext cx="11376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452" name="Ink 451">
                  <a:extLst>
                    <a:ext uri="{FF2B5EF4-FFF2-40B4-BE49-F238E27FC236}">
                      <a16:creationId xmlns:a16="http://schemas.microsoft.com/office/drawing/2014/main" id="{583EA6BA-2DD4-C876-FEA2-5B7BB4C477B7}"/>
                    </a:ext>
                  </a:extLst>
                </p14:cNvPr>
                <p14:cNvContentPartPr/>
                <p14:nvPr/>
              </p14:nvContentPartPr>
              <p14:xfrm>
                <a:off x="5024678" y="1915056"/>
                <a:ext cx="31320" cy="187200"/>
              </p14:xfrm>
            </p:contentPart>
          </mc:Choice>
          <mc:Fallback>
            <p:pic>
              <p:nvPicPr>
                <p:cNvPr id="452" name="Ink 451">
                  <a:extLst>
                    <a:ext uri="{FF2B5EF4-FFF2-40B4-BE49-F238E27FC236}">
                      <a16:creationId xmlns:a16="http://schemas.microsoft.com/office/drawing/2014/main" id="{583EA6BA-2DD4-C876-FEA2-5B7BB4C477B7}"/>
                    </a:ext>
                  </a:extLst>
                </p:cNvPr>
                <p:cNvPicPr/>
                <p:nvPr/>
              </p:nvPicPr>
              <p:blipFill>
                <a:blip r:embed="rId257"/>
                <a:stretch>
                  <a:fillRect/>
                </a:stretch>
              </p:blipFill>
              <p:spPr>
                <a:xfrm>
                  <a:off x="5020358" y="1910736"/>
                  <a:ext cx="3996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453" name="Ink 452">
                  <a:extLst>
                    <a:ext uri="{FF2B5EF4-FFF2-40B4-BE49-F238E27FC236}">
                      <a16:creationId xmlns:a16="http://schemas.microsoft.com/office/drawing/2014/main" id="{33C79AD0-57B6-F0B9-22BA-55F8E5B3C519}"/>
                    </a:ext>
                  </a:extLst>
                </p14:cNvPr>
                <p14:cNvContentPartPr/>
                <p14:nvPr/>
              </p14:nvContentPartPr>
              <p14:xfrm>
                <a:off x="4992998" y="1991016"/>
                <a:ext cx="347760" cy="83520"/>
              </p14:xfrm>
            </p:contentPart>
          </mc:Choice>
          <mc:Fallback>
            <p:pic>
              <p:nvPicPr>
                <p:cNvPr id="453" name="Ink 452">
                  <a:extLst>
                    <a:ext uri="{FF2B5EF4-FFF2-40B4-BE49-F238E27FC236}">
                      <a16:creationId xmlns:a16="http://schemas.microsoft.com/office/drawing/2014/main" id="{33C79AD0-57B6-F0B9-22BA-55F8E5B3C519}"/>
                    </a:ext>
                  </a:extLst>
                </p:cNvPr>
                <p:cNvPicPr/>
                <p:nvPr/>
              </p:nvPicPr>
              <p:blipFill>
                <a:blip r:embed="rId259"/>
                <a:stretch>
                  <a:fillRect/>
                </a:stretch>
              </p:blipFill>
              <p:spPr>
                <a:xfrm>
                  <a:off x="4988678" y="1986696"/>
                  <a:ext cx="35640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454" name="Ink 453">
                  <a:extLst>
                    <a:ext uri="{FF2B5EF4-FFF2-40B4-BE49-F238E27FC236}">
                      <a16:creationId xmlns:a16="http://schemas.microsoft.com/office/drawing/2014/main" id="{B78B57B1-ED3C-BA61-C4DE-478B053F1788}"/>
                    </a:ext>
                  </a:extLst>
                </p14:cNvPr>
                <p14:cNvContentPartPr/>
                <p14:nvPr/>
              </p14:nvContentPartPr>
              <p14:xfrm>
                <a:off x="5380718" y="1951056"/>
                <a:ext cx="211320" cy="79200"/>
              </p14:xfrm>
            </p:contentPart>
          </mc:Choice>
          <mc:Fallback>
            <p:pic>
              <p:nvPicPr>
                <p:cNvPr id="454" name="Ink 453">
                  <a:extLst>
                    <a:ext uri="{FF2B5EF4-FFF2-40B4-BE49-F238E27FC236}">
                      <a16:creationId xmlns:a16="http://schemas.microsoft.com/office/drawing/2014/main" id="{B78B57B1-ED3C-BA61-C4DE-478B053F1788}"/>
                    </a:ext>
                  </a:extLst>
                </p:cNvPr>
                <p:cNvPicPr/>
                <p:nvPr/>
              </p:nvPicPr>
              <p:blipFill>
                <a:blip r:embed="rId261"/>
                <a:stretch>
                  <a:fillRect/>
                </a:stretch>
              </p:blipFill>
              <p:spPr>
                <a:xfrm>
                  <a:off x="5376398" y="1946736"/>
                  <a:ext cx="219960" cy="8784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461" name="Ink 460">
                  <a:extLst>
                    <a:ext uri="{FF2B5EF4-FFF2-40B4-BE49-F238E27FC236}">
                      <a16:creationId xmlns:a16="http://schemas.microsoft.com/office/drawing/2014/main" id="{FE618648-FBE5-FE88-0233-25573C140E0F}"/>
                    </a:ext>
                  </a:extLst>
                </p14:cNvPr>
                <p14:cNvContentPartPr/>
                <p14:nvPr/>
              </p14:nvContentPartPr>
              <p14:xfrm>
                <a:off x="5870318" y="1372176"/>
                <a:ext cx="361080" cy="135360"/>
              </p14:xfrm>
            </p:contentPart>
          </mc:Choice>
          <mc:Fallback>
            <p:pic>
              <p:nvPicPr>
                <p:cNvPr id="461" name="Ink 460">
                  <a:extLst>
                    <a:ext uri="{FF2B5EF4-FFF2-40B4-BE49-F238E27FC236}">
                      <a16:creationId xmlns:a16="http://schemas.microsoft.com/office/drawing/2014/main" id="{FE618648-FBE5-FE88-0233-25573C140E0F}"/>
                    </a:ext>
                  </a:extLst>
                </p:cNvPr>
                <p:cNvPicPr/>
                <p:nvPr/>
              </p:nvPicPr>
              <p:blipFill>
                <a:blip r:embed="rId263"/>
                <a:stretch>
                  <a:fillRect/>
                </a:stretch>
              </p:blipFill>
              <p:spPr>
                <a:xfrm>
                  <a:off x="5865998" y="1367856"/>
                  <a:ext cx="36972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457" name="Ink 456">
                  <a:extLst>
                    <a:ext uri="{FF2B5EF4-FFF2-40B4-BE49-F238E27FC236}">
                      <a16:creationId xmlns:a16="http://schemas.microsoft.com/office/drawing/2014/main" id="{7E0EE61D-413A-90E2-FED6-B0162B430DFF}"/>
                    </a:ext>
                  </a:extLst>
                </p14:cNvPr>
                <p14:cNvContentPartPr/>
                <p14:nvPr/>
              </p14:nvContentPartPr>
              <p14:xfrm>
                <a:off x="6492758" y="1170576"/>
                <a:ext cx="111960" cy="215280"/>
              </p14:xfrm>
            </p:contentPart>
          </mc:Choice>
          <mc:Fallback>
            <p:pic>
              <p:nvPicPr>
                <p:cNvPr id="457" name="Ink 456">
                  <a:extLst>
                    <a:ext uri="{FF2B5EF4-FFF2-40B4-BE49-F238E27FC236}">
                      <a16:creationId xmlns:a16="http://schemas.microsoft.com/office/drawing/2014/main" id="{7E0EE61D-413A-90E2-FED6-B0162B430DFF}"/>
                    </a:ext>
                  </a:extLst>
                </p:cNvPr>
                <p:cNvPicPr/>
                <p:nvPr/>
              </p:nvPicPr>
              <p:blipFill>
                <a:blip r:embed="rId265"/>
                <a:stretch>
                  <a:fillRect/>
                </a:stretch>
              </p:blipFill>
              <p:spPr>
                <a:xfrm>
                  <a:off x="6488438" y="1166256"/>
                  <a:ext cx="12060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458" name="Ink 457">
                  <a:extLst>
                    <a:ext uri="{FF2B5EF4-FFF2-40B4-BE49-F238E27FC236}">
                      <a16:creationId xmlns:a16="http://schemas.microsoft.com/office/drawing/2014/main" id="{56544ED9-B83C-A260-3626-1B6D52FAB63D}"/>
                    </a:ext>
                  </a:extLst>
                </p14:cNvPr>
                <p14:cNvContentPartPr/>
                <p14:nvPr/>
              </p14:nvContentPartPr>
              <p14:xfrm>
                <a:off x="6632078" y="1075536"/>
                <a:ext cx="236160" cy="250920"/>
              </p14:xfrm>
            </p:contentPart>
          </mc:Choice>
          <mc:Fallback>
            <p:pic>
              <p:nvPicPr>
                <p:cNvPr id="458" name="Ink 457">
                  <a:extLst>
                    <a:ext uri="{FF2B5EF4-FFF2-40B4-BE49-F238E27FC236}">
                      <a16:creationId xmlns:a16="http://schemas.microsoft.com/office/drawing/2014/main" id="{56544ED9-B83C-A260-3626-1B6D52FAB63D}"/>
                    </a:ext>
                  </a:extLst>
                </p:cNvPr>
                <p:cNvPicPr/>
                <p:nvPr/>
              </p:nvPicPr>
              <p:blipFill>
                <a:blip r:embed="rId267"/>
                <a:stretch>
                  <a:fillRect/>
                </a:stretch>
              </p:blipFill>
              <p:spPr>
                <a:xfrm>
                  <a:off x="6627758" y="1071216"/>
                  <a:ext cx="244800" cy="25956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459" name="Ink 458">
                  <a:extLst>
                    <a:ext uri="{FF2B5EF4-FFF2-40B4-BE49-F238E27FC236}">
                      <a16:creationId xmlns:a16="http://schemas.microsoft.com/office/drawing/2014/main" id="{E43B08D5-ABD5-BB87-4D3C-C0AD665DD759}"/>
                    </a:ext>
                  </a:extLst>
                </p14:cNvPr>
                <p14:cNvContentPartPr/>
                <p14:nvPr/>
              </p14:nvContentPartPr>
              <p14:xfrm>
                <a:off x="6795518" y="1148616"/>
                <a:ext cx="12960" cy="15840"/>
              </p14:xfrm>
            </p:contentPart>
          </mc:Choice>
          <mc:Fallback>
            <p:pic>
              <p:nvPicPr>
                <p:cNvPr id="459" name="Ink 458">
                  <a:extLst>
                    <a:ext uri="{FF2B5EF4-FFF2-40B4-BE49-F238E27FC236}">
                      <a16:creationId xmlns:a16="http://schemas.microsoft.com/office/drawing/2014/main" id="{E43B08D5-ABD5-BB87-4D3C-C0AD665DD759}"/>
                    </a:ext>
                  </a:extLst>
                </p:cNvPr>
                <p:cNvPicPr/>
                <p:nvPr/>
              </p:nvPicPr>
              <p:blipFill>
                <a:blip r:embed="rId269"/>
                <a:stretch>
                  <a:fillRect/>
                </a:stretch>
              </p:blipFill>
              <p:spPr>
                <a:xfrm>
                  <a:off x="6791198" y="1144296"/>
                  <a:ext cx="2160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462" name="Ink 461">
                  <a:extLst>
                    <a:ext uri="{FF2B5EF4-FFF2-40B4-BE49-F238E27FC236}">
                      <a16:creationId xmlns:a16="http://schemas.microsoft.com/office/drawing/2014/main" id="{7EA344F5-7ED7-4171-E961-8AAA8ED13FA7}"/>
                    </a:ext>
                  </a:extLst>
                </p14:cNvPr>
                <p14:cNvContentPartPr/>
                <p14:nvPr/>
              </p14:nvContentPartPr>
              <p14:xfrm>
                <a:off x="6938078" y="1082736"/>
                <a:ext cx="129600" cy="186120"/>
              </p14:xfrm>
            </p:contentPart>
          </mc:Choice>
          <mc:Fallback>
            <p:pic>
              <p:nvPicPr>
                <p:cNvPr id="462" name="Ink 461">
                  <a:extLst>
                    <a:ext uri="{FF2B5EF4-FFF2-40B4-BE49-F238E27FC236}">
                      <a16:creationId xmlns:a16="http://schemas.microsoft.com/office/drawing/2014/main" id="{7EA344F5-7ED7-4171-E961-8AAA8ED13FA7}"/>
                    </a:ext>
                  </a:extLst>
                </p:cNvPr>
                <p:cNvPicPr/>
                <p:nvPr/>
              </p:nvPicPr>
              <p:blipFill>
                <a:blip r:embed="rId271"/>
                <a:stretch>
                  <a:fillRect/>
                </a:stretch>
              </p:blipFill>
              <p:spPr>
                <a:xfrm>
                  <a:off x="6933758" y="1078416"/>
                  <a:ext cx="138240" cy="19476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463" name="Ink 462">
                  <a:extLst>
                    <a:ext uri="{FF2B5EF4-FFF2-40B4-BE49-F238E27FC236}">
                      <a16:creationId xmlns:a16="http://schemas.microsoft.com/office/drawing/2014/main" id="{381B4B6B-943A-C8AE-F6BE-6650336860A5}"/>
                    </a:ext>
                  </a:extLst>
                </p14:cNvPr>
                <p14:cNvContentPartPr/>
                <p14:nvPr/>
              </p14:nvContentPartPr>
              <p14:xfrm>
                <a:off x="7109078" y="1111536"/>
                <a:ext cx="356400" cy="192600"/>
              </p14:xfrm>
            </p:contentPart>
          </mc:Choice>
          <mc:Fallback>
            <p:pic>
              <p:nvPicPr>
                <p:cNvPr id="463" name="Ink 462">
                  <a:extLst>
                    <a:ext uri="{FF2B5EF4-FFF2-40B4-BE49-F238E27FC236}">
                      <a16:creationId xmlns:a16="http://schemas.microsoft.com/office/drawing/2014/main" id="{381B4B6B-943A-C8AE-F6BE-6650336860A5}"/>
                    </a:ext>
                  </a:extLst>
                </p:cNvPr>
                <p:cNvPicPr/>
                <p:nvPr/>
              </p:nvPicPr>
              <p:blipFill>
                <a:blip r:embed="rId273"/>
                <a:stretch>
                  <a:fillRect/>
                </a:stretch>
              </p:blipFill>
              <p:spPr>
                <a:xfrm>
                  <a:off x="7104758" y="1107216"/>
                  <a:ext cx="36504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464" name="Ink 463">
                  <a:extLst>
                    <a:ext uri="{FF2B5EF4-FFF2-40B4-BE49-F238E27FC236}">
                      <a16:creationId xmlns:a16="http://schemas.microsoft.com/office/drawing/2014/main" id="{BD1550C9-1130-7524-FB8D-9B0308E165A4}"/>
                    </a:ext>
                  </a:extLst>
                </p14:cNvPr>
                <p14:cNvContentPartPr/>
                <p14:nvPr/>
              </p14:nvContentPartPr>
              <p14:xfrm>
                <a:off x="7434158" y="1087776"/>
                <a:ext cx="326520" cy="118440"/>
              </p14:xfrm>
            </p:contentPart>
          </mc:Choice>
          <mc:Fallback>
            <p:pic>
              <p:nvPicPr>
                <p:cNvPr id="464" name="Ink 463">
                  <a:extLst>
                    <a:ext uri="{FF2B5EF4-FFF2-40B4-BE49-F238E27FC236}">
                      <a16:creationId xmlns:a16="http://schemas.microsoft.com/office/drawing/2014/main" id="{BD1550C9-1130-7524-FB8D-9B0308E165A4}"/>
                    </a:ext>
                  </a:extLst>
                </p:cNvPr>
                <p:cNvPicPr/>
                <p:nvPr/>
              </p:nvPicPr>
              <p:blipFill>
                <a:blip r:embed="rId275"/>
                <a:stretch>
                  <a:fillRect/>
                </a:stretch>
              </p:blipFill>
              <p:spPr>
                <a:xfrm>
                  <a:off x="7429838" y="1083456"/>
                  <a:ext cx="33516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465" name="Ink 464">
                  <a:extLst>
                    <a:ext uri="{FF2B5EF4-FFF2-40B4-BE49-F238E27FC236}">
                      <a16:creationId xmlns:a16="http://schemas.microsoft.com/office/drawing/2014/main" id="{5C66F8A6-25E7-3DC0-6F9A-C922FED8BA5B}"/>
                    </a:ext>
                  </a:extLst>
                </p14:cNvPr>
                <p14:cNvContentPartPr/>
                <p14:nvPr/>
              </p14:nvContentPartPr>
              <p14:xfrm>
                <a:off x="7715318" y="1082016"/>
                <a:ext cx="159480" cy="154080"/>
              </p14:xfrm>
            </p:contentPart>
          </mc:Choice>
          <mc:Fallback>
            <p:pic>
              <p:nvPicPr>
                <p:cNvPr id="465" name="Ink 464">
                  <a:extLst>
                    <a:ext uri="{FF2B5EF4-FFF2-40B4-BE49-F238E27FC236}">
                      <a16:creationId xmlns:a16="http://schemas.microsoft.com/office/drawing/2014/main" id="{5C66F8A6-25E7-3DC0-6F9A-C922FED8BA5B}"/>
                    </a:ext>
                  </a:extLst>
                </p:cNvPr>
                <p:cNvPicPr/>
                <p:nvPr/>
              </p:nvPicPr>
              <p:blipFill>
                <a:blip r:embed="rId277"/>
                <a:stretch>
                  <a:fillRect/>
                </a:stretch>
              </p:blipFill>
              <p:spPr>
                <a:xfrm>
                  <a:off x="7710998" y="1077696"/>
                  <a:ext cx="16812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485" name="Ink 484">
                  <a:extLst>
                    <a:ext uri="{FF2B5EF4-FFF2-40B4-BE49-F238E27FC236}">
                      <a16:creationId xmlns:a16="http://schemas.microsoft.com/office/drawing/2014/main" id="{89A51742-4FEB-4A2D-91FF-E73275209DD7}"/>
                    </a:ext>
                  </a:extLst>
                </p14:cNvPr>
                <p14:cNvContentPartPr/>
                <p14:nvPr/>
              </p14:nvContentPartPr>
              <p14:xfrm>
                <a:off x="3469118" y="1500336"/>
                <a:ext cx="59760" cy="225000"/>
              </p14:xfrm>
            </p:contentPart>
          </mc:Choice>
          <mc:Fallback>
            <p:pic>
              <p:nvPicPr>
                <p:cNvPr id="485" name="Ink 484">
                  <a:extLst>
                    <a:ext uri="{FF2B5EF4-FFF2-40B4-BE49-F238E27FC236}">
                      <a16:creationId xmlns:a16="http://schemas.microsoft.com/office/drawing/2014/main" id="{89A51742-4FEB-4A2D-91FF-E73275209DD7}"/>
                    </a:ext>
                  </a:extLst>
                </p:cNvPr>
                <p:cNvPicPr/>
                <p:nvPr/>
              </p:nvPicPr>
              <p:blipFill>
                <a:blip r:embed="rId279"/>
                <a:stretch>
                  <a:fillRect/>
                </a:stretch>
              </p:blipFill>
              <p:spPr>
                <a:xfrm>
                  <a:off x="3464798" y="1496016"/>
                  <a:ext cx="68400" cy="23364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486" name="Ink 485">
                  <a:extLst>
                    <a:ext uri="{FF2B5EF4-FFF2-40B4-BE49-F238E27FC236}">
                      <a16:creationId xmlns:a16="http://schemas.microsoft.com/office/drawing/2014/main" id="{0859D1B1-8EE6-2E46-2C3E-5EDD95108927}"/>
                    </a:ext>
                  </a:extLst>
                </p14:cNvPr>
                <p14:cNvContentPartPr/>
                <p14:nvPr/>
              </p14:nvContentPartPr>
              <p14:xfrm>
                <a:off x="3443918" y="1637856"/>
                <a:ext cx="181080" cy="145440"/>
              </p14:xfrm>
            </p:contentPart>
          </mc:Choice>
          <mc:Fallback>
            <p:pic>
              <p:nvPicPr>
                <p:cNvPr id="486" name="Ink 485">
                  <a:extLst>
                    <a:ext uri="{FF2B5EF4-FFF2-40B4-BE49-F238E27FC236}">
                      <a16:creationId xmlns:a16="http://schemas.microsoft.com/office/drawing/2014/main" id="{0859D1B1-8EE6-2E46-2C3E-5EDD95108927}"/>
                    </a:ext>
                  </a:extLst>
                </p:cNvPr>
                <p:cNvPicPr/>
                <p:nvPr/>
              </p:nvPicPr>
              <p:blipFill>
                <a:blip r:embed="rId281"/>
                <a:stretch>
                  <a:fillRect/>
                </a:stretch>
              </p:blipFill>
              <p:spPr>
                <a:xfrm>
                  <a:off x="3439598" y="1633536"/>
                  <a:ext cx="18972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487" name="Ink 486">
                  <a:extLst>
                    <a:ext uri="{FF2B5EF4-FFF2-40B4-BE49-F238E27FC236}">
                      <a16:creationId xmlns:a16="http://schemas.microsoft.com/office/drawing/2014/main" id="{952ADE1B-5037-8A77-7065-A205B8050D50}"/>
                    </a:ext>
                  </a:extLst>
                </p14:cNvPr>
                <p14:cNvContentPartPr/>
                <p14:nvPr/>
              </p14:nvContentPartPr>
              <p14:xfrm>
                <a:off x="3233678" y="1944936"/>
                <a:ext cx="92520" cy="159840"/>
              </p14:xfrm>
            </p:contentPart>
          </mc:Choice>
          <mc:Fallback>
            <p:pic>
              <p:nvPicPr>
                <p:cNvPr id="487" name="Ink 486">
                  <a:extLst>
                    <a:ext uri="{FF2B5EF4-FFF2-40B4-BE49-F238E27FC236}">
                      <a16:creationId xmlns:a16="http://schemas.microsoft.com/office/drawing/2014/main" id="{952ADE1B-5037-8A77-7065-A205B8050D50}"/>
                    </a:ext>
                  </a:extLst>
                </p:cNvPr>
                <p:cNvPicPr/>
                <p:nvPr/>
              </p:nvPicPr>
              <p:blipFill>
                <a:blip r:embed="rId283"/>
                <a:stretch>
                  <a:fillRect/>
                </a:stretch>
              </p:blipFill>
              <p:spPr>
                <a:xfrm>
                  <a:off x="3229358" y="1940616"/>
                  <a:ext cx="10116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488" name="Ink 487">
                  <a:extLst>
                    <a:ext uri="{FF2B5EF4-FFF2-40B4-BE49-F238E27FC236}">
                      <a16:creationId xmlns:a16="http://schemas.microsoft.com/office/drawing/2014/main" id="{5A258267-AA0E-C915-16FE-38D9937C6E68}"/>
                    </a:ext>
                  </a:extLst>
                </p14:cNvPr>
                <p14:cNvContentPartPr/>
                <p14:nvPr/>
              </p14:nvContentPartPr>
              <p14:xfrm>
                <a:off x="3348878" y="1872936"/>
                <a:ext cx="47160" cy="163080"/>
              </p14:xfrm>
            </p:contentPart>
          </mc:Choice>
          <mc:Fallback>
            <p:pic>
              <p:nvPicPr>
                <p:cNvPr id="488" name="Ink 487">
                  <a:extLst>
                    <a:ext uri="{FF2B5EF4-FFF2-40B4-BE49-F238E27FC236}">
                      <a16:creationId xmlns:a16="http://schemas.microsoft.com/office/drawing/2014/main" id="{5A258267-AA0E-C915-16FE-38D9937C6E68}"/>
                    </a:ext>
                  </a:extLst>
                </p:cNvPr>
                <p:cNvPicPr/>
                <p:nvPr/>
              </p:nvPicPr>
              <p:blipFill>
                <a:blip r:embed="rId285"/>
                <a:stretch>
                  <a:fillRect/>
                </a:stretch>
              </p:blipFill>
              <p:spPr>
                <a:xfrm>
                  <a:off x="3344558" y="1868616"/>
                  <a:ext cx="5580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489" name="Ink 488">
                  <a:extLst>
                    <a:ext uri="{FF2B5EF4-FFF2-40B4-BE49-F238E27FC236}">
                      <a16:creationId xmlns:a16="http://schemas.microsoft.com/office/drawing/2014/main" id="{048CEDDA-7AC6-8722-9620-1C2302F6A6F8}"/>
                    </a:ext>
                  </a:extLst>
                </p14:cNvPr>
                <p14:cNvContentPartPr/>
                <p14:nvPr/>
              </p14:nvContentPartPr>
              <p14:xfrm>
                <a:off x="3361478" y="1816776"/>
                <a:ext cx="150840" cy="190800"/>
              </p14:xfrm>
            </p:contentPart>
          </mc:Choice>
          <mc:Fallback>
            <p:pic>
              <p:nvPicPr>
                <p:cNvPr id="489" name="Ink 488">
                  <a:extLst>
                    <a:ext uri="{FF2B5EF4-FFF2-40B4-BE49-F238E27FC236}">
                      <a16:creationId xmlns:a16="http://schemas.microsoft.com/office/drawing/2014/main" id="{048CEDDA-7AC6-8722-9620-1C2302F6A6F8}"/>
                    </a:ext>
                  </a:extLst>
                </p:cNvPr>
                <p:cNvPicPr/>
                <p:nvPr/>
              </p:nvPicPr>
              <p:blipFill>
                <a:blip r:embed="rId287"/>
                <a:stretch>
                  <a:fillRect/>
                </a:stretch>
              </p:blipFill>
              <p:spPr>
                <a:xfrm>
                  <a:off x="3357158" y="1812456"/>
                  <a:ext cx="159480" cy="19944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490" name="Ink 489">
                  <a:extLst>
                    <a:ext uri="{FF2B5EF4-FFF2-40B4-BE49-F238E27FC236}">
                      <a16:creationId xmlns:a16="http://schemas.microsoft.com/office/drawing/2014/main" id="{8587225A-51AC-2D16-D9C8-96ECAE65F533}"/>
                    </a:ext>
                  </a:extLst>
                </p14:cNvPr>
                <p14:cNvContentPartPr/>
                <p14:nvPr/>
              </p14:nvContentPartPr>
              <p14:xfrm>
                <a:off x="3583958" y="1685016"/>
                <a:ext cx="143640" cy="219960"/>
              </p14:xfrm>
            </p:contentPart>
          </mc:Choice>
          <mc:Fallback>
            <p:pic>
              <p:nvPicPr>
                <p:cNvPr id="490" name="Ink 489">
                  <a:extLst>
                    <a:ext uri="{FF2B5EF4-FFF2-40B4-BE49-F238E27FC236}">
                      <a16:creationId xmlns:a16="http://schemas.microsoft.com/office/drawing/2014/main" id="{8587225A-51AC-2D16-D9C8-96ECAE65F533}"/>
                    </a:ext>
                  </a:extLst>
                </p:cNvPr>
                <p:cNvPicPr/>
                <p:nvPr/>
              </p:nvPicPr>
              <p:blipFill>
                <a:blip r:embed="rId289"/>
                <a:stretch>
                  <a:fillRect/>
                </a:stretch>
              </p:blipFill>
              <p:spPr>
                <a:xfrm>
                  <a:off x="3579638" y="1680696"/>
                  <a:ext cx="15228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491" name="Ink 490">
                  <a:extLst>
                    <a:ext uri="{FF2B5EF4-FFF2-40B4-BE49-F238E27FC236}">
                      <a16:creationId xmlns:a16="http://schemas.microsoft.com/office/drawing/2014/main" id="{490B8144-076D-5584-E8F3-19F0A48D1E1C}"/>
                    </a:ext>
                  </a:extLst>
                </p14:cNvPr>
                <p14:cNvContentPartPr/>
                <p14:nvPr/>
              </p14:nvContentPartPr>
              <p14:xfrm>
                <a:off x="3793838" y="1668456"/>
                <a:ext cx="158040" cy="140040"/>
              </p14:xfrm>
            </p:contentPart>
          </mc:Choice>
          <mc:Fallback>
            <p:pic>
              <p:nvPicPr>
                <p:cNvPr id="491" name="Ink 490">
                  <a:extLst>
                    <a:ext uri="{FF2B5EF4-FFF2-40B4-BE49-F238E27FC236}">
                      <a16:creationId xmlns:a16="http://schemas.microsoft.com/office/drawing/2014/main" id="{490B8144-076D-5584-E8F3-19F0A48D1E1C}"/>
                    </a:ext>
                  </a:extLst>
                </p:cNvPr>
                <p:cNvPicPr/>
                <p:nvPr/>
              </p:nvPicPr>
              <p:blipFill>
                <a:blip r:embed="rId291"/>
                <a:stretch>
                  <a:fillRect/>
                </a:stretch>
              </p:blipFill>
              <p:spPr>
                <a:xfrm>
                  <a:off x="3789518" y="1664136"/>
                  <a:ext cx="16668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492" name="Ink 491">
                  <a:extLst>
                    <a:ext uri="{FF2B5EF4-FFF2-40B4-BE49-F238E27FC236}">
                      <a16:creationId xmlns:a16="http://schemas.microsoft.com/office/drawing/2014/main" id="{DA1567CD-5181-A7C4-F414-72084F35ADD8}"/>
                    </a:ext>
                  </a:extLst>
                </p14:cNvPr>
                <p14:cNvContentPartPr/>
                <p14:nvPr/>
              </p14:nvContentPartPr>
              <p14:xfrm>
                <a:off x="3951518" y="1661976"/>
                <a:ext cx="138240" cy="84240"/>
              </p14:xfrm>
            </p:contentPart>
          </mc:Choice>
          <mc:Fallback>
            <p:pic>
              <p:nvPicPr>
                <p:cNvPr id="492" name="Ink 491">
                  <a:extLst>
                    <a:ext uri="{FF2B5EF4-FFF2-40B4-BE49-F238E27FC236}">
                      <a16:creationId xmlns:a16="http://schemas.microsoft.com/office/drawing/2014/main" id="{DA1567CD-5181-A7C4-F414-72084F35ADD8}"/>
                    </a:ext>
                  </a:extLst>
                </p:cNvPr>
                <p:cNvPicPr/>
                <p:nvPr/>
              </p:nvPicPr>
              <p:blipFill>
                <a:blip r:embed="rId293"/>
                <a:stretch>
                  <a:fillRect/>
                </a:stretch>
              </p:blipFill>
              <p:spPr>
                <a:xfrm>
                  <a:off x="3947198" y="1657656"/>
                  <a:ext cx="14688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493" name="Ink 492">
                  <a:extLst>
                    <a:ext uri="{FF2B5EF4-FFF2-40B4-BE49-F238E27FC236}">
                      <a16:creationId xmlns:a16="http://schemas.microsoft.com/office/drawing/2014/main" id="{F59D93AA-9C9B-28E3-CE1F-E0B2CB3C3A63}"/>
                    </a:ext>
                  </a:extLst>
                </p14:cNvPr>
                <p14:cNvContentPartPr/>
                <p14:nvPr/>
              </p14:nvContentPartPr>
              <p14:xfrm>
                <a:off x="4066358" y="1422216"/>
                <a:ext cx="150840" cy="246960"/>
              </p14:xfrm>
            </p:contentPart>
          </mc:Choice>
          <mc:Fallback>
            <p:pic>
              <p:nvPicPr>
                <p:cNvPr id="493" name="Ink 492">
                  <a:extLst>
                    <a:ext uri="{FF2B5EF4-FFF2-40B4-BE49-F238E27FC236}">
                      <a16:creationId xmlns:a16="http://schemas.microsoft.com/office/drawing/2014/main" id="{F59D93AA-9C9B-28E3-CE1F-E0B2CB3C3A63}"/>
                    </a:ext>
                  </a:extLst>
                </p:cNvPr>
                <p:cNvPicPr/>
                <p:nvPr/>
              </p:nvPicPr>
              <p:blipFill>
                <a:blip r:embed="rId295"/>
                <a:stretch>
                  <a:fillRect/>
                </a:stretch>
              </p:blipFill>
              <p:spPr>
                <a:xfrm>
                  <a:off x="4062038" y="1417896"/>
                  <a:ext cx="15948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494" name="Ink 493">
                  <a:extLst>
                    <a:ext uri="{FF2B5EF4-FFF2-40B4-BE49-F238E27FC236}">
                      <a16:creationId xmlns:a16="http://schemas.microsoft.com/office/drawing/2014/main" id="{F5341F0C-D1F9-1DD5-11A9-3C21B2A59D3E}"/>
                    </a:ext>
                  </a:extLst>
                </p14:cNvPr>
                <p14:cNvContentPartPr/>
                <p14:nvPr/>
              </p14:nvContentPartPr>
              <p14:xfrm>
                <a:off x="3046118" y="2307096"/>
                <a:ext cx="111960" cy="216000"/>
              </p14:xfrm>
            </p:contentPart>
          </mc:Choice>
          <mc:Fallback>
            <p:pic>
              <p:nvPicPr>
                <p:cNvPr id="494" name="Ink 493">
                  <a:extLst>
                    <a:ext uri="{FF2B5EF4-FFF2-40B4-BE49-F238E27FC236}">
                      <a16:creationId xmlns:a16="http://schemas.microsoft.com/office/drawing/2014/main" id="{F5341F0C-D1F9-1DD5-11A9-3C21B2A59D3E}"/>
                    </a:ext>
                  </a:extLst>
                </p:cNvPr>
                <p:cNvPicPr/>
                <p:nvPr/>
              </p:nvPicPr>
              <p:blipFill>
                <a:blip r:embed="rId297"/>
                <a:stretch>
                  <a:fillRect/>
                </a:stretch>
              </p:blipFill>
              <p:spPr>
                <a:xfrm>
                  <a:off x="3041798" y="2302776"/>
                  <a:ext cx="12060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495" name="Ink 494">
                  <a:extLst>
                    <a:ext uri="{FF2B5EF4-FFF2-40B4-BE49-F238E27FC236}">
                      <a16:creationId xmlns:a16="http://schemas.microsoft.com/office/drawing/2014/main" id="{2F227645-0F41-C8C2-76EA-BA798FF9C921}"/>
                    </a:ext>
                  </a:extLst>
                </p14:cNvPr>
                <p14:cNvContentPartPr/>
                <p14:nvPr/>
              </p14:nvContentPartPr>
              <p14:xfrm>
                <a:off x="3205958" y="2259936"/>
                <a:ext cx="305640" cy="169560"/>
              </p14:xfrm>
            </p:contentPart>
          </mc:Choice>
          <mc:Fallback>
            <p:pic>
              <p:nvPicPr>
                <p:cNvPr id="495" name="Ink 494">
                  <a:extLst>
                    <a:ext uri="{FF2B5EF4-FFF2-40B4-BE49-F238E27FC236}">
                      <a16:creationId xmlns:a16="http://schemas.microsoft.com/office/drawing/2014/main" id="{2F227645-0F41-C8C2-76EA-BA798FF9C921}"/>
                    </a:ext>
                  </a:extLst>
                </p:cNvPr>
                <p:cNvPicPr/>
                <p:nvPr/>
              </p:nvPicPr>
              <p:blipFill>
                <a:blip r:embed="rId299"/>
                <a:stretch>
                  <a:fillRect/>
                </a:stretch>
              </p:blipFill>
              <p:spPr>
                <a:xfrm>
                  <a:off x="3201638" y="2255616"/>
                  <a:ext cx="31428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496" name="Ink 495">
                  <a:extLst>
                    <a:ext uri="{FF2B5EF4-FFF2-40B4-BE49-F238E27FC236}">
                      <a16:creationId xmlns:a16="http://schemas.microsoft.com/office/drawing/2014/main" id="{235C55E8-5ADF-70CF-F019-4472E230CB9C}"/>
                    </a:ext>
                  </a:extLst>
                </p14:cNvPr>
                <p14:cNvContentPartPr/>
                <p14:nvPr/>
              </p14:nvContentPartPr>
              <p14:xfrm>
                <a:off x="3446798" y="2185416"/>
                <a:ext cx="24480" cy="31320"/>
              </p14:xfrm>
            </p:contentPart>
          </mc:Choice>
          <mc:Fallback>
            <p:pic>
              <p:nvPicPr>
                <p:cNvPr id="496" name="Ink 495">
                  <a:extLst>
                    <a:ext uri="{FF2B5EF4-FFF2-40B4-BE49-F238E27FC236}">
                      <a16:creationId xmlns:a16="http://schemas.microsoft.com/office/drawing/2014/main" id="{235C55E8-5ADF-70CF-F019-4472E230CB9C}"/>
                    </a:ext>
                  </a:extLst>
                </p:cNvPr>
                <p:cNvPicPr/>
                <p:nvPr/>
              </p:nvPicPr>
              <p:blipFill>
                <a:blip r:embed="rId301"/>
                <a:stretch>
                  <a:fillRect/>
                </a:stretch>
              </p:blipFill>
              <p:spPr>
                <a:xfrm>
                  <a:off x="3442478" y="2181096"/>
                  <a:ext cx="3312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497" name="Ink 496">
                  <a:extLst>
                    <a:ext uri="{FF2B5EF4-FFF2-40B4-BE49-F238E27FC236}">
                      <a16:creationId xmlns:a16="http://schemas.microsoft.com/office/drawing/2014/main" id="{FFC5AF9D-D561-034D-F57A-B281B3E0113B}"/>
                    </a:ext>
                  </a:extLst>
                </p14:cNvPr>
                <p14:cNvContentPartPr/>
                <p14:nvPr/>
              </p14:nvContentPartPr>
              <p14:xfrm>
                <a:off x="3537878" y="2178576"/>
                <a:ext cx="136080" cy="66600"/>
              </p14:xfrm>
            </p:contentPart>
          </mc:Choice>
          <mc:Fallback>
            <p:pic>
              <p:nvPicPr>
                <p:cNvPr id="497" name="Ink 496">
                  <a:extLst>
                    <a:ext uri="{FF2B5EF4-FFF2-40B4-BE49-F238E27FC236}">
                      <a16:creationId xmlns:a16="http://schemas.microsoft.com/office/drawing/2014/main" id="{FFC5AF9D-D561-034D-F57A-B281B3E0113B}"/>
                    </a:ext>
                  </a:extLst>
                </p:cNvPr>
                <p:cNvPicPr/>
                <p:nvPr/>
              </p:nvPicPr>
              <p:blipFill>
                <a:blip r:embed="rId303"/>
                <a:stretch>
                  <a:fillRect/>
                </a:stretch>
              </p:blipFill>
              <p:spPr>
                <a:xfrm>
                  <a:off x="3533558" y="2174256"/>
                  <a:ext cx="144720" cy="7524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498" name="Ink 497">
                  <a:extLst>
                    <a:ext uri="{FF2B5EF4-FFF2-40B4-BE49-F238E27FC236}">
                      <a16:creationId xmlns:a16="http://schemas.microsoft.com/office/drawing/2014/main" id="{E46DB36B-F9ED-0980-9E56-A956B9D7D391}"/>
                    </a:ext>
                  </a:extLst>
                </p14:cNvPr>
                <p14:cNvContentPartPr/>
                <p14:nvPr/>
              </p14:nvContentPartPr>
              <p14:xfrm>
                <a:off x="3635078" y="2053296"/>
                <a:ext cx="114840" cy="125640"/>
              </p14:xfrm>
            </p:contentPart>
          </mc:Choice>
          <mc:Fallback>
            <p:pic>
              <p:nvPicPr>
                <p:cNvPr id="498" name="Ink 497">
                  <a:extLst>
                    <a:ext uri="{FF2B5EF4-FFF2-40B4-BE49-F238E27FC236}">
                      <a16:creationId xmlns:a16="http://schemas.microsoft.com/office/drawing/2014/main" id="{E46DB36B-F9ED-0980-9E56-A956B9D7D391}"/>
                    </a:ext>
                  </a:extLst>
                </p:cNvPr>
                <p:cNvPicPr/>
                <p:nvPr/>
              </p:nvPicPr>
              <p:blipFill>
                <a:blip r:embed="rId305"/>
                <a:stretch>
                  <a:fillRect/>
                </a:stretch>
              </p:blipFill>
              <p:spPr>
                <a:xfrm>
                  <a:off x="3630758" y="2048976"/>
                  <a:ext cx="12348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499" name="Ink 498">
                  <a:extLst>
                    <a:ext uri="{FF2B5EF4-FFF2-40B4-BE49-F238E27FC236}">
                      <a16:creationId xmlns:a16="http://schemas.microsoft.com/office/drawing/2014/main" id="{7D82AF3A-511E-8CEF-7951-7C7954F26412}"/>
                    </a:ext>
                  </a:extLst>
                </p14:cNvPr>
                <p14:cNvContentPartPr/>
                <p14:nvPr/>
              </p14:nvContentPartPr>
              <p14:xfrm>
                <a:off x="3732998" y="2001456"/>
                <a:ext cx="72000" cy="125280"/>
              </p14:xfrm>
            </p:contentPart>
          </mc:Choice>
          <mc:Fallback>
            <p:pic>
              <p:nvPicPr>
                <p:cNvPr id="499" name="Ink 498">
                  <a:extLst>
                    <a:ext uri="{FF2B5EF4-FFF2-40B4-BE49-F238E27FC236}">
                      <a16:creationId xmlns:a16="http://schemas.microsoft.com/office/drawing/2014/main" id="{7D82AF3A-511E-8CEF-7951-7C7954F26412}"/>
                    </a:ext>
                  </a:extLst>
                </p:cNvPr>
                <p:cNvPicPr/>
                <p:nvPr/>
              </p:nvPicPr>
              <p:blipFill>
                <a:blip r:embed="rId307"/>
                <a:stretch>
                  <a:fillRect/>
                </a:stretch>
              </p:blipFill>
              <p:spPr>
                <a:xfrm>
                  <a:off x="3728678" y="1997136"/>
                  <a:ext cx="8064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500" name="Ink 499">
                  <a:extLst>
                    <a:ext uri="{FF2B5EF4-FFF2-40B4-BE49-F238E27FC236}">
                      <a16:creationId xmlns:a16="http://schemas.microsoft.com/office/drawing/2014/main" id="{AECC3AAE-2BE2-8CA3-A8E5-A6D8227BFC51}"/>
                    </a:ext>
                  </a:extLst>
                </p14:cNvPr>
                <p14:cNvContentPartPr/>
                <p14:nvPr/>
              </p14:nvContentPartPr>
              <p14:xfrm>
                <a:off x="3844238" y="1992096"/>
                <a:ext cx="195480" cy="91800"/>
              </p14:xfrm>
            </p:contentPart>
          </mc:Choice>
          <mc:Fallback>
            <p:pic>
              <p:nvPicPr>
                <p:cNvPr id="500" name="Ink 499">
                  <a:extLst>
                    <a:ext uri="{FF2B5EF4-FFF2-40B4-BE49-F238E27FC236}">
                      <a16:creationId xmlns:a16="http://schemas.microsoft.com/office/drawing/2014/main" id="{AECC3AAE-2BE2-8CA3-A8E5-A6D8227BFC51}"/>
                    </a:ext>
                  </a:extLst>
                </p:cNvPr>
                <p:cNvPicPr/>
                <p:nvPr/>
              </p:nvPicPr>
              <p:blipFill>
                <a:blip r:embed="rId309"/>
                <a:stretch>
                  <a:fillRect/>
                </a:stretch>
              </p:blipFill>
              <p:spPr>
                <a:xfrm>
                  <a:off x="3839918" y="1987776"/>
                  <a:ext cx="20412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505" name="Ink 504">
                  <a:extLst>
                    <a:ext uri="{FF2B5EF4-FFF2-40B4-BE49-F238E27FC236}">
                      <a16:creationId xmlns:a16="http://schemas.microsoft.com/office/drawing/2014/main" id="{096EE3DF-C7FE-6724-B5DE-ED1EC095EF42}"/>
                    </a:ext>
                  </a:extLst>
                </p14:cNvPr>
                <p14:cNvContentPartPr/>
                <p14:nvPr/>
              </p14:nvContentPartPr>
              <p14:xfrm>
                <a:off x="3632918" y="1708056"/>
                <a:ext cx="519480" cy="281160"/>
              </p14:xfrm>
            </p:contentPart>
          </mc:Choice>
          <mc:Fallback>
            <p:pic>
              <p:nvPicPr>
                <p:cNvPr id="505" name="Ink 504">
                  <a:extLst>
                    <a:ext uri="{FF2B5EF4-FFF2-40B4-BE49-F238E27FC236}">
                      <a16:creationId xmlns:a16="http://schemas.microsoft.com/office/drawing/2014/main" id="{096EE3DF-C7FE-6724-B5DE-ED1EC095EF42}"/>
                    </a:ext>
                  </a:extLst>
                </p:cNvPr>
                <p:cNvPicPr/>
                <p:nvPr/>
              </p:nvPicPr>
              <p:blipFill>
                <a:blip r:embed="rId311"/>
                <a:stretch>
                  <a:fillRect/>
                </a:stretch>
              </p:blipFill>
              <p:spPr>
                <a:xfrm>
                  <a:off x="3628598" y="1703736"/>
                  <a:ext cx="528120" cy="28980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506" name="Ink 505">
                  <a:extLst>
                    <a:ext uri="{FF2B5EF4-FFF2-40B4-BE49-F238E27FC236}">
                      <a16:creationId xmlns:a16="http://schemas.microsoft.com/office/drawing/2014/main" id="{CA42D8FA-113F-880E-C4E6-E06EDD5F05CE}"/>
                    </a:ext>
                  </a:extLst>
                </p14:cNvPr>
                <p14:cNvContentPartPr/>
                <p14:nvPr/>
              </p14:nvContentPartPr>
              <p14:xfrm>
                <a:off x="3718598" y="1755216"/>
                <a:ext cx="406080" cy="261360"/>
              </p14:xfrm>
            </p:contentPart>
          </mc:Choice>
          <mc:Fallback>
            <p:pic>
              <p:nvPicPr>
                <p:cNvPr id="506" name="Ink 505">
                  <a:extLst>
                    <a:ext uri="{FF2B5EF4-FFF2-40B4-BE49-F238E27FC236}">
                      <a16:creationId xmlns:a16="http://schemas.microsoft.com/office/drawing/2014/main" id="{CA42D8FA-113F-880E-C4E6-E06EDD5F05CE}"/>
                    </a:ext>
                  </a:extLst>
                </p:cNvPr>
                <p:cNvPicPr/>
                <p:nvPr/>
              </p:nvPicPr>
              <p:blipFill>
                <a:blip r:embed="rId313"/>
                <a:stretch>
                  <a:fillRect/>
                </a:stretch>
              </p:blipFill>
              <p:spPr>
                <a:xfrm>
                  <a:off x="3714278" y="1750896"/>
                  <a:ext cx="414720" cy="27000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508" name="Ink 507">
                  <a:extLst>
                    <a:ext uri="{FF2B5EF4-FFF2-40B4-BE49-F238E27FC236}">
                      <a16:creationId xmlns:a16="http://schemas.microsoft.com/office/drawing/2014/main" id="{B3E67DE9-8579-459A-46A2-7593310FE822}"/>
                    </a:ext>
                  </a:extLst>
                </p14:cNvPr>
                <p14:cNvContentPartPr/>
                <p14:nvPr/>
              </p14:nvContentPartPr>
              <p14:xfrm>
                <a:off x="8079278" y="956016"/>
                <a:ext cx="285840" cy="216000"/>
              </p14:xfrm>
            </p:contentPart>
          </mc:Choice>
          <mc:Fallback>
            <p:pic>
              <p:nvPicPr>
                <p:cNvPr id="508" name="Ink 507">
                  <a:extLst>
                    <a:ext uri="{FF2B5EF4-FFF2-40B4-BE49-F238E27FC236}">
                      <a16:creationId xmlns:a16="http://schemas.microsoft.com/office/drawing/2014/main" id="{B3E67DE9-8579-459A-46A2-7593310FE822}"/>
                    </a:ext>
                  </a:extLst>
                </p:cNvPr>
                <p:cNvPicPr/>
                <p:nvPr/>
              </p:nvPicPr>
              <p:blipFill>
                <a:blip r:embed="rId315"/>
                <a:stretch>
                  <a:fillRect/>
                </a:stretch>
              </p:blipFill>
              <p:spPr>
                <a:xfrm>
                  <a:off x="8074958" y="951696"/>
                  <a:ext cx="29448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509" name="Ink 508">
                  <a:extLst>
                    <a:ext uri="{FF2B5EF4-FFF2-40B4-BE49-F238E27FC236}">
                      <a16:creationId xmlns:a16="http://schemas.microsoft.com/office/drawing/2014/main" id="{3A6CB2C5-AE5F-E173-DEB6-DE550DEEB90D}"/>
                    </a:ext>
                  </a:extLst>
                </p14:cNvPr>
                <p14:cNvContentPartPr/>
                <p14:nvPr/>
              </p14:nvContentPartPr>
              <p14:xfrm>
                <a:off x="8152718" y="894456"/>
                <a:ext cx="177840" cy="279360"/>
              </p14:xfrm>
            </p:contentPart>
          </mc:Choice>
          <mc:Fallback>
            <p:pic>
              <p:nvPicPr>
                <p:cNvPr id="509" name="Ink 508">
                  <a:extLst>
                    <a:ext uri="{FF2B5EF4-FFF2-40B4-BE49-F238E27FC236}">
                      <a16:creationId xmlns:a16="http://schemas.microsoft.com/office/drawing/2014/main" id="{3A6CB2C5-AE5F-E173-DEB6-DE550DEEB90D}"/>
                    </a:ext>
                  </a:extLst>
                </p:cNvPr>
                <p:cNvPicPr/>
                <p:nvPr/>
              </p:nvPicPr>
              <p:blipFill>
                <a:blip r:embed="rId317"/>
                <a:stretch>
                  <a:fillRect/>
                </a:stretch>
              </p:blipFill>
              <p:spPr>
                <a:xfrm>
                  <a:off x="8148398" y="890136"/>
                  <a:ext cx="18648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510" name="Ink 509">
                  <a:extLst>
                    <a:ext uri="{FF2B5EF4-FFF2-40B4-BE49-F238E27FC236}">
                      <a16:creationId xmlns:a16="http://schemas.microsoft.com/office/drawing/2014/main" id="{163829DF-D792-89BF-5E14-0D3365F6CE94}"/>
                    </a:ext>
                  </a:extLst>
                </p14:cNvPr>
                <p14:cNvContentPartPr/>
                <p14:nvPr/>
              </p14:nvContentPartPr>
              <p14:xfrm>
                <a:off x="8419838" y="1148256"/>
                <a:ext cx="142200" cy="149760"/>
              </p14:xfrm>
            </p:contentPart>
          </mc:Choice>
          <mc:Fallback>
            <p:pic>
              <p:nvPicPr>
                <p:cNvPr id="510" name="Ink 509">
                  <a:extLst>
                    <a:ext uri="{FF2B5EF4-FFF2-40B4-BE49-F238E27FC236}">
                      <a16:creationId xmlns:a16="http://schemas.microsoft.com/office/drawing/2014/main" id="{163829DF-D792-89BF-5E14-0D3365F6CE94}"/>
                    </a:ext>
                  </a:extLst>
                </p:cNvPr>
                <p:cNvPicPr/>
                <p:nvPr/>
              </p:nvPicPr>
              <p:blipFill>
                <a:blip r:embed="rId319"/>
                <a:stretch>
                  <a:fillRect/>
                </a:stretch>
              </p:blipFill>
              <p:spPr>
                <a:xfrm>
                  <a:off x="8415518" y="1143936"/>
                  <a:ext cx="15084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511" name="Ink 510">
                  <a:extLst>
                    <a:ext uri="{FF2B5EF4-FFF2-40B4-BE49-F238E27FC236}">
                      <a16:creationId xmlns:a16="http://schemas.microsoft.com/office/drawing/2014/main" id="{9584226B-7ECC-34C2-4220-B43AB33E2AF1}"/>
                    </a:ext>
                  </a:extLst>
                </p14:cNvPr>
                <p14:cNvContentPartPr/>
                <p14:nvPr/>
              </p14:nvContentPartPr>
              <p14:xfrm>
                <a:off x="8391758" y="763776"/>
                <a:ext cx="126720" cy="128880"/>
              </p14:xfrm>
            </p:contentPart>
          </mc:Choice>
          <mc:Fallback>
            <p:pic>
              <p:nvPicPr>
                <p:cNvPr id="511" name="Ink 510">
                  <a:extLst>
                    <a:ext uri="{FF2B5EF4-FFF2-40B4-BE49-F238E27FC236}">
                      <a16:creationId xmlns:a16="http://schemas.microsoft.com/office/drawing/2014/main" id="{9584226B-7ECC-34C2-4220-B43AB33E2AF1}"/>
                    </a:ext>
                  </a:extLst>
                </p:cNvPr>
                <p:cNvPicPr/>
                <p:nvPr/>
              </p:nvPicPr>
              <p:blipFill>
                <a:blip r:embed="rId321"/>
                <a:stretch>
                  <a:fillRect/>
                </a:stretch>
              </p:blipFill>
              <p:spPr>
                <a:xfrm>
                  <a:off x="8387438" y="759456"/>
                  <a:ext cx="13536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322">
              <p14:nvContentPartPr>
                <p14:cNvPr id="512" name="Ink 511">
                  <a:extLst>
                    <a:ext uri="{FF2B5EF4-FFF2-40B4-BE49-F238E27FC236}">
                      <a16:creationId xmlns:a16="http://schemas.microsoft.com/office/drawing/2014/main" id="{C244003C-7546-3D6D-EC7B-DFF352CB9623}"/>
                    </a:ext>
                  </a:extLst>
                </p14:cNvPr>
                <p14:cNvContentPartPr/>
                <p14:nvPr/>
              </p14:nvContentPartPr>
              <p14:xfrm>
                <a:off x="8730158" y="812376"/>
                <a:ext cx="93240" cy="160920"/>
              </p14:xfrm>
            </p:contentPart>
          </mc:Choice>
          <mc:Fallback>
            <p:pic>
              <p:nvPicPr>
                <p:cNvPr id="512" name="Ink 511">
                  <a:extLst>
                    <a:ext uri="{FF2B5EF4-FFF2-40B4-BE49-F238E27FC236}">
                      <a16:creationId xmlns:a16="http://schemas.microsoft.com/office/drawing/2014/main" id="{C244003C-7546-3D6D-EC7B-DFF352CB9623}"/>
                    </a:ext>
                  </a:extLst>
                </p:cNvPr>
                <p:cNvPicPr/>
                <p:nvPr/>
              </p:nvPicPr>
              <p:blipFill>
                <a:blip r:embed="rId323"/>
                <a:stretch>
                  <a:fillRect/>
                </a:stretch>
              </p:blipFill>
              <p:spPr>
                <a:xfrm>
                  <a:off x="8725838" y="808056"/>
                  <a:ext cx="10188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513" name="Ink 512">
                  <a:extLst>
                    <a:ext uri="{FF2B5EF4-FFF2-40B4-BE49-F238E27FC236}">
                      <a16:creationId xmlns:a16="http://schemas.microsoft.com/office/drawing/2014/main" id="{5208D4A3-48AB-837C-898B-C7D294C25E95}"/>
                    </a:ext>
                  </a:extLst>
                </p14:cNvPr>
                <p14:cNvContentPartPr/>
                <p14:nvPr/>
              </p14:nvContentPartPr>
              <p14:xfrm>
                <a:off x="8744918" y="833616"/>
                <a:ext cx="155880" cy="298440"/>
              </p14:xfrm>
            </p:contentPart>
          </mc:Choice>
          <mc:Fallback>
            <p:pic>
              <p:nvPicPr>
                <p:cNvPr id="513" name="Ink 512">
                  <a:extLst>
                    <a:ext uri="{FF2B5EF4-FFF2-40B4-BE49-F238E27FC236}">
                      <a16:creationId xmlns:a16="http://schemas.microsoft.com/office/drawing/2014/main" id="{5208D4A3-48AB-837C-898B-C7D294C25E95}"/>
                    </a:ext>
                  </a:extLst>
                </p:cNvPr>
                <p:cNvPicPr/>
                <p:nvPr/>
              </p:nvPicPr>
              <p:blipFill>
                <a:blip r:embed="rId325"/>
                <a:stretch>
                  <a:fillRect/>
                </a:stretch>
              </p:blipFill>
              <p:spPr>
                <a:xfrm>
                  <a:off x="8740598" y="829296"/>
                  <a:ext cx="164520" cy="30708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514" name="Ink 513">
                  <a:extLst>
                    <a:ext uri="{FF2B5EF4-FFF2-40B4-BE49-F238E27FC236}">
                      <a16:creationId xmlns:a16="http://schemas.microsoft.com/office/drawing/2014/main" id="{DDBBD74B-C010-F59F-6F4D-34EAE3BB684F}"/>
                    </a:ext>
                  </a:extLst>
                </p14:cNvPr>
                <p14:cNvContentPartPr/>
                <p14:nvPr/>
              </p14:nvContentPartPr>
              <p14:xfrm>
                <a:off x="8870558" y="851616"/>
                <a:ext cx="187200" cy="156600"/>
              </p14:xfrm>
            </p:contentPart>
          </mc:Choice>
          <mc:Fallback>
            <p:pic>
              <p:nvPicPr>
                <p:cNvPr id="514" name="Ink 513">
                  <a:extLst>
                    <a:ext uri="{FF2B5EF4-FFF2-40B4-BE49-F238E27FC236}">
                      <a16:creationId xmlns:a16="http://schemas.microsoft.com/office/drawing/2014/main" id="{DDBBD74B-C010-F59F-6F4D-34EAE3BB684F}"/>
                    </a:ext>
                  </a:extLst>
                </p:cNvPr>
                <p:cNvPicPr/>
                <p:nvPr/>
              </p:nvPicPr>
              <p:blipFill>
                <a:blip r:embed="rId327"/>
                <a:stretch>
                  <a:fillRect/>
                </a:stretch>
              </p:blipFill>
              <p:spPr>
                <a:xfrm>
                  <a:off x="8866238" y="847296"/>
                  <a:ext cx="195840" cy="165240"/>
                </a:xfrm>
                <a:prstGeom prst="rect">
                  <a:avLst/>
                </a:prstGeom>
              </p:spPr>
            </p:pic>
          </mc:Fallback>
        </mc:AlternateContent>
        <mc:AlternateContent xmlns:mc="http://schemas.openxmlformats.org/markup-compatibility/2006">
          <mc:Choice xmlns:p14="http://schemas.microsoft.com/office/powerpoint/2010/main" Requires="p14">
            <p:contentPart p14:bwMode="auto" r:id="rId328">
              <p14:nvContentPartPr>
                <p14:cNvPr id="515" name="Ink 514">
                  <a:extLst>
                    <a:ext uri="{FF2B5EF4-FFF2-40B4-BE49-F238E27FC236}">
                      <a16:creationId xmlns:a16="http://schemas.microsoft.com/office/drawing/2014/main" id="{396C1284-28CB-8D43-8C10-6D60AA13B976}"/>
                    </a:ext>
                  </a:extLst>
                </p14:cNvPr>
                <p14:cNvContentPartPr/>
                <p14:nvPr/>
              </p14:nvContentPartPr>
              <p14:xfrm>
                <a:off x="9090158" y="750816"/>
                <a:ext cx="142920" cy="371520"/>
              </p14:xfrm>
            </p:contentPart>
          </mc:Choice>
          <mc:Fallback>
            <p:pic>
              <p:nvPicPr>
                <p:cNvPr id="515" name="Ink 514">
                  <a:extLst>
                    <a:ext uri="{FF2B5EF4-FFF2-40B4-BE49-F238E27FC236}">
                      <a16:creationId xmlns:a16="http://schemas.microsoft.com/office/drawing/2014/main" id="{396C1284-28CB-8D43-8C10-6D60AA13B976}"/>
                    </a:ext>
                  </a:extLst>
                </p:cNvPr>
                <p:cNvPicPr/>
                <p:nvPr/>
              </p:nvPicPr>
              <p:blipFill>
                <a:blip r:embed="rId329"/>
                <a:stretch>
                  <a:fillRect/>
                </a:stretch>
              </p:blipFill>
              <p:spPr>
                <a:xfrm>
                  <a:off x="9085838" y="746496"/>
                  <a:ext cx="151560" cy="380160"/>
                </a:xfrm>
                <a:prstGeom prst="rect">
                  <a:avLst/>
                </a:prstGeom>
              </p:spPr>
            </p:pic>
          </mc:Fallback>
        </mc:AlternateContent>
        <mc:AlternateContent xmlns:mc="http://schemas.openxmlformats.org/markup-compatibility/2006">
          <mc:Choice xmlns:p14="http://schemas.microsoft.com/office/powerpoint/2010/main" Requires="p14">
            <p:contentPart p14:bwMode="auto" r:id="rId330">
              <p14:nvContentPartPr>
                <p14:cNvPr id="517" name="Ink 516">
                  <a:extLst>
                    <a:ext uri="{FF2B5EF4-FFF2-40B4-BE49-F238E27FC236}">
                      <a16:creationId xmlns:a16="http://schemas.microsoft.com/office/drawing/2014/main" id="{4F3661F1-1479-3ADA-7199-F929D138849B}"/>
                    </a:ext>
                  </a:extLst>
                </p14:cNvPr>
                <p14:cNvContentPartPr/>
                <p14:nvPr/>
              </p14:nvContentPartPr>
              <p14:xfrm>
                <a:off x="7596158" y="1512216"/>
                <a:ext cx="248400" cy="240840"/>
              </p14:xfrm>
            </p:contentPart>
          </mc:Choice>
          <mc:Fallback>
            <p:pic>
              <p:nvPicPr>
                <p:cNvPr id="517" name="Ink 516">
                  <a:extLst>
                    <a:ext uri="{FF2B5EF4-FFF2-40B4-BE49-F238E27FC236}">
                      <a16:creationId xmlns:a16="http://schemas.microsoft.com/office/drawing/2014/main" id="{4F3661F1-1479-3ADA-7199-F929D138849B}"/>
                    </a:ext>
                  </a:extLst>
                </p:cNvPr>
                <p:cNvPicPr/>
                <p:nvPr/>
              </p:nvPicPr>
              <p:blipFill>
                <a:blip r:embed="rId331"/>
                <a:stretch>
                  <a:fillRect/>
                </a:stretch>
              </p:blipFill>
              <p:spPr>
                <a:xfrm>
                  <a:off x="7591838" y="1507896"/>
                  <a:ext cx="257040" cy="249480"/>
                </a:xfrm>
                <a:prstGeom prst="rect">
                  <a:avLst/>
                </a:prstGeom>
              </p:spPr>
            </p:pic>
          </mc:Fallback>
        </mc:AlternateContent>
        <mc:AlternateContent xmlns:mc="http://schemas.openxmlformats.org/markup-compatibility/2006">
          <mc:Choice xmlns:p14="http://schemas.microsoft.com/office/powerpoint/2010/main" Requires="p14">
            <p:contentPart p14:bwMode="auto" r:id="rId332">
              <p14:nvContentPartPr>
                <p14:cNvPr id="518" name="Ink 517">
                  <a:extLst>
                    <a:ext uri="{FF2B5EF4-FFF2-40B4-BE49-F238E27FC236}">
                      <a16:creationId xmlns:a16="http://schemas.microsoft.com/office/drawing/2014/main" id="{7F2996DF-1C07-1724-204E-EDF29EFE6956}"/>
                    </a:ext>
                  </a:extLst>
                </p14:cNvPr>
                <p14:cNvContentPartPr/>
                <p14:nvPr/>
              </p14:nvContentPartPr>
              <p14:xfrm>
                <a:off x="8005118" y="1636776"/>
                <a:ext cx="88560" cy="14040"/>
              </p14:xfrm>
            </p:contentPart>
          </mc:Choice>
          <mc:Fallback>
            <p:pic>
              <p:nvPicPr>
                <p:cNvPr id="518" name="Ink 517">
                  <a:extLst>
                    <a:ext uri="{FF2B5EF4-FFF2-40B4-BE49-F238E27FC236}">
                      <a16:creationId xmlns:a16="http://schemas.microsoft.com/office/drawing/2014/main" id="{7F2996DF-1C07-1724-204E-EDF29EFE6956}"/>
                    </a:ext>
                  </a:extLst>
                </p:cNvPr>
                <p:cNvPicPr/>
                <p:nvPr/>
              </p:nvPicPr>
              <p:blipFill>
                <a:blip r:embed="rId333"/>
                <a:stretch>
                  <a:fillRect/>
                </a:stretch>
              </p:blipFill>
              <p:spPr>
                <a:xfrm>
                  <a:off x="8000798" y="1632456"/>
                  <a:ext cx="9720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334">
              <p14:nvContentPartPr>
                <p14:cNvPr id="519" name="Ink 518">
                  <a:extLst>
                    <a:ext uri="{FF2B5EF4-FFF2-40B4-BE49-F238E27FC236}">
                      <a16:creationId xmlns:a16="http://schemas.microsoft.com/office/drawing/2014/main" id="{5DEB0DCC-6CAD-52EB-06EB-8A1F85DFB320}"/>
                    </a:ext>
                  </a:extLst>
                </p14:cNvPr>
                <p14:cNvContentPartPr/>
                <p14:nvPr/>
              </p14:nvContentPartPr>
              <p14:xfrm>
                <a:off x="7994678" y="1686816"/>
                <a:ext cx="124200" cy="22320"/>
              </p14:xfrm>
            </p:contentPart>
          </mc:Choice>
          <mc:Fallback>
            <p:pic>
              <p:nvPicPr>
                <p:cNvPr id="519" name="Ink 518">
                  <a:extLst>
                    <a:ext uri="{FF2B5EF4-FFF2-40B4-BE49-F238E27FC236}">
                      <a16:creationId xmlns:a16="http://schemas.microsoft.com/office/drawing/2014/main" id="{5DEB0DCC-6CAD-52EB-06EB-8A1F85DFB320}"/>
                    </a:ext>
                  </a:extLst>
                </p:cNvPr>
                <p:cNvPicPr/>
                <p:nvPr/>
              </p:nvPicPr>
              <p:blipFill>
                <a:blip r:embed="rId335"/>
                <a:stretch>
                  <a:fillRect/>
                </a:stretch>
              </p:blipFill>
              <p:spPr>
                <a:xfrm>
                  <a:off x="7990358" y="1682496"/>
                  <a:ext cx="13284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336">
              <p14:nvContentPartPr>
                <p14:cNvPr id="520" name="Ink 519">
                  <a:extLst>
                    <a:ext uri="{FF2B5EF4-FFF2-40B4-BE49-F238E27FC236}">
                      <a16:creationId xmlns:a16="http://schemas.microsoft.com/office/drawing/2014/main" id="{8E025367-63B9-AD86-C29A-A964FF9432B4}"/>
                    </a:ext>
                  </a:extLst>
                </p14:cNvPr>
                <p14:cNvContentPartPr/>
                <p14:nvPr/>
              </p14:nvContentPartPr>
              <p14:xfrm>
                <a:off x="8461238" y="1507896"/>
                <a:ext cx="127800" cy="171360"/>
              </p14:xfrm>
            </p:contentPart>
          </mc:Choice>
          <mc:Fallback>
            <p:pic>
              <p:nvPicPr>
                <p:cNvPr id="520" name="Ink 519">
                  <a:extLst>
                    <a:ext uri="{FF2B5EF4-FFF2-40B4-BE49-F238E27FC236}">
                      <a16:creationId xmlns:a16="http://schemas.microsoft.com/office/drawing/2014/main" id="{8E025367-63B9-AD86-C29A-A964FF9432B4}"/>
                    </a:ext>
                  </a:extLst>
                </p:cNvPr>
                <p:cNvPicPr/>
                <p:nvPr/>
              </p:nvPicPr>
              <p:blipFill>
                <a:blip r:embed="rId337"/>
                <a:stretch>
                  <a:fillRect/>
                </a:stretch>
              </p:blipFill>
              <p:spPr>
                <a:xfrm>
                  <a:off x="8456918" y="1503576"/>
                  <a:ext cx="13644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338">
              <p14:nvContentPartPr>
                <p14:cNvPr id="521" name="Ink 520">
                  <a:extLst>
                    <a:ext uri="{FF2B5EF4-FFF2-40B4-BE49-F238E27FC236}">
                      <a16:creationId xmlns:a16="http://schemas.microsoft.com/office/drawing/2014/main" id="{C50918F0-D283-DC33-EE20-B92DEA5C0B8D}"/>
                    </a:ext>
                  </a:extLst>
                </p14:cNvPr>
                <p14:cNvContentPartPr/>
                <p14:nvPr/>
              </p14:nvContentPartPr>
              <p14:xfrm>
                <a:off x="8687678" y="1603296"/>
                <a:ext cx="360" cy="360"/>
              </p14:xfrm>
            </p:contentPart>
          </mc:Choice>
          <mc:Fallback>
            <p:pic>
              <p:nvPicPr>
                <p:cNvPr id="521" name="Ink 520">
                  <a:extLst>
                    <a:ext uri="{FF2B5EF4-FFF2-40B4-BE49-F238E27FC236}">
                      <a16:creationId xmlns:a16="http://schemas.microsoft.com/office/drawing/2014/main" id="{C50918F0-D283-DC33-EE20-B92DEA5C0B8D}"/>
                    </a:ext>
                  </a:extLst>
                </p:cNvPr>
                <p:cNvPicPr/>
                <p:nvPr/>
              </p:nvPicPr>
              <p:blipFill>
                <a:blip r:embed="rId3"/>
                <a:stretch>
                  <a:fillRect/>
                </a:stretch>
              </p:blipFill>
              <p:spPr>
                <a:xfrm>
                  <a:off x="8683358" y="159897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339">
              <p14:nvContentPartPr>
                <p14:cNvPr id="522" name="Ink 521">
                  <a:extLst>
                    <a:ext uri="{FF2B5EF4-FFF2-40B4-BE49-F238E27FC236}">
                      <a16:creationId xmlns:a16="http://schemas.microsoft.com/office/drawing/2014/main" id="{91D058DC-E71A-E733-54E2-F0B96AFD5403}"/>
                    </a:ext>
                  </a:extLst>
                </p14:cNvPr>
                <p14:cNvContentPartPr/>
                <p14:nvPr/>
              </p14:nvContentPartPr>
              <p14:xfrm>
                <a:off x="8761838" y="1503216"/>
                <a:ext cx="144360" cy="133920"/>
              </p14:xfrm>
            </p:contentPart>
          </mc:Choice>
          <mc:Fallback>
            <p:pic>
              <p:nvPicPr>
                <p:cNvPr id="522" name="Ink 521">
                  <a:extLst>
                    <a:ext uri="{FF2B5EF4-FFF2-40B4-BE49-F238E27FC236}">
                      <a16:creationId xmlns:a16="http://schemas.microsoft.com/office/drawing/2014/main" id="{91D058DC-E71A-E733-54E2-F0B96AFD5403}"/>
                    </a:ext>
                  </a:extLst>
                </p:cNvPr>
                <p:cNvPicPr/>
                <p:nvPr/>
              </p:nvPicPr>
              <p:blipFill>
                <a:blip r:embed="rId340"/>
                <a:stretch>
                  <a:fillRect/>
                </a:stretch>
              </p:blipFill>
              <p:spPr>
                <a:xfrm>
                  <a:off x="8757518" y="1498896"/>
                  <a:ext cx="15300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341">
              <p14:nvContentPartPr>
                <p14:cNvPr id="523" name="Ink 522">
                  <a:extLst>
                    <a:ext uri="{FF2B5EF4-FFF2-40B4-BE49-F238E27FC236}">
                      <a16:creationId xmlns:a16="http://schemas.microsoft.com/office/drawing/2014/main" id="{8B173407-F981-421E-C61A-08B8B698F83E}"/>
                    </a:ext>
                  </a:extLst>
                </p14:cNvPr>
                <p14:cNvContentPartPr/>
                <p14:nvPr/>
              </p14:nvContentPartPr>
              <p14:xfrm>
                <a:off x="8992958" y="1411416"/>
                <a:ext cx="147240" cy="215280"/>
              </p14:xfrm>
            </p:contentPart>
          </mc:Choice>
          <mc:Fallback>
            <p:pic>
              <p:nvPicPr>
                <p:cNvPr id="523" name="Ink 522">
                  <a:extLst>
                    <a:ext uri="{FF2B5EF4-FFF2-40B4-BE49-F238E27FC236}">
                      <a16:creationId xmlns:a16="http://schemas.microsoft.com/office/drawing/2014/main" id="{8B173407-F981-421E-C61A-08B8B698F83E}"/>
                    </a:ext>
                  </a:extLst>
                </p:cNvPr>
                <p:cNvPicPr/>
                <p:nvPr/>
              </p:nvPicPr>
              <p:blipFill>
                <a:blip r:embed="rId342"/>
                <a:stretch>
                  <a:fillRect/>
                </a:stretch>
              </p:blipFill>
              <p:spPr>
                <a:xfrm>
                  <a:off x="8988638" y="1407096"/>
                  <a:ext cx="15588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343">
              <p14:nvContentPartPr>
                <p14:cNvPr id="526" name="Ink 525">
                  <a:extLst>
                    <a:ext uri="{FF2B5EF4-FFF2-40B4-BE49-F238E27FC236}">
                      <a16:creationId xmlns:a16="http://schemas.microsoft.com/office/drawing/2014/main" id="{8F73737A-271C-B96B-B657-BADD0DA5EE28}"/>
                    </a:ext>
                  </a:extLst>
                </p14:cNvPr>
                <p14:cNvContentPartPr/>
                <p14:nvPr/>
              </p14:nvContentPartPr>
              <p14:xfrm>
                <a:off x="8622158" y="1625976"/>
                <a:ext cx="37440" cy="20880"/>
              </p14:xfrm>
            </p:contentPart>
          </mc:Choice>
          <mc:Fallback>
            <p:pic>
              <p:nvPicPr>
                <p:cNvPr id="526" name="Ink 525">
                  <a:extLst>
                    <a:ext uri="{FF2B5EF4-FFF2-40B4-BE49-F238E27FC236}">
                      <a16:creationId xmlns:a16="http://schemas.microsoft.com/office/drawing/2014/main" id="{8F73737A-271C-B96B-B657-BADD0DA5EE28}"/>
                    </a:ext>
                  </a:extLst>
                </p:cNvPr>
                <p:cNvPicPr/>
                <p:nvPr/>
              </p:nvPicPr>
              <p:blipFill>
                <a:blip r:embed="rId344"/>
                <a:stretch>
                  <a:fillRect/>
                </a:stretch>
              </p:blipFill>
              <p:spPr>
                <a:xfrm>
                  <a:off x="8617838" y="1621656"/>
                  <a:ext cx="4608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345">
              <p14:nvContentPartPr>
                <p14:cNvPr id="656" name="Ink 655">
                  <a:extLst>
                    <a:ext uri="{FF2B5EF4-FFF2-40B4-BE49-F238E27FC236}">
                      <a16:creationId xmlns:a16="http://schemas.microsoft.com/office/drawing/2014/main" id="{9EEC35AF-42F5-954B-F882-BDB2381A6959}"/>
                    </a:ext>
                  </a:extLst>
                </p14:cNvPr>
                <p14:cNvContentPartPr/>
                <p14:nvPr/>
              </p14:nvContentPartPr>
              <p14:xfrm>
                <a:off x="9389318" y="2237616"/>
                <a:ext cx="95760" cy="30960"/>
              </p14:xfrm>
            </p:contentPart>
          </mc:Choice>
          <mc:Fallback>
            <p:pic>
              <p:nvPicPr>
                <p:cNvPr id="656" name="Ink 655">
                  <a:extLst>
                    <a:ext uri="{FF2B5EF4-FFF2-40B4-BE49-F238E27FC236}">
                      <a16:creationId xmlns:a16="http://schemas.microsoft.com/office/drawing/2014/main" id="{9EEC35AF-42F5-954B-F882-BDB2381A6959}"/>
                    </a:ext>
                  </a:extLst>
                </p:cNvPr>
                <p:cNvPicPr/>
                <p:nvPr/>
              </p:nvPicPr>
              <p:blipFill>
                <a:blip r:embed="rId346"/>
                <a:stretch>
                  <a:fillRect/>
                </a:stretch>
              </p:blipFill>
              <p:spPr>
                <a:xfrm>
                  <a:off x="9384998" y="2233296"/>
                  <a:ext cx="10440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347">
              <p14:nvContentPartPr>
                <p14:cNvPr id="657" name="Ink 656">
                  <a:extLst>
                    <a:ext uri="{FF2B5EF4-FFF2-40B4-BE49-F238E27FC236}">
                      <a16:creationId xmlns:a16="http://schemas.microsoft.com/office/drawing/2014/main" id="{8DDDCDAB-2CD1-2F79-9EA8-D0FEB808157B}"/>
                    </a:ext>
                  </a:extLst>
                </p14:cNvPr>
                <p14:cNvContentPartPr/>
                <p14:nvPr/>
              </p14:nvContentPartPr>
              <p14:xfrm>
                <a:off x="9397238" y="2315736"/>
                <a:ext cx="360" cy="360"/>
              </p14:xfrm>
            </p:contentPart>
          </mc:Choice>
          <mc:Fallback>
            <p:pic>
              <p:nvPicPr>
                <p:cNvPr id="657" name="Ink 656">
                  <a:extLst>
                    <a:ext uri="{FF2B5EF4-FFF2-40B4-BE49-F238E27FC236}">
                      <a16:creationId xmlns:a16="http://schemas.microsoft.com/office/drawing/2014/main" id="{8DDDCDAB-2CD1-2F79-9EA8-D0FEB808157B}"/>
                    </a:ext>
                  </a:extLst>
                </p:cNvPr>
                <p:cNvPicPr/>
                <p:nvPr/>
              </p:nvPicPr>
              <p:blipFill>
                <a:blip r:embed="rId3"/>
                <a:stretch>
                  <a:fillRect/>
                </a:stretch>
              </p:blipFill>
              <p:spPr>
                <a:xfrm>
                  <a:off x="9392918" y="231141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348">
              <p14:nvContentPartPr>
                <p14:cNvPr id="658" name="Ink 657">
                  <a:extLst>
                    <a:ext uri="{FF2B5EF4-FFF2-40B4-BE49-F238E27FC236}">
                      <a16:creationId xmlns:a16="http://schemas.microsoft.com/office/drawing/2014/main" id="{E9A2FEAC-343B-E09C-9B37-10EA3476FE3C}"/>
                    </a:ext>
                  </a:extLst>
                </p14:cNvPr>
                <p14:cNvContentPartPr/>
                <p14:nvPr/>
              </p14:nvContentPartPr>
              <p14:xfrm>
                <a:off x="8947598" y="2179656"/>
                <a:ext cx="282960" cy="239760"/>
              </p14:xfrm>
            </p:contentPart>
          </mc:Choice>
          <mc:Fallback>
            <p:pic>
              <p:nvPicPr>
                <p:cNvPr id="658" name="Ink 657">
                  <a:extLst>
                    <a:ext uri="{FF2B5EF4-FFF2-40B4-BE49-F238E27FC236}">
                      <a16:creationId xmlns:a16="http://schemas.microsoft.com/office/drawing/2014/main" id="{E9A2FEAC-343B-E09C-9B37-10EA3476FE3C}"/>
                    </a:ext>
                  </a:extLst>
                </p:cNvPr>
                <p:cNvPicPr/>
                <p:nvPr/>
              </p:nvPicPr>
              <p:blipFill>
                <a:blip r:embed="rId349"/>
                <a:stretch>
                  <a:fillRect/>
                </a:stretch>
              </p:blipFill>
              <p:spPr>
                <a:xfrm>
                  <a:off x="8943278" y="2175336"/>
                  <a:ext cx="291600" cy="248400"/>
                </a:xfrm>
                <a:prstGeom prst="rect">
                  <a:avLst/>
                </a:prstGeom>
              </p:spPr>
            </p:pic>
          </mc:Fallback>
        </mc:AlternateContent>
        <mc:AlternateContent xmlns:mc="http://schemas.openxmlformats.org/markup-compatibility/2006">
          <mc:Choice xmlns:p14="http://schemas.microsoft.com/office/powerpoint/2010/main" Requires="p14">
            <p:contentPart p14:bwMode="auto" r:id="rId350">
              <p14:nvContentPartPr>
                <p14:cNvPr id="659" name="Ink 658">
                  <a:extLst>
                    <a:ext uri="{FF2B5EF4-FFF2-40B4-BE49-F238E27FC236}">
                      <a16:creationId xmlns:a16="http://schemas.microsoft.com/office/drawing/2014/main" id="{CEB0DE88-C519-EDAC-F4B9-1D136C1A6E25}"/>
                    </a:ext>
                  </a:extLst>
                </p14:cNvPr>
                <p14:cNvContentPartPr/>
                <p14:nvPr/>
              </p14:nvContentPartPr>
              <p14:xfrm>
                <a:off x="9421718" y="2279736"/>
                <a:ext cx="94320" cy="7200"/>
              </p14:xfrm>
            </p:contentPart>
          </mc:Choice>
          <mc:Fallback>
            <p:pic>
              <p:nvPicPr>
                <p:cNvPr id="659" name="Ink 658">
                  <a:extLst>
                    <a:ext uri="{FF2B5EF4-FFF2-40B4-BE49-F238E27FC236}">
                      <a16:creationId xmlns:a16="http://schemas.microsoft.com/office/drawing/2014/main" id="{CEB0DE88-C519-EDAC-F4B9-1D136C1A6E25}"/>
                    </a:ext>
                  </a:extLst>
                </p:cNvPr>
                <p:cNvPicPr/>
                <p:nvPr/>
              </p:nvPicPr>
              <p:blipFill>
                <a:blip r:embed="rId351"/>
                <a:stretch>
                  <a:fillRect/>
                </a:stretch>
              </p:blipFill>
              <p:spPr>
                <a:xfrm>
                  <a:off x="9417398" y="2275416"/>
                  <a:ext cx="10296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352">
              <p14:nvContentPartPr>
                <p14:cNvPr id="660" name="Ink 659">
                  <a:extLst>
                    <a:ext uri="{FF2B5EF4-FFF2-40B4-BE49-F238E27FC236}">
                      <a16:creationId xmlns:a16="http://schemas.microsoft.com/office/drawing/2014/main" id="{34FC49C7-C516-7976-7983-B0CED77E7E96}"/>
                    </a:ext>
                  </a:extLst>
                </p14:cNvPr>
                <p14:cNvContentPartPr/>
                <p14:nvPr/>
              </p14:nvContentPartPr>
              <p14:xfrm>
                <a:off x="9678038" y="2130696"/>
                <a:ext cx="136800" cy="129600"/>
              </p14:xfrm>
            </p:contentPart>
          </mc:Choice>
          <mc:Fallback>
            <p:pic>
              <p:nvPicPr>
                <p:cNvPr id="660" name="Ink 659">
                  <a:extLst>
                    <a:ext uri="{FF2B5EF4-FFF2-40B4-BE49-F238E27FC236}">
                      <a16:creationId xmlns:a16="http://schemas.microsoft.com/office/drawing/2014/main" id="{34FC49C7-C516-7976-7983-B0CED77E7E96}"/>
                    </a:ext>
                  </a:extLst>
                </p:cNvPr>
                <p:cNvPicPr/>
                <p:nvPr/>
              </p:nvPicPr>
              <p:blipFill>
                <a:blip r:embed="rId353"/>
                <a:stretch>
                  <a:fillRect/>
                </a:stretch>
              </p:blipFill>
              <p:spPr>
                <a:xfrm>
                  <a:off x="9673718" y="2126376"/>
                  <a:ext cx="14544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354">
              <p14:nvContentPartPr>
                <p14:cNvPr id="661" name="Ink 660">
                  <a:extLst>
                    <a:ext uri="{FF2B5EF4-FFF2-40B4-BE49-F238E27FC236}">
                      <a16:creationId xmlns:a16="http://schemas.microsoft.com/office/drawing/2014/main" id="{79486E03-E924-4ECA-160F-BA3D76AF34CE}"/>
                    </a:ext>
                  </a:extLst>
                </p14:cNvPr>
                <p14:cNvContentPartPr/>
                <p14:nvPr/>
              </p14:nvContentPartPr>
              <p14:xfrm>
                <a:off x="9928238" y="2189376"/>
                <a:ext cx="360" cy="360"/>
              </p14:xfrm>
            </p:contentPart>
          </mc:Choice>
          <mc:Fallback>
            <p:pic>
              <p:nvPicPr>
                <p:cNvPr id="661" name="Ink 660">
                  <a:extLst>
                    <a:ext uri="{FF2B5EF4-FFF2-40B4-BE49-F238E27FC236}">
                      <a16:creationId xmlns:a16="http://schemas.microsoft.com/office/drawing/2014/main" id="{79486E03-E924-4ECA-160F-BA3D76AF34CE}"/>
                    </a:ext>
                  </a:extLst>
                </p:cNvPr>
                <p:cNvPicPr/>
                <p:nvPr/>
              </p:nvPicPr>
              <p:blipFill>
                <a:blip r:embed="rId3"/>
                <a:stretch>
                  <a:fillRect/>
                </a:stretch>
              </p:blipFill>
              <p:spPr>
                <a:xfrm>
                  <a:off x="9923918" y="218505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355">
              <p14:nvContentPartPr>
                <p14:cNvPr id="662" name="Ink 661">
                  <a:extLst>
                    <a:ext uri="{FF2B5EF4-FFF2-40B4-BE49-F238E27FC236}">
                      <a16:creationId xmlns:a16="http://schemas.microsoft.com/office/drawing/2014/main" id="{8B16F272-8BC2-594B-2933-25433EAD211E}"/>
                    </a:ext>
                  </a:extLst>
                </p14:cNvPr>
                <p14:cNvContentPartPr/>
                <p14:nvPr/>
              </p14:nvContentPartPr>
              <p14:xfrm>
                <a:off x="10095638" y="2075976"/>
                <a:ext cx="124560" cy="150480"/>
              </p14:xfrm>
            </p:contentPart>
          </mc:Choice>
          <mc:Fallback>
            <p:pic>
              <p:nvPicPr>
                <p:cNvPr id="662" name="Ink 661">
                  <a:extLst>
                    <a:ext uri="{FF2B5EF4-FFF2-40B4-BE49-F238E27FC236}">
                      <a16:creationId xmlns:a16="http://schemas.microsoft.com/office/drawing/2014/main" id="{8B16F272-8BC2-594B-2933-25433EAD211E}"/>
                    </a:ext>
                  </a:extLst>
                </p:cNvPr>
                <p:cNvPicPr/>
                <p:nvPr/>
              </p:nvPicPr>
              <p:blipFill>
                <a:blip r:embed="rId356"/>
                <a:stretch>
                  <a:fillRect/>
                </a:stretch>
              </p:blipFill>
              <p:spPr>
                <a:xfrm>
                  <a:off x="10091318" y="2071656"/>
                  <a:ext cx="133200" cy="159120"/>
                </a:xfrm>
                <a:prstGeom prst="rect">
                  <a:avLst/>
                </a:prstGeom>
              </p:spPr>
            </p:pic>
          </mc:Fallback>
        </mc:AlternateContent>
        <mc:AlternateContent xmlns:mc="http://schemas.openxmlformats.org/markup-compatibility/2006">
          <mc:Choice xmlns:p14="http://schemas.microsoft.com/office/powerpoint/2010/main" Requires="p14">
            <p:contentPart p14:bwMode="auto" r:id="rId357">
              <p14:nvContentPartPr>
                <p14:cNvPr id="664" name="Ink 663">
                  <a:extLst>
                    <a:ext uri="{FF2B5EF4-FFF2-40B4-BE49-F238E27FC236}">
                      <a16:creationId xmlns:a16="http://schemas.microsoft.com/office/drawing/2014/main" id="{9488CBB3-8430-EF94-004B-4EE2338ED58C}"/>
                    </a:ext>
                  </a:extLst>
                </p14:cNvPr>
                <p14:cNvContentPartPr/>
                <p14:nvPr/>
              </p14:nvContentPartPr>
              <p14:xfrm>
                <a:off x="10409198" y="1945656"/>
                <a:ext cx="210240" cy="89640"/>
              </p14:xfrm>
            </p:contentPart>
          </mc:Choice>
          <mc:Fallback>
            <p:pic>
              <p:nvPicPr>
                <p:cNvPr id="664" name="Ink 663">
                  <a:extLst>
                    <a:ext uri="{FF2B5EF4-FFF2-40B4-BE49-F238E27FC236}">
                      <a16:creationId xmlns:a16="http://schemas.microsoft.com/office/drawing/2014/main" id="{9488CBB3-8430-EF94-004B-4EE2338ED58C}"/>
                    </a:ext>
                  </a:extLst>
                </p:cNvPr>
                <p:cNvPicPr/>
                <p:nvPr/>
              </p:nvPicPr>
              <p:blipFill>
                <a:blip r:embed="rId358"/>
                <a:stretch>
                  <a:fillRect/>
                </a:stretch>
              </p:blipFill>
              <p:spPr>
                <a:xfrm>
                  <a:off x="10404878" y="1941336"/>
                  <a:ext cx="218880" cy="98280"/>
                </a:xfrm>
                <a:prstGeom prst="rect">
                  <a:avLst/>
                </a:prstGeom>
              </p:spPr>
            </p:pic>
          </mc:Fallback>
        </mc:AlternateContent>
        <mc:AlternateContent xmlns:mc="http://schemas.openxmlformats.org/markup-compatibility/2006">
          <mc:Choice xmlns:p14="http://schemas.microsoft.com/office/powerpoint/2010/main" Requires="p14">
            <p:contentPart p14:bwMode="auto" r:id="rId359">
              <p14:nvContentPartPr>
                <p14:cNvPr id="665" name="Ink 664">
                  <a:extLst>
                    <a:ext uri="{FF2B5EF4-FFF2-40B4-BE49-F238E27FC236}">
                      <a16:creationId xmlns:a16="http://schemas.microsoft.com/office/drawing/2014/main" id="{17948C00-6BD9-5986-3316-BAB214850936}"/>
                    </a:ext>
                  </a:extLst>
                </p14:cNvPr>
                <p14:cNvContentPartPr/>
                <p14:nvPr/>
              </p14:nvContentPartPr>
              <p14:xfrm>
                <a:off x="10368158" y="2031336"/>
                <a:ext cx="175320" cy="190800"/>
              </p14:xfrm>
            </p:contentPart>
          </mc:Choice>
          <mc:Fallback>
            <p:pic>
              <p:nvPicPr>
                <p:cNvPr id="665" name="Ink 664">
                  <a:extLst>
                    <a:ext uri="{FF2B5EF4-FFF2-40B4-BE49-F238E27FC236}">
                      <a16:creationId xmlns:a16="http://schemas.microsoft.com/office/drawing/2014/main" id="{17948C00-6BD9-5986-3316-BAB214850936}"/>
                    </a:ext>
                  </a:extLst>
                </p:cNvPr>
                <p:cNvPicPr/>
                <p:nvPr/>
              </p:nvPicPr>
              <p:blipFill>
                <a:blip r:embed="rId360"/>
                <a:stretch>
                  <a:fillRect/>
                </a:stretch>
              </p:blipFill>
              <p:spPr>
                <a:xfrm>
                  <a:off x="10363838" y="2027016"/>
                  <a:ext cx="183960" cy="199440"/>
                </a:xfrm>
                <a:prstGeom prst="rect">
                  <a:avLst/>
                </a:prstGeom>
              </p:spPr>
            </p:pic>
          </mc:Fallback>
        </mc:AlternateContent>
        <mc:AlternateContent xmlns:mc="http://schemas.openxmlformats.org/markup-compatibility/2006">
          <mc:Choice xmlns:p14="http://schemas.microsoft.com/office/powerpoint/2010/main" Requires="p14">
            <p:contentPart p14:bwMode="auto" r:id="rId361">
              <p14:nvContentPartPr>
                <p14:cNvPr id="666" name="Ink 665">
                  <a:extLst>
                    <a:ext uri="{FF2B5EF4-FFF2-40B4-BE49-F238E27FC236}">
                      <a16:creationId xmlns:a16="http://schemas.microsoft.com/office/drawing/2014/main" id="{60BD628B-79F2-1A25-D9C1-E0A60849301C}"/>
                    </a:ext>
                  </a:extLst>
                </p14:cNvPr>
                <p14:cNvContentPartPr/>
                <p14:nvPr/>
              </p14:nvContentPartPr>
              <p14:xfrm>
                <a:off x="9904478" y="2197296"/>
                <a:ext cx="55080" cy="37800"/>
              </p14:xfrm>
            </p:contentPart>
          </mc:Choice>
          <mc:Fallback>
            <p:pic>
              <p:nvPicPr>
                <p:cNvPr id="666" name="Ink 665">
                  <a:extLst>
                    <a:ext uri="{FF2B5EF4-FFF2-40B4-BE49-F238E27FC236}">
                      <a16:creationId xmlns:a16="http://schemas.microsoft.com/office/drawing/2014/main" id="{60BD628B-79F2-1A25-D9C1-E0A60849301C}"/>
                    </a:ext>
                  </a:extLst>
                </p:cNvPr>
                <p:cNvPicPr/>
                <p:nvPr/>
              </p:nvPicPr>
              <p:blipFill>
                <a:blip r:embed="rId362"/>
                <a:stretch>
                  <a:fillRect/>
                </a:stretch>
              </p:blipFill>
              <p:spPr>
                <a:xfrm>
                  <a:off x="9900158" y="2192976"/>
                  <a:ext cx="6372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363">
              <p14:nvContentPartPr>
                <p14:cNvPr id="99" name="Ink 98">
                  <a:extLst>
                    <a:ext uri="{FF2B5EF4-FFF2-40B4-BE49-F238E27FC236}">
                      <a16:creationId xmlns:a16="http://schemas.microsoft.com/office/drawing/2014/main" id="{A7A76F4C-2709-BE83-5E97-9154152CACEE}"/>
                    </a:ext>
                  </a:extLst>
                </p14:cNvPr>
                <p14:cNvContentPartPr/>
                <p14:nvPr/>
              </p14:nvContentPartPr>
              <p14:xfrm>
                <a:off x="3014078" y="535176"/>
                <a:ext cx="178560" cy="182880"/>
              </p14:xfrm>
            </p:contentPart>
          </mc:Choice>
          <mc:Fallback>
            <p:pic>
              <p:nvPicPr>
                <p:cNvPr id="99" name="Ink 98">
                  <a:extLst>
                    <a:ext uri="{FF2B5EF4-FFF2-40B4-BE49-F238E27FC236}">
                      <a16:creationId xmlns:a16="http://schemas.microsoft.com/office/drawing/2014/main" id="{A7A76F4C-2709-BE83-5E97-9154152CACEE}"/>
                    </a:ext>
                  </a:extLst>
                </p:cNvPr>
                <p:cNvPicPr/>
                <p:nvPr/>
              </p:nvPicPr>
              <p:blipFill>
                <a:blip r:embed="rId364"/>
                <a:stretch>
                  <a:fillRect/>
                </a:stretch>
              </p:blipFill>
              <p:spPr>
                <a:xfrm>
                  <a:off x="3009758" y="530856"/>
                  <a:ext cx="18720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365">
              <p14:nvContentPartPr>
                <p14:cNvPr id="105" name="Ink 104">
                  <a:extLst>
                    <a:ext uri="{FF2B5EF4-FFF2-40B4-BE49-F238E27FC236}">
                      <a16:creationId xmlns:a16="http://schemas.microsoft.com/office/drawing/2014/main" id="{2ED13766-3CCE-07B2-9CF8-B060B644FB4C}"/>
                    </a:ext>
                  </a:extLst>
                </p14:cNvPr>
                <p14:cNvContentPartPr/>
                <p14:nvPr/>
              </p14:nvContentPartPr>
              <p14:xfrm>
                <a:off x="3062318" y="534816"/>
                <a:ext cx="93600" cy="243360"/>
              </p14:xfrm>
            </p:contentPart>
          </mc:Choice>
          <mc:Fallback>
            <p:pic>
              <p:nvPicPr>
                <p:cNvPr id="105" name="Ink 104">
                  <a:extLst>
                    <a:ext uri="{FF2B5EF4-FFF2-40B4-BE49-F238E27FC236}">
                      <a16:creationId xmlns:a16="http://schemas.microsoft.com/office/drawing/2014/main" id="{2ED13766-3CCE-07B2-9CF8-B060B644FB4C}"/>
                    </a:ext>
                  </a:extLst>
                </p:cNvPr>
                <p:cNvPicPr/>
                <p:nvPr/>
              </p:nvPicPr>
              <p:blipFill>
                <a:blip r:embed="rId366"/>
                <a:stretch>
                  <a:fillRect/>
                </a:stretch>
              </p:blipFill>
              <p:spPr>
                <a:xfrm>
                  <a:off x="3057998" y="530496"/>
                  <a:ext cx="10224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367">
              <p14:nvContentPartPr>
                <p14:cNvPr id="118" name="Ink 117">
                  <a:extLst>
                    <a:ext uri="{FF2B5EF4-FFF2-40B4-BE49-F238E27FC236}">
                      <a16:creationId xmlns:a16="http://schemas.microsoft.com/office/drawing/2014/main" id="{6F7F9FDF-3EF1-A11A-642E-7EE0C2D23906}"/>
                    </a:ext>
                  </a:extLst>
                </p14:cNvPr>
                <p14:cNvContentPartPr/>
                <p14:nvPr/>
              </p14:nvContentPartPr>
              <p14:xfrm>
                <a:off x="3212438" y="694296"/>
                <a:ext cx="130680" cy="133920"/>
              </p14:xfrm>
            </p:contentPart>
          </mc:Choice>
          <mc:Fallback>
            <p:pic>
              <p:nvPicPr>
                <p:cNvPr id="118" name="Ink 117">
                  <a:extLst>
                    <a:ext uri="{FF2B5EF4-FFF2-40B4-BE49-F238E27FC236}">
                      <a16:creationId xmlns:a16="http://schemas.microsoft.com/office/drawing/2014/main" id="{6F7F9FDF-3EF1-A11A-642E-7EE0C2D23906}"/>
                    </a:ext>
                  </a:extLst>
                </p:cNvPr>
                <p:cNvPicPr/>
                <p:nvPr/>
              </p:nvPicPr>
              <p:blipFill>
                <a:blip r:embed="rId368"/>
                <a:stretch>
                  <a:fillRect/>
                </a:stretch>
              </p:blipFill>
              <p:spPr>
                <a:xfrm>
                  <a:off x="3208118" y="689976"/>
                  <a:ext cx="13932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369">
              <p14:nvContentPartPr>
                <p14:cNvPr id="119" name="Ink 118">
                  <a:extLst>
                    <a:ext uri="{FF2B5EF4-FFF2-40B4-BE49-F238E27FC236}">
                      <a16:creationId xmlns:a16="http://schemas.microsoft.com/office/drawing/2014/main" id="{F03D9BD0-DED9-0F9A-643B-708878A0C440}"/>
                    </a:ext>
                  </a:extLst>
                </p14:cNvPr>
                <p14:cNvContentPartPr/>
                <p14:nvPr/>
              </p14:nvContentPartPr>
              <p14:xfrm>
                <a:off x="3345278" y="616896"/>
                <a:ext cx="217080" cy="75240"/>
              </p14:xfrm>
            </p:contentPart>
          </mc:Choice>
          <mc:Fallback>
            <p:pic>
              <p:nvPicPr>
                <p:cNvPr id="119" name="Ink 118">
                  <a:extLst>
                    <a:ext uri="{FF2B5EF4-FFF2-40B4-BE49-F238E27FC236}">
                      <a16:creationId xmlns:a16="http://schemas.microsoft.com/office/drawing/2014/main" id="{F03D9BD0-DED9-0F9A-643B-708878A0C440}"/>
                    </a:ext>
                  </a:extLst>
                </p:cNvPr>
                <p:cNvPicPr/>
                <p:nvPr/>
              </p:nvPicPr>
              <p:blipFill>
                <a:blip r:embed="rId370"/>
                <a:stretch>
                  <a:fillRect/>
                </a:stretch>
              </p:blipFill>
              <p:spPr>
                <a:xfrm>
                  <a:off x="3340958" y="612576"/>
                  <a:ext cx="225720" cy="83880"/>
                </a:xfrm>
                <a:prstGeom prst="rect">
                  <a:avLst/>
                </a:prstGeom>
              </p:spPr>
            </p:pic>
          </mc:Fallback>
        </mc:AlternateContent>
        <mc:AlternateContent xmlns:mc="http://schemas.openxmlformats.org/markup-compatibility/2006">
          <mc:Choice xmlns:p14="http://schemas.microsoft.com/office/powerpoint/2010/main" Requires="p14">
            <p:contentPart p14:bwMode="auto" r:id="rId371">
              <p14:nvContentPartPr>
                <p14:cNvPr id="131" name="Ink 130">
                  <a:extLst>
                    <a:ext uri="{FF2B5EF4-FFF2-40B4-BE49-F238E27FC236}">
                      <a16:creationId xmlns:a16="http://schemas.microsoft.com/office/drawing/2014/main" id="{8B6ED7D7-5AA4-A87A-DF79-A1BEC5923490}"/>
                    </a:ext>
                  </a:extLst>
                </p14:cNvPr>
                <p14:cNvContentPartPr/>
                <p14:nvPr/>
              </p14:nvContentPartPr>
              <p14:xfrm>
                <a:off x="3631478" y="463176"/>
                <a:ext cx="188640" cy="292320"/>
              </p14:xfrm>
            </p:contentPart>
          </mc:Choice>
          <mc:Fallback>
            <p:pic>
              <p:nvPicPr>
                <p:cNvPr id="131" name="Ink 130">
                  <a:extLst>
                    <a:ext uri="{FF2B5EF4-FFF2-40B4-BE49-F238E27FC236}">
                      <a16:creationId xmlns:a16="http://schemas.microsoft.com/office/drawing/2014/main" id="{8B6ED7D7-5AA4-A87A-DF79-A1BEC5923490}"/>
                    </a:ext>
                  </a:extLst>
                </p:cNvPr>
                <p:cNvPicPr/>
                <p:nvPr/>
              </p:nvPicPr>
              <p:blipFill>
                <a:blip r:embed="rId372"/>
                <a:stretch>
                  <a:fillRect/>
                </a:stretch>
              </p:blipFill>
              <p:spPr>
                <a:xfrm>
                  <a:off x="3627158" y="458856"/>
                  <a:ext cx="197280" cy="300960"/>
                </a:xfrm>
                <a:prstGeom prst="rect">
                  <a:avLst/>
                </a:prstGeom>
              </p:spPr>
            </p:pic>
          </mc:Fallback>
        </mc:AlternateContent>
        <mc:AlternateContent xmlns:mc="http://schemas.openxmlformats.org/markup-compatibility/2006">
          <mc:Choice xmlns:p14="http://schemas.microsoft.com/office/powerpoint/2010/main" Requires="p14">
            <p:contentPart p14:bwMode="auto" r:id="rId373">
              <p14:nvContentPartPr>
                <p14:cNvPr id="132" name="Ink 131">
                  <a:extLst>
                    <a:ext uri="{FF2B5EF4-FFF2-40B4-BE49-F238E27FC236}">
                      <a16:creationId xmlns:a16="http://schemas.microsoft.com/office/drawing/2014/main" id="{C0D833A8-1A25-326C-959A-443E37F776AD}"/>
                    </a:ext>
                  </a:extLst>
                </p14:cNvPr>
                <p14:cNvContentPartPr/>
                <p14:nvPr/>
              </p14:nvContentPartPr>
              <p14:xfrm>
                <a:off x="3859718" y="562176"/>
                <a:ext cx="137520" cy="114120"/>
              </p14:xfrm>
            </p:contentPart>
          </mc:Choice>
          <mc:Fallback>
            <p:pic>
              <p:nvPicPr>
                <p:cNvPr id="132" name="Ink 131">
                  <a:extLst>
                    <a:ext uri="{FF2B5EF4-FFF2-40B4-BE49-F238E27FC236}">
                      <a16:creationId xmlns:a16="http://schemas.microsoft.com/office/drawing/2014/main" id="{C0D833A8-1A25-326C-959A-443E37F776AD}"/>
                    </a:ext>
                  </a:extLst>
                </p:cNvPr>
                <p:cNvPicPr/>
                <p:nvPr/>
              </p:nvPicPr>
              <p:blipFill>
                <a:blip r:embed="rId374"/>
                <a:stretch>
                  <a:fillRect/>
                </a:stretch>
              </p:blipFill>
              <p:spPr>
                <a:xfrm>
                  <a:off x="3855398" y="557856"/>
                  <a:ext cx="14616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375">
              <p14:nvContentPartPr>
                <p14:cNvPr id="133" name="Ink 132">
                  <a:extLst>
                    <a:ext uri="{FF2B5EF4-FFF2-40B4-BE49-F238E27FC236}">
                      <a16:creationId xmlns:a16="http://schemas.microsoft.com/office/drawing/2014/main" id="{3143CA0F-3A7D-8C64-4AD3-FD88C259B633}"/>
                    </a:ext>
                  </a:extLst>
                </p14:cNvPr>
                <p14:cNvContentPartPr/>
                <p14:nvPr/>
              </p14:nvContentPartPr>
              <p14:xfrm>
                <a:off x="3959438" y="350496"/>
                <a:ext cx="108360" cy="443520"/>
              </p14:xfrm>
            </p:contentPart>
          </mc:Choice>
          <mc:Fallback>
            <p:pic>
              <p:nvPicPr>
                <p:cNvPr id="133" name="Ink 132">
                  <a:extLst>
                    <a:ext uri="{FF2B5EF4-FFF2-40B4-BE49-F238E27FC236}">
                      <a16:creationId xmlns:a16="http://schemas.microsoft.com/office/drawing/2014/main" id="{3143CA0F-3A7D-8C64-4AD3-FD88C259B633}"/>
                    </a:ext>
                  </a:extLst>
                </p:cNvPr>
                <p:cNvPicPr/>
                <p:nvPr/>
              </p:nvPicPr>
              <p:blipFill>
                <a:blip r:embed="rId376"/>
                <a:stretch>
                  <a:fillRect/>
                </a:stretch>
              </p:blipFill>
              <p:spPr>
                <a:xfrm>
                  <a:off x="3955118" y="346176"/>
                  <a:ext cx="117000" cy="452160"/>
                </a:xfrm>
                <a:prstGeom prst="rect">
                  <a:avLst/>
                </a:prstGeom>
              </p:spPr>
            </p:pic>
          </mc:Fallback>
        </mc:AlternateContent>
        <mc:AlternateContent xmlns:mc="http://schemas.openxmlformats.org/markup-compatibility/2006">
          <mc:Choice xmlns:p14="http://schemas.microsoft.com/office/powerpoint/2010/main" Requires="p14">
            <p:contentPart p14:bwMode="auto" r:id="rId377">
              <p14:nvContentPartPr>
                <p14:cNvPr id="142" name="Ink 141">
                  <a:extLst>
                    <a:ext uri="{FF2B5EF4-FFF2-40B4-BE49-F238E27FC236}">
                      <a16:creationId xmlns:a16="http://schemas.microsoft.com/office/drawing/2014/main" id="{781E5612-4E90-57A4-1778-2BD866CD4222}"/>
                    </a:ext>
                  </a:extLst>
                </p14:cNvPr>
                <p14:cNvContentPartPr/>
                <p14:nvPr/>
              </p14:nvContentPartPr>
              <p14:xfrm>
                <a:off x="2965118" y="374976"/>
                <a:ext cx="312840" cy="466200"/>
              </p14:xfrm>
            </p:contentPart>
          </mc:Choice>
          <mc:Fallback>
            <p:pic>
              <p:nvPicPr>
                <p:cNvPr id="142" name="Ink 141">
                  <a:extLst>
                    <a:ext uri="{FF2B5EF4-FFF2-40B4-BE49-F238E27FC236}">
                      <a16:creationId xmlns:a16="http://schemas.microsoft.com/office/drawing/2014/main" id="{781E5612-4E90-57A4-1778-2BD866CD4222}"/>
                    </a:ext>
                  </a:extLst>
                </p:cNvPr>
                <p:cNvPicPr/>
                <p:nvPr/>
              </p:nvPicPr>
              <p:blipFill>
                <a:blip r:embed="rId378"/>
                <a:stretch>
                  <a:fillRect/>
                </a:stretch>
              </p:blipFill>
              <p:spPr>
                <a:xfrm>
                  <a:off x="2960798" y="370656"/>
                  <a:ext cx="321480" cy="474840"/>
                </a:xfrm>
                <a:prstGeom prst="rect">
                  <a:avLst/>
                </a:prstGeom>
              </p:spPr>
            </p:pic>
          </mc:Fallback>
        </mc:AlternateContent>
        <mc:AlternateContent xmlns:mc="http://schemas.openxmlformats.org/markup-compatibility/2006">
          <mc:Choice xmlns:p14="http://schemas.microsoft.com/office/powerpoint/2010/main" Requires="p14">
            <p:contentPart p14:bwMode="auto" r:id="rId379">
              <p14:nvContentPartPr>
                <p14:cNvPr id="143" name="Ink 142">
                  <a:extLst>
                    <a:ext uri="{FF2B5EF4-FFF2-40B4-BE49-F238E27FC236}">
                      <a16:creationId xmlns:a16="http://schemas.microsoft.com/office/drawing/2014/main" id="{E6F54C03-ED0C-530B-F77D-F7F6C77A652E}"/>
                    </a:ext>
                  </a:extLst>
                </p14:cNvPr>
                <p14:cNvContentPartPr/>
                <p14:nvPr/>
              </p14:nvContentPartPr>
              <p14:xfrm>
                <a:off x="3963038" y="199296"/>
                <a:ext cx="266040" cy="135000"/>
              </p14:xfrm>
            </p:contentPart>
          </mc:Choice>
          <mc:Fallback>
            <p:pic>
              <p:nvPicPr>
                <p:cNvPr id="143" name="Ink 142">
                  <a:extLst>
                    <a:ext uri="{FF2B5EF4-FFF2-40B4-BE49-F238E27FC236}">
                      <a16:creationId xmlns:a16="http://schemas.microsoft.com/office/drawing/2014/main" id="{E6F54C03-ED0C-530B-F77D-F7F6C77A652E}"/>
                    </a:ext>
                  </a:extLst>
                </p:cNvPr>
                <p:cNvPicPr/>
                <p:nvPr/>
              </p:nvPicPr>
              <p:blipFill>
                <a:blip r:embed="rId380"/>
                <a:stretch>
                  <a:fillRect/>
                </a:stretch>
              </p:blipFill>
              <p:spPr>
                <a:xfrm>
                  <a:off x="3958718" y="194976"/>
                  <a:ext cx="27468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381">
              <p14:nvContentPartPr>
                <p14:cNvPr id="153" name="Ink 152">
                  <a:extLst>
                    <a:ext uri="{FF2B5EF4-FFF2-40B4-BE49-F238E27FC236}">
                      <a16:creationId xmlns:a16="http://schemas.microsoft.com/office/drawing/2014/main" id="{C966E4AF-EADB-5388-B0C0-8EE885277847}"/>
                    </a:ext>
                  </a:extLst>
                </p14:cNvPr>
                <p14:cNvContentPartPr/>
                <p14:nvPr/>
              </p14:nvContentPartPr>
              <p14:xfrm>
                <a:off x="2998958" y="829656"/>
                <a:ext cx="1193040" cy="243360"/>
              </p14:xfrm>
            </p:contentPart>
          </mc:Choice>
          <mc:Fallback>
            <p:pic>
              <p:nvPicPr>
                <p:cNvPr id="153" name="Ink 152">
                  <a:extLst>
                    <a:ext uri="{FF2B5EF4-FFF2-40B4-BE49-F238E27FC236}">
                      <a16:creationId xmlns:a16="http://schemas.microsoft.com/office/drawing/2014/main" id="{C966E4AF-EADB-5388-B0C0-8EE885277847}"/>
                    </a:ext>
                  </a:extLst>
                </p:cNvPr>
                <p:cNvPicPr/>
                <p:nvPr/>
              </p:nvPicPr>
              <p:blipFill>
                <a:blip r:embed="rId382"/>
                <a:stretch>
                  <a:fillRect/>
                </a:stretch>
              </p:blipFill>
              <p:spPr>
                <a:xfrm>
                  <a:off x="2994638" y="825336"/>
                  <a:ext cx="120168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383">
              <p14:nvContentPartPr>
                <p14:cNvPr id="168" name="Ink 167">
                  <a:extLst>
                    <a:ext uri="{FF2B5EF4-FFF2-40B4-BE49-F238E27FC236}">
                      <a16:creationId xmlns:a16="http://schemas.microsoft.com/office/drawing/2014/main" id="{3EA2FEEB-978E-8523-AAB2-4BC17DBBF8CC}"/>
                    </a:ext>
                  </a:extLst>
                </p14:cNvPr>
                <p14:cNvContentPartPr/>
                <p14:nvPr/>
              </p14:nvContentPartPr>
              <p14:xfrm>
                <a:off x="3264638" y="1157976"/>
                <a:ext cx="383040" cy="241920"/>
              </p14:xfrm>
            </p:contentPart>
          </mc:Choice>
          <mc:Fallback>
            <p:pic>
              <p:nvPicPr>
                <p:cNvPr id="168" name="Ink 167">
                  <a:extLst>
                    <a:ext uri="{FF2B5EF4-FFF2-40B4-BE49-F238E27FC236}">
                      <a16:creationId xmlns:a16="http://schemas.microsoft.com/office/drawing/2014/main" id="{3EA2FEEB-978E-8523-AAB2-4BC17DBBF8CC}"/>
                    </a:ext>
                  </a:extLst>
                </p:cNvPr>
                <p:cNvPicPr/>
                <p:nvPr/>
              </p:nvPicPr>
              <p:blipFill>
                <a:blip r:embed="rId384"/>
                <a:stretch>
                  <a:fillRect/>
                </a:stretch>
              </p:blipFill>
              <p:spPr>
                <a:xfrm>
                  <a:off x="3260318" y="1153656"/>
                  <a:ext cx="391680" cy="250560"/>
                </a:xfrm>
                <a:prstGeom prst="rect">
                  <a:avLst/>
                </a:prstGeom>
              </p:spPr>
            </p:pic>
          </mc:Fallback>
        </mc:AlternateContent>
        <mc:AlternateContent xmlns:mc="http://schemas.openxmlformats.org/markup-compatibility/2006">
          <mc:Choice xmlns:p14="http://schemas.microsoft.com/office/powerpoint/2010/main" Requires="p14">
            <p:contentPart p14:bwMode="auto" r:id="rId385">
              <p14:nvContentPartPr>
                <p14:cNvPr id="169" name="Ink 168">
                  <a:extLst>
                    <a:ext uri="{FF2B5EF4-FFF2-40B4-BE49-F238E27FC236}">
                      <a16:creationId xmlns:a16="http://schemas.microsoft.com/office/drawing/2014/main" id="{4A9C6BCB-6ECC-73E1-5492-7EFAE790B3A8}"/>
                    </a:ext>
                  </a:extLst>
                </p14:cNvPr>
                <p14:cNvContentPartPr/>
                <p14:nvPr/>
              </p14:nvContentPartPr>
              <p14:xfrm>
                <a:off x="3595838" y="1280736"/>
                <a:ext cx="169200" cy="108000"/>
              </p14:xfrm>
            </p:contentPart>
          </mc:Choice>
          <mc:Fallback>
            <p:pic>
              <p:nvPicPr>
                <p:cNvPr id="169" name="Ink 168">
                  <a:extLst>
                    <a:ext uri="{FF2B5EF4-FFF2-40B4-BE49-F238E27FC236}">
                      <a16:creationId xmlns:a16="http://schemas.microsoft.com/office/drawing/2014/main" id="{4A9C6BCB-6ECC-73E1-5492-7EFAE790B3A8}"/>
                    </a:ext>
                  </a:extLst>
                </p:cNvPr>
                <p:cNvPicPr/>
                <p:nvPr/>
              </p:nvPicPr>
              <p:blipFill>
                <a:blip r:embed="rId386"/>
                <a:stretch>
                  <a:fillRect/>
                </a:stretch>
              </p:blipFill>
              <p:spPr>
                <a:xfrm>
                  <a:off x="3591518" y="1276416"/>
                  <a:ext cx="17784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387">
              <p14:nvContentPartPr>
                <p14:cNvPr id="173" name="Ink 172">
                  <a:extLst>
                    <a:ext uri="{FF2B5EF4-FFF2-40B4-BE49-F238E27FC236}">
                      <a16:creationId xmlns:a16="http://schemas.microsoft.com/office/drawing/2014/main" id="{C3023C04-F366-599E-2428-96332A9BBB62}"/>
                    </a:ext>
                  </a:extLst>
                </p14:cNvPr>
                <p14:cNvContentPartPr/>
                <p14:nvPr/>
              </p14:nvContentPartPr>
              <p14:xfrm>
                <a:off x="3752798" y="1270296"/>
                <a:ext cx="268200" cy="142920"/>
              </p14:xfrm>
            </p:contentPart>
          </mc:Choice>
          <mc:Fallback>
            <p:pic>
              <p:nvPicPr>
                <p:cNvPr id="173" name="Ink 172">
                  <a:extLst>
                    <a:ext uri="{FF2B5EF4-FFF2-40B4-BE49-F238E27FC236}">
                      <a16:creationId xmlns:a16="http://schemas.microsoft.com/office/drawing/2014/main" id="{C3023C04-F366-599E-2428-96332A9BBB62}"/>
                    </a:ext>
                  </a:extLst>
                </p:cNvPr>
                <p:cNvPicPr/>
                <p:nvPr/>
              </p:nvPicPr>
              <p:blipFill>
                <a:blip r:embed="rId388"/>
                <a:stretch>
                  <a:fillRect/>
                </a:stretch>
              </p:blipFill>
              <p:spPr>
                <a:xfrm>
                  <a:off x="3748478" y="1265976"/>
                  <a:ext cx="27684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389">
              <p14:nvContentPartPr>
                <p14:cNvPr id="741" name="Ink 740">
                  <a:extLst>
                    <a:ext uri="{FF2B5EF4-FFF2-40B4-BE49-F238E27FC236}">
                      <a16:creationId xmlns:a16="http://schemas.microsoft.com/office/drawing/2014/main" id="{23E3C9DB-D8C1-B713-C53A-326A007BCC73}"/>
                    </a:ext>
                  </a:extLst>
                </p14:cNvPr>
                <p14:cNvContentPartPr/>
                <p14:nvPr/>
              </p14:nvContentPartPr>
              <p14:xfrm>
                <a:off x="3075998" y="109656"/>
                <a:ext cx="268200" cy="211320"/>
              </p14:xfrm>
            </p:contentPart>
          </mc:Choice>
          <mc:Fallback>
            <p:pic>
              <p:nvPicPr>
                <p:cNvPr id="741" name="Ink 740">
                  <a:extLst>
                    <a:ext uri="{FF2B5EF4-FFF2-40B4-BE49-F238E27FC236}">
                      <a16:creationId xmlns:a16="http://schemas.microsoft.com/office/drawing/2014/main" id="{23E3C9DB-D8C1-B713-C53A-326A007BCC73}"/>
                    </a:ext>
                  </a:extLst>
                </p:cNvPr>
                <p:cNvPicPr/>
                <p:nvPr/>
              </p:nvPicPr>
              <p:blipFill>
                <a:blip r:embed="rId390"/>
                <a:stretch>
                  <a:fillRect/>
                </a:stretch>
              </p:blipFill>
              <p:spPr>
                <a:xfrm>
                  <a:off x="3071678" y="105336"/>
                  <a:ext cx="27684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391">
              <p14:nvContentPartPr>
                <p14:cNvPr id="742" name="Ink 741">
                  <a:extLst>
                    <a:ext uri="{FF2B5EF4-FFF2-40B4-BE49-F238E27FC236}">
                      <a16:creationId xmlns:a16="http://schemas.microsoft.com/office/drawing/2014/main" id="{58C25BFA-2BB6-A4FA-7DC7-DE6ACD89CE62}"/>
                    </a:ext>
                  </a:extLst>
                </p14:cNvPr>
                <p14:cNvContentPartPr/>
                <p14:nvPr/>
              </p14:nvContentPartPr>
              <p14:xfrm>
                <a:off x="3374798" y="261936"/>
                <a:ext cx="119880" cy="112680"/>
              </p14:xfrm>
            </p:contentPart>
          </mc:Choice>
          <mc:Fallback>
            <p:pic>
              <p:nvPicPr>
                <p:cNvPr id="742" name="Ink 741">
                  <a:extLst>
                    <a:ext uri="{FF2B5EF4-FFF2-40B4-BE49-F238E27FC236}">
                      <a16:creationId xmlns:a16="http://schemas.microsoft.com/office/drawing/2014/main" id="{58C25BFA-2BB6-A4FA-7DC7-DE6ACD89CE62}"/>
                    </a:ext>
                  </a:extLst>
                </p:cNvPr>
                <p:cNvPicPr/>
                <p:nvPr/>
              </p:nvPicPr>
              <p:blipFill>
                <a:blip r:embed="rId392"/>
                <a:stretch>
                  <a:fillRect/>
                </a:stretch>
              </p:blipFill>
              <p:spPr>
                <a:xfrm>
                  <a:off x="3370478" y="257616"/>
                  <a:ext cx="12852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393">
              <p14:nvContentPartPr>
                <p14:cNvPr id="743" name="Ink 742">
                  <a:extLst>
                    <a:ext uri="{FF2B5EF4-FFF2-40B4-BE49-F238E27FC236}">
                      <a16:creationId xmlns:a16="http://schemas.microsoft.com/office/drawing/2014/main" id="{851D9322-9B17-8CEF-D464-85E6FC1C1ECA}"/>
                    </a:ext>
                  </a:extLst>
                </p14:cNvPr>
                <p14:cNvContentPartPr/>
                <p14:nvPr/>
              </p14:nvContentPartPr>
              <p14:xfrm>
                <a:off x="3367958" y="52056"/>
                <a:ext cx="177480" cy="73080"/>
              </p14:xfrm>
            </p:contentPart>
          </mc:Choice>
          <mc:Fallback>
            <p:pic>
              <p:nvPicPr>
                <p:cNvPr id="743" name="Ink 742">
                  <a:extLst>
                    <a:ext uri="{FF2B5EF4-FFF2-40B4-BE49-F238E27FC236}">
                      <a16:creationId xmlns:a16="http://schemas.microsoft.com/office/drawing/2014/main" id="{851D9322-9B17-8CEF-D464-85E6FC1C1ECA}"/>
                    </a:ext>
                  </a:extLst>
                </p:cNvPr>
                <p:cNvPicPr/>
                <p:nvPr/>
              </p:nvPicPr>
              <p:blipFill>
                <a:blip r:embed="rId394"/>
                <a:stretch>
                  <a:fillRect/>
                </a:stretch>
              </p:blipFill>
              <p:spPr>
                <a:xfrm>
                  <a:off x="3363638" y="47736"/>
                  <a:ext cx="18612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395">
              <p14:nvContentPartPr>
                <p14:cNvPr id="746" name="Ink 745">
                  <a:extLst>
                    <a:ext uri="{FF2B5EF4-FFF2-40B4-BE49-F238E27FC236}">
                      <a16:creationId xmlns:a16="http://schemas.microsoft.com/office/drawing/2014/main" id="{8F9903DF-E914-88E6-34F2-38B6EC422A10}"/>
                    </a:ext>
                  </a:extLst>
                </p14:cNvPr>
                <p14:cNvContentPartPr/>
                <p14:nvPr/>
              </p14:nvContentPartPr>
              <p14:xfrm>
                <a:off x="4374878" y="139176"/>
                <a:ext cx="97200" cy="21960"/>
              </p14:xfrm>
            </p:contentPart>
          </mc:Choice>
          <mc:Fallback>
            <p:pic>
              <p:nvPicPr>
                <p:cNvPr id="746" name="Ink 745">
                  <a:extLst>
                    <a:ext uri="{FF2B5EF4-FFF2-40B4-BE49-F238E27FC236}">
                      <a16:creationId xmlns:a16="http://schemas.microsoft.com/office/drawing/2014/main" id="{8F9903DF-E914-88E6-34F2-38B6EC422A10}"/>
                    </a:ext>
                  </a:extLst>
                </p:cNvPr>
                <p:cNvPicPr/>
                <p:nvPr/>
              </p:nvPicPr>
              <p:blipFill>
                <a:blip r:embed="rId396"/>
                <a:stretch>
                  <a:fillRect/>
                </a:stretch>
              </p:blipFill>
              <p:spPr>
                <a:xfrm>
                  <a:off x="4370558" y="134856"/>
                  <a:ext cx="10584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397">
              <p14:nvContentPartPr>
                <p14:cNvPr id="747" name="Ink 746">
                  <a:extLst>
                    <a:ext uri="{FF2B5EF4-FFF2-40B4-BE49-F238E27FC236}">
                      <a16:creationId xmlns:a16="http://schemas.microsoft.com/office/drawing/2014/main" id="{E02FA854-2ADF-1C90-F808-9FA468C20AE3}"/>
                    </a:ext>
                  </a:extLst>
                </p14:cNvPr>
                <p14:cNvContentPartPr/>
                <p14:nvPr/>
              </p14:nvContentPartPr>
              <p14:xfrm>
                <a:off x="4355078" y="228456"/>
                <a:ext cx="162000" cy="34200"/>
              </p14:xfrm>
            </p:contentPart>
          </mc:Choice>
          <mc:Fallback>
            <p:pic>
              <p:nvPicPr>
                <p:cNvPr id="747" name="Ink 746">
                  <a:extLst>
                    <a:ext uri="{FF2B5EF4-FFF2-40B4-BE49-F238E27FC236}">
                      <a16:creationId xmlns:a16="http://schemas.microsoft.com/office/drawing/2014/main" id="{E02FA854-2ADF-1C90-F808-9FA468C20AE3}"/>
                    </a:ext>
                  </a:extLst>
                </p:cNvPr>
                <p:cNvPicPr/>
                <p:nvPr/>
              </p:nvPicPr>
              <p:blipFill>
                <a:blip r:embed="rId398"/>
                <a:stretch>
                  <a:fillRect/>
                </a:stretch>
              </p:blipFill>
              <p:spPr>
                <a:xfrm>
                  <a:off x="4350758" y="224136"/>
                  <a:ext cx="170640" cy="42840"/>
                </a:xfrm>
                <a:prstGeom prst="rect">
                  <a:avLst/>
                </a:prstGeom>
              </p:spPr>
            </p:pic>
          </mc:Fallback>
        </mc:AlternateContent>
        <mc:AlternateContent xmlns:mc="http://schemas.openxmlformats.org/markup-compatibility/2006">
          <mc:Choice xmlns:p14="http://schemas.microsoft.com/office/powerpoint/2010/main" Requires="p14">
            <p:contentPart p14:bwMode="auto" r:id="rId399">
              <p14:nvContentPartPr>
                <p14:cNvPr id="748" name="Ink 747">
                  <a:extLst>
                    <a:ext uri="{FF2B5EF4-FFF2-40B4-BE49-F238E27FC236}">
                      <a16:creationId xmlns:a16="http://schemas.microsoft.com/office/drawing/2014/main" id="{2A6D7280-CFC2-53A3-C6FE-938FF29258F6}"/>
                    </a:ext>
                  </a:extLst>
                </p14:cNvPr>
                <p14:cNvContentPartPr/>
                <p14:nvPr/>
              </p14:nvContentPartPr>
              <p14:xfrm>
                <a:off x="4611398" y="6336"/>
                <a:ext cx="146520" cy="252720"/>
              </p14:xfrm>
            </p:contentPart>
          </mc:Choice>
          <mc:Fallback>
            <p:pic>
              <p:nvPicPr>
                <p:cNvPr id="748" name="Ink 747">
                  <a:extLst>
                    <a:ext uri="{FF2B5EF4-FFF2-40B4-BE49-F238E27FC236}">
                      <a16:creationId xmlns:a16="http://schemas.microsoft.com/office/drawing/2014/main" id="{2A6D7280-CFC2-53A3-C6FE-938FF29258F6}"/>
                    </a:ext>
                  </a:extLst>
                </p:cNvPr>
                <p:cNvPicPr/>
                <p:nvPr/>
              </p:nvPicPr>
              <p:blipFill>
                <a:blip r:embed="rId400"/>
                <a:stretch>
                  <a:fillRect/>
                </a:stretch>
              </p:blipFill>
              <p:spPr>
                <a:xfrm>
                  <a:off x="4607078" y="2016"/>
                  <a:ext cx="155160" cy="261360"/>
                </a:xfrm>
                <a:prstGeom prst="rect">
                  <a:avLst/>
                </a:prstGeom>
              </p:spPr>
            </p:pic>
          </mc:Fallback>
        </mc:AlternateContent>
        <mc:AlternateContent xmlns:mc="http://schemas.openxmlformats.org/markup-compatibility/2006">
          <mc:Choice xmlns:p14="http://schemas.microsoft.com/office/powerpoint/2010/main" Requires="p14">
            <p:contentPart p14:bwMode="auto" r:id="rId401">
              <p14:nvContentPartPr>
                <p14:cNvPr id="749" name="Ink 748">
                  <a:extLst>
                    <a:ext uri="{FF2B5EF4-FFF2-40B4-BE49-F238E27FC236}">
                      <a16:creationId xmlns:a16="http://schemas.microsoft.com/office/drawing/2014/main" id="{D0E9AC74-1D3B-49C4-B7B4-2457CFAAA799}"/>
                    </a:ext>
                  </a:extLst>
                </p14:cNvPr>
                <p14:cNvContentPartPr/>
                <p14:nvPr/>
              </p14:nvContentPartPr>
              <p14:xfrm>
                <a:off x="4800038" y="216"/>
                <a:ext cx="102600" cy="96840"/>
              </p14:xfrm>
            </p:contentPart>
          </mc:Choice>
          <mc:Fallback>
            <p:pic>
              <p:nvPicPr>
                <p:cNvPr id="749" name="Ink 748">
                  <a:extLst>
                    <a:ext uri="{FF2B5EF4-FFF2-40B4-BE49-F238E27FC236}">
                      <a16:creationId xmlns:a16="http://schemas.microsoft.com/office/drawing/2014/main" id="{D0E9AC74-1D3B-49C4-B7B4-2457CFAAA799}"/>
                    </a:ext>
                  </a:extLst>
                </p:cNvPr>
                <p:cNvPicPr/>
                <p:nvPr/>
              </p:nvPicPr>
              <p:blipFill>
                <a:blip r:embed="rId402"/>
                <a:stretch>
                  <a:fillRect/>
                </a:stretch>
              </p:blipFill>
              <p:spPr>
                <a:xfrm>
                  <a:off x="4795718" y="-4104"/>
                  <a:ext cx="11124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403">
              <p14:nvContentPartPr>
                <p14:cNvPr id="751" name="Ink 750">
                  <a:extLst>
                    <a:ext uri="{FF2B5EF4-FFF2-40B4-BE49-F238E27FC236}">
                      <a16:creationId xmlns:a16="http://schemas.microsoft.com/office/drawing/2014/main" id="{4363DFC7-173A-3A6B-5A6B-10EBA390C40A}"/>
                    </a:ext>
                  </a:extLst>
                </p14:cNvPr>
                <p14:cNvContentPartPr/>
                <p14:nvPr/>
              </p14:nvContentPartPr>
              <p14:xfrm>
                <a:off x="4954838" y="134381"/>
                <a:ext cx="334800" cy="52560"/>
              </p14:xfrm>
            </p:contentPart>
          </mc:Choice>
          <mc:Fallback>
            <p:pic>
              <p:nvPicPr>
                <p:cNvPr id="751" name="Ink 750">
                  <a:extLst>
                    <a:ext uri="{FF2B5EF4-FFF2-40B4-BE49-F238E27FC236}">
                      <a16:creationId xmlns:a16="http://schemas.microsoft.com/office/drawing/2014/main" id="{4363DFC7-173A-3A6B-5A6B-10EBA390C40A}"/>
                    </a:ext>
                  </a:extLst>
                </p:cNvPr>
                <p:cNvPicPr/>
                <p:nvPr/>
              </p:nvPicPr>
              <p:blipFill>
                <a:blip r:embed="rId404"/>
                <a:stretch>
                  <a:fillRect/>
                </a:stretch>
              </p:blipFill>
              <p:spPr>
                <a:xfrm>
                  <a:off x="4950518" y="130061"/>
                  <a:ext cx="34344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405">
              <p14:nvContentPartPr>
                <p14:cNvPr id="752" name="Ink 751">
                  <a:extLst>
                    <a:ext uri="{FF2B5EF4-FFF2-40B4-BE49-F238E27FC236}">
                      <a16:creationId xmlns:a16="http://schemas.microsoft.com/office/drawing/2014/main" id="{8CC9BD1A-002A-0D4C-7496-65B827F82F77}"/>
                    </a:ext>
                  </a:extLst>
                </p14:cNvPr>
                <p14:cNvContentPartPr/>
                <p14:nvPr/>
              </p14:nvContentPartPr>
              <p14:xfrm>
                <a:off x="5475038" y="78581"/>
                <a:ext cx="181080" cy="93240"/>
              </p14:xfrm>
            </p:contentPart>
          </mc:Choice>
          <mc:Fallback>
            <p:pic>
              <p:nvPicPr>
                <p:cNvPr id="752" name="Ink 751">
                  <a:extLst>
                    <a:ext uri="{FF2B5EF4-FFF2-40B4-BE49-F238E27FC236}">
                      <a16:creationId xmlns:a16="http://schemas.microsoft.com/office/drawing/2014/main" id="{8CC9BD1A-002A-0D4C-7496-65B827F82F77}"/>
                    </a:ext>
                  </a:extLst>
                </p:cNvPr>
                <p:cNvPicPr/>
                <p:nvPr/>
              </p:nvPicPr>
              <p:blipFill>
                <a:blip r:embed="rId406"/>
                <a:stretch>
                  <a:fillRect/>
                </a:stretch>
              </p:blipFill>
              <p:spPr>
                <a:xfrm>
                  <a:off x="5470718" y="74261"/>
                  <a:ext cx="18972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407">
              <p14:nvContentPartPr>
                <p14:cNvPr id="753" name="Ink 752">
                  <a:extLst>
                    <a:ext uri="{FF2B5EF4-FFF2-40B4-BE49-F238E27FC236}">
                      <a16:creationId xmlns:a16="http://schemas.microsoft.com/office/drawing/2014/main" id="{76F5BF60-F626-449E-A2F5-5D06BB860A9F}"/>
                    </a:ext>
                  </a:extLst>
                </p14:cNvPr>
                <p14:cNvContentPartPr/>
                <p14:nvPr/>
              </p14:nvContentPartPr>
              <p14:xfrm>
                <a:off x="5480798" y="32861"/>
                <a:ext cx="136800" cy="159480"/>
              </p14:xfrm>
            </p:contentPart>
          </mc:Choice>
          <mc:Fallback>
            <p:pic>
              <p:nvPicPr>
                <p:cNvPr id="753" name="Ink 752">
                  <a:extLst>
                    <a:ext uri="{FF2B5EF4-FFF2-40B4-BE49-F238E27FC236}">
                      <a16:creationId xmlns:a16="http://schemas.microsoft.com/office/drawing/2014/main" id="{76F5BF60-F626-449E-A2F5-5D06BB860A9F}"/>
                    </a:ext>
                  </a:extLst>
                </p:cNvPr>
                <p:cNvPicPr/>
                <p:nvPr/>
              </p:nvPicPr>
              <p:blipFill>
                <a:blip r:embed="rId408"/>
                <a:stretch>
                  <a:fillRect/>
                </a:stretch>
              </p:blipFill>
              <p:spPr>
                <a:xfrm>
                  <a:off x="5476478" y="28541"/>
                  <a:ext cx="14544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409">
              <p14:nvContentPartPr>
                <p14:cNvPr id="754" name="Ink 753">
                  <a:extLst>
                    <a:ext uri="{FF2B5EF4-FFF2-40B4-BE49-F238E27FC236}">
                      <a16:creationId xmlns:a16="http://schemas.microsoft.com/office/drawing/2014/main" id="{F5084E50-E607-BC76-5C6E-2A2E288842F2}"/>
                    </a:ext>
                  </a:extLst>
                </p14:cNvPr>
                <p14:cNvContentPartPr/>
                <p14:nvPr/>
              </p14:nvContentPartPr>
              <p14:xfrm>
                <a:off x="5547038" y="101261"/>
                <a:ext cx="186120" cy="73440"/>
              </p14:xfrm>
            </p:contentPart>
          </mc:Choice>
          <mc:Fallback>
            <p:pic>
              <p:nvPicPr>
                <p:cNvPr id="754" name="Ink 753">
                  <a:extLst>
                    <a:ext uri="{FF2B5EF4-FFF2-40B4-BE49-F238E27FC236}">
                      <a16:creationId xmlns:a16="http://schemas.microsoft.com/office/drawing/2014/main" id="{F5084E50-E607-BC76-5C6E-2A2E288842F2}"/>
                    </a:ext>
                  </a:extLst>
                </p:cNvPr>
                <p:cNvPicPr/>
                <p:nvPr/>
              </p:nvPicPr>
              <p:blipFill>
                <a:blip r:embed="rId410"/>
                <a:stretch>
                  <a:fillRect/>
                </a:stretch>
              </p:blipFill>
              <p:spPr>
                <a:xfrm>
                  <a:off x="5542718" y="96941"/>
                  <a:ext cx="194760" cy="82080"/>
                </a:xfrm>
                <a:prstGeom prst="rect">
                  <a:avLst/>
                </a:prstGeom>
              </p:spPr>
            </p:pic>
          </mc:Fallback>
        </mc:AlternateContent>
        <mc:AlternateContent xmlns:mc="http://schemas.openxmlformats.org/markup-compatibility/2006">
          <mc:Choice xmlns:p14="http://schemas.microsoft.com/office/powerpoint/2010/main" Requires="p14">
            <p:contentPart p14:bwMode="auto" r:id="rId411">
              <p14:nvContentPartPr>
                <p14:cNvPr id="755" name="Ink 754">
                  <a:extLst>
                    <a:ext uri="{FF2B5EF4-FFF2-40B4-BE49-F238E27FC236}">
                      <a16:creationId xmlns:a16="http://schemas.microsoft.com/office/drawing/2014/main" id="{FDC43452-AA9E-3553-B2A8-2E95FA52FFD6}"/>
                    </a:ext>
                  </a:extLst>
                </p14:cNvPr>
                <p14:cNvContentPartPr/>
                <p14:nvPr/>
              </p14:nvContentPartPr>
              <p14:xfrm>
                <a:off x="5414558" y="143741"/>
                <a:ext cx="92160" cy="82800"/>
              </p14:xfrm>
            </p:contentPart>
          </mc:Choice>
          <mc:Fallback>
            <p:pic>
              <p:nvPicPr>
                <p:cNvPr id="755" name="Ink 754">
                  <a:extLst>
                    <a:ext uri="{FF2B5EF4-FFF2-40B4-BE49-F238E27FC236}">
                      <a16:creationId xmlns:a16="http://schemas.microsoft.com/office/drawing/2014/main" id="{FDC43452-AA9E-3553-B2A8-2E95FA52FFD6}"/>
                    </a:ext>
                  </a:extLst>
                </p:cNvPr>
                <p:cNvPicPr/>
                <p:nvPr/>
              </p:nvPicPr>
              <p:blipFill>
                <a:blip r:embed="rId412"/>
                <a:stretch>
                  <a:fillRect/>
                </a:stretch>
              </p:blipFill>
              <p:spPr>
                <a:xfrm>
                  <a:off x="5410238" y="139421"/>
                  <a:ext cx="10080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413">
              <p14:nvContentPartPr>
                <p14:cNvPr id="757" name="Ink 756">
                  <a:extLst>
                    <a:ext uri="{FF2B5EF4-FFF2-40B4-BE49-F238E27FC236}">
                      <a16:creationId xmlns:a16="http://schemas.microsoft.com/office/drawing/2014/main" id="{36AAD69A-70C2-75D7-3F8D-E8C4D53A6F68}"/>
                    </a:ext>
                  </a:extLst>
                </p14:cNvPr>
                <p14:cNvContentPartPr/>
                <p14:nvPr/>
              </p14:nvContentPartPr>
              <p14:xfrm>
                <a:off x="5692118" y="1901"/>
                <a:ext cx="360" cy="360"/>
              </p14:xfrm>
            </p:contentPart>
          </mc:Choice>
          <mc:Fallback>
            <p:pic>
              <p:nvPicPr>
                <p:cNvPr id="757" name="Ink 756">
                  <a:extLst>
                    <a:ext uri="{FF2B5EF4-FFF2-40B4-BE49-F238E27FC236}">
                      <a16:creationId xmlns:a16="http://schemas.microsoft.com/office/drawing/2014/main" id="{36AAD69A-70C2-75D7-3F8D-E8C4D53A6F68}"/>
                    </a:ext>
                  </a:extLst>
                </p:cNvPr>
                <p:cNvPicPr/>
                <p:nvPr/>
              </p:nvPicPr>
              <p:blipFill>
                <a:blip r:embed="rId3"/>
                <a:stretch>
                  <a:fillRect/>
                </a:stretch>
              </p:blipFill>
              <p:spPr>
                <a:xfrm>
                  <a:off x="5687798" y="-2419"/>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414">
              <p14:nvContentPartPr>
                <p14:cNvPr id="758" name="Ink 757">
                  <a:extLst>
                    <a:ext uri="{FF2B5EF4-FFF2-40B4-BE49-F238E27FC236}">
                      <a16:creationId xmlns:a16="http://schemas.microsoft.com/office/drawing/2014/main" id="{C33DA0B4-BC48-47A1-EF0B-E4B093B558DA}"/>
                    </a:ext>
                  </a:extLst>
                </p14:cNvPr>
                <p14:cNvContentPartPr/>
                <p14:nvPr/>
              </p14:nvContentPartPr>
              <p14:xfrm>
                <a:off x="5727758" y="33941"/>
                <a:ext cx="120960" cy="1440"/>
              </p14:xfrm>
            </p:contentPart>
          </mc:Choice>
          <mc:Fallback>
            <p:pic>
              <p:nvPicPr>
                <p:cNvPr id="758" name="Ink 757">
                  <a:extLst>
                    <a:ext uri="{FF2B5EF4-FFF2-40B4-BE49-F238E27FC236}">
                      <a16:creationId xmlns:a16="http://schemas.microsoft.com/office/drawing/2014/main" id="{C33DA0B4-BC48-47A1-EF0B-E4B093B558DA}"/>
                    </a:ext>
                  </a:extLst>
                </p:cNvPr>
                <p:cNvPicPr/>
                <p:nvPr/>
              </p:nvPicPr>
              <p:blipFill>
                <a:blip r:embed="rId415"/>
                <a:stretch>
                  <a:fillRect/>
                </a:stretch>
              </p:blipFill>
              <p:spPr>
                <a:xfrm>
                  <a:off x="5723438" y="29621"/>
                  <a:ext cx="129600" cy="10080"/>
                </a:xfrm>
                <a:prstGeom prst="rect">
                  <a:avLst/>
                </a:prstGeom>
              </p:spPr>
            </p:pic>
          </mc:Fallback>
        </mc:AlternateContent>
        <mc:AlternateContent xmlns:mc="http://schemas.openxmlformats.org/markup-compatibility/2006">
          <mc:Choice xmlns:p14="http://schemas.microsoft.com/office/powerpoint/2010/main" Requires="p14">
            <p:contentPart p14:bwMode="auto" r:id="rId416">
              <p14:nvContentPartPr>
                <p14:cNvPr id="759" name="Ink 758">
                  <a:extLst>
                    <a:ext uri="{FF2B5EF4-FFF2-40B4-BE49-F238E27FC236}">
                      <a16:creationId xmlns:a16="http://schemas.microsoft.com/office/drawing/2014/main" id="{822C764E-E3C8-D1D1-F42A-D8BF810334B8}"/>
                    </a:ext>
                  </a:extLst>
                </p14:cNvPr>
                <p14:cNvContentPartPr/>
                <p14:nvPr/>
              </p14:nvContentPartPr>
              <p14:xfrm>
                <a:off x="5712638" y="32501"/>
                <a:ext cx="168480" cy="33120"/>
              </p14:xfrm>
            </p:contentPart>
          </mc:Choice>
          <mc:Fallback>
            <p:pic>
              <p:nvPicPr>
                <p:cNvPr id="759" name="Ink 758">
                  <a:extLst>
                    <a:ext uri="{FF2B5EF4-FFF2-40B4-BE49-F238E27FC236}">
                      <a16:creationId xmlns:a16="http://schemas.microsoft.com/office/drawing/2014/main" id="{822C764E-E3C8-D1D1-F42A-D8BF810334B8}"/>
                    </a:ext>
                  </a:extLst>
                </p:cNvPr>
                <p:cNvPicPr/>
                <p:nvPr/>
              </p:nvPicPr>
              <p:blipFill>
                <a:blip r:embed="rId417"/>
                <a:stretch>
                  <a:fillRect/>
                </a:stretch>
              </p:blipFill>
              <p:spPr>
                <a:xfrm>
                  <a:off x="5708318" y="28181"/>
                  <a:ext cx="17712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418">
              <p14:nvContentPartPr>
                <p14:cNvPr id="760" name="Ink 759">
                  <a:extLst>
                    <a:ext uri="{FF2B5EF4-FFF2-40B4-BE49-F238E27FC236}">
                      <a16:creationId xmlns:a16="http://schemas.microsoft.com/office/drawing/2014/main" id="{B6D4DD4B-3F03-041E-4D4B-3C4D17D324F4}"/>
                    </a:ext>
                  </a:extLst>
                </p14:cNvPr>
                <p14:cNvContentPartPr/>
                <p14:nvPr/>
              </p14:nvContentPartPr>
              <p14:xfrm>
                <a:off x="5782838" y="154541"/>
                <a:ext cx="22320" cy="214560"/>
              </p14:xfrm>
            </p:contentPart>
          </mc:Choice>
          <mc:Fallback>
            <p:pic>
              <p:nvPicPr>
                <p:cNvPr id="760" name="Ink 759">
                  <a:extLst>
                    <a:ext uri="{FF2B5EF4-FFF2-40B4-BE49-F238E27FC236}">
                      <a16:creationId xmlns:a16="http://schemas.microsoft.com/office/drawing/2014/main" id="{B6D4DD4B-3F03-041E-4D4B-3C4D17D324F4}"/>
                    </a:ext>
                  </a:extLst>
                </p:cNvPr>
                <p:cNvPicPr/>
                <p:nvPr/>
              </p:nvPicPr>
              <p:blipFill>
                <a:blip r:embed="rId419"/>
                <a:stretch>
                  <a:fillRect/>
                </a:stretch>
              </p:blipFill>
              <p:spPr>
                <a:xfrm>
                  <a:off x="5778518" y="150221"/>
                  <a:ext cx="3096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420">
              <p14:nvContentPartPr>
                <p14:cNvPr id="761" name="Ink 760">
                  <a:extLst>
                    <a:ext uri="{FF2B5EF4-FFF2-40B4-BE49-F238E27FC236}">
                      <a16:creationId xmlns:a16="http://schemas.microsoft.com/office/drawing/2014/main" id="{7FF93B45-F00B-9F1B-5B30-B8512B3A4890}"/>
                    </a:ext>
                  </a:extLst>
                </p14:cNvPr>
                <p14:cNvContentPartPr/>
                <p14:nvPr/>
              </p14:nvContentPartPr>
              <p14:xfrm>
                <a:off x="5787518" y="137621"/>
                <a:ext cx="84600" cy="84960"/>
              </p14:xfrm>
            </p:contentPart>
          </mc:Choice>
          <mc:Fallback>
            <p:pic>
              <p:nvPicPr>
                <p:cNvPr id="761" name="Ink 760">
                  <a:extLst>
                    <a:ext uri="{FF2B5EF4-FFF2-40B4-BE49-F238E27FC236}">
                      <a16:creationId xmlns:a16="http://schemas.microsoft.com/office/drawing/2014/main" id="{7FF93B45-F00B-9F1B-5B30-B8512B3A4890}"/>
                    </a:ext>
                  </a:extLst>
                </p:cNvPr>
                <p:cNvPicPr/>
                <p:nvPr/>
              </p:nvPicPr>
              <p:blipFill>
                <a:blip r:embed="rId421"/>
                <a:stretch>
                  <a:fillRect/>
                </a:stretch>
              </p:blipFill>
              <p:spPr>
                <a:xfrm>
                  <a:off x="5783198" y="133301"/>
                  <a:ext cx="93240" cy="93600"/>
                </a:xfrm>
                <a:prstGeom prst="rect">
                  <a:avLst/>
                </a:prstGeom>
              </p:spPr>
            </p:pic>
          </mc:Fallback>
        </mc:AlternateContent>
        <mc:AlternateContent xmlns:mc="http://schemas.openxmlformats.org/markup-compatibility/2006">
          <mc:Choice xmlns:p14="http://schemas.microsoft.com/office/powerpoint/2010/main" Requires="p14">
            <p:contentPart p14:bwMode="auto" r:id="rId422">
              <p14:nvContentPartPr>
                <p14:cNvPr id="763" name="Ink 762">
                  <a:extLst>
                    <a:ext uri="{FF2B5EF4-FFF2-40B4-BE49-F238E27FC236}">
                      <a16:creationId xmlns:a16="http://schemas.microsoft.com/office/drawing/2014/main" id="{7D91A344-D2A3-C768-BF6E-95F74C389988}"/>
                    </a:ext>
                  </a:extLst>
                </p14:cNvPr>
                <p14:cNvContentPartPr/>
                <p14:nvPr/>
              </p14:nvContentPartPr>
              <p14:xfrm>
                <a:off x="5663318" y="117821"/>
                <a:ext cx="306000" cy="225720"/>
              </p14:xfrm>
            </p:contentPart>
          </mc:Choice>
          <mc:Fallback>
            <p:pic>
              <p:nvPicPr>
                <p:cNvPr id="763" name="Ink 762">
                  <a:extLst>
                    <a:ext uri="{FF2B5EF4-FFF2-40B4-BE49-F238E27FC236}">
                      <a16:creationId xmlns:a16="http://schemas.microsoft.com/office/drawing/2014/main" id="{7D91A344-D2A3-C768-BF6E-95F74C389988}"/>
                    </a:ext>
                  </a:extLst>
                </p:cNvPr>
                <p:cNvPicPr/>
                <p:nvPr/>
              </p:nvPicPr>
              <p:blipFill>
                <a:blip r:embed="rId423"/>
                <a:stretch>
                  <a:fillRect/>
                </a:stretch>
              </p:blipFill>
              <p:spPr>
                <a:xfrm>
                  <a:off x="5658998" y="113501"/>
                  <a:ext cx="31464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424">
              <p14:nvContentPartPr>
                <p14:cNvPr id="770" name="Ink 769">
                  <a:extLst>
                    <a:ext uri="{FF2B5EF4-FFF2-40B4-BE49-F238E27FC236}">
                      <a16:creationId xmlns:a16="http://schemas.microsoft.com/office/drawing/2014/main" id="{E87CD1FA-C445-3E9B-4792-552A2E3D2F62}"/>
                    </a:ext>
                  </a:extLst>
                </p14:cNvPr>
                <p14:cNvContentPartPr/>
                <p14:nvPr/>
              </p14:nvContentPartPr>
              <p14:xfrm>
                <a:off x="5223398" y="308261"/>
                <a:ext cx="442080" cy="520560"/>
              </p14:xfrm>
            </p:contentPart>
          </mc:Choice>
          <mc:Fallback>
            <p:pic>
              <p:nvPicPr>
                <p:cNvPr id="770" name="Ink 769">
                  <a:extLst>
                    <a:ext uri="{FF2B5EF4-FFF2-40B4-BE49-F238E27FC236}">
                      <a16:creationId xmlns:a16="http://schemas.microsoft.com/office/drawing/2014/main" id="{E87CD1FA-C445-3E9B-4792-552A2E3D2F62}"/>
                    </a:ext>
                  </a:extLst>
                </p:cNvPr>
                <p:cNvPicPr/>
                <p:nvPr/>
              </p:nvPicPr>
              <p:blipFill>
                <a:blip r:embed="rId425"/>
                <a:stretch>
                  <a:fillRect/>
                </a:stretch>
              </p:blipFill>
              <p:spPr>
                <a:xfrm>
                  <a:off x="5219078" y="303941"/>
                  <a:ext cx="450720" cy="529200"/>
                </a:xfrm>
                <a:prstGeom prst="rect">
                  <a:avLst/>
                </a:prstGeom>
              </p:spPr>
            </p:pic>
          </mc:Fallback>
        </mc:AlternateContent>
        <mc:AlternateContent xmlns:mc="http://schemas.openxmlformats.org/markup-compatibility/2006">
          <mc:Choice xmlns:p14="http://schemas.microsoft.com/office/powerpoint/2010/main" Requires="p14">
            <p:contentPart p14:bwMode="auto" r:id="rId426">
              <p14:nvContentPartPr>
                <p14:cNvPr id="772" name="Ink 771">
                  <a:extLst>
                    <a:ext uri="{FF2B5EF4-FFF2-40B4-BE49-F238E27FC236}">
                      <a16:creationId xmlns:a16="http://schemas.microsoft.com/office/drawing/2014/main" id="{FA294E98-E8D4-E45B-9EC3-5F13BABA79BE}"/>
                    </a:ext>
                  </a:extLst>
                </p14:cNvPr>
                <p14:cNvContentPartPr/>
                <p14:nvPr/>
              </p14:nvContentPartPr>
              <p14:xfrm>
                <a:off x="5401598" y="797141"/>
                <a:ext cx="112680" cy="345240"/>
              </p14:xfrm>
            </p:contentPart>
          </mc:Choice>
          <mc:Fallback>
            <p:pic>
              <p:nvPicPr>
                <p:cNvPr id="772" name="Ink 771">
                  <a:extLst>
                    <a:ext uri="{FF2B5EF4-FFF2-40B4-BE49-F238E27FC236}">
                      <a16:creationId xmlns:a16="http://schemas.microsoft.com/office/drawing/2014/main" id="{FA294E98-E8D4-E45B-9EC3-5F13BABA79BE}"/>
                    </a:ext>
                  </a:extLst>
                </p:cNvPr>
                <p:cNvPicPr/>
                <p:nvPr/>
              </p:nvPicPr>
              <p:blipFill>
                <a:blip r:embed="rId427"/>
                <a:stretch>
                  <a:fillRect/>
                </a:stretch>
              </p:blipFill>
              <p:spPr>
                <a:xfrm>
                  <a:off x="5397278" y="792821"/>
                  <a:ext cx="121320" cy="353880"/>
                </a:xfrm>
                <a:prstGeom prst="rect">
                  <a:avLst/>
                </a:prstGeom>
              </p:spPr>
            </p:pic>
          </mc:Fallback>
        </mc:AlternateContent>
        <mc:AlternateContent xmlns:mc="http://schemas.openxmlformats.org/markup-compatibility/2006">
          <mc:Choice xmlns:p14="http://schemas.microsoft.com/office/powerpoint/2010/main" Requires="p14">
            <p:contentPart p14:bwMode="auto" r:id="rId428">
              <p14:nvContentPartPr>
                <p14:cNvPr id="773" name="Ink 772">
                  <a:extLst>
                    <a:ext uri="{FF2B5EF4-FFF2-40B4-BE49-F238E27FC236}">
                      <a16:creationId xmlns:a16="http://schemas.microsoft.com/office/drawing/2014/main" id="{C0457951-CA6C-D81E-3A31-77407A6994DE}"/>
                    </a:ext>
                  </a:extLst>
                </p14:cNvPr>
                <p14:cNvContentPartPr/>
                <p14:nvPr/>
              </p14:nvContentPartPr>
              <p14:xfrm>
                <a:off x="5388278" y="968861"/>
                <a:ext cx="169200" cy="89640"/>
              </p14:xfrm>
            </p:contentPart>
          </mc:Choice>
          <mc:Fallback>
            <p:pic>
              <p:nvPicPr>
                <p:cNvPr id="773" name="Ink 772">
                  <a:extLst>
                    <a:ext uri="{FF2B5EF4-FFF2-40B4-BE49-F238E27FC236}">
                      <a16:creationId xmlns:a16="http://schemas.microsoft.com/office/drawing/2014/main" id="{C0457951-CA6C-D81E-3A31-77407A6994DE}"/>
                    </a:ext>
                  </a:extLst>
                </p:cNvPr>
                <p:cNvPicPr/>
                <p:nvPr/>
              </p:nvPicPr>
              <p:blipFill>
                <a:blip r:embed="rId429"/>
                <a:stretch>
                  <a:fillRect/>
                </a:stretch>
              </p:blipFill>
              <p:spPr>
                <a:xfrm>
                  <a:off x="5383958" y="964541"/>
                  <a:ext cx="177840" cy="98280"/>
                </a:xfrm>
                <a:prstGeom prst="rect">
                  <a:avLst/>
                </a:prstGeom>
              </p:spPr>
            </p:pic>
          </mc:Fallback>
        </mc:AlternateContent>
        <mc:AlternateContent xmlns:mc="http://schemas.openxmlformats.org/markup-compatibility/2006">
          <mc:Choice xmlns:p14="http://schemas.microsoft.com/office/powerpoint/2010/main" Requires="p14">
            <p:contentPart p14:bwMode="auto" r:id="rId430">
              <p14:nvContentPartPr>
                <p14:cNvPr id="774" name="Ink 773">
                  <a:extLst>
                    <a:ext uri="{FF2B5EF4-FFF2-40B4-BE49-F238E27FC236}">
                      <a16:creationId xmlns:a16="http://schemas.microsoft.com/office/drawing/2014/main" id="{82C75E7C-1230-DAAA-3639-DD47F6D47D5A}"/>
                    </a:ext>
                  </a:extLst>
                </p14:cNvPr>
                <p14:cNvContentPartPr/>
                <p14:nvPr/>
              </p14:nvContentPartPr>
              <p14:xfrm>
                <a:off x="5596358" y="862661"/>
                <a:ext cx="21240" cy="150120"/>
              </p14:xfrm>
            </p:contentPart>
          </mc:Choice>
          <mc:Fallback>
            <p:pic>
              <p:nvPicPr>
                <p:cNvPr id="774" name="Ink 773">
                  <a:extLst>
                    <a:ext uri="{FF2B5EF4-FFF2-40B4-BE49-F238E27FC236}">
                      <a16:creationId xmlns:a16="http://schemas.microsoft.com/office/drawing/2014/main" id="{82C75E7C-1230-DAAA-3639-DD47F6D47D5A}"/>
                    </a:ext>
                  </a:extLst>
                </p:cNvPr>
                <p:cNvPicPr/>
                <p:nvPr/>
              </p:nvPicPr>
              <p:blipFill>
                <a:blip r:embed="rId431"/>
                <a:stretch>
                  <a:fillRect/>
                </a:stretch>
              </p:blipFill>
              <p:spPr>
                <a:xfrm>
                  <a:off x="5592038" y="858341"/>
                  <a:ext cx="2988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432">
              <p14:nvContentPartPr>
                <p14:cNvPr id="775" name="Ink 774">
                  <a:extLst>
                    <a:ext uri="{FF2B5EF4-FFF2-40B4-BE49-F238E27FC236}">
                      <a16:creationId xmlns:a16="http://schemas.microsoft.com/office/drawing/2014/main" id="{97FA96CE-24A2-886C-4E72-D2A830D5B0F1}"/>
                    </a:ext>
                  </a:extLst>
                </p14:cNvPr>
                <p14:cNvContentPartPr/>
                <p14:nvPr/>
              </p14:nvContentPartPr>
              <p14:xfrm>
                <a:off x="5677358" y="822701"/>
                <a:ext cx="15480" cy="168840"/>
              </p14:xfrm>
            </p:contentPart>
          </mc:Choice>
          <mc:Fallback>
            <p:pic>
              <p:nvPicPr>
                <p:cNvPr id="775" name="Ink 774">
                  <a:extLst>
                    <a:ext uri="{FF2B5EF4-FFF2-40B4-BE49-F238E27FC236}">
                      <a16:creationId xmlns:a16="http://schemas.microsoft.com/office/drawing/2014/main" id="{97FA96CE-24A2-886C-4E72-D2A830D5B0F1}"/>
                    </a:ext>
                  </a:extLst>
                </p:cNvPr>
                <p:cNvPicPr/>
                <p:nvPr/>
              </p:nvPicPr>
              <p:blipFill>
                <a:blip r:embed="rId433"/>
                <a:stretch>
                  <a:fillRect/>
                </a:stretch>
              </p:blipFill>
              <p:spPr>
                <a:xfrm>
                  <a:off x="5673038" y="818381"/>
                  <a:ext cx="2412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434">
              <p14:nvContentPartPr>
                <p14:cNvPr id="776" name="Ink 775">
                  <a:extLst>
                    <a:ext uri="{FF2B5EF4-FFF2-40B4-BE49-F238E27FC236}">
                      <a16:creationId xmlns:a16="http://schemas.microsoft.com/office/drawing/2014/main" id="{F1F8663A-15CC-6B80-01FA-6DEA8CFE9C64}"/>
                    </a:ext>
                  </a:extLst>
                </p14:cNvPr>
                <p14:cNvContentPartPr/>
                <p14:nvPr/>
              </p14:nvContentPartPr>
              <p14:xfrm>
                <a:off x="5736038" y="870581"/>
                <a:ext cx="207000" cy="110880"/>
              </p14:xfrm>
            </p:contentPart>
          </mc:Choice>
          <mc:Fallback>
            <p:pic>
              <p:nvPicPr>
                <p:cNvPr id="776" name="Ink 775">
                  <a:extLst>
                    <a:ext uri="{FF2B5EF4-FFF2-40B4-BE49-F238E27FC236}">
                      <a16:creationId xmlns:a16="http://schemas.microsoft.com/office/drawing/2014/main" id="{F1F8663A-15CC-6B80-01FA-6DEA8CFE9C64}"/>
                    </a:ext>
                  </a:extLst>
                </p:cNvPr>
                <p:cNvPicPr/>
                <p:nvPr/>
              </p:nvPicPr>
              <p:blipFill>
                <a:blip r:embed="rId435"/>
                <a:stretch>
                  <a:fillRect/>
                </a:stretch>
              </p:blipFill>
              <p:spPr>
                <a:xfrm>
                  <a:off x="5731718" y="866261"/>
                  <a:ext cx="21564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436">
              <p14:nvContentPartPr>
                <p14:cNvPr id="777" name="Ink 776">
                  <a:extLst>
                    <a:ext uri="{FF2B5EF4-FFF2-40B4-BE49-F238E27FC236}">
                      <a16:creationId xmlns:a16="http://schemas.microsoft.com/office/drawing/2014/main" id="{1FB888DC-A78B-B274-74AE-9F294B1E20D4}"/>
                    </a:ext>
                  </a:extLst>
                </p14:cNvPr>
                <p14:cNvContentPartPr/>
                <p14:nvPr/>
              </p14:nvContentPartPr>
              <p14:xfrm>
                <a:off x="5986598" y="853661"/>
                <a:ext cx="72360" cy="106920"/>
              </p14:xfrm>
            </p:contentPart>
          </mc:Choice>
          <mc:Fallback>
            <p:pic>
              <p:nvPicPr>
                <p:cNvPr id="777" name="Ink 776">
                  <a:extLst>
                    <a:ext uri="{FF2B5EF4-FFF2-40B4-BE49-F238E27FC236}">
                      <a16:creationId xmlns:a16="http://schemas.microsoft.com/office/drawing/2014/main" id="{1FB888DC-A78B-B274-74AE-9F294B1E20D4}"/>
                    </a:ext>
                  </a:extLst>
                </p:cNvPr>
                <p:cNvPicPr/>
                <p:nvPr/>
              </p:nvPicPr>
              <p:blipFill>
                <a:blip r:embed="rId437"/>
                <a:stretch>
                  <a:fillRect/>
                </a:stretch>
              </p:blipFill>
              <p:spPr>
                <a:xfrm>
                  <a:off x="5982278" y="849341"/>
                  <a:ext cx="81000" cy="115560"/>
                </a:xfrm>
                <a:prstGeom prst="rect">
                  <a:avLst/>
                </a:prstGeom>
              </p:spPr>
            </p:pic>
          </mc:Fallback>
        </mc:AlternateContent>
      </p:grpSp>
      <p:grpSp>
        <p:nvGrpSpPr>
          <p:cNvPr id="780" name="Group 779">
            <a:extLst>
              <a:ext uri="{FF2B5EF4-FFF2-40B4-BE49-F238E27FC236}">
                <a16:creationId xmlns:a16="http://schemas.microsoft.com/office/drawing/2014/main" id="{7A80BB7A-750B-946C-00FB-B4CE01301232}"/>
              </a:ext>
            </a:extLst>
          </p:cNvPr>
          <p:cNvGrpSpPr/>
          <p:nvPr/>
        </p:nvGrpSpPr>
        <p:grpSpPr>
          <a:xfrm>
            <a:off x="4143758" y="2695536"/>
            <a:ext cx="7875360" cy="3440160"/>
            <a:chOff x="4143758" y="2695536"/>
            <a:chExt cx="7875360" cy="3440160"/>
          </a:xfrm>
        </p:grpSpPr>
        <mc:AlternateContent xmlns:mc="http://schemas.openxmlformats.org/markup-compatibility/2006">
          <mc:Choice xmlns:p14="http://schemas.microsoft.com/office/powerpoint/2010/main" Requires="p14">
            <p:contentPart p14:bwMode="auto" r:id="rId438">
              <p14:nvContentPartPr>
                <p14:cNvPr id="572" name="Ink 571">
                  <a:extLst>
                    <a:ext uri="{FF2B5EF4-FFF2-40B4-BE49-F238E27FC236}">
                      <a16:creationId xmlns:a16="http://schemas.microsoft.com/office/drawing/2014/main" id="{3190E337-FD29-2D7C-141E-9D251E6E2BB4}"/>
                    </a:ext>
                  </a:extLst>
                </p14:cNvPr>
                <p14:cNvContentPartPr/>
                <p14:nvPr/>
              </p14:nvContentPartPr>
              <p14:xfrm>
                <a:off x="6377918" y="5616936"/>
                <a:ext cx="404280" cy="322560"/>
              </p14:xfrm>
            </p:contentPart>
          </mc:Choice>
          <mc:Fallback>
            <p:pic>
              <p:nvPicPr>
                <p:cNvPr id="572" name="Ink 571">
                  <a:extLst>
                    <a:ext uri="{FF2B5EF4-FFF2-40B4-BE49-F238E27FC236}">
                      <a16:creationId xmlns:a16="http://schemas.microsoft.com/office/drawing/2014/main" id="{3190E337-FD29-2D7C-141E-9D251E6E2BB4}"/>
                    </a:ext>
                  </a:extLst>
                </p:cNvPr>
                <p:cNvPicPr/>
                <p:nvPr/>
              </p:nvPicPr>
              <p:blipFill>
                <a:blip r:embed="rId439"/>
                <a:stretch>
                  <a:fillRect/>
                </a:stretch>
              </p:blipFill>
              <p:spPr>
                <a:xfrm>
                  <a:off x="6373598" y="5612616"/>
                  <a:ext cx="412920" cy="331200"/>
                </a:xfrm>
                <a:prstGeom prst="rect">
                  <a:avLst/>
                </a:prstGeom>
              </p:spPr>
            </p:pic>
          </mc:Fallback>
        </mc:AlternateContent>
        <mc:AlternateContent xmlns:mc="http://schemas.openxmlformats.org/markup-compatibility/2006">
          <mc:Choice xmlns:p14="http://schemas.microsoft.com/office/powerpoint/2010/main" Requires="p14">
            <p:contentPart p14:bwMode="auto" r:id="rId440">
              <p14:nvContentPartPr>
                <p14:cNvPr id="573" name="Ink 572">
                  <a:extLst>
                    <a:ext uri="{FF2B5EF4-FFF2-40B4-BE49-F238E27FC236}">
                      <a16:creationId xmlns:a16="http://schemas.microsoft.com/office/drawing/2014/main" id="{448F382E-EED2-3D53-3CE0-2B38A67F2CF2}"/>
                    </a:ext>
                  </a:extLst>
                </p14:cNvPr>
                <p14:cNvContentPartPr/>
                <p14:nvPr/>
              </p14:nvContentPartPr>
              <p14:xfrm>
                <a:off x="6501758" y="5633496"/>
                <a:ext cx="120960" cy="315360"/>
              </p14:xfrm>
            </p:contentPart>
          </mc:Choice>
          <mc:Fallback>
            <p:pic>
              <p:nvPicPr>
                <p:cNvPr id="573" name="Ink 572">
                  <a:extLst>
                    <a:ext uri="{FF2B5EF4-FFF2-40B4-BE49-F238E27FC236}">
                      <a16:creationId xmlns:a16="http://schemas.microsoft.com/office/drawing/2014/main" id="{448F382E-EED2-3D53-3CE0-2B38A67F2CF2}"/>
                    </a:ext>
                  </a:extLst>
                </p:cNvPr>
                <p:cNvPicPr/>
                <p:nvPr/>
              </p:nvPicPr>
              <p:blipFill>
                <a:blip r:embed="rId441"/>
                <a:stretch>
                  <a:fillRect/>
                </a:stretch>
              </p:blipFill>
              <p:spPr>
                <a:xfrm>
                  <a:off x="6497438" y="5629176"/>
                  <a:ext cx="129600" cy="324000"/>
                </a:xfrm>
                <a:prstGeom prst="rect">
                  <a:avLst/>
                </a:prstGeom>
              </p:spPr>
            </p:pic>
          </mc:Fallback>
        </mc:AlternateContent>
        <mc:AlternateContent xmlns:mc="http://schemas.openxmlformats.org/markup-compatibility/2006">
          <mc:Choice xmlns:p14="http://schemas.microsoft.com/office/powerpoint/2010/main" Requires="p14">
            <p:contentPart p14:bwMode="auto" r:id="rId442">
              <p14:nvContentPartPr>
                <p14:cNvPr id="574" name="Ink 573">
                  <a:extLst>
                    <a:ext uri="{FF2B5EF4-FFF2-40B4-BE49-F238E27FC236}">
                      <a16:creationId xmlns:a16="http://schemas.microsoft.com/office/drawing/2014/main" id="{96BD7F1E-1BFA-0918-FF7F-F591552E5B65}"/>
                    </a:ext>
                  </a:extLst>
                </p14:cNvPr>
                <p14:cNvContentPartPr/>
                <p14:nvPr/>
              </p14:nvContentPartPr>
              <p14:xfrm>
                <a:off x="6676718" y="5536296"/>
                <a:ext cx="205560" cy="136440"/>
              </p14:xfrm>
            </p:contentPart>
          </mc:Choice>
          <mc:Fallback>
            <p:pic>
              <p:nvPicPr>
                <p:cNvPr id="574" name="Ink 573">
                  <a:extLst>
                    <a:ext uri="{FF2B5EF4-FFF2-40B4-BE49-F238E27FC236}">
                      <a16:creationId xmlns:a16="http://schemas.microsoft.com/office/drawing/2014/main" id="{96BD7F1E-1BFA-0918-FF7F-F591552E5B65}"/>
                    </a:ext>
                  </a:extLst>
                </p:cNvPr>
                <p:cNvPicPr/>
                <p:nvPr/>
              </p:nvPicPr>
              <p:blipFill>
                <a:blip r:embed="rId443"/>
                <a:stretch>
                  <a:fillRect/>
                </a:stretch>
              </p:blipFill>
              <p:spPr>
                <a:xfrm>
                  <a:off x="6672398" y="5531976"/>
                  <a:ext cx="21420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444">
              <p14:nvContentPartPr>
                <p14:cNvPr id="575" name="Ink 574">
                  <a:extLst>
                    <a:ext uri="{FF2B5EF4-FFF2-40B4-BE49-F238E27FC236}">
                      <a16:creationId xmlns:a16="http://schemas.microsoft.com/office/drawing/2014/main" id="{2DFD1E46-27D1-74C7-32B2-E9307C0B272A}"/>
                    </a:ext>
                  </a:extLst>
                </p14:cNvPr>
                <p14:cNvContentPartPr/>
                <p14:nvPr/>
              </p14:nvContentPartPr>
              <p14:xfrm>
                <a:off x="6887678" y="5794776"/>
                <a:ext cx="338040" cy="340920"/>
              </p14:xfrm>
            </p:contentPart>
          </mc:Choice>
          <mc:Fallback>
            <p:pic>
              <p:nvPicPr>
                <p:cNvPr id="575" name="Ink 574">
                  <a:extLst>
                    <a:ext uri="{FF2B5EF4-FFF2-40B4-BE49-F238E27FC236}">
                      <a16:creationId xmlns:a16="http://schemas.microsoft.com/office/drawing/2014/main" id="{2DFD1E46-27D1-74C7-32B2-E9307C0B272A}"/>
                    </a:ext>
                  </a:extLst>
                </p:cNvPr>
                <p:cNvPicPr/>
                <p:nvPr/>
              </p:nvPicPr>
              <p:blipFill>
                <a:blip r:embed="rId445"/>
                <a:stretch>
                  <a:fillRect/>
                </a:stretch>
              </p:blipFill>
              <p:spPr>
                <a:xfrm>
                  <a:off x="6883358" y="5790456"/>
                  <a:ext cx="346680" cy="349560"/>
                </a:xfrm>
                <a:prstGeom prst="rect">
                  <a:avLst/>
                </a:prstGeom>
              </p:spPr>
            </p:pic>
          </mc:Fallback>
        </mc:AlternateContent>
        <mc:AlternateContent xmlns:mc="http://schemas.openxmlformats.org/markup-compatibility/2006">
          <mc:Choice xmlns:p14="http://schemas.microsoft.com/office/powerpoint/2010/main" Requires="p14">
            <p:contentPart p14:bwMode="auto" r:id="rId446">
              <p14:nvContentPartPr>
                <p14:cNvPr id="576" name="Ink 575">
                  <a:extLst>
                    <a:ext uri="{FF2B5EF4-FFF2-40B4-BE49-F238E27FC236}">
                      <a16:creationId xmlns:a16="http://schemas.microsoft.com/office/drawing/2014/main" id="{B7D4DE05-A845-2E3E-8ED9-F924D67BB3D5}"/>
                    </a:ext>
                  </a:extLst>
                </p14:cNvPr>
                <p14:cNvContentPartPr/>
                <p14:nvPr/>
              </p14:nvContentPartPr>
              <p14:xfrm>
                <a:off x="7167038" y="5861736"/>
                <a:ext cx="360" cy="360"/>
              </p14:xfrm>
            </p:contentPart>
          </mc:Choice>
          <mc:Fallback>
            <p:pic>
              <p:nvPicPr>
                <p:cNvPr id="576" name="Ink 575">
                  <a:extLst>
                    <a:ext uri="{FF2B5EF4-FFF2-40B4-BE49-F238E27FC236}">
                      <a16:creationId xmlns:a16="http://schemas.microsoft.com/office/drawing/2014/main" id="{B7D4DE05-A845-2E3E-8ED9-F924D67BB3D5}"/>
                    </a:ext>
                  </a:extLst>
                </p:cNvPr>
                <p:cNvPicPr/>
                <p:nvPr/>
              </p:nvPicPr>
              <p:blipFill>
                <a:blip r:embed="rId3"/>
                <a:stretch>
                  <a:fillRect/>
                </a:stretch>
              </p:blipFill>
              <p:spPr>
                <a:xfrm>
                  <a:off x="7162718" y="585741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447">
              <p14:nvContentPartPr>
                <p14:cNvPr id="577" name="Ink 576">
                  <a:extLst>
                    <a:ext uri="{FF2B5EF4-FFF2-40B4-BE49-F238E27FC236}">
                      <a16:creationId xmlns:a16="http://schemas.microsoft.com/office/drawing/2014/main" id="{DED3F648-5655-A8BE-0F94-B75F2FEC7A7F}"/>
                    </a:ext>
                  </a:extLst>
                </p14:cNvPr>
                <p14:cNvContentPartPr/>
                <p14:nvPr/>
              </p14:nvContentPartPr>
              <p14:xfrm>
                <a:off x="7208078" y="5924376"/>
                <a:ext cx="136440" cy="178560"/>
              </p14:xfrm>
            </p:contentPart>
          </mc:Choice>
          <mc:Fallback>
            <p:pic>
              <p:nvPicPr>
                <p:cNvPr id="577" name="Ink 576">
                  <a:extLst>
                    <a:ext uri="{FF2B5EF4-FFF2-40B4-BE49-F238E27FC236}">
                      <a16:creationId xmlns:a16="http://schemas.microsoft.com/office/drawing/2014/main" id="{DED3F648-5655-A8BE-0F94-B75F2FEC7A7F}"/>
                    </a:ext>
                  </a:extLst>
                </p:cNvPr>
                <p:cNvPicPr/>
                <p:nvPr/>
              </p:nvPicPr>
              <p:blipFill>
                <a:blip r:embed="rId448"/>
                <a:stretch>
                  <a:fillRect/>
                </a:stretch>
              </p:blipFill>
              <p:spPr>
                <a:xfrm>
                  <a:off x="7203758" y="5920056"/>
                  <a:ext cx="14508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449">
              <p14:nvContentPartPr>
                <p14:cNvPr id="579" name="Ink 578">
                  <a:extLst>
                    <a:ext uri="{FF2B5EF4-FFF2-40B4-BE49-F238E27FC236}">
                      <a16:creationId xmlns:a16="http://schemas.microsoft.com/office/drawing/2014/main" id="{7A6CFA85-13B0-9BD8-8C9A-E2C7B6BDC020}"/>
                    </a:ext>
                  </a:extLst>
                </p14:cNvPr>
                <p14:cNvContentPartPr/>
                <p14:nvPr/>
              </p14:nvContentPartPr>
              <p14:xfrm>
                <a:off x="7701278" y="6005736"/>
                <a:ext cx="360" cy="360"/>
              </p14:xfrm>
            </p:contentPart>
          </mc:Choice>
          <mc:Fallback>
            <p:pic>
              <p:nvPicPr>
                <p:cNvPr id="579" name="Ink 578">
                  <a:extLst>
                    <a:ext uri="{FF2B5EF4-FFF2-40B4-BE49-F238E27FC236}">
                      <a16:creationId xmlns:a16="http://schemas.microsoft.com/office/drawing/2014/main" id="{7A6CFA85-13B0-9BD8-8C9A-E2C7B6BDC020}"/>
                    </a:ext>
                  </a:extLst>
                </p:cNvPr>
                <p:cNvPicPr/>
                <p:nvPr/>
              </p:nvPicPr>
              <p:blipFill>
                <a:blip r:embed="rId3"/>
                <a:stretch>
                  <a:fillRect/>
                </a:stretch>
              </p:blipFill>
              <p:spPr>
                <a:xfrm>
                  <a:off x="7696958" y="600141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450">
              <p14:nvContentPartPr>
                <p14:cNvPr id="582" name="Ink 581">
                  <a:extLst>
                    <a:ext uri="{FF2B5EF4-FFF2-40B4-BE49-F238E27FC236}">
                      <a16:creationId xmlns:a16="http://schemas.microsoft.com/office/drawing/2014/main" id="{BDDC032F-BF65-417A-B6A6-389B4DC95F99}"/>
                    </a:ext>
                  </a:extLst>
                </p14:cNvPr>
                <p14:cNvContentPartPr/>
                <p14:nvPr/>
              </p14:nvContentPartPr>
              <p14:xfrm>
                <a:off x="7293758" y="5359176"/>
                <a:ext cx="222120" cy="172800"/>
              </p14:xfrm>
            </p:contentPart>
          </mc:Choice>
          <mc:Fallback>
            <p:pic>
              <p:nvPicPr>
                <p:cNvPr id="582" name="Ink 581">
                  <a:extLst>
                    <a:ext uri="{FF2B5EF4-FFF2-40B4-BE49-F238E27FC236}">
                      <a16:creationId xmlns:a16="http://schemas.microsoft.com/office/drawing/2014/main" id="{BDDC032F-BF65-417A-B6A6-389B4DC95F99}"/>
                    </a:ext>
                  </a:extLst>
                </p:cNvPr>
                <p:cNvPicPr/>
                <p:nvPr/>
              </p:nvPicPr>
              <p:blipFill>
                <a:blip r:embed="rId451"/>
                <a:stretch>
                  <a:fillRect/>
                </a:stretch>
              </p:blipFill>
              <p:spPr>
                <a:xfrm>
                  <a:off x="7289438" y="5354856"/>
                  <a:ext cx="23076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452">
              <p14:nvContentPartPr>
                <p14:cNvPr id="583" name="Ink 582">
                  <a:extLst>
                    <a:ext uri="{FF2B5EF4-FFF2-40B4-BE49-F238E27FC236}">
                      <a16:creationId xmlns:a16="http://schemas.microsoft.com/office/drawing/2014/main" id="{621F60F0-8328-C9F9-A2B4-7999DBEF51A8}"/>
                    </a:ext>
                  </a:extLst>
                </p14:cNvPr>
                <p14:cNvContentPartPr/>
                <p14:nvPr/>
              </p14:nvContentPartPr>
              <p14:xfrm>
                <a:off x="7322558" y="5373936"/>
                <a:ext cx="126360" cy="180720"/>
              </p14:xfrm>
            </p:contentPart>
          </mc:Choice>
          <mc:Fallback>
            <p:pic>
              <p:nvPicPr>
                <p:cNvPr id="583" name="Ink 582">
                  <a:extLst>
                    <a:ext uri="{FF2B5EF4-FFF2-40B4-BE49-F238E27FC236}">
                      <a16:creationId xmlns:a16="http://schemas.microsoft.com/office/drawing/2014/main" id="{621F60F0-8328-C9F9-A2B4-7999DBEF51A8}"/>
                    </a:ext>
                  </a:extLst>
                </p:cNvPr>
                <p:cNvPicPr/>
                <p:nvPr/>
              </p:nvPicPr>
              <p:blipFill>
                <a:blip r:embed="rId453"/>
                <a:stretch>
                  <a:fillRect/>
                </a:stretch>
              </p:blipFill>
              <p:spPr>
                <a:xfrm>
                  <a:off x="7318238" y="5369616"/>
                  <a:ext cx="13500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454">
              <p14:nvContentPartPr>
                <p14:cNvPr id="584" name="Ink 583">
                  <a:extLst>
                    <a:ext uri="{FF2B5EF4-FFF2-40B4-BE49-F238E27FC236}">
                      <a16:creationId xmlns:a16="http://schemas.microsoft.com/office/drawing/2014/main" id="{14009D96-D0C0-E94D-B125-8DD0FD62BE91}"/>
                    </a:ext>
                  </a:extLst>
                </p14:cNvPr>
                <p14:cNvContentPartPr/>
                <p14:nvPr/>
              </p14:nvContentPartPr>
              <p14:xfrm>
                <a:off x="7485998" y="5311656"/>
                <a:ext cx="180720" cy="102600"/>
              </p14:xfrm>
            </p:contentPart>
          </mc:Choice>
          <mc:Fallback>
            <p:pic>
              <p:nvPicPr>
                <p:cNvPr id="584" name="Ink 583">
                  <a:extLst>
                    <a:ext uri="{FF2B5EF4-FFF2-40B4-BE49-F238E27FC236}">
                      <a16:creationId xmlns:a16="http://schemas.microsoft.com/office/drawing/2014/main" id="{14009D96-D0C0-E94D-B125-8DD0FD62BE91}"/>
                    </a:ext>
                  </a:extLst>
                </p:cNvPr>
                <p:cNvPicPr/>
                <p:nvPr/>
              </p:nvPicPr>
              <p:blipFill>
                <a:blip r:embed="rId455"/>
                <a:stretch>
                  <a:fillRect/>
                </a:stretch>
              </p:blipFill>
              <p:spPr>
                <a:xfrm>
                  <a:off x="7481678" y="5307336"/>
                  <a:ext cx="18936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456">
              <p14:nvContentPartPr>
                <p14:cNvPr id="586" name="Ink 585">
                  <a:extLst>
                    <a:ext uri="{FF2B5EF4-FFF2-40B4-BE49-F238E27FC236}">
                      <a16:creationId xmlns:a16="http://schemas.microsoft.com/office/drawing/2014/main" id="{AD142C54-F2B4-2465-110D-067247F969A0}"/>
                    </a:ext>
                  </a:extLst>
                </p14:cNvPr>
                <p14:cNvContentPartPr/>
                <p14:nvPr/>
              </p14:nvContentPartPr>
              <p14:xfrm>
                <a:off x="4180118" y="3455496"/>
                <a:ext cx="123120" cy="447120"/>
              </p14:xfrm>
            </p:contentPart>
          </mc:Choice>
          <mc:Fallback>
            <p:pic>
              <p:nvPicPr>
                <p:cNvPr id="586" name="Ink 585">
                  <a:extLst>
                    <a:ext uri="{FF2B5EF4-FFF2-40B4-BE49-F238E27FC236}">
                      <a16:creationId xmlns:a16="http://schemas.microsoft.com/office/drawing/2014/main" id="{AD142C54-F2B4-2465-110D-067247F969A0}"/>
                    </a:ext>
                  </a:extLst>
                </p:cNvPr>
                <p:cNvPicPr/>
                <p:nvPr/>
              </p:nvPicPr>
              <p:blipFill>
                <a:blip r:embed="rId457"/>
                <a:stretch>
                  <a:fillRect/>
                </a:stretch>
              </p:blipFill>
              <p:spPr>
                <a:xfrm>
                  <a:off x="4175798" y="3451176"/>
                  <a:ext cx="131760" cy="455760"/>
                </a:xfrm>
                <a:prstGeom prst="rect">
                  <a:avLst/>
                </a:prstGeom>
              </p:spPr>
            </p:pic>
          </mc:Fallback>
        </mc:AlternateContent>
        <mc:AlternateContent xmlns:mc="http://schemas.openxmlformats.org/markup-compatibility/2006">
          <mc:Choice xmlns:p14="http://schemas.microsoft.com/office/powerpoint/2010/main" Requires="p14">
            <p:contentPart p14:bwMode="auto" r:id="rId458">
              <p14:nvContentPartPr>
                <p14:cNvPr id="587" name="Ink 586">
                  <a:extLst>
                    <a:ext uri="{FF2B5EF4-FFF2-40B4-BE49-F238E27FC236}">
                      <a16:creationId xmlns:a16="http://schemas.microsoft.com/office/drawing/2014/main" id="{666CAF27-1AAF-A07F-44F9-1EB24D489E9E}"/>
                    </a:ext>
                  </a:extLst>
                </p14:cNvPr>
                <p14:cNvContentPartPr/>
                <p14:nvPr/>
              </p14:nvContentPartPr>
              <p14:xfrm>
                <a:off x="4143758" y="3632976"/>
                <a:ext cx="143640" cy="69480"/>
              </p14:xfrm>
            </p:contentPart>
          </mc:Choice>
          <mc:Fallback>
            <p:pic>
              <p:nvPicPr>
                <p:cNvPr id="587" name="Ink 586">
                  <a:extLst>
                    <a:ext uri="{FF2B5EF4-FFF2-40B4-BE49-F238E27FC236}">
                      <a16:creationId xmlns:a16="http://schemas.microsoft.com/office/drawing/2014/main" id="{666CAF27-1AAF-A07F-44F9-1EB24D489E9E}"/>
                    </a:ext>
                  </a:extLst>
                </p:cNvPr>
                <p:cNvPicPr/>
                <p:nvPr/>
              </p:nvPicPr>
              <p:blipFill>
                <a:blip r:embed="rId459"/>
                <a:stretch>
                  <a:fillRect/>
                </a:stretch>
              </p:blipFill>
              <p:spPr>
                <a:xfrm>
                  <a:off x="4139438" y="3628656"/>
                  <a:ext cx="152280" cy="78120"/>
                </a:xfrm>
                <a:prstGeom prst="rect">
                  <a:avLst/>
                </a:prstGeom>
              </p:spPr>
            </p:pic>
          </mc:Fallback>
        </mc:AlternateContent>
        <mc:AlternateContent xmlns:mc="http://schemas.openxmlformats.org/markup-compatibility/2006">
          <mc:Choice xmlns:p14="http://schemas.microsoft.com/office/powerpoint/2010/main" Requires="p14">
            <p:contentPart p14:bwMode="auto" r:id="rId460">
              <p14:nvContentPartPr>
                <p14:cNvPr id="588" name="Ink 587">
                  <a:extLst>
                    <a:ext uri="{FF2B5EF4-FFF2-40B4-BE49-F238E27FC236}">
                      <a16:creationId xmlns:a16="http://schemas.microsoft.com/office/drawing/2014/main" id="{BD6EF916-6806-0834-6A63-083DC09AD9F2}"/>
                    </a:ext>
                  </a:extLst>
                </p14:cNvPr>
                <p14:cNvContentPartPr/>
                <p14:nvPr/>
              </p14:nvContentPartPr>
              <p14:xfrm>
                <a:off x="4289198" y="3479256"/>
                <a:ext cx="81360" cy="252000"/>
              </p14:xfrm>
            </p:contentPart>
          </mc:Choice>
          <mc:Fallback>
            <p:pic>
              <p:nvPicPr>
                <p:cNvPr id="588" name="Ink 587">
                  <a:extLst>
                    <a:ext uri="{FF2B5EF4-FFF2-40B4-BE49-F238E27FC236}">
                      <a16:creationId xmlns:a16="http://schemas.microsoft.com/office/drawing/2014/main" id="{BD6EF916-6806-0834-6A63-083DC09AD9F2}"/>
                    </a:ext>
                  </a:extLst>
                </p:cNvPr>
                <p:cNvPicPr/>
                <p:nvPr/>
              </p:nvPicPr>
              <p:blipFill>
                <a:blip r:embed="rId461"/>
                <a:stretch>
                  <a:fillRect/>
                </a:stretch>
              </p:blipFill>
              <p:spPr>
                <a:xfrm>
                  <a:off x="4284878" y="3474936"/>
                  <a:ext cx="9000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462">
              <p14:nvContentPartPr>
                <p14:cNvPr id="589" name="Ink 588">
                  <a:extLst>
                    <a:ext uri="{FF2B5EF4-FFF2-40B4-BE49-F238E27FC236}">
                      <a16:creationId xmlns:a16="http://schemas.microsoft.com/office/drawing/2014/main" id="{C7A3B0FC-EA7D-BE39-5EB4-BA2257E66B21}"/>
                    </a:ext>
                  </a:extLst>
                </p14:cNvPr>
                <p14:cNvContentPartPr/>
                <p14:nvPr/>
              </p14:nvContentPartPr>
              <p14:xfrm>
                <a:off x="4388198" y="3531096"/>
                <a:ext cx="155520" cy="124560"/>
              </p14:xfrm>
            </p:contentPart>
          </mc:Choice>
          <mc:Fallback>
            <p:pic>
              <p:nvPicPr>
                <p:cNvPr id="589" name="Ink 588">
                  <a:extLst>
                    <a:ext uri="{FF2B5EF4-FFF2-40B4-BE49-F238E27FC236}">
                      <a16:creationId xmlns:a16="http://schemas.microsoft.com/office/drawing/2014/main" id="{C7A3B0FC-EA7D-BE39-5EB4-BA2257E66B21}"/>
                    </a:ext>
                  </a:extLst>
                </p:cNvPr>
                <p:cNvPicPr/>
                <p:nvPr/>
              </p:nvPicPr>
              <p:blipFill>
                <a:blip r:embed="rId463"/>
                <a:stretch>
                  <a:fillRect/>
                </a:stretch>
              </p:blipFill>
              <p:spPr>
                <a:xfrm>
                  <a:off x="4383878" y="3526776"/>
                  <a:ext cx="16416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464">
              <p14:nvContentPartPr>
                <p14:cNvPr id="590" name="Ink 589">
                  <a:extLst>
                    <a:ext uri="{FF2B5EF4-FFF2-40B4-BE49-F238E27FC236}">
                      <a16:creationId xmlns:a16="http://schemas.microsoft.com/office/drawing/2014/main" id="{8B08285E-6542-26C9-2B23-4216B6CEB5CD}"/>
                    </a:ext>
                  </a:extLst>
                </p14:cNvPr>
                <p14:cNvContentPartPr/>
                <p14:nvPr/>
              </p14:nvContentPartPr>
              <p14:xfrm>
                <a:off x="4517438" y="3454056"/>
                <a:ext cx="66600" cy="256320"/>
              </p14:xfrm>
            </p:contentPart>
          </mc:Choice>
          <mc:Fallback>
            <p:pic>
              <p:nvPicPr>
                <p:cNvPr id="590" name="Ink 589">
                  <a:extLst>
                    <a:ext uri="{FF2B5EF4-FFF2-40B4-BE49-F238E27FC236}">
                      <a16:creationId xmlns:a16="http://schemas.microsoft.com/office/drawing/2014/main" id="{8B08285E-6542-26C9-2B23-4216B6CEB5CD}"/>
                    </a:ext>
                  </a:extLst>
                </p:cNvPr>
                <p:cNvPicPr/>
                <p:nvPr/>
              </p:nvPicPr>
              <p:blipFill>
                <a:blip r:embed="rId465"/>
                <a:stretch>
                  <a:fillRect/>
                </a:stretch>
              </p:blipFill>
              <p:spPr>
                <a:xfrm>
                  <a:off x="4513118" y="3449736"/>
                  <a:ext cx="7524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466">
              <p14:nvContentPartPr>
                <p14:cNvPr id="592" name="Ink 591">
                  <a:extLst>
                    <a:ext uri="{FF2B5EF4-FFF2-40B4-BE49-F238E27FC236}">
                      <a16:creationId xmlns:a16="http://schemas.microsoft.com/office/drawing/2014/main" id="{F7B2BC07-5DF4-F203-38D8-E076AA4559D4}"/>
                    </a:ext>
                  </a:extLst>
                </p14:cNvPr>
                <p14:cNvContentPartPr/>
                <p14:nvPr/>
              </p14:nvContentPartPr>
              <p14:xfrm>
                <a:off x="4739198" y="2857536"/>
                <a:ext cx="3360600" cy="1913040"/>
              </p14:xfrm>
            </p:contentPart>
          </mc:Choice>
          <mc:Fallback>
            <p:pic>
              <p:nvPicPr>
                <p:cNvPr id="592" name="Ink 591">
                  <a:extLst>
                    <a:ext uri="{FF2B5EF4-FFF2-40B4-BE49-F238E27FC236}">
                      <a16:creationId xmlns:a16="http://schemas.microsoft.com/office/drawing/2014/main" id="{F7B2BC07-5DF4-F203-38D8-E076AA4559D4}"/>
                    </a:ext>
                  </a:extLst>
                </p:cNvPr>
                <p:cNvPicPr/>
                <p:nvPr/>
              </p:nvPicPr>
              <p:blipFill>
                <a:blip r:embed="rId467"/>
                <a:stretch>
                  <a:fillRect/>
                </a:stretch>
              </p:blipFill>
              <p:spPr>
                <a:xfrm>
                  <a:off x="4734878" y="2853216"/>
                  <a:ext cx="3369240" cy="1921680"/>
                </a:xfrm>
                <a:prstGeom prst="rect">
                  <a:avLst/>
                </a:prstGeom>
              </p:spPr>
            </p:pic>
          </mc:Fallback>
        </mc:AlternateContent>
        <mc:AlternateContent xmlns:mc="http://schemas.openxmlformats.org/markup-compatibility/2006">
          <mc:Choice xmlns:p14="http://schemas.microsoft.com/office/powerpoint/2010/main" Requires="p14">
            <p:contentPart p14:bwMode="auto" r:id="rId468">
              <p14:nvContentPartPr>
                <p14:cNvPr id="594" name="Ink 593">
                  <a:extLst>
                    <a:ext uri="{FF2B5EF4-FFF2-40B4-BE49-F238E27FC236}">
                      <a16:creationId xmlns:a16="http://schemas.microsoft.com/office/drawing/2014/main" id="{D082F74F-6B45-43D1-5074-555235F652DF}"/>
                    </a:ext>
                  </a:extLst>
                </p14:cNvPr>
                <p14:cNvContentPartPr/>
                <p14:nvPr/>
              </p14:nvContentPartPr>
              <p14:xfrm>
                <a:off x="7339118" y="4648176"/>
                <a:ext cx="10080" cy="19800"/>
              </p14:xfrm>
            </p:contentPart>
          </mc:Choice>
          <mc:Fallback>
            <p:pic>
              <p:nvPicPr>
                <p:cNvPr id="594" name="Ink 593">
                  <a:extLst>
                    <a:ext uri="{FF2B5EF4-FFF2-40B4-BE49-F238E27FC236}">
                      <a16:creationId xmlns:a16="http://schemas.microsoft.com/office/drawing/2014/main" id="{D082F74F-6B45-43D1-5074-555235F652DF}"/>
                    </a:ext>
                  </a:extLst>
                </p:cNvPr>
                <p:cNvPicPr/>
                <p:nvPr/>
              </p:nvPicPr>
              <p:blipFill>
                <a:blip r:embed="rId469"/>
                <a:stretch>
                  <a:fillRect/>
                </a:stretch>
              </p:blipFill>
              <p:spPr>
                <a:xfrm>
                  <a:off x="7334798" y="4643856"/>
                  <a:ext cx="1872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470">
              <p14:nvContentPartPr>
                <p14:cNvPr id="597" name="Ink 596">
                  <a:extLst>
                    <a:ext uri="{FF2B5EF4-FFF2-40B4-BE49-F238E27FC236}">
                      <a16:creationId xmlns:a16="http://schemas.microsoft.com/office/drawing/2014/main" id="{552D37E3-8F3B-B383-2EB6-7492398F1006}"/>
                    </a:ext>
                  </a:extLst>
                </p14:cNvPr>
                <p14:cNvContentPartPr/>
                <p14:nvPr/>
              </p14:nvContentPartPr>
              <p14:xfrm>
                <a:off x="4597358" y="2695536"/>
                <a:ext cx="4334400" cy="2566080"/>
              </p14:xfrm>
            </p:contentPart>
          </mc:Choice>
          <mc:Fallback>
            <p:pic>
              <p:nvPicPr>
                <p:cNvPr id="597" name="Ink 596">
                  <a:extLst>
                    <a:ext uri="{FF2B5EF4-FFF2-40B4-BE49-F238E27FC236}">
                      <a16:creationId xmlns:a16="http://schemas.microsoft.com/office/drawing/2014/main" id="{552D37E3-8F3B-B383-2EB6-7492398F1006}"/>
                    </a:ext>
                  </a:extLst>
                </p:cNvPr>
                <p:cNvPicPr/>
                <p:nvPr/>
              </p:nvPicPr>
              <p:blipFill>
                <a:blip r:embed="rId471"/>
                <a:stretch>
                  <a:fillRect/>
                </a:stretch>
              </p:blipFill>
              <p:spPr>
                <a:xfrm>
                  <a:off x="4593038" y="2691216"/>
                  <a:ext cx="4343040" cy="2574720"/>
                </a:xfrm>
                <a:prstGeom prst="rect">
                  <a:avLst/>
                </a:prstGeom>
              </p:spPr>
            </p:pic>
          </mc:Fallback>
        </mc:AlternateContent>
        <mc:AlternateContent xmlns:mc="http://schemas.openxmlformats.org/markup-compatibility/2006">
          <mc:Choice xmlns:p14="http://schemas.microsoft.com/office/powerpoint/2010/main" Requires="p14">
            <p:contentPart p14:bwMode="auto" r:id="rId472">
              <p14:nvContentPartPr>
                <p14:cNvPr id="598" name="Ink 597">
                  <a:extLst>
                    <a:ext uri="{FF2B5EF4-FFF2-40B4-BE49-F238E27FC236}">
                      <a16:creationId xmlns:a16="http://schemas.microsoft.com/office/drawing/2014/main" id="{6D289FC7-36C5-4A59-5EB7-E34E7B378230}"/>
                    </a:ext>
                  </a:extLst>
                </p14:cNvPr>
                <p14:cNvContentPartPr/>
                <p14:nvPr/>
              </p14:nvContentPartPr>
              <p14:xfrm>
                <a:off x="7997918" y="4765896"/>
                <a:ext cx="67320" cy="35280"/>
              </p14:xfrm>
            </p:contentPart>
          </mc:Choice>
          <mc:Fallback>
            <p:pic>
              <p:nvPicPr>
                <p:cNvPr id="598" name="Ink 597">
                  <a:extLst>
                    <a:ext uri="{FF2B5EF4-FFF2-40B4-BE49-F238E27FC236}">
                      <a16:creationId xmlns:a16="http://schemas.microsoft.com/office/drawing/2014/main" id="{6D289FC7-36C5-4A59-5EB7-E34E7B378230}"/>
                    </a:ext>
                  </a:extLst>
                </p:cNvPr>
                <p:cNvPicPr/>
                <p:nvPr/>
              </p:nvPicPr>
              <p:blipFill>
                <a:blip r:embed="rId473"/>
                <a:stretch>
                  <a:fillRect/>
                </a:stretch>
              </p:blipFill>
              <p:spPr>
                <a:xfrm>
                  <a:off x="7993598" y="4761576"/>
                  <a:ext cx="7596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474">
              <p14:nvContentPartPr>
                <p14:cNvPr id="599" name="Ink 598">
                  <a:extLst>
                    <a:ext uri="{FF2B5EF4-FFF2-40B4-BE49-F238E27FC236}">
                      <a16:creationId xmlns:a16="http://schemas.microsoft.com/office/drawing/2014/main" id="{48EB1072-AEFD-AAE2-9B3A-706A7B11525C}"/>
                    </a:ext>
                  </a:extLst>
                </p14:cNvPr>
                <p14:cNvContentPartPr/>
                <p14:nvPr/>
              </p14:nvContentPartPr>
              <p14:xfrm>
                <a:off x="8003678" y="4774176"/>
                <a:ext cx="681480" cy="27720"/>
              </p14:xfrm>
            </p:contentPart>
          </mc:Choice>
          <mc:Fallback>
            <p:pic>
              <p:nvPicPr>
                <p:cNvPr id="599" name="Ink 598">
                  <a:extLst>
                    <a:ext uri="{FF2B5EF4-FFF2-40B4-BE49-F238E27FC236}">
                      <a16:creationId xmlns:a16="http://schemas.microsoft.com/office/drawing/2014/main" id="{48EB1072-AEFD-AAE2-9B3A-706A7B11525C}"/>
                    </a:ext>
                  </a:extLst>
                </p:cNvPr>
                <p:cNvPicPr/>
                <p:nvPr/>
              </p:nvPicPr>
              <p:blipFill>
                <a:blip r:embed="rId475"/>
                <a:stretch>
                  <a:fillRect/>
                </a:stretch>
              </p:blipFill>
              <p:spPr>
                <a:xfrm>
                  <a:off x="7999358" y="4769856"/>
                  <a:ext cx="69012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476">
              <p14:nvContentPartPr>
                <p14:cNvPr id="600" name="Ink 599">
                  <a:extLst>
                    <a:ext uri="{FF2B5EF4-FFF2-40B4-BE49-F238E27FC236}">
                      <a16:creationId xmlns:a16="http://schemas.microsoft.com/office/drawing/2014/main" id="{E96CAC71-6FBD-4E73-C5AA-501F429FCABE}"/>
                    </a:ext>
                  </a:extLst>
                </p14:cNvPr>
                <p14:cNvContentPartPr/>
                <p14:nvPr/>
              </p14:nvContentPartPr>
              <p14:xfrm>
                <a:off x="7441358" y="4625856"/>
                <a:ext cx="11880" cy="346680"/>
              </p14:xfrm>
            </p:contentPart>
          </mc:Choice>
          <mc:Fallback>
            <p:pic>
              <p:nvPicPr>
                <p:cNvPr id="600" name="Ink 599">
                  <a:extLst>
                    <a:ext uri="{FF2B5EF4-FFF2-40B4-BE49-F238E27FC236}">
                      <a16:creationId xmlns:a16="http://schemas.microsoft.com/office/drawing/2014/main" id="{E96CAC71-6FBD-4E73-C5AA-501F429FCABE}"/>
                    </a:ext>
                  </a:extLst>
                </p:cNvPr>
                <p:cNvPicPr/>
                <p:nvPr/>
              </p:nvPicPr>
              <p:blipFill>
                <a:blip r:embed="rId477"/>
                <a:stretch>
                  <a:fillRect/>
                </a:stretch>
              </p:blipFill>
              <p:spPr>
                <a:xfrm>
                  <a:off x="7437038" y="4621536"/>
                  <a:ext cx="20520" cy="355320"/>
                </a:xfrm>
                <a:prstGeom prst="rect">
                  <a:avLst/>
                </a:prstGeom>
              </p:spPr>
            </p:pic>
          </mc:Fallback>
        </mc:AlternateContent>
        <mc:AlternateContent xmlns:mc="http://schemas.openxmlformats.org/markup-compatibility/2006">
          <mc:Choice xmlns:p14="http://schemas.microsoft.com/office/powerpoint/2010/main" Requires="p14">
            <p:contentPart p14:bwMode="auto" r:id="rId478">
              <p14:nvContentPartPr>
                <p14:cNvPr id="601" name="Ink 600">
                  <a:extLst>
                    <a:ext uri="{FF2B5EF4-FFF2-40B4-BE49-F238E27FC236}">
                      <a16:creationId xmlns:a16="http://schemas.microsoft.com/office/drawing/2014/main" id="{2A1425E3-03A5-D989-D73A-23DDA75B5FF8}"/>
                    </a:ext>
                  </a:extLst>
                </p14:cNvPr>
                <p14:cNvContentPartPr/>
                <p14:nvPr/>
              </p14:nvContentPartPr>
              <p14:xfrm>
                <a:off x="7427318" y="4679136"/>
                <a:ext cx="235800" cy="214560"/>
              </p14:xfrm>
            </p:contentPart>
          </mc:Choice>
          <mc:Fallback>
            <p:pic>
              <p:nvPicPr>
                <p:cNvPr id="601" name="Ink 600">
                  <a:extLst>
                    <a:ext uri="{FF2B5EF4-FFF2-40B4-BE49-F238E27FC236}">
                      <a16:creationId xmlns:a16="http://schemas.microsoft.com/office/drawing/2014/main" id="{2A1425E3-03A5-D989-D73A-23DDA75B5FF8}"/>
                    </a:ext>
                  </a:extLst>
                </p:cNvPr>
                <p:cNvPicPr/>
                <p:nvPr/>
              </p:nvPicPr>
              <p:blipFill>
                <a:blip r:embed="rId479"/>
                <a:stretch>
                  <a:fillRect/>
                </a:stretch>
              </p:blipFill>
              <p:spPr>
                <a:xfrm>
                  <a:off x="7422998" y="4674816"/>
                  <a:ext cx="24444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480">
              <p14:nvContentPartPr>
                <p14:cNvPr id="602" name="Ink 601">
                  <a:extLst>
                    <a:ext uri="{FF2B5EF4-FFF2-40B4-BE49-F238E27FC236}">
                      <a16:creationId xmlns:a16="http://schemas.microsoft.com/office/drawing/2014/main" id="{D619D864-59C1-2699-3012-7F0C150D78BF}"/>
                    </a:ext>
                  </a:extLst>
                </p14:cNvPr>
                <p14:cNvContentPartPr/>
                <p14:nvPr/>
              </p14:nvContentPartPr>
              <p14:xfrm>
                <a:off x="7466198" y="4700376"/>
                <a:ext cx="268200" cy="240480"/>
              </p14:xfrm>
            </p:contentPart>
          </mc:Choice>
          <mc:Fallback>
            <p:pic>
              <p:nvPicPr>
                <p:cNvPr id="602" name="Ink 601">
                  <a:extLst>
                    <a:ext uri="{FF2B5EF4-FFF2-40B4-BE49-F238E27FC236}">
                      <a16:creationId xmlns:a16="http://schemas.microsoft.com/office/drawing/2014/main" id="{D619D864-59C1-2699-3012-7F0C150D78BF}"/>
                    </a:ext>
                  </a:extLst>
                </p:cNvPr>
                <p:cNvPicPr/>
                <p:nvPr/>
              </p:nvPicPr>
              <p:blipFill>
                <a:blip r:embed="rId481"/>
                <a:stretch>
                  <a:fillRect/>
                </a:stretch>
              </p:blipFill>
              <p:spPr>
                <a:xfrm>
                  <a:off x="7461878" y="4696056"/>
                  <a:ext cx="27684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482">
              <p14:nvContentPartPr>
                <p14:cNvPr id="603" name="Ink 602">
                  <a:extLst>
                    <a:ext uri="{FF2B5EF4-FFF2-40B4-BE49-F238E27FC236}">
                      <a16:creationId xmlns:a16="http://schemas.microsoft.com/office/drawing/2014/main" id="{2C7FA7C3-8407-85D1-66E4-FE58868F9211}"/>
                    </a:ext>
                  </a:extLst>
                </p14:cNvPr>
                <p14:cNvContentPartPr/>
                <p14:nvPr/>
              </p14:nvContentPartPr>
              <p14:xfrm>
                <a:off x="7655918" y="4728096"/>
                <a:ext cx="193680" cy="171000"/>
              </p14:xfrm>
            </p:contentPart>
          </mc:Choice>
          <mc:Fallback>
            <p:pic>
              <p:nvPicPr>
                <p:cNvPr id="603" name="Ink 602">
                  <a:extLst>
                    <a:ext uri="{FF2B5EF4-FFF2-40B4-BE49-F238E27FC236}">
                      <a16:creationId xmlns:a16="http://schemas.microsoft.com/office/drawing/2014/main" id="{2C7FA7C3-8407-85D1-66E4-FE58868F9211}"/>
                    </a:ext>
                  </a:extLst>
                </p:cNvPr>
                <p:cNvPicPr/>
                <p:nvPr/>
              </p:nvPicPr>
              <p:blipFill>
                <a:blip r:embed="rId483"/>
                <a:stretch>
                  <a:fillRect/>
                </a:stretch>
              </p:blipFill>
              <p:spPr>
                <a:xfrm>
                  <a:off x="7651598" y="4723776"/>
                  <a:ext cx="20232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484">
              <p14:nvContentPartPr>
                <p14:cNvPr id="604" name="Ink 603">
                  <a:extLst>
                    <a:ext uri="{FF2B5EF4-FFF2-40B4-BE49-F238E27FC236}">
                      <a16:creationId xmlns:a16="http://schemas.microsoft.com/office/drawing/2014/main" id="{CBE8CDA4-5AA3-D912-4CC2-F328CFA578AE}"/>
                    </a:ext>
                  </a:extLst>
                </p14:cNvPr>
                <p14:cNvContentPartPr/>
                <p14:nvPr/>
              </p14:nvContentPartPr>
              <p14:xfrm>
                <a:off x="7825838" y="4754376"/>
                <a:ext cx="145440" cy="126000"/>
              </p14:xfrm>
            </p:contentPart>
          </mc:Choice>
          <mc:Fallback>
            <p:pic>
              <p:nvPicPr>
                <p:cNvPr id="604" name="Ink 603">
                  <a:extLst>
                    <a:ext uri="{FF2B5EF4-FFF2-40B4-BE49-F238E27FC236}">
                      <a16:creationId xmlns:a16="http://schemas.microsoft.com/office/drawing/2014/main" id="{CBE8CDA4-5AA3-D912-4CC2-F328CFA578AE}"/>
                    </a:ext>
                  </a:extLst>
                </p:cNvPr>
                <p:cNvPicPr/>
                <p:nvPr/>
              </p:nvPicPr>
              <p:blipFill>
                <a:blip r:embed="rId485"/>
                <a:stretch>
                  <a:fillRect/>
                </a:stretch>
              </p:blipFill>
              <p:spPr>
                <a:xfrm>
                  <a:off x="7821518" y="4750056"/>
                  <a:ext cx="154080" cy="134640"/>
                </a:xfrm>
                <a:prstGeom prst="rect">
                  <a:avLst/>
                </a:prstGeom>
              </p:spPr>
            </p:pic>
          </mc:Fallback>
        </mc:AlternateContent>
        <mc:AlternateContent xmlns:mc="http://schemas.openxmlformats.org/markup-compatibility/2006">
          <mc:Choice xmlns:p14="http://schemas.microsoft.com/office/powerpoint/2010/main" Requires="p14">
            <p:contentPart p14:bwMode="auto" r:id="rId486">
              <p14:nvContentPartPr>
                <p14:cNvPr id="605" name="Ink 604">
                  <a:extLst>
                    <a:ext uri="{FF2B5EF4-FFF2-40B4-BE49-F238E27FC236}">
                      <a16:creationId xmlns:a16="http://schemas.microsoft.com/office/drawing/2014/main" id="{2AF1FAC5-3106-4005-C22F-86A054FF3673}"/>
                    </a:ext>
                  </a:extLst>
                </p14:cNvPr>
                <p14:cNvContentPartPr/>
                <p14:nvPr/>
              </p14:nvContentPartPr>
              <p14:xfrm>
                <a:off x="7955438" y="4768056"/>
                <a:ext cx="133560" cy="136800"/>
              </p14:xfrm>
            </p:contentPart>
          </mc:Choice>
          <mc:Fallback>
            <p:pic>
              <p:nvPicPr>
                <p:cNvPr id="605" name="Ink 604">
                  <a:extLst>
                    <a:ext uri="{FF2B5EF4-FFF2-40B4-BE49-F238E27FC236}">
                      <a16:creationId xmlns:a16="http://schemas.microsoft.com/office/drawing/2014/main" id="{2AF1FAC5-3106-4005-C22F-86A054FF3673}"/>
                    </a:ext>
                  </a:extLst>
                </p:cNvPr>
                <p:cNvPicPr/>
                <p:nvPr/>
              </p:nvPicPr>
              <p:blipFill>
                <a:blip r:embed="rId487"/>
                <a:stretch>
                  <a:fillRect/>
                </a:stretch>
              </p:blipFill>
              <p:spPr>
                <a:xfrm>
                  <a:off x="7951118" y="4763736"/>
                  <a:ext cx="14220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488">
              <p14:nvContentPartPr>
                <p14:cNvPr id="606" name="Ink 605">
                  <a:extLst>
                    <a:ext uri="{FF2B5EF4-FFF2-40B4-BE49-F238E27FC236}">
                      <a16:creationId xmlns:a16="http://schemas.microsoft.com/office/drawing/2014/main" id="{20100212-7EEA-8E65-FCDD-18BFF8990DD6}"/>
                    </a:ext>
                  </a:extLst>
                </p14:cNvPr>
                <p14:cNvContentPartPr/>
                <p14:nvPr/>
              </p14:nvContentPartPr>
              <p14:xfrm>
                <a:off x="8127878" y="4809456"/>
                <a:ext cx="99360" cy="73080"/>
              </p14:xfrm>
            </p:contentPart>
          </mc:Choice>
          <mc:Fallback>
            <p:pic>
              <p:nvPicPr>
                <p:cNvPr id="606" name="Ink 605">
                  <a:extLst>
                    <a:ext uri="{FF2B5EF4-FFF2-40B4-BE49-F238E27FC236}">
                      <a16:creationId xmlns:a16="http://schemas.microsoft.com/office/drawing/2014/main" id="{20100212-7EEA-8E65-FCDD-18BFF8990DD6}"/>
                    </a:ext>
                  </a:extLst>
                </p:cNvPr>
                <p:cNvPicPr/>
                <p:nvPr/>
              </p:nvPicPr>
              <p:blipFill>
                <a:blip r:embed="rId489"/>
                <a:stretch>
                  <a:fillRect/>
                </a:stretch>
              </p:blipFill>
              <p:spPr>
                <a:xfrm>
                  <a:off x="8123558" y="4805136"/>
                  <a:ext cx="10800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490">
              <p14:nvContentPartPr>
                <p14:cNvPr id="607" name="Ink 606">
                  <a:extLst>
                    <a:ext uri="{FF2B5EF4-FFF2-40B4-BE49-F238E27FC236}">
                      <a16:creationId xmlns:a16="http://schemas.microsoft.com/office/drawing/2014/main" id="{70082ED4-0A3A-859E-4D8E-77A3D3B5254B}"/>
                    </a:ext>
                  </a:extLst>
                </p14:cNvPr>
                <p14:cNvContentPartPr/>
                <p14:nvPr/>
              </p14:nvContentPartPr>
              <p14:xfrm>
                <a:off x="8236238" y="4813056"/>
                <a:ext cx="124920" cy="74160"/>
              </p14:xfrm>
            </p:contentPart>
          </mc:Choice>
          <mc:Fallback>
            <p:pic>
              <p:nvPicPr>
                <p:cNvPr id="607" name="Ink 606">
                  <a:extLst>
                    <a:ext uri="{FF2B5EF4-FFF2-40B4-BE49-F238E27FC236}">
                      <a16:creationId xmlns:a16="http://schemas.microsoft.com/office/drawing/2014/main" id="{70082ED4-0A3A-859E-4D8E-77A3D3B5254B}"/>
                    </a:ext>
                  </a:extLst>
                </p:cNvPr>
                <p:cNvPicPr/>
                <p:nvPr/>
              </p:nvPicPr>
              <p:blipFill>
                <a:blip r:embed="rId491"/>
                <a:stretch>
                  <a:fillRect/>
                </a:stretch>
              </p:blipFill>
              <p:spPr>
                <a:xfrm>
                  <a:off x="8231918" y="4808736"/>
                  <a:ext cx="133560" cy="82800"/>
                </a:xfrm>
                <a:prstGeom prst="rect">
                  <a:avLst/>
                </a:prstGeom>
              </p:spPr>
            </p:pic>
          </mc:Fallback>
        </mc:AlternateContent>
        <mc:AlternateContent xmlns:mc="http://schemas.openxmlformats.org/markup-compatibility/2006">
          <mc:Choice xmlns:p14="http://schemas.microsoft.com/office/powerpoint/2010/main" Requires="p14">
            <p:contentPart p14:bwMode="auto" r:id="rId492">
              <p14:nvContentPartPr>
                <p14:cNvPr id="609" name="Ink 608">
                  <a:extLst>
                    <a:ext uri="{FF2B5EF4-FFF2-40B4-BE49-F238E27FC236}">
                      <a16:creationId xmlns:a16="http://schemas.microsoft.com/office/drawing/2014/main" id="{8C9F58E4-8270-4419-3C11-58410446F5A0}"/>
                    </a:ext>
                  </a:extLst>
                </p14:cNvPr>
                <p14:cNvContentPartPr/>
                <p14:nvPr/>
              </p14:nvContentPartPr>
              <p14:xfrm>
                <a:off x="7479518" y="5050656"/>
                <a:ext cx="5760" cy="11880"/>
              </p14:xfrm>
            </p:contentPart>
          </mc:Choice>
          <mc:Fallback>
            <p:pic>
              <p:nvPicPr>
                <p:cNvPr id="609" name="Ink 608">
                  <a:extLst>
                    <a:ext uri="{FF2B5EF4-FFF2-40B4-BE49-F238E27FC236}">
                      <a16:creationId xmlns:a16="http://schemas.microsoft.com/office/drawing/2014/main" id="{8C9F58E4-8270-4419-3C11-58410446F5A0}"/>
                    </a:ext>
                  </a:extLst>
                </p:cNvPr>
                <p:cNvPicPr/>
                <p:nvPr/>
              </p:nvPicPr>
              <p:blipFill>
                <a:blip r:embed="rId493"/>
                <a:stretch>
                  <a:fillRect/>
                </a:stretch>
              </p:blipFill>
              <p:spPr>
                <a:xfrm>
                  <a:off x="7475198" y="5046336"/>
                  <a:ext cx="1440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494">
              <p14:nvContentPartPr>
                <p14:cNvPr id="610" name="Ink 609">
                  <a:extLst>
                    <a:ext uri="{FF2B5EF4-FFF2-40B4-BE49-F238E27FC236}">
                      <a16:creationId xmlns:a16="http://schemas.microsoft.com/office/drawing/2014/main" id="{60EC76B4-EE94-6E66-C179-89D7258530C3}"/>
                    </a:ext>
                  </a:extLst>
                </p14:cNvPr>
                <p14:cNvContentPartPr/>
                <p14:nvPr/>
              </p14:nvContentPartPr>
              <p14:xfrm>
                <a:off x="7752398" y="4473216"/>
                <a:ext cx="531000" cy="337680"/>
              </p14:xfrm>
            </p:contentPart>
          </mc:Choice>
          <mc:Fallback>
            <p:pic>
              <p:nvPicPr>
                <p:cNvPr id="610" name="Ink 609">
                  <a:extLst>
                    <a:ext uri="{FF2B5EF4-FFF2-40B4-BE49-F238E27FC236}">
                      <a16:creationId xmlns:a16="http://schemas.microsoft.com/office/drawing/2014/main" id="{60EC76B4-EE94-6E66-C179-89D7258530C3}"/>
                    </a:ext>
                  </a:extLst>
                </p:cNvPr>
                <p:cNvPicPr/>
                <p:nvPr/>
              </p:nvPicPr>
              <p:blipFill>
                <a:blip r:embed="rId495"/>
                <a:stretch>
                  <a:fillRect/>
                </a:stretch>
              </p:blipFill>
              <p:spPr>
                <a:xfrm>
                  <a:off x="7748078" y="4468896"/>
                  <a:ext cx="539640" cy="346320"/>
                </a:xfrm>
                <a:prstGeom prst="rect">
                  <a:avLst/>
                </a:prstGeom>
              </p:spPr>
            </p:pic>
          </mc:Fallback>
        </mc:AlternateContent>
        <mc:AlternateContent xmlns:mc="http://schemas.openxmlformats.org/markup-compatibility/2006">
          <mc:Choice xmlns:p14="http://schemas.microsoft.com/office/powerpoint/2010/main" Requires="p14">
            <p:contentPart p14:bwMode="auto" r:id="rId496">
              <p14:nvContentPartPr>
                <p14:cNvPr id="611" name="Ink 610">
                  <a:extLst>
                    <a:ext uri="{FF2B5EF4-FFF2-40B4-BE49-F238E27FC236}">
                      <a16:creationId xmlns:a16="http://schemas.microsoft.com/office/drawing/2014/main" id="{267E2AC1-9131-C13F-6339-C981C391A2A5}"/>
                    </a:ext>
                  </a:extLst>
                </p14:cNvPr>
                <p14:cNvContentPartPr/>
                <p14:nvPr/>
              </p14:nvContentPartPr>
              <p14:xfrm>
                <a:off x="8182238" y="4428936"/>
                <a:ext cx="115200" cy="223560"/>
              </p14:xfrm>
            </p:contentPart>
          </mc:Choice>
          <mc:Fallback>
            <p:pic>
              <p:nvPicPr>
                <p:cNvPr id="611" name="Ink 610">
                  <a:extLst>
                    <a:ext uri="{FF2B5EF4-FFF2-40B4-BE49-F238E27FC236}">
                      <a16:creationId xmlns:a16="http://schemas.microsoft.com/office/drawing/2014/main" id="{267E2AC1-9131-C13F-6339-C981C391A2A5}"/>
                    </a:ext>
                  </a:extLst>
                </p:cNvPr>
                <p:cNvPicPr/>
                <p:nvPr/>
              </p:nvPicPr>
              <p:blipFill>
                <a:blip r:embed="rId497"/>
                <a:stretch>
                  <a:fillRect/>
                </a:stretch>
              </p:blipFill>
              <p:spPr>
                <a:xfrm>
                  <a:off x="8177918" y="4424616"/>
                  <a:ext cx="12384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498">
              <p14:nvContentPartPr>
                <p14:cNvPr id="612" name="Ink 611">
                  <a:extLst>
                    <a:ext uri="{FF2B5EF4-FFF2-40B4-BE49-F238E27FC236}">
                      <a16:creationId xmlns:a16="http://schemas.microsoft.com/office/drawing/2014/main" id="{6065D1FB-045E-5B44-DE05-F0F0D5BC0BA1}"/>
                    </a:ext>
                  </a:extLst>
                </p14:cNvPr>
                <p14:cNvContentPartPr/>
                <p14:nvPr/>
              </p14:nvContentPartPr>
              <p14:xfrm>
                <a:off x="8597318" y="4103496"/>
                <a:ext cx="221400" cy="235800"/>
              </p14:xfrm>
            </p:contentPart>
          </mc:Choice>
          <mc:Fallback>
            <p:pic>
              <p:nvPicPr>
                <p:cNvPr id="612" name="Ink 611">
                  <a:extLst>
                    <a:ext uri="{FF2B5EF4-FFF2-40B4-BE49-F238E27FC236}">
                      <a16:creationId xmlns:a16="http://schemas.microsoft.com/office/drawing/2014/main" id="{6065D1FB-045E-5B44-DE05-F0F0D5BC0BA1}"/>
                    </a:ext>
                  </a:extLst>
                </p:cNvPr>
                <p:cNvPicPr/>
                <p:nvPr/>
              </p:nvPicPr>
              <p:blipFill>
                <a:blip r:embed="rId499"/>
                <a:stretch>
                  <a:fillRect/>
                </a:stretch>
              </p:blipFill>
              <p:spPr>
                <a:xfrm>
                  <a:off x="8592998" y="4099176"/>
                  <a:ext cx="230040" cy="244440"/>
                </a:xfrm>
                <a:prstGeom prst="rect">
                  <a:avLst/>
                </a:prstGeom>
              </p:spPr>
            </p:pic>
          </mc:Fallback>
        </mc:AlternateContent>
        <mc:AlternateContent xmlns:mc="http://schemas.openxmlformats.org/markup-compatibility/2006">
          <mc:Choice xmlns:p14="http://schemas.microsoft.com/office/powerpoint/2010/main" Requires="p14">
            <p:contentPart p14:bwMode="auto" r:id="rId500">
              <p14:nvContentPartPr>
                <p14:cNvPr id="614" name="Ink 613">
                  <a:extLst>
                    <a:ext uri="{FF2B5EF4-FFF2-40B4-BE49-F238E27FC236}">
                      <a16:creationId xmlns:a16="http://schemas.microsoft.com/office/drawing/2014/main" id="{070A6DB0-DC54-2C2D-7214-DD44C5BD514B}"/>
                    </a:ext>
                  </a:extLst>
                </p14:cNvPr>
                <p14:cNvContentPartPr/>
                <p14:nvPr/>
              </p14:nvContentPartPr>
              <p14:xfrm>
                <a:off x="7370438" y="5068296"/>
                <a:ext cx="198720" cy="97920"/>
              </p14:xfrm>
            </p:contentPart>
          </mc:Choice>
          <mc:Fallback>
            <p:pic>
              <p:nvPicPr>
                <p:cNvPr id="614" name="Ink 613">
                  <a:extLst>
                    <a:ext uri="{FF2B5EF4-FFF2-40B4-BE49-F238E27FC236}">
                      <a16:creationId xmlns:a16="http://schemas.microsoft.com/office/drawing/2014/main" id="{070A6DB0-DC54-2C2D-7214-DD44C5BD514B}"/>
                    </a:ext>
                  </a:extLst>
                </p:cNvPr>
                <p:cNvPicPr/>
                <p:nvPr/>
              </p:nvPicPr>
              <p:blipFill>
                <a:blip r:embed="rId501"/>
                <a:stretch>
                  <a:fillRect/>
                </a:stretch>
              </p:blipFill>
              <p:spPr>
                <a:xfrm>
                  <a:off x="7366118" y="5063976"/>
                  <a:ext cx="20736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502">
              <p14:nvContentPartPr>
                <p14:cNvPr id="615" name="Ink 614">
                  <a:extLst>
                    <a:ext uri="{FF2B5EF4-FFF2-40B4-BE49-F238E27FC236}">
                      <a16:creationId xmlns:a16="http://schemas.microsoft.com/office/drawing/2014/main" id="{DCC354D2-B679-AD7A-108F-7ED3E257E7CD}"/>
                    </a:ext>
                  </a:extLst>
                </p14:cNvPr>
                <p14:cNvContentPartPr/>
                <p14:nvPr/>
              </p14:nvContentPartPr>
              <p14:xfrm>
                <a:off x="7435598" y="5058216"/>
                <a:ext cx="75240" cy="125640"/>
              </p14:xfrm>
            </p:contentPart>
          </mc:Choice>
          <mc:Fallback>
            <p:pic>
              <p:nvPicPr>
                <p:cNvPr id="615" name="Ink 614">
                  <a:extLst>
                    <a:ext uri="{FF2B5EF4-FFF2-40B4-BE49-F238E27FC236}">
                      <a16:creationId xmlns:a16="http://schemas.microsoft.com/office/drawing/2014/main" id="{DCC354D2-B679-AD7A-108F-7ED3E257E7CD}"/>
                    </a:ext>
                  </a:extLst>
                </p:cNvPr>
                <p:cNvPicPr/>
                <p:nvPr/>
              </p:nvPicPr>
              <p:blipFill>
                <a:blip r:embed="rId503"/>
                <a:stretch>
                  <a:fillRect/>
                </a:stretch>
              </p:blipFill>
              <p:spPr>
                <a:xfrm>
                  <a:off x="7431278" y="5053896"/>
                  <a:ext cx="8388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504">
              <p14:nvContentPartPr>
                <p14:cNvPr id="616" name="Ink 615">
                  <a:extLst>
                    <a:ext uri="{FF2B5EF4-FFF2-40B4-BE49-F238E27FC236}">
                      <a16:creationId xmlns:a16="http://schemas.microsoft.com/office/drawing/2014/main" id="{3BDB75E4-8017-12D6-C605-95D6AD00594B}"/>
                    </a:ext>
                  </a:extLst>
                </p14:cNvPr>
                <p14:cNvContentPartPr/>
                <p14:nvPr/>
              </p14:nvContentPartPr>
              <p14:xfrm>
                <a:off x="7598318" y="5162256"/>
                <a:ext cx="9000" cy="68400"/>
              </p14:xfrm>
            </p:contentPart>
          </mc:Choice>
          <mc:Fallback>
            <p:pic>
              <p:nvPicPr>
                <p:cNvPr id="616" name="Ink 615">
                  <a:extLst>
                    <a:ext uri="{FF2B5EF4-FFF2-40B4-BE49-F238E27FC236}">
                      <a16:creationId xmlns:a16="http://schemas.microsoft.com/office/drawing/2014/main" id="{3BDB75E4-8017-12D6-C605-95D6AD00594B}"/>
                    </a:ext>
                  </a:extLst>
                </p:cNvPr>
                <p:cNvPicPr/>
                <p:nvPr/>
              </p:nvPicPr>
              <p:blipFill>
                <a:blip r:embed="rId505"/>
                <a:stretch>
                  <a:fillRect/>
                </a:stretch>
              </p:blipFill>
              <p:spPr>
                <a:xfrm>
                  <a:off x="7593998" y="5157936"/>
                  <a:ext cx="1764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506">
              <p14:nvContentPartPr>
                <p14:cNvPr id="617" name="Ink 616">
                  <a:extLst>
                    <a:ext uri="{FF2B5EF4-FFF2-40B4-BE49-F238E27FC236}">
                      <a16:creationId xmlns:a16="http://schemas.microsoft.com/office/drawing/2014/main" id="{9A8CBFB9-FA7B-2A3C-1210-8635850EE89E}"/>
                    </a:ext>
                  </a:extLst>
                </p14:cNvPr>
                <p14:cNvContentPartPr/>
                <p14:nvPr/>
              </p14:nvContentPartPr>
              <p14:xfrm>
                <a:off x="7569878" y="4989816"/>
                <a:ext cx="155880" cy="102240"/>
              </p14:xfrm>
            </p:contentPart>
          </mc:Choice>
          <mc:Fallback>
            <p:pic>
              <p:nvPicPr>
                <p:cNvPr id="617" name="Ink 616">
                  <a:extLst>
                    <a:ext uri="{FF2B5EF4-FFF2-40B4-BE49-F238E27FC236}">
                      <a16:creationId xmlns:a16="http://schemas.microsoft.com/office/drawing/2014/main" id="{9A8CBFB9-FA7B-2A3C-1210-8635850EE89E}"/>
                    </a:ext>
                  </a:extLst>
                </p:cNvPr>
                <p:cNvPicPr/>
                <p:nvPr/>
              </p:nvPicPr>
              <p:blipFill>
                <a:blip r:embed="rId507"/>
                <a:stretch>
                  <a:fillRect/>
                </a:stretch>
              </p:blipFill>
              <p:spPr>
                <a:xfrm>
                  <a:off x="7565558" y="4985496"/>
                  <a:ext cx="16452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508">
              <p14:nvContentPartPr>
                <p14:cNvPr id="668" name="Ink 667">
                  <a:extLst>
                    <a:ext uri="{FF2B5EF4-FFF2-40B4-BE49-F238E27FC236}">
                      <a16:creationId xmlns:a16="http://schemas.microsoft.com/office/drawing/2014/main" id="{7A475960-C7D6-B424-4E69-AFCC8E03F51B}"/>
                    </a:ext>
                  </a:extLst>
                </p14:cNvPr>
                <p14:cNvContentPartPr/>
                <p14:nvPr/>
              </p14:nvContentPartPr>
              <p14:xfrm>
                <a:off x="7491758" y="5257296"/>
                <a:ext cx="173160" cy="88560"/>
              </p14:xfrm>
            </p:contentPart>
          </mc:Choice>
          <mc:Fallback>
            <p:pic>
              <p:nvPicPr>
                <p:cNvPr id="668" name="Ink 667">
                  <a:extLst>
                    <a:ext uri="{FF2B5EF4-FFF2-40B4-BE49-F238E27FC236}">
                      <a16:creationId xmlns:a16="http://schemas.microsoft.com/office/drawing/2014/main" id="{7A475960-C7D6-B424-4E69-AFCC8E03F51B}"/>
                    </a:ext>
                  </a:extLst>
                </p:cNvPr>
                <p:cNvPicPr/>
                <p:nvPr/>
              </p:nvPicPr>
              <p:blipFill>
                <a:blip r:embed="rId509"/>
                <a:stretch>
                  <a:fillRect/>
                </a:stretch>
              </p:blipFill>
              <p:spPr>
                <a:xfrm>
                  <a:off x="7487438" y="5252976"/>
                  <a:ext cx="18180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510">
              <p14:nvContentPartPr>
                <p14:cNvPr id="669" name="Ink 668">
                  <a:extLst>
                    <a:ext uri="{FF2B5EF4-FFF2-40B4-BE49-F238E27FC236}">
                      <a16:creationId xmlns:a16="http://schemas.microsoft.com/office/drawing/2014/main" id="{9B923A16-CC63-FB7B-4306-27E461EB28C0}"/>
                    </a:ext>
                  </a:extLst>
                </p14:cNvPr>
                <p14:cNvContentPartPr/>
                <p14:nvPr/>
              </p14:nvContentPartPr>
              <p14:xfrm>
                <a:off x="7426238" y="5231736"/>
                <a:ext cx="230760" cy="77400"/>
              </p14:xfrm>
            </p:contentPart>
          </mc:Choice>
          <mc:Fallback>
            <p:pic>
              <p:nvPicPr>
                <p:cNvPr id="669" name="Ink 668">
                  <a:extLst>
                    <a:ext uri="{FF2B5EF4-FFF2-40B4-BE49-F238E27FC236}">
                      <a16:creationId xmlns:a16="http://schemas.microsoft.com/office/drawing/2014/main" id="{9B923A16-CC63-FB7B-4306-27E461EB28C0}"/>
                    </a:ext>
                  </a:extLst>
                </p:cNvPr>
                <p:cNvPicPr/>
                <p:nvPr/>
              </p:nvPicPr>
              <p:blipFill>
                <a:blip r:embed="rId511"/>
                <a:stretch>
                  <a:fillRect/>
                </a:stretch>
              </p:blipFill>
              <p:spPr>
                <a:xfrm>
                  <a:off x="7421918" y="5227416"/>
                  <a:ext cx="239400" cy="86040"/>
                </a:xfrm>
                <a:prstGeom prst="rect">
                  <a:avLst/>
                </a:prstGeom>
              </p:spPr>
            </p:pic>
          </mc:Fallback>
        </mc:AlternateContent>
        <mc:AlternateContent xmlns:mc="http://schemas.openxmlformats.org/markup-compatibility/2006">
          <mc:Choice xmlns:p14="http://schemas.microsoft.com/office/powerpoint/2010/main" Requires="p14">
            <p:contentPart p14:bwMode="auto" r:id="rId512">
              <p14:nvContentPartPr>
                <p14:cNvPr id="671" name="Ink 670">
                  <a:extLst>
                    <a:ext uri="{FF2B5EF4-FFF2-40B4-BE49-F238E27FC236}">
                      <a16:creationId xmlns:a16="http://schemas.microsoft.com/office/drawing/2014/main" id="{C4484BAC-202B-535C-70A0-50ED329ED135}"/>
                    </a:ext>
                  </a:extLst>
                </p14:cNvPr>
                <p14:cNvContentPartPr/>
                <p14:nvPr/>
              </p14:nvContentPartPr>
              <p14:xfrm>
                <a:off x="6465398" y="4823496"/>
                <a:ext cx="895680" cy="138240"/>
              </p14:xfrm>
            </p:contentPart>
          </mc:Choice>
          <mc:Fallback>
            <p:pic>
              <p:nvPicPr>
                <p:cNvPr id="671" name="Ink 670">
                  <a:extLst>
                    <a:ext uri="{FF2B5EF4-FFF2-40B4-BE49-F238E27FC236}">
                      <a16:creationId xmlns:a16="http://schemas.microsoft.com/office/drawing/2014/main" id="{C4484BAC-202B-535C-70A0-50ED329ED135}"/>
                    </a:ext>
                  </a:extLst>
                </p:cNvPr>
                <p:cNvPicPr/>
                <p:nvPr/>
              </p:nvPicPr>
              <p:blipFill>
                <a:blip r:embed="rId513"/>
                <a:stretch>
                  <a:fillRect/>
                </a:stretch>
              </p:blipFill>
              <p:spPr>
                <a:xfrm>
                  <a:off x="6461078" y="4819176"/>
                  <a:ext cx="904320" cy="146880"/>
                </a:xfrm>
                <a:prstGeom prst="rect">
                  <a:avLst/>
                </a:prstGeom>
              </p:spPr>
            </p:pic>
          </mc:Fallback>
        </mc:AlternateContent>
        <mc:AlternateContent xmlns:mc="http://schemas.openxmlformats.org/markup-compatibility/2006">
          <mc:Choice xmlns:p14="http://schemas.microsoft.com/office/powerpoint/2010/main" Requires="p14">
            <p:contentPart p14:bwMode="auto" r:id="rId514">
              <p14:nvContentPartPr>
                <p14:cNvPr id="672" name="Ink 671">
                  <a:extLst>
                    <a:ext uri="{FF2B5EF4-FFF2-40B4-BE49-F238E27FC236}">
                      <a16:creationId xmlns:a16="http://schemas.microsoft.com/office/drawing/2014/main" id="{99E1BE2B-A208-22A3-86FD-B8CBAF9CF510}"/>
                    </a:ext>
                  </a:extLst>
                </p14:cNvPr>
                <p14:cNvContentPartPr/>
                <p14:nvPr/>
              </p14:nvContentPartPr>
              <p14:xfrm>
                <a:off x="6397358" y="4842936"/>
                <a:ext cx="270720" cy="165960"/>
              </p14:xfrm>
            </p:contentPart>
          </mc:Choice>
          <mc:Fallback>
            <p:pic>
              <p:nvPicPr>
                <p:cNvPr id="672" name="Ink 671">
                  <a:extLst>
                    <a:ext uri="{FF2B5EF4-FFF2-40B4-BE49-F238E27FC236}">
                      <a16:creationId xmlns:a16="http://schemas.microsoft.com/office/drawing/2014/main" id="{99E1BE2B-A208-22A3-86FD-B8CBAF9CF510}"/>
                    </a:ext>
                  </a:extLst>
                </p:cNvPr>
                <p:cNvPicPr/>
                <p:nvPr/>
              </p:nvPicPr>
              <p:blipFill>
                <a:blip r:embed="rId515"/>
                <a:stretch>
                  <a:fillRect/>
                </a:stretch>
              </p:blipFill>
              <p:spPr>
                <a:xfrm>
                  <a:off x="6393038" y="4838616"/>
                  <a:ext cx="27936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516">
              <p14:nvContentPartPr>
                <p14:cNvPr id="673" name="Ink 672">
                  <a:extLst>
                    <a:ext uri="{FF2B5EF4-FFF2-40B4-BE49-F238E27FC236}">
                      <a16:creationId xmlns:a16="http://schemas.microsoft.com/office/drawing/2014/main" id="{42B0A292-BEC2-7A6F-C788-682367CA596C}"/>
                    </a:ext>
                  </a:extLst>
                </p14:cNvPr>
                <p14:cNvContentPartPr/>
                <p14:nvPr/>
              </p14:nvContentPartPr>
              <p14:xfrm>
                <a:off x="5720918" y="4583376"/>
                <a:ext cx="153360" cy="243000"/>
              </p14:xfrm>
            </p:contentPart>
          </mc:Choice>
          <mc:Fallback>
            <p:pic>
              <p:nvPicPr>
                <p:cNvPr id="673" name="Ink 672">
                  <a:extLst>
                    <a:ext uri="{FF2B5EF4-FFF2-40B4-BE49-F238E27FC236}">
                      <a16:creationId xmlns:a16="http://schemas.microsoft.com/office/drawing/2014/main" id="{42B0A292-BEC2-7A6F-C788-682367CA596C}"/>
                    </a:ext>
                  </a:extLst>
                </p:cNvPr>
                <p:cNvPicPr/>
                <p:nvPr/>
              </p:nvPicPr>
              <p:blipFill>
                <a:blip r:embed="rId517"/>
                <a:stretch>
                  <a:fillRect/>
                </a:stretch>
              </p:blipFill>
              <p:spPr>
                <a:xfrm>
                  <a:off x="5716598" y="4579056"/>
                  <a:ext cx="162000" cy="251640"/>
                </a:xfrm>
                <a:prstGeom prst="rect">
                  <a:avLst/>
                </a:prstGeom>
              </p:spPr>
            </p:pic>
          </mc:Fallback>
        </mc:AlternateContent>
        <mc:AlternateContent xmlns:mc="http://schemas.openxmlformats.org/markup-compatibility/2006">
          <mc:Choice xmlns:p14="http://schemas.microsoft.com/office/powerpoint/2010/main" Requires="p14">
            <p:contentPart p14:bwMode="auto" r:id="rId518">
              <p14:nvContentPartPr>
                <p14:cNvPr id="674" name="Ink 673">
                  <a:extLst>
                    <a:ext uri="{FF2B5EF4-FFF2-40B4-BE49-F238E27FC236}">
                      <a16:creationId xmlns:a16="http://schemas.microsoft.com/office/drawing/2014/main" id="{C926C806-0B38-4FE4-22DE-8C953A8AD54A}"/>
                    </a:ext>
                  </a:extLst>
                </p14:cNvPr>
                <p14:cNvContentPartPr/>
                <p14:nvPr/>
              </p14:nvContentPartPr>
              <p14:xfrm>
                <a:off x="5402318" y="4751136"/>
                <a:ext cx="118800" cy="154440"/>
              </p14:xfrm>
            </p:contentPart>
          </mc:Choice>
          <mc:Fallback>
            <p:pic>
              <p:nvPicPr>
                <p:cNvPr id="674" name="Ink 673">
                  <a:extLst>
                    <a:ext uri="{FF2B5EF4-FFF2-40B4-BE49-F238E27FC236}">
                      <a16:creationId xmlns:a16="http://schemas.microsoft.com/office/drawing/2014/main" id="{C926C806-0B38-4FE4-22DE-8C953A8AD54A}"/>
                    </a:ext>
                  </a:extLst>
                </p:cNvPr>
                <p:cNvPicPr/>
                <p:nvPr/>
              </p:nvPicPr>
              <p:blipFill>
                <a:blip r:embed="rId519"/>
                <a:stretch>
                  <a:fillRect/>
                </a:stretch>
              </p:blipFill>
              <p:spPr>
                <a:xfrm>
                  <a:off x="5397998" y="4746816"/>
                  <a:ext cx="12744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520">
              <p14:nvContentPartPr>
                <p14:cNvPr id="675" name="Ink 674">
                  <a:extLst>
                    <a:ext uri="{FF2B5EF4-FFF2-40B4-BE49-F238E27FC236}">
                      <a16:creationId xmlns:a16="http://schemas.microsoft.com/office/drawing/2014/main" id="{99CF2F2F-8E4F-5BFE-A144-0847D3DAB7DB}"/>
                    </a:ext>
                  </a:extLst>
                </p14:cNvPr>
                <p14:cNvContentPartPr/>
                <p14:nvPr/>
              </p14:nvContentPartPr>
              <p14:xfrm>
                <a:off x="5638478" y="4806576"/>
                <a:ext cx="5400" cy="8640"/>
              </p14:xfrm>
            </p:contentPart>
          </mc:Choice>
          <mc:Fallback>
            <p:pic>
              <p:nvPicPr>
                <p:cNvPr id="675" name="Ink 674">
                  <a:extLst>
                    <a:ext uri="{FF2B5EF4-FFF2-40B4-BE49-F238E27FC236}">
                      <a16:creationId xmlns:a16="http://schemas.microsoft.com/office/drawing/2014/main" id="{99CF2F2F-8E4F-5BFE-A144-0847D3DAB7DB}"/>
                    </a:ext>
                  </a:extLst>
                </p:cNvPr>
                <p:cNvPicPr/>
                <p:nvPr/>
              </p:nvPicPr>
              <p:blipFill>
                <a:blip r:embed="rId46"/>
                <a:stretch>
                  <a:fillRect/>
                </a:stretch>
              </p:blipFill>
              <p:spPr>
                <a:xfrm>
                  <a:off x="5634158" y="4802256"/>
                  <a:ext cx="14040" cy="17280"/>
                </a:xfrm>
                <a:prstGeom prst="rect">
                  <a:avLst/>
                </a:prstGeom>
              </p:spPr>
            </p:pic>
          </mc:Fallback>
        </mc:AlternateContent>
        <mc:AlternateContent xmlns:mc="http://schemas.openxmlformats.org/markup-compatibility/2006">
          <mc:Choice xmlns:p14="http://schemas.microsoft.com/office/powerpoint/2010/main" Requires="p14">
            <p:contentPart p14:bwMode="auto" r:id="rId521">
              <p14:nvContentPartPr>
                <p14:cNvPr id="676" name="Ink 675">
                  <a:extLst>
                    <a:ext uri="{FF2B5EF4-FFF2-40B4-BE49-F238E27FC236}">
                      <a16:creationId xmlns:a16="http://schemas.microsoft.com/office/drawing/2014/main" id="{72BC00C0-6C3D-ADB3-A4E5-5DA6ECDBF319}"/>
                    </a:ext>
                  </a:extLst>
                </p14:cNvPr>
                <p14:cNvContentPartPr/>
                <p14:nvPr/>
              </p14:nvContentPartPr>
              <p14:xfrm>
                <a:off x="5856998" y="4561056"/>
                <a:ext cx="157320" cy="276120"/>
              </p14:xfrm>
            </p:contentPart>
          </mc:Choice>
          <mc:Fallback>
            <p:pic>
              <p:nvPicPr>
                <p:cNvPr id="676" name="Ink 675">
                  <a:extLst>
                    <a:ext uri="{FF2B5EF4-FFF2-40B4-BE49-F238E27FC236}">
                      <a16:creationId xmlns:a16="http://schemas.microsoft.com/office/drawing/2014/main" id="{72BC00C0-6C3D-ADB3-A4E5-5DA6ECDBF319}"/>
                    </a:ext>
                  </a:extLst>
                </p:cNvPr>
                <p:cNvPicPr/>
                <p:nvPr/>
              </p:nvPicPr>
              <p:blipFill>
                <a:blip r:embed="rId522"/>
                <a:stretch>
                  <a:fillRect/>
                </a:stretch>
              </p:blipFill>
              <p:spPr>
                <a:xfrm>
                  <a:off x="5852678" y="4556736"/>
                  <a:ext cx="165960" cy="284760"/>
                </a:xfrm>
                <a:prstGeom prst="rect">
                  <a:avLst/>
                </a:prstGeom>
              </p:spPr>
            </p:pic>
          </mc:Fallback>
        </mc:AlternateContent>
        <mc:AlternateContent xmlns:mc="http://schemas.openxmlformats.org/markup-compatibility/2006">
          <mc:Choice xmlns:p14="http://schemas.microsoft.com/office/powerpoint/2010/main" Requires="p14">
            <p:contentPart p14:bwMode="auto" r:id="rId523">
              <p14:nvContentPartPr>
                <p14:cNvPr id="679" name="Ink 678">
                  <a:extLst>
                    <a:ext uri="{FF2B5EF4-FFF2-40B4-BE49-F238E27FC236}">
                      <a16:creationId xmlns:a16="http://schemas.microsoft.com/office/drawing/2014/main" id="{B0283D45-BBB2-316A-E073-2AB43848705B}"/>
                    </a:ext>
                  </a:extLst>
                </p14:cNvPr>
                <p14:cNvContentPartPr/>
                <p14:nvPr/>
              </p14:nvContentPartPr>
              <p14:xfrm>
                <a:off x="7430918" y="4750416"/>
                <a:ext cx="963360" cy="129240"/>
              </p14:xfrm>
            </p:contentPart>
          </mc:Choice>
          <mc:Fallback>
            <p:pic>
              <p:nvPicPr>
                <p:cNvPr id="679" name="Ink 678">
                  <a:extLst>
                    <a:ext uri="{FF2B5EF4-FFF2-40B4-BE49-F238E27FC236}">
                      <a16:creationId xmlns:a16="http://schemas.microsoft.com/office/drawing/2014/main" id="{B0283D45-BBB2-316A-E073-2AB43848705B}"/>
                    </a:ext>
                  </a:extLst>
                </p:cNvPr>
                <p:cNvPicPr/>
                <p:nvPr/>
              </p:nvPicPr>
              <p:blipFill>
                <a:blip r:embed="rId524"/>
                <a:stretch>
                  <a:fillRect/>
                </a:stretch>
              </p:blipFill>
              <p:spPr>
                <a:xfrm>
                  <a:off x="7426598" y="4746096"/>
                  <a:ext cx="97200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525">
              <p14:nvContentPartPr>
                <p14:cNvPr id="680" name="Ink 679">
                  <a:extLst>
                    <a:ext uri="{FF2B5EF4-FFF2-40B4-BE49-F238E27FC236}">
                      <a16:creationId xmlns:a16="http://schemas.microsoft.com/office/drawing/2014/main" id="{FAA99C1B-F630-5899-B321-B9E7FD0AE3E7}"/>
                    </a:ext>
                  </a:extLst>
                </p14:cNvPr>
                <p14:cNvContentPartPr/>
                <p14:nvPr/>
              </p14:nvContentPartPr>
              <p14:xfrm>
                <a:off x="7449278" y="4814136"/>
                <a:ext cx="763200" cy="51480"/>
              </p14:xfrm>
            </p:contentPart>
          </mc:Choice>
          <mc:Fallback>
            <p:pic>
              <p:nvPicPr>
                <p:cNvPr id="680" name="Ink 679">
                  <a:extLst>
                    <a:ext uri="{FF2B5EF4-FFF2-40B4-BE49-F238E27FC236}">
                      <a16:creationId xmlns:a16="http://schemas.microsoft.com/office/drawing/2014/main" id="{FAA99C1B-F630-5899-B321-B9E7FD0AE3E7}"/>
                    </a:ext>
                  </a:extLst>
                </p:cNvPr>
                <p:cNvPicPr/>
                <p:nvPr/>
              </p:nvPicPr>
              <p:blipFill>
                <a:blip r:embed="rId526"/>
                <a:stretch>
                  <a:fillRect/>
                </a:stretch>
              </p:blipFill>
              <p:spPr>
                <a:xfrm>
                  <a:off x="7444958" y="4809816"/>
                  <a:ext cx="771840" cy="60120"/>
                </a:xfrm>
                <a:prstGeom prst="rect">
                  <a:avLst/>
                </a:prstGeom>
              </p:spPr>
            </p:pic>
          </mc:Fallback>
        </mc:AlternateContent>
        <mc:AlternateContent xmlns:mc="http://schemas.openxmlformats.org/markup-compatibility/2006">
          <mc:Choice xmlns:p14="http://schemas.microsoft.com/office/powerpoint/2010/main" Requires="p14">
            <p:contentPart p14:bwMode="auto" r:id="rId527">
              <p14:nvContentPartPr>
                <p14:cNvPr id="681" name="Ink 680">
                  <a:extLst>
                    <a:ext uri="{FF2B5EF4-FFF2-40B4-BE49-F238E27FC236}">
                      <a16:creationId xmlns:a16="http://schemas.microsoft.com/office/drawing/2014/main" id="{0158800A-9C95-7D20-9D59-B052AABD3168}"/>
                    </a:ext>
                  </a:extLst>
                </p14:cNvPr>
                <p14:cNvContentPartPr/>
                <p14:nvPr/>
              </p14:nvContentPartPr>
              <p14:xfrm>
                <a:off x="8099078" y="4764456"/>
                <a:ext cx="145080" cy="136440"/>
              </p14:xfrm>
            </p:contentPart>
          </mc:Choice>
          <mc:Fallback>
            <p:pic>
              <p:nvPicPr>
                <p:cNvPr id="681" name="Ink 680">
                  <a:extLst>
                    <a:ext uri="{FF2B5EF4-FFF2-40B4-BE49-F238E27FC236}">
                      <a16:creationId xmlns:a16="http://schemas.microsoft.com/office/drawing/2014/main" id="{0158800A-9C95-7D20-9D59-B052AABD3168}"/>
                    </a:ext>
                  </a:extLst>
                </p:cNvPr>
                <p:cNvPicPr/>
                <p:nvPr/>
              </p:nvPicPr>
              <p:blipFill>
                <a:blip r:embed="rId528"/>
                <a:stretch>
                  <a:fillRect/>
                </a:stretch>
              </p:blipFill>
              <p:spPr>
                <a:xfrm>
                  <a:off x="8094758" y="4760136"/>
                  <a:ext cx="15372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529">
              <p14:nvContentPartPr>
                <p14:cNvPr id="683" name="Ink 682">
                  <a:extLst>
                    <a:ext uri="{FF2B5EF4-FFF2-40B4-BE49-F238E27FC236}">
                      <a16:creationId xmlns:a16="http://schemas.microsoft.com/office/drawing/2014/main" id="{9224DCDA-2235-C890-AC69-9CC07811238D}"/>
                    </a:ext>
                  </a:extLst>
                </p14:cNvPr>
                <p14:cNvContentPartPr/>
                <p14:nvPr/>
              </p14:nvContentPartPr>
              <p14:xfrm>
                <a:off x="7607678" y="4401936"/>
                <a:ext cx="104400" cy="127440"/>
              </p14:xfrm>
            </p:contentPart>
          </mc:Choice>
          <mc:Fallback>
            <p:pic>
              <p:nvPicPr>
                <p:cNvPr id="683" name="Ink 682">
                  <a:extLst>
                    <a:ext uri="{FF2B5EF4-FFF2-40B4-BE49-F238E27FC236}">
                      <a16:creationId xmlns:a16="http://schemas.microsoft.com/office/drawing/2014/main" id="{9224DCDA-2235-C890-AC69-9CC07811238D}"/>
                    </a:ext>
                  </a:extLst>
                </p:cNvPr>
                <p:cNvPicPr/>
                <p:nvPr/>
              </p:nvPicPr>
              <p:blipFill>
                <a:blip r:embed="rId530"/>
                <a:stretch>
                  <a:fillRect/>
                </a:stretch>
              </p:blipFill>
              <p:spPr>
                <a:xfrm>
                  <a:off x="7603358" y="4397616"/>
                  <a:ext cx="11304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531">
              <p14:nvContentPartPr>
                <p14:cNvPr id="684" name="Ink 683">
                  <a:extLst>
                    <a:ext uri="{FF2B5EF4-FFF2-40B4-BE49-F238E27FC236}">
                      <a16:creationId xmlns:a16="http://schemas.microsoft.com/office/drawing/2014/main" id="{164FFBEA-39EB-7318-A115-08CEE6AF3775}"/>
                    </a:ext>
                  </a:extLst>
                </p14:cNvPr>
                <p14:cNvContentPartPr/>
                <p14:nvPr/>
              </p14:nvContentPartPr>
              <p14:xfrm>
                <a:off x="7745198" y="4457376"/>
                <a:ext cx="15480" cy="25560"/>
              </p14:xfrm>
            </p:contentPart>
          </mc:Choice>
          <mc:Fallback>
            <p:pic>
              <p:nvPicPr>
                <p:cNvPr id="684" name="Ink 683">
                  <a:extLst>
                    <a:ext uri="{FF2B5EF4-FFF2-40B4-BE49-F238E27FC236}">
                      <a16:creationId xmlns:a16="http://schemas.microsoft.com/office/drawing/2014/main" id="{164FFBEA-39EB-7318-A115-08CEE6AF3775}"/>
                    </a:ext>
                  </a:extLst>
                </p:cNvPr>
                <p:cNvPicPr/>
                <p:nvPr/>
              </p:nvPicPr>
              <p:blipFill>
                <a:blip r:embed="rId532"/>
                <a:stretch>
                  <a:fillRect/>
                </a:stretch>
              </p:blipFill>
              <p:spPr>
                <a:xfrm>
                  <a:off x="7740878" y="4453056"/>
                  <a:ext cx="2412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533">
              <p14:nvContentPartPr>
                <p14:cNvPr id="685" name="Ink 684">
                  <a:extLst>
                    <a:ext uri="{FF2B5EF4-FFF2-40B4-BE49-F238E27FC236}">
                      <a16:creationId xmlns:a16="http://schemas.microsoft.com/office/drawing/2014/main" id="{AD40B074-7C04-3125-5D13-9080B13FFA4C}"/>
                    </a:ext>
                  </a:extLst>
                </p14:cNvPr>
                <p14:cNvContentPartPr/>
                <p14:nvPr/>
              </p14:nvContentPartPr>
              <p14:xfrm>
                <a:off x="7789118" y="4359096"/>
                <a:ext cx="92160" cy="95040"/>
              </p14:xfrm>
            </p:contentPart>
          </mc:Choice>
          <mc:Fallback>
            <p:pic>
              <p:nvPicPr>
                <p:cNvPr id="685" name="Ink 684">
                  <a:extLst>
                    <a:ext uri="{FF2B5EF4-FFF2-40B4-BE49-F238E27FC236}">
                      <a16:creationId xmlns:a16="http://schemas.microsoft.com/office/drawing/2014/main" id="{AD40B074-7C04-3125-5D13-9080B13FFA4C}"/>
                    </a:ext>
                  </a:extLst>
                </p:cNvPr>
                <p:cNvPicPr/>
                <p:nvPr/>
              </p:nvPicPr>
              <p:blipFill>
                <a:blip r:embed="rId534"/>
                <a:stretch>
                  <a:fillRect/>
                </a:stretch>
              </p:blipFill>
              <p:spPr>
                <a:xfrm>
                  <a:off x="7784798" y="4354776"/>
                  <a:ext cx="10080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535">
              <p14:nvContentPartPr>
                <p14:cNvPr id="686" name="Ink 685">
                  <a:extLst>
                    <a:ext uri="{FF2B5EF4-FFF2-40B4-BE49-F238E27FC236}">
                      <a16:creationId xmlns:a16="http://schemas.microsoft.com/office/drawing/2014/main" id="{83C01817-9C1A-9AF9-1CED-D20D3A633595}"/>
                    </a:ext>
                  </a:extLst>
                </p14:cNvPr>
                <p14:cNvContentPartPr/>
                <p14:nvPr/>
              </p14:nvContentPartPr>
              <p14:xfrm>
                <a:off x="7901798" y="4262256"/>
                <a:ext cx="97200" cy="180360"/>
              </p14:xfrm>
            </p:contentPart>
          </mc:Choice>
          <mc:Fallback>
            <p:pic>
              <p:nvPicPr>
                <p:cNvPr id="686" name="Ink 685">
                  <a:extLst>
                    <a:ext uri="{FF2B5EF4-FFF2-40B4-BE49-F238E27FC236}">
                      <a16:creationId xmlns:a16="http://schemas.microsoft.com/office/drawing/2014/main" id="{83C01817-9C1A-9AF9-1CED-D20D3A633595}"/>
                    </a:ext>
                  </a:extLst>
                </p:cNvPr>
                <p:cNvPicPr/>
                <p:nvPr/>
              </p:nvPicPr>
              <p:blipFill>
                <a:blip r:embed="rId536"/>
                <a:stretch>
                  <a:fillRect/>
                </a:stretch>
              </p:blipFill>
              <p:spPr>
                <a:xfrm>
                  <a:off x="7897478" y="4257936"/>
                  <a:ext cx="10584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537">
              <p14:nvContentPartPr>
                <p14:cNvPr id="698" name="Ink 697">
                  <a:extLst>
                    <a:ext uri="{FF2B5EF4-FFF2-40B4-BE49-F238E27FC236}">
                      <a16:creationId xmlns:a16="http://schemas.microsoft.com/office/drawing/2014/main" id="{D37B84A1-FD3F-102B-F966-7429FEA9334E}"/>
                    </a:ext>
                  </a:extLst>
                </p14:cNvPr>
                <p14:cNvContentPartPr/>
                <p14:nvPr/>
              </p14:nvContentPartPr>
              <p14:xfrm>
                <a:off x="7559438" y="5228856"/>
                <a:ext cx="360" cy="360"/>
              </p14:xfrm>
            </p:contentPart>
          </mc:Choice>
          <mc:Fallback>
            <p:pic>
              <p:nvPicPr>
                <p:cNvPr id="698" name="Ink 697">
                  <a:extLst>
                    <a:ext uri="{FF2B5EF4-FFF2-40B4-BE49-F238E27FC236}">
                      <a16:creationId xmlns:a16="http://schemas.microsoft.com/office/drawing/2014/main" id="{D37B84A1-FD3F-102B-F966-7429FEA9334E}"/>
                    </a:ext>
                  </a:extLst>
                </p:cNvPr>
                <p:cNvPicPr/>
                <p:nvPr/>
              </p:nvPicPr>
              <p:blipFill>
                <a:blip r:embed="rId3"/>
                <a:stretch>
                  <a:fillRect/>
                </a:stretch>
              </p:blipFill>
              <p:spPr>
                <a:xfrm>
                  <a:off x="7555118" y="5224536"/>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538">
              <p14:nvContentPartPr>
                <p14:cNvPr id="699" name="Ink 698">
                  <a:extLst>
                    <a:ext uri="{FF2B5EF4-FFF2-40B4-BE49-F238E27FC236}">
                      <a16:creationId xmlns:a16="http://schemas.microsoft.com/office/drawing/2014/main" id="{F74EEB39-2C1F-ED90-434C-BE5DBDE629E8}"/>
                    </a:ext>
                  </a:extLst>
                </p14:cNvPr>
                <p14:cNvContentPartPr/>
                <p14:nvPr/>
              </p14:nvContentPartPr>
              <p14:xfrm>
                <a:off x="7532078" y="5195376"/>
                <a:ext cx="185040" cy="102960"/>
              </p14:xfrm>
            </p:contentPart>
          </mc:Choice>
          <mc:Fallback>
            <p:pic>
              <p:nvPicPr>
                <p:cNvPr id="699" name="Ink 698">
                  <a:extLst>
                    <a:ext uri="{FF2B5EF4-FFF2-40B4-BE49-F238E27FC236}">
                      <a16:creationId xmlns:a16="http://schemas.microsoft.com/office/drawing/2014/main" id="{F74EEB39-2C1F-ED90-434C-BE5DBDE629E8}"/>
                    </a:ext>
                  </a:extLst>
                </p:cNvPr>
                <p:cNvPicPr/>
                <p:nvPr/>
              </p:nvPicPr>
              <p:blipFill>
                <a:blip r:embed="rId539"/>
                <a:stretch>
                  <a:fillRect/>
                </a:stretch>
              </p:blipFill>
              <p:spPr>
                <a:xfrm>
                  <a:off x="7527758" y="5191056"/>
                  <a:ext cx="193680" cy="111600"/>
                </a:xfrm>
                <a:prstGeom prst="rect">
                  <a:avLst/>
                </a:prstGeom>
              </p:spPr>
            </p:pic>
          </mc:Fallback>
        </mc:AlternateContent>
        <mc:AlternateContent xmlns:mc="http://schemas.openxmlformats.org/markup-compatibility/2006">
          <mc:Choice xmlns:p14="http://schemas.microsoft.com/office/powerpoint/2010/main" Requires="p14">
            <p:contentPart p14:bwMode="auto" r:id="rId540">
              <p14:nvContentPartPr>
                <p14:cNvPr id="701" name="Ink 700">
                  <a:extLst>
                    <a:ext uri="{FF2B5EF4-FFF2-40B4-BE49-F238E27FC236}">
                      <a16:creationId xmlns:a16="http://schemas.microsoft.com/office/drawing/2014/main" id="{129C3128-1033-270E-39C9-A3F2A8BF36BE}"/>
                    </a:ext>
                  </a:extLst>
                </p14:cNvPr>
                <p14:cNvContentPartPr/>
                <p14:nvPr/>
              </p14:nvContentPartPr>
              <p14:xfrm>
                <a:off x="7524158" y="5176656"/>
                <a:ext cx="234360" cy="140040"/>
              </p14:xfrm>
            </p:contentPart>
          </mc:Choice>
          <mc:Fallback>
            <p:pic>
              <p:nvPicPr>
                <p:cNvPr id="701" name="Ink 700">
                  <a:extLst>
                    <a:ext uri="{FF2B5EF4-FFF2-40B4-BE49-F238E27FC236}">
                      <a16:creationId xmlns:a16="http://schemas.microsoft.com/office/drawing/2014/main" id="{129C3128-1033-270E-39C9-A3F2A8BF36BE}"/>
                    </a:ext>
                  </a:extLst>
                </p:cNvPr>
                <p:cNvPicPr/>
                <p:nvPr/>
              </p:nvPicPr>
              <p:blipFill>
                <a:blip r:embed="rId541"/>
                <a:stretch>
                  <a:fillRect/>
                </a:stretch>
              </p:blipFill>
              <p:spPr>
                <a:xfrm>
                  <a:off x="7519838" y="5172336"/>
                  <a:ext cx="24300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542">
              <p14:nvContentPartPr>
                <p14:cNvPr id="702" name="Ink 701">
                  <a:extLst>
                    <a:ext uri="{FF2B5EF4-FFF2-40B4-BE49-F238E27FC236}">
                      <a16:creationId xmlns:a16="http://schemas.microsoft.com/office/drawing/2014/main" id="{5312195B-8A70-CABE-F5FD-EADC410A7AD1}"/>
                    </a:ext>
                  </a:extLst>
                </p14:cNvPr>
                <p14:cNvContentPartPr/>
                <p14:nvPr/>
              </p14:nvContentPartPr>
              <p14:xfrm>
                <a:off x="5320958" y="3305376"/>
                <a:ext cx="153720" cy="274320"/>
              </p14:xfrm>
            </p:contentPart>
          </mc:Choice>
          <mc:Fallback>
            <p:pic>
              <p:nvPicPr>
                <p:cNvPr id="702" name="Ink 701">
                  <a:extLst>
                    <a:ext uri="{FF2B5EF4-FFF2-40B4-BE49-F238E27FC236}">
                      <a16:creationId xmlns:a16="http://schemas.microsoft.com/office/drawing/2014/main" id="{5312195B-8A70-CABE-F5FD-EADC410A7AD1}"/>
                    </a:ext>
                  </a:extLst>
                </p:cNvPr>
                <p:cNvPicPr/>
                <p:nvPr/>
              </p:nvPicPr>
              <p:blipFill>
                <a:blip r:embed="rId543"/>
                <a:stretch>
                  <a:fillRect/>
                </a:stretch>
              </p:blipFill>
              <p:spPr>
                <a:xfrm>
                  <a:off x="5316638" y="3301056"/>
                  <a:ext cx="162360" cy="282960"/>
                </a:xfrm>
                <a:prstGeom prst="rect">
                  <a:avLst/>
                </a:prstGeom>
              </p:spPr>
            </p:pic>
          </mc:Fallback>
        </mc:AlternateContent>
        <mc:AlternateContent xmlns:mc="http://schemas.openxmlformats.org/markup-compatibility/2006">
          <mc:Choice xmlns:p14="http://schemas.microsoft.com/office/powerpoint/2010/main" Requires="p14">
            <p:contentPart p14:bwMode="auto" r:id="rId544">
              <p14:nvContentPartPr>
                <p14:cNvPr id="703" name="Ink 702">
                  <a:extLst>
                    <a:ext uri="{FF2B5EF4-FFF2-40B4-BE49-F238E27FC236}">
                      <a16:creationId xmlns:a16="http://schemas.microsoft.com/office/drawing/2014/main" id="{E8FE75EF-1855-A9E2-FB40-15A0CED7CF19}"/>
                    </a:ext>
                  </a:extLst>
                </p14:cNvPr>
                <p14:cNvContentPartPr/>
                <p14:nvPr/>
              </p14:nvContentPartPr>
              <p14:xfrm>
                <a:off x="5511398" y="3350016"/>
                <a:ext cx="84240" cy="109800"/>
              </p14:xfrm>
            </p:contentPart>
          </mc:Choice>
          <mc:Fallback>
            <p:pic>
              <p:nvPicPr>
                <p:cNvPr id="703" name="Ink 702">
                  <a:extLst>
                    <a:ext uri="{FF2B5EF4-FFF2-40B4-BE49-F238E27FC236}">
                      <a16:creationId xmlns:a16="http://schemas.microsoft.com/office/drawing/2014/main" id="{E8FE75EF-1855-A9E2-FB40-15A0CED7CF19}"/>
                    </a:ext>
                  </a:extLst>
                </p:cNvPr>
                <p:cNvPicPr/>
                <p:nvPr/>
              </p:nvPicPr>
              <p:blipFill>
                <a:blip r:embed="rId545"/>
                <a:stretch>
                  <a:fillRect/>
                </a:stretch>
              </p:blipFill>
              <p:spPr>
                <a:xfrm>
                  <a:off x="5507078" y="3345696"/>
                  <a:ext cx="9288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546">
              <p14:nvContentPartPr>
                <p14:cNvPr id="704" name="Ink 703">
                  <a:extLst>
                    <a:ext uri="{FF2B5EF4-FFF2-40B4-BE49-F238E27FC236}">
                      <a16:creationId xmlns:a16="http://schemas.microsoft.com/office/drawing/2014/main" id="{1625ED96-6267-B3AB-B474-B1D5437B18B9}"/>
                    </a:ext>
                  </a:extLst>
                </p14:cNvPr>
                <p14:cNvContentPartPr/>
                <p14:nvPr/>
              </p14:nvContentPartPr>
              <p14:xfrm>
                <a:off x="5627318" y="3212136"/>
                <a:ext cx="93600" cy="343800"/>
              </p14:xfrm>
            </p:contentPart>
          </mc:Choice>
          <mc:Fallback>
            <p:pic>
              <p:nvPicPr>
                <p:cNvPr id="704" name="Ink 703">
                  <a:extLst>
                    <a:ext uri="{FF2B5EF4-FFF2-40B4-BE49-F238E27FC236}">
                      <a16:creationId xmlns:a16="http://schemas.microsoft.com/office/drawing/2014/main" id="{1625ED96-6267-B3AB-B474-B1D5437B18B9}"/>
                    </a:ext>
                  </a:extLst>
                </p:cNvPr>
                <p:cNvPicPr/>
                <p:nvPr/>
              </p:nvPicPr>
              <p:blipFill>
                <a:blip r:embed="rId547"/>
                <a:stretch>
                  <a:fillRect/>
                </a:stretch>
              </p:blipFill>
              <p:spPr>
                <a:xfrm>
                  <a:off x="5622998" y="3207816"/>
                  <a:ext cx="102240" cy="352440"/>
                </a:xfrm>
                <a:prstGeom prst="rect">
                  <a:avLst/>
                </a:prstGeom>
              </p:spPr>
            </p:pic>
          </mc:Fallback>
        </mc:AlternateContent>
        <mc:AlternateContent xmlns:mc="http://schemas.openxmlformats.org/markup-compatibility/2006">
          <mc:Choice xmlns:p14="http://schemas.microsoft.com/office/powerpoint/2010/main" Requires="p14">
            <p:contentPart p14:bwMode="auto" r:id="rId548">
              <p14:nvContentPartPr>
                <p14:cNvPr id="705" name="Ink 704">
                  <a:extLst>
                    <a:ext uri="{FF2B5EF4-FFF2-40B4-BE49-F238E27FC236}">
                      <a16:creationId xmlns:a16="http://schemas.microsoft.com/office/drawing/2014/main" id="{18511DE2-3DB8-F048-0130-FA9DD70856D5}"/>
                    </a:ext>
                  </a:extLst>
                </p14:cNvPr>
                <p14:cNvContentPartPr/>
                <p14:nvPr/>
              </p14:nvContentPartPr>
              <p14:xfrm>
                <a:off x="5613278" y="3379176"/>
                <a:ext cx="125280" cy="74880"/>
              </p14:xfrm>
            </p:contentPart>
          </mc:Choice>
          <mc:Fallback>
            <p:pic>
              <p:nvPicPr>
                <p:cNvPr id="705" name="Ink 704">
                  <a:extLst>
                    <a:ext uri="{FF2B5EF4-FFF2-40B4-BE49-F238E27FC236}">
                      <a16:creationId xmlns:a16="http://schemas.microsoft.com/office/drawing/2014/main" id="{18511DE2-3DB8-F048-0130-FA9DD70856D5}"/>
                    </a:ext>
                  </a:extLst>
                </p:cNvPr>
                <p:cNvPicPr/>
                <p:nvPr/>
              </p:nvPicPr>
              <p:blipFill>
                <a:blip r:embed="rId549"/>
                <a:stretch>
                  <a:fillRect/>
                </a:stretch>
              </p:blipFill>
              <p:spPr>
                <a:xfrm>
                  <a:off x="5608958" y="3374856"/>
                  <a:ext cx="133920" cy="83520"/>
                </a:xfrm>
                <a:prstGeom prst="rect">
                  <a:avLst/>
                </a:prstGeom>
              </p:spPr>
            </p:pic>
          </mc:Fallback>
        </mc:AlternateContent>
        <mc:AlternateContent xmlns:mc="http://schemas.openxmlformats.org/markup-compatibility/2006">
          <mc:Choice xmlns:p14="http://schemas.microsoft.com/office/powerpoint/2010/main" Requires="p14">
            <p:contentPart p14:bwMode="auto" r:id="rId550">
              <p14:nvContentPartPr>
                <p14:cNvPr id="706" name="Ink 705">
                  <a:extLst>
                    <a:ext uri="{FF2B5EF4-FFF2-40B4-BE49-F238E27FC236}">
                      <a16:creationId xmlns:a16="http://schemas.microsoft.com/office/drawing/2014/main" id="{95BCCC28-9CAA-6CA5-69CB-ED1A3D4978B1}"/>
                    </a:ext>
                  </a:extLst>
                </p14:cNvPr>
                <p14:cNvContentPartPr/>
                <p14:nvPr/>
              </p14:nvContentPartPr>
              <p14:xfrm>
                <a:off x="5518238" y="3662856"/>
                <a:ext cx="76680" cy="25560"/>
              </p14:xfrm>
            </p:contentPart>
          </mc:Choice>
          <mc:Fallback>
            <p:pic>
              <p:nvPicPr>
                <p:cNvPr id="706" name="Ink 705">
                  <a:extLst>
                    <a:ext uri="{FF2B5EF4-FFF2-40B4-BE49-F238E27FC236}">
                      <a16:creationId xmlns:a16="http://schemas.microsoft.com/office/drawing/2014/main" id="{95BCCC28-9CAA-6CA5-69CB-ED1A3D4978B1}"/>
                    </a:ext>
                  </a:extLst>
                </p:cNvPr>
                <p:cNvPicPr/>
                <p:nvPr/>
              </p:nvPicPr>
              <p:blipFill>
                <a:blip r:embed="rId551"/>
                <a:stretch>
                  <a:fillRect/>
                </a:stretch>
              </p:blipFill>
              <p:spPr>
                <a:xfrm>
                  <a:off x="5513918" y="3658536"/>
                  <a:ext cx="8532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552">
              <p14:nvContentPartPr>
                <p14:cNvPr id="707" name="Ink 706">
                  <a:extLst>
                    <a:ext uri="{FF2B5EF4-FFF2-40B4-BE49-F238E27FC236}">
                      <a16:creationId xmlns:a16="http://schemas.microsoft.com/office/drawing/2014/main" id="{3FE3992E-70A2-2D4F-EAD6-85333923B053}"/>
                    </a:ext>
                  </a:extLst>
                </p14:cNvPr>
                <p14:cNvContentPartPr/>
                <p14:nvPr/>
              </p14:nvContentPartPr>
              <p14:xfrm>
                <a:off x="5530118" y="3692016"/>
                <a:ext cx="96840" cy="64800"/>
              </p14:xfrm>
            </p:contentPart>
          </mc:Choice>
          <mc:Fallback>
            <p:pic>
              <p:nvPicPr>
                <p:cNvPr id="707" name="Ink 706">
                  <a:extLst>
                    <a:ext uri="{FF2B5EF4-FFF2-40B4-BE49-F238E27FC236}">
                      <a16:creationId xmlns:a16="http://schemas.microsoft.com/office/drawing/2014/main" id="{3FE3992E-70A2-2D4F-EAD6-85333923B053}"/>
                    </a:ext>
                  </a:extLst>
                </p:cNvPr>
                <p:cNvPicPr/>
                <p:nvPr/>
              </p:nvPicPr>
              <p:blipFill>
                <a:blip r:embed="rId553"/>
                <a:stretch>
                  <a:fillRect/>
                </a:stretch>
              </p:blipFill>
              <p:spPr>
                <a:xfrm>
                  <a:off x="5525798" y="3687696"/>
                  <a:ext cx="105480" cy="73440"/>
                </a:xfrm>
                <a:prstGeom prst="rect">
                  <a:avLst/>
                </a:prstGeom>
              </p:spPr>
            </p:pic>
          </mc:Fallback>
        </mc:AlternateContent>
        <mc:AlternateContent xmlns:mc="http://schemas.openxmlformats.org/markup-compatibility/2006">
          <mc:Choice xmlns:p14="http://schemas.microsoft.com/office/powerpoint/2010/main" Requires="p14">
            <p:contentPart p14:bwMode="auto" r:id="rId554">
              <p14:nvContentPartPr>
                <p14:cNvPr id="708" name="Ink 707">
                  <a:extLst>
                    <a:ext uri="{FF2B5EF4-FFF2-40B4-BE49-F238E27FC236}">
                      <a16:creationId xmlns:a16="http://schemas.microsoft.com/office/drawing/2014/main" id="{E2B51F19-ECE5-CFA6-D1E5-4E4F094DABA4}"/>
                    </a:ext>
                  </a:extLst>
                </p14:cNvPr>
                <p14:cNvContentPartPr/>
                <p14:nvPr/>
              </p14:nvContentPartPr>
              <p14:xfrm>
                <a:off x="5700038" y="3576456"/>
                <a:ext cx="200880" cy="179280"/>
              </p14:xfrm>
            </p:contentPart>
          </mc:Choice>
          <mc:Fallback>
            <p:pic>
              <p:nvPicPr>
                <p:cNvPr id="708" name="Ink 707">
                  <a:extLst>
                    <a:ext uri="{FF2B5EF4-FFF2-40B4-BE49-F238E27FC236}">
                      <a16:creationId xmlns:a16="http://schemas.microsoft.com/office/drawing/2014/main" id="{E2B51F19-ECE5-CFA6-D1E5-4E4F094DABA4}"/>
                    </a:ext>
                  </a:extLst>
                </p:cNvPr>
                <p:cNvPicPr/>
                <p:nvPr/>
              </p:nvPicPr>
              <p:blipFill>
                <a:blip r:embed="rId555"/>
                <a:stretch>
                  <a:fillRect/>
                </a:stretch>
              </p:blipFill>
              <p:spPr>
                <a:xfrm>
                  <a:off x="5695718" y="3572136"/>
                  <a:ext cx="20952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556">
              <p14:nvContentPartPr>
                <p14:cNvPr id="711" name="Ink 710">
                  <a:extLst>
                    <a:ext uri="{FF2B5EF4-FFF2-40B4-BE49-F238E27FC236}">
                      <a16:creationId xmlns:a16="http://schemas.microsoft.com/office/drawing/2014/main" id="{CFCA3C37-9924-38F4-55B2-DA2012E6A19B}"/>
                    </a:ext>
                  </a:extLst>
                </p14:cNvPr>
                <p14:cNvContentPartPr/>
                <p14:nvPr/>
              </p14:nvContentPartPr>
              <p14:xfrm>
                <a:off x="5826398" y="4029336"/>
                <a:ext cx="16920" cy="16200"/>
              </p14:xfrm>
            </p:contentPart>
          </mc:Choice>
          <mc:Fallback>
            <p:pic>
              <p:nvPicPr>
                <p:cNvPr id="711" name="Ink 710">
                  <a:extLst>
                    <a:ext uri="{FF2B5EF4-FFF2-40B4-BE49-F238E27FC236}">
                      <a16:creationId xmlns:a16="http://schemas.microsoft.com/office/drawing/2014/main" id="{CFCA3C37-9924-38F4-55B2-DA2012E6A19B}"/>
                    </a:ext>
                  </a:extLst>
                </p:cNvPr>
                <p:cNvPicPr/>
                <p:nvPr/>
              </p:nvPicPr>
              <p:blipFill>
                <a:blip r:embed="rId7"/>
                <a:stretch>
                  <a:fillRect/>
                </a:stretch>
              </p:blipFill>
              <p:spPr>
                <a:xfrm>
                  <a:off x="5822078" y="4025016"/>
                  <a:ext cx="2556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557">
              <p14:nvContentPartPr>
                <p14:cNvPr id="712" name="Ink 711">
                  <a:extLst>
                    <a:ext uri="{FF2B5EF4-FFF2-40B4-BE49-F238E27FC236}">
                      <a16:creationId xmlns:a16="http://schemas.microsoft.com/office/drawing/2014/main" id="{69FBDF36-BC9D-68A8-F97E-47E8C63201C4}"/>
                    </a:ext>
                  </a:extLst>
                </p14:cNvPr>
                <p14:cNvContentPartPr/>
                <p14:nvPr/>
              </p14:nvContentPartPr>
              <p14:xfrm>
                <a:off x="5828918" y="4070736"/>
                <a:ext cx="2880" cy="360"/>
              </p14:xfrm>
            </p:contentPart>
          </mc:Choice>
          <mc:Fallback>
            <p:pic>
              <p:nvPicPr>
                <p:cNvPr id="712" name="Ink 711">
                  <a:extLst>
                    <a:ext uri="{FF2B5EF4-FFF2-40B4-BE49-F238E27FC236}">
                      <a16:creationId xmlns:a16="http://schemas.microsoft.com/office/drawing/2014/main" id="{69FBDF36-BC9D-68A8-F97E-47E8C63201C4}"/>
                    </a:ext>
                  </a:extLst>
                </p:cNvPr>
                <p:cNvPicPr/>
                <p:nvPr/>
              </p:nvPicPr>
              <p:blipFill>
                <a:blip r:embed="rId558"/>
                <a:stretch>
                  <a:fillRect/>
                </a:stretch>
              </p:blipFill>
              <p:spPr>
                <a:xfrm>
                  <a:off x="5824598" y="4066416"/>
                  <a:ext cx="1152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559">
              <p14:nvContentPartPr>
                <p14:cNvPr id="639" name="Ink 638">
                  <a:extLst>
                    <a:ext uri="{FF2B5EF4-FFF2-40B4-BE49-F238E27FC236}">
                      <a16:creationId xmlns:a16="http://schemas.microsoft.com/office/drawing/2014/main" id="{A1F9FB25-084F-347D-E8FE-4DE5E90FAFD1}"/>
                    </a:ext>
                  </a:extLst>
                </p14:cNvPr>
                <p14:cNvContentPartPr/>
                <p14:nvPr/>
              </p14:nvContentPartPr>
              <p14:xfrm>
                <a:off x="8155598" y="5542776"/>
                <a:ext cx="23400" cy="417240"/>
              </p14:xfrm>
            </p:contentPart>
          </mc:Choice>
          <mc:Fallback>
            <p:pic>
              <p:nvPicPr>
                <p:cNvPr id="639" name="Ink 638">
                  <a:extLst>
                    <a:ext uri="{FF2B5EF4-FFF2-40B4-BE49-F238E27FC236}">
                      <a16:creationId xmlns:a16="http://schemas.microsoft.com/office/drawing/2014/main" id="{A1F9FB25-084F-347D-E8FE-4DE5E90FAFD1}"/>
                    </a:ext>
                  </a:extLst>
                </p:cNvPr>
                <p:cNvPicPr/>
                <p:nvPr/>
              </p:nvPicPr>
              <p:blipFill>
                <a:blip r:embed="rId560"/>
                <a:stretch>
                  <a:fillRect/>
                </a:stretch>
              </p:blipFill>
              <p:spPr>
                <a:xfrm>
                  <a:off x="8151278" y="5538456"/>
                  <a:ext cx="32040" cy="425880"/>
                </a:xfrm>
                <a:prstGeom prst="rect">
                  <a:avLst/>
                </a:prstGeom>
              </p:spPr>
            </p:pic>
          </mc:Fallback>
        </mc:AlternateContent>
        <mc:AlternateContent xmlns:mc="http://schemas.openxmlformats.org/markup-compatibility/2006">
          <mc:Choice xmlns:p14="http://schemas.microsoft.com/office/powerpoint/2010/main" Requires="p14">
            <p:contentPart p14:bwMode="auto" r:id="rId561">
              <p14:nvContentPartPr>
                <p14:cNvPr id="640" name="Ink 639">
                  <a:extLst>
                    <a:ext uri="{FF2B5EF4-FFF2-40B4-BE49-F238E27FC236}">
                      <a16:creationId xmlns:a16="http://schemas.microsoft.com/office/drawing/2014/main" id="{8C1737DA-A1C4-9965-4738-E04982E1655C}"/>
                    </a:ext>
                  </a:extLst>
                </p14:cNvPr>
                <p14:cNvContentPartPr/>
                <p14:nvPr/>
              </p14:nvContentPartPr>
              <p14:xfrm>
                <a:off x="8130398" y="5549976"/>
                <a:ext cx="131760" cy="163440"/>
              </p14:xfrm>
            </p:contentPart>
          </mc:Choice>
          <mc:Fallback>
            <p:pic>
              <p:nvPicPr>
                <p:cNvPr id="640" name="Ink 639">
                  <a:extLst>
                    <a:ext uri="{FF2B5EF4-FFF2-40B4-BE49-F238E27FC236}">
                      <a16:creationId xmlns:a16="http://schemas.microsoft.com/office/drawing/2014/main" id="{8C1737DA-A1C4-9965-4738-E04982E1655C}"/>
                    </a:ext>
                  </a:extLst>
                </p:cNvPr>
                <p:cNvPicPr/>
                <p:nvPr/>
              </p:nvPicPr>
              <p:blipFill>
                <a:blip r:embed="rId562"/>
                <a:stretch>
                  <a:fillRect/>
                </a:stretch>
              </p:blipFill>
              <p:spPr>
                <a:xfrm>
                  <a:off x="8126078" y="5545656"/>
                  <a:ext cx="14040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563">
              <p14:nvContentPartPr>
                <p14:cNvPr id="641" name="Ink 640">
                  <a:extLst>
                    <a:ext uri="{FF2B5EF4-FFF2-40B4-BE49-F238E27FC236}">
                      <a16:creationId xmlns:a16="http://schemas.microsoft.com/office/drawing/2014/main" id="{6B7A376E-685B-5788-374C-3EE697E37FCB}"/>
                    </a:ext>
                  </a:extLst>
                </p14:cNvPr>
                <p14:cNvContentPartPr/>
                <p14:nvPr/>
              </p14:nvContentPartPr>
              <p14:xfrm>
                <a:off x="8442878" y="5409936"/>
                <a:ext cx="219600" cy="579600"/>
              </p14:xfrm>
            </p:contentPart>
          </mc:Choice>
          <mc:Fallback>
            <p:pic>
              <p:nvPicPr>
                <p:cNvPr id="641" name="Ink 640">
                  <a:extLst>
                    <a:ext uri="{FF2B5EF4-FFF2-40B4-BE49-F238E27FC236}">
                      <a16:creationId xmlns:a16="http://schemas.microsoft.com/office/drawing/2014/main" id="{6B7A376E-685B-5788-374C-3EE697E37FCB}"/>
                    </a:ext>
                  </a:extLst>
                </p:cNvPr>
                <p:cNvPicPr/>
                <p:nvPr/>
              </p:nvPicPr>
              <p:blipFill>
                <a:blip r:embed="rId564"/>
                <a:stretch>
                  <a:fillRect/>
                </a:stretch>
              </p:blipFill>
              <p:spPr>
                <a:xfrm>
                  <a:off x="8438558" y="5405616"/>
                  <a:ext cx="228240" cy="588240"/>
                </a:xfrm>
                <a:prstGeom prst="rect">
                  <a:avLst/>
                </a:prstGeom>
              </p:spPr>
            </p:pic>
          </mc:Fallback>
        </mc:AlternateContent>
        <mc:AlternateContent xmlns:mc="http://schemas.openxmlformats.org/markup-compatibility/2006">
          <mc:Choice xmlns:p14="http://schemas.microsoft.com/office/powerpoint/2010/main" Requires="p14">
            <p:contentPart p14:bwMode="auto" r:id="rId565">
              <p14:nvContentPartPr>
                <p14:cNvPr id="642" name="Ink 641">
                  <a:extLst>
                    <a:ext uri="{FF2B5EF4-FFF2-40B4-BE49-F238E27FC236}">
                      <a16:creationId xmlns:a16="http://schemas.microsoft.com/office/drawing/2014/main" id="{6FC09AC4-A977-39CE-FA23-4FD7FD4EC9AD}"/>
                    </a:ext>
                  </a:extLst>
                </p14:cNvPr>
                <p14:cNvContentPartPr/>
                <p14:nvPr/>
              </p14:nvContentPartPr>
              <p14:xfrm>
                <a:off x="8672558" y="5523696"/>
                <a:ext cx="271080" cy="233280"/>
              </p14:xfrm>
            </p:contentPart>
          </mc:Choice>
          <mc:Fallback>
            <p:pic>
              <p:nvPicPr>
                <p:cNvPr id="642" name="Ink 641">
                  <a:extLst>
                    <a:ext uri="{FF2B5EF4-FFF2-40B4-BE49-F238E27FC236}">
                      <a16:creationId xmlns:a16="http://schemas.microsoft.com/office/drawing/2014/main" id="{6FC09AC4-A977-39CE-FA23-4FD7FD4EC9AD}"/>
                    </a:ext>
                  </a:extLst>
                </p:cNvPr>
                <p:cNvPicPr/>
                <p:nvPr/>
              </p:nvPicPr>
              <p:blipFill>
                <a:blip r:embed="rId566"/>
                <a:stretch>
                  <a:fillRect/>
                </a:stretch>
              </p:blipFill>
              <p:spPr>
                <a:xfrm>
                  <a:off x="8668238" y="5519376"/>
                  <a:ext cx="27972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567">
              <p14:nvContentPartPr>
                <p14:cNvPr id="643" name="Ink 642">
                  <a:extLst>
                    <a:ext uri="{FF2B5EF4-FFF2-40B4-BE49-F238E27FC236}">
                      <a16:creationId xmlns:a16="http://schemas.microsoft.com/office/drawing/2014/main" id="{DFEC6C6A-59E9-E9B9-085E-60A857E4E6B2}"/>
                    </a:ext>
                  </a:extLst>
                </p14:cNvPr>
                <p14:cNvContentPartPr/>
                <p14:nvPr/>
              </p14:nvContentPartPr>
              <p14:xfrm>
                <a:off x="8726558" y="5510736"/>
                <a:ext cx="167040" cy="285120"/>
              </p14:xfrm>
            </p:contentPart>
          </mc:Choice>
          <mc:Fallback>
            <p:pic>
              <p:nvPicPr>
                <p:cNvPr id="643" name="Ink 642">
                  <a:extLst>
                    <a:ext uri="{FF2B5EF4-FFF2-40B4-BE49-F238E27FC236}">
                      <a16:creationId xmlns:a16="http://schemas.microsoft.com/office/drawing/2014/main" id="{DFEC6C6A-59E9-E9B9-085E-60A857E4E6B2}"/>
                    </a:ext>
                  </a:extLst>
                </p:cNvPr>
                <p:cNvPicPr/>
                <p:nvPr/>
              </p:nvPicPr>
              <p:blipFill>
                <a:blip r:embed="rId568"/>
                <a:stretch>
                  <a:fillRect/>
                </a:stretch>
              </p:blipFill>
              <p:spPr>
                <a:xfrm>
                  <a:off x="8722238" y="5506416"/>
                  <a:ext cx="175680" cy="293760"/>
                </a:xfrm>
                <a:prstGeom prst="rect">
                  <a:avLst/>
                </a:prstGeom>
              </p:spPr>
            </p:pic>
          </mc:Fallback>
        </mc:AlternateContent>
        <mc:AlternateContent xmlns:mc="http://schemas.openxmlformats.org/markup-compatibility/2006">
          <mc:Choice xmlns:p14="http://schemas.microsoft.com/office/powerpoint/2010/main" Requires="p14">
            <p:contentPart p14:bwMode="auto" r:id="rId569">
              <p14:nvContentPartPr>
                <p14:cNvPr id="644" name="Ink 643">
                  <a:extLst>
                    <a:ext uri="{FF2B5EF4-FFF2-40B4-BE49-F238E27FC236}">
                      <a16:creationId xmlns:a16="http://schemas.microsoft.com/office/drawing/2014/main" id="{97B51680-D358-D602-F435-4FABAE4524E3}"/>
                    </a:ext>
                  </a:extLst>
                </p14:cNvPr>
                <p14:cNvContentPartPr/>
                <p14:nvPr/>
              </p14:nvContentPartPr>
              <p14:xfrm>
                <a:off x="8955158" y="5396616"/>
                <a:ext cx="129240" cy="135000"/>
              </p14:xfrm>
            </p:contentPart>
          </mc:Choice>
          <mc:Fallback>
            <p:pic>
              <p:nvPicPr>
                <p:cNvPr id="644" name="Ink 643">
                  <a:extLst>
                    <a:ext uri="{FF2B5EF4-FFF2-40B4-BE49-F238E27FC236}">
                      <a16:creationId xmlns:a16="http://schemas.microsoft.com/office/drawing/2014/main" id="{97B51680-D358-D602-F435-4FABAE4524E3}"/>
                    </a:ext>
                  </a:extLst>
                </p:cNvPr>
                <p:cNvPicPr/>
                <p:nvPr/>
              </p:nvPicPr>
              <p:blipFill>
                <a:blip r:embed="rId570"/>
                <a:stretch>
                  <a:fillRect/>
                </a:stretch>
              </p:blipFill>
              <p:spPr>
                <a:xfrm>
                  <a:off x="8950838" y="5392296"/>
                  <a:ext cx="13788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571">
              <p14:nvContentPartPr>
                <p14:cNvPr id="645" name="Ink 644">
                  <a:extLst>
                    <a:ext uri="{FF2B5EF4-FFF2-40B4-BE49-F238E27FC236}">
                      <a16:creationId xmlns:a16="http://schemas.microsoft.com/office/drawing/2014/main" id="{B82287E6-0DAF-7C54-C276-5AEEDCD0C5E8}"/>
                    </a:ext>
                  </a:extLst>
                </p14:cNvPr>
                <p14:cNvContentPartPr/>
                <p14:nvPr/>
              </p14:nvContentPartPr>
              <p14:xfrm>
                <a:off x="9181238" y="5511456"/>
                <a:ext cx="279720" cy="271800"/>
              </p14:xfrm>
            </p:contentPart>
          </mc:Choice>
          <mc:Fallback>
            <p:pic>
              <p:nvPicPr>
                <p:cNvPr id="645" name="Ink 644">
                  <a:extLst>
                    <a:ext uri="{FF2B5EF4-FFF2-40B4-BE49-F238E27FC236}">
                      <a16:creationId xmlns:a16="http://schemas.microsoft.com/office/drawing/2014/main" id="{B82287E6-0DAF-7C54-C276-5AEEDCD0C5E8}"/>
                    </a:ext>
                  </a:extLst>
                </p:cNvPr>
                <p:cNvPicPr/>
                <p:nvPr/>
              </p:nvPicPr>
              <p:blipFill>
                <a:blip r:embed="rId572"/>
                <a:stretch>
                  <a:fillRect/>
                </a:stretch>
              </p:blipFill>
              <p:spPr>
                <a:xfrm>
                  <a:off x="9176918" y="5507136"/>
                  <a:ext cx="288360" cy="280440"/>
                </a:xfrm>
                <a:prstGeom prst="rect">
                  <a:avLst/>
                </a:prstGeom>
              </p:spPr>
            </p:pic>
          </mc:Fallback>
        </mc:AlternateContent>
        <mc:AlternateContent xmlns:mc="http://schemas.openxmlformats.org/markup-compatibility/2006">
          <mc:Choice xmlns:p14="http://schemas.microsoft.com/office/powerpoint/2010/main" Requires="p14">
            <p:contentPart p14:bwMode="auto" r:id="rId573">
              <p14:nvContentPartPr>
                <p14:cNvPr id="646" name="Ink 645">
                  <a:extLst>
                    <a:ext uri="{FF2B5EF4-FFF2-40B4-BE49-F238E27FC236}">
                      <a16:creationId xmlns:a16="http://schemas.microsoft.com/office/drawing/2014/main" id="{6EBBDD5C-9022-26BB-F188-F2F63AD15022}"/>
                    </a:ext>
                  </a:extLst>
                </p14:cNvPr>
                <p14:cNvContentPartPr/>
                <p14:nvPr/>
              </p14:nvContentPartPr>
              <p14:xfrm>
                <a:off x="9475358" y="5481216"/>
                <a:ext cx="307080" cy="182160"/>
              </p14:xfrm>
            </p:contentPart>
          </mc:Choice>
          <mc:Fallback>
            <p:pic>
              <p:nvPicPr>
                <p:cNvPr id="646" name="Ink 645">
                  <a:extLst>
                    <a:ext uri="{FF2B5EF4-FFF2-40B4-BE49-F238E27FC236}">
                      <a16:creationId xmlns:a16="http://schemas.microsoft.com/office/drawing/2014/main" id="{6EBBDD5C-9022-26BB-F188-F2F63AD15022}"/>
                    </a:ext>
                  </a:extLst>
                </p:cNvPr>
                <p:cNvPicPr/>
                <p:nvPr/>
              </p:nvPicPr>
              <p:blipFill>
                <a:blip r:embed="rId574"/>
                <a:stretch>
                  <a:fillRect/>
                </a:stretch>
              </p:blipFill>
              <p:spPr>
                <a:xfrm>
                  <a:off x="9471038" y="5476896"/>
                  <a:ext cx="31572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575">
              <p14:nvContentPartPr>
                <p14:cNvPr id="647" name="Ink 646">
                  <a:extLst>
                    <a:ext uri="{FF2B5EF4-FFF2-40B4-BE49-F238E27FC236}">
                      <a16:creationId xmlns:a16="http://schemas.microsoft.com/office/drawing/2014/main" id="{3814AE5F-3BB4-FB29-DE11-723E03FEF179}"/>
                    </a:ext>
                  </a:extLst>
                </p14:cNvPr>
                <p14:cNvContentPartPr/>
                <p14:nvPr/>
              </p14:nvContentPartPr>
              <p14:xfrm>
                <a:off x="9608918" y="5478696"/>
                <a:ext cx="82080" cy="210600"/>
              </p14:xfrm>
            </p:contentPart>
          </mc:Choice>
          <mc:Fallback>
            <p:pic>
              <p:nvPicPr>
                <p:cNvPr id="647" name="Ink 646">
                  <a:extLst>
                    <a:ext uri="{FF2B5EF4-FFF2-40B4-BE49-F238E27FC236}">
                      <a16:creationId xmlns:a16="http://schemas.microsoft.com/office/drawing/2014/main" id="{3814AE5F-3BB4-FB29-DE11-723E03FEF179}"/>
                    </a:ext>
                  </a:extLst>
                </p:cNvPr>
                <p:cNvPicPr/>
                <p:nvPr/>
              </p:nvPicPr>
              <p:blipFill>
                <a:blip r:embed="rId576"/>
                <a:stretch>
                  <a:fillRect/>
                </a:stretch>
              </p:blipFill>
              <p:spPr>
                <a:xfrm>
                  <a:off x="9604598" y="5474376"/>
                  <a:ext cx="90720" cy="219240"/>
                </a:xfrm>
                <a:prstGeom prst="rect">
                  <a:avLst/>
                </a:prstGeom>
              </p:spPr>
            </p:pic>
          </mc:Fallback>
        </mc:AlternateContent>
        <mc:AlternateContent xmlns:mc="http://schemas.openxmlformats.org/markup-compatibility/2006">
          <mc:Choice xmlns:p14="http://schemas.microsoft.com/office/powerpoint/2010/main" Requires="p14">
            <p:contentPart p14:bwMode="auto" r:id="rId577">
              <p14:nvContentPartPr>
                <p14:cNvPr id="648" name="Ink 647">
                  <a:extLst>
                    <a:ext uri="{FF2B5EF4-FFF2-40B4-BE49-F238E27FC236}">
                      <a16:creationId xmlns:a16="http://schemas.microsoft.com/office/drawing/2014/main" id="{A9581DA4-A398-6036-6FB3-AFC8BA513251}"/>
                    </a:ext>
                  </a:extLst>
                </p14:cNvPr>
                <p14:cNvContentPartPr/>
                <p14:nvPr/>
              </p14:nvContentPartPr>
              <p14:xfrm>
                <a:off x="9836078" y="5650056"/>
                <a:ext cx="6840" cy="127800"/>
              </p14:xfrm>
            </p:contentPart>
          </mc:Choice>
          <mc:Fallback>
            <p:pic>
              <p:nvPicPr>
                <p:cNvPr id="648" name="Ink 647">
                  <a:extLst>
                    <a:ext uri="{FF2B5EF4-FFF2-40B4-BE49-F238E27FC236}">
                      <a16:creationId xmlns:a16="http://schemas.microsoft.com/office/drawing/2014/main" id="{A9581DA4-A398-6036-6FB3-AFC8BA513251}"/>
                    </a:ext>
                  </a:extLst>
                </p:cNvPr>
                <p:cNvPicPr/>
                <p:nvPr/>
              </p:nvPicPr>
              <p:blipFill>
                <a:blip r:embed="rId578"/>
                <a:stretch>
                  <a:fillRect/>
                </a:stretch>
              </p:blipFill>
              <p:spPr>
                <a:xfrm>
                  <a:off x="9831758" y="5645736"/>
                  <a:ext cx="1548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579">
              <p14:nvContentPartPr>
                <p14:cNvPr id="649" name="Ink 648">
                  <a:extLst>
                    <a:ext uri="{FF2B5EF4-FFF2-40B4-BE49-F238E27FC236}">
                      <a16:creationId xmlns:a16="http://schemas.microsoft.com/office/drawing/2014/main" id="{1EC0B222-5669-80D6-D2ED-3146B3ACB2D5}"/>
                    </a:ext>
                  </a:extLst>
                </p14:cNvPr>
                <p14:cNvContentPartPr/>
                <p14:nvPr/>
              </p14:nvContentPartPr>
              <p14:xfrm>
                <a:off x="9768758" y="5372136"/>
                <a:ext cx="173880" cy="122040"/>
              </p14:xfrm>
            </p:contentPart>
          </mc:Choice>
          <mc:Fallback>
            <p:pic>
              <p:nvPicPr>
                <p:cNvPr id="649" name="Ink 648">
                  <a:extLst>
                    <a:ext uri="{FF2B5EF4-FFF2-40B4-BE49-F238E27FC236}">
                      <a16:creationId xmlns:a16="http://schemas.microsoft.com/office/drawing/2014/main" id="{1EC0B222-5669-80D6-D2ED-3146B3ACB2D5}"/>
                    </a:ext>
                  </a:extLst>
                </p:cNvPr>
                <p:cNvPicPr/>
                <p:nvPr/>
              </p:nvPicPr>
              <p:blipFill>
                <a:blip r:embed="rId580"/>
                <a:stretch>
                  <a:fillRect/>
                </a:stretch>
              </p:blipFill>
              <p:spPr>
                <a:xfrm>
                  <a:off x="9764438" y="5367816"/>
                  <a:ext cx="18252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581">
              <p14:nvContentPartPr>
                <p14:cNvPr id="650" name="Ink 649">
                  <a:extLst>
                    <a:ext uri="{FF2B5EF4-FFF2-40B4-BE49-F238E27FC236}">
                      <a16:creationId xmlns:a16="http://schemas.microsoft.com/office/drawing/2014/main" id="{DAF3B77D-229D-3A8B-722C-506B15847D8C}"/>
                    </a:ext>
                  </a:extLst>
                </p14:cNvPr>
                <p14:cNvContentPartPr/>
                <p14:nvPr/>
              </p14:nvContentPartPr>
              <p14:xfrm>
                <a:off x="9944078" y="5318496"/>
                <a:ext cx="258120" cy="584280"/>
              </p14:xfrm>
            </p:contentPart>
          </mc:Choice>
          <mc:Fallback>
            <p:pic>
              <p:nvPicPr>
                <p:cNvPr id="650" name="Ink 649">
                  <a:extLst>
                    <a:ext uri="{FF2B5EF4-FFF2-40B4-BE49-F238E27FC236}">
                      <a16:creationId xmlns:a16="http://schemas.microsoft.com/office/drawing/2014/main" id="{DAF3B77D-229D-3A8B-722C-506B15847D8C}"/>
                    </a:ext>
                  </a:extLst>
                </p:cNvPr>
                <p:cNvPicPr/>
                <p:nvPr/>
              </p:nvPicPr>
              <p:blipFill>
                <a:blip r:embed="rId582"/>
                <a:stretch>
                  <a:fillRect/>
                </a:stretch>
              </p:blipFill>
              <p:spPr>
                <a:xfrm>
                  <a:off x="9939758" y="5314176"/>
                  <a:ext cx="266760" cy="592920"/>
                </a:xfrm>
                <a:prstGeom prst="rect">
                  <a:avLst/>
                </a:prstGeom>
              </p:spPr>
            </p:pic>
          </mc:Fallback>
        </mc:AlternateContent>
        <mc:AlternateContent xmlns:mc="http://schemas.openxmlformats.org/markup-compatibility/2006">
          <mc:Choice xmlns:p14="http://schemas.microsoft.com/office/powerpoint/2010/main" Requires="p14">
            <p:contentPart p14:bwMode="auto" r:id="rId583">
              <p14:nvContentPartPr>
                <p14:cNvPr id="651" name="Ink 650">
                  <a:extLst>
                    <a:ext uri="{FF2B5EF4-FFF2-40B4-BE49-F238E27FC236}">
                      <a16:creationId xmlns:a16="http://schemas.microsoft.com/office/drawing/2014/main" id="{5DE00734-7865-5E25-94E1-2556D9C884BC}"/>
                    </a:ext>
                  </a:extLst>
                </p14:cNvPr>
                <p14:cNvContentPartPr/>
                <p14:nvPr/>
              </p14:nvContentPartPr>
              <p14:xfrm>
                <a:off x="10332878" y="5632056"/>
                <a:ext cx="114120" cy="22320"/>
              </p14:xfrm>
            </p:contentPart>
          </mc:Choice>
          <mc:Fallback>
            <p:pic>
              <p:nvPicPr>
                <p:cNvPr id="651" name="Ink 650">
                  <a:extLst>
                    <a:ext uri="{FF2B5EF4-FFF2-40B4-BE49-F238E27FC236}">
                      <a16:creationId xmlns:a16="http://schemas.microsoft.com/office/drawing/2014/main" id="{5DE00734-7865-5E25-94E1-2556D9C884BC}"/>
                    </a:ext>
                  </a:extLst>
                </p:cNvPr>
                <p:cNvPicPr/>
                <p:nvPr/>
              </p:nvPicPr>
              <p:blipFill>
                <a:blip r:embed="rId584"/>
                <a:stretch>
                  <a:fillRect/>
                </a:stretch>
              </p:blipFill>
              <p:spPr>
                <a:xfrm>
                  <a:off x="10328558" y="5627736"/>
                  <a:ext cx="12276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585">
              <p14:nvContentPartPr>
                <p14:cNvPr id="652" name="Ink 651">
                  <a:extLst>
                    <a:ext uri="{FF2B5EF4-FFF2-40B4-BE49-F238E27FC236}">
                      <a16:creationId xmlns:a16="http://schemas.microsoft.com/office/drawing/2014/main" id="{7899F1EA-F7B5-1A33-D566-B5368AB86A89}"/>
                    </a:ext>
                  </a:extLst>
                </p14:cNvPr>
                <p14:cNvContentPartPr/>
                <p14:nvPr/>
              </p14:nvContentPartPr>
              <p14:xfrm>
                <a:off x="10327118" y="5696496"/>
                <a:ext cx="126000" cy="18000"/>
              </p14:xfrm>
            </p:contentPart>
          </mc:Choice>
          <mc:Fallback>
            <p:pic>
              <p:nvPicPr>
                <p:cNvPr id="652" name="Ink 651">
                  <a:extLst>
                    <a:ext uri="{FF2B5EF4-FFF2-40B4-BE49-F238E27FC236}">
                      <a16:creationId xmlns:a16="http://schemas.microsoft.com/office/drawing/2014/main" id="{7899F1EA-F7B5-1A33-D566-B5368AB86A89}"/>
                    </a:ext>
                  </a:extLst>
                </p:cNvPr>
                <p:cNvPicPr/>
                <p:nvPr/>
              </p:nvPicPr>
              <p:blipFill>
                <a:blip r:embed="rId586"/>
                <a:stretch>
                  <a:fillRect/>
                </a:stretch>
              </p:blipFill>
              <p:spPr>
                <a:xfrm>
                  <a:off x="10322798" y="5692176"/>
                  <a:ext cx="13464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587">
              <p14:nvContentPartPr>
                <p14:cNvPr id="654" name="Ink 653">
                  <a:extLst>
                    <a:ext uri="{FF2B5EF4-FFF2-40B4-BE49-F238E27FC236}">
                      <a16:creationId xmlns:a16="http://schemas.microsoft.com/office/drawing/2014/main" id="{D62019A5-A7B7-9C57-9642-A04DDEE21789}"/>
                    </a:ext>
                  </a:extLst>
                </p14:cNvPr>
                <p14:cNvContentPartPr/>
                <p14:nvPr/>
              </p14:nvContentPartPr>
              <p14:xfrm>
                <a:off x="10657598" y="5509296"/>
                <a:ext cx="283680" cy="229680"/>
              </p14:xfrm>
            </p:contentPart>
          </mc:Choice>
          <mc:Fallback>
            <p:pic>
              <p:nvPicPr>
                <p:cNvPr id="654" name="Ink 653">
                  <a:extLst>
                    <a:ext uri="{FF2B5EF4-FFF2-40B4-BE49-F238E27FC236}">
                      <a16:creationId xmlns:a16="http://schemas.microsoft.com/office/drawing/2014/main" id="{D62019A5-A7B7-9C57-9642-A04DDEE21789}"/>
                    </a:ext>
                  </a:extLst>
                </p:cNvPr>
                <p:cNvPicPr/>
                <p:nvPr/>
              </p:nvPicPr>
              <p:blipFill>
                <a:blip r:embed="rId588"/>
                <a:stretch>
                  <a:fillRect/>
                </a:stretch>
              </p:blipFill>
              <p:spPr>
                <a:xfrm>
                  <a:off x="10653278" y="5504976"/>
                  <a:ext cx="29232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589">
              <p14:nvContentPartPr>
                <p14:cNvPr id="714" name="Ink 713">
                  <a:extLst>
                    <a:ext uri="{FF2B5EF4-FFF2-40B4-BE49-F238E27FC236}">
                      <a16:creationId xmlns:a16="http://schemas.microsoft.com/office/drawing/2014/main" id="{5380FD30-20B7-47F8-5828-6B5987C3F0F4}"/>
                    </a:ext>
                  </a:extLst>
                </p14:cNvPr>
                <p14:cNvContentPartPr/>
                <p14:nvPr/>
              </p14:nvContentPartPr>
              <p14:xfrm>
                <a:off x="9739238" y="5694696"/>
                <a:ext cx="165600" cy="213120"/>
              </p14:xfrm>
            </p:contentPart>
          </mc:Choice>
          <mc:Fallback>
            <p:pic>
              <p:nvPicPr>
                <p:cNvPr id="714" name="Ink 713">
                  <a:extLst>
                    <a:ext uri="{FF2B5EF4-FFF2-40B4-BE49-F238E27FC236}">
                      <a16:creationId xmlns:a16="http://schemas.microsoft.com/office/drawing/2014/main" id="{5380FD30-20B7-47F8-5828-6B5987C3F0F4}"/>
                    </a:ext>
                  </a:extLst>
                </p:cNvPr>
                <p:cNvPicPr/>
                <p:nvPr/>
              </p:nvPicPr>
              <p:blipFill>
                <a:blip r:embed="rId590"/>
                <a:stretch>
                  <a:fillRect/>
                </a:stretch>
              </p:blipFill>
              <p:spPr>
                <a:xfrm>
                  <a:off x="9734918" y="5690376"/>
                  <a:ext cx="17424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591">
              <p14:nvContentPartPr>
                <p14:cNvPr id="715" name="Ink 714">
                  <a:extLst>
                    <a:ext uri="{FF2B5EF4-FFF2-40B4-BE49-F238E27FC236}">
                      <a16:creationId xmlns:a16="http://schemas.microsoft.com/office/drawing/2014/main" id="{C6491D13-6135-6B5C-F614-ED4B2804F22F}"/>
                    </a:ext>
                  </a:extLst>
                </p14:cNvPr>
                <p14:cNvContentPartPr/>
                <p14:nvPr/>
              </p14:nvContentPartPr>
              <p14:xfrm>
                <a:off x="9717278" y="5688936"/>
                <a:ext cx="210240" cy="244080"/>
              </p14:xfrm>
            </p:contentPart>
          </mc:Choice>
          <mc:Fallback>
            <p:pic>
              <p:nvPicPr>
                <p:cNvPr id="715" name="Ink 714">
                  <a:extLst>
                    <a:ext uri="{FF2B5EF4-FFF2-40B4-BE49-F238E27FC236}">
                      <a16:creationId xmlns:a16="http://schemas.microsoft.com/office/drawing/2014/main" id="{C6491D13-6135-6B5C-F614-ED4B2804F22F}"/>
                    </a:ext>
                  </a:extLst>
                </p:cNvPr>
                <p:cNvPicPr/>
                <p:nvPr/>
              </p:nvPicPr>
              <p:blipFill>
                <a:blip r:embed="rId592"/>
                <a:stretch>
                  <a:fillRect/>
                </a:stretch>
              </p:blipFill>
              <p:spPr>
                <a:xfrm>
                  <a:off x="9712958" y="5684616"/>
                  <a:ext cx="21888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593">
              <p14:nvContentPartPr>
                <p14:cNvPr id="717" name="Ink 716">
                  <a:extLst>
                    <a:ext uri="{FF2B5EF4-FFF2-40B4-BE49-F238E27FC236}">
                      <a16:creationId xmlns:a16="http://schemas.microsoft.com/office/drawing/2014/main" id="{F4C1A9ED-160C-3C75-993D-09BA1979A532}"/>
                    </a:ext>
                  </a:extLst>
                </p14:cNvPr>
                <p14:cNvContentPartPr/>
                <p14:nvPr/>
              </p14:nvContentPartPr>
              <p14:xfrm>
                <a:off x="7652318" y="5129856"/>
                <a:ext cx="49320" cy="60480"/>
              </p14:xfrm>
            </p:contentPart>
          </mc:Choice>
          <mc:Fallback>
            <p:pic>
              <p:nvPicPr>
                <p:cNvPr id="717" name="Ink 716">
                  <a:extLst>
                    <a:ext uri="{FF2B5EF4-FFF2-40B4-BE49-F238E27FC236}">
                      <a16:creationId xmlns:a16="http://schemas.microsoft.com/office/drawing/2014/main" id="{F4C1A9ED-160C-3C75-993D-09BA1979A532}"/>
                    </a:ext>
                  </a:extLst>
                </p:cNvPr>
                <p:cNvPicPr/>
                <p:nvPr/>
              </p:nvPicPr>
              <p:blipFill>
                <a:blip r:embed="rId594"/>
                <a:stretch>
                  <a:fillRect/>
                </a:stretch>
              </p:blipFill>
              <p:spPr>
                <a:xfrm>
                  <a:off x="7647998" y="5125536"/>
                  <a:ext cx="5796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595">
              <p14:nvContentPartPr>
                <p14:cNvPr id="718" name="Ink 717">
                  <a:extLst>
                    <a:ext uri="{FF2B5EF4-FFF2-40B4-BE49-F238E27FC236}">
                      <a16:creationId xmlns:a16="http://schemas.microsoft.com/office/drawing/2014/main" id="{C2C12D52-FD76-2F3D-F559-5E2DB2002C54}"/>
                    </a:ext>
                  </a:extLst>
                </p14:cNvPr>
                <p14:cNvContentPartPr/>
                <p14:nvPr/>
              </p14:nvContentPartPr>
              <p14:xfrm>
                <a:off x="7257038" y="4904856"/>
                <a:ext cx="577800" cy="464040"/>
              </p14:xfrm>
            </p:contentPart>
          </mc:Choice>
          <mc:Fallback>
            <p:pic>
              <p:nvPicPr>
                <p:cNvPr id="718" name="Ink 717">
                  <a:extLst>
                    <a:ext uri="{FF2B5EF4-FFF2-40B4-BE49-F238E27FC236}">
                      <a16:creationId xmlns:a16="http://schemas.microsoft.com/office/drawing/2014/main" id="{C2C12D52-FD76-2F3D-F559-5E2DB2002C54}"/>
                    </a:ext>
                  </a:extLst>
                </p:cNvPr>
                <p:cNvPicPr/>
                <p:nvPr/>
              </p:nvPicPr>
              <p:blipFill>
                <a:blip r:embed="rId596"/>
                <a:stretch>
                  <a:fillRect/>
                </a:stretch>
              </p:blipFill>
              <p:spPr>
                <a:xfrm>
                  <a:off x="7252718" y="4900536"/>
                  <a:ext cx="586440" cy="472680"/>
                </a:xfrm>
                <a:prstGeom prst="rect">
                  <a:avLst/>
                </a:prstGeom>
              </p:spPr>
            </p:pic>
          </mc:Fallback>
        </mc:AlternateContent>
        <mc:AlternateContent xmlns:mc="http://schemas.openxmlformats.org/markup-compatibility/2006">
          <mc:Choice xmlns:p14="http://schemas.microsoft.com/office/powerpoint/2010/main" Requires="p14">
            <p:contentPart p14:bwMode="auto" r:id="rId597">
              <p14:nvContentPartPr>
                <p14:cNvPr id="720" name="Ink 719">
                  <a:extLst>
                    <a:ext uri="{FF2B5EF4-FFF2-40B4-BE49-F238E27FC236}">
                      <a16:creationId xmlns:a16="http://schemas.microsoft.com/office/drawing/2014/main" id="{149F4C36-4C6D-5B62-4E23-F64FC9BD5CB8}"/>
                    </a:ext>
                  </a:extLst>
                </p14:cNvPr>
                <p14:cNvContentPartPr/>
                <p14:nvPr/>
              </p14:nvContentPartPr>
              <p14:xfrm>
                <a:off x="10743998" y="5827896"/>
                <a:ext cx="308520" cy="55080"/>
              </p14:xfrm>
            </p:contentPart>
          </mc:Choice>
          <mc:Fallback>
            <p:pic>
              <p:nvPicPr>
                <p:cNvPr id="720" name="Ink 719">
                  <a:extLst>
                    <a:ext uri="{FF2B5EF4-FFF2-40B4-BE49-F238E27FC236}">
                      <a16:creationId xmlns:a16="http://schemas.microsoft.com/office/drawing/2014/main" id="{149F4C36-4C6D-5B62-4E23-F64FC9BD5CB8}"/>
                    </a:ext>
                  </a:extLst>
                </p:cNvPr>
                <p:cNvPicPr/>
                <p:nvPr/>
              </p:nvPicPr>
              <p:blipFill>
                <a:blip r:embed="rId598"/>
                <a:stretch>
                  <a:fillRect/>
                </a:stretch>
              </p:blipFill>
              <p:spPr>
                <a:xfrm>
                  <a:off x="10739678" y="5823576"/>
                  <a:ext cx="317160" cy="63720"/>
                </a:xfrm>
                <a:prstGeom prst="rect">
                  <a:avLst/>
                </a:prstGeom>
              </p:spPr>
            </p:pic>
          </mc:Fallback>
        </mc:AlternateContent>
        <mc:AlternateContent xmlns:mc="http://schemas.openxmlformats.org/markup-compatibility/2006">
          <mc:Choice xmlns:p14="http://schemas.microsoft.com/office/powerpoint/2010/main" Requires="p14">
            <p:contentPart p14:bwMode="auto" r:id="rId599">
              <p14:nvContentPartPr>
                <p14:cNvPr id="721" name="Ink 720">
                  <a:extLst>
                    <a:ext uri="{FF2B5EF4-FFF2-40B4-BE49-F238E27FC236}">
                      <a16:creationId xmlns:a16="http://schemas.microsoft.com/office/drawing/2014/main" id="{65966DDC-F034-0040-9BEB-024F6642D678}"/>
                    </a:ext>
                  </a:extLst>
                </p14:cNvPr>
                <p14:cNvContentPartPr/>
                <p14:nvPr/>
              </p14:nvContentPartPr>
              <p14:xfrm>
                <a:off x="10705478" y="5924376"/>
                <a:ext cx="300960" cy="38880"/>
              </p14:xfrm>
            </p:contentPart>
          </mc:Choice>
          <mc:Fallback>
            <p:pic>
              <p:nvPicPr>
                <p:cNvPr id="721" name="Ink 720">
                  <a:extLst>
                    <a:ext uri="{FF2B5EF4-FFF2-40B4-BE49-F238E27FC236}">
                      <a16:creationId xmlns:a16="http://schemas.microsoft.com/office/drawing/2014/main" id="{65966DDC-F034-0040-9BEB-024F6642D678}"/>
                    </a:ext>
                  </a:extLst>
                </p:cNvPr>
                <p:cNvPicPr/>
                <p:nvPr/>
              </p:nvPicPr>
              <p:blipFill>
                <a:blip r:embed="rId600"/>
                <a:stretch>
                  <a:fillRect/>
                </a:stretch>
              </p:blipFill>
              <p:spPr>
                <a:xfrm>
                  <a:off x="10701158" y="5920056"/>
                  <a:ext cx="30960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601">
              <p14:nvContentPartPr>
                <p14:cNvPr id="722" name="Ink 721">
                  <a:extLst>
                    <a:ext uri="{FF2B5EF4-FFF2-40B4-BE49-F238E27FC236}">
                      <a16:creationId xmlns:a16="http://schemas.microsoft.com/office/drawing/2014/main" id="{9B2F886A-4F21-8848-3961-910D1E492E77}"/>
                    </a:ext>
                  </a:extLst>
                </p14:cNvPr>
                <p14:cNvContentPartPr/>
                <p14:nvPr/>
              </p14:nvContentPartPr>
              <p14:xfrm>
                <a:off x="11096438" y="5584896"/>
                <a:ext cx="142560" cy="24120"/>
              </p14:xfrm>
            </p:contentPart>
          </mc:Choice>
          <mc:Fallback>
            <p:pic>
              <p:nvPicPr>
                <p:cNvPr id="722" name="Ink 721">
                  <a:extLst>
                    <a:ext uri="{FF2B5EF4-FFF2-40B4-BE49-F238E27FC236}">
                      <a16:creationId xmlns:a16="http://schemas.microsoft.com/office/drawing/2014/main" id="{9B2F886A-4F21-8848-3961-910D1E492E77}"/>
                    </a:ext>
                  </a:extLst>
                </p:cNvPr>
                <p:cNvPicPr/>
                <p:nvPr/>
              </p:nvPicPr>
              <p:blipFill>
                <a:blip r:embed="rId602"/>
                <a:stretch>
                  <a:fillRect/>
                </a:stretch>
              </p:blipFill>
              <p:spPr>
                <a:xfrm>
                  <a:off x="11092118" y="5580576"/>
                  <a:ext cx="15120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603">
              <p14:nvContentPartPr>
                <p14:cNvPr id="723" name="Ink 722">
                  <a:extLst>
                    <a:ext uri="{FF2B5EF4-FFF2-40B4-BE49-F238E27FC236}">
                      <a16:creationId xmlns:a16="http://schemas.microsoft.com/office/drawing/2014/main" id="{1398A733-5CE4-1F42-E1DA-F8D37A9E0F57}"/>
                    </a:ext>
                  </a:extLst>
                </p14:cNvPr>
                <p14:cNvContentPartPr/>
                <p14:nvPr/>
              </p14:nvContentPartPr>
              <p14:xfrm>
                <a:off x="11118038" y="5632056"/>
                <a:ext cx="198000" cy="38880"/>
              </p14:xfrm>
            </p:contentPart>
          </mc:Choice>
          <mc:Fallback>
            <p:pic>
              <p:nvPicPr>
                <p:cNvPr id="723" name="Ink 722">
                  <a:extLst>
                    <a:ext uri="{FF2B5EF4-FFF2-40B4-BE49-F238E27FC236}">
                      <a16:creationId xmlns:a16="http://schemas.microsoft.com/office/drawing/2014/main" id="{1398A733-5CE4-1F42-E1DA-F8D37A9E0F57}"/>
                    </a:ext>
                  </a:extLst>
                </p:cNvPr>
                <p:cNvPicPr/>
                <p:nvPr/>
              </p:nvPicPr>
              <p:blipFill>
                <a:blip r:embed="rId604"/>
                <a:stretch>
                  <a:fillRect/>
                </a:stretch>
              </p:blipFill>
              <p:spPr>
                <a:xfrm>
                  <a:off x="11113718" y="5627736"/>
                  <a:ext cx="20664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605">
              <p14:nvContentPartPr>
                <p14:cNvPr id="724" name="Ink 723">
                  <a:extLst>
                    <a:ext uri="{FF2B5EF4-FFF2-40B4-BE49-F238E27FC236}">
                      <a16:creationId xmlns:a16="http://schemas.microsoft.com/office/drawing/2014/main" id="{9A3F25C9-F217-CAE8-3339-8CCC7AE0EE60}"/>
                    </a:ext>
                  </a:extLst>
                </p14:cNvPr>
                <p14:cNvContentPartPr/>
                <p14:nvPr/>
              </p14:nvContentPartPr>
              <p14:xfrm>
                <a:off x="11362838" y="5521896"/>
                <a:ext cx="85680" cy="154080"/>
              </p14:xfrm>
            </p:contentPart>
          </mc:Choice>
          <mc:Fallback>
            <p:pic>
              <p:nvPicPr>
                <p:cNvPr id="724" name="Ink 723">
                  <a:extLst>
                    <a:ext uri="{FF2B5EF4-FFF2-40B4-BE49-F238E27FC236}">
                      <a16:creationId xmlns:a16="http://schemas.microsoft.com/office/drawing/2014/main" id="{9A3F25C9-F217-CAE8-3339-8CCC7AE0EE60}"/>
                    </a:ext>
                  </a:extLst>
                </p:cNvPr>
                <p:cNvPicPr/>
                <p:nvPr/>
              </p:nvPicPr>
              <p:blipFill>
                <a:blip r:embed="rId606"/>
                <a:stretch>
                  <a:fillRect/>
                </a:stretch>
              </p:blipFill>
              <p:spPr>
                <a:xfrm>
                  <a:off x="11358518" y="5517576"/>
                  <a:ext cx="9432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607">
              <p14:nvContentPartPr>
                <p14:cNvPr id="725" name="Ink 724">
                  <a:extLst>
                    <a:ext uri="{FF2B5EF4-FFF2-40B4-BE49-F238E27FC236}">
                      <a16:creationId xmlns:a16="http://schemas.microsoft.com/office/drawing/2014/main" id="{DDEB499A-6C9B-13AB-6946-C82EB9855D94}"/>
                    </a:ext>
                  </a:extLst>
                </p14:cNvPr>
                <p14:cNvContentPartPr/>
                <p14:nvPr/>
              </p14:nvContentPartPr>
              <p14:xfrm>
                <a:off x="11533478" y="5584176"/>
                <a:ext cx="5040" cy="3240"/>
              </p14:xfrm>
            </p:contentPart>
          </mc:Choice>
          <mc:Fallback>
            <p:pic>
              <p:nvPicPr>
                <p:cNvPr id="725" name="Ink 724">
                  <a:extLst>
                    <a:ext uri="{FF2B5EF4-FFF2-40B4-BE49-F238E27FC236}">
                      <a16:creationId xmlns:a16="http://schemas.microsoft.com/office/drawing/2014/main" id="{DDEB499A-6C9B-13AB-6946-C82EB9855D94}"/>
                    </a:ext>
                  </a:extLst>
                </p:cNvPr>
                <p:cNvPicPr/>
                <p:nvPr/>
              </p:nvPicPr>
              <p:blipFill>
                <a:blip r:embed="rId19"/>
                <a:stretch>
                  <a:fillRect/>
                </a:stretch>
              </p:blipFill>
              <p:spPr>
                <a:xfrm>
                  <a:off x="11529158" y="5579856"/>
                  <a:ext cx="13680" cy="11880"/>
                </a:xfrm>
                <a:prstGeom prst="rect">
                  <a:avLst/>
                </a:prstGeom>
              </p:spPr>
            </p:pic>
          </mc:Fallback>
        </mc:AlternateContent>
        <mc:AlternateContent xmlns:mc="http://schemas.openxmlformats.org/markup-compatibility/2006">
          <mc:Choice xmlns:p14="http://schemas.microsoft.com/office/powerpoint/2010/main" Requires="p14">
            <p:contentPart p14:bwMode="auto" r:id="rId608">
              <p14:nvContentPartPr>
                <p14:cNvPr id="726" name="Ink 725">
                  <a:extLst>
                    <a:ext uri="{FF2B5EF4-FFF2-40B4-BE49-F238E27FC236}">
                      <a16:creationId xmlns:a16="http://schemas.microsoft.com/office/drawing/2014/main" id="{EF620849-66D0-8791-3EBD-F1A1CC289C5C}"/>
                    </a:ext>
                  </a:extLst>
                </p14:cNvPr>
                <p14:cNvContentPartPr/>
                <p14:nvPr/>
              </p14:nvContentPartPr>
              <p14:xfrm>
                <a:off x="11623838" y="5541696"/>
                <a:ext cx="99720" cy="119880"/>
              </p14:xfrm>
            </p:contentPart>
          </mc:Choice>
          <mc:Fallback>
            <p:pic>
              <p:nvPicPr>
                <p:cNvPr id="726" name="Ink 725">
                  <a:extLst>
                    <a:ext uri="{FF2B5EF4-FFF2-40B4-BE49-F238E27FC236}">
                      <a16:creationId xmlns:a16="http://schemas.microsoft.com/office/drawing/2014/main" id="{EF620849-66D0-8791-3EBD-F1A1CC289C5C}"/>
                    </a:ext>
                  </a:extLst>
                </p:cNvPr>
                <p:cNvPicPr/>
                <p:nvPr/>
              </p:nvPicPr>
              <p:blipFill>
                <a:blip r:embed="rId609"/>
                <a:stretch>
                  <a:fillRect/>
                </a:stretch>
              </p:blipFill>
              <p:spPr>
                <a:xfrm>
                  <a:off x="11619518" y="5537376"/>
                  <a:ext cx="10836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610">
              <p14:nvContentPartPr>
                <p14:cNvPr id="727" name="Ink 726">
                  <a:extLst>
                    <a:ext uri="{FF2B5EF4-FFF2-40B4-BE49-F238E27FC236}">
                      <a16:creationId xmlns:a16="http://schemas.microsoft.com/office/drawing/2014/main" id="{2FAAD28E-9296-4116-8D1C-2CDFA94BBA4C}"/>
                    </a:ext>
                  </a:extLst>
                </p14:cNvPr>
                <p14:cNvContentPartPr/>
                <p14:nvPr/>
              </p14:nvContentPartPr>
              <p14:xfrm>
                <a:off x="11778638" y="5512536"/>
                <a:ext cx="98640" cy="166320"/>
              </p14:xfrm>
            </p:contentPart>
          </mc:Choice>
          <mc:Fallback>
            <p:pic>
              <p:nvPicPr>
                <p:cNvPr id="727" name="Ink 726">
                  <a:extLst>
                    <a:ext uri="{FF2B5EF4-FFF2-40B4-BE49-F238E27FC236}">
                      <a16:creationId xmlns:a16="http://schemas.microsoft.com/office/drawing/2014/main" id="{2FAAD28E-9296-4116-8D1C-2CDFA94BBA4C}"/>
                    </a:ext>
                  </a:extLst>
                </p:cNvPr>
                <p:cNvPicPr/>
                <p:nvPr/>
              </p:nvPicPr>
              <p:blipFill>
                <a:blip r:embed="rId611"/>
                <a:stretch>
                  <a:fillRect/>
                </a:stretch>
              </p:blipFill>
              <p:spPr>
                <a:xfrm>
                  <a:off x="11774318" y="5508216"/>
                  <a:ext cx="10728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612">
              <p14:nvContentPartPr>
                <p14:cNvPr id="728" name="Ink 727">
                  <a:extLst>
                    <a:ext uri="{FF2B5EF4-FFF2-40B4-BE49-F238E27FC236}">
                      <a16:creationId xmlns:a16="http://schemas.microsoft.com/office/drawing/2014/main" id="{61B3A3AF-A0BC-2E24-8020-0B71316783FF}"/>
                    </a:ext>
                  </a:extLst>
                </p14:cNvPr>
                <p14:cNvContentPartPr/>
                <p14:nvPr/>
              </p14:nvContentPartPr>
              <p14:xfrm>
                <a:off x="11830478" y="5483016"/>
                <a:ext cx="188640" cy="56160"/>
              </p14:xfrm>
            </p:contentPart>
          </mc:Choice>
          <mc:Fallback>
            <p:pic>
              <p:nvPicPr>
                <p:cNvPr id="728" name="Ink 727">
                  <a:extLst>
                    <a:ext uri="{FF2B5EF4-FFF2-40B4-BE49-F238E27FC236}">
                      <a16:creationId xmlns:a16="http://schemas.microsoft.com/office/drawing/2014/main" id="{61B3A3AF-A0BC-2E24-8020-0B71316783FF}"/>
                    </a:ext>
                  </a:extLst>
                </p:cNvPr>
                <p:cNvPicPr/>
                <p:nvPr/>
              </p:nvPicPr>
              <p:blipFill>
                <a:blip r:embed="rId613"/>
                <a:stretch>
                  <a:fillRect/>
                </a:stretch>
              </p:blipFill>
              <p:spPr>
                <a:xfrm>
                  <a:off x="11826158" y="5478696"/>
                  <a:ext cx="19728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614">
              <p14:nvContentPartPr>
                <p14:cNvPr id="688" name="Ink 687">
                  <a:extLst>
                    <a:ext uri="{FF2B5EF4-FFF2-40B4-BE49-F238E27FC236}">
                      <a16:creationId xmlns:a16="http://schemas.microsoft.com/office/drawing/2014/main" id="{7D163013-96EF-C3E7-25D1-7C80E19D0F95}"/>
                    </a:ext>
                  </a:extLst>
                </p14:cNvPr>
                <p14:cNvContentPartPr/>
                <p14:nvPr/>
              </p14:nvContentPartPr>
              <p14:xfrm>
                <a:off x="9838238" y="4057416"/>
                <a:ext cx="293040" cy="204120"/>
              </p14:xfrm>
            </p:contentPart>
          </mc:Choice>
          <mc:Fallback>
            <p:pic>
              <p:nvPicPr>
                <p:cNvPr id="688" name="Ink 687">
                  <a:extLst>
                    <a:ext uri="{FF2B5EF4-FFF2-40B4-BE49-F238E27FC236}">
                      <a16:creationId xmlns:a16="http://schemas.microsoft.com/office/drawing/2014/main" id="{7D163013-96EF-C3E7-25D1-7C80E19D0F95}"/>
                    </a:ext>
                  </a:extLst>
                </p:cNvPr>
                <p:cNvPicPr/>
                <p:nvPr/>
              </p:nvPicPr>
              <p:blipFill>
                <a:blip r:embed="rId615"/>
                <a:stretch>
                  <a:fillRect/>
                </a:stretch>
              </p:blipFill>
              <p:spPr>
                <a:xfrm>
                  <a:off x="9833918" y="4053096"/>
                  <a:ext cx="301680" cy="212760"/>
                </a:xfrm>
                <a:prstGeom prst="rect">
                  <a:avLst/>
                </a:prstGeom>
              </p:spPr>
            </p:pic>
          </mc:Fallback>
        </mc:AlternateContent>
        <mc:AlternateContent xmlns:mc="http://schemas.openxmlformats.org/markup-compatibility/2006">
          <mc:Choice xmlns:p14="http://schemas.microsoft.com/office/powerpoint/2010/main" Requires="p14">
            <p:contentPart p14:bwMode="auto" r:id="rId616">
              <p14:nvContentPartPr>
                <p14:cNvPr id="689" name="Ink 688">
                  <a:extLst>
                    <a:ext uri="{FF2B5EF4-FFF2-40B4-BE49-F238E27FC236}">
                      <a16:creationId xmlns:a16="http://schemas.microsoft.com/office/drawing/2014/main" id="{52FEC9E7-6691-6917-0A88-94E507A8D47A}"/>
                    </a:ext>
                  </a:extLst>
                </p14:cNvPr>
                <p14:cNvContentPartPr/>
                <p14:nvPr/>
              </p14:nvContentPartPr>
              <p14:xfrm>
                <a:off x="9905198" y="4036896"/>
                <a:ext cx="132120" cy="224280"/>
              </p14:xfrm>
            </p:contentPart>
          </mc:Choice>
          <mc:Fallback>
            <p:pic>
              <p:nvPicPr>
                <p:cNvPr id="689" name="Ink 688">
                  <a:extLst>
                    <a:ext uri="{FF2B5EF4-FFF2-40B4-BE49-F238E27FC236}">
                      <a16:creationId xmlns:a16="http://schemas.microsoft.com/office/drawing/2014/main" id="{52FEC9E7-6691-6917-0A88-94E507A8D47A}"/>
                    </a:ext>
                  </a:extLst>
                </p:cNvPr>
                <p:cNvPicPr/>
                <p:nvPr/>
              </p:nvPicPr>
              <p:blipFill>
                <a:blip r:embed="rId617"/>
                <a:stretch>
                  <a:fillRect/>
                </a:stretch>
              </p:blipFill>
              <p:spPr>
                <a:xfrm>
                  <a:off x="9900878" y="4032576"/>
                  <a:ext cx="14076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618">
              <p14:nvContentPartPr>
                <p14:cNvPr id="690" name="Ink 689">
                  <a:extLst>
                    <a:ext uri="{FF2B5EF4-FFF2-40B4-BE49-F238E27FC236}">
                      <a16:creationId xmlns:a16="http://schemas.microsoft.com/office/drawing/2014/main" id="{8CAF6A43-08AD-8CD8-33A8-E187C285634D}"/>
                    </a:ext>
                  </a:extLst>
                </p14:cNvPr>
                <p14:cNvContentPartPr/>
                <p14:nvPr/>
              </p14:nvContentPartPr>
              <p14:xfrm>
                <a:off x="10148918" y="4234536"/>
                <a:ext cx="13680" cy="154800"/>
              </p14:xfrm>
            </p:contentPart>
          </mc:Choice>
          <mc:Fallback>
            <p:pic>
              <p:nvPicPr>
                <p:cNvPr id="690" name="Ink 689">
                  <a:extLst>
                    <a:ext uri="{FF2B5EF4-FFF2-40B4-BE49-F238E27FC236}">
                      <a16:creationId xmlns:a16="http://schemas.microsoft.com/office/drawing/2014/main" id="{8CAF6A43-08AD-8CD8-33A8-E187C285634D}"/>
                    </a:ext>
                  </a:extLst>
                </p:cNvPr>
                <p:cNvPicPr/>
                <p:nvPr/>
              </p:nvPicPr>
              <p:blipFill>
                <a:blip r:embed="rId619"/>
                <a:stretch>
                  <a:fillRect/>
                </a:stretch>
              </p:blipFill>
              <p:spPr>
                <a:xfrm>
                  <a:off x="10144598" y="4230216"/>
                  <a:ext cx="2232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620">
              <p14:nvContentPartPr>
                <p14:cNvPr id="691" name="Ink 690">
                  <a:extLst>
                    <a:ext uri="{FF2B5EF4-FFF2-40B4-BE49-F238E27FC236}">
                      <a16:creationId xmlns:a16="http://schemas.microsoft.com/office/drawing/2014/main" id="{E139EBAA-27C3-DBF7-2164-3BB8C16C0FD2}"/>
                    </a:ext>
                  </a:extLst>
                </p14:cNvPr>
                <p14:cNvContentPartPr/>
                <p14:nvPr/>
              </p14:nvContentPartPr>
              <p14:xfrm>
                <a:off x="10054958" y="3910536"/>
                <a:ext cx="258840" cy="93960"/>
              </p14:xfrm>
            </p:contentPart>
          </mc:Choice>
          <mc:Fallback>
            <p:pic>
              <p:nvPicPr>
                <p:cNvPr id="691" name="Ink 690">
                  <a:extLst>
                    <a:ext uri="{FF2B5EF4-FFF2-40B4-BE49-F238E27FC236}">
                      <a16:creationId xmlns:a16="http://schemas.microsoft.com/office/drawing/2014/main" id="{E139EBAA-27C3-DBF7-2164-3BB8C16C0FD2}"/>
                    </a:ext>
                  </a:extLst>
                </p:cNvPr>
                <p:cNvPicPr/>
                <p:nvPr/>
              </p:nvPicPr>
              <p:blipFill>
                <a:blip r:embed="rId621"/>
                <a:stretch>
                  <a:fillRect/>
                </a:stretch>
              </p:blipFill>
              <p:spPr>
                <a:xfrm>
                  <a:off x="10050638" y="3906216"/>
                  <a:ext cx="26748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622">
              <p14:nvContentPartPr>
                <p14:cNvPr id="693" name="Ink 692">
                  <a:extLst>
                    <a:ext uri="{FF2B5EF4-FFF2-40B4-BE49-F238E27FC236}">
                      <a16:creationId xmlns:a16="http://schemas.microsoft.com/office/drawing/2014/main" id="{0E2FD820-647F-2378-925E-2B4D8243848A}"/>
                    </a:ext>
                  </a:extLst>
                </p14:cNvPr>
                <p14:cNvContentPartPr/>
                <p14:nvPr/>
              </p14:nvContentPartPr>
              <p14:xfrm>
                <a:off x="10427558" y="4104936"/>
                <a:ext cx="166680" cy="16560"/>
              </p14:xfrm>
            </p:contentPart>
          </mc:Choice>
          <mc:Fallback>
            <p:pic>
              <p:nvPicPr>
                <p:cNvPr id="693" name="Ink 692">
                  <a:extLst>
                    <a:ext uri="{FF2B5EF4-FFF2-40B4-BE49-F238E27FC236}">
                      <a16:creationId xmlns:a16="http://schemas.microsoft.com/office/drawing/2014/main" id="{0E2FD820-647F-2378-925E-2B4D8243848A}"/>
                    </a:ext>
                  </a:extLst>
                </p:cNvPr>
                <p:cNvPicPr/>
                <p:nvPr/>
              </p:nvPicPr>
              <p:blipFill>
                <a:blip r:embed="rId623"/>
                <a:stretch>
                  <a:fillRect/>
                </a:stretch>
              </p:blipFill>
              <p:spPr>
                <a:xfrm>
                  <a:off x="10423238" y="4100616"/>
                  <a:ext cx="17532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624">
              <p14:nvContentPartPr>
                <p14:cNvPr id="694" name="Ink 693">
                  <a:extLst>
                    <a:ext uri="{FF2B5EF4-FFF2-40B4-BE49-F238E27FC236}">
                      <a16:creationId xmlns:a16="http://schemas.microsoft.com/office/drawing/2014/main" id="{067EBDC2-E33E-CE8E-98F7-FA79F1FA1408}"/>
                    </a:ext>
                  </a:extLst>
                </p14:cNvPr>
                <p14:cNvContentPartPr/>
                <p14:nvPr/>
              </p14:nvContentPartPr>
              <p14:xfrm>
                <a:off x="10408118" y="4171176"/>
                <a:ext cx="177480" cy="28440"/>
              </p14:xfrm>
            </p:contentPart>
          </mc:Choice>
          <mc:Fallback>
            <p:pic>
              <p:nvPicPr>
                <p:cNvPr id="694" name="Ink 693">
                  <a:extLst>
                    <a:ext uri="{FF2B5EF4-FFF2-40B4-BE49-F238E27FC236}">
                      <a16:creationId xmlns:a16="http://schemas.microsoft.com/office/drawing/2014/main" id="{067EBDC2-E33E-CE8E-98F7-FA79F1FA1408}"/>
                    </a:ext>
                  </a:extLst>
                </p:cNvPr>
                <p:cNvPicPr/>
                <p:nvPr/>
              </p:nvPicPr>
              <p:blipFill>
                <a:blip r:embed="rId625"/>
                <a:stretch>
                  <a:fillRect/>
                </a:stretch>
              </p:blipFill>
              <p:spPr>
                <a:xfrm>
                  <a:off x="10403798" y="4166856"/>
                  <a:ext cx="18612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626">
              <p14:nvContentPartPr>
                <p14:cNvPr id="731" name="Ink 730">
                  <a:extLst>
                    <a:ext uri="{FF2B5EF4-FFF2-40B4-BE49-F238E27FC236}">
                      <a16:creationId xmlns:a16="http://schemas.microsoft.com/office/drawing/2014/main" id="{BB653826-C4EC-CAE0-3AB8-E49F72640850}"/>
                    </a:ext>
                  </a:extLst>
                </p14:cNvPr>
                <p14:cNvContentPartPr/>
                <p14:nvPr/>
              </p14:nvContentPartPr>
              <p14:xfrm>
                <a:off x="10075118" y="4243896"/>
                <a:ext cx="196920" cy="260640"/>
              </p14:xfrm>
            </p:contentPart>
          </mc:Choice>
          <mc:Fallback>
            <p:pic>
              <p:nvPicPr>
                <p:cNvPr id="731" name="Ink 730">
                  <a:extLst>
                    <a:ext uri="{FF2B5EF4-FFF2-40B4-BE49-F238E27FC236}">
                      <a16:creationId xmlns:a16="http://schemas.microsoft.com/office/drawing/2014/main" id="{BB653826-C4EC-CAE0-3AB8-E49F72640850}"/>
                    </a:ext>
                  </a:extLst>
                </p:cNvPr>
                <p:cNvPicPr/>
                <p:nvPr/>
              </p:nvPicPr>
              <p:blipFill>
                <a:blip r:embed="rId627"/>
                <a:stretch>
                  <a:fillRect/>
                </a:stretch>
              </p:blipFill>
              <p:spPr>
                <a:xfrm>
                  <a:off x="10070798" y="4239576"/>
                  <a:ext cx="205560" cy="269280"/>
                </a:xfrm>
                <a:prstGeom prst="rect">
                  <a:avLst/>
                </a:prstGeom>
              </p:spPr>
            </p:pic>
          </mc:Fallback>
        </mc:AlternateContent>
        <mc:AlternateContent xmlns:mc="http://schemas.openxmlformats.org/markup-compatibility/2006">
          <mc:Choice xmlns:p14="http://schemas.microsoft.com/office/powerpoint/2010/main" Requires="p14">
            <p:contentPart p14:bwMode="auto" r:id="rId628">
              <p14:nvContentPartPr>
                <p14:cNvPr id="732" name="Ink 731">
                  <a:extLst>
                    <a:ext uri="{FF2B5EF4-FFF2-40B4-BE49-F238E27FC236}">
                      <a16:creationId xmlns:a16="http://schemas.microsoft.com/office/drawing/2014/main" id="{13361D7D-763D-CBAA-3629-E51403044369}"/>
                    </a:ext>
                  </a:extLst>
                </p14:cNvPr>
                <p14:cNvContentPartPr/>
                <p14:nvPr/>
              </p14:nvContentPartPr>
              <p14:xfrm>
                <a:off x="10039118" y="4241016"/>
                <a:ext cx="266040" cy="276480"/>
              </p14:xfrm>
            </p:contentPart>
          </mc:Choice>
          <mc:Fallback>
            <p:pic>
              <p:nvPicPr>
                <p:cNvPr id="732" name="Ink 731">
                  <a:extLst>
                    <a:ext uri="{FF2B5EF4-FFF2-40B4-BE49-F238E27FC236}">
                      <a16:creationId xmlns:a16="http://schemas.microsoft.com/office/drawing/2014/main" id="{13361D7D-763D-CBAA-3629-E51403044369}"/>
                    </a:ext>
                  </a:extLst>
                </p:cNvPr>
                <p:cNvPicPr/>
                <p:nvPr/>
              </p:nvPicPr>
              <p:blipFill>
                <a:blip r:embed="rId629"/>
                <a:stretch>
                  <a:fillRect/>
                </a:stretch>
              </p:blipFill>
              <p:spPr>
                <a:xfrm>
                  <a:off x="10034798" y="4236696"/>
                  <a:ext cx="274680" cy="285120"/>
                </a:xfrm>
                <a:prstGeom prst="rect">
                  <a:avLst/>
                </a:prstGeom>
              </p:spPr>
            </p:pic>
          </mc:Fallback>
        </mc:AlternateContent>
        <mc:AlternateContent xmlns:mc="http://schemas.openxmlformats.org/markup-compatibility/2006">
          <mc:Choice xmlns:p14="http://schemas.microsoft.com/office/powerpoint/2010/main" Requires="p14">
            <p:contentPart p14:bwMode="auto" r:id="rId630">
              <p14:nvContentPartPr>
                <p14:cNvPr id="765" name="Ink 764">
                  <a:extLst>
                    <a:ext uri="{FF2B5EF4-FFF2-40B4-BE49-F238E27FC236}">
                      <a16:creationId xmlns:a16="http://schemas.microsoft.com/office/drawing/2014/main" id="{92641F48-F062-D702-1927-43EF366D4BD1}"/>
                    </a:ext>
                  </a:extLst>
                </p14:cNvPr>
                <p14:cNvContentPartPr/>
                <p14:nvPr/>
              </p14:nvContentPartPr>
              <p14:xfrm>
                <a:off x="7455038" y="5001221"/>
                <a:ext cx="29880" cy="11520"/>
              </p14:xfrm>
            </p:contentPart>
          </mc:Choice>
          <mc:Fallback>
            <p:pic>
              <p:nvPicPr>
                <p:cNvPr id="765" name="Ink 764">
                  <a:extLst>
                    <a:ext uri="{FF2B5EF4-FFF2-40B4-BE49-F238E27FC236}">
                      <a16:creationId xmlns:a16="http://schemas.microsoft.com/office/drawing/2014/main" id="{92641F48-F062-D702-1927-43EF366D4BD1}"/>
                    </a:ext>
                  </a:extLst>
                </p:cNvPr>
                <p:cNvPicPr/>
                <p:nvPr/>
              </p:nvPicPr>
              <p:blipFill>
                <a:blip r:embed="rId631"/>
                <a:stretch>
                  <a:fillRect/>
                </a:stretch>
              </p:blipFill>
              <p:spPr>
                <a:xfrm>
                  <a:off x="7450718" y="4996901"/>
                  <a:ext cx="3852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632">
              <p14:nvContentPartPr>
                <p14:cNvPr id="766" name="Ink 765">
                  <a:extLst>
                    <a:ext uri="{FF2B5EF4-FFF2-40B4-BE49-F238E27FC236}">
                      <a16:creationId xmlns:a16="http://schemas.microsoft.com/office/drawing/2014/main" id="{7A97BD2A-01D4-84F4-33CC-B680CC9290F1}"/>
                    </a:ext>
                  </a:extLst>
                </p14:cNvPr>
                <p14:cNvContentPartPr/>
                <p14:nvPr/>
              </p14:nvContentPartPr>
              <p14:xfrm>
                <a:off x="7437038" y="5012021"/>
                <a:ext cx="7920" cy="7200"/>
              </p14:xfrm>
            </p:contentPart>
          </mc:Choice>
          <mc:Fallback>
            <p:pic>
              <p:nvPicPr>
                <p:cNvPr id="766" name="Ink 765">
                  <a:extLst>
                    <a:ext uri="{FF2B5EF4-FFF2-40B4-BE49-F238E27FC236}">
                      <a16:creationId xmlns:a16="http://schemas.microsoft.com/office/drawing/2014/main" id="{7A97BD2A-01D4-84F4-33CC-B680CC9290F1}"/>
                    </a:ext>
                  </a:extLst>
                </p:cNvPr>
                <p:cNvPicPr/>
                <p:nvPr/>
              </p:nvPicPr>
              <p:blipFill>
                <a:blip r:embed="rId633"/>
                <a:stretch>
                  <a:fillRect/>
                </a:stretch>
              </p:blipFill>
              <p:spPr>
                <a:xfrm>
                  <a:off x="7432718" y="5007701"/>
                  <a:ext cx="16560" cy="15840"/>
                </a:xfrm>
                <a:prstGeom prst="rect">
                  <a:avLst/>
                </a:prstGeom>
              </p:spPr>
            </p:pic>
          </mc:Fallback>
        </mc:AlternateContent>
        <mc:AlternateContent xmlns:mc="http://schemas.openxmlformats.org/markup-compatibility/2006">
          <mc:Choice xmlns:p14="http://schemas.microsoft.com/office/powerpoint/2010/main" Requires="p14">
            <p:contentPart p14:bwMode="auto" r:id="rId634">
              <p14:nvContentPartPr>
                <p14:cNvPr id="768" name="Ink 767">
                  <a:extLst>
                    <a:ext uri="{FF2B5EF4-FFF2-40B4-BE49-F238E27FC236}">
                      <a16:creationId xmlns:a16="http://schemas.microsoft.com/office/drawing/2014/main" id="{559AC552-BF20-413C-2A10-5495EF9C8646}"/>
                    </a:ext>
                  </a:extLst>
                </p14:cNvPr>
                <p14:cNvContentPartPr/>
                <p14:nvPr/>
              </p14:nvContentPartPr>
              <p14:xfrm>
                <a:off x="7427678" y="4928141"/>
                <a:ext cx="1080" cy="5760"/>
              </p14:xfrm>
            </p:contentPart>
          </mc:Choice>
          <mc:Fallback>
            <p:pic>
              <p:nvPicPr>
                <p:cNvPr id="768" name="Ink 767">
                  <a:extLst>
                    <a:ext uri="{FF2B5EF4-FFF2-40B4-BE49-F238E27FC236}">
                      <a16:creationId xmlns:a16="http://schemas.microsoft.com/office/drawing/2014/main" id="{559AC552-BF20-413C-2A10-5495EF9C8646}"/>
                    </a:ext>
                  </a:extLst>
                </p:cNvPr>
                <p:cNvPicPr/>
                <p:nvPr/>
              </p:nvPicPr>
              <p:blipFill>
                <a:blip r:embed="rId635"/>
                <a:stretch>
                  <a:fillRect/>
                </a:stretch>
              </p:blipFill>
              <p:spPr>
                <a:xfrm>
                  <a:off x="7423358" y="4923821"/>
                  <a:ext cx="9720" cy="14400"/>
                </a:xfrm>
                <a:prstGeom prst="rect">
                  <a:avLst/>
                </a:prstGeom>
              </p:spPr>
            </p:pic>
          </mc:Fallback>
        </mc:AlternateContent>
        <mc:AlternateContent xmlns:mc="http://schemas.openxmlformats.org/markup-compatibility/2006">
          <mc:Choice xmlns:p14="http://schemas.microsoft.com/office/powerpoint/2010/main" Requires="p14">
            <p:contentPart p14:bwMode="auto" r:id="rId636">
              <p14:nvContentPartPr>
                <p14:cNvPr id="779" name="Ink 778">
                  <a:extLst>
                    <a:ext uri="{FF2B5EF4-FFF2-40B4-BE49-F238E27FC236}">
                      <a16:creationId xmlns:a16="http://schemas.microsoft.com/office/drawing/2014/main" id="{0385D771-3B8C-BEC8-68BE-674ED31335CA}"/>
                    </a:ext>
                  </a:extLst>
                </p14:cNvPr>
                <p14:cNvContentPartPr/>
                <p14:nvPr/>
              </p14:nvContentPartPr>
              <p14:xfrm>
                <a:off x="8080718" y="4538621"/>
                <a:ext cx="6840" cy="6480"/>
              </p14:xfrm>
            </p:contentPart>
          </mc:Choice>
          <mc:Fallback>
            <p:pic>
              <p:nvPicPr>
                <p:cNvPr id="779" name="Ink 778">
                  <a:extLst>
                    <a:ext uri="{FF2B5EF4-FFF2-40B4-BE49-F238E27FC236}">
                      <a16:creationId xmlns:a16="http://schemas.microsoft.com/office/drawing/2014/main" id="{0385D771-3B8C-BEC8-68BE-674ED31335CA}"/>
                    </a:ext>
                  </a:extLst>
                </p:cNvPr>
                <p:cNvPicPr/>
                <p:nvPr/>
              </p:nvPicPr>
              <p:blipFill>
                <a:blip r:embed="rId637"/>
                <a:stretch>
                  <a:fillRect/>
                </a:stretch>
              </p:blipFill>
              <p:spPr>
                <a:xfrm>
                  <a:off x="8076398" y="4534301"/>
                  <a:ext cx="15480" cy="15120"/>
                </a:xfrm>
                <a:prstGeom prst="rect">
                  <a:avLst/>
                </a:prstGeom>
              </p:spPr>
            </p:pic>
          </mc:Fallback>
        </mc:AlternateContent>
      </p:grpSp>
      <p:grpSp>
        <p:nvGrpSpPr>
          <p:cNvPr id="787" name="Group 786">
            <a:extLst>
              <a:ext uri="{FF2B5EF4-FFF2-40B4-BE49-F238E27FC236}">
                <a16:creationId xmlns:a16="http://schemas.microsoft.com/office/drawing/2014/main" id="{31C02EC6-CF99-CF96-7AD5-2FAC59BDDE82}"/>
              </a:ext>
            </a:extLst>
          </p:cNvPr>
          <p:cNvGrpSpPr/>
          <p:nvPr/>
        </p:nvGrpSpPr>
        <p:grpSpPr>
          <a:xfrm>
            <a:off x="9756518" y="4623221"/>
            <a:ext cx="838800" cy="304560"/>
            <a:chOff x="9756518" y="4623221"/>
            <a:chExt cx="838800" cy="304560"/>
          </a:xfrm>
        </p:grpSpPr>
        <mc:AlternateContent xmlns:mc="http://schemas.openxmlformats.org/markup-compatibility/2006">
          <mc:Choice xmlns:p14="http://schemas.microsoft.com/office/powerpoint/2010/main" Requires="p14">
            <p:contentPart p14:bwMode="auto" r:id="rId638">
              <p14:nvContentPartPr>
                <p14:cNvPr id="781" name="Ink 780">
                  <a:extLst>
                    <a:ext uri="{FF2B5EF4-FFF2-40B4-BE49-F238E27FC236}">
                      <a16:creationId xmlns:a16="http://schemas.microsoft.com/office/drawing/2014/main" id="{9B6AE9B4-57EA-57B0-3E0C-B80ECC5B6DA1}"/>
                    </a:ext>
                  </a:extLst>
                </p14:cNvPr>
                <p14:cNvContentPartPr/>
                <p14:nvPr/>
              </p14:nvContentPartPr>
              <p14:xfrm>
                <a:off x="9972158" y="4626821"/>
                <a:ext cx="24840" cy="16920"/>
              </p14:xfrm>
            </p:contentPart>
          </mc:Choice>
          <mc:Fallback>
            <p:pic>
              <p:nvPicPr>
                <p:cNvPr id="781" name="Ink 780">
                  <a:extLst>
                    <a:ext uri="{FF2B5EF4-FFF2-40B4-BE49-F238E27FC236}">
                      <a16:creationId xmlns:a16="http://schemas.microsoft.com/office/drawing/2014/main" id="{9B6AE9B4-57EA-57B0-3E0C-B80ECC5B6DA1}"/>
                    </a:ext>
                  </a:extLst>
                </p:cNvPr>
                <p:cNvPicPr/>
                <p:nvPr/>
              </p:nvPicPr>
              <p:blipFill>
                <a:blip r:embed="rId639"/>
                <a:stretch>
                  <a:fillRect/>
                </a:stretch>
              </p:blipFill>
              <p:spPr>
                <a:xfrm>
                  <a:off x="9967838" y="4622501"/>
                  <a:ext cx="3348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640">
              <p14:nvContentPartPr>
                <p14:cNvPr id="782" name="Ink 781">
                  <a:extLst>
                    <a:ext uri="{FF2B5EF4-FFF2-40B4-BE49-F238E27FC236}">
                      <a16:creationId xmlns:a16="http://schemas.microsoft.com/office/drawing/2014/main" id="{63AD4057-69DF-4F0C-0964-5582608AF49D}"/>
                    </a:ext>
                  </a:extLst>
                </p14:cNvPr>
                <p14:cNvContentPartPr/>
                <p14:nvPr/>
              </p14:nvContentPartPr>
              <p14:xfrm>
                <a:off x="9756518" y="4698101"/>
                <a:ext cx="185400" cy="229680"/>
              </p14:xfrm>
            </p:contentPart>
          </mc:Choice>
          <mc:Fallback>
            <p:pic>
              <p:nvPicPr>
                <p:cNvPr id="782" name="Ink 781">
                  <a:extLst>
                    <a:ext uri="{FF2B5EF4-FFF2-40B4-BE49-F238E27FC236}">
                      <a16:creationId xmlns:a16="http://schemas.microsoft.com/office/drawing/2014/main" id="{63AD4057-69DF-4F0C-0964-5582608AF49D}"/>
                    </a:ext>
                  </a:extLst>
                </p:cNvPr>
                <p:cNvPicPr/>
                <p:nvPr/>
              </p:nvPicPr>
              <p:blipFill>
                <a:blip r:embed="rId641"/>
                <a:stretch>
                  <a:fillRect/>
                </a:stretch>
              </p:blipFill>
              <p:spPr>
                <a:xfrm>
                  <a:off x="9752198" y="4693781"/>
                  <a:ext cx="19404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642">
              <p14:nvContentPartPr>
                <p14:cNvPr id="783" name="Ink 782">
                  <a:extLst>
                    <a:ext uri="{FF2B5EF4-FFF2-40B4-BE49-F238E27FC236}">
                      <a16:creationId xmlns:a16="http://schemas.microsoft.com/office/drawing/2014/main" id="{703BD522-3237-D7F4-88A2-1F43068A12D4}"/>
                    </a:ext>
                  </a:extLst>
                </p14:cNvPr>
                <p14:cNvContentPartPr/>
                <p14:nvPr/>
              </p14:nvContentPartPr>
              <p14:xfrm>
                <a:off x="10004198" y="4742021"/>
                <a:ext cx="139680" cy="118080"/>
              </p14:xfrm>
            </p:contentPart>
          </mc:Choice>
          <mc:Fallback>
            <p:pic>
              <p:nvPicPr>
                <p:cNvPr id="783" name="Ink 782">
                  <a:extLst>
                    <a:ext uri="{FF2B5EF4-FFF2-40B4-BE49-F238E27FC236}">
                      <a16:creationId xmlns:a16="http://schemas.microsoft.com/office/drawing/2014/main" id="{703BD522-3237-D7F4-88A2-1F43068A12D4}"/>
                    </a:ext>
                  </a:extLst>
                </p:cNvPr>
                <p:cNvPicPr/>
                <p:nvPr/>
              </p:nvPicPr>
              <p:blipFill>
                <a:blip r:embed="rId643"/>
                <a:stretch>
                  <a:fillRect/>
                </a:stretch>
              </p:blipFill>
              <p:spPr>
                <a:xfrm>
                  <a:off x="9999878" y="4737701"/>
                  <a:ext cx="14832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644">
              <p14:nvContentPartPr>
                <p14:cNvPr id="784" name="Ink 783">
                  <a:extLst>
                    <a:ext uri="{FF2B5EF4-FFF2-40B4-BE49-F238E27FC236}">
                      <a16:creationId xmlns:a16="http://schemas.microsoft.com/office/drawing/2014/main" id="{6848E8CD-5093-990F-36EF-A8C186B07B61}"/>
                    </a:ext>
                  </a:extLst>
                </p14:cNvPr>
                <p14:cNvContentPartPr/>
                <p14:nvPr/>
              </p14:nvContentPartPr>
              <p14:xfrm>
                <a:off x="10158278" y="4623221"/>
                <a:ext cx="41400" cy="232920"/>
              </p14:xfrm>
            </p:contentPart>
          </mc:Choice>
          <mc:Fallback>
            <p:pic>
              <p:nvPicPr>
                <p:cNvPr id="784" name="Ink 783">
                  <a:extLst>
                    <a:ext uri="{FF2B5EF4-FFF2-40B4-BE49-F238E27FC236}">
                      <a16:creationId xmlns:a16="http://schemas.microsoft.com/office/drawing/2014/main" id="{6848E8CD-5093-990F-36EF-A8C186B07B61}"/>
                    </a:ext>
                  </a:extLst>
                </p:cNvPr>
                <p:cNvPicPr/>
                <p:nvPr/>
              </p:nvPicPr>
              <p:blipFill>
                <a:blip r:embed="rId645"/>
                <a:stretch>
                  <a:fillRect/>
                </a:stretch>
              </p:blipFill>
              <p:spPr>
                <a:xfrm>
                  <a:off x="10153958" y="4618901"/>
                  <a:ext cx="50040" cy="241560"/>
                </a:xfrm>
                <a:prstGeom prst="rect">
                  <a:avLst/>
                </a:prstGeom>
              </p:spPr>
            </p:pic>
          </mc:Fallback>
        </mc:AlternateContent>
        <mc:AlternateContent xmlns:mc="http://schemas.openxmlformats.org/markup-compatibility/2006">
          <mc:Choice xmlns:p14="http://schemas.microsoft.com/office/powerpoint/2010/main" Requires="p14">
            <p:contentPart p14:bwMode="auto" r:id="rId646">
              <p14:nvContentPartPr>
                <p14:cNvPr id="785" name="Ink 784">
                  <a:extLst>
                    <a:ext uri="{FF2B5EF4-FFF2-40B4-BE49-F238E27FC236}">
                      <a16:creationId xmlns:a16="http://schemas.microsoft.com/office/drawing/2014/main" id="{123F9812-40B5-853E-D61A-5463331AEB11}"/>
                    </a:ext>
                  </a:extLst>
                </p14:cNvPr>
                <p14:cNvContentPartPr/>
                <p14:nvPr/>
              </p14:nvContentPartPr>
              <p14:xfrm>
                <a:off x="10242878" y="4731941"/>
                <a:ext cx="171720" cy="92520"/>
              </p14:xfrm>
            </p:contentPart>
          </mc:Choice>
          <mc:Fallback>
            <p:pic>
              <p:nvPicPr>
                <p:cNvPr id="785" name="Ink 784">
                  <a:extLst>
                    <a:ext uri="{FF2B5EF4-FFF2-40B4-BE49-F238E27FC236}">
                      <a16:creationId xmlns:a16="http://schemas.microsoft.com/office/drawing/2014/main" id="{123F9812-40B5-853E-D61A-5463331AEB11}"/>
                    </a:ext>
                  </a:extLst>
                </p:cNvPr>
                <p:cNvPicPr/>
                <p:nvPr/>
              </p:nvPicPr>
              <p:blipFill>
                <a:blip r:embed="rId647"/>
                <a:stretch>
                  <a:fillRect/>
                </a:stretch>
              </p:blipFill>
              <p:spPr>
                <a:xfrm>
                  <a:off x="10238558" y="4727621"/>
                  <a:ext cx="18036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648">
              <p14:nvContentPartPr>
                <p14:cNvPr id="786" name="Ink 785">
                  <a:extLst>
                    <a:ext uri="{FF2B5EF4-FFF2-40B4-BE49-F238E27FC236}">
                      <a16:creationId xmlns:a16="http://schemas.microsoft.com/office/drawing/2014/main" id="{FB9C1872-7A15-CEBD-1A63-63C96786A89B}"/>
                    </a:ext>
                  </a:extLst>
                </p14:cNvPr>
                <p14:cNvContentPartPr/>
                <p14:nvPr/>
              </p14:nvContentPartPr>
              <p14:xfrm>
                <a:off x="10421078" y="4729781"/>
                <a:ext cx="174240" cy="92520"/>
              </p14:xfrm>
            </p:contentPart>
          </mc:Choice>
          <mc:Fallback>
            <p:pic>
              <p:nvPicPr>
                <p:cNvPr id="786" name="Ink 785">
                  <a:extLst>
                    <a:ext uri="{FF2B5EF4-FFF2-40B4-BE49-F238E27FC236}">
                      <a16:creationId xmlns:a16="http://schemas.microsoft.com/office/drawing/2014/main" id="{FB9C1872-7A15-CEBD-1A63-63C96786A89B}"/>
                    </a:ext>
                  </a:extLst>
                </p:cNvPr>
                <p:cNvPicPr/>
                <p:nvPr/>
              </p:nvPicPr>
              <p:blipFill>
                <a:blip r:embed="rId649"/>
                <a:stretch>
                  <a:fillRect/>
                </a:stretch>
              </p:blipFill>
              <p:spPr>
                <a:xfrm>
                  <a:off x="10416758" y="4725461"/>
                  <a:ext cx="182880" cy="101160"/>
                </a:xfrm>
                <a:prstGeom prst="rect">
                  <a:avLst/>
                </a:prstGeom>
              </p:spPr>
            </p:pic>
          </mc:Fallback>
        </mc:AlternateContent>
      </p:grpSp>
    </p:spTree>
    <p:extLst>
      <p:ext uri="{BB962C8B-B14F-4D97-AF65-F5344CB8AC3E}">
        <p14:creationId xmlns:p14="http://schemas.microsoft.com/office/powerpoint/2010/main" val="2452360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D5C47-C39B-A268-7416-BC66DF5C13CC}"/>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A1E829DB-0C30-055E-F8BE-46E315059D2F}"/>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latin typeface="Arial" pitchFamily="34" charset="0"/>
                <a:cs typeface="Arial" pitchFamily="34" charset="0"/>
              </a:rPr>
              <a:t>Chi-Square Distribution and </a:t>
            </a:r>
            <a:r>
              <a:rPr lang="en-US" sz="3600" dirty="0" err="1">
                <a:solidFill>
                  <a:srgbClr val="0070C0"/>
                </a:solidFill>
                <a:latin typeface="Arial" pitchFamily="34" charset="0"/>
                <a:cs typeface="Arial" pitchFamily="34" charset="0"/>
              </a:rPr>
              <a:t>Mahalanobis</a:t>
            </a:r>
            <a:r>
              <a:rPr lang="en-US" sz="3600" dirty="0">
                <a:solidFill>
                  <a:srgbClr val="0070C0"/>
                </a:solidFill>
                <a:latin typeface="Arial" pitchFamily="34" charset="0"/>
                <a:cs typeface="Arial" pitchFamily="34" charset="0"/>
              </a:rPr>
              <a:t> Distance</a:t>
            </a:r>
            <a:endParaRPr lang="en-IN" sz="3600" dirty="0">
              <a:solidFill>
                <a:srgbClr val="0070C0"/>
              </a:solidFill>
              <a:latin typeface="Arial" pitchFamily="34" charset="0"/>
              <a:cs typeface="Arial" pitchFamily="34" charset="0"/>
            </a:endParaRPr>
          </a:p>
        </p:txBody>
      </p:sp>
      <p:sp>
        <p:nvSpPr>
          <p:cNvPr id="6" name="TextBox 5">
            <a:extLst>
              <a:ext uri="{FF2B5EF4-FFF2-40B4-BE49-F238E27FC236}">
                <a16:creationId xmlns:a16="http://schemas.microsoft.com/office/drawing/2014/main" id="{A8D1F681-A9FE-2FAC-B038-DABBB44DBF1D}"/>
              </a:ext>
            </a:extLst>
          </p:cNvPr>
          <p:cNvSpPr txBox="1"/>
          <p:nvPr/>
        </p:nvSpPr>
        <p:spPr>
          <a:xfrm>
            <a:off x="239349" y="831117"/>
            <a:ext cx="11571136" cy="3477875"/>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The equation given below </a:t>
            </a:r>
          </a:p>
          <a:p>
            <a:pPr algn="ctr">
              <a:lnSpc>
                <a:spcPct val="200000"/>
              </a:lnSpc>
              <a:buClr>
                <a:srgbClr val="0000FF"/>
              </a:buClr>
            </a:pPr>
            <a:endParaRPr lang="en-US" sz="2200" dirty="0">
              <a:solidFill>
                <a:schemeClr val="bg1"/>
              </a:solidFill>
              <a:latin typeface="Arial" panose="020B0604020202020204" pitchFamily="34" charset="0"/>
              <a:cs typeface="Arial" panose="020B0604020202020204" pitchFamily="34" charset="0"/>
            </a:endParaRPr>
          </a:p>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Subscribes to the </a:t>
            </a:r>
            <a:r>
              <a:rPr lang="en-US" sz="2200" dirty="0">
                <a:solidFill>
                  <a:srgbClr val="00B0F0"/>
                </a:solidFill>
                <a:latin typeface="Arial" panose="020B0604020202020204" pitchFamily="34" charset="0"/>
                <a:cs typeface="Arial" panose="020B0604020202020204" pitchFamily="34" charset="0"/>
              </a:rPr>
              <a:t>chi-square distribution </a:t>
            </a:r>
            <a:r>
              <a:rPr lang="en-US" sz="2200" dirty="0">
                <a:solidFill>
                  <a:schemeClr val="bg1"/>
                </a:solidFill>
                <a:latin typeface="Arial" panose="020B0604020202020204" pitchFamily="34" charset="0"/>
                <a:cs typeface="Arial" panose="020B0604020202020204" pitchFamily="34" charset="0"/>
              </a:rPr>
              <a:t>with p-degrees of freedom.</a:t>
            </a:r>
          </a:p>
          <a:p>
            <a:pPr marL="285750" indent="-28575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In other words, the </a:t>
            </a:r>
            <a:r>
              <a:rPr lang="en-US" sz="2200" dirty="0" err="1">
                <a:solidFill>
                  <a:srgbClr val="00B0F0"/>
                </a:solidFill>
                <a:latin typeface="Arial" panose="020B0604020202020204" pitchFamily="34" charset="0"/>
                <a:cs typeface="Arial" panose="020B0604020202020204" pitchFamily="34" charset="0"/>
              </a:rPr>
              <a:t>Mahalanobis</a:t>
            </a:r>
            <a:r>
              <a:rPr lang="en-US" sz="2200" dirty="0">
                <a:solidFill>
                  <a:srgbClr val="00B0F0"/>
                </a:solidFill>
                <a:latin typeface="Arial" panose="020B0604020202020204" pitchFamily="34" charset="0"/>
                <a:cs typeface="Arial" panose="020B0604020202020204" pitchFamily="34" charset="0"/>
              </a:rPr>
              <a:t> distance </a:t>
            </a:r>
            <a:r>
              <a:rPr lang="en-US" sz="2200" dirty="0">
                <a:solidFill>
                  <a:schemeClr val="bg1"/>
                </a:solidFill>
                <a:latin typeface="Arial" panose="020B0604020202020204" pitchFamily="34" charset="0"/>
                <a:cs typeface="Arial" panose="020B0604020202020204" pitchFamily="34" charset="0"/>
              </a:rPr>
              <a:t>squared is the same as the chi-square variable value which may be associated with a probability or a fraction </a:t>
            </a:r>
          </a:p>
        </p:txBody>
      </p:sp>
      <mc:AlternateContent xmlns:mc="http://schemas.openxmlformats.org/markup-compatibility/2006" xmlns:a14="http://schemas.microsoft.com/office/drawing/2010/main">
        <mc:Choice Requires="a14">
          <p:sp>
            <p:nvSpPr>
              <p:cNvPr id="7" name="Rectangle 6"/>
              <p:cNvSpPr/>
              <p:nvPr/>
            </p:nvSpPr>
            <p:spPr>
              <a:xfrm>
                <a:off x="3919546" y="1575753"/>
                <a:ext cx="3855094" cy="532966"/>
              </a:xfrm>
              <a:prstGeom prst="rect">
                <a:avLst/>
              </a:prstGeom>
            </p:spPr>
            <p:txBody>
              <a:bodyPr wrap="none">
                <a:spAutoFit/>
              </a:bodyPr>
              <a:lstStyle/>
              <a:p>
                <a14:m>
                  <m:oMath xmlns:m="http://schemas.openxmlformats.org/officeDocument/2006/math">
                    <m:r>
                      <a:rPr lang="en-IN" sz="2800" b="1" i="0" smtClean="0">
                        <a:solidFill>
                          <a:schemeClr val="bg1"/>
                        </a:solidFill>
                        <a:latin typeface="Cambria Math" panose="02040503050406030204" pitchFamily="18" charset="0"/>
                        <a:cs typeface="Arial" panose="020B0604020202020204" pitchFamily="34" charset="0"/>
                      </a:rPr>
                      <m:t>(</m:t>
                    </m:r>
                    <m:r>
                      <a:rPr lang="en-IN" sz="2800" b="1" i="0" smtClean="0">
                        <a:solidFill>
                          <a:schemeClr val="bg1"/>
                        </a:solidFill>
                        <a:latin typeface="Cambria Math" panose="02040503050406030204" pitchFamily="18" charset="0"/>
                        <a:cs typeface="Arial" panose="020B0604020202020204" pitchFamily="34" charset="0"/>
                      </a:rPr>
                      <m:t>𝐱</m:t>
                    </m:r>
                    <m:r>
                      <a:rPr lang="en-IN" sz="2800" b="1" i="0" smtClean="0">
                        <a:solidFill>
                          <a:schemeClr val="bg1"/>
                        </a:solidFill>
                        <a:latin typeface="Cambria Math" panose="02040503050406030204" pitchFamily="18" charset="0"/>
                        <a:cs typeface="Arial" panose="020B0604020202020204" pitchFamily="34" charset="0"/>
                      </a:rPr>
                      <m:t>−</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IN" sz="2800" b="1" i="1" dirty="0">
                        <a:solidFill>
                          <a:schemeClr val="bg1"/>
                        </a:solidFill>
                        <a:latin typeface="Cambria Math" panose="02040503050406030204" pitchFamily="18" charset="0"/>
                        <a:cs typeface="Arial" panose="020B0604020202020204" pitchFamily="34" charset="0"/>
                        <a:sym typeface="Symbol" panose="05050102010706020507" pitchFamily="18" charset="2"/>
                      </a:rPr>
                      <m:t></m:t>
                    </m:r>
                  </m:oMath>
                </a14:m>
                <a:r>
                  <a:rPr lang="en-US" sz="2800" baseline="30000" dirty="0">
                    <a:solidFill>
                      <a:schemeClr val="bg1"/>
                    </a:solidFill>
                    <a:latin typeface="Arial" panose="020B0604020202020204" pitchFamily="34" charset="0"/>
                    <a:cs typeface="Arial" panose="020B0604020202020204" pitchFamily="34" charset="0"/>
                  </a:rPr>
                  <a:t>-1</a:t>
                </a:r>
                <a14:m>
                  <m:oMath xmlns:m="http://schemas.openxmlformats.org/officeDocument/2006/math">
                    <m:d>
                      <m:dPr>
                        <m:ctrlPr>
                          <a:rPr lang="en-IN" sz="2800" i="1">
                            <a:solidFill>
                              <a:schemeClr val="bg1"/>
                            </a:solidFill>
                            <a:latin typeface="Cambria Math" panose="02040503050406030204" pitchFamily="18" charset="0"/>
                            <a:cs typeface="Arial" panose="020B0604020202020204" pitchFamily="34" charset="0"/>
                          </a:rPr>
                        </m:ctrlPr>
                      </m:dPr>
                      <m:e>
                        <m:r>
                          <a:rPr lang="en-IN" sz="2800" b="1" i="0">
                            <a:solidFill>
                              <a:schemeClr val="bg1"/>
                            </a:solidFill>
                            <a:latin typeface="Cambria Math" panose="02040503050406030204" pitchFamily="18" charset="0"/>
                            <a:cs typeface="Arial" panose="020B0604020202020204" pitchFamily="34" charset="0"/>
                          </a:rPr>
                          <m:t>𝐱</m:t>
                        </m:r>
                        <m:r>
                          <a:rPr lang="en-IN" sz="2800" b="1" i="0">
                            <a:solidFill>
                              <a:schemeClr val="bg1"/>
                            </a:solidFill>
                            <a:latin typeface="Cambria Math" panose="02040503050406030204" pitchFamily="18" charset="0"/>
                            <a:cs typeface="Arial" panose="020B0604020202020204" pitchFamily="34" charset="0"/>
                          </a:rPr>
                          <m:t>−</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e>
                    </m:d>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p>
                      <m:sSupPr>
                        <m:ctrlPr>
                          <a:rPr lang="en-IN" sz="2800"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n-IN" sz="2800" b="0" i="0">
                            <a:solidFill>
                              <a:schemeClr val="bg1"/>
                            </a:solidFill>
                            <a:latin typeface="Cambria Math" panose="02040503050406030204" pitchFamily="18" charset="0"/>
                            <a:ea typeface="Cambria Math" panose="02040503050406030204" pitchFamily="18" charset="0"/>
                            <a:cs typeface="Arial" panose="020B0604020202020204" pitchFamily="34" charset="0"/>
                          </a:rPr>
                          <m:t>d</m:t>
                        </m:r>
                      </m:e>
                      <m:sup>
                        <m:r>
                          <a:rPr lang="en-IN" sz="2800" b="0" i="0">
                            <a:solidFill>
                              <a:schemeClr val="bg1"/>
                            </a:solidFill>
                            <a:latin typeface="Cambria Math" panose="02040503050406030204" pitchFamily="18" charset="0"/>
                            <a:ea typeface="Cambria Math" panose="02040503050406030204" pitchFamily="18" charset="0"/>
                            <a:cs typeface="Arial" panose="020B0604020202020204" pitchFamily="34" charset="0"/>
                          </a:rPr>
                          <m:t>2</m:t>
                        </m:r>
                      </m:sup>
                    </m:sSup>
                  </m:oMath>
                </a14:m>
                <a:endParaRPr lang="en-IN" sz="2800" dirty="0">
                  <a:solidFill>
                    <a:schemeClr val="bg1"/>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3919546" y="1575753"/>
                <a:ext cx="3855094" cy="532966"/>
              </a:xfrm>
              <a:prstGeom prst="rect">
                <a:avLst/>
              </a:prstGeom>
              <a:blipFill>
                <a:blip r:embed="rId3"/>
                <a:stretch>
                  <a:fillRect t="-568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3507346" y="4637138"/>
                <a:ext cx="4248664" cy="581506"/>
              </a:xfrm>
              <a:prstGeom prst="rect">
                <a:avLst/>
              </a:prstGeom>
            </p:spPr>
            <p:txBody>
              <a:bodyPr wrap="none">
                <a:spAutoFit/>
              </a:bodyPr>
              <a:lstStyle/>
              <a:p>
                <a14:m>
                  <m:oMath xmlns:m="http://schemas.openxmlformats.org/officeDocument/2006/math">
                    <m:r>
                      <a:rPr lang="en-IN" sz="2800" b="1" i="0" smtClean="0">
                        <a:solidFill>
                          <a:schemeClr val="bg1"/>
                        </a:solidFill>
                        <a:latin typeface="Cambria Math" panose="02040503050406030204" pitchFamily="18" charset="0"/>
                        <a:cs typeface="Arial" panose="020B0604020202020204" pitchFamily="34" charset="0"/>
                      </a:rPr>
                      <m:t>(</m:t>
                    </m:r>
                    <m:r>
                      <a:rPr lang="en-IN" sz="2800" b="1" i="0" smtClean="0">
                        <a:solidFill>
                          <a:schemeClr val="bg1"/>
                        </a:solidFill>
                        <a:latin typeface="Cambria Math" panose="02040503050406030204" pitchFamily="18" charset="0"/>
                        <a:cs typeface="Arial" panose="020B0604020202020204" pitchFamily="34" charset="0"/>
                      </a:rPr>
                      <m:t>𝐱</m:t>
                    </m:r>
                    <m:r>
                      <a:rPr lang="en-IN" sz="2800" b="1" i="0" smtClean="0">
                        <a:solidFill>
                          <a:schemeClr val="bg1"/>
                        </a:solidFill>
                        <a:latin typeface="Cambria Math" panose="02040503050406030204" pitchFamily="18" charset="0"/>
                        <a:cs typeface="Arial" panose="020B0604020202020204" pitchFamily="34" charset="0"/>
                      </a:rPr>
                      <m:t>−</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IN" sz="2800" b="1" i="1" dirty="0">
                        <a:solidFill>
                          <a:schemeClr val="bg1"/>
                        </a:solidFill>
                        <a:latin typeface="Cambria Math" panose="02040503050406030204" pitchFamily="18" charset="0"/>
                        <a:cs typeface="Arial" panose="020B0604020202020204" pitchFamily="34" charset="0"/>
                        <a:sym typeface="Symbol" panose="05050102010706020507" pitchFamily="18" charset="2"/>
                      </a:rPr>
                      <m:t></m:t>
                    </m:r>
                  </m:oMath>
                </a14:m>
                <a:r>
                  <a:rPr lang="en-US" sz="2800" baseline="30000" dirty="0">
                    <a:solidFill>
                      <a:schemeClr val="bg1"/>
                    </a:solidFill>
                    <a:latin typeface="Arial" panose="020B0604020202020204" pitchFamily="34" charset="0"/>
                    <a:cs typeface="Arial" panose="020B0604020202020204" pitchFamily="34" charset="0"/>
                  </a:rPr>
                  <a:t>-1</a:t>
                </a:r>
                <a14:m>
                  <m:oMath xmlns:m="http://schemas.openxmlformats.org/officeDocument/2006/math">
                    <m:d>
                      <m:dPr>
                        <m:ctrlPr>
                          <a:rPr lang="en-IN" sz="2800" i="1">
                            <a:solidFill>
                              <a:schemeClr val="bg1"/>
                            </a:solidFill>
                            <a:latin typeface="Cambria Math" panose="02040503050406030204" pitchFamily="18" charset="0"/>
                            <a:cs typeface="Arial" panose="020B0604020202020204" pitchFamily="34" charset="0"/>
                          </a:rPr>
                        </m:ctrlPr>
                      </m:dPr>
                      <m:e>
                        <m:r>
                          <a:rPr lang="en-IN" sz="2800" b="1" i="0">
                            <a:solidFill>
                              <a:schemeClr val="bg1"/>
                            </a:solidFill>
                            <a:latin typeface="Cambria Math" panose="02040503050406030204" pitchFamily="18" charset="0"/>
                            <a:cs typeface="Arial" panose="020B0604020202020204" pitchFamily="34" charset="0"/>
                          </a:rPr>
                          <m:t>𝐱</m:t>
                        </m:r>
                        <m:r>
                          <a:rPr lang="en-IN" sz="2800" b="1" i="0">
                            <a:solidFill>
                              <a:schemeClr val="bg1"/>
                            </a:solidFill>
                            <a:latin typeface="Cambria Math" panose="02040503050406030204" pitchFamily="18" charset="0"/>
                            <a:cs typeface="Arial" panose="020B0604020202020204" pitchFamily="34" charset="0"/>
                          </a:rPr>
                          <m:t>−</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e>
                    </m:d>
                    <m:r>
                      <a:rPr lang="en-IN" sz="2800" b="1"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 </m:t>
                    </m:r>
                    <m:r>
                      <a:rPr lang="en-IN" sz="2800" b="1"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 </m:t>
                    </m:r>
                    <m:sSubSup>
                      <m:sSubSupPr>
                        <m:ctrlPr>
                          <a:rPr lang="en-IN" sz="280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SupPr>
                      <m:e>
                        <m:r>
                          <a:rPr lang="en-IN" sz="2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sub>
                        <m:r>
                          <a:rPr lang="en-IN" sz="2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𝑝</m:t>
                        </m:r>
                      </m:sub>
                      <m:sup>
                        <m:r>
                          <a:rPr lang="en-IN" sz="2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2</m:t>
                        </m:r>
                      </m:sup>
                    </m:sSubSup>
                    <m:r>
                      <a:rPr lang="en-IN" sz="2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oMath>
                </a14:m>
                <a:endParaRPr lang="en-IN" sz="2800" dirty="0">
                  <a:solidFill>
                    <a:schemeClr val="bg1"/>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3507346" y="4637138"/>
                <a:ext cx="4248664" cy="581506"/>
              </a:xfrm>
              <a:prstGeom prst="rect">
                <a:avLst/>
              </a:prstGeom>
              <a:blipFill>
                <a:blip r:embed="rId4"/>
                <a:stretch>
                  <a:fillRect t="-421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3507346" y="5546790"/>
                <a:ext cx="4190955" cy="570221"/>
              </a:xfrm>
              <a:prstGeom prst="rect">
                <a:avLst/>
              </a:prstGeom>
            </p:spPr>
            <p:txBody>
              <a:bodyPr wrap="none">
                <a:spAutoFit/>
              </a:bodyPr>
              <a:lstStyle/>
              <a:p>
                <a14:m>
                  <m:oMath xmlns:m="http://schemas.openxmlformats.org/officeDocument/2006/math">
                    <m:r>
                      <a:rPr lang="en-IN" sz="2800" b="1" i="0" smtClean="0">
                        <a:solidFill>
                          <a:schemeClr val="bg1"/>
                        </a:solidFill>
                        <a:latin typeface="Cambria Math" panose="02040503050406030204" pitchFamily="18" charset="0"/>
                        <a:cs typeface="Arial" panose="020B0604020202020204" pitchFamily="34" charset="0"/>
                      </a:rPr>
                      <m:t>(</m:t>
                    </m:r>
                    <m:r>
                      <a:rPr lang="en-IN" sz="2800" b="1" i="0" smtClean="0">
                        <a:solidFill>
                          <a:schemeClr val="bg1"/>
                        </a:solidFill>
                        <a:latin typeface="Cambria Math" panose="02040503050406030204" pitchFamily="18" charset="0"/>
                        <a:cs typeface="Arial" panose="020B0604020202020204" pitchFamily="34" charset="0"/>
                      </a:rPr>
                      <m:t>𝐱</m:t>
                    </m:r>
                    <m:r>
                      <a:rPr lang="en-IN" sz="2800" b="1" i="0" smtClean="0">
                        <a:solidFill>
                          <a:schemeClr val="bg1"/>
                        </a:solidFill>
                        <a:latin typeface="Cambria Math" panose="02040503050406030204" pitchFamily="18" charset="0"/>
                        <a:cs typeface="Arial" panose="020B0604020202020204" pitchFamily="34" charset="0"/>
                      </a:rPr>
                      <m:t>−</m:t>
                    </m:r>
                    <m:acc>
                      <m:accPr>
                        <m:chr m:val="̅"/>
                        <m:ctrlPr>
                          <a:rPr lang="en-IN" sz="2800" b="1" i="1" smtClean="0">
                            <a:solidFill>
                              <a:schemeClr val="bg1"/>
                            </a:solidFill>
                            <a:latin typeface="Cambria Math" panose="02040503050406030204" pitchFamily="18" charset="0"/>
                            <a:cs typeface="Arial" panose="020B0604020202020204" pitchFamily="34" charset="0"/>
                          </a:rPr>
                        </m:ctrlPr>
                      </m:accPr>
                      <m:e>
                        <m:r>
                          <a:rPr lang="en-IN" sz="2800" b="1" i="0" smtClean="0">
                            <a:solidFill>
                              <a:schemeClr val="bg1"/>
                            </a:solidFill>
                            <a:latin typeface="Cambria Math" panose="02040503050406030204" pitchFamily="18" charset="0"/>
                            <a:cs typeface="Arial" panose="020B0604020202020204" pitchFamily="34" charset="0"/>
                          </a:rPr>
                          <m:t>𝐱</m:t>
                        </m:r>
                      </m:e>
                    </m:acc>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r>
                      <m:rPr>
                        <m:nor/>
                      </m:rPr>
                      <a:rPr lang="en-IN" sz="2800" b="1" i="0" dirty="0" smtClean="0">
                        <a:solidFill>
                          <a:schemeClr val="bg1"/>
                        </a:solidFill>
                        <a:latin typeface="Arial" panose="020B0604020202020204" pitchFamily="34" charset="0"/>
                        <a:cs typeface="Arial" panose="020B0604020202020204" pitchFamily="34" charset="0"/>
                        <a:sym typeface="Symbol" panose="05050102010706020507" pitchFamily="18" charset="2"/>
                      </a:rPr>
                      <m:t>S</m:t>
                    </m:r>
                  </m:oMath>
                </a14:m>
                <a:r>
                  <a:rPr lang="en-US" sz="2800" baseline="30000" dirty="0">
                    <a:solidFill>
                      <a:schemeClr val="bg1"/>
                    </a:solidFill>
                    <a:latin typeface="Arial" panose="020B0604020202020204" pitchFamily="34" charset="0"/>
                    <a:cs typeface="Arial" panose="020B0604020202020204" pitchFamily="34" charset="0"/>
                  </a:rPr>
                  <a:t>-1</a:t>
                </a:r>
                <a14:m>
                  <m:oMath xmlns:m="http://schemas.openxmlformats.org/officeDocument/2006/math">
                    <m:d>
                      <m:dPr>
                        <m:ctrlPr>
                          <a:rPr lang="en-IN" sz="2800" i="1">
                            <a:solidFill>
                              <a:schemeClr val="bg1"/>
                            </a:solidFill>
                            <a:latin typeface="Cambria Math" panose="02040503050406030204" pitchFamily="18" charset="0"/>
                            <a:cs typeface="Arial" panose="020B0604020202020204" pitchFamily="34" charset="0"/>
                          </a:rPr>
                        </m:ctrlPr>
                      </m:dPr>
                      <m:e>
                        <m:r>
                          <a:rPr lang="en-IN" sz="2800" b="1" i="0">
                            <a:solidFill>
                              <a:schemeClr val="bg1"/>
                            </a:solidFill>
                            <a:latin typeface="Cambria Math" panose="02040503050406030204" pitchFamily="18" charset="0"/>
                            <a:cs typeface="Arial" panose="020B0604020202020204" pitchFamily="34" charset="0"/>
                          </a:rPr>
                          <m:t>𝐱</m:t>
                        </m:r>
                        <m:r>
                          <a:rPr lang="en-IN" sz="2800" b="1" i="0">
                            <a:solidFill>
                              <a:schemeClr val="bg1"/>
                            </a:solidFill>
                            <a:latin typeface="Cambria Math" panose="02040503050406030204" pitchFamily="18" charset="0"/>
                            <a:cs typeface="Arial" panose="020B0604020202020204" pitchFamily="34" charset="0"/>
                          </a:rPr>
                          <m:t>−</m:t>
                        </m:r>
                        <m:acc>
                          <m:accPr>
                            <m:chr m:val="̅"/>
                            <m:ctrlPr>
                              <a:rPr lang="en-IN" sz="2800" b="1" i="1">
                                <a:solidFill>
                                  <a:schemeClr val="bg1"/>
                                </a:solidFill>
                                <a:latin typeface="Cambria Math" panose="02040503050406030204" pitchFamily="18" charset="0"/>
                                <a:cs typeface="Arial" panose="020B0604020202020204" pitchFamily="34" charset="0"/>
                              </a:rPr>
                            </m:ctrlPr>
                          </m:accPr>
                          <m:e>
                            <m:r>
                              <a:rPr lang="en-IN" sz="2800" b="1" i="0">
                                <a:solidFill>
                                  <a:schemeClr val="bg1"/>
                                </a:solidFill>
                                <a:latin typeface="Cambria Math" panose="02040503050406030204" pitchFamily="18" charset="0"/>
                                <a:cs typeface="Arial" panose="020B0604020202020204" pitchFamily="34" charset="0"/>
                              </a:rPr>
                              <m:t>𝐱</m:t>
                            </m:r>
                          </m:e>
                        </m:acc>
                      </m:e>
                    </m:d>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 </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 </m:t>
                    </m:r>
                    <m:sSubSup>
                      <m:sSubSupPr>
                        <m:ctrlPr>
                          <a:rPr lang="en-IN" sz="28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SupPr>
                      <m:e>
                        <m:r>
                          <a:rPr lang="en-IN" sz="2800" b="0" i="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sub>
                        <m:r>
                          <m:rPr>
                            <m:sty m:val="p"/>
                          </m:rPr>
                          <a:rPr lang="en-IN" sz="2800" b="0" i="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p</m:t>
                        </m:r>
                      </m:sub>
                      <m:sup>
                        <m:r>
                          <a:rPr lang="en-IN" sz="2800" b="0" i="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2</m:t>
                        </m:r>
                      </m:sup>
                    </m:sSubSup>
                    <m:r>
                      <a:rPr lang="en-IN" sz="2800" b="0" i="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oMath>
                </a14:m>
                <a:endParaRPr lang="en-IN" sz="2800" dirty="0">
                  <a:solidFill>
                    <a:schemeClr val="bg1"/>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3507346" y="5546790"/>
                <a:ext cx="4190955" cy="570221"/>
              </a:xfrm>
              <a:prstGeom prst="rect">
                <a:avLst/>
              </a:prstGeom>
              <a:blipFill>
                <a:blip r:embed="rId5"/>
                <a:stretch>
                  <a:fillRect t="-430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7C38BF41-0F91-DFFF-D408-3A2893DAA3AB}"/>
                  </a:ext>
                </a:extLst>
              </p:cNvPr>
              <p:cNvSpPr/>
              <p:nvPr/>
            </p:nvSpPr>
            <p:spPr>
              <a:xfrm>
                <a:off x="9000231" y="5102989"/>
                <a:ext cx="1936043" cy="5761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IN" sz="2800" i="1" smtClean="0">
                              <a:solidFill>
                                <a:schemeClr val="accent6">
                                  <a:lumMod val="75000"/>
                                </a:schemeClr>
                              </a:solidFill>
                              <a:latin typeface="Cambria Math" panose="02040503050406030204" pitchFamily="18" charset="0"/>
                              <a:cs typeface="Arial" panose="020B0604020202020204" pitchFamily="34" charset="0"/>
                            </a:rPr>
                          </m:ctrlPr>
                        </m:sSupPr>
                        <m:e>
                          <m:r>
                            <m:rPr>
                              <m:sty m:val="p"/>
                            </m:rPr>
                            <a:rPr lang="en-IN" sz="2800" b="0" i="0" smtClean="0">
                              <a:solidFill>
                                <a:schemeClr val="accent6">
                                  <a:lumMod val="75000"/>
                                </a:schemeClr>
                              </a:solidFill>
                              <a:latin typeface="Cambria Math" panose="02040503050406030204" pitchFamily="18" charset="0"/>
                              <a:cs typeface="Arial" panose="020B0604020202020204" pitchFamily="34" charset="0"/>
                            </a:rPr>
                            <m:t>d</m:t>
                          </m:r>
                        </m:e>
                        <m:sup>
                          <m:r>
                            <a:rPr lang="en-IN" sz="2800" b="0" i="0" smtClean="0">
                              <a:solidFill>
                                <a:schemeClr val="accent6">
                                  <a:lumMod val="75000"/>
                                </a:schemeClr>
                              </a:solidFill>
                              <a:latin typeface="Cambria Math" panose="02040503050406030204" pitchFamily="18" charset="0"/>
                              <a:cs typeface="Arial" panose="020B0604020202020204" pitchFamily="34" charset="0"/>
                            </a:rPr>
                            <m:t>2</m:t>
                          </m:r>
                        </m:sup>
                      </m:sSup>
                      <m:r>
                        <a:rPr lang="en-IN" sz="2800" b="1" i="0" smtClean="0">
                          <a:solidFill>
                            <a:schemeClr val="accent6">
                              <a:lumMod val="75000"/>
                            </a:schemeClr>
                          </a:solidFill>
                          <a:latin typeface="Cambria Math" panose="02040503050406030204" pitchFamily="18" charset="0"/>
                          <a:ea typeface="Cambria Math" panose="02040503050406030204" pitchFamily="18" charset="0"/>
                          <a:cs typeface="Arial" panose="020B0604020202020204" pitchFamily="34" charset="0"/>
                        </a:rPr>
                        <m:t> </m:t>
                      </m:r>
                      <m:r>
                        <a:rPr lang="en-IN" sz="2800" b="1" i="0" smtClean="0">
                          <a:solidFill>
                            <a:schemeClr val="accent6">
                              <a:lumMod val="75000"/>
                            </a:schemeClr>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 </m:t>
                      </m:r>
                      <m:sSubSup>
                        <m:sSubSupPr>
                          <m:ctrlPr>
                            <a:rPr lang="en-IN" sz="2800" i="1" smtClean="0">
                              <a:solidFill>
                                <a:schemeClr val="accent6">
                                  <a:lumMod val="75000"/>
                                </a:schemeClr>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SupPr>
                        <m:e>
                          <m:r>
                            <a:rPr lang="en-IN" sz="2800" b="0" i="0" smtClean="0">
                              <a:solidFill>
                                <a:schemeClr val="accent6">
                                  <a:lumMod val="75000"/>
                                </a:schemeClr>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sub>
                          <m:r>
                            <m:rPr>
                              <m:sty m:val="p"/>
                            </m:rPr>
                            <a:rPr lang="en-IN" sz="2800" b="0" i="0" smtClean="0">
                              <a:solidFill>
                                <a:schemeClr val="accent6">
                                  <a:lumMod val="75000"/>
                                </a:schemeClr>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p</m:t>
                          </m:r>
                        </m:sub>
                        <m:sup>
                          <m:r>
                            <a:rPr lang="en-IN" sz="2800" b="0" i="0" smtClean="0">
                              <a:solidFill>
                                <a:schemeClr val="accent6">
                                  <a:lumMod val="75000"/>
                                </a:schemeClr>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2</m:t>
                          </m:r>
                        </m:sup>
                      </m:sSubSup>
                      <m:r>
                        <a:rPr lang="en-IN" sz="2800" b="0" i="0" smtClean="0">
                          <a:solidFill>
                            <a:schemeClr val="accent6">
                              <a:lumMod val="75000"/>
                            </a:schemeClr>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oMath>
                  </m:oMathPara>
                </a14:m>
                <a:endParaRPr lang="en-IN" sz="2800" dirty="0">
                  <a:solidFill>
                    <a:schemeClr val="bg1"/>
                  </a:solidFill>
                </a:endParaRPr>
              </a:p>
            </p:txBody>
          </p:sp>
        </mc:Choice>
        <mc:Fallback xmlns="">
          <p:sp>
            <p:nvSpPr>
              <p:cNvPr id="3" name="Rectangle 2">
                <a:extLst>
                  <a:ext uri="{FF2B5EF4-FFF2-40B4-BE49-F238E27FC236}">
                    <a16:creationId xmlns:a16="http://schemas.microsoft.com/office/drawing/2014/main" id="{7C38BF41-0F91-DFFF-D408-3A2893DAA3AB}"/>
                  </a:ext>
                </a:extLst>
              </p:cNvPr>
              <p:cNvSpPr>
                <a:spLocks noRot="1" noChangeAspect="1" noMove="1" noResize="1" noEditPoints="1" noAdjustHandles="1" noChangeArrowheads="1" noChangeShapeType="1" noTextEdit="1"/>
              </p:cNvSpPr>
              <p:nvPr/>
            </p:nvSpPr>
            <p:spPr>
              <a:xfrm>
                <a:off x="9000231" y="5102989"/>
                <a:ext cx="1936043" cy="576120"/>
              </a:xfrm>
              <a:prstGeom prst="rect">
                <a:avLst/>
              </a:prstGeom>
              <a:blipFill>
                <a:blip r:embed="rId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5780476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D5C47-C39B-A268-7416-BC66DF5C13CC}"/>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A1E829DB-0C30-055E-F8BE-46E315059D2F}"/>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latin typeface="Arial" pitchFamily="34" charset="0"/>
                <a:cs typeface="Arial" pitchFamily="34" charset="0"/>
              </a:rPr>
              <a:t>Chi-Square Distribution and </a:t>
            </a:r>
            <a:r>
              <a:rPr lang="en-US" sz="3600" dirty="0" err="1">
                <a:solidFill>
                  <a:srgbClr val="0070C0"/>
                </a:solidFill>
                <a:latin typeface="Arial" pitchFamily="34" charset="0"/>
                <a:cs typeface="Arial" pitchFamily="34" charset="0"/>
              </a:rPr>
              <a:t>Mahalanobis</a:t>
            </a:r>
            <a:r>
              <a:rPr lang="en-US" sz="3600" dirty="0">
                <a:solidFill>
                  <a:srgbClr val="0070C0"/>
                </a:solidFill>
                <a:latin typeface="Arial" pitchFamily="34" charset="0"/>
                <a:cs typeface="Arial" pitchFamily="34" charset="0"/>
              </a:rPr>
              <a:t> Distance</a:t>
            </a:r>
            <a:endParaRPr lang="en-IN" sz="3600" dirty="0">
              <a:solidFill>
                <a:srgbClr val="0070C0"/>
              </a:solidFill>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8D1F681-A9FE-2FAC-B038-DABBB44DBF1D}"/>
                  </a:ext>
                </a:extLst>
              </p:cNvPr>
              <p:cNvSpPr txBox="1"/>
              <p:nvPr/>
            </p:nvSpPr>
            <p:spPr>
              <a:xfrm>
                <a:off x="604736" y="2027247"/>
                <a:ext cx="10982527" cy="3880549"/>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2000" b="1" dirty="0">
                    <a:solidFill>
                      <a:schemeClr val="bg1"/>
                    </a:solidFill>
                    <a:latin typeface="Arial" panose="020B0604020202020204" pitchFamily="34" charset="0"/>
                    <a:cs typeface="Arial" panose="020B0604020202020204" pitchFamily="34" charset="0"/>
                  </a:rPr>
                  <a:t>The Percentile Definition: </a:t>
                </a:r>
                <a:r>
                  <a:rPr lang="en-US" sz="2000" dirty="0">
                    <a:solidFill>
                      <a:schemeClr val="bg1"/>
                    </a:solidFill>
                    <a:latin typeface="Arial" panose="020B0604020202020204" pitchFamily="34" charset="0"/>
                    <a:cs typeface="Arial" panose="020B0604020202020204" pitchFamily="34" charset="0"/>
                  </a:rPr>
                  <a:t>With respect to</a:t>
                </a:r>
                <a:r>
                  <a:rPr lang="en-US" sz="2000" b="1" dirty="0">
                    <a:solidFill>
                      <a:schemeClr val="bg1"/>
                    </a:solidFill>
                    <a:latin typeface="Arial" panose="020B0604020202020204" pitchFamily="34" charset="0"/>
                    <a:cs typeface="Arial" panose="020B0604020202020204" pitchFamily="34" charset="0"/>
                  </a:rPr>
                  <a:t> </a:t>
                </a:r>
                <a:r>
                  <a:rPr lang="en-US" sz="2000" dirty="0">
                    <a:solidFill>
                      <a:schemeClr val="bg1"/>
                    </a:solidFill>
                    <a:latin typeface="Arial" panose="020B0604020202020204" pitchFamily="34" charset="0"/>
                    <a:cs typeface="Arial" panose="020B0604020202020204" pitchFamily="34" charset="0"/>
                  </a:rPr>
                  <a:t>a chi-square distribution with p-degrees of freedom, the standard 100(1-</a:t>
                </a:r>
                <a:r>
                  <a:rPr lang="en-US" sz="2000" dirty="0">
                    <a:solidFill>
                      <a:schemeClr val="bg1"/>
                    </a:solidFill>
                    <a:latin typeface="Arial" panose="020B0604020202020204" pitchFamily="34" charset="0"/>
                    <a:cs typeface="Arial" panose="020B0604020202020204" pitchFamily="34" charset="0"/>
                    <a:sym typeface="Symbol" panose="05050102010706020507" pitchFamily="18" charset="2"/>
                  </a:rPr>
                  <a:t></a:t>
                </a:r>
                <a:r>
                  <a:rPr lang="en-US" sz="2000" dirty="0">
                    <a:solidFill>
                      <a:schemeClr val="bg1"/>
                    </a:solidFill>
                    <a:latin typeface="Arial" panose="020B0604020202020204" pitchFamily="34" charset="0"/>
                    <a:cs typeface="Arial" panose="020B0604020202020204" pitchFamily="34" charset="0"/>
                  </a:rPr>
                  <a:t>)</a:t>
                </a:r>
                <a:r>
                  <a:rPr lang="en-US" sz="2000" baseline="30000" dirty="0" err="1">
                    <a:solidFill>
                      <a:schemeClr val="bg1"/>
                    </a:solidFill>
                    <a:latin typeface="Arial" panose="020B0604020202020204" pitchFamily="34" charset="0"/>
                    <a:cs typeface="Arial" panose="020B0604020202020204" pitchFamily="34" charset="0"/>
                  </a:rPr>
                  <a:t>th</a:t>
                </a:r>
                <a:r>
                  <a:rPr lang="en-US" sz="2000" dirty="0">
                    <a:solidFill>
                      <a:schemeClr val="bg1"/>
                    </a:solidFill>
                    <a:latin typeface="Arial" panose="020B0604020202020204" pitchFamily="34" charset="0"/>
                    <a:cs typeface="Arial" panose="020B0604020202020204" pitchFamily="34" charset="0"/>
                  </a:rPr>
                  <a:t> percentile means that a total area of 1−α lies to the left (below) the </a:t>
                </a:r>
                <a14:m>
                  <m:oMath xmlns:m="http://schemas.openxmlformats.org/officeDocument/2006/math">
                    <m:sSubSup>
                      <m:sSubSupPr>
                        <m:ctrlP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SupPr>
                      <m:e>
                        <m: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sub>
                        <m: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𝑝</m:t>
                        </m:r>
                      </m:sub>
                      <m:sup>
                        <m: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2</m:t>
                        </m:r>
                      </m:sup>
                    </m:sSubSup>
                    <m: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oMath>
                </a14:m>
                <a:r>
                  <a:rPr lang="en-US" sz="2000" dirty="0">
                    <a:solidFill>
                      <a:schemeClr val="bg1"/>
                    </a:solidFill>
                    <a:latin typeface="Arial" panose="020B0604020202020204" pitchFamily="34" charset="0"/>
                    <a:cs typeface="Arial" panose="020B0604020202020204" pitchFamily="34" charset="0"/>
                  </a:rPr>
                  <a:t> value. </a:t>
                </a:r>
              </a:p>
              <a:p>
                <a:pPr marL="285750" indent="-285750" algn="just">
                  <a:lnSpc>
                    <a:spcPct val="200000"/>
                  </a:lnSpc>
                  <a:buClr>
                    <a:srgbClr val="0000FF"/>
                  </a:buClr>
                  <a:buFont typeface="Wingdings" panose="05000000000000000000" pitchFamily="2" charset="2"/>
                  <a:buChar char="v"/>
                </a:pPr>
                <a:r>
                  <a:rPr lang="en-US" sz="2000" dirty="0">
                    <a:solidFill>
                      <a:schemeClr val="bg1"/>
                    </a:solidFill>
                    <a:latin typeface="Arial" panose="020B0604020202020204" pitchFamily="34" charset="0"/>
                    <a:cs typeface="Arial" panose="020B0604020202020204" pitchFamily="34" charset="0"/>
                  </a:rPr>
                  <a:t>The value of d</a:t>
                </a:r>
                <a:r>
                  <a:rPr lang="en-US" sz="2000" baseline="30000" dirty="0">
                    <a:solidFill>
                      <a:schemeClr val="bg1"/>
                    </a:solidFill>
                    <a:latin typeface="Arial" panose="020B0604020202020204" pitchFamily="34" charset="0"/>
                    <a:cs typeface="Arial" panose="020B0604020202020204" pitchFamily="34" charset="0"/>
                  </a:rPr>
                  <a:t>2</a:t>
                </a:r>
                <a:r>
                  <a:rPr lang="en-US" sz="2000" dirty="0">
                    <a:solidFill>
                      <a:schemeClr val="bg1"/>
                    </a:solidFill>
                    <a:latin typeface="Arial" panose="020B0604020202020204" pitchFamily="34" charset="0"/>
                    <a:cs typeface="Arial" panose="020B0604020202020204" pitchFamily="34" charset="0"/>
                  </a:rPr>
                  <a:t> at 100(1 – α)</a:t>
                </a:r>
                <a:r>
                  <a:rPr lang="en-US" sz="2000" baseline="30000" dirty="0" err="1">
                    <a:solidFill>
                      <a:schemeClr val="bg1"/>
                    </a:solidFill>
                    <a:latin typeface="Arial" panose="020B0604020202020204" pitchFamily="34" charset="0"/>
                    <a:cs typeface="Arial" panose="020B0604020202020204" pitchFamily="34" charset="0"/>
                  </a:rPr>
                  <a:t>th</a:t>
                </a:r>
                <a:r>
                  <a:rPr lang="en-US" sz="2000" dirty="0">
                    <a:solidFill>
                      <a:schemeClr val="bg1"/>
                    </a:solidFill>
                    <a:latin typeface="Arial" panose="020B0604020202020204" pitchFamily="34" charset="0"/>
                    <a:cs typeface="Arial" panose="020B0604020202020204" pitchFamily="34" charset="0"/>
                  </a:rPr>
                  <a:t> percentile value represents all multivariate- observations of </a:t>
                </a:r>
                <a:r>
                  <a:rPr lang="en-US" sz="2000" b="1" dirty="0">
                    <a:solidFill>
                      <a:schemeClr val="bg1"/>
                    </a:solidFill>
                    <a:latin typeface="Arial" panose="020B0604020202020204" pitchFamily="34" charset="0"/>
                    <a:cs typeface="Arial" panose="020B0604020202020204" pitchFamily="34" charset="0"/>
                  </a:rPr>
                  <a:t>X</a:t>
                </a:r>
                <a:r>
                  <a:rPr lang="en-US" sz="2000" dirty="0">
                    <a:solidFill>
                      <a:schemeClr val="bg1"/>
                    </a:solidFill>
                    <a:latin typeface="Arial" panose="020B0604020202020204" pitchFamily="34" charset="0"/>
                    <a:cs typeface="Arial" panose="020B0604020202020204" pitchFamily="34" charset="0"/>
                  </a:rPr>
                  <a:t> such that 100(1 – α)% lie below the </a:t>
                </a:r>
                <a14:m>
                  <m:oMath xmlns:m="http://schemas.openxmlformats.org/officeDocument/2006/math">
                    <m:sSubSup>
                      <m:sSubSupPr>
                        <m:ctrlP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SupPr>
                      <m:e>
                        <m: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sub>
                        <m: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𝑝</m:t>
                        </m:r>
                      </m:sub>
                      <m:sup>
                        <m: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2</m:t>
                        </m:r>
                      </m:sup>
                    </m:sSubSup>
                    <m:d>
                      <m:dPr>
                        <m:ctrlP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dPr>
                      <m:e>
                        <m:r>
                          <m:rPr>
                            <m:nor/>
                          </m:rPr>
                          <a:rPr lang="en-US" sz="2000" dirty="0">
                            <a:solidFill>
                              <a:schemeClr val="bg1"/>
                            </a:solidFill>
                            <a:latin typeface="Arial" panose="020B0604020202020204" pitchFamily="34" charset="0"/>
                            <a:cs typeface="Arial" panose="020B0604020202020204" pitchFamily="34" charset="0"/>
                          </a:rPr>
                          <m:t>α</m:t>
                        </m:r>
                      </m:e>
                    </m:d>
                  </m:oMath>
                </a14:m>
                <a:r>
                  <a:rPr lang="en-IN" sz="2000" dirty="0">
                    <a:solidFill>
                      <a:schemeClr val="bg1"/>
                    </a:solidFill>
                    <a:latin typeface="Arial" panose="020B0604020202020204" pitchFamily="34" charset="0"/>
                    <a:cs typeface="Arial" panose="020B0604020202020204" pitchFamily="34" charset="0"/>
                  </a:rPr>
                  <a:t> value and each of these observations will have squared distances less than or equal to this value i.e., </a:t>
                </a:r>
                <a14:m>
                  <m:oMath xmlns:m="http://schemas.openxmlformats.org/officeDocument/2006/math">
                    <m:sSup>
                      <m:sSupPr>
                        <m:ctrlPr>
                          <a:rPr lang="en-US" sz="20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pPr>
                      <m:e>
                        <m:r>
                          <m:rPr>
                            <m:sty m:val="p"/>
                          </m:rP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d</m:t>
                        </m:r>
                      </m:e>
                      <m:sup>
                        <m: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2</m:t>
                        </m:r>
                      </m:sup>
                    </m:sSup>
                    <m:r>
                      <a:rPr lang="en-IN" sz="2000" b="1"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 </m:t>
                    </m:r>
                    <m:sSubSup>
                      <m:sSubSupPr>
                        <m:ctrlP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SupPr>
                      <m:e>
                        <m: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sub>
                        <m: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𝑝</m:t>
                        </m:r>
                      </m:sub>
                      <m:sup>
                        <m: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2</m:t>
                        </m:r>
                      </m:sup>
                    </m:sSubSup>
                    <m: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oMath>
                </a14:m>
                <a:endParaRPr lang="en-US" sz="2000" dirty="0">
                  <a:solidFill>
                    <a:schemeClr val="bg1"/>
                  </a:solidFill>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A8D1F681-A9FE-2FAC-B038-DABBB44DBF1D}"/>
                  </a:ext>
                </a:extLst>
              </p:cNvPr>
              <p:cNvSpPr txBox="1">
                <a:spLocks noRot="1" noChangeAspect="1" noMove="1" noResize="1" noEditPoints="1" noAdjustHandles="1" noChangeArrowheads="1" noChangeShapeType="1" noTextEdit="1"/>
              </p:cNvSpPr>
              <p:nvPr/>
            </p:nvSpPr>
            <p:spPr>
              <a:xfrm>
                <a:off x="604736" y="2027247"/>
                <a:ext cx="10982527" cy="3880549"/>
              </a:xfrm>
              <a:prstGeom prst="rect">
                <a:avLst/>
              </a:prstGeom>
              <a:blipFill>
                <a:blip r:embed="rId3"/>
                <a:stretch>
                  <a:fillRect l="-499" r="-555" b="-125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3549379" y="1187820"/>
                <a:ext cx="4248664" cy="581506"/>
              </a:xfrm>
              <a:prstGeom prst="rect">
                <a:avLst/>
              </a:prstGeom>
            </p:spPr>
            <p:txBody>
              <a:bodyPr wrap="none">
                <a:spAutoFit/>
              </a:bodyPr>
              <a:lstStyle/>
              <a:p>
                <a14:m>
                  <m:oMath xmlns:m="http://schemas.openxmlformats.org/officeDocument/2006/math">
                    <m:r>
                      <a:rPr lang="en-IN" sz="2800" b="1" i="0" smtClean="0">
                        <a:solidFill>
                          <a:schemeClr val="bg1"/>
                        </a:solidFill>
                        <a:latin typeface="Cambria Math" panose="02040503050406030204" pitchFamily="18" charset="0"/>
                        <a:cs typeface="Arial" panose="020B0604020202020204" pitchFamily="34" charset="0"/>
                      </a:rPr>
                      <m:t>(</m:t>
                    </m:r>
                    <m:r>
                      <a:rPr lang="en-IN" sz="2800" b="1" i="0" smtClean="0">
                        <a:solidFill>
                          <a:schemeClr val="bg1"/>
                        </a:solidFill>
                        <a:latin typeface="Cambria Math" panose="02040503050406030204" pitchFamily="18" charset="0"/>
                        <a:cs typeface="Arial" panose="020B0604020202020204" pitchFamily="34" charset="0"/>
                      </a:rPr>
                      <m:t>𝐱</m:t>
                    </m:r>
                    <m:r>
                      <a:rPr lang="en-IN" sz="2800" b="1" i="0" smtClean="0">
                        <a:solidFill>
                          <a:schemeClr val="bg1"/>
                        </a:solidFill>
                        <a:latin typeface="Cambria Math" panose="02040503050406030204" pitchFamily="18" charset="0"/>
                        <a:cs typeface="Arial" panose="020B0604020202020204" pitchFamily="34" charset="0"/>
                      </a:rPr>
                      <m:t>−</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IN" sz="2800" i="1" dirty="0"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oMath>
                </a14:m>
                <a:r>
                  <a:rPr lang="en-US" sz="2800" baseline="30000" dirty="0">
                    <a:solidFill>
                      <a:schemeClr val="bg1"/>
                    </a:solidFill>
                    <a:latin typeface="Arial" panose="020B0604020202020204" pitchFamily="34" charset="0"/>
                    <a:cs typeface="Arial" panose="020B0604020202020204" pitchFamily="34" charset="0"/>
                  </a:rPr>
                  <a:t>-1</a:t>
                </a:r>
                <a14:m>
                  <m:oMath xmlns:m="http://schemas.openxmlformats.org/officeDocument/2006/math">
                    <m:d>
                      <m:dPr>
                        <m:ctrlPr>
                          <a:rPr lang="en-IN" sz="2800" i="1">
                            <a:solidFill>
                              <a:schemeClr val="bg1"/>
                            </a:solidFill>
                            <a:latin typeface="Cambria Math" panose="02040503050406030204" pitchFamily="18" charset="0"/>
                            <a:cs typeface="Arial" panose="020B0604020202020204" pitchFamily="34" charset="0"/>
                          </a:rPr>
                        </m:ctrlPr>
                      </m:dPr>
                      <m:e>
                        <m:r>
                          <a:rPr lang="en-IN" sz="2800" b="1" i="0">
                            <a:solidFill>
                              <a:schemeClr val="bg1"/>
                            </a:solidFill>
                            <a:latin typeface="Cambria Math" panose="02040503050406030204" pitchFamily="18" charset="0"/>
                            <a:cs typeface="Arial" panose="020B0604020202020204" pitchFamily="34" charset="0"/>
                          </a:rPr>
                          <m:t>𝐱</m:t>
                        </m:r>
                        <m:r>
                          <a:rPr lang="en-IN" sz="2800" b="1" i="0">
                            <a:solidFill>
                              <a:schemeClr val="bg1"/>
                            </a:solidFill>
                            <a:latin typeface="Cambria Math" panose="02040503050406030204" pitchFamily="18" charset="0"/>
                            <a:cs typeface="Arial" panose="020B0604020202020204" pitchFamily="34" charset="0"/>
                          </a:rPr>
                          <m:t>−</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e>
                    </m:d>
                    <m:r>
                      <a:rPr lang="en-IN" sz="2800" b="1"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 </m:t>
                    </m:r>
                    <m:r>
                      <a:rPr lang="en-IN" sz="2800" b="1"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 </m:t>
                    </m:r>
                    <m:sSubSup>
                      <m:sSubSupPr>
                        <m:ctrlPr>
                          <a:rPr lang="en-IN" sz="280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SupPr>
                      <m:e>
                        <m:r>
                          <a:rPr lang="en-IN" sz="2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sub>
                        <m:r>
                          <a:rPr lang="en-IN" sz="2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𝑝</m:t>
                        </m:r>
                      </m:sub>
                      <m:sup>
                        <m:r>
                          <a:rPr lang="en-IN" sz="2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2</m:t>
                        </m:r>
                      </m:sup>
                    </m:sSubSup>
                    <m:r>
                      <a:rPr lang="en-IN" sz="2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oMath>
                </a14:m>
                <a:endParaRPr lang="en-IN" sz="2800" dirty="0">
                  <a:solidFill>
                    <a:schemeClr val="bg1"/>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3549379" y="1187820"/>
                <a:ext cx="4248664" cy="581506"/>
              </a:xfrm>
              <a:prstGeom prst="rect">
                <a:avLst/>
              </a:prstGeom>
              <a:blipFill>
                <a:blip r:embed="rId4"/>
                <a:stretch>
                  <a:fillRect t="-421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2345537" y="5670180"/>
                <a:ext cx="8276337" cy="919675"/>
              </a:xfrm>
              <a:prstGeom prst="rect">
                <a:avLst/>
              </a:prstGeom>
            </p:spPr>
            <p:txBody>
              <a:bodyPr wrap="square">
                <a:spAutoFit/>
              </a:bodyPr>
              <a:lstStyle/>
              <a:p>
                <a:pPr>
                  <a:lnSpc>
                    <a:spcPct val="200000"/>
                  </a:lnSpc>
                </a:pPr>
                <a14:m>
                  <m:oMath xmlns:m="http://schemas.openxmlformats.org/officeDocument/2006/math">
                    <m:r>
                      <a:rPr lang="en-IN" sz="2800" b="1" i="0" smtClean="0">
                        <a:solidFill>
                          <a:schemeClr val="bg1"/>
                        </a:solidFill>
                        <a:latin typeface="Cambria Math" panose="02040503050406030204" pitchFamily="18" charset="0"/>
                        <a:cs typeface="Arial" panose="020B0604020202020204" pitchFamily="34" charset="0"/>
                      </a:rPr>
                      <m:t>(</m:t>
                    </m:r>
                    <m:r>
                      <a:rPr lang="en-IN" sz="2800" b="1" i="0" smtClean="0">
                        <a:solidFill>
                          <a:schemeClr val="bg1"/>
                        </a:solidFill>
                        <a:latin typeface="Cambria Math" panose="02040503050406030204" pitchFamily="18" charset="0"/>
                        <a:cs typeface="Arial" panose="020B0604020202020204" pitchFamily="34" charset="0"/>
                      </a:rPr>
                      <m:t>𝐱</m:t>
                    </m:r>
                    <m:r>
                      <a:rPr lang="en-IN" sz="2800" b="1" i="0" smtClean="0">
                        <a:solidFill>
                          <a:schemeClr val="bg1"/>
                        </a:solidFill>
                        <a:latin typeface="Cambria Math" panose="02040503050406030204" pitchFamily="18" charset="0"/>
                        <a:cs typeface="Arial" panose="020B0604020202020204" pitchFamily="34" charset="0"/>
                      </a:rPr>
                      <m:t>−</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IN" sz="2800" i="1" dirty="0">
                        <a:solidFill>
                          <a:schemeClr val="bg1"/>
                        </a:solidFill>
                        <a:latin typeface="Cambria Math" panose="02040503050406030204" pitchFamily="18" charset="0"/>
                        <a:cs typeface="Arial" panose="020B0604020202020204" pitchFamily="34" charset="0"/>
                        <a:sym typeface="Symbol" panose="05050102010706020507" pitchFamily="18" charset="2"/>
                      </a:rPr>
                      <m:t></m:t>
                    </m:r>
                  </m:oMath>
                </a14:m>
                <a:r>
                  <a:rPr lang="en-US" sz="2800" baseline="30000" dirty="0">
                    <a:solidFill>
                      <a:schemeClr val="bg1"/>
                    </a:solidFill>
                    <a:latin typeface="Arial" panose="020B0604020202020204" pitchFamily="34" charset="0"/>
                    <a:cs typeface="Arial" panose="020B0604020202020204" pitchFamily="34" charset="0"/>
                  </a:rPr>
                  <a:t>-1</a:t>
                </a:r>
                <a14:m>
                  <m:oMath xmlns:m="http://schemas.openxmlformats.org/officeDocument/2006/math">
                    <m:d>
                      <m:dPr>
                        <m:ctrlPr>
                          <a:rPr lang="en-IN" sz="2800" i="1">
                            <a:solidFill>
                              <a:schemeClr val="bg1"/>
                            </a:solidFill>
                            <a:latin typeface="Cambria Math" panose="02040503050406030204" pitchFamily="18" charset="0"/>
                            <a:cs typeface="Arial" panose="020B0604020202020204" pitchFamily="34" charset="0"/>
                          </a:rPr>
                        </m:ctrlPr>
                      </m:dPr>
                      <m:e>
                        <m:r>
                          <a:rPr lang="en-IN" sz="2800" b="1" i="0">
                            <a:solidFill>
                              <a:schemeClr val="bg1"/>
                            </a:solidFill>
                            <a:latin typeface="Cambria Math" panose="02040503050406030204" pitchFamily="18" charset="0"/>
                            <a:cs typeface="Arial" panose="020B0604020202020204" pitchFamily="34" charset="0"/>
                          </a:rPr>
                          <m:t>𝐱</m:t>
                        </m:r>
                        <m:r>
                          <a:rPr lang="en-IN" sz="2800" b="1" i="0">
                            <a:solidFill>
                              <a:schemeClr val="bg1"/>
                            </a:solidFill>
                            <a:latin typeface="Cambria Math" panose="02040503050406030204" pitchFamily="18" charset="0"/>
                            <a:cs typeface="Arial" panose="020B0604020202020204" pitchFamily="34" charset="0"/>
                          </a:rPr>
                          <m:t>−</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e>
                    </m:d>
                    <m:r>
                      <a:rPr lang="en-IN" sz="2800" b="1"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 </m:t>
                    </m:r>
                    <m:r>
                      <a:rPr lang="en-IN" sz="2800" b="1"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 </m:t>
                    </m:r>
                    <m:sSubSup>
                      <m:sSubSupPr>
                        <m:ctrlPr>
                          <a:rPr lang="en-IN" sz="280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SupPr>
                      <m:e>
                        <m:r>
                          <a:rPr lang="en-IN" sz="2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sub>
                        <m:r>
                          <a:rPr lang="en-IN" sz="2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𝑝</m:t>
                        </m:r>
                      </m:sub>
                      <m:sup>
                        <m:r>
                          <a:rPr lang="en-IN" sz="2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2</m:t>
                        </m:r>
                      </m:sup>
                    </m:sSubSup>
                    <m:r>
                      <a:rPr lang="en-IN" sz="2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oMath>
                </a14:m>
                <a:r>
                  <a:rPr lang="en-IN" sz="2800" dirty="0">
                    <a:solidFill>
                      <a:schemeClr val="bg1"/>
                    </a:solidFill>
                  </a:rPr>
                  <a:t> </a:t>
                </a:r>
                <a:r>
                  <a:rPr lang="en-IN" sz="2400" dirty="0">
                    <a:solidFill>
                      <a:srgbClr val="00B0F0"/>
                    </a:solidFill>
                    <a:latin typeface="Arial" panose="020B0604020202020204" pitchFamily="34" charset="0"/>
                    <a:cs typeface="Arial" panose="020B0604020202020204" pitchFamily="34" charset="0"/>
                  </a:rPr>
                  <a:t>with a probability of 1-</a:t>
                </a:r>
                <a:r>
                  <a:rPr lang="en-IN" sz="2400" dirty="0">
                    <a:solidFill>
                      <a:srgbClr val="00B0F0"/>
                    </a:solidFill>
                    <a:latin typeface="Arial" panose="020B0604020202020204" pitchFamily="34" charset="0"/>
                    <a:cs typeface="Arial" panose="020B0604020202020204" pitchFamily="34" charset="0"/>
                    <a:sym typeface="Symbol" panose="05050102010706020507" pitchFamily="18" charset="2"/>
                  </a:rPr>
                  <a:t></a:t>
                </a:r>
                <a:endParaRPr lang="en-IN" sz="2400" dirty="0">
                  <a:solidFill>
                    <a:srgbClr val="00B0F0"/>
                  </a:solidFill>
                  <a:latin typeface="Arial" panose="020B0604020202020204" pitchFamily="34" charset="0"/>
                  <a:cs typeface="Arial" panose="020B0604020202020204" pitchFamily="34"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2345537" y="5670180"/>
                <a:ext cx="8276337" cy="919675"/>
              </a:xfrm>
              <a:prstGeom prst="rect">
                <a:avLst/>
              </a:prstGeom>
              <a:blipFill>
                <a:blip r:embed="rId5"/>
                <a:stretch>
                  <a:fillRect b="-8609"/>
                </a:stretch>
              </a:blipFill>
            </p:spPr>
            <p:txBody>
              <a:bodyPr/>
              <a:lstStyle/>
              <a:p>
                <a:r>
                  <a:rPr lang="en-IN">
                    <a:noFill/>
                  </a:rPr>
                  <a:t> </a:t>
                </a:r>
              </a:p>
            </p:txBody>
          </p:sp>
        </mc:Fallback>
      </mc:AlternateContent>
    </p:spTree>
    <p:extLst>
      <p:ext uri="{BB962C8B-B14F-4D97-AF65-F5344CB8AC3E}">
        <p14:creationId xmlns:p14="http://schemas.microsoft.com/office/powerpoint/2010/main" val="16111460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C7132D1-F769-96DB-AED6-2344C86869E6}"/>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65B2084C-0FFD-FB29-EAD7-D523B352CCFC}"/>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latin typeface="Arial" pitchFamily="34" charset="0"/>
                <a:cs typeface="Arial" pitchFamily="34" charset="0"/>
              </a:rPr>
              <a:t>Chi-Square Distribution and </a:t>
            </a:r>
            <a:r>
              <a:rPr lang="en-US" sz="3600" dirty="0" err="1">
                <a:solidFill>
                  <a:srgbClr val="0070C0"/>
                </a:solidFill>
                <a:latin typeface="Arial" pitchFamily="34" charset="0"/>
                <a:cs typeface="Arial" pitchFamily="34" charset="0"/>
              </a:rPr>
              <a:t>Mahalanobis</a:t>
            </a:r>
            <a:r>
              <a:rPr lang="en-US" sz="3600" dirty="0">
                <a:solidFill>
                  <a:srgbClr val="0070C0"/>
                </a:solidFill>
                <a:latin typeface="Arial" pitchFamily="34" charset="0"/>
                <a:cs typeface="Arial" pitchFamily="34" charset="0"/>
              </a:rPr>
              <a:t> Distance</a:t>
            </a:r>
            <a:endParaRPr lang="en-IN" sz="3600" dirty="0">
              <a:solidFill>
                <a:srgbClr val="0070C0"/>
              </a:solidFill>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9EB7763-7365-06F4-F812-289F8ADCDD0B}"/>
                  </a:ext>
                </a:extLst>
              </p:cNvPr>
              <p:cNvSpPr txBox="1"/>
              <p:nvPr/>
            </p:nvSpPr>
            <p:spPr>
              <a:xfrm>
                <a:off x="500330" y="827375"/>
                <a:ext cx="6245525" cy="6030625"/>
              </a:xfrm>
              <a:prstGeom prst="rect">
                <a:avLst/>
              </a:prstGeom>
              <a:noFill/>
            </p:spPr>
            <p:txBody>
              <a:bodyPr wrap="square" rtlCol="0">
                <a:spAutoFit/>
              </a:bodyPr>
              <a:lstStyle/>
              <a:p>
                <a:pPr marL="285750" indent="-285750" algn="just">
                  <a:lnSpc>
                    <a:spcPct val="200000"/>
                  </a:lnSpc>
                  <a:buClr>
                    <a:srgbClr val="0000FF"/>
                  </a:buClr>
                  <a:buFont typeface="Wingdings" panose="05000000000000000000" pitchFamily="2" charset="2"/>
                  <a:buChar char="v"/>
                </a:pPr>
                <a:r>
                  <a:rPr lang="en-US" sz="1900" dirty="0">
                    <a:solidFill>
                      <a:schemeClr val="bg1"/>
                    </a:solidFill>
                    <a:latin typeface="Arial" panose="020B0604020202020204" pitchFamily="34" charset="0"/>
                    <a:cs typeface="Arial" panose="020B0604020202020204" pitchFamily="34" charset="0"/>
                  </a:rPr>
                  <a:t>Now we will see what d</a:t>
                </a:r>
                <a:r>
                  <a:rPr lang="en-US" sz="1900" baseline="30000" dirty="0">
                    <a:solidFill>
                      <a:schemeClr val="bg1"/>
                    </a:solidFill>
                    <a:latin typeface="Arial" panose="020B0604020202020204" pitchFamily="34" charset="0"/>
                    <a:cs typeface="Arial" panose="020B0604020202020204" pitchFamily="34" charset="0"/>
                  </a:rPr>
                  <a:t>2</a:t>
                </a:r>
                <a:r>
                  <a:rPr lang="en-US" sz="1900" dirty="0">
                    <a:solidFill>
                      <a:schemeClr val="bg1"/>
                    </a:solidFill>
                    <a:latin typeface="Arial" panose="020B0604020202020204" pitchFamily="34" charset="0"/>
                    <a:cs typeface="Arial" panose="020B0604020202020204" pitchFamily="34" charset="0"/>
                  </a:rPr>
                  <a:t> is. </a:t>
                </a:r>
              </a:p>
              <a:p>
                <a:pPr marL="285750" indent="-285750" algn="just">
                  <a:lnSpc>
                    <a:spcPct val="200000"/>
                  </a:lnSpc>
                  <a:buClr>
                    <a:srgbClr val="0000FF"/>
                  </a:buClr>
                  <a:buFont typeface="Wingdings" panose="05000000000000000000" pitchFamily="2" charset="2"/>
                  <a:buChar char="v"/>
                </a:pPr>
                <a:r>
                  <a:rPr lang="en-US" sz="1900" dirty="0">
                    <a:solidFill>
                      <a:schemeClr val="bg1"/>
                    </a:solidFill>
                    <a:latin typeface="Arial" panose="020B0604020202020204" pitchFamily="34" charset="0"/>
                    <a:cs typeface="Arial" panose="020B0604020202020204" pitchFamily="34" charset="0"/>
                  </a:rPr>
                  <a:t>d</a:t>
                </a:r>
                <a:r>
                  <a:rPr lang="en-US" sz="1900" baseline="30000" dirty="0">
                    <a:solidFill>
                      <a:schemeClr val="bg1"/>
                    </a:solidFill>
                    <a:latin typeface="Arial" panose="020B0604020202020204" pitchFamily="34" charset="0"/>
                    <a:cs typeface="Arial" panose="020B0604020202020204" pitchFamily="34" charset="0"/>
                  </a:rPr>
                  <a:t>2</a:t>
                </a:r>
                <a:r>
                  <a:rPr lang="en-US" sz="1900" dirty="0">
                    <a:solidFill>
                      <a:schemeClr val="bg1"/>
                    </a:solidFill>
                    <a:latin typeface="Arial" panose="020B0604020202020204" pitchFamily="34" charset="0"/>
                    <a:cs typeface="Arial" panose="020B0604020202020204" pitchFamily="34" charset="0"/>
                  </a:rPr>
                  <a:t> is known as </a:t>
                </a:r>
                <a:r>
                  <a:rPr lang="en-US" sz="1900" dirty="0">
                    <a:solidFill>
                      <a:srgbClr val="00B0F0"/>
                    </a:solidFill>
                    <a:latin typeface="Arial" panose="020B0604020202020204" pitchFamily="34" charset="0"/>
                    <a:cs typeface="Arial" panose="020B0604020202020204" pitchFamily="34" charset="0"/>
                  </a:rPr>
                  <a:t>squared statistical distance </a:t>
                </a:r>
                <a:r>
                  <a:rPr lang="en-US" sz="1900" dirty="0">
                    <a:solidFill>
                      <a:schemeClr val="bg1"/>
                    </a:solidFill>
                    <a:latin typeface="Arial" panose="020B0604020202020204" pitchFamily="34" charset="0"/>
                    <a:cs typeface="Arial" panose="020B0604020202020204" pitchFamily="34" charset="0"/>
                  </a:rPr>
                  <a:t>of </a:t>
                </a:r>
                <a:r>
                  <a:rPr lang="en-US" sz="1900" b="1" dirty="0">
                    <a:solidFill>
                      <a:schemeClr val="bg1"/>
                    </a:solidFill>
                    <a:latin typeface="Arial" panose="020B0604020202020204" pitchFamily="34" charset="0"/>
                    <a:cs typeface="Arial" panose="020B0604020202020204" pitchFamily="34" charset="0"/>
                  </a:rPr>
                  <a:t>x</a:t>
                </a:r>
                <a:r>
                  <a:rPr lang="en-US" sz="1900" dirty="0">
                    <a:solidFill>
                      <a:schemeClr val="bg1"/>
                    </a:solidFill>
                    <a:latin typeface="Arial" panose="020B0604020202020204" pitchFamily="34" charset="0"/>
                    <a:cs typeface="Arial" panose="020B0604020202020204" pitchFamily="34" charset="0"/>
                  </a:rPr>
                  <a:t> from </a:t>
                </a:r>
                <a:r>
                  <a:rPr lang="en-US" sz="1900" b="1" dirty="0">
                    <a:solidFill>
                      <a:schemeClr val="bg1"/>
                    </a:solidFill>
                    <a:latin typeface="Arial" panose="020B0604020202020204" pitchFamily="34" charset="0"/>
                    <a:cs typeface="Arial" panose="020B0604020202020204" pitchFamily="34" charset="0"/>
                  </a:rPr>
                  <a:t>μ</a:t>
                </a:r>
                <a:r>
                  <a:rPr lang="en-US" sz="1900" dirty="0">
                    <a:solidFill>
                      <a:schemeClr val="bg1"/>
                    </a:solidFill>
                    <a:latin typeface="Arial" panose="020B0604020202020204" pitchFamily="34" charset="0"/>
                    <a:cs typeface="Arial" panose="020B0604020202020204" pitchFamily="34" charset="0"/>
                  </a:rPr>
                  <a:t>. </a:t>
                </a:r>
              </a:p>
              <a:p>
                <a:pPr marL="285750" indent="-285750" algn="just">
                  <a:lnSpc>
                    <a:spcPct val="200000"/>
                  </a:lnSpc>
                  <a:buClr>
                    <a:srgbClr val="0000FF"/>
                  </a:buClr>
                  <a:buFont typeface="Wingdings" panose="05000000000000000000" pitchFamily="2" charset="2"/>
                  <a:buChar char="v"/>
                </a:pPr>
                <a:r>
                  <a:rPr lang="en-US" sz="1900" dirty="0">
                    <a:solidFill>
                      <a:schemeClr val="bg1"/>
                    </a:solidFill>
                    <a:latin typeface="Arial" panose="020B0604020202020204" pitchFamily="34" charset="0"/>
                    <a:cs typeface="Arial" panose="020B0604020202020204" pitchFamily="34" charset="0"/>
                  </a:rPr>
                  <a:t>The relation </a:t>
                </a:r>
                <a:endParaRPr lang="en-IN" sz="1900" b="1" i="1" dirty="0">
                  <a:solidFill>
                    <a:srgbClr val="C00000"/>
                  </a:solidFill>
                  <a:latin typeface="Cambria Math" panose="02040503050406030204" pitchFamily="18" charset="0"/>
                  <a:ea typeface="Cambria Math" panose="02040503050406030204" pitchFamily="18" charset="0"/>
                  <a:cs typeface="Arial" panose="020B0604020202020204" pitchFamily="34" charset="0"/>
                </a:endParaRPr>
              </a:p>
              <a:p>
                <a:pPr algn="ctr">
                  <a:lnSpc>
                    <a:spcPct val="200000"/>
                  </a:lnSpc>
                  <a:buClr>
                    <a:srgbClr val="0000FF"/>
                  </a:buClr>
                </a:pPr>
                <a14:m>
                  <m:oMath xmlns:m="http://schemas.openxmlformats.org/officeDocument/2006/math">
                    <m:r>
                      <a:rPr lang="en-IN" sz="2000" b="1">
                        <a:solidFill>
                          <a:schemeClr val="bg1"/>
                        </a:solidFill>
                        <a:latin typeface="Cambria Math" panose="02040503050406030204" pitchFamily="18" charset="0"/>
                        <a:cs typeface="Arial" panose="020B0604020202020204" pitchFamily="34" charset="0"/>
                      </a:rPr>
                      <m:t>(</m:t>
                    </m:r>
                    <m:r>
                      <a:rPr lang="en-IN" sz="2000" b="1">
                        <a:solidFill>
                          <a:schemeClr val="bg1"/>
                        </a:solidFill>
                        <a:latin typeface="Cambria Math" panose="02040503050406030204" pitchFamily="18" charset="0"/>
                        <a:cs typeface="Arial" panose="020B0604020202020204" pitchFamily="34" charset="0"/>
                      </a:rPr>
                      <m:t>𝐱</m:t>
                    </m:r>
                    <m:r>
                      <a:rPr lang="en-IN" sz="2000" b="1">
                        <a:solidFill>
                          <a:schemeClr val="bg1"/>
                        </a:solidFill>
                        <a:latin typeface="Cambria Math" panose="02040503050406030204" pitchFamily="18" charset="0"/>
                        <a:cs typeface="Arial" panose="020B0604020202020204" pitchFamily="34" charset="0"/>
                      </a:rPr>
                      <m:t>−</m:t>
                    </m:r>
                    <m:r>
                      <a:rPr lang="en-IN" sz="2000" b="1">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r>
                      <a:rPr lang="en-IN" sz="2000" b="1">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IN" sz="2000" i="1" dirty="0"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oMath>
                </a14:m>
                <a:r>
                  <a:rPr lang="en-US" sz="2000" baseline="30000" dirty="0">
                    <a:solidFill>
                      <a:schemeClr val="bg1"/>
                    </a:solidFill>
                    <a:latin typeface="Arial" panose="020B0604020202020204" pitchFamily="34" charset="0"/>
                    <a:cs typeface="Arial" panose="020B0604020202020204" pitchFamily="34" charset="0"/>
                  </a:rPr>
                  <a:t>-1</a:t>
                </a:r>
                <a14:m>
                  <m:oMath xmlns:m="http://schemas.openxmlformats.org/officeDocument/2006/math">
                    <m:d>
                      <m:dPr>
                        <m:ctrlPr>
                          <a:rPr lang="en-IN" sz="2000" i="1">
                            <a:solidFill>
                              <a:schemeClr val="bg1"/>
                            </a:solidFill>
                            <a:latin typeface="Cambria Math" panose="02040503050406030204" pitchFamily="18" charset="0"/>
                            <a:cs typeface="Arial" panose="020B0604020202020204" pitchFamily="34" charset="0"/>
                          </a:rPr>
                        </m:ctrlPr>
                      </m:dPr>
                      <m:e>
                        <m:r>
                          <a:rPr lang="en-IN" sz="2000" b="1">
                            <a:solidFill>
                              <a:schemeClr val="bg1"/>
                            </a:solidFill>
                            <a:latin typeface="Cambria Math" panose="02040503050406030204" pitchFamily="18" charset="0"/>
                            <a:cs typeface="Arial" panose="020B0604020202020204" pitchFamily="34" charset="0"/>
                          </a:rPr>
                          <m:t>𝐱</m:t>
                        </m:r>
                        <m:r>
                          <a:rPr lang="en-IN" sz="2000" b="1">
                            <a:solidFill>
                              <a:schemeClr val="bg1"/>
                            </a:solidFill>
                            <a:latin typeface="Cambria Math" panose="02040503050406030204" pitchFamily="18" charset="0"/>
                            <a:cs typeface="Arial" panose="020B0604020202020204" pitchFamily="34" charset="0"/>
                          </a:rPr>
                          <m:t>−</m:t>
                        </m:r>
                        <m:r>
                          <a:rPr lang="en-IN" sz="2000" b="1">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e>
                    </m:d>
                    <m:r>
                      <a:rPr lang="en-IN" sz="2000" b="1" i="1">
                        <a:solidFill>
                          <a:schemeClr val="bg1"/>
                        </a:solidFill>
                        <a:latin typeface="Cambria Math" panose="02040503050406030204" pitchFamily="18" charset="0"/>
                        <a:ea typeface="Cambria Math" panose="02040503050406030204" pitchFamily="18" charset="0"/>
                        <a:cs typeface="Arial" panose="020B0604020202020204" pitchFamily="34" charset="0"/>
                      </a:rPr>
                      <m:t> </m:t>
                    </m:r>
                    <m:r>
                      <a:rPr lang="en-IN" sz="2000" b="1"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 </m:t>
                    </m:r>
                    <m:sSubSup>
                      <m:sSubSupPr>
                        <m:ctrlP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SupPr>
                      <m:e>
                        <m: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sub>
                        <m: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𝑝</m:t>
                        </m:r>
                      </m:sub>
                      <m:sup>
                        <m: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2</m:t>
                        </m:r>
                      </m:sup>
                    </m:sSubSup>
                    <m:r>
                      <a:rPr lang="en-IN" sz="2000" i="1">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oMath>
                </a14:m>
                <a:r>
                  <a:rPr lang="en-IN" sz="2000" dirty="0">
                    <a:solidFill>
                      <a:schemeClr val="bg1"/>
                    </a:solidFill>
                  </a:rPr>
                  <a:t> </a:t>
                </a:r>
              </a:p>
              <a:p>
                <a:pPr algn="just">
                  <a:lnSpc>
                    <a:spcPct val="200000"/>
                  </a:lnSpc>
                  <a:buClr>
                    <a:srgbClr val="0000FF"/>
                  </a:buClr>
                </a:pPr>
                <a:r>
                  <a:rPr lang="en-US" sz="1900" dirty="0">
                    <a:solidFill>
                      <a:schemeClr val="bg1"/>
                    </a:solidFill>
                    <a:latin typeface="Arial" panose="020B0604020202020204" pitchFamily="34" charset="0"/>
                    <a:cs typeface="Arial" panose="020B0604020202020204" pitchFamily="34" charset="0"/>
                  </a:rPr>
                  <a:t>follows </a:t>
                </a:r>
                <a:r>
                  <a:rPr lang="en-US" sz="1900" dirty="0">
                    <a:solidFill>
                      <a:srgbClr val="CC00FF"/>
                    </a:solidFill>
                    <a:latin typeface="Arial" panose="020B0604020202020204" pitchFamily="34" charset="0"/>
                    <a:cs typeface="Arial" panose="020B0604020202020204" pitchFamily="34" charset="0"/>
                  </a:rPr>
                  <a:t>chi- square </a:t>
                </a:r>
                <a:r>
                  <a:rPr lang="en-US" sz="1900" dirty="0">
                    <a:solidFill>
                      <a:srgbClr val="CC00FF"/>
                    </a:solidFill>
                    <a:latin typeface="Arial" panose="020B0604020202020204" pitchFamily="34" charset="0"/>
                    <a:cs typeface="Arial" panose="020B0604020202020204" pitchFamily="34" charset="0"/>
                    <a:sym typeface="Symbol" panose="05050102010706020507" pitchFamily="18" charset="2"/>
                  </a:rPr>
                  <a:t></a:t>
                </a:r>
                <a:r>
                  <a:rPr lang="en-US" sz="1900" baseline="30000" dirty="0">
                    <a:solidFill>
                      <a:srgbClr val="CC00FF"/>
                    </a:solidFill>
                    <a:latin typeface="Arial" panose="020B0604020202020204" pitchFamily="34" charset="0"/>
                    <a:cs typeface="Arial" panose="020B0604020202020204" pitchFamily="34" charset="0"/>
                    <a:sym typeface="Symbol" panose="05050102010706020507" pitchFamily="18" charset="2"/>
                  </a:rPr>
                  <a:t>2</a:t>
                </a:r>
                <a:r>
                  <a:rPr lang="en-US" sz="1900" dirty="0">
                    <a:solidFill>
                      <a:srgbClr val="CC00FF"/>
                    </a:solidFill>
                    <a:latin typeface="Arial" panose="020B0604020202020204" pitchFamily="34" charset="0"/>
                    <a:cs typeface="Arial" panose="020B0604020202020204" pitchFamily="34" charset="0"/>
                  </a:rPr>
                  <a:t> distribution with p degrees of freedom </a:t>
                </a:r>
              </a:p>
              <a:p>
                <a:pPr algn="just">
                  <a:lnSpc>
                    <a:spcPct val="200000"/>
                  </a:lnSpc>
                  <a:buClr>
                    <a:srgbClr val="0000FF"/>
                  </a:buClr>
                </a:pPr>
                <a:r>
                  <a:rPr lang="en-US" sz="1900" dirty="0">
                    <a:solidFill>
                      <a:schemeClr val="bg1"/>
                    </a:solidFill>
                    <a:latin typeface="Arial" panose="020B0604020202020204" pitchFamily="34" charset="0"/>
                    <a:cs typeface="Arial" panose="020B0604020202020204" pitchFamily="34" charset="0"/>
                  </a:rPr>
                  <a:t>The pdf for </a:t>
                </a:r>
                <a:r>
                  <a:rPr lang="en-US" sz="1900" dirty="0">
                    <a:solidFill>
                      <a:schemeClr val="bg1"/>
                    </a:solidFill>
                    <a:latin typeface="Arial" panose="020B0604020202020204" pitchFamily="34" charset="0"/>
                    <a:cs typeface="Arial" panose="020B0604020202020204" pitchFamily="34" charset="0"/>
                    <a:sym typeface="Symbol" panose="05050102010706020507" pitchFamily="18" charset="2"/>
                  </a:rPr>
                  <a:t></a:t>
                </a:r>
                <a:r>
                  <a:rPr lang="en-US" sz="1900" baseline="30000" dirty="0">
                    <a:solidFill>
                      <a:schemeClr val="bg1"/>
                    </a:solidFill>
                    <a:latin typeface="Arial" panose="020B0604020202020204" pitchFamily="34" charset="0"/>
                    <a:cs typeface="Arial" panose="020B0604020202020204" pitchFamily="34" charset="0"/>
                    <a:sym typeface="Symbol" panose="05050102010706020507" pitchFamily="18" charset="2"/>
                  </a:rPr>
                  <a:t>2</a:t>
                </a:r>
                <a:r>
                  <a:rPr lang="en-US" sz="1900" dirty="0">
                    <a:solidFill>
                      <a:schemeClr val="bg1"/>
                    </a:solidFill>
                    <a:latin typeface="Arial" panose="020B0604020202020204" pitchFamily="34" charset="0"/>
                    <a:cs typeface="Arial" panose="020B0604020202020204" pitchFamily="34" charset="0"/>
                  </a:rPr>
                  <a:t> distribution is shown in Figure </a:t>
                </a:r>
              </a:p>
              <a:p>
                <a:pPr marL="285750" indent="-285750" algn="just">
                  <a:lnSpc>
                    <a:spcPct val="200000"/>
                  </a:lnSpc>
                  <a:buClr>
                    <a:srgbClr val="0000FF"/>
                  </a:buClr>
                  <a:buFont typeface="Wingdings" panose="05000000000000000000" pitchFamily="2" charset="2"/>
                  <a:buChar char="v"/>
                </a:pPr>
                <a:r>
                  <a:rPr lang="en-US" sz="1900" dirty="0">
                    <a:solidFill>
                      <a:schemeClr val="bg1"/>
                    </a:solidFill>
                    <a:latin typeface="Arial" panose="020B0604020202020204" pitchFamily="34" charset="0"/>
                    <a:cs typeface="Arial" panose="020B0604020202020204" pitchFamily="34" charset="0"/>
                  </a:rPr>
                  <a:t>Figure shows the pdf of </a:t>
                </a:r>
                <a:r>
                  <a:rPr lang="en-US" sz="1900" dirty="0">
                    <a:solidFill>
                      <a:schemeClr val="bg1"/>
                    </a:solidFill>
                    <a:latin typeface="Arial" panose="020B0604020202020204" pitchFamily="34" charset="0"/>
                    <a:cs typeface="Arial" panose="020B0604020202020204" pitchFamily="34" charset="0"/>
                    <a:sym typeface="Symbol" panose="05050102010706020507" pitchFamily="18" charset="2"/>
                  </a:rPr>
                  <a:t></a:t>
                </a:r>
                <a:r>
                  <a:rPr lang="en-US" sz="1900" baseline="30000" dirty="0">
                    <a:solidFill>
                      <a:schemeClr val="bg1"/>
                    </a:solidFill>
                    <a:latin typeface="Arial" panose="020B0604020202020204" pitchFamily="34" charset="0"/>
                    <a:cs typeface="Arial" panose="020B0604020202020204" pitchFamily="34" charset="0"/>
                    <a:sym typeface="Symbol" panose="05050102010706020507" pitchFamily="18" charset="2"/>
                  </a:rPr>
                  <a:t>2</a:t>
                </a:r>
                <a:r>
                  <a:rPr lang="en-US" sz="1900" dirty="0">
                    <a:solidFill>
                      <a:schemeClr val="bg1"/>
                    </a:solidFill>
                    <a:latin typeface="Arial" panose="020B0604020202020204" pitchFamily="34" charset="0"/>
                    <a:cs typeface="Arial" panose="020B0604020202020204" pitchFamily="34" charset="0"/>
                  </a:rPr>
                  <a:t> for 1, 2, 3, 5, and 7 degrees of freedom. </a:t>
                </a:r>
              </a:p>
            </p:txBody>
          </p:sp>
        </mc:Choice>
        <mc:Fallback xmlns="">
          <p:sp>
            <p:nvSpPr>
              <p:cNvPr id="6" name="TextBox 5">
                <a:extLst>
                  <a:ext uri="{FF2B5EF4-FFF2-40B4-BE49-F238E27FC236}">
                    <a16:creationId xmlns:a16="http://schemas.microsoft.com/office/drawing/2014/main" id="{C9EB7763-7365-06F4-F812-289F8ADCDD0B}"/>
                  </a:ext>
                </a:extLst>
              </p:cNvPr>
              <p:cNvSpPr txBox="1">
                <a:spLocks noRot="1" noChangeAspect="1" noMove="1" noResize="1" noEditPoints="1" noAdjustHandles="1" noChangeArrowheads="1" noChangeShapeType="1" noTextEdit="1"/>
              </p:cNvSpPr>
              <p:nvPr/>
            </p:nvSpPr>
            <p:spPr>
              <a:xfrm>
                <a:off x="500330" y="827375"/>
                <a:ext cx="6245525" cy="6030625"/>
              </a:xfrm>
              <a:prstGeom prst="rect">
                <a:avLst/>
              </a:prstGeom>
              <a:blipFill>
                <a:blip r:embed="rId3"/>
                <a:stretch>
                  <a:fillRect l="-878" r="-878"/>
                </a:stretch>
              </a:blipFill>
            </p:spPr>
            <p:txBody>
              <a:bodyPr/>
              <a:lstStyle/>
              <a:p>
                <a:r>
                  <a:rPr lang="en-IN">
                    <a:noFill/>
                  </a:rPr>
                  <a:t> </a:t>
                </a:r>
              </a:p>
            </p:txBody>
          </p:sp>
        </mc:Fallback>
      </mc:AlternateContent>
      <p:pic>
        <p:nvPicPr>
          <p:cNvPr id="2" name="Picture 1"/>
          <p:cNvPicPr>
            <a:picLocks noChangeAspect="1"/>
          </p:cNvPicPr>
          <p:nvPr/>
        </p:nvPicPr>
        <p:blipFill>
          <a:blip r:embed="rId4"/>
          <a:stretch>
            <a:fillRect/>
          </a:stretch>
        </p:blipFill>
        <p:spPr>
          <a:xfrm>
            <a:off x="6942387" y="1277058"/>
            <a:ext cx="5001323" cy="4010585"/>
          </a:xfrm>
          <a:prstGeom prst="rect">
            <a:avLst/>
          </a:prstGeom>
        </p:spPr>
      </p:pic>
    </p:spTree>
    <p:extLst>
      <p:ext uri="{BB962C8B-B14F-4D97-AF65-F5344CB8AC3E}">
        <p14:creationId xmlns:p14="http://schemas.microsoft.com/office/powerpoint/2010/main" val="6683437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8326" y="1559866"/>
            <a:ext cx="6125430" cy="4963218"/>
          </a:xfrm>
          <a:prstGeom prst="rect">
            <a:avLst/>
          </a:prstGeom>
        </p:spPr>
      </p:pic>
      <p:pic>
        <p:nvPicPr>
          <p:cNvPr id="3" name="Picture 2"/>
          <p:cNvPicPr>
            <a:picLocks noChangeAspect="1"/>
          </p:cNvPicPr>
          <p:nvPr/>
        </p:nvPicPr>
        <p:blipFill>
          <a:blip r:embed="rId3"/>
          <a:stretch>
            <a:fillRect/>
          </a:stretch>
        </p:blipFill>
        <p:spPr>
          <a:xfrm>
            <a:off x="6280031" y="1906438"/>
            <a:ext cx="5973361" cy="4528192"/>
          </a:xfrm>
          <a:prstGeom prst="rect">
            <a:avLst/>
          </a:prstGeom>
        </p:spPr>
      </p:pic>
      <p:sp>
        <p:nvSpPr>
          <p:cNvPr id="6" name="Title 1">
            <a:extLst>
              <a:ext uri="{FF2B5EF4-FFF2-40B4-BE49-F238E27FC236}">
                <a16:creationId xmlns:a16="http://schemas.microsoft.com/office/drawing/2014/main" id="{65B2084C-0FFD-FB29-EAD7-D523B352CCFC}"/>
              </a:ext>
            </a:extLst>
          </p:cNvPr>
          <p:cNvSpPr txBox="1">
            <a:spLocks/>
          </p:cNvSpPr>
          <p:nvPr/>
        </p:nvSpPr>
        <p:spPr bwMode="auto">
          <a:xfrm>
            <a:off x="238326" y="224287"/>
            <a:ext cx="11571136" cy="589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normAutofit lnSpcReduction="10000"/>
          </a:bodyPr>
          <a:lstStyle>
            <a:lvl1pPr algn="l" rtl="0" eaLnBrk="1" fontAlgn="base" hangingPunct="1">
              <a:spcBef>
                <a:spcPct val="0"/>
              </a:spcBef>
              <a:spcAft>
                <a:spcPct val="0"/>
              </a:spcAft>
              <a:defRPr sz="6667" kern="1200">
                <a:solidFill>
                  <a:schemeClr val="tx2"/>
                </a:solidFill>
                <a:latin typeface="+mj-lt"/>
                <a:ea typeface="+mj-ea"/>
                <a:cs typeface="+mj-cs"/>
              </a:defRPr>
            </a:lvl1pPr>
            <a:lvl2pPr algn="l" rtl="0" eaLnBrk="1" fontAlgn="base" hangingPunct="1">
              <a:spcBef>
                <a:spcPct val="0"/>
              </a:spcBef>
              <a:spcAft>
                <a:spcPct val="0"/>
              </a:spcAft>
              <a:defRPr sz="6667">
                <a:solidFill>
                  <a:schemeClr val="tx2"/>
                </a:solidFill>
                <a:latin typeface="Calibri" pitchFamily="34" charset="0"/>
              </a:defRPr>
            </a:lvl2pPr>
            <a:lvl3pPr algn="l" rtl="0" eaLnBrk="1" fontAlgn="base" hangingPunct="1">
              <a:spcBef>
                <a:spcPct val="0"/>
              </a:spcBef>
              <a:spcAft>
                <a:spcPct val="0"/>
              </a:spcAft>
              <a:defRPr sz="6667">
                <a:solidFill>
                  <a:schemeClr val="tx2"/>
                </a:solidFill>
                <a:latin typeface="Calibri" pitchFamily="34" charset="0"/>
              </a:defRPr>
            </a:lvl3pPr>
            <a:lvl4pPr algn="l" rtl="0" eaLnBrk="1" fontAlgn="base" hangingPunct="1">
              <a:spcBef>
                <a:spcPct val="0"/>
              </a:spcBef>
              <a:spcAft>
                <a:spcPct val="0"/>
              </a:spcAft>
              <a:defRPr sz="6667">
                <a:solidFill>
                  <a:schemeClr val="tx2"/>
                </a:solidFill>
                <a:latin typeface="Calibri" pitchFamily="34" charset="0"/>
              </a:defRPr>
            </a:lvl4pPr>
            <a:lvl5pPr algn="l" rtl="0" eaLnBrk="1" fontAlgn="base" hangingPunct="1">
              <a:spcBef>
                <a:spcPct val="0"/>
              </a:spcBef>
              <a:spcAft>
                <a:spcPct val="0"/>
              </a:spcAft>
              <a:defRPr sz="6667">
                <a:solidFill>
                  <a:schemeClr val="tx2"/>
                </a:solidFill>
                <a:latin typeface="Calibri" pitchFamily="34" charset="0"/>
              </a:defRPr>
            </a:lvl5pPr>
            <a:lvl6pPr marL="609585" algn="l" rtl="0" eaLnBrk="1" fontAlgn="base" hangingPunct="1">
              <a:spcBef>
                <a:spcPct val="0"/>
              </a:spcBef>
              <a:spcAft>
                <a:spcPct val="0"/>
              </a:spcAft>
              <a:defRPr sz="6667">
                <a:solidFill>
                  <a:schemeClr val="tx2"/>
                </a:solidFill>
                <a:latin typeface="Calibri" pitchFamily="34" charset="0"/>
              </a:defRPr>
            </a:lvl6pPr>
            <a:lvl7pPr marL="1219170" algn="l" rtl="0" eaLnBrk="1" fontAlgn="base" hangingPunct="1">
              <a:spcBef>
                <a:spcPct val="0"/>
              </a:spcBef>
              <a:spcAft>
                <a:spcPct val="0"/>
              </a:spcAft>
              <a:defRPr sz="6667">
                <a:solidFill>
                  <a:schemeClr val="tx2"/>
                </a:solidFill>
                <a:latin typeface="Calibri" pitchFamily="34" charset="0"/>
              </a:defRPr>
            </a:lvl7pPr>
            <a:lvl8pPr marL="1828754" algn="l" rtl="0" eaLnBrk="1" fontAlgn="base" hangingPunct="1">
              <a:spcBef>
                <a:spcPct val="0"/>
              </a:spcBef>
              <a:spcAft>
                <a:spcPct val="0"/>
              </a:spcAft>
              <a:defRPr sz="6667">
                <a:solidFill>
                  <a:schemeClr val="tx2"/>
                </a:solidFill>
                <a:latin typeface="Calibri" pitchFamily="34" charset="0"/>
              </a:defRPr>
            </a:lvl8pPr>
            <a:lvl9pPr marL="2438339" algn="l" rtl="0" eaLnBrk="1" fontAlgn="base" hangingPunct="1">
              <a:spcBef>
                <a:spcPct val="0"/>
              </a:spcBef>
              <a:spcAft>
                <a:spcPct val="0"/>
              </a:spcAft>
              <a:defRPr sz="6667">
                <a:solidFill>
                  <a:schemeClr val="tx2"/>
                </a:solidFill>
                <a:latin typeface="Calibri" pitchFamily="34" charset="0"/>
              </a:defRPr>
            </a:lvl9pPr>
          </a:lstStyle>
          <a:p>
            <a:pPr algn="ctr"/>
            <a:r>
              <a:rPr lang="en-US" sz="3600" b="1">
                <a:solidFill>
                  <a:srgbClr val="0070C0"/>
                </a:solidFill>
                <a:latin typeface="Arial" pitchFamily="34" charset="0"/>
                <a:cs typeface="Arial" pitchFamily="34" charset="0"/>
              </a:rPr>
              <a:t>Chi-Square Distribution and Mahalanobis Distance</a:t>
            </a:r>
            <a:endParaRPr lang="en-IN" sz="3600" b="1" dirty="0">
              <a:solidFill>
                <a:srgbClr val="0070C0"/>
              </a:solidFill>
              <a:latin typeface="Arial" pitchFamily="34" charset="0"/>
              <a:cs typeface="Arial" pitchFamily="34" charset="0"/>
            </a:endParaRPr>
          </a:p>
        </p:txBody>
      </p:sp>
    </p:spTree>
    <p:extLst>
      <p:ext uri="{BB962C8B-B14F-4D97-AF65-F5344CB8AC3E}">
        <p14:creationId xmlns:p14="http://schemas.microsoft.com/office/powerpoint/2010/main" val="5125528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62910" y="1264132"/>
            <a:ext cx="4972744" cy="5106113"/>
          </a:xfrm>
          <a:prstGeom prst="rect">
            <a:avLst/>
          </a:prstGeom>
        </p:spPr>
      </p:pic>
      <p:sp>
        <p:nvSpPr>
          <p:cNvPr id="5" name="Title 1">
            <a:extLst>
              <a:ext uri="{FF2B5EF4-FFF2-40B4-BE49-F238E27FC236}">
                <a16:creationId xmlns:a16="http://schemas.microsoft.com/office/drawing/2014/main" id="{65B2084C-0FFD-FB29-EAD7-D523B352CCFC}"/>
              </a:ext>
            </a:extLst>
          </p:cNvPr>
          <p:cNvSpPr txBox="1">
            <a:spLocks/>
          </p:cNvSpPr>
          <p:nvPr/>
        </p:nvSpPr>
        <p:spPr bwMode="auto">
          <a:xfrm>
            <a:off x="215541" y="129396"/>
            <a:ext cx="11571136" cy="589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normAutofit lnSpcReduction="10000"/>
          </a:bodyPr>
          <a:lstStyle>
            <a:lvl1pPr algn="l" rtl="0" eaLnBrk="1" fontAlgn="base" hangingPunct="1">
              <a:spcBef>
                <a:spcPct val="0"/>
              </a:spcBef>
              <a:spcAft>
                <a:spcPct val="0"/>
              </a:spcAft>
              <a:defRPr sz="6667" kern="1200">
                <a:solidFill>
                  <a:schemeClr val="tx2"/>
                </a:solidFill>
                <a:latin typeface="+mj-lt"/>
                <a:ea typeface="+mj-ea"/>
                <a:cs typeface="+mj-cs"/>
              </a:defRPr>
            </a:lvl1pPr>
            <a:lvl2pPr algn="l" rtl="0" eaLnBrk="1" fontAlgn="base" hangingPunct="1">
              <a:spcBef>
                <a:spcPct val="0"/>
              </a:spcBef>
              <a:spcAft>
                <a:spcPct val="0"/>
              </a:spcAft>
              <a:defRPr sz="6667">
                <a:solidFill>
                  <a:schemeClr val="tx2"/>
                </a:solidFill>
                <a:latin typeface="Calibri" pitchFamily="34" charset="0"/>
              </a:defRPr>
            </a:lvl2pPr>
            <a:lvl3pPr algn="l" rtl="0" eaLnBrk="1" fontAlgn="base" hangingPunct="1">
              <a:spcBef>
                <a:spcPct val="0"/>
              </a:spcBef>
              <a:spcAft>
                <a:spcPct val="0"/>
              </a:spcAft>
              <a:defRPr sz="6667">
                <a:solidFill>
                  <a:schemeClr val="tx2"/>
                </a:solidFill>
                <a:latin typeface="Calibri" pitchFamily="34" charset="0"/>
              </a:defRPr>
            </a:lvl3pPr>
            <a:lvl4pPr algn="l" rtl="0" eaLnBrk="1" fontAlgn="base" hangingPunct="1">
              <a:spcBef>
                <a:spcPct val="0"/>
              </a:spcBef>
              <a:spcAft>
                <a:spcPct val="0"/>
              </a:spcAft>
              <a:defRPr sz="6667">
                <a:solidFill>
                  <a:schemeClr val="tx2"/>
                </a:solidFill>
                <a:latin typeface="Calibri" pitchFamily="34" charset="0"/>
              </a:defRPr>
            </a:lvl4pPr>
            <a:lvl5pPr algn="l" rtl="0" eaLnBrk="1" fontAlgn="base" hangingPunct="1">
              <a:spcBef>
                <a:spcPct val="0"/>
              </a:spcBef>
              <a:spcAft>
                <a:spcPct val="0"/>
              </a:spcAft>
              <a:defRPr sz="6667">
                <a:solidFill>
                  <a:schemeClr val="tx2"/>
                </a:solidFill>
                <a:latin typeface="Calibri" pitchFamily="34" charset="0"/>
              </a:defRPr>
            </a:lvl5pPr>
            <a:lvl6pPr marL="609585" algn="l" rtl="0" eaLnBrk="1" fontAlgn="base" hangingPunct="1">
              <a:spcBef>
                <a:spcPct val="0"/>
              </a:spcBef>
              <a:spcAft>
                <a:spcPct val="0"/>
              </a:spcAft>
              <a:defRPr sz="6667">
                <a:solidFill>
                  <a:schemeClr val="tx2"/>
                </a:solidFill>
                <a:latin typeface="Calibri" pitchFamily="34" charset="0"/>
              </a:defRPr>
            </a:lvl6pPr>
            <a:lvl7pPr marL="1219170" algn="l" rtl="0" eaLnBrk="1" fontAlgn="base" hangingPunct="1">
              <a:spcBef>
                <a:spcPct val="0"/>
              </a:spcBef>
              <a:spcAft>
                <a:spcPct val="0"/>
              </a:spcAft>
              <a:defRPr sz="6667">
                <a:solidFill>
                  <a:schemeClr val="tx2"/>
                </a:solidFill>
                <a:latin typeface="Calibri" pitchFamily="34" charset="0"/>
              </a:defRPr>
            </a:lvl7pPr>
            <a:lvl8pPr marL="1828754" algn="l" rtl="0" eaLnBrk="1" fontAlgn="base" hangingPunct="1">
              <a:spcBef>
                <a:spcPct val="0"/>
              </a:spcBef>
              <a:spcAft>
                <a:spcPct val="0"/>
              </a:spcAft>
              <a:defRPr sz="6667">
                <a:solidFill>
                  <a:schemeClr val="tx2"/>
                </a:solidFill>
                <a:latin typeface="Calibri" pitchFamily="34" charset="0"/>
              </a:defRPr>
            </a:lvl8pPr>
            <a:lvl9pPr marL="2438339" algn="l" rtl="0" eaLnBrk="1" fontAlgn="base" hangingPunct="1">
              <a:spcBef>
                <a:spcPct val="0"/>
              </a:spcBef>
              <a:spcAft>
                <a:spcPct val="0"/>
              </a:spcAft>
              <a:defRPr sz="6667">
                <a:solidFill>
                  <a:schemeClr val="tx2"/>
                </a:solidFill>
                <a:latin typeface="Calibri" pitchFamily="34" charset="0"/>
              </a:defRPr>
            </a:lvl9pPr>
          </a:lstStyle>
          <a:p>
            <a:pPr algn="ctr"/>
            <a:r>
              <a:rPr lang="en-US" sz="3600" b="1" dirty="0">
                <a:solidFill>
                  <a:srgbClr val="0070C0"/>
                </a:solidFill>
                <a:latin typeface="Arial" pitchFamily="34" charset="0"/>
                <a:cs typeface="Arial" pitchFamily="34" charset="0"/>
                <a:sym typeface="Symbol" panose="05050102010706020507" pitchFamily="18" charset="2"/>
              </a:rPr>
              <a:t></a:t>
            </a:r>
            <a:r>
              <a:rPr lang="en-US" sz="3600" b="1" baseline="30000" dirty="0">
                <a:solidFill>
                  <a:srgbClr val="0070C0"/>
                </a:solidFill>
                <a:latin typeface="Arial" pitchFamily="34" charset="0"/>
                <a:cs typeface="Arial" pitchFamily="34" charset="0"/>
                <a:sym typeface="Symbol" panose="05050102010706020507" pitchFamily="18" charset="2"/>
              </a:rPr>
              <a:t>2</a:t>
            </a:r>
            <a:r>
              <a:rPr lang="en-US" sz="3600" b="1" dirty="0">
                <a:solidFill>
                  <a:srgbClr val="0070C0"/>
                </a:solidFill>
                <a:latin typeface="Arial" pitchFamily="34" charset="0"/>
                <a:cs typeface="Arial" pitchFamily="34" charset="0"/>
              </a:rPr>
              <a:t> Distribution &amp; </a:t>
            </a:r>
            <a:r>
              <a:rPr lang="en-US" sz="3600" b="1" dirty="0" err="1">
                <a:solidFill>
                  <a:srgbClr val="0070C0"/>
                </a:solidFill>
                <a:latin typeface="Arial" pitchFamily="34" charset="0"/>
                <a:cs typeface="Arial" pitchFamily="34" charset="0"/>
              </a:rPr>
              <a:t>Mahalanobis</a:t>
            </a:r>
            <a:r>
              <a:rPr lang="en-US" sz="3600" b="1" dirty="0">
                <a:solidFill>
                  <a:srgbClr val="0070C0"/>
                </a:solidFill>
                <a:latin typeface="Arial" pitchFamily="34" charset="0"/>
                <a:cs typeface="Arial" pitchFamily="34" charset="0"/>
              </a:rPr>
              <a:t> Distance</a:t>
            </a:r>
            <a:endParaRPr lang="en-IN" sz="3600" b="1" dirty="0">
              <a:solidFill>
                <a:srgbClr val="0070C0"/>
              </a:solidFill>
              <a:latin typeface="Arial" pitchFamily="34" charset="0"/>
              <a:cs typeface="Arial" pitchFamily="34" charset="0"/>
            </a:endParaRPr>
          </a:p>
        </p:txBody>
      </p:sp>
      <p:pic>
        <p:nvPicPr>
          <p:cNvPr id="6" name="Picture 5"/>
          <p:cNvPicPr>
            <a:picLocks noChangeAspect="1"/>
          </p:cNvPicPr>
          <p:nvPr/>
        </p:nvPicPr>
        <p:blipFill>
          <a:blip r:embed="rId3"/>
          <a:stretch>
            <a:fillRect/>
          </a:stretch>
        </p:blipFill>
        <p:spPr>
          <a:xfrm>
            <a:off x="6612220" y="1865945"/>
            <a:ext cx="5136109" cy="4037706"/>
          </a:xfrm>
          <a:prstGeom prst="rect">
            <a:avLst/>
          </a:prstGeom>
        </p:spPr>
      </p:pic>
    </p:spTree>
    <p:extLst>
      <p:ext uri="{BB962C8B-B14F-4D97-AF65-F5344CB8AC3E}">
        <p14:creationId xmlns:p14="http://schemas.microsoft.com/office/powerpoint/2010/main" val="19982530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54136" y="648784"/>
            <a:ext cx="8135485" cy="6354062"/>
          </a:xfrm>
          <a:prstGeom prst="rect">
            <a:avLst/>
          </a:prstGeom>
        </p:spPr>
      </p:pic>
      <p:sp>
        <p:nvSpPr>
          <p:cNvPr id="5" name="Title 1">
            <a:extLst>
              <a:ext uri="{FF2B5EF4-FFF2-40B4-BE49-F238E27FC236}">
                <a16:creationId xmlns:a16="http://schemas.microsoft.com/office/drawing/2014/main" id="{65B2084C-0FFD-FB29-EAD7-D523B352CCFC}"/>
              </a:ext>
            </a:extLst>
          </p:cNvPr>
          <p:cNvSpPr txBox="1">
            <a:spLocks/>
          </p:cNvSpPr>
          <p:nvPr/>
        </p:nvSpPr>
        <p:spPr bwMode="auto">
          <a:xfrm>
            <a:off x="224168" y="0"/>
            <a:ext cx="11571136" cy="589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normAutofit lnSpcReduction="10000"/>
          </a:bodyPr>
          <a:lstStyle>
            <a:lvl1pPr algn="l" rtl="0" eaLnBrk="1" fontAlgn="base" hangingPunct="1">
              <a:spcBef>
                <a:spcPct val="0"/>
              </a:spcBef>
              <a:spcAft>
                <a:spcPct val="0"/>
              </a:spcAft>
              <a:defRPr sz="6667" kern="1200">
                <a:solidFill>
                  <a:schemeClr val="tx2"/>
                </a:solidFill>
                <a:latin typeface="+mj-lt"/>
                <a:ea typeface="+mj-ea"/>
                <a:cs typeface="+mj-cs"/>
              </a:defRPr>
            </a:lvl1pPr>
            <a:lvl2pPr algn="l" rtl="0" eaLnBrk="1" fontAlgn="base" hangingPunct="1">
              <a:spcBef>
                <a:spcPct val="0"/>
              </a:spcBef>
              <a:spcAft>
                <a:spcPct val="0"/>
              </a:spcAft>
              <a:defRPr sz="6667">
                <a:solidFill>
                  <a:schemeClr val="tx2"/>
                </a:solidFill>
                <a:latin typeface="Calibri" pitchFamily="34" charset="0"/>
              </a:defRPr>
            </a:lvl2pPr>
            <a:lvl3pPr algn="l" rtl="0" eaLnBrk="1" fontAlgn="base" hangingPunct="1">
              <a:spcBef>
                <a:spcPct val="0"/>
              </a:spcBef>
              <a:spcAft>
                <a:spcPct val="0"/>
              </a:spcAft>
              <a:defRPr sz="6667">
                <a:solidFill>
                  <a:schemeClr val="tx2"/>
                </a:solidFill>
                <a:latin typeface="Calibri" pitchFamily="34" charset="0"/>
              </a:defRPr>
            </a:lvl3pPr>
            <a:lvl4pPr algn="l" rtl="0" eaLnBrk="1" fontAlgn="base" hangingPunct="1">
              <a:spcBef>
                <a:spcPct val="0"/>
              </a:spcBef>
              <a:spcAft>
                <a:spcPct val="0"/>
              </a:spcAft>
              <a:defRPr sz="6667">
                <a:solidFill>
                  <a:schemeClr val="tx2"/>
                </a:solidFill>
                <a:latin typeface="Calibri" pitchFamily="34" charset="0"/>
              </a:defRPr>
            </a:lvl4pPr>
            <a:lvl5pPr algn="l" rtl="0" eaLnBrk="1" fontAlgn="base" hangingPunct="1">
              <a:spcBef>
                <a:spcPct val="0"/>
              </a:spcBef>
              <a:spcAft>
                <a:spcPct val="0"/>
              </a:spcAft>
              <a:defRPr sz="6667">
                <a:solidFill>
                  <a:schemeClr val="tx2"/>
                </a:solidFill>
                <a:latin typeface="Calibri" pitchFamily="34" charset="0"/>
              </a:defRPr>
            </a:lvl5pPr>
            <a:lvl6pPr marL="609585" algn="l" rtl="0" eaLnBrk="1" fontAlgn="base" hangingPunct="1">
              <a:spcBef>
                <a:spcPct val="0"/>
              </a:spcBef>
              <a:spcAft>
                <a:spcPct val="0"/>
              </a:spcAft>
              <a:defRPr sz="6667">
                <a:solidFill>
                  <a:schemeClr val="tx2"/>
                </a:solidFill>
                <a:latin typeface="Calibri" pitchFamily="34" charset="0"/>
              </a:defRPr>
            </a:lvl6pPr>
            <a:lvl7pPr marL="1219170" algn="l" rtl="0" eaLnBrk="1" fontAlgn="base" hangingPunct="1">
              <a:spcBef>
                <a:spcPct val="0"/>
              </a:spcBef>
              <a:spcAft>
                <a:spcPct val="0"/>
              </a:spcAft>
              <a:defRPr sz="6667">
                <a:solidFill>
                  <a:schemeClr val="tx2"/>
                </a:solidFill>
                <a:latin typeface="Calibri" pitchFamily="34" charset="0"/>
              </a:defRPr>
            </a:lvl7pPr>
            <a:lvl8pPr marL="1828754" algn="l" rtl="0" eaLnBrk="1" fontAlgn="base" hangingPunct="1">
              <a:spcBef>
                <a:spcPct val="0"/>
              </a:spcBef>
              <a:spcAft>
                <a:spcPct val="0"/>
              </a:spcAft>
              <a:defRPr sz="6667">
                <a:solidFill>
                  <a:schemeClr val="tx2"/>
                </a:solidFill>
                <a:latin typeface="Calibri" pitchFamily="34" charset="0"/>
              </a:defRPr>
            </a:lvl8pPr>
            <a:lvl9pPr marL="2438339" algn="l" rtl="0" eaLnBrk="1" fontAlgn="base" hangingPunct="1">
              <a:spcBef>
                <a:spcPct val="0"/>
              </a:spcBef>
              <a:spcAft>
                <a:spcPct val="0"/>
              </a:spcAft>
              <a:defRPr sz="6667">
                <a:solidFill>
                  <a:schemeClr val="tx2"/>
                </a:solidFill>
                <a:latin typeface="Calibri" pitchFamily="34" charset="0"/>
              </a:defRPr>
            </a:lvl9pPr>
          </a:lstStyle>
          <a:p>
            <a:pPr algn="ctr"/>
            <a:r>
              <a:rPr lang="en-US" sz="3600" b="1" dirty="0">
                <a:solidFill>
                  <a:srgbClr val="0070C0"/>
                </a:solidFill>
                <a:latin typeface="Arial" pitchFamily="34" charset="0"/>
                <a:cs typeface="Arial" pitchFamily="34" charset="0"/>
                <a:sym typeface="Symbol" panose="05050102010706020507" pitchFamily="18" charset="2"/>
              </a:rPr>
              <a:t></a:t>
            </a:r>
            <a:r>
              <a:rPr lang="en-US" sz="3600" b="1" baseline="30000" dirty="0">
                <a:solidFill>
                  <a:srgbClr val="0070C0"/>
                </a:solidFill>
                <a:latin typeface="Arial" pitchFamily="34" charset="0"/>
                <a:cs typeface="Arial" pitchFamily="34" charset="0"/>
                <a:sym typeface="Symbol" panose="05050102010706020507" pitchFamily="18" charset="2"/>
              </a:rPr>
              <a:t>2</a:t>
            </a:r>
            <a:r>
              <a:rPr lang="en-US" sz="3600" b="1" dirty="0">
                <a:solidFill>
                  <a:srgbClr val="0070C0"/>
                </a:solidFill>
                <a:latin typeface="Arial" pitchFamily="34" charset="0"/>
                <a:cs typeface="Arial" pitchFamily="34" charset="0"/>
              </a:rPr>
              <a:t> Distribution &amp; </a:t>
            </a:r>
            <a:r>
              <a:rPr lang="en-US" sz="3600" b="1" dirty="0" err="1">
                <a:solidFill>
                  <a:srgbClr val="0070C0"/>
                </a:solidFill>
                <a:latin typeface="Arial" pitchFamily="34" charset="0"/>
                <a:cs typeface="Arial" pitchFamily="34" charset="0"/>
              </a:rPr>
              <a:t>Mahalanobis</a:t>
            </a:r>
            <a:r>
              <a:rPr lang="en-US" sz="3600" b="1" dirty="0">
                <a:solidFill>
                  <a:srgbClr val="0070C0"/>
                </a:solidFill>
                <a:latin typeface="Arial" pitchFamily="34" charset="0"/>
                <a:cs typeface="Arial" pitchFamily="34" charset="0"/>
              </a:rPr>
              <a:t> Distance: </a:t>
            </a:r>
            <a:r>
              <a:rPr lang="en-US" sz="3600" b="1" dirty="0" err="1">
                <a:solidFill>
                  <a:srgbClr val="0070C0"/>
                </a:solidFill>
                <a:latin typeface="Arial" pitchFamily="34" charset="0"/>
                <a:cs typeface="Arial" pitchFamily="34" charset="0"/>
              </a:rPr>
              <a:t>Matlab</a:t>
            </a:r>
            <a:endParaRPr lang="en-IN" sz="3600" b="1" dirty="0">
              <a:solidFill>
                <a:srgbClr val="0070C0"/>
              </a:solidFill>
              <a:latin typeface="Arial" pitchFamily="34" charset="0"/>
              <a:cs typeface="Arial" pitchFamily="34" charset="0"/>
            </a:endParaRPr>
          </a:p>
        </p:txBody>
      </p:sp>
    </p:spTree>
    <p:extLst>
      <p:ext uri="{BB962C8B-B14F-4D97-AF65-F5344CB8AC3E}">
        <p14:creationId xmlns:p14="http://schemas.microsoft.com/office/powerpoint/2010/main" val="22793651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47932" y="707342"/>
            <a:ext cx="6096000" cy="6150658"/>
          </a:xfrm>
          <a:prstGeom prst="rect">
            <a:avLst/>
          </a:prstGeom>
        </p:spPr>
        <p:txBody>
          <a:bodyPr>
            <a:spAutoFit/>
          </a:bodyPr>
          <a:lstStyle/>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MATLAB Script: Visualize a 3D Hyper-ellipse using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Mahalanobis</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Distance</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clear;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clc</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close all;</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1. Define Parameters and Generate Synthetic 3D Data</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rng</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(42); % Set seed for reproducibility</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Define a mean vector and a positive-definite covariance matrix</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mu = [0; 0; 0];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Sigma = [3,   1, 0.5;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1,   2, 0.8;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0.5, 0.8, 1];</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Generate 500 random samples from a Multivariate Normal Distribution</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N = 500;</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data =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mvnrnd</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(mu, Sigma, N);</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2. Compute Chi-Squared Critical Value</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p = 3;          % Number of dimensions (degrees of freedom)</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alpha = 0.05;   % Significance level</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Critical value: 95% of data falls below this threshold</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c2 = chi2inv(1 - alpha, p);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3. Calculate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Mahalanobis</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Distance to Identify Outliers</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Calculate squared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Mahalanobis</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distance for each point manually or via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mafal</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d2 =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mahalanobis</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(data, mu, Sigma)</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invSigma</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inv</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(Sigma);</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d2 = zeros(N, 1);</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for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i</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1:N</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diff = data(</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i</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 mu;</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d2(</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i</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diff' *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invSigma</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diff;</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end</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Separate data into inliers and outliers based on threshold</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inliers = data(d2 &lt;= c2,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outliers = data(d2 &gt; c2,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4. Generate the 3D Hyper-ellipse Geometry</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Get eigenvalues (lengths) and eigenvectors (directions) of Covariance Matrix</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[V, D] =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eig</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(Sigma);</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Generate a standard unit sphere mesh grid</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[U,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V_grid</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meshgrid</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linspace</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(0, 2*pi, 100),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linspace</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(0, pi, 100));</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X_unit</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cos(U) .* sin(</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V_grid</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Y_unit</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sin(U) .* sin(</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V_grid</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Z_unit</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cos(</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V_grid</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p:txBody>
      </p:sp>
      <p:sp>
        <p:nvSpPr>
          <p:cNvPr id="6" name="Rectangle 5"/>
          <p:cNvSpPr/>
          <p:nvPr/>
        </p:nvSpPr>
        <p:spPr>
          <a:xfrm>
            <a:off x="6130506" y="707342"/>
            <a:ext cx="4238445" cy="5887253"/>
          </a:xfrm>
          <a:prstGeom prst="rect">
            <a:avLst/>
          </a:prstGeom>
        </p:spPr>
        <p:txBody>
          <a:bodyPr wrap="square">
            <a:spAutoFit/>
          </a:bodyPr>
          <a:lstStyle/>
          <a:p>
            <a:pPr>
              <a:lnSpc>
                <a:spcPct val="107000"/>
              </a:lnSpc>
              <a:spcAft>
                <a:spcPts val="0"/>
              </a:spcAft>
            </a:pP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Scale the sphere along the principal axes using eigenvalues and chi2 threshold</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Radii along principal axes are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sqrt</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(lambda * c^2)</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radii =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sqrt</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diag</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(D) * c2);</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X_scaled</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X_unit</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radii(1);</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Y_scaled</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Y_unit</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radii(2);</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Z_scaled</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Z_unit</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radii(3);</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Rotate and translate the scaled ellipsoid using eigenvectors and the mean</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ellipsoid_points</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X_scaled</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Y_scaled</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Z_scaled</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V';</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X_ellip</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reshape(</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ellipsoid_points</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1), size(</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X_scaled</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mu(1);</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Y_ellip</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reshape(</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ellipsoid_points</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2), size(</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Y_scaled</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mu(2);</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Z_ellip</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reshape(</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ellipsoid_points</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3), size(</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Z_scaled</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 mu(3);</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5. Plotting the Results</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figure('Position', [100, 100, 900, 700]);</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hold on;</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Plot the inlier data points (Blue)</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scatter3(inliers(:,1), inliers(:,2), inliers(:,3), 20, 'b', 'filled',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MarkerFaceAlpha</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0.4,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DisplayName</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'Inliers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leq</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95%)');</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Plot the outlier data points (Red)</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scatter3(outliers(:,1), outliers(:,2), outliers(:,3), 30, 'r', 'filled',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DisplayName</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'Outliers (Top 5%)');</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Render the hyper-ellipse surface mesh (Transparent Cyan)</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surf(</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X_ellip</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Y_ellip</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Z_ellip</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FaceColor</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'cyan',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FaceAlpha</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0.15,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EdgeColor</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[0.5 0.5 0.5],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EdgeAlpha</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0.3,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LineWidth</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0.5,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DisplayName</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sprintf</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('Hyper-ellipse (\\chi^2_{0.05, 3} = %.2f)', c2));</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Aesthetic configurations</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title('3D Hyper-ellipse Boundary (\alpha = 0.05)',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FontSize</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14);</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xlabel</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('X_1',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FontSize</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12);</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ylabel</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('X_2',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FontSize</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12);</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zlabel</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('X_3',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FontSize</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12);</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grid on;</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view(45, 20); % Set a clean isometric orientation angle</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legend('Location', 'best', '</a:t>
            </a:r>
            <a:r>
              <a:rPr lang="en-IN" sz="800" dirty="0" err="1">
                <a:solidFill>
                  <a:schemeClr val="bg1"/>
                </a:solidFill>
                <a:latin typeface="Arial" panose="020B0604020202020204" pitchFamily="34" charset="0"/>
                <a:ea typeface="Times New Roman" panose="02020603050405020304" pitchFamily="18" charset="0"/>
                <a:cs typeface="Arial" panose="020B0604020202020204" pitchFamily="34" charset="0"/>
              </a:rPr>
              <a:t>FontSize</a:t>
            </a: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 11);</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axis equal;   % Crucial for protecting true geometric aspect ratios</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0"/>
              </a:spcAft>
            </a:pPr>
            <a:r>
              <a:rPr lang="en-IN" sz="800" dirty="0">
                <a:solidFill>
                  <a:schemeClr val="bg1"/>
                </a:solidFill>
                <a:latin typeface="Arial" panose="020B0604020202020204" pitchFamily="34" charset="0"/>
                <a:ea typeface="Times New Roman" panose="02020603050405020304" pitchFamily="18" charset="0"/>
                <a:cs typeface="Arial" panose="020B0604020202020204" pitchFamily="34" charset="0"/>
              </a:rPr>
              <a:t>hold off;</a:t>
            </a:r>
            <a:endParaRPr lang="en-IN" sz="800" dirty="0">
              <a:solidFill>
                <a:schemeClr val="bg1"/>
              </a:solidFill>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en-IN" sz="800" dirty="0">
                <a:solidFill>
                  <a:schemeClr val="bg1"/>
                </a:solidFill>
                <a:latin typeface="Arial" panose="020B0604020202020204" pitchFamily="34" charset="0"/>
                <a:ea typeface="Calibri" panose="020F0502020204030204" pitchFamily="34" charset="0"/>
                <a:cs typeface="Arial" panose="020B0604020202020204" pitchFamily="34" charset="0"/>
              </a:rPr>
              <a:t> </a:t>
            </a:r>
            <a:endParaRPr lang="en-IN" sz="8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7" name="Title 1">
            <a:extLst>
              <a:ext uri="{FF2B5EF4-FFF2-40B4-BE49-F238E27FC236}">
                <a16:creationId xmlns:a16="http://schemas.microsoft.com/office/drawing/2014/main" id="{65B2084C-0FFD-FB29-EAD7-D523B352CCFC}"/>
              </a:ext>
            </a:extLst>
          </p:cNvPr>
          <p:cNvSpPr txBox="1">
            <a:spLocks/>
          </p:cNvSpPr>
          <p:nvPr/>
        </p:nvSpPr>
        <p:spPr bwMode="auto">
          <a:xfrm>
            <a:off x="224168" y="0"/>
            <a:ext cx="11571136" cy="589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normAutofit lnSpcReduction="10000"/>
          </a:bodyPr>
          <a:lstStyle>
            <a:lvl1pPr algn="l" rtl="0" eaLnBrk="1" fontAlgn="base" hangingPunct="1">
              <a:spcBef>
                <a:spcPct val="0"/>
              </a:spcBef>
              <a:spcAft>
                <a:spcPct val="0"/>
              </a:spcAft>
              <a:defRPr sz="6667" kern="1200">
                <a:solidFill>
                  <a:schemeClr val="tx2"/>
                </a:solidFill>
                <a:latin typeface="+mj-lt"/>
                <a:ea typeface="+mj-ea"/>
                <a:cs typeface="+mj-cs"/>
              </a:defRPr>
            </a:lvl1pPr>
            <a:lvl2pPr algn="l" rtl="0" eaLnBrk="1" fontAlgn="base" hangingPunct="1">
              <a:spcBef>
                <a:spcPct val="0"/>
              </a:spcBef>
              <a:spcAft>
                <a:spcPct val="0"/>
              </a:spcAft>
              <a:defRPr sz="6667">
                <a:solidFill>
                  <a:schemeClr val="tx2"/>
                </a:solidFill>
                <a:latin typeface="Calibri" pitchFamily="34" charset="0"/>
              </a:defRPr>
            </a:lvl2pPr>
            <a:lvl3pPr algn="l" rtl="0" eaLnBrk="1" fontAlgn="base" hangingPunct="1">
              <a:spcBef>
                <a:spcPct val="0"/>
              </a:spcBef>
              <a:spcAft>
                <a:spcPct val="0"/>
              </a:spcAft>
              <a:defRPr sz="6667">
                <a:solidFill>
                  <a:schemeClr val="tx2"/>
                </a:solidFill>
                <a:latin typeface="Calibri" pitchFamily="34" charset="0"/>
              </a:defRPr>
            </a:lvl3pPr>
            <a:lvl4pPr algn="l" rtl="0" eaLnBrk="1" fontAlgn="base" hangingPunct="1">
              <a:spcBef>
                <a:spcPct val="0"/>
              </a:spcBef>
              <a:spcAft>
                <a:spcPct val="0"/>
              </a:spcAft>
              <a:defRPr sz="6667">
                <a:solidFill>
                  <a:schemeClr val="tx2"/>
                </a:solidFill>
                <a:latin typeface="Calibri" pitchFamily="34" charset="0"/>
              </a:defRPr>
            </a:lvl4pPr>
            <a:lvl5pPr algn="l" rtl="0" eaLnBrk="1" fontAlgn="base" hangingPunct="1">
              <a:spcBef>
                <a:spcPct val="0"/>
              </a:spcBef>
              <a:spcAft>
                <a:spcPct val="0"/>
              </a:spcAft>
              <a:defRPr sz="6667">
                <a:solidFill>
                  <a:schemeClr val="tx2"/>
                </a:solidFill>
                <a:latin typeface="Calibri" pitchFamily="34" charset="0"/>
              </a:defRPr>
            </a:lvl5pPr>
            <a:lvl6pPr marL="609585" algn="l" rtl="0" eaLnBrk="1" fontAlgn="base" hangingPunct="1">
              <a:spcBef>
                <a:spcPct val="0"/>
              </a:spcBef>
              <a:spcAft>
                <a:spcPct val="0"/>
              </a:spcAft>
              <a:defRPr sz="6667">
                <a:solidFill>
                  <a:schemeClr val="tx2"/>
                </a:solidFill>
                <a:latin typeface="Calibri" pitchFamily="34" charset="0"/>
              </a:defRPr>
            </a:lvl6pPr>
            <a:lvl7pPr marL="1219170" algn="l" rtl="0" eaLnBrk="1" fontAlgn="base" hangingPunct="1">
              <a:spcBef>
                <a:spcPct val="0"/>
              </a:spcBef>
              <a:spcAft>
                <a:spcPct val="0"/>
              </a:spcAft>
              <a:defRPr sz="6667">
                <a:solidFill>
                  <a:schemeClr val="tx2"/>
                </a:solidFill>
                <a:latin typeface="Calibri" pitchFamily="34" charset="0"/>
              </a:defRPr>
            </a:lvl7pPr>
            <a:lvl8pPr marL="1828754" algn="l" rtl="0" eaLnBrk="1" fontAlgn="base" hangingPunct="1">
              <a:spcBef>
                <a:spcPct val="0"/>
              </a:spcBef>
              <a:spcAft>
                <a:spcPct val="0"/>
              </a:spcAft>
              <a:defRPr sz="6667">
                <a:solidFill>
                  <a:schemeClr val="tx2"/>
                </a:solidFill>
                <a:latin typeface="Calibri" pitchFamily="34" charset="0"/>
              </a:defRPr>
            </a:lvl8pPr>
            <a:lvl9pPr marL="2438339" algn="l" rtl="0" eaLnBrk="1" fontAlgn="base" hangingPunct="1">
              <a:spcBef>
                <a:spcPct val="0"/>
              </a:spcBef>
              <a:spcAft>
                <a:spcPct val="0"/>
              </a:spcAft>
              <a:defRPr sz="6667">
                <a:solidFill>
                  <a:schemeClr val="tx2"/>
                </a:solidFill>
                <a:latin typeface="Calibri" pitchFamily="34" charset="0"/>
              </a:defRPr>
            </a:lvl9pPr>
          </a:lstStyle>
          <a:p>
            <a:pPr algn="ctr"/>
            <a:r>
              <a:rPr lang="en-US" sz="3600" b="1" dirty="0">
                <a:solidFill>
                  <a:srgbClr val="0070C0"/>
                </a:solidFill>
                <a:latin typeface="Arial" pitchFamily="34" charset="0"/>
                <a:cs typeface="Arial" pitchFamily="34" charset="0"/>
                <a:sym typeface="Symbol" panose="05050102010706020507" pitchFamily="18" charset="2"/>
              </a:rPr>
              <a:t></a:t>
            </a:r>
            <a:r>
              <a:rPr lang="en-US" sz="3600" b="1" baseline="30000" dirty="0">
                <a:solidFill>
                  <a:srgbClr val="0070C0"/>
                </a:solidFill>
                <a:latin typeface="Arial" pitchFamily="34" charset="0"/>
                <a:cs typeface="Arial" pitchFamily="34" charset="0"/>
                <a:sym typeface="Symbol" panose="05050102010706020507" pitchFamily="18" charset="2"/>
              </a:rPr>
              <a:t>2</a:t>
            </a:r>
            <a:r>
              <a:rPr lang="en-US" sz="3600" b="1" dirty="0">
                <a:solidFill>
                  <a:srgbClr val="0070C0"/>
                </a:solidFill>
                <a:latin typeface="Arial" pitchFamily="34" charset="0"/>
                <a:cs typeface="Arial" pitchFamily="34" charset="0"/>
              </a:rPr>
              <a:t> Distribution &amp; </a:t>
            </a:r>
            <a:r>
              <a:rPr lang="en-US" sz="3600" b="1" dirty="0" err="1">
                <a:solidFill>
                  <a:srgbClr val="0070C0"/>
                </a:solidFill>
                <a:latin typeface="Arial" pitchFamily="34" charset="0"/>
                <a:cs typeface="Arial" pitchFamily="34" charset="0"/>
              </a:rPr>
              <a:t>Mahalanobis</a:t>
            </a:r>
            <a:r>
              <a:rPr lang="en-US" sz="3600" b="1" dirty="0">
                <a:solidFill>
                  <a:srgbClr val="0070C0"/>
                </a:solidFill>
                <a:latin typeface="Arial" pitchFamily="34" charset="0"/>
                <a:cs typeface="Arial" pitchFamily="34" charset="0"/>
              </a:rPr>
              <a:t> Distance: </a:t>
            </a:r>
            <a:r>
              <a:rPr lang="en-US" sz="3600" b="1" dirty="0" err="1">
                <a:solidFill>
                  <a:srgbClr val="0070C0"/>
                </a:solidFill>
                <a:latin typeface="Arial" pitchFamily="34" charset="0"/>
                <a:cs typeface="Arial" pitchFamily="34" charset="0"/>
              </a:rPr>
              <a:t>Matlab</a:t>
            </a:r>
            <a:r>
              <a:rPr lang="en-US" sz="3600" b="1" dirty="0">
                <a:solidFill>
                  <a:srgbClr val="0070C0"/>
                </a:solidFill>
                <a:latin typeface="Arial" pitchFamily="34" charset="0"/>
                <a:cs typeface="Arial" pitchFamily="34" charset="0"/>
              </a:rPr>
              <a:t> Code</a:t>
            </a:r>
            <a:endParaRPr lang="en-IN" sz="3600" b="1" dirty="0">
              <a:solidFill>
                <a:srgbClr val="0070C0"/>
              </a:solidFill>
              <a:latin typeface="Arial" pitchFamily="34" charset="0"/>
              <a:cs typeface="Arial" pitchFamily="34" charset="0"/>
            </a:endParaRPr>
          </a:p>
        </p:txBody>
      </p:sp>
    </p:spTree>
    <p:extLst>
      <p:ext uri="{BB962C8B-B14F-4D97-AF65-F5344CB8AC3E}">
        <p14:creationId xmlns:p14="http://schemas.microsoft.com/office/powerpoint/2010/main" val="15138999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47932" y="707342"/>
            <a:ext cx="6096000" cy="6001643"/>
          </a:xfrm>
          <a:prstGeom prst="rect">
            <a:avLst/>
          </a:prstGeom>
        </p:spPr>
        <p:txBody>
          <a:bodyPr>
            <a:spAutoFit/>
          </a:bodyPr>
          <a:lstStyle/>
          <a:p>
            <a:r>
              <a:rPr lang="en-IN" sz="800" dirty="0">
                <a:solidFill>
                  <a:schemeClr val="bg1"/>
                </a:solidFill>
                <a:latin typeface="Arial" panose="020B0604020202020204" pitchFamily="34" charset="0"/>
                <a:cs typeface="Arial" panose="020B0604020202020204" pitchFamily="34" charset="0"/>
              </a:rPr>
              <a:t>import </a:t>
            </a:r>
            <a:r>
              <a:rPr lang="en-IN" sz="800" dirty="0" err="1">
                <a:solidFill>
                  <a:schemeClr val="bg1"/>
                </a:solidFill>
                <a:latin typeface="Arial" panose="020B0604020202020204" pitchFamily="34" charset="0"/>
                <a:cs typeface="Arial" panose="020B0604020202020204" pitchFamily="34" charset="0"/>
              </a:rPr>
              <a:t>numpy</a:t>
            </a:r>
            <a:r>
              <a:rPr lang="en-IN" sz="800" dirty="0">
                <a:solidFill>
                  <a:schemeClr val="bg1"/>
                </a:solidFill>
                <a:latin typeface="Arial" panose="020B0604020202020204" pitchFamily="34" charset="0"/>
                <a:cs typeface="Arial" panose="020B0604020202020204" pitchFamily="34" charset="0"/>
              </a:rPr>
              <a:t> as np</a:t>
            </a:r>
          </a:p>
          <a:p>
            <a:r>
              <a:rPr lang="en-IN" sz="800" dirty="0">
                <a:solidFill>
                  <a:schemeClr val="bg1"/>
                </a:solidFill>
                <a:latin typeface="Arial" panose="020B0604020202020204" pitchFamily="34" charset="0"/>
                <a:cs typeface="Arial" panose="020B0604020202020204" pitchFamily="34" charset="0"/>
              </a:rPr>
              <a:t>import </a:t>
            </a:r>
            <a:r>
              <a:rPr lang="en-IN" sz="800" dirty="0" err="1">
                <a:solidFill>
                  <a:schemeClr val="bg1"/>
                </a:solidFill>
                <a:latin typeface="Arial" panose="020B0604020202020204" pitchFamily="34" charset="0"/>
                <a:cs typeface="Arial" panose="020B0604020202020204" pitchFamily="34" charset="0"/>
              </a:rPr>
              <a:t>matplotlib.pyplot</a:t>
            </a:r>
            <a:r>
              <a:rPr lang="en-IN" sz="800" dirty="0">
                <a:solidFill>
                  <a:schemeClr val="bg1"/>
                </a:solidFill>
                <a:latin typeface="Arial" panose="020B0604020202020204" pitchFamily="34" charset="0"/>
                <a:cs typeface="Arial" panose="020B0604020202020204" pitchFamily="34" charset="0"/>
              </a:rPr>
              <a:t> as </a:t>
            </a:r>
            <a:r>
              <a:rPr lang="en-IN" sz="800" dirty="0" err="1">
                <a:solidFill>
                  <a:schemeClr val="bg1"/>
                </a:solidFill>
                <a:latin typeface="Arial" panose="020B0604020202020204" pitchFamily="34" charset="0"/>
                <a:cs typeface="Arial" panose="020B0604020202020204" pitchFamily="34" charset="0"/>
              </a:rPr>
              <a:t>plt</a:t>
            </a:r>
            <a:endParaRPr lang="en-IN" sz="800" dirty="0">
              <a:solidFill>
                <a:schemeClr val="bg1"/>
              </a:solidFill>
              <a:latin typeface="Arial" panose="020B0604020202020204" pitchFamily="34" charset="0"/>
              <a:cs typeface="Arial" panose="020B0604020202020204" pitchFamily="34" charset="0"/>
            </a:endParaRPr>
          </a:p>
          <a:p>
            <a:r>
              <a:rPr lang="en-IN" sz="800" dirty="0">
                <a:solidFill>
                  <a:schemeClr val="bg1"/>
                </a:solidFill>
                <a:latin typeface="Arial" panose="020B0604020202020204" pitchFamily="34" charset="0"/>
                <a:cs typeface="Arial" panose="020B0604020202020204" pitchFamily="34" charset="0"/>
              </a:rPr>
              <a:t>from </a:t>
            </a:r>
            <a:r>
              <a:rPr lang="en-IN" sz="800" dirty="0" err="1">
                <a:solidFill>
                  <a:schemeClr val="bg1"/>
                </a:solidFill>
                <a:latin typeface="Arial" panose="020B0604020202020204" pitchFamily="34" charset="0"/>
                <a:cs typeface="Arial" panose="020B0604020202020204" pitchFamily="34" charset="0"/>
              </a:rPr>
              <a:t>scipy.stats</a:t>
            </a:r>
            <a:r>
              <a:rPr lang="en-IN" sz="800" dirty="0">
                <a:solidFill>
                  <a:schemeClr val="bg1"/>
                </a:solidFill>
                <a:latin typeface="Arial" panose="020B0604020202020204" pitchFamily="34" charset="0"/>
                <a:cs typeface="Arial" panose="020B0604020202020204" pitchFamily="34" charset="0"/>
              </a:rPr>
              <a:t> import chi2</a:t>
            </a:r>
          </a:p>
          <a:p>
            <a:r>
              <a:rPr lang="en-IN" sz="800" dirty="0">
                <a:solidFill>
                  <a:schemeClr val="bg1"/>
                </a:solidFill>
                <a:latin typeface="Arial" panose="020B0604020202020204" pitchFamily="34" charset="0"/>
                <a:cs typeface="Arial" panose="020B0604020202020204" pitchFamily="34" charset="0"/>
              </a:rPr>
              <a:t>import </a:t>
            </a:r>
            <a:r>
              <a:rPr lang="en-IN" sz="800" dirty="0" err="1">
                <a:solidFill>
                  <a:schemeClr val="bg1"/>
                </a:solidFill>
                <a:latin typeface="Arial" panose="020B0604020202020204" pitchFamily="34" charset="0"/>
                <a:cs typeface="Arial" panose="020B0604020202020204" pitchFamily="34" charset="0"/>
              </a:rPr>
              <a:t>matplotlib.patches</a:t>
            </a:r>
            <a:r>
              <a:rPr lang="en-IN" sz="800" dirty="0">
                <a:solidFill>
                  <a:schemeClr val="bg1"/>
                </a:solidFill>
                <a:latin typeface="Arial" panose="020B0604020202020204" pitchFamily="34" charset="0"/>
                <a:cs typeface="Arial" panose="020B0604020202020204" pitchFamily="34" charset="0"/>
              </a:rPr>
              <a:t> as </a:t>
            </a:r>
            <a:r>
              <a:rPr lang="en-IN" sz="800" dirty="0" err="1">
                <a:solidFill>
                  <a:schemeClr val="bg1"/>
                </a:solidFill>
                <a:latin typeface="Arial" panose="020B0604020202020204" pitchFamily="34" charset="0"/>
                <a:cs typeface="Arial" panose="020B0604020202020204" pitchFamily="34" charset="0"/>
              </a:rPr>
              <a:t>mpatches</a:t>
            </a:r>
            <a:endParaRPr lang="en-IN" sz="800" dirty="0">
              <a:solidFill>
                <a:schemeClr val="bg1"/>
              </a:solidFill>
              <a:latin typeface="Arial" panose="020B0604020202020204" pitchFamily="34" charset="0"/>
              <a:cs typeface="Arial" panose="020B0604020202020204" pitchFamily="34" charset="0"/>
            </a:endParaRPr>
          </a:p>
          <a:p>
            <a:endParaRPr lang="en-IN" sz="800" dirty="0">
              <a:solidFill>
                <a:schemeClr val="bg1"/>
              </a:solidFill>
              <a:latin typeface="Arial" panose="020B0604020202020204" pitchFamily="34" charset="0"/>
              <a:cs typeface="Arial" panose="020B0604020202020204" pitchFamily="34" charset="0"/>
            </a:endParaRPr>
          </a:p>
          <a:p>
            <a:r>
              <a:rPr lang="en-IN" sz="800" dirty="0" err="1">
                <a:solidFill>
                  <a:schemeClr val="bg1"/>
                </a:solidFill>
                <a:latin typeface="Arial" panose="020B0604020202020204" pitchFamily="34" charset="0"/>
                <a:cs typeface="Arial" panose="020B0604020202020204" pitchFamily="34" charset="0"/>
              </a:rPr>
              <a:t>np.random.seed</a:t>
            </a:r>
            <a:r>
              <a:rPr lang="en-IN" sz="800" dirty="0">
                <a:solidFill>
                  <a:schemeClr val="bg1"/>
                </a:solidFill>
                <a:latin typeface="Arial" panose="020B0604020202020204" pitchFamily="34" charset="0"/>
                <a:cs typeface="Arial" panose="020B0604020202020204" pitchFamily="34" charset="0"/>
              </a:rPr>
              <a:t>(42) # Set seed for reproducibility</a:t>
            </a:r>
          </a:p>
          <a:p>
            <a:endParaRPr lang="en-IN" sz="800" dirty="0">
              <a:solidFill>
                <a:schemeClr val="bg1"/>
              </a:solidFill>
              <a:latin typeface="Arial" panose="020B0604020202020204" pitchFamily="34" charset="0"/>
              <a:cs typeface="Arial" panose="020B0604020202020204" pitchFamily="34" charset="0"/>
            </a:endParaRPr>
          </a:p>
          <a:p>
            <a:r>
              <a:rPr lang="en-IN" sz="800" dirty="0">
                <a:solidFill>
                  <a:schemeClr val="bg1"/>
                </a:solidFill>
                <a:latin typeface="Arial" panose="020B0604020202020204" pitchFamily="34" charset="0"/>
                <a:cs typeface="Arial" panose="020B0604020202020204" pitchFamily="34" charset="0"/>
              </a:rPr>
              <a:t># Define a mean vector and a positive-definite covariance matrix</a:t>
            </a:r>
          </a:p>
          <a:p>
            <a:r>
              <a:rPr lang="en-IN" sz="800" dirty="0">
                <a:solidFill>
                  <a:schemeClr val="bg1"/>
                </a:solidFill>
                <a:latin typeface="Arial" panose="020B0604020202020204" pitchFamily="34" charset="0"/>
                <a:cs typeface="Arial" panose="020B0604020202020204" pitchFamily="34" charset="0"/>
              </a:rPr>
              <a:t>mu = </a:t>
            </a:r>
            <a:r>
              <a:rPr lang="en-IN" sz="800" dirty="0" err="1">
                <a:solidFill>
                  <a:schemeClr val="bg1"/>
                </a:solidFill>
                <a:latin typeface="Arial" panose="020B0604020202020204" pitchFamily="34" charset="0"/>
                <a:cs typeface="Arial" panose="020B0604020202020204" pitchFamily="34" charset="0"/>
              </a:rPr>
              <a:t>np.array</a:t>
            </a:r>
            <a:r>
              <a:rPr lang="en-IN" sz="800" dirty="0">
                <a:solidFill>
                  <a:schemeClr val="bg1"/>
                </a:solidFill>
                <a:latin typeface="Arial" panose="020B0604020202020204" pitchFamily="34" charset="0"/>
                <a:cs typeface="Arial" panose="020B0604020202020204" pitchFamily="34" charset="0"/>
              </a:rPr>
              <a:t>([0, 0, 0])</a:t>
            </a:r>
          </a:p>
          <a:p>
            <a:r>
              <a:rPr lang="en-IN" sz="800" dirty="0">
                <a:solidFill>
                  <a:schemeClr val="bg1"/>
                </a:solidFill>
                <a:latin typeface="Arial" panose="020B0604020202020204" pitchFamily="34" charset="0"/>
                <a:cs typeface="Arial" panose="020B0604020202020204" pitchFamily="34" charset="0"/>
              </a:rPr>
              <a:t>Sigma = </a:t>
            </a:r>
            <a:r>
              <a:rPr lang="en-IN" sz="800" dirty="0" err="1">
                <a:solidFill>
                  <a:schemeClr val="bg1"/>
                </a:solidFill>
                <a:latin typeface="Arial" panose="020B0604020202020204" pitchFamily="34" charset="0"/>
                <a:cs typeface="Arial" panose="020B0604020202020204" pitchFamily="34" charset="0"/>
              </a:rPr>
              <a:t>np.array</a:t>
            </a:r>
            <a:r>
              <a:rPr lang="en-IN" sz="800" dirty="0">
                <a:solidFill>
                  <a:schemeClr val="bg1"/>
                </a:solidFill>
                <a:latin typeface="Arial" panose="020B0604020202020204" pitchFamily="34" charset="0"/>
                <a:cs typeface="Arial" panose="020B0604020202020204" pitchFamily="34" charset="0"/>
              </a:rPr>
              <a:t>([[3.0, 1.0, 0.5],</a:t>
            </a:r>
          </a:p>
          <a:p>
            <a:r>
              <a:rPr lang="en-IN" sz="800" dirty="0">
                <a:solidFill>
                  <a:schemeClr val="bg1"/>
                </a:solidFill>
                <a:latin typeface="Arial" panose="020B0604020202020204" pitchFamily="34" charset="0"/>
                <a:cs typeface="Arial" panose="020B0604020202020204" pitchFamily="34" charset="0"/>
              </a:rPr>
              <a:t>                  [1.0, 2.0, 0.8],</a:t>
            </a:r>
          </a:p>
          <a:p>
            <a:r>
              <a:rPr lang="en-IN" sz="800" dirty="0">
                <a:solidFill>
                  <a:schemeClr val="bg1"/>
                </a:solidFill>
                <a:latin typeface="Arial" panose="020B0604020202020204" pitchFamily="34" charset="0"/>
                <a:cs typeface="Arial" panose="020B0604020202020204" pitchFamily="34" charset="0"/>
              </a:rPr>
              <a:t>                  [0.5, 0.8, 1.0]])</a:t>
            </a:r>
          </a:p>
          <a:p>
            <a:r>
              <a:rPr lang="en-IN" sz="800" dirty="0">
                <a:solidFill>
                  <a:schemeClr val="bg1"/>
                </a:solidFill>
                <a:latin typeface="Arial" panose="020B0604020202020204" pitchFamily="34" charset="0"/>
                <a:cs typeface="Arial" panose="020B0604020202020204" pitchFamily="34" charset="0"/>
              </a:rPr>
              <a:t># Generate 500 random samples from a Multivariate Normal Distribution</a:t>
            </a:r>
          </a:p>
          <a:p>
            <a:r>
              <a:rPr lang="en-IN" sz="800" dirty="0">
                <a:solidFill>
                  <a:schemeClr val="bg1"/>
                </a:solidFill>
                <a:latin typeface="Arial" panose="020B0604020202020204" pitchFamily="34" charset="0"/>
                <a:cs typeface="Arial" panose="020B0604020202020204" pitchFamily="34" charset="0"/>
              </a:rPr>
              <a:t>N = 500</a:t>
            </a:r>
          </a:p>
          <a:p>
            <a:r>
              <a:rPr lang="en-IN" sz="800" dirty="0">
                <a:solidFill>
                  <a:schemeClr val="bg1"/>
                </a:solidFill>
                <a:latin typeface="Arial" panose="020B0604020202020204" pitchFamily="34" charset="0"/>
                <a:cs typeface="Arial" panose="020B0604020202020204" pitchFamily="34" charset="0"/>
              </a:rPr>
              <a:t>data = </a:t>
            </a:r>
            <a:r>
              <a:rPr lang="en-IN" sz="800" dirty="0" err="1">
                <a:solidFill>
                  <a:schemeClr val="bg1"/>
                </a:solidFill>
                <a:latin typeface="Arial" panose="020B0604020202020204" pitchFamily="34" charset="0"/>
                <a:cs typeface="Arial" panose="020B0604020202020204" pitchFamily="34" charset="0"/>
              </a:rPr>
              <a:t>np.random.multivariate_normal</a:t>
            </a:r>
            <a:r>
              <a:rPr lang="en-IN" sz="800" dirty="0">
                <a:solidFill>
                  <a:schemeClr val="bg1"/>
                </a:solidFill>
                <a:latin typeface="Arial" panose="020B0604020202020204" pitchFamily="34" charset="0"/>
                <a:cs typeface="Arial" panose="020B0604020202020204" pitchFamily="34" charset="0"/>
              </a:rPr>
              <a:t>(mu, Sigma, N)</a:t>
            </a:r>
          </a:p>
          <a:p>
            <a:r>
              <a:rPr lang="en-IN" sz="800" dirty="0">
                <a:solidFill>
                  <a:schemeClr val="bg1"/>
                </a:solidFill>
                <a:latin typeface="Arial" panose="020B0604020202020204" pitchFamily="34" charset="0"/>
                <a:cs typeface="Arial" panose="020B0604020202020204" pitchFamily="34" charset="0"/>
              </a:rPr>
              <a:t># Compute Chi-Squared Critical Value</a:t>
            </a:r>
          </a:p>
          <a:p>
            <a:r>
              <a:rPr lang="en-IN" sz="800" dirty="0">
                <a:solidFill>
                  <a:schemeClr val="bg1"/>
                </a:solidFill>
                <a:latin typeface="Arial" panose="020B0604020202020204" pitchFamily="34" charset="0"/>
                <a:cs typeface="Arial" panose="020B0604020202020204" pitchFamily="34" charset="0"/>
              </a:rPr>
              <a:t>p = 3          # Number of dimensions (degrees of freedom)</a:t>
            </a:r>
          </a:p>
          <a:p>
            <a:r>
              <a:rPr lang="en-IN" sz="800" dirty="0">
                <a:solidFill>
                  <a:schemeClr val="bg1"/>
                </a:solidFill>
                <a:latin typeface="Arial" panose="020B0604020202020204" pitchFamily="34" charset="0"/>
                <a:cs typeface="Arial" panose="020B0604020202020204" pitchFamily="34" charset="0"/>
              </a:rPr>
              <a:t>alpha = 0.05   # Significance level</a:t>
            </a:r>
          </a:p>
          <a:p>
            <a:r>
              <a:rPr lang="en-IN" sz="800" dirty="0">
                <a:solidFill>
                  <a:schemeClr val="bg1"/>
                </a:solidFill>
                <a:latin typeface="Arial" panose="020B0604020202020204" pitchFamily="34" charset="0"/>
                <a:cs typeface="Arial" panose="020B0604020202020204" pitchFamily="34" charset="0"/>
              </a:rPr>
              <a:t># Critical value: 95% of data falls below this threshold</a:t>
            </a:r>
          </a:p>
          <a:p>
            <a:r>
              <a:rPr lang="en-IN" sz="800" dirty="0">
                <a:solidFill>
                  <a:schemeClr val="bg1"/>
                </a:solidFill>
                <a:latin typeface="Arial" panose="020B0604020202020204" pitchFamily="34" charset="0"/>
                <a:cs typeface="Arial" panose="020B0604020202020204" pitchFamily="34" charset="0"/>
              </a:rPr>
              <a:t>c2 = chi2.ppf(1 - alpha, p)</a:t>
            </a:r>
          </a:p>
          <a:p>
            <a:r>
              <a:rPr lang="en-IN" sz="800" dirty="0">
                <a:solidFill>
                  <a:schemeClr val="bg1"/>
                </a:solidFill>
                <a:latin typeface="Arial" panose="020B0604020202020204" pitchFamily="34" charset="0"/>
                <a:cs typeface="Arial" panose="020B0604020202020204" pitchFamily="34" charset="0"/>
              </a:rPr>
              <a:t># Calculate </a:t>
            </a:r>
            <a:r>
              <a:rPr lang="en-IN" sz="800" dirty="0" err="1">
                <a:solidFill>
                  <a:schemeClr val="bg1"/>
                </a:solidFill>
                <a:latin typeface="Arial" panose="020B0604020202020204" pitchFamily="34" charset="0"/>
                <a:cs typeface="Arial" panose="020B0604020202020204" pitchFamily="34" charset="0"/>
              </a:rPr>
              <a:t>Mahalanobis</a:t>
            </a:r>
            <a:r>
              <a:rPr lang="en-IN" sz="800" dirty="0">
                <a:solidFill>
                  <a:schemeClr val="bg1"/>
                </a:solidFill>
                <a:latin typeface="Arial" panose="020B0604020202020204" pitchFamily="34" charset="0"/>
                <a:cs typeface="Arial" panose="020B0604020202020204" pitchFamily="34" charset="0"/>
              </a:rPr>
              <a:t> Distance to Identify Outliers</a:t>
            </a:r>
          </a:p>
          <a:p>
            <a:r>
              <a:rPr lang="en-IN" sz="800" dirty="0" err="1">
                <a:solidFill>
                  <a:schemeClr val="bg1"/>
                </a:solidFill>
                <a:latin typeface="Arial" panose="020B0604020202020204" pitchFamily="34" charset="0"/>
                <a:cs typeface="Arial" panose="020B0604020202020204" pitchFamily="34" charset="0"/>
              </a:rPr>
              <a:t>invSigma</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np.linalg.inv</a:t>
            </a:r>
            <a:r>
              <a:rPr lang="en-IN" sz="800" dirty="0">
                <a:solidFill>
                  <a:schemeClr val="bg1"/>
                </a:solidFill>
                <a:latin typeface="Arial" panose="020B0604020202020204" pitchFamily="34" charset="0"/>
                <a:cs typeface="Arial" panose="020B0604020202020204" pitchFamily="34" charset="0"/>
              </a:rPr>
              <a:t>(Sigma)</a:t>
            </a:r>
          </a:p>
          <a:p>
            <a:r>
              <a:rPr lang="en-IN" sz="800" dirty="0">
                <a:solidFill>
                  <a:schemeClr val="bg1"/>
                </a:solidFill>
                <a:latin typeface="Arial" panose="020B0604020202020204" pitchFamily="34" charset="0"/>
                <a:cs typeface="Arial" panose="020B0604020202020204" pitchFamily="34" charset="0"/>
              </a:rPr>
              <a:t># Calculate squared </a:t>
            </a:r>
            <a:r>
              <a:rPr lang="en-IN" sz="800" dirty="0" err="1">
                <a:solidFill>
                  <a:schemeClr val="bg1"/>
                </a:solidFill>
                <a:latin typeface="Arial" panose="020B0604020202020204" pitchFamily="34" charset="0"/>
                <a:cs typeface="Arial" panose="020B0604020202020204" pitchFamily="34" charset="0"/>
              </a:rPr>
              <a:t>Mahalanobis</a:t>
            </a:r>
            <a:r>
              <a:rPr lang="en-IN" sz="800" dirty="0">
                <a:solidFill>
                  <a:schemeClr val="bg1"/>
                </a:solidFill>
                <a:latin typeface="Arial" panose="020B0604020202020204" pitchFamily="34" charset="0"/>
                <a:cs typeface="Arial" panose="020B0604020202020204" pitchFamily="34" charset="0"/>
              </a:rPr>
              <a:t> distance (Vectorized approach)</a:t>
            </a:r>
          </a:p>
          <a:p>
            <a:r>
              <a:rPr lang="en-IN" sz="800" dirty="0">
                <a:solidFill>
                  <a:schemeClr val="bg1"/>
                </a:solidFill>
                <a:latin typeface="Arial" panose="020B0604020202020204" pitchFamily="34" charset="0"/>
                <a:cs typeface="Arial" panose="020B0604020202020204" pitchFamily="34" charset="0"/>
              </a:rPr>
              <a:t>diff = data - mu</a:t>
            </a:r>
          </a:p>
          <a:p>
            <a:r>
              <a:rPr lang="en-IN" sz="800" dirty="0">
                <a:solidFill>
                  <a:schemeClr val="bg1"/>
                </a:solidFill>
                <a:latin typeface="Arial" panose="020B0604020202020204" pitchFamily="34" charset="0"/>
                <a:cs typeface="Arial" panose="020B0604020202020204" pitchFamily="34" charset="0"/>
              </a:rPr>
              <a:t>d2 = </a:t>
            </a:r>
            <a:r>
              <a:rPr lang="en-IN" sz="800" dirty="0" err="1">
                <a:solidFill>
                  <a:schemeClr val="bg1"/>
                </a:solidFill>
                <a:latin typeface="Arial" panose="020B0604020202020204" pitchFamily="34" charset="0"/>
                <a:cs typeface="Arial" panose="020B0604020202020204" pitchFamily="34" charset="0"/>
              </a:rPr>
              <a:t>np.sum</a:t>
            </a:r>
            <a:r>
              <a:rPr lang="en-IN" sz="800" dirty="0">
                <a:solidFill>
                  <a:schemeClr val="bg1"/>
                </a:solidFill>
                <a:latin typeface="Arial" panose="020B0604020202020204" pitchFamily="34" charset="0"/>
                <a:cs typeface="Arial" panose="020B0604020202020204" pitchFamily="34" charset="0"/>
              </a:rPr>
              <a:t>(np.dot(diff, </a:t>
            </a:r>
            <a:r>
              <a:rPr lang="en-IN" sz="800" dirty="0" err="1">
                <a:solidFill>
                  <a:schemeClr val="bg1"/>
                </a:solidFill>
                <a:latin typeface="Arial" panose="020B0604020202020204" pitchFamily="34" charset="0"/>
                <a:cs typeface="Arial" panose="020B0604020202020204" pitchFamily="34" charset="0"/>
              </a:rPr>
              <a:t>invSigma</a:t>
            </a:r>
            <a:r>
              <a:rPr lang="en-IN" sz="800" dirty="0">
                <a:solidFill>
                  <a:schemeClr val="bg1"/>
                </a:solidFill>
                <a:latin typeface="Arial" panose="020B0604020202020204" pitchFamily="34" charset="0"/>
                <a:cs typeface="Arial" panose="020B0604020202020204" pitchFamily="34" charset="0"/>
              </a:rPr>
              <a:t>) * diff, axis=1)</a:t>
            </a:r>
          </a:p>
          <a:p>
            <a:r>
              <a:rPr lang="en-IN" sz="800" dirty="0">
                <a:solidFill>
                  <a:schemeClr val="bg1"/>
                </a:solidFill>
                <a:latin typeface="Arial" panose="020B0604020202020204" pitchFamily="34" charset="0"/>
                <a:cs typeface="Arial" panose="020B0604020202020204" pitchFamily="34" charset="0"/>
              </a:rPr>
              <a:t># Separate data into inliers and outliers based on threshold</a:t>
            </a:r>
          </a:p>
          <a:p>
            <a:r>
              <a:rPr lang="en-IN" sz="800" dirty="0" err="1">
                <a:solidFill>
                  <a:schemeClr val="bg1"/>
                </a:solidFill>
                <a:latin typeface="Arial" panose="020B0604020202020204" pitchFamily="34" charset="0"/>
                <a:cs typeface="Arial" panose="020B0604020202020204" pitchFamily="34" charset="0"/>
              </a:rPr>
              <a:t>inlier_mask</a:t>
            </a:r>
            <a:r>
              <a:rPr lang="en-IN" sz="800" dirty="0">
                <a:solidFill>
                  <a:schemeClr val="bg1"/>
                </a:solidFill>
                <a:latin typeface="Arial" panose="020B0604020202020204" pitchFamily="34" charset="0"/>
                <a:cs typeface="Arial" panose="020B0604020202020204" pitchFamily="34" charset="0"/>
              </a:rPr>
              <a:t> = d2 &lt;= c2</a:t>
            </a:r>
          </a:p>
          <a:p>
            <a:r>
              <a:rPr lang="en-IN" sz="800" dirty="0">
                <a:solidFill>
                  <a:schemeClr val="bg1"/>
                </a:solidFill>
                <a:latin typeface="Arial" panose="020B0604020202020204" pitchFamily="34" charset="0"/>
                <a:cs typeface="Arial" panose="020B0604020202020204" pitchFamily="34" charset="0"/>
              </a:rPr>
              <a:t>inliers = data[</a:t>
            </a:r>
            <a:r>
              <a:rPr lang="en-IN" sz="800" dirty="0" err="1">
                <a:solidFill>
                  <a:schemeClr val="bg1"/>
                </a:solidFill>
                <a:latin typeface="Arial" panose="020B0604020202020204" pitchFamily="34" charset="0"/>
                <a:cs typeface="Arial" panose="020B0604020202020204" pitchFamily="34" charset="0"/>
              </a:rPr>
              <a:t>inlier_mask</a:t>
            </a:r>
            <a:r>
              <a:rPr lang="en-IN" sz="800" dirty="0">
                <a:solidFill>
                  <a:schemeClr val="bg1"/>
                </a:solidFill>
                <a:latin typeface="Arial" panose="020B0604020202020204" pitchFamily="34" charset="0"/>
                <a:cs typeface="Arial" panose="020B0604020202020204" pitchFamily="34" charset="0"/>
              </a:rPr>
              <a:t>]</a:t>
            </a:r>
          </a:p>
          <a:p>
            <a:r>
              <a:rPr lang="en-IN" sz="800" dirty="0">
                <a:solidFill>
                  <a:schemeClr val="bg1"/>
                </a:solidFill>
                <a:latin typeface="Arial" panose="020B0604020202020204" pitchFamily="34" charset="0"/>
                <a:cs typeface="Arial" panose="020B0604020202020204" pitchFamily="34" charset="0"/>
              </a:rPr>
              <a:t>outliers = data[~</a:t>
            </a:r>
            <a:r>
              <a:rPr lang="en-IN" sz="800" dirty="0" err="1">
                <a:solidFill>
                  <a:schemeClr val="bg1"/>
                </a:solidFill>
                <a:latin typeface="Arial" panose="020B0604020202020204" pitchFamily="34" charset="0"/>
                <a:cs typeface="Arial" panose="020B0604020202020204" pitchFamily="34" charset="0"/>
              </a:rPr>
              <a:t>inlier_mask</a:t>
            </a:r>
            <a:r>
              <a:rPr lang="en-IN" sz="800" dirty="0">
                <a:solidFill>
                  <a:schemeClr val="bg1"/>
                </a:solidFill>
                <a:latin typeface="Arial" panose="020B0604020202020204" pitchFamily="34" charset="0"/>
                <a:cs typeface="Arial" panose="020B0604020202020204" pitchFamily="34" charset="0"/>
              </a:rPr>
              <a:t>]</a:t>
            </a:r>
          </a:p>
          <a:p>
            <a:r>
              <a:rPr lang="en-IN" sz="800" dirty="0">
                <a:solidFill>
                  <a:schemeClr val="bg1"/>
                </a:solidFill>
                <a:latin typeface="Arial" panose="020B0604020202020204" pitchFamily="34" charset="0"/>
                <a:cs typeface="Arial" panose="020B0604020202020204" pitchFamily="34" charset="0"/>
              </a:rPr>
              <a:t># Generate the 3D Hyper-ellipse Geometry</a:t>
            </a:r>
          </a:p>
          <a:p>
            <a:r>
              <a:rPr lang="en-IN" sz="800" dirty="0">
                <a:solidFill>
                  <a:schemeClr val="bg1"/>
                </a:solidFill>
                <a:latin typeface="Arial" panose="020B0604020202020204" pitchFamily="34" charset="0"/>
                <a:cs typeface="Arial" panose="020B0604020202020204" pitchFamily="34" charset="0"/>
              </a:rPr>
              <a:t># Get eigenvalues (lengths) and eigenvectors (directions) of Covariance Matrix</a:t>
            </a:r>
          </a:p>
          <a:p>
            <a:r>
              <a:rPr lang="en-IN" sz="800" dirty="0">
                <a:solidFill>
                  <a:schemeClr val="bg1"/>
                </a:solidFill>
                <a:latin typeface="Arial" panose="020B0604020202020204" pitchFamily="34" charset="0"/>
                <a:cs typeface="Arial" panose="020B0604020202020204" pitchFamily="34" charset="0"/>
              </a:rPr>
              <a:t>eigenvalues, eigenvectors = </a:t>
            </a:r>
            <a:r>
              <a:rPr lang="en-IN" sz="800" dirty="0" err="1">
                <a:solidFill>
                  <a:schemeClr val="bg1"/>
                </a:solidFill>
                <a:latin typeface="Arial" panose="020B0604020202020204" pitchFamily="34" charset="0"/>
                <a:cs typeface="Arial" panose="020B0604020202020204" pitchFamily="34" charset="0"/>
              </a:rPr>
              <a:t>np.linalg.eigh</a:t>
            </a:r>
            <a:r>
              <a:rPr lang="en-IN" sz="800" dirty="0">
                <a:solidFill>
                  <a:schemeClr val="bg1"/>
                </a:solidFill>
                <a:latin typeface="Arial" panose="020B0604020202020204" pitchFamily="34" charset="0"/>
                <a:cs typeface="Arial" panose="020B0604020202020204" pitchFamily="34" charset="0"/>
              </a:rPr>
              <a:t>(Sigma)</a:t>
            </a:r>
          </a:p>
          <a:p>
            <a:endParaRPr lang="en-IN" sz="800" dirty="0">
              <a:solidFill>
                <a:schemeClr val="bg1"/>
              </a:solidFill>
              <a:latin typeface="Arial" panose="020B0604020202020204" pitchFamily="34" charset="0"/>
              <a:cs typeface="Arial" panose="020B0604020202020204" pitchFamily="34" charset="0"/>
            </a:endParaRPr>
          </a:p>
          <a:p>
            <a:r>
              <a:rPr lang="en-IN" sz="800" dirty="0">
                <a:solidFill>
                  <a:schemeClr val="bg1"/>
                </a:solidFill>
                <a:latin typeface="Arial" panose="020B0604020202020204" pitchFamily="34" charset="0"/>
                <a:cs typeface="Arial" panose="020B0604020202020204" pitchFamily="34" charset="0"/>
              </a:rPr>
              <a:t># Generate a standard unit sphere mesh grid</a:t>
            </a:r>
          </a:p>
          <a:p>
            <a:r>
              <a:rPr lang="en-IN" sz="800" dirty="0">
                <a:solidFill>
                  <a:schemeClr val="bg1"/>
                </a:solidFill>
                <a:latin typeface="Arial" panose="020B0604020202020204" pitchFamily="34" charset="0"/>
                <a:cs typeface="Arial" panose="020B0604020202020204" pitchFamily="34" charset="0"/>
              </a:rPr>
              <a:t>U = </a:t>
            </a:r>
            <a:r>
              <a:rPr lang="en-IN" sz="800" dirty="0" err="1">
                <a:solidFill>
                  <a:schemeClr val="bg1"/>
                </a:solidFill>
                <a:latin typeface="Arial" panose="020B0604020202020204" pitchFamily="34" charset="0"/>
                <a:cs typeface="Arial" panose="020B0604020202020204" pitchFamily="34" charset="0"/>
              </a:rPr>
              <a:t>np.linspace</a:t>
            </a:r>
            <a:r>
              <a:rPr lang="en-IN" sz="800" dirty="0">
                <a:solidFill>
                  <a:schemeClr val="bg1"/>
                </a:solidFill>
                <a:latin typeface="Arial" panose="020B0604020202020204" pitchFamily="34" charset="0"/>
                <a:cs typeface="Arial" panose="020B0604020202020204" pitchFamily="34" charset="0"/>
              </a:rPr>
              <a:t>(0, 2 * </a:t>
            </a:r>
            <a:r>
              <a:rPr lang="en-IN" sz="800" dirty="0" err="1">
                <a:solidFill>
                  <a:schemeClr val="bg1"/>
                </a:solidFill>
                <a:latin typeface="Arial" panose="020B0604020202020204" pitchFamily="34" charset="0"/>
                <a:cs typeface="Arial" panose="020B0604020202020204" pitchFamily="34" charset="0"/>
              </a:rPr>
              <a:t>np.pi</a:t>
            </a:r>
            <a:r>
              <a:rPr lang="en-IN" sz="800" dirty="0">
                <a:solidFill>
                  <a:schemeClr val="bg1"/>
                </a:solidFill>
                <a:latin typeface="Arial" panose="020B0604020202020204" pitchFamily="34" charset="0"/>
                <a:cs typeface="Arial" panose="020B0604020202020204" pitchFamily="34" charset="0"/>
              </a:rPr>
              <a:t>, 100)</a:t>
            </a:r>
          </a:p>
          <a:p>
            <a:r>
              <a:rPr lang="en-IN" sz="800" dirty="0" err="1">
                <a:solidFill>
                  <a:schemeClr val="bg1"/>
                </a:solidFill>
                <a:latin typeface="Arial" panose="020B0604020202020204" pitchFamily="34" charset="0"/>
                <a:cs typeface="Arial" panose="020B0604020202020204" pitchFamily="34" charset="0"/>
              </a:rPr>
              <a:t>V_grid</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np.linspace</a:t>
            </a:r>
            <a:r>
              <a:rPr lang="en-IN" sz="800" dirty="0">
                <a:solidFill>
                  <a:schemeClr val="bg1"/>
                </a:solidFill>
                <a:latin typeface="Arial" panose="020B0604020202020204" pitchFamily="34" charset="0"/>
                <a:cs typeface="Arial" panose="020B0604020202020204" pitchFamily="34" charset="0"/>
              </a:rPr>
              <a:t>(0, </a:t>
            </a:r>
            <a:r>
              <a:rPr lang="en-IN" sz="800" dirty="0" err="1">
                <a:solidFill>
                  <a:schemeClr val="bg1"/>
                </a:solidFill>
                <a:latin typeface="Arial" panose="020B0604020202020204" pitchFamily="34" charset="0"/>
                <a:cs typeface="Arial" panose="020B0604020202020204" pitchFamily="34" charset="0"/>
              </a:rPr>
              <a:t>np.pi</a:t>
            </a:r>
            <a:r>
              <a:rPr lang="en-IN" sz="800" dirty="0">
                <a:solidFill>
                  <a:schemeClr val="bg1"/>
                </a:solidFill>
                <a:latin typeface="Arial" panose="020B0604020202020204" pitchFamily="34" charset="0"/>
                <a:cs typeface="Arial" panose="020B0604020202020204" pitchFamily="34" charset="0"/>
              </a:rPr>
              <a:t>, 100)</a:t>
            </a:r>
          </a:p>
          <a:p>
            <a:r>
              <a:rPr lang="en-IN" sz="800" dirty="0">
                <a:solidFill>
                  <a:schemeClr val="bg1"/>
                </a:solidFill>
                <a:latin typeface="Arial" panose="020B0604020202020204" pitchFamily="34" charset="0"/>
                <a:cs typeface="Arial" panose="020B0604020202020204" pitchFamily="34" charset="0"/>
              </a:rPr>
              <a:t>U, </a:t>
            </a:r>
            <a:r>
              <a:rPr lang="en-IN" sz="800" dirty="0" err="1">
                <a:solidFill>
                  <a:schemeClr val="bg1"/>
                </a:solidFill>
                <a:latin typeface="Arial" panose="020B0604020202020204" pitchFamily="34" charset="0"/>
                <a:cs typeface="Arial" panose="020B0604020202020204" pitchFamily="34" charset="0"/>
              </a:rPr>
              <a:t>V_grid</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np.meshgrid</a:t>
            </a:r>
            <a:r>
              <a:rPr lang="en-IN" sz="800" dirty="0">
                <a:solidFill>
                  <a:schemeClr val="bg1"/>
                </a:solidFill>
                <a:latin typeface="Arial" panose="020B0604020202020204" pitchFamily="34" charset="0"/>
                <a:cs typeface="Arial" panose="020B0604020202020204" pitchFamily="34" charset="0"/>
              </a:rPr>
              <a:t>(U, </a:t>
            </a:r>
            <a:r>
              <a:rPr lang="en-IN" sz="800" dirty="0" err="1">
                <a:solidFill>
                  <a:schemeClr val="bg1"/>
                </a:solidFill>
                <a:latin typeface="Arial" panose="020B0604020202020204" pitchFamily="34" charset="0"/>
                <a:cs typeface="Arial" panose="020B0604020202020204" pitchFamily="34" charset="0"/>
              </a:rPr>
              <a:t>V_grid</a:t>
            </a:r>
            <a:r>
              <a:rPr lang="en-IN" sz="800" dirty="0">
                <a:solidFill>
                  <a:schemeClr val="bg1"/>
                </a:solidFill>
                <a:latin typeface="Arial" panose="020B0604020202020204" pitchFamily="34" charset="0"/>
                <a:cs typeface="Arial" panose="020B0604020202020204" pitchFamily="34" charset="0"/>
              </a:rPr>
              <a:t>)</a:t>
            </a:r>
          </a:p>
          <a:p>
            <a:r>
              <a:rPr lang="en-IN" sz="800" dirty="0" err="1">
                <a:solidFill>
                  <a:schemeClr val="bg1"/>
                </a:solidFill>
                <a:latin typeface="Arial" panose="020B0604020202020204" pitchFamily="34" charset="0"/>
                <a:cs typeface="Arial" panose="020B0604020202020204" pitchFamily="34" charset="0"/>
              </a:rPr>
              <a:t>X_unit</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np.cos</a:t>
            </a:r>
            <a:r>
              <a:rPr lang="en-IN" sz="800" dirty="0">
                <a:solidFill>
                  <a:schemeClr val="bg1"/>
                </a:solidFill>
                <a:latin typeface="Arial" panose="020B0604020202020204" pitchFamily="34" charset="0"/>
                <a:cs typeface="Arial" panose="020B0604020202020204" pitchFamily="34" charset="0"/>
              </a:rPr>
              <a:t>(U) * </a:t>
            </a:r>
            <a:r>
              <a:rPr lang="en-IN" sz="800" dirty="0" err="1">
                <a:solidFill>
                  <a:schemeClr val="bg1"/>
                </a:solidFill>
                <a:latin typeface="Arial" panose="020B0604020202020204" pitchFamily="34" charset="0"/>
                <a:cs typeface="Arial" panose="020B0604020202020204" pitchFamily="34" charset="0"/>
              </a:rPr>
              <a:t>np.sin</a:t>
            </a:r>
            <a:r>
              <a:rPr lang="en-IN" sz="800" dirty="0">
                <a:solidFill>
                  <a:schemeClr val="bg1"/>
                </a:solidFill>
                <a:latin typeface="Arial" panose="020B0604020202020204" pitchFamily="34" charset="0"/>
                <a:cs typeface="Arial" panose="020B0604020202020204" pitchFamily="34" charset="0"/>
              </a:rPr>
              <a:t>(</a:t>
            </a:r>
            <a:r>
              <a:rPr lang="en-IN" sz="800" dirty="0" err="1">
                <a:solidFill>
                  <a:schemeClr val="bg1"/>
                </a:solidFill>
                <a:latin typeface="Arial" panose="020B0604020202020204" pitchFamily="34" charset="0"/>
                <a:cs typeface="Arial" panose="020B0604020202020204" pitchFamily="34" charset="0"/>
              </a:rPr>
              <a:t>V_grid</a:t>
            </a:r>
            <a:r>
              <a:rPr lang="en-IN" sz="800" dirty="0">
                <a:solidFill>
                  <a:schemeClr val="bg1"/>
                </a:solidFill>
                <a:latin typeface="Arial" panose="020B0604020202020204" pitchFamily="34" charset="0"/>
                <a:cs typeface="Arial" panose="020B0604020202020204" pitchFamily="34" charset="0"/>
              </a:rPr>
              <a:t>)</a:t>
            </a:r>
          </a:p>
          <a:p>
            <a:r>
              <a:rPr lang="en-IN" sz="800" dirty="0" err="1">
                <a:solidFill>
                  <a:schemeClr val="bg1"/>
                </a:solidFill>
                <a:latin typeface="Arial" panose="020B0604020202020204" pitchFamily="34" charset="0"/>
                <a:cs typeface="Arial" panose="020B0604020202020204" pitchFamily="34" charset="0"/>
              </a:rPr>
              <a:t>Y_unit</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np.sin</a:t>
            </a:r>
            <a:r>
              <a:rPr lang="en-IN" sz="800" dirty="0">
                <a:solidFill>
                  <a:schemeClr val="bg1"/>
                </a:solidFill>
                <a:latin typeface="Arial" panose="020B0604020202020204" pitchFamily="34" charset="0"/>
                <a:cs typeface="Arial" panose="020B0604020202020204" pitchFamily="34" charset="0"/>
              </a:rPr>
              <a:t>(U) * </a:t>
            </a:r>
            <a:r>
              <a:rPr lang="en-IN" sz="800" dirty="0" err="1">
                <a:solidFill>
                  <a:schemeClr val="bg1"/>
                </a:solidFill>
                <a:latin typeface="Arial" panose="020B0604020202020204" pitchFamily="34" charset="0"/>
                <a:cs typeface="Arial" panose="020B0604020202020204" pitchFamily="34" charset="0"/>
              </a:rPr>
              <a:t>np.sin</a:t>
            </a:r>
            <a:r>
              <a:rPr lang="en-IN" sz="800" dirty="0">
                <a:solidFill>
                  <a:schemeClr val="bg1"/>
                </a:solidFill>
                <a:latin typeface="Arial" panose="020B0604020202020204" pitchFamily="34" charset="0"/>
                <a:cs typeface="Arial" panose="020B0604020202020204" pitchFamily="34" charset="0"/>
              </a:rPr>
              <a:t>(</a:t>
            </a:r>
            <a:r>
              <a:rPr lang="en-IN" sz="800" dirty="0" err="1">
                <a:solidFill>
                  <a:schemeClr val="bg1"/>
                </a:solidFill>
                <a:latin typeface="Arial" panose="020B0604020202020204" pitchFamily="34" charset="0"/>
                <a:cs typeface="Arial" panose="020B0604020202020204" pitchFamily="34" charset="0"/>
              </a:rPr>
              <a:t>V_grid</a:t>
            </a:r>
            <a:r>
              <a:rPr lang="en-IN" sz="800" dirty="0">
                <a:solidFill>
                  <a:schemeClr val="bg1"/>
                </a:solidFill>
                <a:latin typeface="Arial" panose="020B0604020202020204" pitchFamily="34" charset="0"/>
                <a:cs typeface="Arial" panose="020B0604020202020204" pitchFamily="34" charset="0"/>
              </a:rPr>
              <a:t>)</a:t>
            </a:r>
          </a:p>
          <a:p>
            <a:r>
              <a:rPr lang="en-IN" sz="800" dirty="0" err="1">
                <a:solidFill>
                  <a:schemeClr val="bg1"/>
                </a:solidFill>
                <a:latin typeface="Arial" panose="020B0604020202020204" pitchFamily="34" charset="0"/>
                <a:cs typeface="Arial" panose="020B0604020202020204" pitchFamily="34" charset="0"/>
              </a:rPr>
              <a:t>Z_unit</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np.cos</a:t>
            </a:r>
            <a:r>
              <a:rPr lang="en-IN" sz="800" dirty="0">
                <a:solidFill>
                  <a:schemeClr val="bg1"/>
                </a:solidFill>
                <a:latin typeface="Arial" panose="020B0604020202020204" pitchFamily="34" charset="0"/>
                <a:cs typeface="Arial" panose="020B0604020202020204" pitchFamily="34" charset="0"/>
              </a:rPr>
              <a:t>(</a:t>
            </a:r>
            <a:r>
              <a:rPr lang="en-IN" sz="800" dirty="0" err="1">
                <a:solidFill>
                  <a:schemeClr val="bg1"/>
                </a:solidFill>
                <a:latin typeface="Arial" panose="020B0604020202020204" pitchFamily="34" charset="0"/>
                <a:cs typeface="Arial" panose="020B0604020202020204" pitchFamily="34" charset="0"/>
              </a:rPr>
              <a:t>V_grid</a:t>
            </a:r>
            <a:r>
              <a:rPr lang="en-IN" sz="800" dirty="0">
                <a:solidFill>
                  <a:schemeClr val="bg1"/>
                </a:solidFill>
                <a:latin typeface="Arial" panose="020B0604020202020204" pitchFamily="34" charset="0"/>
                <a:cs typeface="Arial" panose="020B0604020202020204" pitchFamily="34" charset="0"/>
              </a:rPr>
              <a:t>)</a:t>
            </a:r>
          </a:p>
          <a:p>
            <a:r>
              <a:rPr lang="en-IN" sz="800" dirty="0">
                <a:solidFill>
                  <a:schemeClr val="bg1"/>
                </a:solidFill>
                <a:latin typeface="Arial" panose="020B0604020202020204" pitchFamily="34" charset="0"/>
                <a:cs typeface="Arial" panose="020B0604020202020204" pitchFamily="34" charset="0"/>
              </a:rPr>
              <a:t># Scale the sphere along the principal axes using eigenvalues and chi2 threshold</a:t>
            </a:r>
          </a:p>
          <a:p>
            <a:r>
              <a:rPr lang="en-IN" sz="800" dirty="0">
                <a:solidFill>
                  <a:schemeClr val="bg1"/>
                </a:solidFill>
                <a:latin typeface="Arial" panose="020B0604020202020204" pitchFamily="34" charset="0"/>
                <a:cs typeface="Arial" panose="020B0604020202020204" pitchFamily="34" charset="0"/>
              </a:rPr>
              <a:t>radii = </a:t>
            </a:r>
            <a:r>
              <a:rPr lang="en-IN" sz="800" dirty="0" err="1">
                <a:solidFill>
                  <a:schemeClr val="bg1"/>
                </a:solidFill>
                <a:latin typeface="Arial" panose="020B0604020202020204" pitchFamily="34" charset="0"/>
                <a:cs typeface="Arial" panose="020B0604020202020204" pitchFamily="34" charset="0"/>
              </a:rPr>
              <a:t>np.sqrt</a:t>
            </a:r>
            <a:r>
              <a:rPr lang="en-IN" sz="800" dirty="0">
                <a:solidFill>
                  <a:schemeClr val="bg1"/>
                </a:solidFill>
                <a:latin typeface="Arial" panose="020B0604020202020204" pitchFamily="34" charset="0"/>
                <a:cs typeface="Arial" panose="020B0604020202020204" pitchFamily="34" charset="0"/>
              </a:rPr>
              <a:t>(eigenvalues * c2)</a:t>
            </a:r>
          </a:p>
          <a:p>
            <a:r>
              <a:rPr lang="en-IN" sz="800" dirty="0" err="1">
                <a:solidFill>
                  <a:schemeClr val="bg1"/>
                </a:solidFill>
                <a:latin typeface="Arial" panose="020B0604020202020204" pitchFamily="34" charset="0"/>
                <a:cs typeface="Arial" panose="020B0604020202020204" pitchFamily="34" charset="0"/>
              </a:rPr>
              <a:t>X_scaled</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X_unit</a:t>
            </a:r>
            <a:r>
              <a:rPr lang="en-IN" sz="800" dirty="0">
                <a:solidFill>
                  <a:schemeClr val="bg1"/>
                </a:solidFill>
                <a:latin typeface="Arial" panose="020B0604020202020204" pitchFamily="34" charset="0"/>
                <a:cs typeface="Arial" panose="020B0604020202020204" pitchFamily="34" charset="0"/>
              </a:rPr>
              <a:t> * radii[0]</a:t>
            </a:r>
          </a:p>
          <a:p>
            <a:r>
              <a:rPr lang="en-IN" sz="800" dirty="0" err="1">
                <a:solidFill>
                  <a:schemeClr val="bg1"/>
                </a:solidFill>
                <a:latin typeface="Arial" panose="020B0604020202020204" pitchFamily="34" charset="0"/>
                <a:cs typeface="Arial" panose="020B0604020202020204" pitchFamily="34" charset="0"/>
              </a:rPr>
              <a:t>Y_scaled</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Y_unit</a:t>
            </a:r>
            <a:r>
              <a:rPr lang="en-IN" sz="800" dirty="0">
                <a:solidFill>
                  <a:schemeClr val="bg1"/>
                </a:solidFill>
                <a:latin typeface="Arial" panose="020B0604020202020204" pitchFamily="34" charset="0"/>
                <a:cs typeface="Arial" panose="020B0604020202020204" pitchFamily="34" charset="0"/>
              </a:rPr>
              <a:t> * radii[1]</a:t>
            </a:r>
          </a:p>
          <a:p>
            <a:r>
              <a:rPr lang="en-IN" sz="800" dirty="0" err="1">
                <a:solidFill>
                  <a:schemeClr val="bg1"/>
                </a:solidFill>
                <a:latin typeface="Arial" panose="020B0604020202020204" pitchFamily="34" charset="0"/>
                <a:cs typeface="Arial" panose="020B0604020202020204" pitchFamily="34" charset="0"/>
              </a:rPr>
              <a:t>Z_scaled</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Z_unit</a:t>
            </a:r>
            <a:r>
              <a:rPr lang="en-IN" sz="800" dirty="0">
                <a:solidFill>
                  <a:schemeClr val="bg1"/>
                </a:solidFill>
                <a:latin typeface="Arial" panose="020B0604020202020204" pitchFamily="34" charset="0"/>
                <a:cs typeface="Arial" panose="020B0604020202020204" pitchFamily="34" charset="0"/>
              </a:rPr>
              <a:t> * radii[2]</a:t>
            </a:r>
          </a:p>
          <a:p>
            <a:r>
              <a:rPr lang="en-IN" sz="800" dirty="0">
                <a:solidFill>
                  <a:schemeClr val="bg1"/>
                </a:solidFill>
                <a:latin typeface="Arial" panose="020B0604020202020204" pitchFamily="34" charset="0"/>
                <a:cs typeface="Arial" panose="020B0604020202020204" pitchFamily="34" charset="0"/>
              </a:rPr>
              <a:t># Rotate and translate the scaled ellipsoid using eigenvectors and the mean</a:t>
            </a:r>
          </a:p>
          <a:p>
            <a:r>
              <a:rPr lang="en-IN" sz="800" dirty="0" err="1">
                <a:solidFill>
                  <a:schemeClr val="bg1"/>
                </a:solidFill>
                <a:latin typeface="Arial" panose="020B0604020202020204" pitchFamily="34" charset="0"/>
                <a:cs typeface="Arial" panose="020B0604020202020204" pitchFamily="34" charset="0"/>
              </a:rPr>
              <a:t>scaled_points</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np.column_stack</a:t>
            </a:r>
            <a:r>
              <a:rPr lang="en-IN" sz="800" dirty="0">
                <a:solidFill>
                  <a:schemeClr val="bg1"/>
                </a:solidFill>
                <a:latin typeface="Arial" panose="020B0604020202020204" pitchFamily="34" charset="0"/>
                <a:cs typeface="Arial" panose="020B0604020202020204" pitchFamily="34" charset="0"/>
              </a:rPr>
              <a:t>([</a:t>
            </a:r>
            <a:r>
              <a:rPr lang="en-IN" sz="800" dirty="0" err="1">
                <a:solidFill>
                  <a:schemeClr val="bg1"/>
                </a:solidFill>
                <a:latin typeface="Arial" panose="020B0604020202020204" pitchFamily="34" charset="0"/>
                <a:cs typeface="Arial" panose="020B0604020202020204" pitchFamily="34" charset="0"/>
              </a:rPr>
              <a:t>X_scaled.ravel</a:t>
            </a:r>
            <a:r>
              <a:rPr lang="en-IN" sz="800" dirty="0">
                <a:solidFill>
                  <a:schemeClr val="bg1"/>
                </a:solidFill>
                <a:latin typeface="Arial" panose="020B0604020202020204" pitchFamily="34" charset="0"/>
                <a:cs typeface="Arial" panose="020B0604020202020204" pitchFamily="34" charset="0"/>
              </a:rPr>
              <a:t>(), </a:t>
            </a:r>
            <a:r>
              <a:rPr lang="en-IN" sz="800" dirty="0" err="1">
                <a:solidFill>
                  <a:schemeClr val="bg1"/>
                </a:solidFill>
                <a:latin typeface="Arial" panose="020B0604020202020204" pitchFamily="34" charset="0"/>
                <a:cs typeface="Arial" panose="020B0604020202020204" pitchFamily="34" charset="0"/>
              </a:rPr>
              <a:t>Y_scaled.ravel</a:t>
            </a:r>
            <a:r>
              <a:rPr lang="en-IN" sz="800" dirty="0">
                <a:solidFill>
                  <a:schemeClr val="bg1"/>
                </a:solidFill>
                <a:latin typeface="Arial" panose="020B0604020202020204" pitchFamily="34" charset="0"/>
                <a:cs typeface="Arial" panose="020B0604020202020204" pitchFamily="34" charset="0"/>
              </a:rPr>
              <a:t>(), </a:t>
            </a:r>
            <a:r>
              <a:rPr lang="en-IN" sz="800" dirty="0" err="1">
                <a:solidFill>
                  <a:schemeClr val="bg1"/>
                </a:solidFill>
                <a:latin typeface="Arial" panose="020B0604020202020204" pitchFamily="34" charset="0"/>
                <a:cs typeface="Arial" panose="020B0604020202020204" pitchFamily="34" charset="0"/>
              </a:rPr>
              <a:t>Z_scaled.ravel</a:t>
            </a:r>
            <a:r>
              <a:rPr lang="en-IN" sz="800" dirty="0">
                <a:solidFill>
                  <a:schemeClr val="bg1"/>
                </a:solidFill>
                <a:latin typeface="Arial" panose="020B0604020202020204" pitchFamily="34" charset="0"/>
                <a:cs typeface="Arial" panose="020B0604020202020204" pitchFamily="34" charset="0"/>
              </a:rPr>
              <a:t>()])</a:t>
            </a:r>
          </a:p>
          <a:p>
            <a:r>
              <a:rPr lang="en-IN" sz="800" dirty="0" err="1">
                <a:solidFill>
                  <a:schemeClr val="bg1"/>
                </a:solidFill>
                <a:latin typeface="Arial" panose="020B0604020202020204" pitchFamily="34" charset="0"/>
                <a:cs typeface="Arial" panose="020B0604020202020204" pitchFamily="34" charset="0"/>
              </a:rPr>
              <a:t>ellipsoid_points</a:t>
            </a:r>
            <a:r>
              <a:rPr lang="en-IN" sz="800" dirty="0">
                <a:solidFill>
                  <a:schemeClr val="bg1"/>
                </a:solidFill>
                <a:latin typeface="Arial" panose="020B0604020202020204" pitchFamily="34" charset="0"/>
                <a:cs typeface="Arial" panose="020B0604020202020204" pitchFamily="34" charset="0"/>
              </a:rPr>
              <a:t> = np.dot(</a:t>
            </a:r>
            <a:r>
              <a:rPr lang="en-IN" sz="800" dirty="0" err="1">
                <a:solidFill>
                  <a:schemeClr val="bg1"/>
                </a:solidFill>
                <a:latin typeface="Arial" panose="020B0604020202020204" pitchFamily="34" charset="0"/>
                <a:cs typeface="Arial" panose="020B0604020202020204" pitchFamily="34" charset="0"/>
              </a:rPr>
              <a:t>scaled_points</a:t>
            </a:r>
            <a:r>
              <a:rPr lang="en-IN" sz="800" dirty="0">
                <a:solidFill>
                  <a:schemeClr val="bg1"/>
                </a:solidFill>
                <a:latin typeface="Arial" panose="020B0604020202020204" pitchFamily="34" charset="0"/>
                <a:cs typeface="Arial" panose="020B0604020202020204" pitchFamily="34" charset="0"/>
              </a:rPr>
              <a:t>, </a:t>
            </a:r>
            <a:r>
              <a:rPr lang="en-IN" sz="800" dirty="0" err="1">
                <a:solidFill>
                  <a:schemeClr val="bg1"/>
                </a:solidFill>
                <a:latin typeface="Arial" panose="020B0604020202020204" pitchFamily="34" charset="0"/>
                <a:cs typeface="Arial" panose="020B0604020202020204" pitchFamily="34" charset="0"/>
              </a:rPr>
              <a:t>eigenvectors.T</a:t>
            </a:r>
            <a:r>
              <a:rPr lang="en-IN" sz="800" dirty="0">
                <a:solidFill>
                  <a:schemeClr val="bg1"/>
                </a:solidFill>
                <a:latin typeface="Arial" panose="020B0604020202020204" pitchFamily="34" charset="0"/>
                <a:cs typeface="Arial" panose="020B0604020202020204" pitchFamily="34" charset="0"/>
              </a:rPr>
              <a:t>)</a:t>
            </a:r>
          </a:p>
        </p:txBody>
      </p:sp>
      <p:sp>
        <p:nvSpPr>
          <p:cNvPr id="6" name="Rectangle 5"/>
          <p:cNvSpPr/>
          <p:nvPr/>
        </p:nvSpPr>
        <p:spPr>
          <a:xfrm>
            <a:off x="6130506" y="707342"/>
            <a:ext cx="4238445" cy="5877571"/>
          </a:xfrm>
          <a:prstGeom prst="rect">
            <a:avLst/>
          </a:prstGeom>
        </p:spPr>
        <p:txBody>
          <a:bodyPr wrap="square">
            <a:spAutoFit/>
          </a:bodyPr>
          <a:lstStyle/>
          <a:p>
            <a:r>
              <a:rPr lang="en-IN" sz="800" dirty="0" err="1">
                <a:solidFill>
                  <a:schemeClr val="bg1"/>
                </a:solidFill>
                <a:latin typeface="Arial" panose="020B0604020202020204" pitchFamily="34" charset="0"/>
                <a:cs typeface="Arial" panose="020B0604020202020204" pitchFamily="34" charset="0"/>
              </a:rPr>
              <a:t>X_ellip</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ellipsoid_points</a:t>
            </a:r>
            <a:r>
              <a:rPr lang="en-IN" sz="800" dirty="0">
                <a:solidFill>
                  <a:schemeClr val="bg1"/>
                </a:solidFill>
                <a:latin typeface="Arial" panose="020B0604020202020204" pitchFamily="34" charset="0"/>
                <a:cs typeface="Arial" panose="020B0604020202020204" pitchFamily="34" charset="0"/>
              </a:rPr>
              <a:t>[:, 0].reshape(</a:t>
            </a:r>
            <a:r>
              <a:rPr lang="en-IN" sz="800" dirty="0" err="1">
                <a:solidFill>
                  <a:schemeClr val="bg1"/>
                </a:solidFill>
                <a:latin typeface="Arial" panose="020B0604020202020204" pitchFamily="34" charset="0"/>
                <a:cs typeface="Arial" panose="020B0604020202020204" pitchFamily="34" charset="0"/>
              </a:rPr>
              <a:t>X_scaled.shape</a:t>
            </a:r>
            <a:r>
              <a:rPr lang="en-IN" sz="800" dirty="0">
                <a:solidFill>
                  <a:schemeClr val="bg1"/>
                </a:solidFill>
                <a:latin typeface="Arial" panose="020B0604020202020204" pitchFamily="34" charset="0"/>
                <a:cs typeface="Arial" panose="020B0604020202020204" pitchFamily="34" charset="0"/>
              </a:rPr>
              <a:t>) + mu[0]</a:t>
            </a:r>
          </a:p>
          <a:p>
            <a:r>
              <a:rPr lang="en-IN" sz="800" dirty="0" err="1">
                <a:solidFill>
                  <a:schemeClr val="bg1"/>
                </a:solidFill>
                <a:latin typeface="Arial" panose="020B0604020202020204" pitchFamily="34" charset="0"/>
                <a:cs typeface="Arial" panose="020B0604020202020204" pitchFamily="34" charset="0"/>
              </a:rPr>
              <a:t>Y_ellip</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ellipsoid_points</a:t>
            </a:r>
            <a:r>
              <a:rPr lang="en-IN" sz="800" dirty="0">
                <a:solidFill>
                  <a:schemeClr val="bg1"/>
                </a:solidFill>
                <a:latin typeface="Arial" panose="020B0604020202020204" pitchFamily="34" charset="0"/>
                <a:cs typeface="Arial" panose="020B0604020202020204" pitchFamily="34" charset="0"/>
              </a:rPr>
              <a:t>[:, 1].reshape(</a:t>
            </a:r>
            <a:r>
              <a:rPr lang="en-IN" sz="800" dirty="0" err="1">
                <a:solidFill>
                  <a:schemeClr val="bg1"/>
                </a:solidFill>
                <a:latin typeface="Arial" panose="020B0604020202020204" pitchFamily="34" charset="0"/>
                <a:cs typeface="Arial" panose="020B0604020202020204" pitchFamily="34" charset="0"/>
              </a:rPr>
              <a:t>Y_scaled.shape</a:t>
            </a:r>
            <a:r>
              <a:rPr lang="en-IN" sz="800" dirty="0">
                <a:solidFill>
                  <a:schemeClr val="bg1"/>
                </a:solidFill>
                <a:latin typeface="Arial" panose="020B0604020202020204" pitchFamily="34" charset="0"/>
                <a:cs typeface="Arial" panose="020B0604020202020204" pitchFamily="34" charset="0"/>
              </a:rPr>
              <a:t>) + mu[1]</a:t>
            </a:r>
          </a:p>
          <a:p>
            <a:r>
              <a:rPr lang="en-IN" sz="800" dirty="0" err="1">
                <a:solidFill>
                  <a:schemeClr val="bg1"/>
                </a:solidFill>
                <a:latin typeface="Arial" panose="020B0604020202020204" pitchFamily="34" charset="0"/>
                <a:cs typeface="Arial" panose="020B0604020202020204" pitchFamily="34" charset="0"/>
              </a:rPr>
              <a:t>Z_ellip</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ellipsoid_points</a:t>
            </a:r>
            <a:r>
              <a:rPr lang="en-IN" sz="800" dirty="0">
                <a:solidFill>
                  <a:schemeClr val="bg1"/>
                </a:solidFill>
                <a:latin typeface="Arial" panose="020B0604020202020204" pitchFamily="34" charset="0"/>
                <a:cs typeface="Arial" panose="020B0604020202020204" pitchFamily="34" charset="0"/>
              </a:rPr>
              <a:t>[:, 2].reshape(</a:t>
            </a:r>
            <a:r>
              <a:rPr lang="en-IN" sz="800" dirty="0" err="1">
                <a:solidFill>
                  <a:schemeClr val="bg1"/>
                </a:solidFill>
                <a:latin typeface="Arial" panose="020B0604020202020204" pitchFamily="34" charset="0"/>
                <a:cs typeface="Arial" panose="020B0604020202020204" pitchFamily="34" charset="0"/>
              </a:rPr>
              <a:t>Z_scaled.shape</a:t>
            </a:r>
            <a:r>
              <a:rPr lang="en-IN" sz="800" dirty="0">
                <a:solidFill>
                  <a:schemeClr val="bg1"/>
                </a:solidFill>
                <a:latin typeface="Arial" panose="020B0604020202020204" pitchFamily="34" charset="0"/>
                <a:cs typeface="Arial" panose="020B0604020202020204" pitchFamily="34" charset="0"/>
              </a:rPr>
              <a:t>) + mu[2] # Fixed index from [3] to [2]</a:t>
            </a:r>
          </a:p>
          <a:p>
            <a:r>
              <a:rPr lang="en-IN" sz="800" dirty="0">
                <a:solidFill>
                  <a:schemeClr val="bg1"/>
                </a:solidFill>
                <a:latin typeface="Arial" panose="020B0604020202020204" pitchFamily="34" charset="0"/>
                <a:cs typeface="Arial" panose="020B0604020202020204" pitchFamily="34" charset="0"/>
              </a:rPr>
              <a:t># Plotting the Results</a:t>
            </a:r>
          </a:p>
          <a:p>
            <a:r>
              <a:rPr lang="en-IN" sz="800" dirty="0">
                <a:solidFill>
                  <a:schemeClr val="bg1"/>
                </a:solidFill>
                <a:latin typeface="Arial" panose="020B0604020202020204" pitchFamily="34" charset="0"/>
                <a:cs typeface="Arial" panose="020B0604020202020204" pitchFamily="34" charset="0"/>
              </a:rPr>
              <a:t>fig = </a:t>
            </a:r>
            <a:r>
              <a:rPr lang="en-IN" sz="800" dirty="0" err="1">
                <a:solidFill>
                  <a:schemeClr val="bg1"/>
                </a:solidFill>
                <a:latin typeface="Arial" panose="020B0604020202020204" pitchFamily="34" charset="0"/>
                <a:cs typeface="Arial" panose="020B0604020202020204" pitchFamily="34" charset="0"/>
              </a:rPr>
              <a:t>plt.figure</a:t>
            </a:r>
            <a:r>
              <a:rPr lang="en-IN" sz="800" dirty="0">
                <a:solidFill>
                  <a:schemeClr val="bg1"/>
                </a:solidFill>
                <a:latin typeface="Arial" panose="020B0604020202020204" pitchFamily="34" charset="0"/>
                <a:cs typeface="Arial" panose="020B0604020202020204" pitchFamily="34" charset="0"/>
              </a:rPr>
              <a:t>(</a:t>
            </a:r>
            <a:r>
              <a:rPr lang="en-IN" sz="800" dirty="0" err="1">
                <a:solidFill>
                  <a:schemeClr val="bg1"/>
                </a:solidFill>
                <a:latin typeface="Arial" panose="020B0604020202020204" pitchFamily="34" charset="0"/>
                <a:cs typeface="Arial" panose="020B0604020202020204" pitchFamily="34" charset="0"/>
              </a:rPr>
              <a:t>figsize</a:t>
            </a:r>
            <a:r>
              <a:rPr lang="en-IN" sz="800" dirty="0">
                <a:solidFill>
                  <a:schemeClr val="bg1"/>
                </a:solidFill>
                <a:latin typeface="Arial" panose="020B0604020202020204" pitchFamily="34" charset="0"/>
                <a:cs typeface="Arial" panose="020B0604020202020204" pitchFamily="34" charset="0"/>
              </a:rPr>
              <a:t>=(10, 8))</a:t>
            </a:r>
          </a:p>
          <a:p>
            <a:r>
              <a:rPr lang="en-IN" sz="800" dirty="0" err="1">
                <a:solidFill>
                  <a:schemeClr val="bg1"/>
                </a:solidFill>
                <a:latin typeface="Arial" panose="020B0604020202020204" pitchFamily="34" charset="0"/>
                <a:cs typeface="Arial" panose="020B0604020202020204" pitchFamily="34" charset="0"/>
              </a:rPr>
              <a:t>ax</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fig.add_subplot</a:t>
            </a:r>
            <a:r>
              <a:rPr lang="en-IN" sz="800" dirty="0">
                <a:solidFill>
                  <a:schemeClr val="bg1"/>
                </a:solidFill>
                <a:latin typeface="Arial" panose="020B0604020202020204" pitchFamily="34" charset="0"/>
                <a:cs typeface="Arial" panose="020B0604020202020204" pitchFamily="34" charset="0"/>
              </a:rPr>
              <a:t>(111, projection='3d')</a:t>
            </a:r>
          </a:p>
          <a:p>
            <a:r>
              <a:rPr lang="en-IN" sz="800" dirty="0">
                <a:solidFill>
                  <a:schemeClr val="bg1"/>
                </a:solidFill>
                <a:latin typeface="Arial" panose="020B0604020202020204" pitchFamily="34" charset="0"/>
                <a:cs typeface="Arial" panose="020B0604020202020204" pitchFamily="34" charset="0"/>
              </a:rPr>
              <a:t># Plot the inlier data points (Blue)</a:t>
            </a:r>
          </a:p>
          <a:p>
            <a:r>
              <a:rPr lang="en-IN" sz="800" dirty="0" err="1">
                <a:solidFill>
                  <a:schemeClr val="bg1"/>
                </a:solidFill>
                <a:latin typeface="Arial" panose="020B0604020202020204" pitchFamily="34" charset="0"/>
                <a:cs typeface="Arial" panose="020B0604020202020204" pitchFamily="34" charset="0"/>
              </a:rPr>
              <a:t>ax.scatter</a:t>
            </a:r>
            <a:r>
              <a:rPr lang="en-IN" sz="800" dirty="0">
                <a:solidFill>
                  <a:schemeClr val="bg1"/>
                </a:solidFill>
                <a:latin typeface="Arial" panose="020B0604020202020204" pitchFamily="34" charset="0"/>
                <a:cs typeface="Arial" panose="020B0604020202020204" pitchFamily="34" charset="0"/>
              </a:rPr>
              <a:t>(inliers[:, 0], inliers[:, 1], inliers[:, 2],</a:t>
            </a:r>
          </a:p>
          <a:p>
            <a:r>
              <a:rPr lang="en-IN" sz="800" dirty="0">
                <a:solidFill>
                  <a:schemeClr val="bg1"/>
                </a:solidFill>
                <a:latin typeface="Arial" panose="020B0604020202020204" pitchFamily="34" charset="0"/>
                <a:cs typeface="Arial" panose="020B0604020202020204" pitchFamily="34" charset="0"/>
              </a:rPr>
              <a:t>           c='b', s=20, alpha=0.4, label='Inliers (≤ 95%)')</a:t>
            </a:r>
          </a:p>
          <a:p>
            <a:r>
              <a:rPr lang="en-IN" sz="800" dirty="0">
                <a:solidFill>
                  <a:schemeClr val="bg1"/>
                </a:solidFill>
                <a:latin typeface="Arial" panose="020B0604020202020204" pitchFamily="34" charset="0"/>
                <a:cs typeface="Arial" panose="020B0604020202020204" pitchFamily="34" charset="0"/>
              </a:rPr>
              <a:t># Plot the outlier data points (Red)</a:t>
            </a:r>
          </a:p>
          <a:p>
            <a:r>
              <a:rPr lang="en-IN" sz="800" dirty="0" err="1">
                <a:solidFill>
                  <a:schemeClr val="bg1"/>
                </a:solidFill>
                <a:latin typeface="Arial" panose="020B0604020202020204" pitchFamily="34" charset="0"/>
                <a:cs typeface="Arial" panose="020B0604020202020204" pitchFamily="34" charset="0"/>
              </a:rPr>
              <a:t>ax.scatter</a:t>
            </a:r>
            <a:r>
              <a:rPr lang="en-IN" sz="800" dirty="0">
                <a:solidFill>
                  <a:schemeClr val="bg1"/>
                </a:solidFill>
                <a:latin typeface="Arial" panose="020B0604020202020204" pitchFamily="34" charset="0"/>
                <a:cs typeface="Arial" panose="020B0604020202020204" pitchFamily="34" charset="0"/>
              </a:rPr>
              <a:t>(outliers[:, 0], outliers[:, 1], outliers[:, 2],</a:t>
            </a:r>
          </a:p>
          <a:p>
            <a:r>
              <a:rPr lang="en-IN" sz="800" dirty="0">
                <a:solidFill>
                  <a:schemeClr val="bg1"/>
                </a:solidFill>
                <a:latin typeface="Arial" panose="020B0604020202020204" pitchFamily="34" charset="0"/>
                <a:cs typeface="Arial" panose="020B0604020202020204" pitchFamily="34" charset="0"/>
              </a:rPr>
              <a:t>           c='r', s=30, label='Outliers (Top 5%)')</a:t>
            </a:r>
          </a:p>
          <a:p>
            <a:r>
              <a:rPr lang="en-IN" sz="800" dirty="0">
                <a:solidFill>
                  <a:schemeClr val="bg1"/>
                </a:solidFill>
                <a:latin typeface="Arial" panose="020B0604020202020204" pitchFamily="34" charset="0"/>
                <a:cs typeface="Arial" panose="020B0604020202020204" pitchFamily="34" charset="0"/>
              </a:rPr>
              <a:t># Render the hyper-ellipse surface mesh (Transparent Cyan)</a:t>
            </a:r>
          </a:p>
          <a:p>
            <a:r>
              <a:rPr lang="en-IN" sz="800" dirty="0" err="1">
                <a:solidFill>
                  <a:schemeClr val="bg1"/>
                </a:solidFill>
                <a:latin typeface="Arial" panose="020B0604020202020204" pitchFamily="34" charset="0"/>
                <a:cs typeface="Arial" panose="020B0604020202020204" pitchFamily="34" charset="0"/>
              </a:rPr>
              <a:t>ax.plot_surface</a:t>
            </a:r>
            <a:r>
              <a:rPr lang="en-IN" sz="800" dirty="0">
                <a:solidFill>
                  <a:schemeClr val="bg1"/>
                </a:solidFill>
                <a:latin typeface="Arial" panose="020B0604020202020204" pitchFamily="34" charset="0"/>
                <a:cs typeface="Arial" panose="020B0604020202020204" pitchFamily="34" charset="0"/>
              </a:rPr>
              <a:t>(</a:t>
            </a:r>
            <a:r>
              <a:rPr lang="en-IN" sz="800" dirty="0" err="1">
                <a:solidFill>
                  <a:schemeClr val="bg1"/>
                </a:solidFill>
                <a:latin typeface="Arial" panose="020B0604020202020204" pitchFamily="34" charset="0"/>
                <a:cs typeface="Arial" panose="020B0604020202020204" pitchFamily="34" charset="0"/>
              </a:rPr>
              <a:t>X_ellip</a:t>
            </a:r>
            <a:r>
              <a:rPr lang="en-IN" sz="800" dirty="0">
                <a:solidFill>
                  <a:schemeClr val="bg1"/>
                </a:solidFill>
                <a:latin typeface="Arial" panose="020B0604020202020204" pitchFamily="34" charset="0"/>
                <a:cs typeface="Arial" panose="020B0604020202020204" pitchFamily="34" charset="0"/>
              </a:rPr>
              <a:t>, </a:t>
            </a:r>
            <a:r>
              <a:rPr lang="en-IN" sz="800" dirty="0" err="1">
                <a:solidFill>
                  <a:schemeClr val="bg1"/>
                </a:solidFill>
                <a:latin typeface="Arial" panose="020B0604020202020204" pitchFamily="34" charset="0"/>
                <a:cs typeface="Arial" panose="020B0604020202020204" pitchFamily="34" charset="0"/>
              </a:rPr>
              <a:t>Y_ellip</a:t>
            </a:r>
            <a:r>
              <a:rPr lang="en-IN" sz="800" dirty="0">
                <a:solidFill>
                  <a:schemeClr val="bg1"/>
                </a:solidFill>
                <a:latin typeface="Arial" panose="020B0604020202020204" pitchFamily="34" charset="0"/>
                <a:cs typeface="Arial" panose="020B0604020202020204" pitchFamily="34" charset="0"/>
              </a:rPr>
              <a:t>, </a:t>
            </a:r>
            <a:r>
              <a:rPr lang="en-IN" sz="800" dirty="0" err="1">
                <a:solidFill>
                  <a:schemeClr val="bg1"/>
                </a:solidFill>
                <a:latin typeface="Arial" panose="020B0604020202020204" pitchFamily="34" charset="0"/>
                <a:cs typeface="Arial" panose="020B0604020202020204" pitchFamily="34" charset="0"/>
              </a:rPr>
              <a:t>Z_ellip</a:t>
            </a:r>
            <a:r>
              <a:rPr lang="en-IN" sz="800" dirty="0">
                <a:solidFill>
                  <a:schemeClr val="bg1"/>
                </a:solidFill>
                <a:latin typeface="Arial" panose="020B0604020202020204" pitchFamily="34" charset="0"/>
                <a:cs typeface="Arial" panose="020B0604020202020204" pitchFamily="34" charset="0"/>
              </a:rPr>
              <a:t>, </a:t>
            </a:r>
            <a:r>
              <a:rPr lang="en-IN" sz="800" dirty="0" err="1">
                <a:solidFill>
                  <a:schemeClr val="bg1"/>
                </a:solidFill>
                <a:latin typeface="Arial" panose="020B0604020202020204" pitchFamily="34" charset="0"/>
                <a:cs typeface="Arial" panose="020B0604020202020204" pitchFamily="34" charset="0"/>
              </a:rPr>
              <a:t>color</a:t>
            </a:r>
            <a:r>
              <a:rPr lang="en-IN" sz="800" dirty="0">
                <a:solidFill>
                  <a:schemeClr val="bg1"/>
                </a:solidFill>
                <a:latin typeface="Arial" panose="020B0604020202020204" pitchFamily="34" charset="0"/>
                <a:cs typeface="Arial" panose="020B0604020202020204" pitchFamily="34" charset="0"/>
              </a:rPr>
              <a:t>='cyan', alpha=0.15,</a:t>
            </a:r>
          </a:p>
          <a:p>
            <a:r>
              <a:rPr lang="en-IN" sz="800" dirty="0">
                <a:solidFill>
                  <a:schemeClr val="bg1"/>
                </a:solidFill>
                <a:latin typeface="Arial" panose="020B0604020202020204" pitchFamily="34" charset="0"/>
                <a:cs typeface="Arial" panose="020B0604020202020204" pitchFamily="34" charset="0"/>
              </a:rPr>
              <a:t>                </a:t>
            </a:r>
            <a:r>
              <a:rPr lang="en-IN" sz="800" dirty="0" err="1">
                <a:solidFill>
                  <a:schemeClr val="bg1"/>
                </a:solidFill>
                <a:latin typeface="Arial" panose="020B0604020202020204" pitchFamily="34" charset="0"/>
                <a:cs typeface="Arial" panose="020B0604020202020204" pitchFamily="34" charset="0"/>
              </a:rPr>
              <a:t>edgecolor</a:t>
            </a:r>
            <a:r>
              <a:rPr lang="en-IN" sz="800" dirty="0">
                <a:solidFill>
                  <a:schemeClr val="bg1"/>
                </a:solidFill>
                <a:latin typeface="Arial" panose="020B0604020202020204" pitchFamily="34" charset="0"/>
                <a:cs typeface="Arial" panose="020B0604020202020204" pitchFamily="34" charset="0"/>
              </a:rPr>
              <a:t>='</a:t>
            </a:r>
            <a:r>
              <a:rPr lang="en-IN" sz="800" dirty="0" err="1">
                <a:solidFill>
                  <a:schemeClr val="bg1"/>
                </a:solidFill>
                <a:latin typeface="Arial" panose="020B0604020202020204" pitchFamily="34" charset="0"/>
                <a:cs typeface="Arial" panose="020B0604020202020204" pitchFamily="34" charset="0"/>
              </a:rPr>
              <a:t>gray</a:t>
            </a:r>
            <a:r>
              <a:rPr lang="en-IN" sz="800" dirty="0">
                <a:solidFill>
                  <a:schemeClr val="bg1"/>
                </a:solidFill>
                <a:latin typeface="Arial" panose="020B0604020202020204" pitchFamily="34" charset="0"/>
                <a:cs typeface="Arial" panose="020B0604020202020204" pitchFamily="34" charset="0"/>
              </a:rPr>
              <a:t>', linewidth=0.5)</a:t>
            </a:r>
          </a:p>
          <a:p>
            <a:r>
              <a:rPr lang="en-IN" sz="800" dirty="0">
                <a:solidFill>
                  <a:schemeClr val="bg1"/>
                </a:solidFill>
                <a:latin typeface="Arial" panose="020B0604020202020204" pitchFamily="34" charset="0"/>
                <a:cs typeface="Arial" panose="020B0604020202020204" pitchFamily="34" charset="0"/>
              </a:rPr>
              <a:t># Added 'rf' (raw string) to fix the escape sequence error</a:t>
            </a:r>
          </a:p>
          <a:p>
            <a:r>
              <a:rPr lang="en-IN" sz="800" dirty="0" err="1">
                <a:solidFill>
                  <a:schemeClr val="bg1"/>
                </a:solidFill>
                <a:latin typeface="Arial" panose="020B0604020202020204" pitchFamily="34" charset="0"/>
                <a:cs typeface="Arial" panose="020B0604020202020204" pitchFamily="34" charset="0"/>
              </a:rPr>
              <a:t>surf_proxy</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mpatches.Patch</a:t>
            </a:r>
            <a:r>
              <a:rPr lang="en-IN" sz="800" dirty="0">
                <a:solidFill>
                  <a:schemeClr val="bg1"/>
                </a:solidFill>
                <a:latin typeface="Arial" panose="020B0604020202020204" pitchFamily="34" charset="0"/>
                <a:cs typeface="Arial" panose="020B0604020202020204" pitchFamily="34" charset="0"/>
              </a:rPr>
              <a:t>(</a:t>
            </a:r>
            <a:r>
              <a:rPr lang="en-IN" sz="800" dirty="0" err="1">
                <a:solidFill>
                  <a:schemeClr val="bg1"/>
                </a:solidFill>
                <a:latin typeface="Arial" panose="020B0604020202020204" pitchFamily="34" charset="0"/>
                <a:cs typeface="Arial" panose="020B0604020202020204" pitchFamily="34" charset="0"/>
              </a:rPr>
              <a:t>color</a:t>
            </a:r>
            <a:r>
              <a:rPr lang="en-IN" sz="800" dirty="0">
                <a:solidFill>
                  <a:schemeClr val="bg1"/>
                </a:solidFill>
                <a:latin typeface="Arial" panose="020B0604020202020204" pitchFamily="34" charset="0"/>
                <a:cs typeface="Arial" panose="020B0604020202020204" pitchFamily="34" charset="0"/>
              </a:rPr>
              <a:t>='cyan', alpha=0.3,</a:t>
            </a:r>
          </a:p>
          <a:p>
            <a:r>
              <a:rPr lang="en-IN" sz="800" dirty="0">
                <a:solidFill>
                  <a:schemeClr val="bg1"/>
                </a:solidFill>
                <a:latin typeface="Arial" panose="020B0604020202020204" pitchFamily="34" charset="0"/>
                <a:cs typeface="Arial" panose="020B0604020202020204" pitchFamily="34" charset="0"/>
              </a:rPr>
              <a:t>                            label=</a:t>
            </a:r>
            <a:r>
              <a:rPr lang="en-IN" sz="800" dirty="0" err="1">
                <a:solidFill>
                  <a:schemeClr val="bg1"/>
                </a:solidFill>
                <a:latin typeface="Arial" panose="020B0604020202020204" pitchFamily="34" charset="0"/>
                <a:cs typeface="Arial" panose="020B0604020202020204" pitchFamily="34" charset="0"/>
              </a:rPr>
              <a:t>rf'Hyper</a:t>
            </a:r>
            <a:r>
              <a:rPr lang="en-IN" sz="800" dirty="0">
                <a:solidFill>
                  <a:schemeClr val="bg1"/>
                </a:solidFill>
                <a:latin typeface="Arial" panose="020B0604020202020204" pitchFamily="34" charset="0"/>
                <a:cs typeface="Arial" panose="020B0604020202020204" pitchFamily="34" charset="0"/>
              </a:rPr>
              <a:t>-ellipse ($\chi^2_{{0.05, 3}} = {c2:.2f}$)')</a:t>
            </a:r>
          </a:p>
          <a:p>
            <a:r>
              <a:rPr lang="en-IN" sz="800" dirty="0">
                <a:solidFill>
                  <a:schemeClr val="bg1"/>
                </a:solidFill>
                <a:latin typeface="Arial" panose="020B0604020202020204" pitchFamily="34" charset="0"/>
                <a:cs typeface="Arial" panose="020B0604020202020204" pitchFamily="34" charset="0"/>
              </a:rPr>
              <a:t># Aesthetic configurations</a:t>
            </a:r>
          </a:p>
          <a:p>
            <a:r>
              <a:rPr lang="en-IN" sz="800" dirty="0" err="1">
                <a:solidFill>
                  <a:schemeClr val="bg1"/>
                </a:solidFill>
                <a:latin typeface="Arial" panose="020B0604020202020204" pitchFamily="34" charset="0"/>
                <a:cs typeface="Arial" panose="020B0604020202020204" pitchFamily="34" charset="0"/>
              </a:rPr>
              <a:t>ax.set_title</a:t>
            </a:r>
            <a:r>
              <a:rPr lang="en-IN" sz="800" dirty="0">
                <a:solidFill>
                  <a:schemeClr val="bg1"/>
                </a:solidFill>
                <a:latin typeface="Arial" panose="020B0604020202020204" pitchFamily="34" charset="0"/>
                <a:cs typeface="Arial" panose="020B0604020202020204" pitchFamily="34" charset="0"/>
              </a:rPr>
              <a:t>(r'3D Hyper-ellipse Boundary ($\alpha = 0.05$)', </a:t>
            </a:r>
            <a:r>
              <a:rPr lang="en-IN" sz="800" dirty="0" err="1">
                <a:solidFill>
                  <a:schemeClr val="bg1"/>
                </a:solidFill>
                <a:latin typeface="Arial" panose="020B0604020202020204" pitchFamily="34" charset="0"/>
                <a:cs typeface="Arial" panose="020B0604020202020204" pitchFamily="34" charset="0"/>
              </a:rPr>
              <a:t>fontsize</a:t>
            </a:r>
            <a:r>
              <a:rPr lang="en-IN" sz="800" dirty="0">
                <a:solidFill>
                  <a:schemeClr val="bg1"/>
                </a:solidFill>
                <a:latin typeface="Arial" panose="020B0604020202020204" pitchFamily="34" charset="0"/>
                <a:cs typeface="Arial" panose="020B0604020202020204" pitchFamily="34" charset="0"/>
              </a:rPr>
              <a:t>=14)</a:t>
            </a:r>
          </a:p>
          <a:p>
            <a:r>
              <a:rPr lang="en-IN" sz="800" dirty="0" err="1">
                <a:solidFill>
                  <a:schemeClr val="bg1"/>
                </a:solidFill>
                <a:latin typeface="Arial" panose="020B0604020202020204" pitchFamily="34" charset="0"/>
                <a:cs typeface="Arial" panose="020B0604020202020204" pitchFamily="34" charset="0"/>
              </a:rPr>
              <a:t>ax.set_xlabel</a:t>
            </a:r>
            <a:r>
              <a:rPr lang="en-IN" sz="800" dirty="0">
                <a:solidFill>
                  <a:schemeClr val="bg1"/>
                </a:solidFill>
                <a:latin typeface="Arial" panose="020B0604020202020204" pitchFamily="34" charset="0"/>
                <a:cs typeface="Arial" panose="020B0604020202020204" pitchFamily="34" charset="0"/>
              </a:rPr>
              <a:t>('$X_1$', </a:t>
            </a:r>
            <a:r>
              <a:rPr lang="en-IN" sz="800" dirty="0" err="1">
                <a:solidFill>
                  <a:schemeClr val="bg1"/>
                </a:solidFill>
                <a:latin typeface="Arial" panose="020B0604020202020204" pitchFamily="34" charset="0"/>
                <a:cs typeface="Arial" panose="020B0604020202020204" pitchFamily="34" charset="0"/>
              </a:rPr>
              <a:t>fontsize</a:t>
            </a:r>
            <a:r>
              <a:rPr lang="en-IN" sz="800" dirty="0">
                <a:solidFill>
                  <a:schemeClr val="bg1"/>
                </a:solidFill>
                <a:latin typeface="Arial" panose="020B0604020202020204" pitchFamily="34" charset="0"/>
                <a:cs typeface="Arial" panose="020B0604020202020204" pitchFamily="34" charset="0"/>
              </a:rPr>
              <a:t>=12)</a:t>
            </a:r>
          </a:p>
          <a:p>
            <a:r>
              <a:rPr lang="en-IN" sz="800" dirty="0" err="1">
                <a:solidFill>
                  <a:schemeClr val="bg1"/>
                </a:solidFill>
                <a:latin typeface="Arial" panose="020B0604020202020204" pitchFamily="34" charset="0"/>
                <a:cs typeface="Arial" panose="020B0604020202020204" pitchFamily="34" charset="0"/>
              </a:rPr>
              <a:t>ax.set_ylabel</a:t>
            </a:r>
            <a:r>
              <a:rPr lang="en-IN" sz="800" dirty="0">
                <a:solidFill>
                  <a:schemeClr val="bg1"/>
                </a:solidFill>
                <a:latin typeface="Arial" panose="020B0604020202020204" pitchFamily="34" charset="0"/>
                <a:cs typeface="Arial" panose="020B0604020202020204" pitchFamily="34" charset="0"/>
              </a:rPr>
              <a:t>('$X_2$', </a:t>
            </a:r>
            <a:r>
              <a:rPr lang="en-IN" sz="800" dirty="0" err="1">
                <a:solidFill>
                  <a:schemeClr val="bg1"/>
                </a:solidFill>
                <a:latin typeface="Arial" panose="020B0604020202020204" pitchFamily="34" charset="0"/>
                <a:cs typeface="Arial" panose="020B0604020202020204" pitchFamily="34" charset="0"/>
              </a:rPr>
              <a:t>fontsize</a:t>
            </a:r>
            <a:r>
              <a:rPr lang="en-IN" sz="800" dirty="0">
                <a:solidFill>
                  <a:schemeClr val="bg1"/>
                </a:solidFill>
                <a:latin typeface="Arial" panose="020B0604020202020204" pitchFamily="34" charset="0"/>
                <a:cs typeface="Arial" panose="020B0604020202020204" pitchFamily="34" charset="0"/>
              </a:rPr>
              <a:t>=12)</a:t>
            </a:r>
          </a:p>
          <a:p>
            <a:r>
              <a:rPr lang="en-IN" sz="800" dirty="0" err="1">
                <a:solidFill>
                  <a:schemeClr val="bg1"/>
                </a:solidFill>
                <a:latin typeface="Arial" panose="020B0604020202020204" pitchFamily="34" charset="0"/>
                <a:cs typeface="Arial" panose="020B0604020202020204" pitchFamily="34" charset="0"/>
              </a:rPr>
              <a:t>ax.set_zlabel</a:t>
            </a:r>
            <a:r>
              <a:rPr lang="en-IN" sz="800" dirty="0">
                <a:solidFill>
                  <a:schemeClr val="bg1"/>
                </a:solidFill>
                <a:latin typeface="Arial" panose="020B0604020202020204" pitchFamily="34" charset="0"/>
                <a:cs typeface="Arial" panose="020B0604020202020204" pitchFamily="34" charset="0"/>
              </a:rPr>
              <a:t>('$X_3$', </a:t>
            </a:r>
            <a:r>
              <a:rPr lang="en-IN" sz="800" dirty="0" err="1">
                <a:solidFill>
                  <a:schemeClr val="bg1"/>
                </a:solidFill>
                <a:latin typeface="Arial" panose="020B0604020202020204" pitchFamily="34" charset="0"/>
                <a:cs typeface="Arial" panose="020B0604020202020204" pitchFamily="34" charset="0"/>
              </a:rPr>
              <a:t>fontsize</a:t>
            </a:r>
            <a:r>
              <a:rPr lang="en-IN" sz="800" dirty="0">
                <a:solidFill>
                  <a:schemeClr val="bg1"/>
                </a:solidFill>
                <a:latin typeface="Arial" panose="020B0604020202020204" pitchFamily="34" charset="0"/>
                <a:cs typeface="Arial" panose="020B0604020202020204" pitchFamily="34" charset="0"/>
              </a:rPr>
              <a:t>=12)</a:t>
            </a:r>
          </a:p>
          <a:p>
            <a:r>
              <a:rPr lang="en-IN" sz="800" dirty="0">
                <a:solidFill>
                  <a:schemeClr val="bg1"/>
                </a:solidFill>
                <a:latin typeface="Arial" panose="020B0604020202020204" pitchFamily="34" charset="0"/>
                <a:cs typeface="Arial" panose="020B0604020202020204" pitchFamily="34" charset="0"/>
              </a:rPr>
              <a:t># Set a clean isometric orientation angle (</a:t>
            </a:r>
            <a:r>
              <a:rPr lang="en-IN" sz="800" dirty="0" err="1">
                <a:solidFill>
                  <a:schemeClr val="bg1"/>
                </a:solidFill>
                <a:latin typeface="Arial" panose="020B0604020202020204" pitchFamily="34" charset="0"/>
                <a:cs typeface="Arial" panose="020B0604020202020204" pitchFamily="34" charset="0"/>
              </a:rPr>
              <a:t>elev</a:t>
            </a:r>
            <a:r>
              <a:rPr lang="en-IN" sz="800" dirty="0">
                <a:solidFill>
                  <a:schemeClr val="bg1"/>
                </a:solidFill>
                <a:latin typeface="Arial" panose="020B0604020202020204" pitchFamily="34" charset="0"/>
                <a:cs typeface="Arial" panose="020B0604020202020204" pitchFamily="34" charset="0"/>
              </a:rPr>
              <a:t>, </a:t>
            </a:r>
            <a:r>
              <a:rPr lang="en-IN" sz="800" dirty="0" err="1">
                <a:solidFill>
                  <a:schemeClr val="bg1"/>
                </a:solidFill>
                <a:latin typeface="Arial" panose="020B0604020202020204" pitchFamily="34" charset="0"/>
                <a:cs typeface="Arial" panose="020B0604020202020204" pitchFamily="34" charset="0"/>
              </a:rPr>
              <a:t>azim</a:t>
            </a:r>
            <a:r>
              <a:rPr lang="en-IN" sz="800" dirty="0">
                <a:solidFill>
                  <a:schemeClr val="bg1"/>
                </a:solidFill>
                <a:latin typeface="Arial" panose="020B0604020202020204" pitchFamily="34" charset="0"/>
                <a:cs typeface="Arial" panose="020B0604020202020204" pitchFamily="34" charset="0"/>
              </a:rPr>
              <a:t>)</a:t>
            </a:r>
          </a:p>
          <a:p>
            <a:r>
              <a:rPr lang="en-IN" sz="800" dirty="0" err="1">
                <a:solidFill>
                  <a:schemeClr val="bg1"/>
                </a:solidFill>
                <a:latin typeface="Arial" panose="020B0604020202020204" pitchFamily="34" charset="0"/>
                <a:cs typeface="Arial" panose="020B0604020202020204" pitchFamily="34" charset="0"/>
              </a:rPr>
              <a:t>ax.view_init</a:t>
            </a:r>
            <a:r>
              <a:rPr lang="en-IN" sz="800" dirty="0">
                <a:solidFill>
                  <a:schemeClr val="bg1"/>
                </a:solidFill>
                <a:latin typeface="Arial" panose="020B0604020202020204" pitchFamily="34" charset="0"/>
                <a:cs typeface="Arial" panose="020B0604020202020204" pitchFamily="34" charset="0"/>
              </a:rPr>
              <a:t>(</a:t>
            </a:r>
            <a:r>
              <a:rPr lang="en-IN" sz="800" dirty="0" err="1">
                <a:solidFill>
                  <a:schemeClr val="bg1"/>
                </a:solidFill>
                <a:latin typeface="Arial" panose="020B0604020202020204" pitchFamily="34" charset="0"/>
                <a:cs typeface="Arial" panose="020B0604020202020204" pitchFamily="34" charset="0"/>
              </a:rPr>
              <a:t>elev</a:t>
            </a:r>
            <a:r>
              <a:rPr lang="en-IN" sz="800" dirty="0">
                <a:solidFill>
                  <a:schemeClr val="bg1"/>
                </a:solidFill>
                <a:latin typeface="Arial" panose="020B0604020202020204" pitchFamily="34" charset="0"/>
                <a:cs typeface="Arial" panose="020B0604020202020204" pitchFamily="34" charset="0"/>
              </a:rPr>
              <a:t>=20, </a:t>
            </a:r>
            <a:r>
              <a:rPr lang="en-IN" sz="800" dirty="0" err="1">
                <a:solidFill>
                  <a:schemeClr val="bg1"/>
                </a:solidFill>
                <a:latin typeface="Arial" panose="020B0604020202020204" pitchFamily="34" charset="0"/>
                <a:cs typeface="Arial" panose="020B0604020202020204" pitchFamily="34" charset="0"/>
              </a:rPr>
              <a:t>azim</a:t>
            </a:r>
            <a:r>
              <a:rPr lang="en-IN" sz="800" dirty="0">
                <a:solidFill>
                  <a:schemeClr val="bg1"/>
                </a:solidFill>
                <a:latin typeface="Arial" panose="020B0604020202020204" pitchFamily="34" charset="0"/>
                <a:cs typeface="Arial" panose="020B0604020202020204" pitchFamily="34" charset="0"/>
              </a:rPr>
              <a:t>=45)</a:t>
            </a:r>
          </a:p>
          <a:p>
            <a:r>
              <a:rPr lang="en-IN" sz="800" dirty="0">
                <a:solidFill>
                  <a:schemeClr val="bg1"/>
                </a:solidFill>
                <a:latin typeface="Arial" panose="020B0604020202020204" pitchFamily="34" charset="0"/>
                <a:cs typeface="Arial" panose="020B0604020202020204" pitchFamily="34" charset="0"/>
              </a:rPr>
              <a:t># Assemble legend</a:t>
            </a:r>
          </a:p>
          <a:p>
            <a:r>
              <a:rPr lang="en-IN" sz="800" dirty="0">
                <a:solidFill>
                  <a:schemeClr val="bg1"/>
                </a:solidFill>
                <a:latin typeface="Arial" panose="020B0604020202020204" pitchFamily="34" charset="0"/>
                <a:cs typeface="Arial" panose="020B0604020202020204" pitchFamily="34" charset="0"/>
              </a:rPr>
              <a:t>handles, labels = </a:t>
            </a:r>
            <a:r>
              <a:rPr lang="en-IN" sz="800" dirty="0" err="1">
                <a:solidFill>
                  <a:schemeClr val="bg1"/>
                </a:solidFill>
                <a:latin typeface="Arial" panose="020B0604020202020204" pitchFamily="34" charset="0"/>
                <a:cs typeface="Arial" panose="020B0604020202020204" pitchFamily="34" charset="0"/>
              </a:rPr>
              <a:t>ax.get_legend_handles_labels</a:t>
            </a:r>
            <a:r>
              <a:rPr lang="en-IN" sz="800" dirty="0">
                <a:solidFill>
                  <a:schemeClr val="bg1"/>
                </a:solidFill>
                <a:latin typeface="Arial" panose="020B0604020202020204" pitchFamily="34" charset="0"/>
                <a:cs typeface="Arial" panose="020B0604020202020204" pitchFamily="34" charset="0"/>
              </a:rPr>
              <a:t>()</a:t>
            </a:r>
          </a:p>
          <a:p>
            <a:r>
              <a:rPr lang="en-IN" sz="800" dirty="0" err="1">
                <a:solidFill>
                  <a:schemeClr val="bg1"/>
                </a:solidFill>
                <a:latin typeface="Arial" panose="020B0604020202020204" pitchFamily="34" charset="0"/>
                <a:cs typeface="Arial" panose="020B0604020202020204" pitchFamily="34" charset="0"/>
              </a:rPr>
              <a:t>handles.append</a:t>
            </a:r>
            <a:r>
              <a:rPr lang="en-IN" sz="800" dirty="0">
                <a:solidFill>
                  <a:schemeClr val="bg1"/>
                </a:solidFill>
                <a:latin typeface="Arial" panose="020B0604020202020204" pitchFamily="34" charset="0"/>
                <a:cs typeface="Arial" panose="020B0604020202020204" pitchFamily="34" charset="0"/>
              </a:rPr>
              <a:t>(</a:t>
            </a:r>
            <a:r>
              <a:rPr lang="en-IN" sz="800" dirty="0" err="1">
                <a:solidFill>
                  <a:schemeClr val="bg1"/>
                </a:solidFill>
                <a:latin typeface="Arial" panose="020B0604020202020204" pitchFamily="34" charset="0"/>
                <a:cs typeface="Arial" panose="020B0604020202020204" pitchFamily="34" charset="0"/>
              </a:rPr>
              <a:t>surf_proxy</a:t>
            </a:r>
            <a:r>
              <a:rPr lang="en-IN" sz="800" dirty="0">
                <a:solidFill>
                  <a:schemeClr val="bg1"/>
                </a:solidFill>
                <a:latin typeface="Arial" panose="020B0604020202020204" pitchFamily="34" charset="0"/>
                <a:cs typeface="Arial" panose="020B0604020202020204" pitchFamily="34" charset="0"/>
              </a:rPr>
              <a:t>)</a:t>
            </a:r>
          </a:p>
          <a:p>
            <a:r>
              <a:rPr lang="en-IN" sz="800" dirty="0" err="1">
                <a:solidFill>
                  <a:schemeClr val="bg1"/>
                </a:solidFill>
                <a:latin typeface="Arial" panose="020B0604020202020204" pitchFamily="34" charset="0"/>
                <a:cs typeface="Arial" panose="020B0604020202020204" pitchFamily="34" charset="0"/>
              </a:rPr>
              <a:t>ax.legend</a:t>
            </a:r>
            <a:r>
              <a:rPr lang="en-IN" sz="800" dirty="0">
                <a:solidFill>
                  <a:schemeClr val="bg1"/>
                </a:solidFill>
                <a:latin typeface="Arial" panose="020B0604020202020204" pitchFamily="34" charset="0"/>
                <a:cs typeface="Arial" panose="020B0604020202020204" pitchFamily="34" charset="0"/>
              </a:rPr>
              <a:t>(handles=handles, loc='best', </a:t>
            </a:r>
            <a:r>
              <a:rPr lang="en-IN" sz="800" dirty="0" err="1">
                <a:solidFill>
                  <a:schemeClr val="bg1"/>
                </a:solidFill>
                <a:latin typeface="Arial" panose="020B0604020202020204" pitchFamily="34" charset="0"/>
                <a:cs typeface="Arial" panose="020B0604020202020204" pitchFamily="34" charset="0"/>
              </a:rPr>
              <a:t>fontsize</a:t>
            </a:r>
            <a:r>
              <a:rPr lang="en-IN" sz="800" dirty="0">
                <a:solidFill>
                  <a:schemeClr val="bg1"/>
                </a:solidFill>
                <a:latin typeface="Arial" panose="020B0604020202020204" pitchFamily="34" charset="0"/>
                <a:cs typeface="Arial" panose="020B0604020202020204" pitchFamily="34" charset="0"/>
              </a:rPr>
              <a:t>=11)</a:t>
            </a:r>
          </a:p>
          <a:p>
            <a:r>
              <a:rPr lang="en-IN" sz="800" dirty="0">
                <a:solidFill>
                  <a:schemeClr val="bg1"/>
                </a:solidFill>
                <a:latin typeface="Arial" panose="020B0604020202020204" pitchFamily="34" charset="0"/>
                <a:cs typeface="Arial" panose="020B0604020202020204" pitchFamily="34" charset="0"/>
              </a:rPr>
              <a:t># Aspect ratio lock for true geometric geometry</a:t>
            </a:r>
          </a:p>
          <a:p>
            <a:r>
              <a:rPr lang="en-IN" sz="800" dirty="0" err="1">
                <a:solidFill>
                  <a:schemeClr val="bg1"/>
                </a:solidFill>
                <a:latin typeface="Arial" panose="020B0604020202020204" pitchFamily="34" charset="0"/>
                <a:cs typeface="Arial" panose="020B0604020202020204" pitchFamily="34" charset="0"/>
              </a:rPr>
              <a:t>max_range</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np.array</a:t>
            </a:r>
            <a:r>
              <a:rPr lang="en-IN" sz="800" dirty="0">
                <a:solidFill>
                  <a:schemeClr val="bg1"/>
                </a:solidFill>
                <a:latin typeface="Arial" panose="020B0604020202020204" pitchFamily="34" charset="0"/>
                <a:cs typeface="Arial" panose="020B0604020202020204" pitchFamily="34" charset="0"/>
              </a:rPr>
              <a:t>([</a:t>
            </a:r>
            <a:r>
              <a:rPr lang="en-IN" sz="800" dirty="0" err="1">
                <a:solidFill>
                  <a:schemeClr val="bg1"/>
                </a:solidFill>
                <a:latin typeface="Arial" panose="020B0604020202020204" pitchFamily="34" charset="0"/>
                <a:cs typeface="Arial" panose="020B0604020202020204" pitchFamily="34" charset="0"/>
              </a:rPr>
              <a:t>X_ellip.max</a:t>
            </a:r>
            <a:r>
              <a:rPr lang="en-IN" sz="800" dirty="0">
                <a:solidFill>
                  <a:schemeClr val="bg1"/>
                </a:solidFill>
                <a:latin typeface="Arial" panose="020B0604020202020204" pitchFamily="34" charset="0"/>
                <a:cs typeface="Arial" panose="020B0604020202020204" pitchFamily="34" charset="0"/>
              </a:rPr>
              <a:t>()-</a:t>
            </a:r>
            <a:r>
              <a:rPr lang="en-IN" sz="800" dirty="0" err="1">
                <a:solidFill>
                  <a:schemeClr val="bg1"/>
                </a:solidFill>
                <a:latin typeface="Arial" panose="020B0604020202020204" pitchFamily="34" charset="0"/>
                <a:cs typeface="Arial" panose="020B0604020202020204" pitchFamily="34" charset="0"/>
              </a:rPr>
              <a:t>X_ellip.min</a:t>
            </a:r>
            <a:r>
              <a:rPr lang="en-IN" sz="800" dirty="0">
                <a:solidFill>
                  <a:schemeClr val="bg1"/>
                </a:solidFill>
                <a:latin typeface="Arial" panose="020B0604020202020204" pitchFamily="34" charset="0"/>
                <a:cs typeface="Arial" panose="020B0604020202020204" pitchFamily="34" charset="0"/>
              </a:rPr>
              <a:t>(),</a:t>
            </a:r>
          </a:p>
          <a:p>
            <a:r>
              <a:rPr lang="en-IN" sz="800" dirty="0">
                <a:solidFill>
                  <a:schemeClr val="bg1"/>
                </a:solidFill>
                <a:latin typeface="Arial" panose="020B0604020202020204" pitchFamily="34" charset="0"/>
                <a:cs typeface="Arial" panose="020B0604020202020204" pitchFamily="34" charset="0"/>
              </a:rPr>
              <a:t>                      </a:t>
            </a:r>
            <a:r>
              <a:rPr lang="en-IN" sz="800" dirty="0" err="1">
                <a:solidFill>
                  <a:schemeClr val="bg1"/>
                </a:solidFill>
                <a:latin typeface="Arial" panose="020B0604020202020204" pitchFamily="34" charset="0"/>
                <a:cs typeface="Arial" panose="020B0604020202020204" pitchFamily="34" charset="0"/>
              </a:rPr>
              <a:t>Y_ellip.max</a:t>
            </a:r>
            <a:r>
              <a:rPr lang="en-IN" sz="800" dirty="0">
                <a:solidFill>
                  <a:schemeClr val="bg1"/>
                </a:solidFill>
                <a:latin typeface="Arial" panose="020B0604020202020204" pitchFamily="34" charset="0"/>
                <a:cs typeface="Arial" panose="020B0604020202020204" pitchFamily="34" charset="0"/>
              </a:rPr>
              <a:t>()-</a:t>
            </a:r>
            <a:r>
              <a:rPr lang="en-IN" sz="800" dirty="0" err="1">
                <a:solidFill>
                  <a:schemeClr val="bg1"/>
                </a:solidFill>
                <a:latin typeface="Arial" panose="020B0604020202020204" pitchFamily="34" charset="0"/>
                <a:cs typeface="Arial" panose="020B0604020202020204" pitchFamily="34" charset="0"/>
              </a:rPr>
              <a:t>Y_ellip.min</a:t>
            </a:r>
            <a:r>
              <a:rPr lang="en-IN" sz="800" dirty="0">
                <a:solidFill>
                  <a:schemeClr val="bg1"/>
                </a:solidFill>
                <a:latin typeface="Arial" panose="020B0604020202020204" pitchFamily="34" charset="0"/>
                <a:cs typeface="Arial" panose="020B0604020202020204" pitchFamily="34" charset="0"/>
              </a:rPr>
              <a:t>(),</a:t>
            </a:r>
          </a:p>
          <a:p>
            <a:r>
              <a:rPr lang="en-IN" sz="800" dirty="0">
                <a:solidFill>
                  <a:schemeClr val="bg1"/>
                </a:solidFill>
                <a:latin typeface="Arial" panose="020B0604020202020204" pitchFamily="34" charset="0"/>
                <a:cs typeface="Arial" panose="020B0604020202020204" pitchFamily="34" charset="0"/>
              </a:rPr>
              <a:t>                      </a:t>
            </a:r>
            <a:r>
              <a:rPr lang="en-IN" sz="800" dirty="0" err="1">
                <a:solidFill>
                  <a:schemeClr val="bg1"/>
                </a:solidFill>
                <a:latin typeface="Arial" panose="020B0604020202020204" pitchFamily="34" charset="0"/>
                <a:cs typeface="Arial" panose="020B0604020202020204" pitchFamily="34" charset="0"/>
              </a:rPr>
              <a:t>Z_ellip.max</a:t>
            </a:r>
            <a:r>
              <a:rPr lang="en-IN" sz="800" dirty="0">
                <a:solidFill>
                  <a:schemeClr val="bg1"/>
                </a:solidFill>
                <a:latin typeface="Arial" panose="020B0604020202020204" pitchFamily="34" charset="0"/>
                <a:cs typeface="Arial" panose="020B0604020202020204" pitchFamily="34" charset="0"/>
              </a:rPr>
              <a:t>()-</a:t>
            </a:r>
            <a:r>
              <a:rPr lang="en-IN" sz="800" dirty="0" err="1">
                <a:solidFill>
                  <a:schemeClr val="bg1"/>
                </a:solidFill>
                <a:latin typeface="Arial" panose="020B0604020202020204" pitchFamily="34" charset="0"/>
                <a:cs typeface="Arial" panose="020B0604020202020204" pitchFamily="34" charset="0"/>
              </a:rPr>
              <a:t>Z_ellip.min</a:t>
            </a:r>
            <a:r>
              <a:rPr lang="en-IN" sz="800" dirty="0">
                <a:solidFill>
                  <a:schemeClr val="bg1"/>
                </a:solidFill>
                <a:latin typeface="Arial" panose="020B0604020202020204" pitchFamily="34" charset="0"/>
                <a:cs typeface="Arial" panose="020B0604020202020204" pitchFamily="34" charset="0"/>
              </a:rPr>
              <a:t>()]).max() / 2.0</a:t>
            </a:r>
          </a:p>
          <a:p>
            <a:r>
              <a:rPr lang="en-IN" sz="800" dirty="0" err="1">
                <a:solidFill>
                  <a:schemeClr val="bg1"/>
                </a:solidFill>
                <a:latin typeface="Arial" panose="020B0604020202020204" pitchFamily="34" charset="0"/>
                <a:cs typeface="Arial" panose="020B0604020202020204" pitchFamily="34" charset="0"/>
              </a:rPr>
              <a:t>mid_x</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X_ellip.max</a:t>
            </a:r>
            <a:r>
              <a:rPr lang="en-IN" sz="800" dirty="0">
                <a:solidFill>
                  <a:schemeClr val="bg1"/>
                </a:solidFill>
                <a:latin typeface="Arial" panose="020B0604020202020204" pitchFamily="34" charset="0"/>
                <a:cs typeface="Arial" panose="020B0604020202020204" pitchFamily="34" charset="0"/>
              </a:rPr>
              <a:t>()+</a:t>
            </a:r>
            <a:r>
              <a:rPr lang="en-IN" sz="800" dirty="0" err="1">
                <a:solidFill>
                  <a:schemeClr val="bg1"/>
                </a:solidFill>
                <a:latin typeface="Arial" panose="020B0604020202020204" pitchFamily="34" charset="0"/>
                <a:cs typeface="Arial" panose="020B0604020202020204" pitchFamily="34" charset="0"/>
              </a:rPr>
              <a:t>X_ellip.min</a:t>
            </a:r>
            <a:r>
              <a:rPr lang="en-IN" sz="800" dirty="0">
                <a:solidFill>
                  <a:schemeClr val="bg1"/>
                </a:solidFill>
                <a:latin typeface="Arial" panose="020B0604020202020204" pitchFamily="34" charset="0"/>
                <a:cs typeface="Arial" panose="020B0604020202020204" pitchFamily="34" charset="0"/>
              </a:rPr>
              <a:t>()) * 0.5</a:t>
            </a:r>
          </a:p>
          <a:p>
            <a:r>
              <a:rPr lang="en-IN" sz="800" dirty="0" err="1">
                <a:solidFill>
                  <a:schemeClr val="bg1"/>
                </a:solidFill>
                <a:latin typeface="Arial" panose="020B0604020202020204" pitchFamily="34" charset="0"/>
                <a:cs typeface="Arial" panose="020B0604020202020204" pitchFamily="34" charset="0"/>
              </a:rPr>
              <a:t>mid_y</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Y_ellip.max</a:t>
            </a:r>
            <a:r>
              <a:rPr lang="en-IN" sz="800" dirty="0">
                <a:solidFill>
                  <a:schemeClr val="bg1"/>
                </a:solidFill>
                <a:latin typeface="Arial" panose="020B0604020202020204" pitchFamily="34" charset="0"/>
                <a:cs typeface="Arial" panose="020B0604020202020204" pitchFamily="34" charset="0"/>
              </a:rPr>
              <a:t>()+</a:t>
            </a:r>
            <a:r>
              <a:rPr lang="en-IN" sz="800" dirty="0" err="1">
                <a:solidFill>
                  <a:schemeClr val="bg1"/>
                </a:solidFill>
                <a:latin typeface="Arial" panose="020B0604020202020204" pitchFamily="34" charset="0"/>
                <a:cs typeface="Arial" panose="020B0604020202020204" pitchFamily="34" charset="0"/>
              </a:rPr>
              <a:t>Y_ellip.min</a:t>
            </a:r>
            <a:r>
              <a:rPr lang="en-IN" sz="800" dirty="0">
                <a:solidFill>
                  <a:schemeClr val="bg1"/>
                </a:solidFill>
                <a:latin typeface="Arial" panose="020B0604020202020204" pitchFamily="34" charset="0"/>
                <a:cs typeface="Arial" panose="020B0604020202020204" pitchFamily="34" charset="0"/>
              </a:rPr>
              <a:t>()) * 0.5</a:t>
            </a:r>
          </a:p>
          <a:p>
            <a:r>
              <a:rPr lang="en-IN" sz="800" dirty="0" err="1">
                <a:solidFill>
                  <a:schemeClr val="bg1"/>
                </a:solidFill>
                <a:latin typeface="Arial" panose="020B0604020202020204" pitchFamily="34" charset="0"/>
                <a:cs typeface="Arial" panose="020B0604020202020204" pitchFamily="34" charset="0"/>
              </a:rPr>
              <a:t>mid_z</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Z_ellip.max</a:t>
            </a:r>
            <a:r>
              <a:rPr lang="en-IN" sz="800" dirty="0">
                <a:solidFill>
                  <a:schemeClr val="bg1"/>
                </a:solidFill>
                <a:latin typeface="Arial" panose="020B0604020202020204" pitchFamily="34" charset="0"/>
                <a:cs typeface="Arial" panose="020B0604020202020204" pitchFamily="34" charset="0"/>
              </a:rPr>
              <a:t>()+</a:t>
            </a:r>
            <a:r>
              <a:rPr lang="en-IN" sz="800" dirty="0" err="1">
                <a:solidFill>
                  <a:schemeClr val="bg1"/>
                </a:solidFill>
                <a:latin typeface="Arial" panose="020B0604020202020204" pitchFamily="34" charset="0"/>
                <a:cs typeface="Arial" panose="020B0604020202020204" pitchFamily="34" charset="0"/>
              </a:rPr>
              <a:t>Z_ellip.min</a:t>
            </a:r>
            <a:r>
              <a:rPr lang="en-IN" sz="800" dirty="0">
                <a:solidFill>
                  <a:schemeClr val="bg1"/>
                </a:solidFill>
                <a:latin typeface="Arial" panose="020B0604020202020204" pitchFamily="34" charset="0"/>
                <a:cs typeface="Arial" panose="020B0604020202020204" pitchFamily="34" charset="0"/>
              </a:rPr>
              <a:t>()) * 0.5</a:t>
            </a:r>
          </a:p>
          <a:p>
            <a:endParaRPr lang="en-IN" sz="800" dirty="0">
              <a:solidFill>
                <a:schemeClr val="bg1"/>
              </a:solidFill>
              <a:latin typeface="Arial" panose="020B0604020202020204" pitchFamily="34" charset="0"/>
              <a:cs typeface="Arial" panose="020B0604020202020204" pitchFamily="34" charset="0"/>
            </a:endParaRPr>
          </a:p>
          <a:p>
            <a:r>
              <a:rPr lang="en-IN" sz="800" dirty="0" err="1">
                <a:solidFill>
                  <a:schemeClr val="bg1"/>
                </a:solidFill>
                <a:latin typeface="Arial" panose="020B0604020202020204" pitchFamily="34" charset="0"/>
                <a:cs typeface="Arial" panose="020B0604020202020204" pitchFamily="34" charset="0"/>
              </a:rPr>
              <a:t>ax.set_xlim</a:t>
            </a:r>
            <a:r>
              <a:rPr lang="en-IN" sz="800" dirty="0">
                <a:solidFill>
                  <a:schemeClr val="bg1"/>
                </a:solidFill>
                <a:latin typeface="Arial" panose="020B0604020202020204" pitchFamily="34" charset="0"/>
                <a:cs typeface="Arial" panose="020B0604020202020204" pitchFamily="34" charset="0"/>
              </a:rPr>
              <a:t>(</a:t>
            </a:r>
            <a:r>
              <a:rPr lang="en-IN" sz="800" dirty="0" err="1">
                <a:solidFill>
                  <a:schemeClr val="bg1"/>
                </a:solidFill>
                <a:latin typeface="Arial" panose="020B0604020202020204" pitchFamily="34" charset="0"/>
                <a:cs typeface="Arial" panose="020B0604020202020204" pitchFamily="34" charset="0"/>
              </a:rPr>
              <a:t>mid_x</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max_range</a:t>
            </a:r>
            <a:r>
              <a:rPr lang="en-IN" sz="800" dirty="0">
                <a:solidFill>
                  <a:schemeClr val="bg1"/>
                </a:solidFill>
                <a:latin typeface="Arial" panose="020B0604020202020204" pitchFamily="34" charset="0"/>
                <a:cs typeface="Arial" panose="020B0604020202020204" pitchFamily="34" charset="0"/>
              </a:rPr>
              <a:t>, </a:t>
            </a:r>
            <a:r>
              <a:rPr lang="en-IN" sz="800" dirty="0" err="1">
                <a:solidFill>
                  <a:schemeClr val="bg1"/>
                </a:solidFill>
                <a:latin typeface="Arial" panose="020B0604020202020204" pitchFamily="34" charset="0"/>
                <a:cs typeface="Arial" panose="020B0604020202020204" pitchFamily="34" charset="0"/>
              </a:rPr>
              <a:t>mid_x</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max_range</a:t>
            </a:r>
            <a:r>
              <a:rPr lang="en-IN" sz="800" dirty="0">
                <a:solidFill>
                  <a:schemeClr val="bg1"/>
                </a:solidFill>
                <a:latin typeface="Arial" panose="020B0604020202020204" pitchFamily="34" charset="0"/>
                <a:cs typeface="Arial" panose="020B0604020202020204" pitchFamily="34" charset="0"/>
              </a:rPr>
              <a:t>)</a:t>
            </a:r>
          </a:p>
          <a:p>
            <a:r>
              <a:rPr lang="en-IN" sz="800" dirty="0" err="1">
                <a:solidFill>
                  <a:schemeClr val="bg1"/>
                </a:solidFill>
                <a:latin typeface="Arial" panose="020B0604020202020204" pitchFamily="34" charset="0"/>
                <a:cs typeface="Arial" panose="020B0604020202020204" pitchFamily="34" charset="0"/>
              </a:rPr>
              <a:t>ax.set_ylim</a:t>
            </a:r>
            <a:r>
              <a:rPr lang="en-IN" sz="800" dirty="0">
                <a:solidFill>
                  <a:schemeClr val="bg1"/>
                </a:solidFill>
                <a:latin typeface="Arial" panose="020B0604020202020204" pitchFamily="34" charset="0"/>
                <a:cs typeface="Arial" panose="020B0604020202020204" pitchFamily="34" charset="0"/>
              </a:rPr>
              <a:t>(</a:t>
            </a:r>
            <a:r>
              <a:rPr lang="en-IN" sz="800" dirty="0" err="1">
                <a:solidFill>
                  <a:schemeClr val="bg1"/>
                </a:solidFill>
                <a:latin typeface="Arial" panose="020B0604020202020204" pitchFamily="34" charset="0"/>
                <a:cs typeface="Arial" panose="020B0604020202020204" pitchFamily="34" charset="0"/>
              </a:rPr>
              <a:t>mid_y</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max_range</a:t>
            </a:r>
            <a:r>
              <a:rPr lang="en-IN" sz="800" dirty="0">
                <a:solidFill>
                  <a:schemeClr val="bg1"/>
                </a:solidFill>
                <a:latin typeface="Arial" panose="020B0604020202020204" pitchFamily="34" charset="0"/>
                <a:cs typeface="Arial" panose="020B0604020202020204" pitchFamily="34" charset="0"/>
              </a:rPr>
              <a:t>, </a:t>
            </a:r>
            <a:r>
              <a:rPr lang="en-IN" sz="800" dirty="0" err="1">
                <a:solidFill>
                  <a:schemeClr val="bg1"/>
                </a:solidFill>
                <a:latin typeface="Arial" panose="020B0604020202020204" pitchFamily="34" charset="0"/>
                <a:cs typeface="Arial" panose="020B0604020202020204" pitchFamily="34" charset="0"/>
              </a:rPr>
              <a:t>mid_y</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max_range</a:t>
            </a:r>
            <a:r>
              <a:rPr lang="en-IN" sz="800" dirty="0">
                <a:solidFill>
                  <a:schemeClr val="bg1"/>
                </a:solidFill>
                <a:latin typeface="Arial" panose="020B0604020202020204" pitchFamily="34" charset="0"/>
                <a:cs typeface="Arial" panose="020B0604020202020204" pitchFamily="34" charset="0"/>
              </a:rPr>
              <a:t>)</a:t>
            </a:r>
          </a:p>
          <a:p>
            <a:r>
              <a:rPr lang="en-IN" sz="800" dirty="0" err="1">
                <a:solidFill>
                  <a:schemeClr val="bg1"/>
                </a:solidFill>
                <a:latin typeface="Arial" panose="020B0604020202020204" pitchFamily="34" charset="0"/>
                <a:cs typeface="Arial" panose="020B0604020202020204" pitchFamily="34" charset="0"/>
              </a:rPr>
              <a:t>ax.set_zlim</a:t>
            </a:r>
            <a:r>
              <a:rPr lang="en-IN" sz="800" dirty="0">
                <a:solidFill>
                  <a:schemeClr val="bg1"/>
                </a:solidFill>
                <a:latin typeface="Arial" panose="020B0604020202020204" pitchFamily="34" charset="0"/>
                <a:cs typeface="Arial" panose="020B0604020202020204" pitchFamily="34" charset="0"/>
              </a:rPr>
              <a:t>(</a:t>
            </a:r>
            <a:r>
              <a:rPr lang="en-IN" sz="800" dirty="0" err="1">
                <a:solidFill>
                  <a:schemeClr val="bg1"/>
                </a:solidFill>
                <a:latin typeface="Arial" panose="020B0604020202020204" pitchFamily="34" charset="0"/>
                <a:cs typeface="Arial" panose="020B0604020202020204" pitchFamily="34" charset="0"/>
              </a:rPr>
              <a:t>mid_z</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max_range</a:t>
            </a:r>
            <a:r>
              <a:rPr lang="en-IN" sz="800" dirty="0">
                <a:solidFill>
                  <a:schemeClr val="bg1"/>
                </a:solidFill>
                <a:latin typeface="Arial" panose="020B0604020202020204" pitchFamily="34" charset="0"/>
                <a:cs typeface="Arial" panose="020B0604020202020204" pitchFamily="34" charset="0"/>
              </a:rPr>
              <a:t>, </a:t>
            </a:r>
            <a:r>
              <a:rPr lang="en-IN" sz="800" dirty="0" err="1">
                <a:solidFill>
                  <a:schemeClr val="bg1"/>
                </a:solidFill>
                <a:latin typeface="Arial" panose="020B0604020202020204" pitchFamily="34" charset="0"/>
                <a:cs typeface="Arial" panose="020B0604020202020204" pitchFamily="34" charset="0"/>
              </a:rPr>
              <a:t>mid_z</a:t>
            </a:r>
            <a:r>
              <a:rPr lang="en-IN" sz="800" dirty="0">
                <a:solidFill>
                  <a:schemeClr val="bg1"/>
                </a:solidFill>
                <a:latin typeface="Arial" panose="020B0604020202020204" pitchFamily="34" charset="0"/>
                <a:cs typeface="Arial" panose="020B0604020202020204" pitchFamily="34" charset="0"/>
              </a:rPr>
              <a:t> + </a:t>
            </a:r>
            <a:r>
              <a:rPr lang="en-IN" sz="800" dirty="0" err="1">
                <a:solidFill>
                  <a:schemeClr val="bg1"/>
                </a:solidFill>
                <a:latin typeface="Arial" panose="020B0604020202020204" pitchFamily="34" charset="0"/>
                <a:cs typeface="Arial" panose="020B0604020202020204" pitchFamily="34" charset="0"/>
              </a:rPr>
              <a:t>max_range</a:t>
            </a:r>
            <a:r>
              <a:rPr lang="en-IN" sz="800" dirty="0">
                <a:solidFill>
                  <a:schemeClr val="bg1"/>
                </a:solidFill>
                <a:latin typeface="Arial" panose="020B0604020202020204" pitchFamily="34" charset="0"/>
                <a:cs typeface="Arial" panose="020B0604020202020204" pitchFamily="34" charset="0"/>
              </a:rPr>
              <a:t>)</a:t>
            </a:r>
          </a:p>
          <a:p>
            <a:r>
              <a:rPr lang="en-IN" sz="800" dirty="0" err="1">
                <a:solidFill>
                  <a:schemeClr val="bg1"/>
                </a:solidFill>
                <a:latin typeface="Arial" panose="020B0604020202020204" pitchFamily="34" charset="0"/>
                <a:cs typeface="Arial" panose="020B0604020202020204" pitchFamily="34" charset="0"/>
              </a:rPr>
              <a:t>ax.set_box_aspect</a:t>
            </a:r>
            <a:r>
              <a:rPr lang="en-IN" sz="800" dirty="0">
                <a:solidFill>
                  <a:schemeClr val="bg1"/>
                </a:solidFill>
                <a:latin typeface="Arial" panose="020B0604020202020204" pitchFamily="34" charset="0"/>
                <a:cs typeface="Arial" panose="020B0604020202020204" pitchFamily="34" charset="0"/>
              </a:rPr>
              <a:t>([1, 1, 1])</a:t>
            </a:r>
          </a:p>
          <a:p>
            <a:br>
              <a:rPr lang="en-IN" sz="800" dirty="0">
                <a:solidFill>
                  <a:schemeClr val="bg1"/>
                </a:solidFill>
                <a:latin typeface="Arial" panose="020B0604020202020204" pitchFamily="34" charset="0"/>
                <a:cs typeface="Arial" panose="020B0604020202020204" pitchFamily="34" charset="0"/>
              </a:rPr>
            </a:br>
            <a:endParaRPr lang="en-IN" sz="800" dirty="0">
              <a:solidFill>
                <a:schemeClr val="bg1"/>
              </a:solidFill>
              <a:latin typeface="Arial" panose="020B0604020202020204" pitchFamily="34" charset="0"/>
              <a:cs typeface="Arial" panose="020B0604020202020204" pitchFamily="34" charset="0"/>
            </a:endParaRPr>
          </a:p>
          <a:p>
            <a:r>
              <a:rPr lang="en-IN" sz="800" dirty="0" err="1">
                <a:solidFill>
                  <a:schemeClr val="bg1"/>
                </a:solidFill>
                <a:latin typeface="Arial" panose="020B0604020202020204" pitchFamily="34" charset="0"/>
                <a:cs typeface="Arial" panose="020B0604020202020204" pitchFamily="34" charset="0"/>
              </a:rPr>
              <a:t>plt.show</a:t>
            </a:r>
            <a:r>
              <a:rPr lang="en-IN" sz="800" dirty="0">
                <a:solidFill>
                  <a:schemeClr val="bg1"/>
                </a:solidFill>
                <a:latin typeface="Arial" panose="020B0604020202020204" pitchFamily="34" charset="0"/>
                <a:cs typeface="Arial" panose="020B0604020202020204" pitchFamily="34" charset="0"/>
              </a:rPr>
              <a:t>()</a:t>
            </a:r>
          </a:p>
          <a:p>
            <a:pPr>
              <a:lnSpc>
                <a:spcPct val="107000"/>
              </a:lnSpc>
              <a:spcAft>
                <a:spcPts val="0"/>
              </a:spcAft>
            </a:pPr>
            <a:endParaRPr lang="en-IN" sz="8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7" name="Title 1">
            <a:extLst>
              <a:ext uri="{FF2B5EF4-FFF2-40B4-BE49-F238E27FC236}">
                <a16:creationId xmlns:a16="http://schemas.microsoft.com/office/drawing/2014/main" id="{65B2084C-0FFD-FB29-EAD7-D523B352CCFC}"/>
              </a:ext>
            </a:extLst>
          </p:cNvPr>
          <p:cNvSpPr txBox="1">
            <a:spLocks/>
          </p:cNvSpPr>
          <p:nvPr/>
        </p:nvSpPr>
        <p:spPr bwMode="auto">
          <a:xfrm>
            <a:off x="224168" y="0"/>
            <a:ext cx="11571136" cy="589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normAutofit fontScale="92500"/>
          </a:bodyPr>
          <a:lstStyle>
            <a:lvl1pPr algn="l" rtl="0" eaLnBrk="1" fontAlgn="base" hangingPunct="1">
              <a:spcBef>
                <a:spcPct val="0"/>
              </a:spcBef>
              <a:spcAft>
                <a:spcPct val="0"/>
              </a:spcAft>
              <a:defRPr sz="6667" kern="1200">
                <a:solidFill>
                  <a:schemeClr val="tx2"/>
                </a:solidFill>
                <a:latin typeface="+mj-lt"/>
                <a:ea typeface="+mj-ea"/>
                <a:cs typeface="+mj-cs"/>
              </a:defRPr>
            </a:lvl1pPr>
            <a:lvl2pPr algn="l" rtl="0" eaLnBrk="1" fontAlgn="base" hangingPunct="1">
              <a:spcBef>
                <a:spcPct val="0"/>
              </a:spcBef>
              <a:spcAft>
                <a:spcPct val="0"/>
              </a:spcAft>
              <a:defRPr sz="6667">
                <a:solidFill>
                  <a:schemeClr val="tx2"/>
                </a:solidFill>
                <a:latin typeface="Calibri" pitchFamily="34" charset="0"/>
              </a:defRPr>
            </a:lvl2pPr>
            <a:lvl3pPr algn="l" rtl="0" eaLnBrk="1" fontAlgn="base" hangingPunct="1">
              <a:spcBef>
                <a:spcPct val="0"/>
              </a:spcBef>
              <a:spcAft>
                <a:spcPct val="0"/>
              </a:spcAft>
              <a:defRPr sz="6667">
                <a:solidFill>
                  <a:schemeClr val="tx2"/>
                </a:solidFill>
                <a:latin typeface="Calibri" pitchFamily="34" charset="0"/>
              </a:defRPr>
            </a:lvl3pPr>
            <a:lvl4pPr algn="l" rtl="0" eaLnBrk="1" fontAlgn="base" hangingPunct="1">
              <a:spcBef>
                <a:spcPct val="0"/>
              </a:spcBef>
              <a:spcAft>
                <a:spcPct val="0"/>
              </a:spcAft>
              <a:defRPr sz="6667">
                <a:solidFill>
                  <a:schemeClr val="tx2"/>
                </a:solidFill>
                <a:latin typeface="Calibri" pitchFamily="34" charset="0"/>
              </a:defRPr>
            </a:lvl4pPr>
            <a:lvl5pPr algn="l" rtl="0" eaLnBrk="1" fontAlgn="base" hangingPunct="1">
              <a:spcBef>
                <a:spcPct val="0"/>
              </a:spcBef>
              <a:spcAft>
                <a:spcPct val="0"/>
              </a:spcAft>
              <a:defRPr sz="6667">
                <a:solidFill>
                  <a:schemeClr val="tx2"/>
                </a:solidFill>
                <a:latin typeface="Calibri" pitchFamily="34" charset="0"/>
              </a:defRPr>
            </a:lvl5pPr>
            <a:lvl6pPr marL="609585" algn="l" rtl="0" eaLnBrk="1" fontAlgn="base" hangingPunct="1">
              <a:spcBef>
                <a:spcPct val="0"/>
              </a:spcBef>
              <a:spcAft>
                <a:spcPct val="0"/>
              </a:spcAft>
              <a:defRPr sz="6667">
                <a:solidFill>
                  <a:schemeClr val="tx2"/>
                </a:solidFill>
                <a:latin typeface="Calibri" pitchFamily="34" charset="0"/>
              </a:defRPr>
            </a:lvl6pPr>
            <a:lvl7pPr marL="1219170" algn="l" rtl="0" eaLnBrk="1" fontAlgn="base" hangingPunct="1">
              <a:spcBef>
                <a:spcPct val="0"/>
              </a:spcBef>
              <a:spcAft>
                <a:spcPct val="0"/>
              </a:spcAft>
              <a:defRPr sz="6667">
                <a:solidFill>
                  <a:schemeClr val="tx2"/>
                </a:solidFill>
                <a:latin typeface="Calibri" pitchFamily="34" charset="0"/>
              </a:defRPr>
            </a:lvl7pPr>
            <a:lvl8pPr marL="1828754" algn="l" rtl="0" eaLnBrk="1" fontAlgn="base" hangingPunct="1">
              <a:spcBef>
                <a:spcPct val="0"/>
              </a:spcBef>
              <a:spcAft>
                <a:spcPct val="0"/>
              </a:spcAft>
              <a:defRPr sz="6667">
                <a:solidFill>
                  <a:schemeClr val="tx2"/>
                </a:solidFill>
                <a:latin typeface="Calibri" pitchFamily="34" charset="0"/>
              </a:defRPr>
            </a:lvl8pPr>
            <a:lvl9pPr marL="2438339" algn="l" rtl="0" eaLnBrk="1" fontAlgn="base" hangingPunct="1">
              <a:spcBef>
                <a:spcPct val="0"/>
              </a:spcBef>
              <a:spcAft>
                <a:spcPct val="0"/>
              </a:spcAft>
              <a:defRPr sz="6667">
                <a:solidFill>
                  <a:schemeClr val="tx2"/>
                </a:solidFill>
                <a:latin typeface="Calibri" pitchFamily="34" charset="0"/>
              </a:defRPr>
            </a:lvl9pPr>
          </a:lstStyle>
          <a:p>
            <a:pPr algn="ctr"/>
            <a:r>
              <a:rPr lang="en-US" sz="3600" b="1" dirty="0">
                <a:solidFill>
                  <a:srgbClr val="0070C0"/>
                </a:solidFill>
                <a:latin typeface="Arial" pitchFamily="34" charset="0"/>
                <a:cs typeface="Arial" pitchFamily="34" charset="0"/>
                <a:sym typeface="Symbol" panose="05050102010706020507" pitchFamily="18" charset="2"/>
              </a:rPr>
              <a:t></a:t>
            </a:r>
            <a:r>
              <a:rPr lang="en-US" sz="3600" b="1" baseline="30000" dirty="0">
                <a:solidFill>
                  <a:srgbClr val="0070C0"/>
                </a:solidFill>
                <a:latin typeface="Arial" pitchFamily="34" charset="0"/>
                <a:cs typeface="Arial" pitchFamily="34" charset="0"/>
                <a:sym typeface="Symbol" panose="05050102010706020507" pitchFamily="18" charset="2"/>
              </a:rPr>
              <a:t>2</a:t>
            </a:r>
            <a:r>
              <a:rPr lang="en-US" sz="3600" b="1" dirty="0">
                <a:solidFill>
                  <a:srgbClr val="0070C0"/>
                </a:solidFill>
                <a:latin typeface="Arial" pitchFamily="34" charset="0"/>
                <a:cs typeface="Arial" pitchFamily="34" charset="0"/>
              </a:rPr>
              <a:t> Distribution &amp; </a:t>
            </a:r>
            <a:r>
              <a:rPr lang="en-US" sz="3600" b="1" dirty="0" err="1">
                <a:solidFill>
                  <a:srgbClr val="0070C0"/>
                </a:solidFill>
                <a:latin typeface="Arial" pitchFamily="34" charset="0"/>
                <a:cs typeface="Arial" pitchFamily="34" charset="0"/>
              </a:rPr>
              <a:t>Mahalanobis</a:t>
            </a:r>
            <a:r>
              <a:rPr lang="en-US" sz="3600" b="1" dirty="0">
                <a:solidFill>
                  <a:srgbClr val="0070C0"/>
                </a:solidFill>
                <a:latin typeface="Arial" pitchFamily="34" charset="0"/>
                <a:cs typeface="Arial" pitchFamily="34" charset="0"/>
              </a:rPr>
              <a:t> Distance: Python Code</a:t>
            </a:r>
            <a:endParaRPr lang="en-IN" sz="3600" b="1" dirty="0">
              <a:solidFill>
                <a:srgbClr val="0070C0"/>
              </a:solidFill>
              <a:latin typeface="Arial" pitchFamily="34" charset="0"/>
              <a:cs typeface="Arial" pitchFamily="34" charset="0"/>
            </a:endParaRPr>
          </a:p>
        </p:txBody>
      </p:sp>
    </p:spTree>
    <p:extLst>
      <p:ext uri="{BB962C8B-B14F-4D97-AF65-F5344CB8AC3E}">
        <p14:creationId xmlns:p14="http://schemas.microsoft.com/office/powerpoint/2010/main" val="29976650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F3F2887-9DF4-E7D1-7330-2534CD6FDE52}"/>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1473B005-45DE-8320-EA04-9291D7020EA8}"/>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latin typeface="Arial" pitchFamily="34" charset="0"/>
                <a:cs typeface="Arial" pitchFamily="34" charset="0"/>
                <a:sym typeface="Symbol" panose="05050102010706020507" pitchFamily="18" charset="2"/>
              </a:rPr>
              <a:t>Multivariate Normal Distribution</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E8B39137-88EA-E8EC-E1A6-167671515922}"/>
              </a:ext>
            </a:extLst>
          </p:cNvPr>
          <p:cNvSpPr txBox="1"/>
          <p:nvPr/>
        </p:nvSpPr>
        <p:spPr>
          <a:xfrm>
            <a:off x="239349" y="475225"/>
            <a:ext cx="11713302" cy="5755422"/>
          </a:xfrm>
          <a:prstGeom prst="rect">
            <a:avLst/>
          </a:prstGeom>
          <a:noFill/>
        </p:spPr>
        <p:txBody>
          <a:bodyPr wrap="square" rtlCol="0">
            <a:spAutoFit/>
          </a:bodyPr>
          <a:lstStyle/>
          <a:p>
            <a:pPr marL="342900" indent="-342900" algn="just">
              <a:lnSpc>
                <a:spcPct val="200000"/>
              </a:lnSpc>
              <a:buClr>
                <a:srgbClr val="0000FF"/>
              </a:buClr>
              <a:buFont typeface="Wingdings" panose="05000000000000000000" pitchFamily="2" charset="2"/>
              <a:buChar char="v"/>
            </a:pPr>
            <a:r>
              <a:rPr lang="en-US" sz="2300" b="0" i="0" u="none" strike="noStrike" baseline="0" dirty="0">
                <a:solidFill>
                  <a:schemeClr val="bg1"/>
                </a:solidFill>
                <a:latin typeface="Arial" panose="020B0604020202020204" pitchFamily="34" charset="0"/>
                <a:cs typeface="Arial" panose="020B0604020202020204" pitchFamily="34" charset="0"/>
              </a:rPr>
              <a:t>For the normal (Gaussian) distribution, we may determine whether an observation is likely to belong to a predefined population, </a:t>
            </a:r>
            <a:r>
              <a:rPr lang="en-US" sz="2300" dirty="0">
                <a:solidFill>
                  <a:schemeClr val="bg1"/>
                </a:solidFill>
                <a:latin typeface="Arial" panose="020B0604020202020204" pitchFamily="34" charset="0"/>
                <a:cs typeface="Arial" panose="020B0604020202020204" pitchFamily="34" charset="0"/>
              </a:rPr>
              <a:t>depending upon the number of </a:t>
            </a:r>
            <a:r>
              <a:rPr lang="en-US" sz="2300" b="0" i="0" u="none" strike="noStrike" baseline="0" dirty="0">
                <a:solidFill>
                  <a:schemeClr val="bg1"/>
                </a:solidFill>
                <a:latin typeface="Arial" panose="020B0604020202020204" pitchFamily="34" charset="0"/>
                <a:cs typeface="Arial" panose="020B0604020202020204" pitchFamily="34" charset="0"/>
              </a:rPr>
              <a:t>standard deviations it is away from the mean. </a:t>
            </a:r>
          </a:p>
          <a:p>
            <a:pPr marL="342900" indent="-342900" algn="just">
              <a:lnSpc>
                <a:spcPct val="200000"/>
              </a:lnSpc>
              <a:buClr>
                <a:srgbClr val="0000FF"/>
              </a:buClr>
              <a:buFont typeface="Wingdings" panose="05000000000000000000" pitchFamily="2" charset="2"/>
              <a:buChar char="v"/>
            </a:pPr>
            <a:r>
              <a:rPr lang="en-US" sz="2300" b="0" i="0" u="none" strike="noStrike" baseline="0" dirty="0">
                <a:solidFill>
                  <a:schemeClr val="bg1"/>
                </a:solidFill>
                <a:latin typeface="Arial" panose="020B0604020202020204" pitchFamily="34" charset="0"/>
                <a:cs typeface="Arial" panose="020B0604020202020204" pitchFamily="34" charset="0"/>
              </a:rPr>
              <a:t>If the probability is 5%, then we only expect to find an observation that far from the mean with a probability of 1in 20</a:t>
            </a:r>
          </a:p>
          <a:p>
            <a:pPr marL="342900" indent="-342900" algn="just">
              <a:lnSpc>
                <a:spcPct val="200000"/>
              </a:lnSpc>
              <a:buClr>
                <a:srgbClr val="0000FF"/>
              </a:buClr>
              <a:buFont typeface="Wingdings" panose="05000000000000000000" pitchFamily="2" charset="2"/>
              <a:buChar char="v"/>
            </a:pPr>
            <a:r>
              <a:rPr lang="en-US" sz="2300" b="0" i="0" u="none" strike="noStrike" baseline="0" dirty="0">
                <a:solidFill>
                  <a:schemeClr val="bg1"/>
                </a:solidFill>
                <a:latin typeface="Arial" panose="020B0604020202020204" pitchFamily="34" charset="0"/>
                <a:cs typeface="Arial" panose="020B0604020202020204" pitchFamily="34" charset="0"/>
              </a:rPr>
              <a:t>Likewise, for a multinormal distribution, the distance from the mean or center of the measurements (represented by the means </a:t>
            </a:r>
            <a:r>
              <a:rPr lang="en-US" sz="2300" b="0" i="0" u="none" strike="noStrike" baseline="0" dirty="0">
                <a:solidFill>
                  <a:schemeClr val="bg1"/>
                </a:solidFill>
                <a:latin typeface="Arial" panose="020B0604020202020204" pitchFamily="34" charset="0"/>
                <a:cs typeface="Arial" panose="020B0604020202020204" pitchFamily="34" charset="0"/>
                <a:sym typeface="Symbol" panose="05050102010706020507" pitchFamily="18" charset="2"/>
              </a:rPr>
              <a:t></a:t>
            </a:r>
            <a:r>
              <a:rPr lang="en-US" sz="2300" b="0" i="0" u="none" strike="noStrike" baseline="-25000" dirty="0">
                <a:solidFill>
                  <a:schemeClr val="bg1"/>
                </a:solidFill>
                <a:latin typeface="Arial" panose="020B0604020202020204" pitchFamily="34" charset="0"/>
                <a:cs typeface="Arial" panose="020B0604020202020204" pitchFamily="34" charset="0"/>
                <a:sym typeface="Symbol" panose="05050102010706020507" pitchFamily="18" charset="2"/>
              </a:rPr>
              <a:t>1</a:t>
            </a:r>
            <a:r>
              <a:rPr lang="en-US" sz="2300" b="0" i="0" u="none" strike="noStrike" baseline="0" dirty="0">
                <a:solidFill>
                  <a:schemeClr val="bg1"/>
                </a:solidFill>
                <a:latin typeface="Arial" panose="020B0604020202020204" pitchFamily="34" charset="0"/>
                <a:cs typeface="Arial" panose="020B0604020202020204" pitchFamily="34" charset="0"/>
                <a:sym typeface="Symbol" panose="05050102010706020507" pitchFamily="18" charset="2"/>
              </a:rPr>
              <a:t> and </a:t>
            </a:r>
            <a:r>
              <a:rPr lang="en-US" sz="2300" b="0" i="0" u="none" strike="noStrike" baseline="-25000" dirty="0">
                <a:solidFill>
                  <a:schemeClr val="bg1"/>
                </a:solidFill>
                <a:latin typeface="Arial" panose="020B0604020202020204" pitchFamily="34" charset="0"/>
                <a:cs typeface="Arial" panose="020B0604020202020204" pitchFamily="34" charset="0"/>
                <a:sym typeface="Symbol" panose="05050102010706020507" pitchFamily="18" charset="2"/>
              </a:rPr>
              <a:t>2</a:t>
            </a:r>
            <a:r>
              <a:rPr lang="en-US" sz="2300" b="0" i="0" u="none" strike="noStrike" baseline="0" dirty="0">
                <a:solidFill>
                  <a:schemeClr val="bg1"/>
                </a:solidFill>
                <a:latin typeface="Arial" panose="020B0604020202020204" pitchFamily="34" charset="0"/>
                <a:cs typeface="Arial" panose="020B0604020202020204" pitchFamily="34" charset="0"/>
                <a:sym typeface="Symbol" panose="05050102010706020507" pitchFamily="18" charset="2"/>
              </a:rPr>
              <a:t>) </a:t>
            </a:r>
            <a:r>
              <a:rPr lang="en-US" sz="2300" b="0" i="0" u="none" strike="noStrike" baseline="0" dirty="0">
                <a:solidFill>
                  <a:schemeClr val="bg1"/>
                </a:solidFill>
                <a:latin typeface="Arial" panose="020B0604020202020204" pitchFamily="34" charset="0"/>
                <a:cs typeface="Arial" panose="020B0604020202020204" pitchFamily="34" charset="0"/>
              </a:rPr>
              <a:t>may be used to </a:t>
            </a:r>
            <a:r>
              <a:rPr lang="en-US" sz="2300" b="0" i="0" u="none" strike="noStrike" baseline="0" dirty="0">
                <a:solidFill>
                  <a:schemeClr val="accent6">
                    <a:lumMod val="75000"/>
                  </a:schemeClr>
                </a:solidFill>
                <a:latin typeface="Arial" panose="020B0604020202020204" pitchFamily="34" charset="0"/>
                <a:cs typeface="Arial" panose="020B0604020202020204" pitchFamily="34" charset="0"/>
              </a:rPr>
              <a:t>determine the likelihood of membership </a:t>
            </a:r>
            <a:r>
              <a:rPr lang="en-US" sz="2300" b="0" i="0" u="none" strike="noStrike" baseline="0" dirty="0">
                <a:solidFill>
                  <a:schemeClr val="bg1"/>
                </a:solidFill>
                <a:latin typeface="Arial" panose="020B0604020202020204" pitchFamily="34" charset="0"/>
                <a:cs typeface="Arial" panose="020B0604020202020204" pitchFamily="34" charset="0"/>
              </a:rPr>
              <a:t>of a predefined population. </a:t>
            </a:r>
          </a:p>
        </p:txBody>
      </p:sp>
    </p:spTree>
    <p:extLst>
      <p:ext uri="{BB962C8B-B14F-4D97-AF65-F5344CB8AC3E}">
        <p14:creationId xmlns:p14="http://schemas.microsoft.com/office/powerpoint/2010/main" val="30054405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89926F1-1C1B-4E6E-5E7D-C83086658B0A}"/>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F8142922-59AA-CE24-E039-411B5F40C3E5}"/>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latin typeface="Arial" pitchFamily="34" charset="0"/>
                <a:cs typeface="Arial" pitchFamily="34" charset="0"/>
                <a:sym typeface="Symbol" panose="05050102010706020507" pitchFamily="18" charset="2"/>
              </a:rPr>
              <a:t>Multivariate Normal Distribution</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0DF73F5F-071A-3E10-B539-A2A13D0D8D65}"/>
              </a:ext>
            </a:extLst>
          </p:cNvPr>
          <p:cNvSpPr txBox="1"/>
          <p:nvPr/>
        </p:nvSpPr>
        <p:spPr>
          <a:xfrm>
            <a:off x="167046" y="365499"/>
            <a:ext cx="11715741" cy="6419771"/>
          </a:xfrm>
          <a:prstGeom prst="rect">
            <a:avLst/>
          </a:prstGeom>
          <a:noFill/>
        </p:spPr>
        <p:txBody>
          <a:bodyPr wrap="square" rtlCol="0">
            <a:spAutoFit/>
          </a:bodyPr>
          <a:lstStyle/>
          <a:p>
            <a:pPr marL="342900" indent="-342900" algn="just">
              <a:lnSpc>
                <a:spcPct val="200000"/>
              </a:lnSpc>
              <a:buClr>
                <a:srgbClr val="0000FF"/>
              </a:buClr>
              <a:buFont typeface="Wingdings" panose="05000000000000000000" pitchFamily="2" charset="2"/>
              <a:buChar char="v"/>
            </a:pPr>
            <a:r>
              <a:rPr lang="en-US" sz="2200" b="0" i="0" u="none" strike="noStrike" baseline="0" dirty="0">
                <a:solidFill>
                  <a:schemeClr val="bg1"/>
                </a:solidFill>
                <a:latin typeface="Arial" panose="020B0604020202020204" pitchFamily="34" charset="0"/>
                <a:cs typeface="Arial" panose="020B0604020202020204" pitchFamily="34" charset="0"/>
              </a:rPr>
              <a:t>Finding distance in more than one dimension does not have a forward (+) or backward (-) sign,  </a:t>
            </a:r>
          </a:p>
          <a:p>
            <a:pPr marL="342900" indent="-342900" algn="just">
              <a:lnSpc>
                <a:spcPct val="200000"/>
              </a:lnSpc>
              <a:buClr>
                <a:srgbClr val="0000FF"/>
              </a:buClr>
              <a:buFont typeface="Wingdings" panose="05000000000000000000" pitchFamily="2" charset="2"/>
              <a:buChar char="v"/>
            </a:pPr>
            <a:endParaRPr lang="en-US" sz="2200" b="0" i="0" u="none" strike="noStrike" baseline="0" dirty="0">
              <a:solidFill>
                <a:schemeClr val="bg1"/>
              </a:solidFill>
              <a:latin typeface="Arial" panose="020B0604020202020204" pitchFamily="34" charset="0"/>
              <a:cs typeface="Arial" panose="020B0604020202020204" pitchFamily="34" charset="0"/>
            </a:endParaRPr>
          </a:p>
          <a:p>
            <a:pPr algn="just">
              <a:buClr>
                <a:srgbClr val="0000FF"/>
              </a:buClr>
            </a:pPr>
            <a:r>
              <a:rPr lang="en-US" sz="2200" b="0" i="0" u="none" strike="noStrike" baseline="0" dirty="0">
                <a:solidFill>
                  <a:schemeClr val="bg1"/>
                </a:solidFill>
                <a:latin typeface="Arial" panose="020B0604020202020204" pitchFamily="34" charset="0"/>
                <a:cs typeface="Arial" panose="020B0604020202020204" pitchFamily="34" charset="0"/>
              </a:rPr>
              <a:t>The statement means that when you calculate the separation between points in spaces with two or more dimensions (like (2D) or (3D) coordinate planes), the result is an absolute, directionless scalar. Unlike 1D movement (where (+) and (-) represent "forward" and "backward"), multi-dimensional distance has no predefined positive or negative sign</a:t>
            </a:r>
          </a:p>
          <a:p>
            <a:pPr algn="just">
              <a:buClr>
                <a:srgbClr val="0000FF"/>
              </a:buClr>
            </a:pPr>
            <a:endParaRPr lang="en-US" sz="2200" b="0" i="0" u="none" strike="noStrike" baseline="0" dirty="0">
              <a:solidFill>
                <a:schemeClr val="bg1"/>
              </a:solidFill>
              <a:latin typeface="Arial" panose="020B0604020202020204" pitchFamily="34" charset="0"/>
              <a:cs typeface="Arial" panose="020B0604020202020204" pitchFamily="34" charset="0"/>
            </a:endParaRPr>
          </a:p>
          <a:p>
            <a:pPr marL="342900" indent="-34290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So, </a:t>
            </a:r>
            <a:r>
              <a:rPr lang="en-US" sz="2200" b="0" i="0" u="none" strike="noStrike" baseline="0" dirty="0">
                <a:solidFill>
                  <a:schemeClr val="bg1"/>
                </a:solidFill>
                <a:latin typeface="Arial" panose="020B0604020202020204" pitchFamily="34" charset="0"/>
                <a:cs typeface="Arial" panose="020B0604020202020204" pitchFamily="34" charset="0"/>
              </a:rPr>
              <a:t>we use squared distances </a:t>
            </a:r>
          </a:p>
          <a:p>
            <a:pPr marL="342900" indent="-342900" algn="just">
              <a:lnSpc>
                <a:spcPct val="200000"/>
              </a:lnSpc>
              <a:buClr>
                <a:srgbClr val="0000FF"/>
              </a:buClr>
              <a:buFont typeface="Wingdings" panose="05000000000000000000" pitchFamily="2" charset="2"/>
              <a:buChar char="v"/>
            </a:pPr>
            <a:r>
              <a:rPr lang="en-US" sz="2200" b="0" i="0" u="none" strike="noStrike" baseline="0" dirty="0">
                <a:solidFill>
                  <a:schemeClr val="bg1"/>
                </a:solidFill>
                <a:latin typeface="Arial" panose="020B0604020202020204" pitchFamily="34" charset="0"/>
                <a:cs typeface="Arial" panose="020B0604020202020204" pitchFamily="34" charset="0"/>
              </a:rPr>
              <a:t>Will the squared distance from the mean of a dataset tell us how likely an observation is part of the crowd i.e., a predefined population, analogous to the single variable case?</a:t>
            </a:r>
          </a:p>
          <a:p>
            <a:pPr marL="342900" indent="-342900" algn="just">
              <a:lnSpc>
                <a:spcPct val="200000"/>
              </a:lnSpc>
              <a:buClr>
                <a:srgbClr val="0000FF"/>
              </a:buClr>
              <a:buFont typeface="Wingdings" panose="05000000000000000000" pitchFamily="2" charset="2"/>
              <a:buChar char="v"/>
            </a:pPr>
            <a:r>
              <a:rPr lang="en-US" sz="2200" dirty="0">
                <a:solidFill>
                  <a:schemeClr val="bg1"/>
                </a:solidFill>
                <a:latin typeface="Arial" panose="020B0604020202020204" pitchFamily="34" charset="0"/>
                <a:cs typeface="Arial" panose="020B0604020202020204" pitchFamily="34" charset="0"/>
              </a:rPr>
              <a:t>The rest of the points without membership to the population are classified as </a:t>
            </a:r>
            <a:r>
              <a:rPr lang="en-US" sz="2200" dirty="0">
                <a:solidFill>
                  <a:srgbClr val="FF0000"/>
                </a:solidFill>
                <a:latin typeface="Arial" panose="020B0604020202020204" pitchFamily="34" charset="0"/>
                <a:cs typeface="Arial" panose="020B0604020202020204" pitchFamily="34" charset="0"/>
              </a:rPr>
              <a:t>outliers</a:t>
            </a:r>
            <a:endParaRPr lang="en-US" sz="2200" b="0" i="0" u="none" strike="noStrike" baseline="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86467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F036514-B293-1D0B-94D9-F2AD5C5A2746}"/>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34D1970A-F84B-772C-3F31-632226817C2A}"/>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latin typeface="Arial" pitchFamily="34" charset="0"/>
                <a:cs typeface="Arial" pitchFamily="34" charset="0"/>
                <a:sym typeface="Symbol" panose="05050102010706020507" pitchFamily="18" charset="2"/>
              </a:rPr>
              <a:t>Chi-Square Distribution</a:t>
            </a:r>
            <a:endParaRPr lang="en-IN" sz="3600" dirty="0">
              <a:solidFill>
                <a:srgbClr val="0070C0"/>
              </a:solidFill>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45453F3-221C-50F8-5C44-0A3BCAF2C4A4}"/>
                  </a:ext>
                </a:extLst>
              </p:cNvPr>
              <p:cNvSpPr txBox="1"/>
              <p:nvPr/>
            </p:nvSpPr>
            <p:spPr>
              <a:xfrm>
                <a:off x="1004334" y="1896413"/>
                <a:ext cx="10731261" cy="3754489"/>
              </a:xfrm>
              <a:prstGeom prst="rect">
                <a:avLst/>
              </a:prstGeom>
              <a:noFill/>
            </p:spPr>
            <p:txBody>
              <a:bodyPr wrap="square" rtlCol="0">
                <a:spAutoFit/>
              </a:bodyPr>
              <a:lstStyle/>
              <a:p>
                <a:pPr marL="342900" indent="-342900" algn="just">
                  <a:lnSpc>
                    <a:spcPct val="200000"/>
                  </a:lnSpc>
                  <a:buClr>
                    <a:srgbClr val="0000FF"/>
                  </a:buClr>
                  <a:buFont typeface="Wingdings" panose="05000000000000000000" pitchFamily="2" charset="2"/>
                  <a:buChar char="v"/>
                </a:pPr>
                <a:r>
                  <a:rPr lang="en-US" sz="2400" b="0" i="0" u="none" strike="noStrike" baseline="0" dirty="0">
                    <a:solidFill>
                      <a:schemeClr val="bg1"/>
                    </a:solidFill>
                    <a:latin typeface="Arial" panose="020B0604020202020204" pitchFamily="34" charset="0"/>
                    <a:cs typeface="Arial" panose="020B0604020202020204" pitchFamily="34" charset="0"/>
                  </a:rPr>
                  <a:t>The square of each individual standardized normal variable must fall into an underlying chi square distribution.</a:t>
                </a:r>
              </a:p>
              <a:p>
                <a:pPr marL="342900" indent="-342900" algn="just">
                  <a:lnSpc>
                    <a:spcPct val="200000"/>
                  </a:lnSpc>
                  <a:buClr>
                    <a:srgbClr val="0000FF"/>
                  </a:buClr>
                  <a:buFont typeface="Wingdings" panose="05000000000000000000" pitchFamily="2" charset="2"/>
                  <a:buChar char="v"/>
                </a:pPr>
                <a:r>
                  <a:rPr lang="en-US" sz="2400" b="0" i="0" u="none" strike="noStrike" baseline="0" dirty="0">
                    <a:solidFill>
                      <a:schemeClr val="bg1"/>
                    </a:solidFill>
                    <a:latin typeface="Arial" panose="020B0604020202020204" pitchFamily="34" charset="0"/>
                    <a:cs typeface="Arial" panose="020B0604020202020204" pitchFamily="34" charset="0"/>
                  </a:rPr>
                  <a:t>So, must </a:t>
                </a:r>
                <a14:m>
                  <m:oMath xmlns:m="http://schemas.openxmlformats.org/officeDocument/2006/math">
                    <m:sSubSup>
                      <m:sSubSupPr>
                        <m:ctrlPr>
                          <a:rPr lang="en-IN" sz="2400" b="0" i="1" u="none" strike="noStrike" baseline="0" smtClean="0">
                            <a:solidFill>
                              <a:schemeClr val="bg1"/>
                            </a:solidFill>
                            <a:latin typeface="Cambria Math" panose="02040503050406030204" pitchFamily="18" charset="0"/>
                            <a:cs typeface="Arial" panose="020B0604020202020204" pitchFamily="34" charset="0"/>
                          </a:rPr>
                        </m:ctrlPr>
                      </m:sSubSupPr>
                      <m:e>
                        <m:r>
                          <a:rPr lang="en-IN" sz="2400" b="0" i="1" u="none" strike="noStrike" baseline="0" smtClean="0">
                            <a:solidFill>
                              <a:schemeClr val="bg1"/>
                            </a:solidFill>
                            <a:latin typeface="Cambria Math" panose="02040503050406030204" pitchFamily="18" charset="0"/>
                            <a:cs typeface="Arial" panose="020B0604020202020204" pitchFamily="34" charset="0"/>
                          </a:rPr>
                          <m:t>𝑍</m:t>
                        </m:r>
                      </m:e>
                      <m:sub>
                        <m:r>
                          <a:rPr lang="en-IN" sz="2400" b="0" i="1" u="none" strike="noStrike" baseline="0" smtClean="0">
                            <a:solidFill>
                              <a:schemeClr val="bg1"/>
                            </a:solidFill>
                            <a:latin typeface="Cambria Math" panose="02040503050406030204" pitchFamily="18" charset="0"/>
                            <a:cs typeface="Arial" panose="020B0604020202020204" pitchFamily="34" charset="0"/>
                          </a:rPr>
                          <m:t>1</m:t>
                        </m:r>
                      </m:sub>
                      <m:sup>
                        <m:r>
                          <a:rPr lang="en-IN" sz="2400" b="0" i="1" u="none" strike="noStrike" baseline="0" smtClean="0">
                            <a:solidFill>
                              <a:schemeClr val="bg1"/>
                            </a:solidFill>
                            <a:latin typeface="Cambria Math" panose="02040503050406030204" pitchFamily="18" charset="0"/>
                            <a:cs typeface="Arial" panose="020B0604020202020204" pitchFamily="34" charset="0"/>
                          </a:rPr>
                          <m:t>2</m:t>
                        </m:r>
                      </m:sup>
                    </m:sSubSup>
                    <m:r>
                      <a:rPr lang="en-IN" sz="2400" b="0" i="1" u="none" strike="noStrike" baseline="0" smtClean="0">
                        <a:solidFill>
                          <a:schemeClr val="bg1"/>
                        </a:solidFill>
                        <a:latin typeface="Cambria Math" panose="02040503050406030204" pitchFamily="18" charset="0"/>
                        <a:cs typeface="Arial" panose="020B0604020202020204" pitchFamily="34" charset="0"/>
                      </a:rPr>
                      <m:t>+</m:t>
                    </m:r>
                    <m:sSubSup>
                      <m:sSubSupPr>
                        <m:ctrlPr>
                          <a:rPr lang="en-IN" sz="2400" b="0" i="1" u="none" strike="noStrike" baseline="0" smtClean="0">
                            <a:solidFill>
                              <a:schemeClr val="bg1"/>
                            </a:solidFill>
                            <a:latin typeface="Cambria Math" panose="02040503050406030204" pitchFamily="18" charset="0"/>
                            <a:cs typeface="Arial" panose="020B0604020202020204" pitchFamily="34" charset="0"/>
                          </a:rPr>
                        </m:ctrlPr>
                      </m:sSubSupPr>
                      <m:e>
                        <m:r>
                          <a:rPr lang="en-IN" sz="2400" b="0" i="1" u="none" strike="noStrike" baseline="0" smtClean="0">
                            <a:solidFill>
                              <a:schemeClr val="bg1"/>
                            </a:solidFill>
                            <a:latin typeface="Cambria Math" panose="02040503050406030204" pitchFamily="18" charset="0"/>
                            <a:cs typeface="Arial" panose="020B0604020202020204" pitchFamily="34" charset="0"/>
                          </a:rPr>
                          <m:t>𝑍</m:t>
                        </m:r>
                      </m:e>
                      <m:sub>
                        <m:r>
                          <a:rPr lang="en-IN" sz="2400" b="0" i="1" u="none" strike="noStrike" baseline="0" smtClean="0">
                            <a:solidFill>
                              <a:schemeClr val="bg1"/>
                            </a:solidFill>
                            <a:latin typeface="Cambria Math" panose="02040503050406030204" pitchFamily="18" charset="0"/>
                            <a:cs typeface="Arial" panose="020B0604020202020204" pitchFamily="34" charset="0"/>
                          </a:rPr>
                          <m:t>2</m:t>
                        </m:r>
                      </m:sub>
                      <m:sup>
                        <m:r>
                          <a:rPr lang="en-IN" sz="2400" b="0" i="1" u="none" strike="noStrike" baseline="0" smtClean="0">
                            <a:solidFill>
                              <a:schemeClr val="bg1"/>
                            </a:solidFill>
                            <a:latin typeface="Cambria Math" panose="02040503050406030204" pitchFamily="18" charset="0"/>
                            <a:cs typeface="Arial" panose="020B0604020202020204" pitchFamily="34" charset="0"/>
                          </a:rPr>
                          <m:t>2</m:t>
                        </m:r>
                      </m:sup>
                    </m:sSubSup>
                    <m:r>
                      <a:rPr lang="en-IN" sz="2400" b="0" i="1" u="none" strike="noStrike" baseline="0" smtClean="0">
                        <a:solidFill>
                          <a:schemeClr val="bg1"/>
                        </a:solidFill>
                        <a:latin typeface="Cambria Math" panose="02040503050406030204" pitchFamily="18" charset="0"/>
                        <a:cs typeface="Arial" panose="020B0604020202020204" pitchFamily="34" charset="0"/>
                      </a:rPr>
                      <m:t>+…+</m:t>
                    </m:r>
                    <m:sSubSup>
                      <m:sSubSupPr>
                        <m:ctrlPr>
                          <a:rPr lang="en-IN" sz="2400" b="0" i="1" u="none" strike="noStrike" baseline="0" smtClean="0">
                            <a:solidFill>
                              <a:schemeClr val="bg1"/>
                            </a:solidFill>
                            <a:latin typeface="Cambria Math" panose="02040503050406030204" pitchFamily="18" charset="0"/>
                            <a:cs typeface="Arial" panose="020B0604020202020204" pitchFamily="34" charset="0"/>
                          </a:rPr>
                        </m:ctrlPr>
                      </m:sSubSupPr>
                      <m:e>
                        <m:r>
                          <a:rPr lang="en-IN" sz="2400" b="0" i="1" u="none" strike="noStrike" baseline="0" smtClean="0">
                            <a:solidFill>
                              <a:schemeClr val="bg1"/>
                            </a:solidFill>
                            <a:latin typeface="Cambria Math" panose="02040503050406030204" pitchFamily="18" charset="0"/>
                            <a:cs typeface="Arial" panose="020B0604020202020204" pitchFamily="34" charset="0"/>
                          </a:rPr>
                          <m:t>𝑍</m:t>
                        </m:r>
                      </m:e>
                      <m:sub>
                        <m:r>
                          <a:rPr lang="en-IN" sz="2400" b="0" i="1" u="none" strike="noStrike" baseline="0" smtClean="0">
                            <a:solidFill>
                              <a:schemeClr val="bg1"/>
                            </a:solidFill>
                            <a:latin typeface="Cambria Math" panose="02040503050406030204" pitchFamily="18" charset="0"/>
                            <a:cs typeface="Arial" panose="020B0604020202020204" pitchFamily="34" charset="0"/>
                          </a:rPr>
                          <m:t>𝑝</m:t>
                        </m:r>
                      </m:sub>
                      <m:sup>
                        <m:r>
                          <a:rPr lang="en-IN" sz="2400" b="0" i="1" u="none" strike="noStrike" baseline="0" smtClean="0">
                            <a:solidFill>
                              <a:schemeClr val="bg1"/>
                            </a:solidFill>
                            <a:latin typeface="Cambria Math" panose="02040503050406030204" pitchFamily="18" charset="0"/>
                            <a:cs typeface="Arial" panose="020B0604020202020204" pitchFamily="34" charset="0"/>
                          </a:rPr>
                          <m:t>2</m:t>
                        </m:r>
                      </m:sup>
                    </m:sSubSup>
                    <m:r>
                      <a:rPr lang="en-US" sz="2400" b="0" i="1" u="none" strike="noStrike" baseline="0" smtClean="0">
                        <a:solidFill>
                          <a:schemeClr val="bg1"/>
                        </a:solidFill>
                        <a:latin typeface="Cambria Math" panose="02040503050406030204" pitchFamily="18" charset="0"/>
                        <a:cs typeface="Arial" panose="020B0604020202020204" pitchFamily="34" charset="0"/>
                      </a:rPr>
                      <m:t>=</m:t>
                    </m:r>
                    <m:sSubSup>
                      <m:sSubSupPr>
                        <m:ctrlPr>
                          <a:rPr lang="en-US" sz="2400" b="0" i="1" u="none" strike="noStrike" baseline="0"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bSupPr>
                      <m:e>
                        <m:r>
                          <a:rPr lang="en-US" sz="2400" b="0" i="1" u="none" strike="noStrike" baseline="0"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sub>
                        <m:r>
                          <a:rPr lang="en-US" sz="2400" b="0" i="1" u="none" strike="noStrike" baseline="0" smtClean="0">
                            <a:solidFill>
                              <a:schemeClr val="bg1"/>
                            </a:solidFill>
                            <a:latin typeface="Cambria Math" panose="02040503050406030204" pitchFamily="18" charset="0"/>
                            <a:cs typeface="Arial" panose="020B0604020202020204" pitchFamily="34" charset="0"/>
                            <a:sym typeface="Symbol" panose="05050102010706020507" pitchFamily="18" charset="2"/>
                          </a:rPr>
                          <m:t>𝑝</m:t>
                        </m:r>
                      </m:sub>
                      <m:sup>
                        <m:r>
                          <a:rPr lang="en-US" sz="2400" b="0" i="1" u="none" strike="noStrike" baseline="0" smtClean="0">
                            <a:solidFill>
                              <a:schemeClr val="bg1"/>
                            </a:solidFill>
                            <a:latin typeface="Cambria Math" panose="02040503050406030204" pitchFamily="18" charset="0"/>
                            <a:cs typeface="Arial" panose="020B0604020202020204" pitchFamily="34" charset="0"/>
                            <a:sym typeface="Symbol" panose="05050102010706020507" pitchFamily="18" charset="2"/>
                          </a:rPr>
                          <m:t>2</m:t>
                        </m:r>
                      </m:sup>
                    </m:sSubSup>
                    <m:r>
                      <a:rPr lang="en-IN" sz="2400" b="0" i="0" u="none" strike="noStrike" baseline="0" smtClean="0">
                        <a:solidFill>
                          <a:schemeClr val="bg1"/>
                        </a:solidFill>
                        <a:latin typeface="Cambria Math" panose="02040503050406030204" pitchFamily="18" charset="0"/>
                        <a:cs typeface="Arial" panose="020B0604020202020204" pitchFamily="34" charset="0"/>
                      </a:rPr>
                      <m:t>. </m:t>
                    </m:r>
                  </m:oMath>
                </a14:m>
                <a:r>
                  <a:rPr lang="en-US" sz="2400" b="0" i="0" u="none" strike="noStrike" baseline="0" dirty="0">
                    <a:solidFill>
                      <a:schemeClr val="bg1"/>
                    </a:solidFill>
                    <a:latin typeface="Arial" panose="020B0604020202020204" pitchFamily="34" charset="0"/>
                    <a:cs typeface="Arial" panose="020B0604020202020204" pitchFamily="34" charset="0"/>
                  </a:rPr>
                  <a:t> </a:t>
                </a:r>
              </a:p>
              <a:p>
                <a:pPr marL="342900" indent="-342900" algn="just">
                  <a:lnSpc>
                    <a:spcPct val="200000"/>
                  </a:lnSpc>
                  <a:buClr>
                    <a:srgbClr val="0000FF"/>
                  </a:buClr>
                  <a:buFont typeface="Wingdings" panose="05000000000000000000" pitchFamily="2" charset="2"/>
                  <a:buChar char="v"/>
                </a:pPr>
                <a:r>
                  <a:rPr lang="en-US" sz="2400" b="0" i="0" u="none" strike="noStrike" baseline="0" dirty="0">
                    <a:solidFill>
                      <a:schemeClr val="bg1"/>
                    </a:solidFill>
                    <a:latin typeface="Arial" panose="020B0604020202020204" pitchFamily="34" charset="0"/>
                    <a:cs typeface="Arial" panose="020B0604020202020204" pitchFamily="34" charset="0"/>
                  </a:rPr>
                  <a:t>Note that there is no multiplier constant before these standard normal variables Zs.</a:t>
                </a:r>
              </a:p>
            </p:txBody>
          </p:sp>
        </mc:Choice>
        <mc:Fallback xmlns="">
          <p:sp>
            <p:nvSpPr>
              <p:cNvPr id="2" name="TextBox 1">
                <a:extLst>
                  <a:ext uri="{FF2B5EF4-FFF2-40B4-BE49-F238E27FC236}">
                    <a16:creationId xmlns:a16="http://schemas.microsoft.com/office/drawing/2014/main" id="{C45453F3-221C-50F8-5C44-0A3BCAF2C4A4}"/>
                  </a:ext>
                </a:extLst>
              </p:cNvPr>
              <p:cNvSpPr txBox="1">
                <a:spLocks noRot="1" noChangeAspect="1" noMove="1" noResize="1" noEditPoints="1" noAdjustHandles="1" noChangeArrowheads="1" noChangeShapeType="1" noTextEdit="1"/>
              </p:cNvSpPr>
              <p:nvPr/>
            </p:nvSpPr>
            <p:spPr>
              <a:xfrm>
                <a:off x="1004334" y="1896413"/>
                <a:ext cx="10731261" cy="3754489"/>
              </a:xfrm>
              <a:prstGeom prst="rect">
                <a:avLst/>
              </a:prstGeom>
              <a:blipFill>
                <a:blip r:embed="rId3"/>
                <a:stretch>
                  <a:fillRect l="-795" r="-852" b="-2922"/>
                </a:stretch>
              </a:blipFill>
            </p:spPr>
            <p:txBody>
              <a:bodyPr/>
              <a:lstStyle/>
              <a:p>
                <a:r>
                  <a:rPr lang="en-IN">
                    <a:noFill/>
                  </a:rPr>
                  <a:t> </a:t>
                </a:r>
              </a:p>
            </p:txBody>
          </p:sp>
        </mc:Fallback>
      </mc:AlternateContent>
    </p:spTree>
    <p:extLst>
      <p:ext uri="{BB962C8B-B14F-4D97-AF65-F5344CB8AC3E}">
        <p14:creationId xmlns:p14="http://schemas.microsoft.com/office/powerpoint/2010/main" val="34386283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9C9CDA-F549-F48A-0675-17797156B875}"/>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691ADB98-660C-9B2A-5954-71162501D742}"/>
              </a:ext>
            </a:extLst>
          </p:cNvPr>
          <p:cNvSpPr>
            <a:spLocks noGrp="1"/>
          </p:cNvSpPr>
          <p:nvPr>
            <p:ph type="ctrTitle"/>
          </p:nvPr>
        </p:nvSpPr>
        <p:spPr>
          <a:xfrm>
            <a:off x="239349" y="0"/>
            <a:ext cx="11571136" cy="589235"/>
          </a:xfrm>
        </p:spPr>
        <p:txBody>
          <a:bodyPr>
            <a:normAutofit/>
          </a:bodyPr>
          <a:lstStyle/>
          <a:p>
            <a:pPr algn="ctr"/>
            <a:r>
              <a:rPr lang="en-US" sz="3600" dirty="0" err="1">
                <a:solidFill>
                  <a:srgbClr val="0070C0"/>
                </a:solidFill>
                <a:latin typeface="Arial" pitchFamily="34" charset="0"/>
                <a:cs typeface="Arial" pitchFamily="34" charset="0"/>
                <a:sym typeface="Symbol" panose="05050102010706020507" pitchFamily="18" charset="2"/>
              </a:rPr>
              <a:t>Mahalanobis</a:t>
            </a:r>
            <a:r>
              <a:rPr lang="en-US" sz="3600" dirty="0">
                <a:solidFill>
                  <a:srgbClr val="0070C0"/>
                </a:solidFill>
                <a:latin typeface="Arial" pitchFamily="34" charset="0"/>
                <a:cs typeface="Arial" pitchFamily="34" charset="0"/>
                <a:sym typeface="Symbol" panose="05050102010706020507" pitchFamily="18" charset="2"/>
              </a:rPr>
              <a:t> Distance</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F3DB127C-2AC8-E72B-62ED-13C004A1D888}"/>
              </a:ext>
            </a:extLst>
          </p:cNvPr>
          <p:cNvSpPr txBox="1"/>
          <p:nvPr/>
        </p:nvSpPr>
        <p:spPr>
          <a:xfrm>
            <a:off x="1164565" y="991017"/>
            <a:ext cx="10058401" cy="4524315"/>
          </a:xfrm>
          <a:prstGeom prst="rect">
            <a:avLst/>
          </a:prstGeom>
          <a:noFill/>
        </p:spPr>
        <p:txBody>
          <a:bodyPr wrap="square" rtlCol="0">
            <a:spAutoFit/>
          </a:bodyPr>
          <a:lstStyle/>
          <a:p>
            <a:pPr marL="342900" indent="-342900" algn="just">
              <a:lnSpc>
                <a:spcPct val="200000"/>
              </a:lnSpc>
              <a:buClr>
                <a:srgbClr val="0000FF"/>
              </a:buClr>
              <a:buFont typeface="Wingdings" panose="05000000000000000000" pitchFamily="2" charset="2"/>
              <a:buChar char="v"/>
            </a:pPr>
            <a:r>
              <a:rPr lang="en-US" sz="2400" b="0" i="0" u="none" strike="noStrike" baseline="0" dirty="0">
                <a:solidFill>
                  <a:schemeClr val="bg1"/>
                </a:solidFill>
                <a:latin typeface="Arial" panose="020B0604020202020204" pitchFamily="34" charset="0"/>
                <a:cs typeface="Arial" panose="020B0604020202020204" pitchFamily="34" charset="0"/>
              </a:rPr>
              <a:t>So, how can we use chi square distribution to determine whether an observation belongs to a predefined population by looking at the distance from the </a:t>
            </a:r>
            <a:r>
              <a:rPr lang="en-US" sz="2400" b="0" i="0" u="none" strike="noStrike" baseline="0" dirty="0" err="1">
                <a:solidFill>
                  <a:schemeClr val="bg1"/>
                </a:solidFill>
                <a:latin typeface="Arial" panose="020B0604020202020204" pitchFamily="34" charset="0"/>
                <a:cs typeface="Arial" panose="020B0604020202020204" pitchFamily="34" charset="0"/>
              </a:rPr>
              <a:t>centre</a:t>
            </a:r>
            <a:r>
              <a:rPr lang="en-US" sz="2400" b="0" i="0" u="none" strike="noStrike" baseline="0" dirty="0">
                <a:solidFill>
                  <a:schemeClr val="bg1"/>
                </a:solidFill>
                <a:latin typeface="Arial" panose="020B0604020202020204" pitchFamily="34" charset="0"/>
                <a:cs typeface="Arial" panose="020B0604020202020204" pitchFamily="34" charset="0"/>
              </a:rPr>
              <a:t> (0,0) or (</a:t>
            </a:r>
            <a:r>
              <a:rPr lang="en-US" sz="2400" b="0" i="0" u="none" strike="noStrike" baseline="0" dirty="0">
                <a:solidFill>
                  <a:schemeClr val="bg1"/>
                </a:solidFill>
                <a:latin typeface="Arial" panose="020B0604020202020204" pitchFamily="34" charset="0"/>
                <a:cs typeface="Arial" panose="020B0604020202020204" pitchFamily="34" charset="0"/>
                <a:sym typeface="Symbol" panose="05050102010706020507" pitchFamily="18" charset="2"/>
              </a:rPr>
              <a:t></a:t>
            </a:r>
            <a:r>
              <a:rPr lang="en-US" sz="2400" b="0" i="0" u="none" strike="noStrike" baseline="-25000" dirty="0">
                <a:solidFill>
                  <a:schemeClr val="bg1"/>
                </a:solidFill>
                <a:latin typeface="Arial" panose="020B0604020202020204" pitchFamily="34" charset="0"/>
                <a:cs typeface="Arial" panose="020B0604020202020204" pitchFamily="34" charset="0"/>
                <a:sym typeface="Symbol" panose="05050102010706020507" pitchFamily="18" charset="2"/>
              </a:rPr>
              <a:t>1</a:t>
            </a:r>
            <a:r>
              <a:rPr lang="en-US" sz="2400" b="0" i="0" u="none" strike="noStrike" dirty="0">
                <a:solidFill>
                  <a:schemeClr val="bg1"/>
                </a:solidFill>
                <a:latin typeface="Arial" panose="020B0604020202020204" pitchFamily="34" charset="0"/>
                <a:cs typeface="Arial" panose="020B0604020202020204" pitchFamily="34" charset="0"/>
                <a:sym typeface="Symbol" panose="05050102010706020507" pitchFamily="18" charset="2"/>
              </a:rPr>
              <a:t>, </a:t>
            </a:r>
            <a:r>
              <a:rPr lang="en-US" sz="2400" b="0" i="0" u="none" strike="noStrike" baseline="0" dirty="0">
                <a:solidFill>
                  <a:schemeClr val="bg1"/>
                </a:solidFill>
                <a:latin typeface="Arial" panose="020B0604020202020204" pitchFamily="34" charset="0"/>
                <a:cs typeface="Arial" panose="020B0604020202020204" pitchFamily="34" charset="0"/>
                <a:sym typeface="Symbol" panose="05050102010706020507" pitchFamily="18" charset="2"/>
              </a:rPr>
              <a:t></a:t>
            </a:r>
            <a:r>
              <a:rPr lang="en-US" sz="2400" b="0" i="0" u="none" strike="noStrike" baseline="-25000" dirty="0">
                <a:solidFill>
                  <a:schemeClr val="bg1"/>
                </a:solidFill>
                <a:latin typeface="Arial" panose="020B0604020202020204" pitchFamily="34" charset="0"/>
                <a:cs typeface="Arial" panose="020B0604020202020204" pitchFamily="34" charset="0"/>
                <a:sym typeface="Symbol" panose="05050102010706020507" pitchFamily="18" charset="2"/>
              </a:rPr>
              <a:t>2</a:t>
            </a:r>
            <a:r>
              <a:rPr lang="en-US" sz="2400" b="0" i="0" u="none" strike="noStrike" baseline="0" dirty="0">
                <a:solidFill>
                  <a:schemeClr val="bg1"/>
                </a:solidFill>
                <a:latin typeface="Arial" panose="020B0604020202020204" pitchFamily="34" charset="0"/>
                <a:cs typeface="Arial" panose="020B0604020202020204" pitchFamily="34" charset="0"/>
                <a:sym typeface="Symbol" panose="05050102010706020507" pitchFamily="18" charset="2"/>
              </a:rPr>
              <a:t>)</a:t>
            </a:r>
            <a:r>
              <a:rPr lang="en-US" sz="2400" b="0" i="0" u="none" strike="noStrike" baseline="0" dirty="0">
                <a:solidFill>
                  <a:schemeClr val="bg1"/>
                </a:solidFill>
                <a:latin typeface="Arial" panose="020B0604020202020204" pitchFamily="34" charset="0"/>
                <a:cs typeface="Arial" panose="020B0604020202020204" pitchFamily="34" charset="0"/>
              </a:rPr>
              <a:t>?</a:t>
            </a:r>
          </a:p>
          <a:p>
            <a:pPr marL="342900" indent="-342900" algn="just">
              <a:lnSpc>
                <a:spcPct val="200000"/>
              </a:lnSpc>
              <a:buClr>
                <a:srgbClr val="0000FF"/>
              </a:buClr>
              <a:buFont typeface="Wingdings" panose="05000000000000000000" pitchFamily="2" charset="2"/>
              <a:buChar char="v"/>
            </a:pPr>
            <a:r>
              <a:rPr lang="en-US" sz="2400" dirty="0">
                <a:solidFill>
                  <a:schemeClr val="bg1"/>
                </a:solidFill>
                <a:latin typeface="Arial" panose="020B0604020202020204" pitchFamily="34" charset="0"/>
                <a:cs typeface="Arial" panose="020B0604020202020204" pitchFamily="34" charset="0"/>
              </a:rPr>
              <a:t>W</a:t>
            </a:r>
            <a:r>
              <a:rPr lang="en-US" sz="2400" b="0" i="0" u="none" strike="noStrike" baseline="0" dirty="0">
                <a:solidFill>
                  <a:schemeClr val="bg1"/>
                </a:solidFill>
                <a:latin typeface="Arial" panose="020B0604020202020204" pitchFamily="34" charset="0"/>
                <a:cs typeface="Arial" panose="020B0604020202020204" pitchFamily="34" charset="0"/>
              </a:rPr>
              <a:t>hen only one variable is measured, it is of course simple</a:t>
            </a:r>
          </a:p>
          <a:p>
            <a:pPr marL="342900" indent="-342900" algn="just">
              <a:lnSpc>
                <a:spcPct val="200000"/>
              </a:lnSpc>
              <a:buClr>
                <a:srgbClr val="0000FF"/>
              </a:buClr>
              <a:buFont typeface="Wingdings" panose="05000000000000000000" pitchFamily="2" charset="2"/>
              <a:buChar char="v"/>
            </a:pPr>
            <a:r>
              <a:rPr lang="en-US" sz="2400" b="0" i="0" u="none" strike="noStrike" baseline="0" dirty="0">
                <a:solidFill>
                  <a:schemeClr val="bg1"/>
                </a:solidFill>
                <a:latin typeface="Arial" panose="020B0604020202020204" pitchFamily="34" charset="0"/>
                <a:cs typeface="Arial" panose="020B0604020202020204" pitchFamily="34" charset="0"/>
              </a:rPr>
              <a:t>A new measurement of distance comes into play, the </a:t>
            </a:r>
            <a:r>
              <a:rPr lang="en-US" sz="2400" b="0" i="0" u="none" strike="noStrike" baseline="0" dirty="0" err="1">
                <a:solidFill>
                  <a:srgbClr val="00B0F0"/>
                </a:solidFill>
                <a:latin typeface="Arial" panose="020B0604020202020204" pitchFamily="34" charset="0"/>
                <a:cs typeface="Arial" panose="020B0604020202020204" pitchFamily="34" charset="0"/>
              </a:rPr>
              <a:t>Mahalanobis</a:t>
            </a:r>
            <a:r>
              <a:rPr lang="en-US" sz="2400" b="0" i="0" u="none" strike="noStrike" baseline="0" dirty="0">
                <a:solidFill>
                  <a:srgbClr val="00B0F0"/>
                </a:solidFill>
                <a:latin typeface="Arial" panose="020B0604020202020204" pitchFamily="34" charset="0"/>
                <a:cs typeface="Arial" panose="020B0604020202020204" pitchFamily="34" charset="0"/>
              </a:rPr>
              <a:t> distance</a:t>
            </a:r>
            <a:r>
              <a:rPr lang="en-US" sz="2400" b="0" i="0" u="none" strike="noStrike" baseline="0" dirty="0">
                <a:solidFill>
                  <a:schemeClr val="bg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1257140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AD24C7B-F091-1C93-125C-DECB2A3E62C6}"/>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B84A00D6-127F-73E3-F972-387484241727}"/>
              </a:ext>
            </a:extLst>
          </p:cNvPr>
          <p:cNvSpPr>
            <a:spLocks noGrp="1"/>
          </p:cNvSpPr>
          <p:nvPr>
            <p:ph type="ctrTitle"/>
          </p:nvPr>
        </p:nvSpPr>
        <p:spPr>
          <a:xfrm>
            <a:off x="3172330" y="69012"/>
            <a:ext cx="4738093" cy="589235"/>
          </a:xfrm>
        </p:spPr>
        <p:txBody>
          <a:bodyPr>
            <a:normAutofit fontScale="90000"/>
          </a:bodyPr>
          <a:lstStyle/>
          <a:p>
            <a:pPr algn="ctr"/>
            <a:r>
              <a:rPr lang="en-US" sz="3600" dirty="0" err="1">
                <a:solidFill>
                  <a:srgbClr val="0070C0"/>
                </a:solidFill>
                <a:latin typeface="Arial" pitchFamily="34" charset="0"/>
                <a:cs typeface="Arial" pitchFamily="34" charset="0"/>
                <a:sym typeface="Symbol" panose="05050102010706020507" pitchFamily="18" charset="2"/>
              </a:rPr>
              <a:t>Mahalanobis</a:t>
            </a:r>
            <a:r>
              <a:rPr lang="en-US" sz="3600" dirty="0">
                <a:solidFill>
                  <a:srgbClr val="0070C0"/>
                </a:solidFill>
                <a:latin typeface="Arial" pitchFamily="34" charset="0"/>
                <a:cs typeface="Arial" pitchFamily="34" charset="0"/>
                <a:sym typeface="Symbol" panose="05050102010706020507" pitchFamily="18" charset="2"/>
              </a:rPr>
              <a:t> Distance</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5754261E-6D50-78B6-E3AA-4CF9AC66272D}"/>
              </a:ext>
            </a:extLst>
          </p:cNvPr>
          <p:cNvSpPr txBox="1"/>
          <p:nvPr/>
        </p:nvSpPr>
        <p:spPr>
          <a:xfrm>
            <a:off x="239349" y="1037848"/>
            <a:ext cx="11511664" cy="3521926"/>
          </a:xfrm>
          <a:prstGeom prst="rect">
            <a:avLst/>
          </a:prstGeom>
          <a:noFill/>
        </p:spPr>
        <p:txBody>
          <a:bodyPr wrap="square" rtlCol="0">
            <a:spAutoFit/>
          </a:bodyPr>
          <a:lstStyle/>
          <a:p>
            <a:pPr marL="342900" indent="-34290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Normal standardization (Z-score normalization) places correlated variables on the same scale by transforming them to have a mean of 0 and a standard deviation of 1</a:t>
            </a:r>
          </a:p>
          <a:p>
            <a:pPr marL="342900" indent="-342900" algn="just">
              <a:lnSpc>
                <a:spcPct val="200000"/>
              </a:lnSpc>
              <a:buClr>
                <a:srgbClr val="0000FF"/>
              </a:buClr>
              <a:buFont typeface="Wingdings" panose="05000000000000000000" pitchFamily="2" charset="2"/>
              <a:buChar char="v"/>
            </a:pPr>
            <a:r>
              <a:rPr lang="en-US" sz="2300" dirty="0">
                <a:solidFill>
                  <a:schemeClr val="bg1"/>
                </a:solidFill>
                <a:latin typeface="Arial" panose="020B0604020202020204" pitchFamily="34" charset="0"/>
                <a:cs typeface="Arial" panose="020B0604020202020204" pitchFamily="34" charset="0"/>
              </a:rPr>
              <a:t>This removes the influence of different units (e.g., kg, temperature) and magnitudes (0-1000 kg </a:t>
            </a:r>
            <a:r>
              <a:rPr lang="en-US" sz="2300" dirty="0" err="1">
                <a:solidFill>
                  <a:schemeClr val="bg1"/>
                </a:solidFill>
                <a:latin typeface="Arial" panose="020B0604020202020204" pitchFamily="34" charset="0"/>
                <a:cs typeface="Arial" panose="020B0604020202020204" pitchFamily="34" charset="0"/>
              </a:rPr>
              <a:t>versues</a:t>
            </a:r>
            <a:r>
              <a:rPr lang="en-US" sz="2300" dirty="0">
                <a:solidFill>
                  <a:schemeClr val="bg1"/>
                </a:solidFill>
                <a:latin typeface="Arial" panose="020B0604020202020204" pitchFamily="34" charset="0"/>
                <a:cs typeface="Arial" panose="020B0604020202020204" pitchFamily="34" charset="0"/>
              </a:rPr>
              <a:t> -5 to +100</a:t>
            </a:r>
            <a:r>
              <a:rPr lang="en-US" sz="2300" baseline="30000" dirty="0">
                <a:solidFill>
                  <a:schemeClr val="bg1"/>
                </a:solidFill>
                <a:latin typeface="Arial" panose="020B0604020202020204" pitchFamily="34" charset="0"/>
                <a:cs typeface="Arial" panose="020B0604020202020204" pitchFamily="34" charset="0"/>
              </a:rPr>
              <a:t>o</a:t>
            </a:r>
            <a:r>
              <a:rPr lang="en-US" sz="2300" dirty="0">
                <a:solidFill>
                  <a:schemeClr val="bg1"/>
                </a:solidFill>
                <a:latin typeface="Arial" panose="020B0604020202020204" pitchFamily="34" charset="0"/>
                <a:cs typeface="Arial" panose="020B0604020202020204" pitchFamily="34" charset="0"/>
              </a:rPr>
              <a:t>C, allowing the variables to contribute equally to analysis based on their </a:t>
            </a:r>
            <a:r>
              <a:rPr lang="en-US" sz="2300" dirty="0">
                <a:solidFill>
                  <a:schemeClr val="accent6">
                    <a:lumMod val="75000"/>
                  </a:schemeClr>
                </a:solidFill>
                <a:latin typeface="Arial" panose="020B0604020202020204" pitchFamily="34" charset="0"/>
                <a:cs typeface="Arial" panose="020B0604020202020204" pitchFamily="34" charset="0"/>
              </a:rPr>
              <a:t>relative deviation from the mean</a:t>
            </a:r>
            <a:r>
              <a:rPr lang="en-US" sz="2300" dirty="0">
                <a:solidFill>
                  <a:schemeClr val="bg1"/>
                </a:solidFill>
                <a:latin typeface="Arial" panose="020B0604020202020204" pitchFamily="34" charset="0"/>
                <a:cs typeface="Arial" panose="020B0604020202020204" pitchFamily="34" charset="0"/>
              </a:rPr>
              <a:t>, not their raw units.</a:t>
            </a:r>
            <a:endParaRPr lang="en-US" sz="2300" b="0" i="0" u="none" strike="noStrike" baseline="0"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5" name="Rectangle 4"/>
              <p:cNvSpPr/>
              <p:nvPr/>
            </p:nvSpPr>
            <p:spPr>
              <a:xfrm>
                <a:off x="3882478" y="5566460"/>
                <a:ext cx="4370219" cy="919675"/>
              </a:xfrm>
              <a:prstGeom prst="rect">
                <a:avLst/>
              </a:prstGeom>
            </p:spPr>
            <p:txBody>
              <a:bodyPr wrap="square">
                <a:spAutoFit/>
              </a:bodyPr>
              <a:lstStyle/>
              <a:p>
                <a:pPr>
                  <a:lnSpc>
                    <a:spcPct val="200000"/>
                  </a:lnSpc>
                </a:pPr>
                <a14:m>
                  <m:oMath xmlns:m="http://schemas.openxmlformats.org/officeDocument/2006/math">
                    <m:r>
                      <a:rPr lang="en-IN" sz="2800" b="1" i="0" smtClean="0">
                        <a:solidFill>
                          <a:schemeClr val="bg1"/>
                        </a:solidFill>
                        <a:latin typeface="Cambria Math" panose="02040503050406030204" pitchFamily="18" charset="0"/>
                        <a:cs typeface="Arial" panose="020B0604020202020204" pitchFamily="34" charset="0"/>
                      </a:rPr>
                      <m:t>(</m:t>
                    </m:r>
                    <m:r>
                      <a:rPr lang="en-IN" sz="2800" b="1" i="0" smtClean="0">
                        <a:solidFill>
                          <a:schemeClr val="bg1"/>
                        </a:solidFill>
                        <a:latin typeface="Cambria Math" panose="02040503050406030204" pitchFamily="18" charset="0"/>
                        <a:cs typeface="Arial" panose="020B0604020202020204" pitchFamily="34" charset="0"/>
                      </a:rPr>
                      <m:t>𝐱</m:t>
                    </m:r>
                    <m:r>
                      <a:rPr lang="en-IN" sz="2800" b="1" i="0" smtClean="0">
                        <a:solidFill>
                          <a:schemeClr val="bg1"/>
                        </a:solidFill>
                        <a:latin typeface="Cambria Math" panose="02040503050406030204" pitchFamily="18" charset="0"/>
                        <a:cs typeface="Arial" panose="020B0604020202020204" pitchFamily="34" charset="0"/>
                      </a:rPr>
                      <m:t>−</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IN" sz="2800" i="1" dirty="0"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oMath>
                </a14:m>
                <a:r>
                  <a:rPr lang="en-US" sz="2800" baseline="30000" dirty="0">
                    <a:solidFill>
                      <a:schemeClr val="bg1"/>
                    </a:solidFill>
                    <a:latin typeface="Arial" panose="020B0604020202020204" pitchFamily="34" charset="0"/>
                    <a:cs typeface="Arial" panose="020B0604020202020204" pitchFamily="34" charset="0"/>
                  </a:rPr>
                  <a:t>-1</a:t>
                </a:r>
                <a14:m>
                  <m:oMath xmlns:m="http://schemas.openxmlformats.org/officeDocument/2006/math">
                    <m:d>
                      <m:dPr>
                        <m:ctrlPr>
                          <a:rPr lang="en-IN" sz="2800" i="1">
                            <a:solidFill>
                              <a:schemeClr val="bg1"/>
                            </a:solidFill>
                            <a:latin typeface="Cambria Math" panose="02040503050406030204" pitchFamily="18" charset="0"/>
                            <a:cs typeface="Arial" panose="020B0604020202020204" pitchFamily="34" charset="0"/>
                          </a:rPr>
                        </m:ctrlPr>
                      </m:dPr>
                      <m:e>
                        <m:r>
                          <a:rPr lang="en-IN" sz="2800" b="1" i="0">
                            <a:solidFill>
                              <a:schemeClr val="bg1"/>
                            </a:solidFill>
                            <a:latin typeface="Cambria Math" panose="02040503050406030204" pitchFamily="18" charset="0"/>
                            <a:cs typeface="Arial" panose="020B0604020202020204" pitchFamily="34" charset="0"/>
                          </a:rPr>
                          <m:t>𝐱</m:t>
                        </m:r>
                        <m:r>
                          <a:rPr lang="en-IN" sz="2800" b="1" i="0">
                            <a:solidFill>
                              <a:schemeClr val="bg1"/>
                            </a:solidFill>
                            <a:latin typeface="Cambria Math" panose="02040503050406030204" pitchFamily="18" charset="0"/>
                            <a:cs typeface="Arial" panose="020B0604020202020204" pitchFamily="34" charset="0"/>
                          </a:rPr>
                          <m:t>−</m:t>
                        </m:r>
                        <m:r>
                          <a:rPr lang="en-IN" sz="2800" b="1" i="0">
                            <a:solidFill>
                              <a:schemeClr val="bg1"/>
                            </a:solidFill>
                            <a:latin typeface="Cambria Math" panose="02040503050406030204" pitchFamily="18" charset="0"/>
                            <a:ea typeface="Cambria Math" panose="02040503050406030204" pitchFamily="18" charset="0"/>
                            <a:cs typeface="Arial" panose="020B0604020202020204" pitchFamily="34" charset="0"/>
                          </a:rPr>
                          <m:t>𝛍</m:t>
                        </m:r>
                      </m:e>
                    </m:d>
                    <m:r>
                      <a:rPr lang="en-IN" sz="2800" b="1"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 </m:t>
                    </m:r>
                    <m:r>
                      <a:rPr lang="en-IN" sz="2800" b="1"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 </m:t>
                    </m:r>
                    <m:sSubSup>
                      <m:sSubSupPr>
                        <m:ctrlPr>
                          <a:rPr lang="en-IN" sz="280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ctrlPr>
                      </m:sSubSupPr>
                      <m:e>
                        <m:r>
                          <a:rPr lang="en-IN" sz="2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e>
                      <m:sub>
                        <m:r>
                          <a:rPr lang="en-IN" sz="2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𝑝</m:t>
                        </m:r>
                      </m:sub>
                      <m:sup>
                        <m:r>
                          <a:rPr lang="en-IN" sz="2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2</m:t>
                        </m:r>
                      </m:sup>
                    </m:sSubSup>
                    <m:r>
                      <a:rPr lang="en-IN" sz="28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sym typeface="Symbol" panose="05050102010706020507" pitchFamily="18" charset="2"/>
                      </a:rPr>
                      <m:t>()</m:t>
                    </m:r>
                  </m:oMath>
                </a14:m>
                <a:endParaRPr lang="en-IN" sz="2400" dirty="0">
                  <a:solidFill>
                    <a:srgbClr val="00B0F0"/>
                  </a:solidFill>
                  <a:latin typeface="Arial" panose="020B0604020202020204" pitchFamily="34" charset="0"/>
                  <a:cs typeface="Arial" panose="020B0604020202020204" pitchFamily="34"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3882478" y="5566460"/>
                <a:ext cx="4370219" cy="919675"/>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3588444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24C7B-F091-1C93-125C-DECB2A3E62C6}"/>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B84A00D6-127F-73E3-F972-387484241727}"/>
              </a:ext>
            </a:extLst>
          </p:cNvPr>
          <p:cNvSpPr>
            <a:spLocks noGrp="1"/>
          </p:cNvSpPr>
          <p:nvPr>
            <p:ph type="ctrTitle"/>
          </p:nvPr>
        </p:nvSpPr>
        <p:spPr>
          <a:xfrm>
            <a:off x="3940081" y="-95200"/>
            <a:ext cx="4738093" cy="589235"/>
          </a:xfrm>
        </p:spPr>
        <p:txBody>
          <a:bodyPr>
            <a:normAutofit fontScale="90000"/>
          </a:bodyPr>
          <a:lstStyle/>
          <a:p>
            <a:pPr algn="ctr"/>
            <a:r>
              <a:rPr lang="en-US" sz="3600" dirty="0" err="1">
                <a:solidFill>
                  <a:srgbClr val="0070C0"/>
                </a:solidFill>
                <a:latin typeface="Arial" pitchFamily="34" charset="0"/>
                <a:cs typeface="Arial" pitchFamily="34" charset="0"/>
                <a:sym typeface="Symbol" panose="05050102010706020507" pitchFamily="18" charset="2"/>
              </a:rPr>
              <a:t>Mahalanobis</a:t>
            </a:r>
            <a:r>
              <a:rPr lang="en-US" sz="3600" dirty="0">
                <a:solidFill>
                  <a:srgbClr val="0070C0"/>
                </a:solidFill>
                <a:latin typeface="Arial" pitchFamily="34" charset="0"/>
                <a:cs typeface="Arial" pitchFamily="34" charset="0"/>
                <a:sym typeface="Symbol" panose="05050102010706020507" pitchFamily="18" charset="2"/>
              </a:rPr>
              <a:t> Distance</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5754261E-6D50-78B6-E3AA-4CF9AC66272D}"/>
              </a:ext>
            </a:extLst>
          </p:cNvPr>
          <p:cNvSpPr txBox="1"/>
          <p:nvPr/>
        </p:nvSpPr>
        <p:spPr>
          <a:xfrm>
            <a:off x="230723" y="562738"/>
            <a:ext cx="11186617" cy="2459071"/>
          </a:xfrm>
          <a:prstGeom prst="rect">
            <a:avLst/>
          </a:prstGeom>
          <a:noFill/>
        </p:spPr>
        <p:txBody>
          <a:bodyPr wrap="square" rtlCol="0">
            <a:spAutoFit/>
          </a:bodyPr>
          <a:lstStyle/>
          <a:p>
            <a:pPr marL="342900" indent="-342900" algn="just">
              <a:lnSpc>
                <a:spcPct val="200000"/>
              </a:lnSpc>
              <a:buClr>
                <a:srgbClr val="0000FF"/>
              </a:buClr>
              <a:buFont typeface="Wingdings" panose="05000000000000000000" pitchFamily="2" charset="2"/>
              <a:buChar char="v"/>
            </a:pPr>
            <a:r>
              <a:rPr lang="en-US" sz="2000" dirty="0">
                <a:solidFill>
                  <a:srgbClr val="C00000"/>
                </a:solidFill>
                <a:latin typeface="Arial" panose="020B0604020202020204" pitchFamily="34" charset="0"/>
                <a:cs typeface="Arial" panose="020B0604020202020204" pitchFamily="34" charset="0"/>
              </a:rPr>
              <a:t>Even with 2 variables with correlation, the above expression leads to the equation of an ellipse whose principal axes are orthogonal</a:t>
            </a:r>
            <a:endParaRPr lang="en-US" sz="2000" b="0" i="0" u="none" strike="noStrike" baseline="0" dirty="0">
              <a:solidFill>
                <a:srgbClr val="C00000"/>
              </a:solidFill>
              <a:latin typeface="Arial" panose="020B0604020202020204" pitchFamily="34" charset="0"/>
              <a:cs typeface="Arial" panose="020B0604020202020204" pitchFamily="34" charset="0"/>
            </a:endParaRPr>
          </a:p>
          <a:p>
            <a:pPr marL="342900" indent="-342900" algn="just">
              <a:lnSpc>
                <a:spcPct val="200000"/>
              </a:lnSpc>
              <a:buClr>
                <a:srgbClr val="0000FF"/>
              </a:buClr>
              <a:buFont typeface="Wingdings" panose="05000000000000000000" pitchFamily="2" charset="2"/>
              <a:buChar char="v"/>
            </a:pPr>
            <a:r>
              <a:rPr lang="en-US" sz="2000" b="0" i="0" u="none" strike="noStrike" baseline="0" dirty="0">
                <a:solidFill>
                  <a:schemeClr val="bg1"/>
                </a:solidFill>
                <a:latin typeface="Arial" panose="020B0604020202020204" pitchFamily="34" charset="0"/>
                <a:cs typeface="Arial" panose="020B0604020202020204" pitchFamily="34" charset="0"/>
              </a:rPr>
              <a:t>Figure below is of the </a:t>
            </a:r>
            <a:r>
              <a:rPr lang="en-US" sz="2000" b="0" i="0" u="none" strike="noStrike" baseline="0" dirty="0" err="1">
                <a:solidFill>
                  <a:schemeClr val="bg1"/>
                </a:solidFill>
                <a:latin typeface="Arial" panose="020B0604020202020204" pitchFamily="34" charset="0"/>
                <a:cs typeface="Arial" panose="020B0604020202020204" pitchFamily="34" charset="0"/>
              </a:rPr>
              <a:t>Mahalanobis</a:t>
            </a:r>
            <a:r>
              <a:rPr lang="en-US" sz="2000" b="0" i="0" u="none" strike="noStrike" baseline="0" dirty="0">
                <a:solidFill>
                  <a:schemeClr val="bg1"/>
                </a:solidFill>
                <a:latin typeface="Arial" panose="020B0604020202020204" pitchFamily="34" charset="0"/>
                <a:cs typeface="Arial" panose="020B0604020202020204" pitchFamily="34" charset="0"/>
              </a:rPr>
              <a:t> distance of 2 (or a squared distance of 4) units from the </a:t>
            </a:r>
            <a:r>
              <a:rPr lang="en-US" sz="2000" b="0" i="0" u="none" strike="noStrike" baseline="0" dirty="0" err="1">
                <a:solidFill>
                  <a:schemeClr val="bg1"/>
                </a:solidFill>
                <a:latin typeface="Arial" panose="020B0604020202020204" pitchFamily="34" charset="0"/>
                <a:cs typeface="Arial" panose="020B0604020202020204" pitchFamily="34" charset="0"/>
              </a:rPr>
              <a:t>centre</a:t>
            </a:r>
            <a:r>
              <a:rPr lang="en-US" sz="2000" b="0" i="0" u="none" strike="noStrike" baseline="0" dirty="0">
                <a:solidFill>
                  <a:schemeClr val="bg1"/>
                </a:solidFill>
                <a:latin typeface="Arial" panose="020B0604020202020204" pitchFamily="34" charset="0"/>
                <a:cs typeface="Arial" panose="020B0604020202020204" pitchFamily="34" charset="0"/>
              </a:rPr>
              <a:t> of a bivariate normal distribution.</a:t>
            </a:r>
          </a:p>
        </p:txBody>
      </p:sp>
      <p:pic>
        <p:nvPicPr>
          <p:cNvPr id="3" name="Picture 2"/>
          <p:cNvPicPr>
            <a:picLocks noChangeAspect="1"/>
          </p:cNvPicPr>
          <p:nvPr/>
        </p:nvPicPr>
        <p:blipFill>
          <a:blip r:embed="rId3"/>
          <a:stretch>
            <a:fillRect/>
          </a:stretch>
        </p:blipFill>
        <p:spPr>
          <a:xfrm>
            <a:off x="5245344" y="2815006"/>
            <a:ext cx="3803764" cy="3887718"/>
          </a:xfrm>
          <a:prstGeom prst="rect">
            <a:avLst/>
          </a:prstGeom>
        </p:spPr>
      </p:pic>
    </p:spTree>
    <p:extLst>
      <p:ext uri="{BB962C8B-B14F-4D97-AF65-F5344CB8AC3E}">
        <p14:creationId xmlns:p14="http://schemas.microsoft.com/office/powerpoint/2010/main" val="13147492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D54375E-2927-C58D-43BB-97F65767FB4C}"/>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5E7A418F-E4CF-3806-1A2D-FB2D1F8A6EB7}"/>
              </a:ext>
            </a:extLst>
          </p:cNvPr>
          <p:cNvSpPr>
            <a:spLocks noGrp="1"/>
          </p:cNvSpPr>
          <p:nvPr>
            <p:ph type="ctrTitle"/>
          </p:nvPr>
        </p:nvSpPr>
        <p:spPr>
          <a:xfrm>
            <a:off x="239349" y="0"/>
            <a:ext cx="11571136" cy="589235"/>
          </a:xfrm>
        </p:spPr>
        <p:txBody>
          <a:bodyPr>
            <a:normAutofit/>
          </a:bodyPr>
          <a:lstStyle/>
          <a:p>
            <a:pPr algn="ctr"/>
            <a:r>
              <a:rPr lang="en-US" sz="3600" dirty="0" err="1">
                <a:solidFill>
                  <a:srgbClr val="0070C0"/>
                </a:solidFill>
                <a:effectLst/>
                <a:latin typeface="Arial" pitchFamily="34" charset="0"/>
                <a:cs typeface="Arial" pitchFamily="34" charset="0"/>
                <a:sym typeface="Symbol" panose="05050102010706020507" pitchFamily="18" charset="2"/>
              </a:rPr>
              <a:t>Mahalanobis</a:t>
            </a:r>
            <a:r>
              <a:rPr lang="en-US" sz="3600" dirty="0">
                <a:solidFill>
                  <a:srgbClr val="0070C0"/>
                </a:solidFill>
                <a:effectLst/>
                <a:latin typeface="Arial" pitchFamily="34" charset="0"/>
                <a:cs typeface="Arial" pitchFamily="34" charset="0"/>
                <a:sym typeface="Symbol" panose="05050102010706020507" pitchFamily="18" charset="2"/>
              </a:rPr>
              <a:t> </a:t>
            </a:r>
            <a:r>
              <a:rPr lang="en-US" sz="3600" dirty="0">
                <a:solidFill>
                  <a:srgbClr val="0070C0"/>
                </a:solidFill>
                <a:latin typeface="Arial" pitchFamily="34" charset="0"/>
                <a:cs typeface="Arial" pitchFamily="34" charset="0"/>
                <a:sym typeface="Symbol" panose="05050102010706020507" pitchFamily="18" charset="2"/>
              </a:rPr>
              <a:t>Distance</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C4CB0FD7-980D-44DC-AF36-80E910DDC9FB}"/>
              </a:ext>
            </a:extLst>
          </p:cNvPr>
          <p:cNvSpPr txBox="1"/>
          <p:nvPr/>
        </p:nvSpPr>
        <p:spPr>
          <a:xfrm>
            <a:off x="645521" y="997797"/>
            <a:ext cx="10758792" cy="5262979"/>
          </a:xfrm>
          <a:prstGeom prst="rect">
            <a:avLst/>
          </a:prstGeom>
          <a:noFill/>
        </p:spPr>
        <p:txBody>
          <a:bodyPr wrap="square" rtlCol="0">
            <a:spAutoFit/>
          </a:bodyPr>
          <a:lstStyle/>
          <a:p>
            <a:pPr marL="342900" indent="-342900" algn="just">
              <a:lnSpc>
                <a:spcPct val="200000"/>
              </a:lnSpc>
              <a:buClr>
                <a:srgbClr val="0000FF"/>
              </a:buClr>
              <a:buFont typeface="Wingdings" panose="05000000000000000000" pitchFamily="2" charset="2"/>
              <a:buChar char="v"/>
            </a:pPr>
            <a:r>
              <a:rPr lang="en-US" sz="2400" b="0" i="0" u="none" strike="noStrike" baseline="0" dirty="0">
                <a:solidFill>
                  <a:schemeClr val="bg1"/>
                </a:solidFill>
                <a:latin typeface="Arial" panose="020B0604020202020204" pitchFamily="34" charset="0"/>
                <a:cs typeface="Arial" panose="020B0604020202020204" pitchFamily="34" charset="0"/>
              </a:rPr>
              <a:t>Figure in previous slide is of the </a:t>
            </a:r>
            <a:r>
              <a:rPr lang="en-US" sz="2400" b="0" i="0" u="none" strike="noStrike" baseline="0" dirty="0" err="1">
                <a:solidFill>
                  <a:schemeClr val="bg1"/>
                </a:solidFill>
                <a:latin typeface="Arial" panose="020B0604020202020204" pitchFamily="34" charset="0"/>
                <a:cs typeface="Arial" panose="020B0604020202020204" pitchFamily="34" charset="0"/>
              </a:rPr>
              <a:t>Mahalanobis</a:t>
            </a:r>
            <a:r>
              <a:rPr lang="en-US" sz="2400" b="0" i="0" u="none" strike="noStrike" baseline="0" dirty="0">
                <a:solidFill>
                  <a:schemeClr val="bg1"/>
                </a:solidFill>
                <a:latin typeface="Arial" panose="020B0604020202020204" pitchFamily="34" charset="0"/>
                <a:cs typeface="Arial" panose="020B0604020202020204" pitchFamily="34" charset="0"/>
              </a:rPr>
              <a:t> distance of 2 (or a squared distance of 4) units from the </a:t>
            </a:r>
            <a:r>
              <a:rPr lang="en-US" sz="2400" b="0" i="0" u="none" strike="noStrike" baseline="0" dirty="0" err="1">
                <a:solidFill>
                  <a:schemeClr val="bg1"/>
                </a:solidFill>
                <a:latin typeface="Arial" panose="020B0604020202020204" pitchFamily="34" charset="0"/>
                <a:cs typeface="Arial" panose="020B0604020202020204" pitchFamily="34" charset="0"/>
              </a:rPr>
              <a:t>centre</a:t>
            </a:r>
            <a:r>
              <a:rPr lang="en-US" sz="2400" b="0" i="0" u="none" strike="noStrike" baseline="0" dirty="0">
                <a:solidFill>
                  <a:schemeClr val="bg1"/>
                </a:solidFill>
                <a:latin typeface="Arial" panose="020B0604020202020204" pitchFamily="34" charset="0"/>
                <a:cs typeface="Arial" panose="020B0604020202020204" pitchFamily="34" charset="0"/>
              </a:rPr>
              <a:t> of a </a:t>
            </a:r>
            <a:r>
              <a:rPr lang="en-US" sz="2400" b="0" i="0" u="none" strike="noStrike" baseline="0" dirty="0">
                <a:solidFill>
                  <a:srgbClr val="0000FF"/>
                </a:solidFill>
                <a:latin typeface="Arial" panose="020B0604020202020204" pitchFamily="34" charset="0"/>
                <a:cs typeface="Arial" panose="020B0604020202020204" pitchFamily="34" charset="0"/>
              </a:rPr>
              <a:t>bivariate</a:t>
            </a:r>
            <a:r>
              <a:rPr lang="en-US" sz="2400" b="0" i="0" u="none" strike="noStrike" baseline="0" dirty="0">
                <a:solidFill>
                  <a:schemeClr val="bg1"/>
                </a:solidFill>
                <a:latin typeface="Arial" panose="020B0604020202020204" pitchFamily="34" charset="0"/>
                <a:cs typeface="Arial" panose="020B0604020202020204" pitchFamily="34" charset="0"/>
              </a:rPr>
              <a:t> </a:t>
            </a:r>
            <a:r>
              <a:rPr lang="en-US" sz="2400" b="0" i="0" u="none" strike="noStrike" baseline="0" dirty="0">
                <a:solidFill>
                  <a:srgbClr val="7030A0"/>
                </a:solidFill>
                <a:latin typeface="Arial" panose="020B0604020202020204" pitchFamily="34" charset="0"/>
                <a:cs typeface="Arial" panose="020B0604020202020204" pitchFamily="34" charset="0"/>
              </a:rPr>
              <a:t>normal</a:t>
            </a:r>
            <a:r>
              <a:rPr lang="en-US" sz="2400" b="0" i="0" u="none" strike="noStrike" baseline="0" dirty="0">
                <a:solidFill>
                  <a:schemeClr val="bg1"/>
                </a:solidFill>
                <a:latin typeface="Arial" panose="020B0604020202020204" pitchFamily="34" charset="0"/>
                <a:cs typeface="Arial" panose="020B0604020202020204" pitchFamily="34" charset="0"/>
              </a:rPr>
              <a:t> distribution.</a:t>
            </a:r>
          </a:p>
          <a:p>
            <a:pPr marL="342900" indent="-342900" algn="just">
              <a:lnSpc>
                <a:spcPct val="200000"/>
              </a:lnSpc>
              <a:buClr>
                <a:srgbClr val="0000FF"/>
              </a:buClr>
              <a:buFont typeface="Wingdings" panose="05000000000000000000" pitchFamily="2" charset="2"/>
              <a:buChar char="v"/>
            </a:pPr>
            <a:r>
              <a:rPr lang="en-US" sz="2400" b="0" i="0" u="none" strike="noStrike" baseline="0" dirty="0">
                <a:solidFill>
                  <a:schemeClr val="bg1"/>
                </a:solidFill>
                <a:latin typeface="Arial" panose="020B0604020202020204" pitchFamily="34" charset="0"/>
                <a:cs typeface="Arial" panose="020B0604020202020204" pitchFamily="34" charset="0"/>
              </a:rPr>
              <a:t>If an underlying distribution is multinormal, we expect the </a:t>
            </a:r>
            <a:r>
              <a:rPr lang="en-US" sz="2400" b="0" i="0" u="none" strike="noStrike" baseline="0" dirty="0" err="1">
                <a:solidFill>
                  <a:schemeClr val="bg1"/>
                </a:solidFill>
                <a:latin typeface="Arial" panose="020B0604020202020204" pitchFamily="34" charset="0"/>
                <a:cs typeface="Arial" panose="020B0604020202020204" pitchFamily="34" charset="0"/>
              </a:rPr>
              <a:t>Mahalanobis</a:t>
            </a:r>
            <a:r>
              <a:rPr lang="en-US" sz="2400" b="0" i="0" u="none" strike="noStrike" baseline="0" dirty="0">
                <a:solidFill>
                  <a:schemeClr val="bg1"/>
                </a:solidFill>
                <a:latin typeface="Arial" panose="020B0604020202020204" pitchFamily="34" charset="0"/>
                <a:cs typeface="Arial" panose="020B0604020202020204" pitchFamily="34" charset="0"/>
              </a:rPr>
              <a:t> distances to be characterized by a chi square distribution. </a:t>
            </a:r>
          </a:p>
          <a:p>
            <a:pPr marL="342900" indent="-342900" algn="just">
              <a:lnSpc>
                <a:spcPct val="200000"/>
              </a:lnSpc>
              <a:buClr>
                <a:srgbClr val="0000FF"/>
              </a:buClr>
              <a:buFont typeface="Wingdings" panose="05000000000000000000" pitchFamily="2" charset="2"/>
              <a:buChar char="v"/>
            </a:pPr>
            <a:r>
              <a:rPr lang="en-US" sz="2400" b="0" i="0" u="none" strike="noStrike" baseline="0" dirty="0">
                <a:solidFill>
                  <a:schemeClr val="bg1"/>
                </a:solidFill>
                <a:latin typeface="Arial" panose="020B0604020202020204" pitchFamily="34" charset="0"/>
                <a:cs typeface="Arial" panose="020B0604020202020204" pitchFamily="34" charset="0"/>
              </a:rPr>
              <a:t>The number of degrees of freedom of the chi-square distribution equals the number of variables. </a:t>
            </a:r>
          </a:p>
          <a:p>
            <a:pPr marL="342900" indent="-342900" algn="just">
              <a:lnSpc>
                <a:spcPct val="200000"/>
              </a:lnSpc>
              <a:buClr>
                <a:srgbClr val="0000FF"/>
              </a:buClr>
              <a:buFont typeface="Wingdings" panose="05000000000000000000" pitchFamily="2" charset="2"/>
              <a:buChar char="v"/>
            </a:pPr>
            <a:r>
              <a:rPr lang="en-US" sz="2400" b="0" i="0" u="none" strike="noStrike" baseline="0" dirty="0">
                <a:solidFill>
                  <a:schemeClr val="bg1"/>
                </a:solidFill>
                <a:latin typeface="Arial" panose="020B0604020202020204" pitchFamily="34" charset="0"/>
                <a:cs typeface="Arial" panose="020B0604020202020204" pitchFamily="34" charset="0"/>
              </a:rPr>
              <a:t>So, for two variables, it has 2 degrees of freedom</a:t>
            </a:r>
          </a:p>
        </p:txBody>
      </p:sp>
    </p:spTree>
    <p:extLst>
      <p:ext uri="{BB962C8B-B14F-4D97-AF65-F5344CB8AC3E}">
        <p14:creationId xmlns:p14="http://schemas.microsoft.com/office/powerpoint/2010/main" val="248480519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6E729FA-F103-2304-975B-4266990AFA4A}"/>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45BDC6E3-95B4-1626-BC8F-75C3867CC017}"/>
              </a:ext>
            </a:extLst>
          </p:cNvPr>
          <p:cNvSpPr>
            <a:spLocks noGrp="1"/>
          </p:cNvSpPr>
          <p:nvPr>
            <p:ph type="ctrTitle"/>
          </p:nvPr>
        </p:nvSpPr>
        <p:spPr>
          <a:xfrm>
            <a:off x="239349" y="0"/>
            <a:ext cx="11571136" cy="589235"/>
          </a:xfrm>
        </p:spPr>
        <p:txBody>
          <a:bodyPr>
            <a:normAutofit/>
          </a:bodyPr>
          <a:lstStyle/>
          <a:p>
            <a:pPr algn="ctr"/>
            <a:r>
              <a:rPr lang="en-US" sz="3600" dirty="0" err="1">
                <a:solidFill>
                  <a:srgbClr val="0070C0"/>
                </a:solidFill>
                <a:effectLst/>
                <a:latin typeface="Arial" pitchFamily="34" charset="0"/>
                <a:cs typeface="Arial" pitchFamily="34" charset="0"/>
                <a:sym typeface="Symbol" panose="05050102010706020507" pitchFamily="18" charset="2"/>
              </a:rPr>
              <a:t>Mahalanobis</a:t>
            </a:r>
            <a:r>
              <a:rPr lang="en-US" sz="3600" dirty="0">
                <a:solidFill>
                  <a:srgbClr val="0070C0"/>
                </a:solidFill>
                <a:latin typeface="Arial" pitchFamily="34" charset="0"/>
                <a:cs typeface="Arial" pitchFamily="34" charset="0"/>
                <a:sym typeface="Symbol" panose="05050102010706020507" pitchFamily="18" charset="2"/>
              </a:rPr>
              <a:t> Distance</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ED9B780D-9A52-DAA6-3DCF-21BA76C70BB6}"/>
              </a:ext>
            </a:extLst>
          </p:cNvPr>
          <p:cNvSpPr txBox="1"/>
          <p:nvPr/>
        </p:nvSpPr>
        <p:spPr>
          <a:xfrm>
            <a:off x="737933" y="1143712"/>
            <a:ext cx="10573967" cy="4049891"/>
          </a:xfrm>
          <a:prstGeom prst="rect">
            <a:avLst/>
          </a:prstGeom>
          <a:noFill/>
        </p:spPr>
        <p:txBody>
          <a:bodyPr wrap="square" rtlCol="0">
            <a:spAutoFit/>
          </a:bodyPr>
          <a:lstStyle/>
          <a:p>
            <a:pPr marL="342900" indent="-342900" algn="just">
              <a:lnSpc>
                <a:spcPct val="200000"/>
              </a:lnSpc>
              <a:buClr>
                <a:srgbClr val="0000FF"/>
              </a:buClr>
              <a:buFont typeface="Wingdings" panose="05000000000000000000" pitchFamily="2" charset="2"/>
              <a:buChar char="v"/>
            </a:pPr>
            <a:r>
              <a:rPr lang="en-US" sz="2200" b="0" i="0" u="none" strike="noStrike" baseline="0" dirty="0">
                <a:solidFill>
                  <a:schemeClr val="bg1"/>
                </a:solidFill>
                <a:latin typeface="Arial" panose="020B0604020202020204" pitchFamily="34" charset="0"/>
                <a:cs typeface="Arial" panose="020B0604020202020204" pitchFamily="34" charset="0"/>
              </a:rPr>
              <a:t> Using Excel, we predict the # of observations that is outside a defined number of </a:t>
            </a:r>
            <a:r>
              <a:rPr lang="en-US" sz="2200" b="0" i="0" u="none" strike="noStrike" baseline="0" dirty="0" err="1">
                <a:solidFill>
                  <a:schemeClr val="bg1"/>
                </a:solidFill>
                <a:latin typeface="Arial" panose="020B0604020202020204" pitchFamily="34" charset="0"/>
                <a:cs typeface="Arial" panose="020B0604020202020204" pitchFamily="34" charset="0"/>
              </a:rPr>
              <a:t>Mahalanobis</a:t>
            </a:r>
            <a:r>
              <a:rPr lang="en-US" sz="2200" b="0" i="0" u="none" strike="noStrike" baseline="0" dirty="0">
                <a:solidFill>
                  <a:schemeClr val="bg1"/>
                </a:solidFill>
                <a:latin typeface="Arial" panose="020B0604020202020204" pitchFamily="34" charset="0"/>
                <a:cs typeface="Arial" panose="020B0604020202020204" pitchFamily="34" charset="0"/>
              </a:rPr>
              <a:t> distances from the </a:t>
            </a:r>
            <a:r>
              <a:rPr lang="en-US" sz="2200" b="0" i="0" u="none" strike="noStrike" baseline="0" dirty="0" err="1">
                <a:solidFill>
                  <a:schemeClr val="bg1"/>
                </a:solidFill>
                <a:latin typeface="Arial" panose="020B0604020202020204" pitchFamily="34" charset="0"/>
                <a:cs typeface="Arial" panose="020B0604020202020204" pitchFamily="34" charset="0"/>
              </a:rPr>
              <a:t>centre</a:t>
            </a:r>
            <a:r>
              <a:rPr lang="en-US" sz="2200" b="0" i="0" u="none" strike="noStrike" baseline="0" dirty="0">
                <a:solidFill>
                  <a:schemeClr val="bg1"/>
                </a:solidFill>
                <a:latin typeface="Arial" panose="020B0604020202020204" pitchFamily="34" charset="0"/>
                <a:cs typeface="Arial" panose="020B0604020202020204" pitchFamily="34" charset="0"/>
              </a:rPr>
              <a:t>.</a:t>
            </a:r>
          </a:p>
          <a:p>
            <a:pPr marL="342900" indent="-342900" algn="just">
              <a:lnSpc>
                <a:spcPct val="200000"/>
              </a:lnSpc>
              <a:buClr>
                <a:srgbClr val="0000FF"/>
              </a:buClr>
              <a:buFont typeface="Wingdings" panose="05000000000000000000" pitchFamily="2" charset="2"/>
              <a:buChar char="v"/>
            </a:pPr>
            <a:r>
              <a:rPr lang="en-US" sz="2200" b="0" i="0" u="none" strike="noStrike" baseline="0" dirty="0">
                <a:solidFill>
                  <a:schemeClr val="bg1"/>
                </a:solidFill>
                <a:latin typeface="Arial" panose="020B0604020202020204" pitchFamily="34" charset="0"/>
                <a:cs typeface="Arial" panose="020B0604020202020204" pitchFamily="34" charset="0"/>
              </a:rPr>
              <a:t>The percentage predicted to be further than 2 </a:t>
            </a:r>
            <a:r>
              <a:rPr lang="en-US" sz="2200" b="0" i="0" u="none" strike="noStrike" baseline="0" dirty="0" err="1">
                <a:solidFill>
                  <a:schemeClr val="bg1"/>
                </a:solidFill>
                <a:latin typeface="Arial" panose="020B0604020202020204" pitchFamily="34" charset="0"/>
                <a:cs typeface="Arial" panose="020B0604020202020204" pitchFamily="34" charset="0"/>
              </a:rPr>
              <a:t>Mahalanobis</a:t>
            </a:r>
            <a:r>
              <a:rPr lang="en-US" sz="2200" b="0" i="0" u="none" strike="noStrike" baseline="0" dirty="0">
                <a:solidFill>
                  <a:schemeClr val="bg1"/>
                </a:solidFill>
                <a:latin typeface="Arial" panose="020B0604020202020204" pitchFamily="34" charset="0"/>
                <a:cs typeface="Arial" panose="020B0604020202020204" pitchFamily="34" charset="0"/>
              </a:rPr>
              <a:t> distance units from the </a:t>
            </a:r>
            <a:r>
              <a:rPr lang="en-US" sz="2200" b="0" i="0" u="none" strike="noStrike" baseline="0" dirty="0" err="1">
                <a:solidFill>
                  <a:schemeClr val="bg1"/>
                </a:solidFill>
                <a:latin typeface="Arial" panose="020B0604020202020204" pitchFamily="34" charset="0"/>
                <a:cs typeface="Arial" panose="020B0604020202020204" pitchFamily="34" charset="0"/>
              </a:rPr>
              <a:t>centre</a:t>
            </a:r>
            <a:r>
              <a:rPr lang="en-US" sz="2200" b="0" i="0" u="none" strike="noStrike" baseline="0" dirty="0">
                <a:solidFill>
                  <a:schemeClr val="bg1"/>
                </a:solidFill>
                <a:latin typeface="Arial" panose="020B0604020202020204" pitchFamily="34" charset="0"/>
                <a:cs typeface="Arial" panose="020B0604020202020204" pitchFamily="34" charset="0"/>
              </a:rPr>
              <a:t> is given by CHISQ.DIST.RT(4,2), where 4 is the square of 2 (the number of units, remember this is squared) and 2 is the number of degrees of freedom. </a:t>
            </a:r>
          </a:p>
        </p:txBody>
      </p:sp>
    </p:spTree>
    <p:extLst>
      <p:ext uri="{BB962C8B-B14F-4D97-AF65-F5344CB8AC3E}">
        <p14:creationId xmlns:p14="http://schemas.microsoft.com/office/powerpoint/2010/main" val="165569762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79646E2-FBD4-C622-8577-649BE671826B}"/>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742571D4-B4F8-4D96-A549-61E2CB39BD74}"/>
              </a:ext>
            </a:extLst>
          </p:cNvPr>
          <p:cNvSpPr>
            <a:spLocks noGrp="1"/>
          </p:cNvSpPr>
          <p:nvPr>
            <p:ph type="ctrTitle"/>
          </p:nvPr>
        </p:nvSpPr>
        <p:spPr>
          <a:xfrm>
            <a:off x="239349" y="0"/>
            <a:ext cx="11571136" cy="589235"/>
          </a:xfrm>
        </p:spPr>
        <p:txBody>
          <a:bodyPr>
            <a:normAutofit/>
          </a:bodyPr>
          <a:lstStyle/>
          <a:p>
            <a:pPr algn="ctr"/>
            <a:r>
              <a:rPr lang="en-US" sz="3600" dirty="0" err="1">
                <a:solidFill>
                  <a:srgbClr val="0070C0"/>
                </a:solidFill>
                <a:effectLst/>
                <a:latin typeface="Arial" pitchFamily="34" charset="0"/>
                <a:cs typeface="Arial" pitchFamily="34" charset="0"/>
                <a:sym typeface="Symbol" panose="05050102010706020507" pitchFamily="18" charset="2"/>
              </a:rPr>
              <a:t>Mahalanobis</a:t>
            </a:r>
            <a:r>
              <a:rPr lang="en-US" sz="3600" dirty="0">
                <a:solidFill>
                  <a:srgbClr val="0070C0"/>
                </a:solidFill>
                <a:effectLst/>
                <a:latin typeface="Arial" pitchFamily="34" charset="0"/>
                <a:cs typeface="Arial" pitchFamily="34" charset="0"/>
                <a:sym typeface="Symbol" panose="05050102010706020507" pitchFamily="18" charset="2"/>
              </a:rPr>
              <a:t> </a:t>
            </a:r>
            <a:r>
              <a:rPr lang="en-US" sz="3600" dirty="0">
                <a:solidFill>
                  <a:srgbClr val="0070C0"/>
                </a:solidFill>
                <a:latin typeface="Arial" pitchFamily="34" charset="0"/>
                <a:cs typeface="Arial" pitchFamily="34" charset="0"/>
                <a:sym typeface="Symbol" panose="05050102010706020507" pitchFamily="18" charset="2"/>
              </a:rPr>
              <a:t>Distance</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88A0B670-ACB1-6AC9-DB1D-77604C7E4E49}"/>
              </a:ext>
            </a:extLst>
          </p:cNvPr>
          <p:cNvSpPr txBox="1"/>
          <p:nvPr/>
        </p:nvSpPr>
        <p:spPr>
          <a:xfrm>
            <a:off x="728206" y="1224165"/>
            <a:ext cx="10593422" cy="4409669"/>
          </a:xfrm>
          <a:prstGeom prst="rect">
            <a:avLst/>
          </a:prstGeom>
          <a:noFill/>
        </p:spPr>
        <p:txBody>
          <a:bodyPr wrap="square" rtlCol="0">
            <a:spAutoFit/>
          </a:bodyPr>
          <a:lstStyle/>
          <a:p>
            <a:pPr marL="342900" indent="-342900" algn="just">
              <a:lnSpc>
                <a:spcPct val="200000"/>
              </a:lnSpc>
              <a:buClr>
                <a:srgbClr val="0000FF"/>
              </a:buClr>
              <a:buFont typeface="Wingdings" panose="05000000000000000000" pitchFamily="2" charset="2"/>
              <a:buChar char="v"/>
            </a:pPr>
            <a:r>
              <a:rPr lang="en-US" sz="2400" b="0" i="0" u="none" strike="noStrike" baseline="0" dirty="0">
                <a:solidFill>
                  <a:schemeClr val="bg1"/>
                </a:solidFill>
                <a:latin typeface="Arial" panose="020B0604020202020204" pitchFamily="34" charset="0"/>
                <a:cs typeface="Arial" panose="020B0604020202020204" pitchFamily="34" charset="0"/>
              </a:rPr>
              <a:t>Chi-Square distribution is only adhered to only </a:t>
            </a:r>
            <a:r>
              <a:rPr lang="en-US" sz="2400" b="0" i="0" u="none" strike="noStrike" baseline="0" dirty="0">
                <a:solidFill>
                  <a:srgbClr val="C00000"/>
                </a:solidFill>
                <a:latin typeface="Arial" panose="020B0604020202020204" pitchFamily="34" charset="0"/>
                <a:cs typeface="Arial" panose="020B0604020202020204" pitchFamily="34" charset="0"/>
              </a:rPr>
              <a:t>if the underlying distribution is multinormal</a:t>
            </a:r>
            <a:r>
              <a:rPr lang="en-US" sz="2400" b="0" i="0" u="none" strike="noStrike" baseline="0" dirty="0">
                <a:solidFill>
                  <a:schemeClr val="bg1"/>
                </a:solidFill>
                <a:latin typeface="Arial" panose="020B0604020202020204" pitchFamily="34" charset="0"/>
                <a:cs typeface="Arial" panose="020B0604020202020204" pitchFamily="34" charset="0"/>
              </a:rPr>
              <a:t> </a:t>
            </a:r>
          </a:p>
          <a:p>
            <a:pPr marL="342900" indent="-342900" algn="just">
              <a:lnSpc>
                <a:spcPct val="200000"/>
              </a:lnSpc>
              <a:buClr>
                <a:srgbClr val="0000FF"/>
              </a:buClr>
              <a:buFont typeface="Wingdings" panose="05000000000000000000" pitchFamily="2" charset="2"/>
              <a:buChar char="v"/>
            </a:pPr>
            <a:r>
              <a:rPr lang="en-US" sz="2400" b="0" i="0" u="none" strike="noStrike" baseline="0" dirty="0">
                <a:solidFill>
                  <a:schemeClr val="bg1"/>
                </a:solidFill>
                <a:latin typeface="Arial" panose="020B0604020202020204" pitchFamily="34" charset="0"/>
                <a:cs typeface="Arial" panose="020B0604020202020204" pitchFamily="34" charset="0"/>
              </a:rPr>
              <a:t>So, one could calculate the squared </a:t>
            </a:r>
            <a:r>
              <a:rPr lang="en-US" sz="2400" b="0" i="0" u="none" strike="noStrike" baseline="0" dirty="0" err="1">
                <a:solidFill>
                  <a:schemeClr val="bg1"/>
                </a:solidFill>
                <a:latin typeface="Arial" panose="020B0604020202020204" pitchFamily="34" charset="0"/>
                <a:cs typeface="Arial" panose="020B0604020202020204" pitchFamily="34" charset="0"/>
              </a:rPr>
              <a:t>Mahalonobis</a:t>
            </a:r>
            <a:r>
              <a:rPr lang="en-US" sz="2400" b="0" i="0" u="none" strike="noStrike" baseline="0" dirty="0">
                <a:solidFill>
                  <a:schemeClr val="bg1"/>
                </a:solidFill>
                <a:latin typeface="Arial" panose="020B0604020202020204" pitchFamily="34" charset="0"/>
                <a:cs typeface="Arial" panose="020B0604020202020204" pitchFamily="34" charset="0"/>
              </a:rPr>
              <a:t> distances of samples that are not multinormal, and </a:t>
            </a:r>
            <a:r>
              <a:rPr lang="en-US" sz="2400" b="0" i="0" u="none" strike="noStrike" baseline="0" dirty="0">
                <a:solidFill>
                  <a:srgbClr val="C00000"/>
                </a:solidFill>
                <a:latin typeface="Arial" panose="020B0604020202020204" pitchFamily="34" charset="0"/>
                <a:cs typeface="Arial" panose="020B0604020202020204" pitchFamily="34" charset="0"/>
              </a:rPr>
              <a:t>they would NOT adhere to a chi square distribution</a:t>
            </a:r>
            <a:endParaRPr lang="en-US" sz="2400" b="0" i="0" u="none" strike="noStrike" baseline="0" dirty="0">
              <a:solidFill>
                <a:schemeClr val="bg1"/>
              </a:solidFill>
              <a:latin typeface="Arial" panose="020B0604020202020204" pitchFamily="34" charset="0"/>
              <a:cs typeface="Arial" panose="020B0604020202020204" pitchFamily="34" charset="0"/>
            </a:endParaRPr>
          </a:p>
          <a:p>
            <a:pPr marL="342900" indent="-342900" algn="just">
              <a:lnSpc>
                <a:spcPct val="200000"/>
              </a:lnSpc>
              <a:buClr>
                <a:srgbClr val="0000FF"/>
              </a:buClr>
              <a:buFont typeface="Wingdings" panose="05000000000000000000" pitchFamily="2" charset="2"/>
              <a:buChar char="v"/>
            </a:pPr>
            <a:r>
              <a:rPr lang="en-US" sz="2400" b="0" i="0" u="none" strike="noStrike" baseline="0" dirty="0">
                <a:solidFill>
                  <a:schemeClr val="bg1"/>
                </a:solidFill>
                <a:latin typeface="Arial" panose="020B0604020202020204" pitchFamily="34" charset="0"/>
                <a:cs typeface="Arial" panose="020B0604020202020204" pitchFamily="34" charset="0"/>
              </a:rPr>
              <a:t>Let us consider the upper 100(1 – α)</a:t>
            </a:r>
            <a:r>
              <a:rPr lang="en-US" sz="2400" b="0" i="0" u="none" strike="noStrike" baseline="30000" dirty="0" err="1">
                <a:solidFill>
                  <a:schemeClr val="bg1"/>
                </a:solidFill>
                <a:latin typeface="Arial" panose="020B0604020202020204" pitchFamily="34" charset="0"/>
                <a:cs typeface="Arial" panose="020B0604020202020204" pitchFamily="34" charset="0"/>
              </a:rPr>
              <a:t>th</a:t>
            </a:r>
            <a:r>
              <a:rPr lang="en-US" sz="2400" b="0" i="0" u="none" strike="noStrike" baseline="0" dirty="0">
                <a:solidFill>
                  <a:schemeClr val="bg1"/>
                </a:solidFill>
                <a:latin typeface="Arial" panose="020B0604020202020204" pitchFamily="34" charset="0"/>
                <a:cs typeface="Arial" panose="020B0604020202020204" pitchFamily="34" charset="0"/>
              </a:rPr>
              <a:t> percentile of the d</a:t>
            </a:r>
            <a:r>
              <a:rPr lang="en-US" sz="2400" b="0" i="0" u="none" strike="noStrike" baseline="30000" dirty="0">
                <a:solidFill>
                  <a:schemeClr val="bg1"/>
                </a:solidFill>
                <a:latin typeface="Arial" panose="020B0604020202020204" pitchFamily="34" charset="0"/>
                <a:cs typeface="Arial" panose="020B0604020202020204" pitchFamily="34" charset="0"/>
              </a:rPr>
              <a:t>2</a:t>
            </a:r>
            <a:r>
              <a:rPr lang="en-US" sz="2400" b="0" i="0" u="none" strike="noStrike" baseline="0" dirty="0">
                <a:solidFill>
                  <a:schemeClr val="bg1"/>
                </a:solidFill>
                <a:latin typeface="Arial" panose="020B0604020202020204" pitchFamily="34" charset="0"/>
                <a:cs typeface="Arial" panose="020B0604020202020204" pitchFamily="34" charset="0"/>
              </a:rPr>
              <a:t> distribution. </a:t>
            </a:r>
          </a:p>
        </p:txBody>
      </p:sp>
    </p:spTree>
    <p:extLst>
      <p:ext uri="{BB962C8B-B14F-4D97-AF65-F5344CB8AC3E}">
        <p14:creationId xmlns:p14="http://schemas.microsoft.com/office/powerpoint/2010/main" val="15487887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6E32707-2E64-DCB6-68EB-D3AA209490A6}"/>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D9B36D38-8A3B-19B6-614A-FB6AD595CF0D}"/>
              </a:ext>
            </a:extLst>
          </p:cNvPr>
          <p:cNvSpPr>
            <a:spLocks noGrp="1"/>
          </p:cNvSpPr>
          <p:nvPr>
            <p:ph type="ctrTitle"/>
          </p:nvPr>
        </p:nvSpPr>
        <p:spPr>
          <a:xfrm>
            <a:off x="239349" y="0"/>
            <a:ext cx="11571136" cy="589235"/>
          </a:xfrm>
        </p:spPr>
        <p:txBody>
          <a:bodyPr>
            <a:normAutofit/>
          </a:bodyPr>
          <a:lstStyle/>
          <a:p>
            <a:pPr algn="ctr"/>
            <a:r>
              <a:rPr lang="en-US" sz="3600" dirty="0" err="1">
                <a:solidFill>
                  <a:srgbClr val="0070C0"/>
                </a:solidFill>
                <a:effectLst/>
                <a:latin typeface="Arial" pitchFamily="34" charset="0"/>
                <a:cs typeface="Arial" pitchFamily="34" charset="0"/>
                <a:sym typeface="Symbol" panose="05050102010706020507" pitchFamily="18" charset="2"/>
              </a:rPr>
              <a:t>Mahalanobis</a:t>
            </a:r>
            <a:r>
              <a:rPr lang="en-US" sz="3600" dirty="0">
                <a:solidFill>
                  <a:srgbClr val="0070C0"/>
                </a:solidFill>
                <a:latin typeface="Arial" pitchFamily="34" charset="0"/>
                <a:cs typeface="Arial" pitchFamily="34" charset="0"/>
                <a:sym typeface="Symbol" panose="05050102010706020507" pitchFamily="18" charset="2"/>
              </a:rPr>
              <a:t> Distance</a:t>
            </a:r>
            <a:endParaRPr lang="en-IN" sz="3600" dirty="0">
              <a:solidFill>
                <a:srgbClr val="0070C0"/>
              </a:solidFill>
              <a:latin typeface="Arial" pitchFamily="34" charset="0"/>
              <a:cs typeface="Arial" pitchFamily="34" charset="0"/>
            </a:endParaRPr>
          </a:p>
        </p:txBody>
      </p:sp>
      <p:sp>
        <p:nvSpPr>
          <p:cNvPr id="2" name="TextBox 1">
            <a:extLst>
              <a:ext uri="{FF2B5EF4-FFF2-40B4-BE49-F238E27FC236}">
                <a16:creationId xmlns:a16="http://schemas.microsoft.com/office/drawing/2014/main" id="{1FF993F9-82E2-6975-1A6A-01EB218FE2F0}"/>
              </a:ext>
            </a:extLst>
          </p:cNvPr>
          <p:cNvSpPr txBox="1"/>
          <p:nvPr/>
        </p:nvSpPr>
        <p:spPr>
          <a:xfrm>
            <a:off x="485014" y="949159"/>
            <a:ext cx="11079805" cy="4727000"/>
          </a:xfrm>
          <a:prstGeom prst="rect">
            <a:avLst/>
          </a:prstGeom>
          <a:noFill/>
        </p:spPr>
        <p:txBody>
          <a:bodyPr wrap="square" rtlCol="0">
            <a:spAutoFit/>
          </a:bodyPr>
          <a:lstStyle/>
          <a:p>
            <a:pPr marL="342900" indent="-342900" algn="just">
              <a:lnSpc>
                <a:spcPct val="200000"/>
              </a:lnSpc>
              <a:buClr>
                <a:srgbClr val="0000FF"/>
              </a:buClr>
              <a:buFont typeface="Wingdings" panose="05000000000000000000" pitchFamily="2" charset="2"/>
              <a:buChar char="v"/>
            </a:pPr>
            <a:r>
              <a:rPr lang="en-US" sz="2200" b="0" i="0" u="none" strike="noStrike" baseline="0" dirty="0">
                <a:solidFill>
                  <a:schemeClr val="bg1"/>
                </a:solidFill>
                <a:latin typeface="Arial" panose="020B0604020202020204" pitchFamily="34" charset="0"/>
                <a:cs typeface="Arial" panose="020B0604020202020204" pitchFamily="34" charset="0"/>
              </a:rPr>
              <a:t>The value of d</a:t>
            </a:r>
            <a:r>
              <a:rPr lang="en-US" sz="2200" b="0" i="0" u="none" strike="noStrike" baseline="30000" dirty="0">
                <a:solidFill>
                  <a:schemeClr val="bg1"/>
                </a:solidFill>
                <a:latin typeface="Arial" panose="020B0604020202020204" pitchFamily="34" charset="0"/>
                <a:cs typeface="Arial" panose="020B0604020202020204" pitchFamily="34" charset="0"/>
              </a:rPr>
              <a:t>2</a:t>
            </a:r>
            <a:r>
              <a:rPr lang="en-US" sz="2200" b="0" i="0" u="none" strike="noStrike" baseline="0" dirty="0">
                <a:solidFill>
                  <a:schemeClr val="bg1"/>
                </a:solidFill>
                <a:latin typeface="Arial" panose="020B0604020202020204" pitchFamily="34" charset="0"/>
                <a:cs typeface="Arial" panose="020B0604020202020204" pitchFamily="34" charset="0"/>
              </a:rPr>
              <a:t> at the upper 100(1 – α)</a:t>
            </a:r>
            <a:r>
              <a:rPr lang="en-US" sz="2200" b="0" i="0" u="none" strike="noStrike" baseline="30000" dirty="0" err="1">
                <a:solidFill>
                  <a:schemeClr val="bg1"/>
                </a:solidFill>
                <a:latin typeface="Arial" panose="020B0604020202020204" pitchFamily="34" charset="0"/>
                <a:cs typeface="Arial" panose="020B0604020202020204" pitchFamily="34" charset="0"/>
              </a:rPr>
              <a:t>th</a:t>
            </a:r>
            <a:r>
              <a:rPr lang="en-US" sz="2200" b="0" i="0" u="none" strike="noStrike" baseline="0" dirty="0">
                <a:solidFill>
                  <a:schemeClr val="bg1"/>
                </a:solidFill>
                <a:latin typeface="Arial" panose="020B0604020202020204" pitchFamily="34" charset="0"/>
                <a:cs typeface="Arial" panose="020B0604020202020204" pitchFamily="34" charset="0"/>
              </a:rPr>
              <a:t> percentile value represents all multivariate- observations of </a:t>
            </a:r>
            <a:r>
              <a:rPr lang="en-US" sz="2200" b="1" i="0" u="none" strike="noStrike" baseline="0" dirty="0">
                <a:solidFill>
                  <a:schemeClr val="bg1"/>
                </a:solidFill>
                <a:latin typeface="Arial" panose="020B0604020202020204" pitchFamily="34" charset="0"/>
                <a:cs typeface="Arial" panose="020B0604020202020204" pitchFamily="34" charset="0"/>
              </a:rPr>
              <a:t>X</a:t>
            </a:r>
            <a:r>
              <a:rPr lang="en-US" sz="2200" b="0" i="0" u="none" strike="noStrike" baseline="0" dirty="0">
                <a:solidFill>
                  <a:schemeClr val="bg1"/>
                </a:solidFill>
                <a:latin typeface="Arial" panose="020B0604020202020204" pitchFamily="34" charset="0"/>
                <a:cs typeface="Arial" panose="020B0604020202020204" pitchFamily="34" charset="0"/>
              </a:rPr>
              <a:t> such that </a:t>
            </a:r>
          </a:p>
          <a:p>
            <a:pPr marL="342900" indent="-342900" algn="just">
              <a:lnSpc>
                <a:spcPct val="200000"/>
              </a:lnSpc>
              <a:buClr>
                <a:srgbClr val="0000FF"/>
              </a:buClr>
              <a:buFont typeface="Wingdings" panose="05000000000000000000" pitchFamily="2" charset="2"/>
              <a:buChar char="v"/>
            </a:pPr>
            <a:r>
              <a:rPr lang="en-US" sz="2200" b="0" i="0" u="none" strike="noStrike" baseline="0" dirty="0">
                <a:solidFill>
                  <a:schemeClr val="bg1"/>
                </a:solidFill>
                <a:latin typeface="Arial" panose="020B0604020202020204" pitchFamily="34" charset="0"/>
                <a:cs typeface="Arial" panose="020B0604020202020204" pitchFamily="34" charset="0"/>
              </a:rPr>
              <a:t>When α = 0.05, we get a d</a:t>
            </a:r>
            <a:r>
              <a:rPr lang="en-US" sz="2200" b="0" i="0" u="none" strike="noStrike" baseline="30000" dirty="0">
                <a:solidFill>
                  <a:schemeClr val="bg1"/>
                </a:solidFill>
                <a:latin typeface="Arial" panose="020B0604020202020204" pitchFamily="34" charset="0"/>
                <a:cs typeface="Arial" panose="020B0604020202020204" pitchFamily="34" charset="0"/>
              </a:rPr>
              <a:t>2</a:t>
            </a:r>
            <a:r>
              <a:rPr lang="en-US" sz="2200" b="0" i="0" u="none" strike="noStrike" baseline="0" dirty="0">
                <a:solidFill>
                  <a:schemeClr val="bg1"/>
                </a:solidFill>
                <a:latin typeface="Arial" panose="020B0604020202020204" pitchFamily="34" charset="0"/>
                <a:cs typeface="Arial" panose="020B0604020202020204" pitchFamily="34" charset="0"/>
              </a:rPr>
              <a:t> value at 95</a:t>
            </a:r>
            <a:r>
              <a:rPr lang="en-US" sz="2200" b="0" i="0" u="none" strike="noStrike" baseline="30000" dirty="0">
                <a:solidFill>
                  <a:schemeClr val="bg1"/>
                </a:solidFill>
                <a:latin typeface="Arial" panose="020B0604020202020204" pitchFamily="34" charset="0"/>
                <a:cs typeface="Arial" panose="020B0604020202020204" pitchFamily="34" charset="0"/>
              </a:rPr>
              <a:t>th</a:t>
            </a:r>
            <a:r>
              <a:rPr lang="en-US" sz="2200" b="0" i="0" u="none" strike="noStrike" baseline="0" dirty="0">
                <a:solidFill>
                  <a:schemeClr val="bg1"/>
                </a:solidFill>
                <a:latin typeface="Arial" panose="020B0604020202020204" pitchFamily="34" charset="0"/>
                <a:cs typeface="Arial" panose="020B0604020202020204" pitchFamily="34" charset="0"/>
              </a:rPr>
              <a:t> percentile point (see Figure in next slide) which is </a:t>
            </a:r>
            <a:r>
              <a:rPr lang="en-US" sz="2200" b="0" i="0" u="none" strike="noStrike" baseline="0" dirty="0">
                <a:solidFill>
                  <a:schemeClr val="bg1"/>
                </a:solidFill>
                <a:latin typeface="Arial" panose="020B0604020202020204" pitchFamily="34" charset="0"/>
                <a:cs typeface="Arial" panose="020B0604020202020204" pitchFamily="34" charset="0"/>
                <a:sym typeface="Symbol" panose="05050102010706020507" pitchFamily="18" charset="2"/>
              </a:rPr>
              <a:t></a:t>
            </a:r>
            <a:r>
              <a:rPr lang="en-US" sz="2200" b="0" i="0" u="none" strike="noStrike" baseline="-25000" dirty="0">
                <a:solidFill>
                  <a:schemeClr val="bg1"/>
                </a:solidFill>
                <a:latin typeface="Arial" panose="020B0604020202020204" pitchFamily="34" charset="0"/>
                <a:cs typeface="Arial" panose="020B0604020202020204" pitchFamily="34" charset="0"/>
                <a:sym typeface="Symbol" panose="05050102010706020507" pitchFamily="18" charset="2"/>
              </a:rPr>
              <a:t>2</a:t>
            </a:r>
            <a:r>
              <a:rPr lang="en-US" sz="2200" b="0" i="0" u="none" strike="noStrike" baseline="30000" dirty="0">
                <a:solidFill>
                  <a:schemeClr val="bg1"/>
                </a:solidFill>
                <a:latin typeface="Arial" panose="020B0604020202020204" pitchFamily="34" charset="0"/>
                <a:cs typeface="Arial" panose="020B0604020202020204" pitchFamily="34" charset="0"/>
                <a:sym typeface="Symbol" panose="05050102010706020507" pitchFamily="18" charset="2"/>
              </a:rPr>
              <a:t>2</a:t>
            </a:r>
            <a:r>
              <a:rPr lang="en-US" sz="2200" b="0" i="0" u="none" strike="noStrike" baseline="0" dirty="0">
                <a:solidFill>
                  <a:schemeClr val="bg1"/>
                </a:solidFill>
                <a:latin typeface="Arial" panose="020B0604020202020204" pitchFamily="34" charset="0"/>
                <a:cs typeface="Arial" panose="020B0604020202020204" pitchFamily="34" charset="0"/>
                <a:sym typeface="Symbol" panose="05050102010706020507" pitchFamily="18" charset="2"/>
              </a:rPr>
              <a:t> </a:t>
            </a:r>
            <a:r>
              <a:rPr lang="en-US" sz="2200" b="0" i="0" u="none" strike="noStrike" baseline="0" dirty="0">
                <a:solidFill>
                  <a:schemeClr val="bg1"/>
                </a:solidFill>
                <a:latin typeface="Arial" panose="020B0604020202020204" pitchFamily="34" charset="0"/>
                <a:cs typeface="Arial" panose="020B0604020202020204" pitchFamily="34" charset="0"/>
              </a:rPr>
              <a:t>(0.05)</a:t>
            </a:r>
          </a:p>
          <a:p>
            <a:pPr marL="342900" indent="-342900" algn="just">
              <a:lnSpc>
                <a:spcPct val="200000"/>
              </a:lnSpc>
              <a:buClr>
                <a:srgbClr val="0000FF"/>
              </a:buClr>
              <a:buFont typeface="Wingdings" panose="05000000000000000000" pitchFamily="2" charset="2"/>
              <a:buChar char="v"/>
            </a:pPr>
            <a:r>
              <a:rPr lang="en-US" sz="2200" b="0" i="0" u="none" strike="noStrike" baseline="0" dirty="0">
                <a:solidFill>
                  <a:schemeClr val="bg1"/>
                </a:solidFill>
                <a:latin typeface="Arial" panose="020B0604020202020204" pitchFamily="34" charset="0"/>
                <a:cs typeface="Arial" panose="020B0604020202020204" pitchFamily="34" charset="0"/>
              </a:rPr>
              <a:t>Once the value of d</a:t>
            </a:r>
            <a:r>
              <a:rPr lang="en-US" sz="2200" b="0" i="0" u="none" strike="noStrike" baseline="30000" dirty="0">
                <a:solidFill>
                  <a:schemeClr val="bg1"/>
                </a:solidFill>
                <a:latin typeface="Arial" panose="020B0604020202020204" pitchFamily="34" charset="0"/>
                <a:cs typeface="Arial" panose="020B0604020202020204" pitchFamily="34" charset="0"/>
              </a:rPr>
              <a:t>2</a:t>
            </a:r>
            <a:r>
              <a:rPr lang="en-US" sz="2200" b="0" i="0" u="none" strike="noStrike" baseline="0" dirty="0">
                <a:solidFill>
                  <a:schemeClr val="bg1"/>
                </a:solidFill>
                <a:latin typeface="Arial" panose="020B0604020202020204" pitchFamily="34" charset="0"/>
                <a:cs typeface="Arial" panose="020B0604020202020204" pitchFamily="34" charset="0"/>
              </a:rPr>
              <a:t> is determined, use Equation                                       to construct the ellipsoid. </a:t>
            </a:r>
          </a:p>
          <a:p>
            <a:pPr marL="342900" indent="-342900" algn="just">
              <a:lnSpc>
                <a:spcPct val="200000"/>
              </a:lnSpc>
              <a:buClr>
                <a:srgbClr val="0000FF"/>
              </a:buClr>
              <a:buFont typeface="Wingdings" panose="05000000000000000000" pitchFamily="2" charset="2"/>
              <a:buChar char="v"/>
            </a:pPr>
            <a:r>
              <a:rPr lang="en-US" sz="2200" b="0" i="0" u="none" strike="noStrike" baseline="0" dirty="0">
                <a:solidFill>
                  <a:schemeClr val="bg1"/>
                </a:solidFill>
                <a:latin typeface="Arial" panose="020B0604020202020204" pitchFamily="34" charset="0"/>
                <a:cs typeface="Arial" panose="020B0604020202020204" pitchFamily="34" charset="0"/>
              </a:rPr>
              <a:t>When p = 2, the ellipsoid becomes an ellipse. </a:t>
            </a:r>
          </a:p>
        </p:txBody>
      </p:sp>
      <p:pic>
        <p:nvPicPr>
          <p:cNvPr id="4" name="Picture 3">
            <a:extLst>
              <a:ext uri="{FF2B5EF4-FFF2-40B4-BE49-F238E27FC236}">
                <a16:creationId xmlns:a16="http://schemas.microsoft.com/office/drawing/2014/main" id="{B2C33465-45D7-5716-9FD3-9AD45D6E2777}"/>
              </a:ext>
            </a:extLst>
          </p:cNvPr>
          <p:cNvPicPr>
            <a:picLocks noChangeAspect="1"/>
          </p:cNvPicPr>
          <p:nvPr/>
        </p:nvPicPr>
        <p:blipFill>
          <a:blip r:embed="rId3"/>
          <a:stretch>
            <a:fillRect/>
          </a:stretch>
        </p:blipFill>
        <p:spPr>
          <a:xfrm>
            <a:off x="4193611" y="1732267"/>
            <a:ext cx="7221667" cy="679962"/>
          </a:xfrm>
          <a:prstGeom prst="rect">
            <a:avLst/>
          </a:prstGeom>
        </p:spPr>
      </p:pic>
      <p:pic>
        <p:nvPicPr>
          <p:cNvPr id="6" name="Picture 5">
            <a:extLst>
              <a:ext uri="{FF2B5EF4-FFF2-40B4-BE49-F238E27FC236}">
                <a16:creationId xmlns:a16="http://schemas.microsoft.com/office/drawing/2014/main" id="{D140D0C9-F65F-9C63-C3EE-46FA7A17B751}"/>
              </a:ext>
            </a:extLst>
          </p:cNvPr>
          <p:cNvPicPr>
            <a:picLocks noChangeAspect="1"/>
          </p:cNvPicPr>
          <p:nvPr/>
        </p:nvPicPr>
        <p:blipFill>
          <a:blip r:embed="rId4"/>
          <a:stretch>
            <a:fillRect/>
          </a:stretch>
        </p:blipFill>
        <p:spPr>
          <a:xfrm>
            <a:off x="7117615" y="3715535"/>
            <a:ext cx="2781688" cy="657317"/>
          </a:xfrm>
          <a:prstGeom prst="rect">
            <a:avLst/>
          </a:prstGeom>
        </p:spPr>
      </p:pic>
    </p:spTree>
    <p:extLst>
      <p:ext uri="{BB962C8B-B14F-4D97-AF65-F5344CB8AC3E}">
        <p14:creationId xmlns:p14="http://schemas.microsoft.com/office/powerpoint/2010/main" val="35874040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7B7EAB-54F1-7620-0DB4-A7346E9BCA6D}"/>
              </a:ext>
            </a:extLst>
          </p:cNvPr>
          <p:cNvPicPr>
            <a:picLocks noChangeAspect="1"/>
          </p:cNvPicPr>
          <p:nvPr/>
        </p:nvPicPr>
        <p:blipFill>
          <a:blip r:embed="rId2"/>
          <a:stretch>
            <a:fillRect/>
          </a:stretch>
        </p:blipFill>
        <p:spPr>
          <a:xfrm>
            <a:off x="3033285" y="781652"/>
            <a:ext cx="6125430" cy="4963218"/>
          </a:xfrm>
          <a:prstGeom prst="rect">
            <a:avLst/>
          </a:prstGeom>
        </p:spPr>
      </p:pic>
    </p:spTree>
    <p:extLst>
      <p:ext uri="{BB962C8B-B14F-4D97-AF65-F5344CB8AC3E}">
        <p14:creationId xmlns:p14="http://schemas.microsoft.com/office/powerpoint/2010/main" val="391541897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0D5842C-FDF8-6AA2-816D-442BDF3E0F01}"/>
            </a:ext>
          </a:extLst>
        </p:cNvPr>
        <p:cNvGrpSpPr/>
        <p:nvPr/>
      </p:nvGrpSpPr>
      <p:grpSpPr>
        <a:xfrm>
          <a:off x="0" y="0"/>
          <a:ext cx="0" cy="0"/>
          <a:chOff x="0" y="0"/>
          <a:chExt cx="0" cy="0"/>
        </a:xfrm>
      </p:grpSpPr>
      <p:sp>
        <p:nvSpPr>
          <p:cNvPr id="13314" name="Title 1">
            <a:extLst>
              <a:ext uri="{FF2B5EF4-FFF2-40B4-BE49-F238E27FC236}">
                <a16:creationId xmlns:a16="http://schemas.microsoft.com/office/drawing/2014/main" id="{B2E03EB3-7F95-E340-2E61-BDB44918DCE3}"/>
              </a:ext>
            </a:extLst>
          </p:cNvPr>
          <p:cNvSpPr>
            <a:spLocks noGrp="1"/>
          </p:cNvSpPr>
          <p:nvPr>
            <p:ph type="ctrTitle"/>
          </p:nvPr>
        </p:nvSpPr>
        <p:spPr>
          <a:xfrm>
            <a:off x="239349" y="0"/>
            <a:ext cx="11571136" cy="589235"/>
          </a:xfrm>
        </p:spPr>
        <p:txBody>
          <a:bodyPr>
            <a:normAutofit/>
          </a:bodyPr>
          <a:lstStyle/>
          <a:p>
            <a:pPr algn="ctr"/>
            <a:r>
              <a:rPr lang="en-US" sz="3600" dirty="0">
                <a:solidFill>
                  <a:srgbClr val="0070C0"/>
                </a:solidFill>
                <a:effectLst/>
                <a:latin typeface="Arial" pitchFamily="34" charset="0"/>
                <a:cs typeface="Arial" pitchFamily="34" charset="0"/>
                <a:sym typeface="Symbol" panose="05050102010706020507" pitchFamily="18" charset="2"/>
              </a:rPr>
              <a:t>Code links</a:t>
            </a:r>
            <a:endParaRPr lang="en-IN" sz="3600" dirty="0">
              <a:solidFill>
                <a:srgbClr val="0070C0"/>
              </a:solidFill>
              <a:latin typeface="Arial" pitchFamily="34" charset="0"/>
              <a:cs typeface="Arial" pitchFamily="34" charset="0"/>
            </a:endParaRPr>
          </a:p>
        </p:txBody>
      </p:sp>
      <p:sp>
        <p:nvSpPr>
          <p:cNvPr id="3" name="TextBox 2">
            <a:extLst>
              <a:ext uri="{FF2B5EF4-FFF2-40B4-BE49-F238E27FC236}">
                <a16:creationId xmlns:a16="http://schemas.microsoft.com/office/drawing/2014/main" id="{76DC233E-DA26-C9DE-B50C-2D5B00F71544}"/>
              </a:ext>
            </a:extLst>
          </p:cNvPr>
          <p:cNvSpPr txBox="1"/>
          <p:nvPr/>
        </p:nvSpPr>
        <p:spPr>
          <a:xfrm>
            <a:off x="1676400" y="1239520"/>
            <a:ext cx="9215120" cy="1477328"/>
          </a:xfrm>
          <a:prstGeom prst="rect">
            <a:avLst/>
          </a:prstGeom>
          <a:noFill/>
        </p:spPr>
        <p:txBody>
          <a:bodyPr wrap="square" rtlCol="0">
            <a:spAutoFit/>
          </a:bodyPr>
          <a:lstStyle/>
          <a:p>
            <a:r>
              <a:rPr lang="en-IN" dirty="0">
                <a:latin typeface="+mj-lt"/>
                <a:hlinkClick r:id="rId3"/>
              </a:rPr>
              <a:t>2D and 3D Scatterplot code (both Python and </a:t>
            </a:r>
            <a:r>
              <a:rPr lang="en-IN" dirty="0" err="1">
                <a:latin typeface="+mj-lt"/>
                <a:hlinkClick r:id="rId3"/>
              </a:rPr>
              <a:t>Matlab</a:t>
            </a:r>
            <a:r>
              <a:rPr lang="en-IN" dirty="0">
                <a:latin typeface="+mj-lt"/>
                <a:hlinkClick r:id="rId3"/>
              </a:rPr>
              <a:t>)</a:t>
            </a:r>
            <a:endParaRPr lang="en-IN" dirty="0">
              <a:latin typeface="+mj-lt"/>
            </a:endParaRPr>
          </a:p>
          <a:p>
            <a:r>
              <a:rPr lang="en-IN" dirty="0" err="1">
                <a:hlinkClick r:id="rId4"/>
              </a:rPr>
              <a:t>Centering</a:t>
            </a:r>
            <a:r>
              <a:rPr lang="en-IN" dirty="0">
                <a:hlinkClick r:id="rId4"/>
              </a:rPr>
              <a:t> scatterplot (both Python and </a:t>
            </a:r>
            <a:r>
              <a:rPr lang="en-IN" dirty="0" err="1">
                <a:hlinkClick r:id="rId4"/>
              </a:rPr>
              <a:t>Matlab</a:t>
            </a:r>
            <a:r>
              <a:rPr lang="en-IN" dirty="0">
                <a:hlinkClick r:id="rId4"/>
              </a:rPr>
              <a:t>)</a:t>
            </a:r>
            <a:endParaRPr lang="en-IN" dirty="0"/>
          </a:p>
          <a:p>
            <a:r>
              <a:rPr lang="en-IN" dirty="0" err="1">
                <a:hlinkClick r:id="rId5"/>
              </a:rPr>
              <a:t>Mahalanobis</a:t>
            </a:r>
            <a:r>
              <a:rPr lang="en-IN" dirty="0">
                <a:hlinkClick r:id="rId5"/>
              </a:rPr>
              <a:t> Distance (both Python and </a:t>
            </a:r>
            <a:r>
              <a:rPr lang="en-IN" dirty="0" err="1">
                <a:hlinkClick r:id="rId5"/>
              </a:rPr>
              <a:t>Matlab</a:t>
            </a:r>
            <a:r>
              <a:rPr lang="en-IN" dirty="0">
                <a:hlinkClick r:id="rId5"/>
              </a:rPr>
              <a:t>)</a:t>
            </a:r>
            <a:endParaRPr lang="en-IN" dirty="0"/>
          </a:p>
          <a:p>
            <a:endParaRPr lang="en-IN" dirty="0">
              <a:latin typeface="+mj-lt"/>
            </a:endParaRPr>
          </a:p>
          <a:p>
            <a:endParaRPr lang="en-IN" dirty="0">
              <a:latin typeface="+mj-lt"/>
            </a:endParaRPr>
          </a:p>
        </p:txBody>
      </p:sp>
    </p:spTree>
    <p:extLst>
      <p:ext uri="{BB962C8B-B14F-4D97-AF65-F5344CB8AC3E}">
        <p14:creationId xmlns:p14="http://schemas.microsoft.com/office/powerpoint/2010/main" val="28647405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Custom 1">
      <a:dk1>
        <a:sysClr val="windowText" lastClr="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7220</TotalTime>
  <Words>14098</Words>
  <Application>Microsoft Office PowerPoint</Application>
  <PresentationFormat>Widescreen</PresentationFormat>
  <Paragraphs>927</Paragraphs>
  <Slides>78</Slides>
  <Notes>46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78</vt:i4>
      </vt:variant>
    </vt:vector>
  </HeadingPairs>
  <TitlesOfParts>
    <vt:vector size="88" baseType="lpstr">
      <vt:lpstr>Aptos</vt:lpstr>
      <vt:lpstr>Arial</vt:lpstr>
      <vt:lpstr>Calibri</vt:lpstr>
      <vt:lpstr>Cambria Math</vt:lpstr>
      <vt:lpstr>Constantia</vt:lpstr>
      <vt:lpstr>Symbol</vt:lpstr>
      <vt:lpstr>Times LT Std</vt:lpstr>
      <vt:lpstr>Wingdings</vt:lpstr>
      <vt:lpstr>Wingdings 2</vt:lpstr>
      <vt:lpstr>Theme1</vt:lpstr>
      <vt:lpstr>PowerPoint Presentation</vt:lpstr>
      <vt:lpstr>PowerPoint Presentation</vt:lpstr>
      <vt:lpstr>Two-Dimensional Scattered Data Plot</vt:lpstr>
      <vt:lpstr>Two-Dimensional Scattered Data Plot</vt:lpstr>
      <vt:lpstr>Python Code: 2 D Scatter Plot</vt:lpstr>
      <vt:lpstr>Matlab Code: 2 D Scatter Plot</vt:lpstr>
      <vt:lpstr>Python Code: 3 D Scatter Plot</vt:lpstr>
      <vt:lpstr>Matlab Code: 3-D Scatter Plot</vt:lpstr>
      <vt:lpstr>Some Essential Background</vt:lpstr>
      <vt:lpstr>PowerPoint Presentation</vt:lpstr>
      <vt:lpstr>Euclidean Distance: General Form</vt:lpstr>
      <vt:lpstr>A. Uncorrelated X1 and X2 With Equal Variances</vt:lpstr>
      <vt:lpstr>B. Uncorrelated X1 and X2 with Different Variances</vt:lpstr>
      <vt:lpstr>C. Positively Correlated X1 and X2 with Same Variances</vt:lpstr>
      <vt:lpstr>C. Negatively Correlated X1 and X2 with Same Variances</vt:lpstr>
      <vt:lpstr>D. Negatively Correlated X1 and X2 with Different Variances</vt:lpstr>
      <vt:lpstr>PowerPoint Presentation</vt:lpstr>
      <vt:lpstr>Some Essential Background</vt:lpstr>
      <vt:lpstr>Uncorrelated Variables</vt:lpstr>
      <vt:lpstr>Equal Footing</vt:lpstr>
      <vt:lpstr>Equal Footing</vt:lpstr>
      <vt:lpstr>PowerPoint Presentation</vt:lpstr>
      <vt:lpstr>PowerPoint Presentation</vt:lpstr>
      <vt:lpstr>Definition of Statistical Distance</vt:lpstr>
      <vt:lpstr>PowerPoint Presentation</vt:lpstr>
      <vt:lpstr>General Equation of an Ellipse</vt:lpstr>
      <vt:lpstr>PowerPoint Presentation</vt:lpstr>
      <vt:lpstr>Some Essential Background</vt:lpstr>
      <vt:lpstr>PowerPoint Presentation</vt:lpstr>
      <vt:lpstr>Centering Scatter Plot at any (1,2); No Correlation</vt:lpstr>
      <vt:lpstr>PowerPoint Presentation</vt:lpstr>
      <vt:lpstr>Matlab Code: Centering of Scatter Plot at any (1,2)</vt:lpstr>
      <vt:lpstr>Python Code: Centering of Scatter Plot at any (1,2)</vt:lpstr>
      <vt:lpstr>General Ellipse with non-zero centre and with Correlation</vt:lpstr>
      <vt:lpstr>Matlab Code</vt:lpstr>
      <vt:lpstr>Python Code</vt:lpstr>
      <vt:lpstr>(x-μ)′""-1(x-μ)=d^2</vt:lpstr>
      <vt:lpstr>Mahalanobis Distance</vt:lpstr>
      <vt:lpstr>PowerPoint Presentation</vt:lpstr>
      <vt:lpstr>PowerPoint Presentation</vt:lpstr>
      <vt:lpstr>PowerPoint Presentation</vt:lpstr>
      <vt:lpstr>Applications of Mahalanobis Distance</vt:lpstr>
      <vt:lpstr>Applications of Mahalanobis Distance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Chi-Square Distribution and Mahalanobis Distance</vt:lpstr>
      <vt:lpstr>So How to Find di2?</vt:lpstr>
      <vt:lpstr>PowerPoint Presentation</vt:lpstr>
      <vt:lpstr>PowerPoint Presentation</vt:lpstr>
      <vt:lpstr>PowerPoint Presentation</vt:lpstr>
      <vt:lpstr>Chi-Square Distribution and Mahalanobis Distance</vt:lpstr>
      <vt:lpstr>Chi-Square Distribution and Mahalanobis Distance</vt:lpstr>
      <vt:lpstr>Chi-Square Distribution and Mahalanobis Distance</vt:lpstr>
      <vt:lpstr>PowerPoint Presentation</vt:lpstr>
      <vt:lpstr>PowerPoint Presentation</vt:lpstr>
      <vt:lpstr>PowerPoint Presentation</vt:lpstr>
      <vt:lpstr>PowerPoint Presentation</vt:lpstr>
      <vt:lpstr>PowerPoint Presentation</vt:lpstr>
      <vt:lpstr>Multivariate Normal Distribution</vt:lpstr>
      <vt:lpstr>Multivariate Normal Distribution</vt:lpstr>
      <vt:lpstr>Chi-Square Distribution</vt:lpstr>
      <vt:lpstr>Mahalanobis Distance</vt:lpstr>
      <vt:lpstr>Mahalanobis Distance</vt:lpstr>
      <vt:lpstr>Mahalanobis Distance</vt:lpstr>
      <vt:lpstr>Mahalanobis Distance</vt:lpstr>
      <vt:lpstr>Mahalanobis Distance</vt:lpstr>
      <vt:lpstr>Mahalanobis Distance</vt:lpstr>
      <vt:lpstr>Mahalanobis Distance</vt:lpstr>
      <vt:lpstr>PowerPoint Presentation</vt:lpstr>
      <vt:lpstr>Code 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Principal Component Analysis</dc:title>
  <dc:creator>KANNAN ARAVAMUDAN</dc:creator>
  <cp:lastModifiedBy>NPTEL Office9</cp:lastModifiedBy>
  <cp:revision>260</cp:revision>
  <dcterms:created xsi:type="dcterms:W3CDTF">2025-01-15T14:22:28Z</dcterms:created>
  <dcterms:modified xsi:type="dcterms:W3CDTF">2026-06-30T12:04:47Z</dcterms:modified>
</cp:coreProperties>
</file>